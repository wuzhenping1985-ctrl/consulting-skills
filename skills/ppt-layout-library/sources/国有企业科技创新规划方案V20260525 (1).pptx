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16673297" r:id="rId3"/>
    <p:sldId id="16673302" r:id="rId4"/>
    <p:sldId id="16673298" r:id="rId5"/>
    <p:sldId id="16673299" r:id="rId6"/>
    <p:sldId id="16673303" r:id="rId7"/>
    <p:sldId id="16673334" r:id="rId8"/>
    <p:sldId id="16673305" r:id="rId9"/>
    <p:sldId id="16673317" r:id="rId10"/>
    <p:sldId id="16673318" r:id="rId11"/>
    <p:sldId id="16673323" r:id="rId12"/>
    <p:sldId id="16673300" r:id="rId13"/>
    <p:sldId id="16673296" r:id="rId14"/>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BF9F77B-07DE-45B5-AE93-241587870F59}">
          <p14:sldIdLst>
            <p14:sldId id="16673297"/>
            <p14:sldId id="16673302"/>
            <p14:sldId id="16673298"/>
            <p14:sldId id="16673299"/>
            <p14:sldId id="16673303"/>
            <p14:sldId id="16673334"/>
            <p14:sldId id="16673305"/>
            <p14:sldId id="16673317"/>
            <p14:sldId id="16673318"/>
            <p14:sldId id="16673323"/>
            <p14:sldId id="16673300"/>
            <p14:sldId id="16673296"/>
          </p14:sldIdLst>
        </p14:section>
        <p14:section name="无标题节" id="{98565F9C-34BC-4D20-9AC6-D1197FBA476C}">
          <p14:sldIdLst/>
        </p14:section>
      </p14:sectionLst>
    </p:ext>
    <p:ext uri="{EFAFB233-063F-42B5-8137-9DF3F51BA10A}">
      <p15:sldGuideLst xmlns:p15="http://schemas.microsoft.com/office/powerpoint/2012/main">
        <p15:guide id="1" pos="496" userDrawn="1">
          <p15:clr>
            <a:srgbClr val="A4A3A4"/>
          </p15:clr>
        </p15:guide>
        <p15:guide id="2" pos="7127" userDrawn="1">
          <p15:clr>
            <a:srgbClr val="A4A3A4"/>
          </p15:clr>
        </p15:guide>
        <p15:guide id="3" orient="horz" pos="647" userDrawn="1">
          <p15:clr>
            <a:srgbClr val="A4A3A4"/>
          </p15:clr>
        </p15:guide>
        <p15:guide id="4" orient="horz" pos="798" userDrawn="1">
          <p15:clr>
            <a:srgbClr val="A4A3A4"/>
          </p15:clr>
        </p15:guide>
        <p15:guide id="5" orient="horz" pos="37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55FE"/>
    <a:srgbClr val="FF4200"/>
    <a:srgbClr val="E8EEFF"/>
    <a:srgbClr val="547FFE"/>
    <a:srgbClr val="8DAAFE"/>
    <a:srgbClr val="ECF1FF"/>
    <a:srgbClr val="F5D437"/>
    <a:srgbClr val="F2F2F2"/>
    <a:srgbClr val="FFE3D9"/>
    <a:srgbClr val="E7E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03" autoAdjust="0"/>
    <p:restoredTop sz="94724" autoAdjust="0"/>
  </p:normalViewPr>
  <p:slideViewPr>
    <p:cSldViewPr snapToGrid="0" showGuides="1">
      <p:cViewPr varScale="1">
        <p:scale>
          <a:sx n="64" d="100"/>
          <a:sy n="64" d="100"/>
        </p:scale>
        <p:origin x="558" y="72"/>
      </p:cViewPr>
      <p:guideLst>
        <p:guide pos="496"/>
        <p:guide pos="7127"/>
        <p:guide orient="horz" pos="647"/>
        <p:guide orient="horz" pos="798"/>
        <p:guide orient="horz" pos="372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121" d="100"/>
          <a:sy n="121" d="100"/>
        </p:scale>
        <p:origin x="6678"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gs" Target="tags/tag119.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EB607B6-A60F-426C-A416-D9F64875F569}" type="datetimeFigureOut">
              <a:rPr lang="en-US" smtClean="0"/>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C0EEC6-871A-4A82-8A6D-A4676122B360}"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hyperlink" Target="https://www.ciicmc.com/" TargetMode="External"/><Relationship Id="rId4" Type="http://schemas.openxmlformats.org/officeDocument/2006/relationships/image" Target="../media/image5.jpe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封面">
    <p:spTree>
      <p:nvGrpSpPr>
        <p:cNvPr id="1" name=""/>
        <p:cNvGrpSpPr/>
        <p:nvPr/>
      </p:nvGrpSpPr>
      <p:grpSpPr>
        <a:xfrm>
          <a:off x="0" y="0"/>
          <a:ext cx="0" cy="0"/>
          <a:chOff x="0" y="0"/>
          <a:chExt cx="0" cy="0"/>
        </a:xfrm>
      </p:grpSpPr>
      <p:sp>
        <p:nvSpPr>
          <p:cNvPr id="5" name="Subtitle 2"/>
          <p:cNvSpPr>
            <a:spLocks noGrp="1"/>
          </p:cNvSpPr>
          <p:nvPr>
            <p:ph type="subTitle" idx="1" hasCustomPrompt="1"/>
          </p:nvPr>
        </p:nvSpPr>
        <p:spPr>
          <a:xfrm>
            <a:off x="655040" y="3025991"/>
            <a:ext cx="5592400" cy="488201"/>
          </a:xfrm>
        </p:spPr>
        <p:txBody>
          <a:bodyPr vert="horz" wrap="square" lIns="91440" tIns="72000" rIns="91440" bIns="45720" rtlCol="0" anchor="ctr" anchorCtr="0">
            <a:spAutoFit/>
          </a:bodyPr>
          <a:lstStyle>
            <a:lvl1pPr marL="0" indent="0" algn="just">
              <a:lnSpc>
                <a:spcPct val="100000"/>
              </a:lnSpc>
              <a:spcBef>
                <a:spcPts val="0"/>
              </a:spcBef>
              <a:buNone/>
              <a:defRPr lang="zh-CN" altLang="en-US" sz="2400">
                <a:solidFill>
                  <a:srgbClr val="383838"/>
                </a:solidFill>
              </a:defRPr>
            </a:lvl1pPr>
          </a:lstStyle>
          <a:p>
            <a:pPr marL="228600" lvl="0" indent="-228600" defTabSz="914400"/>
            <a:r>
              <a:rPr lang="zh-CN" altLang="en-US" dirty="0"/>
              <a:t>单击此处添加副标题 </a:t>
            </a:r>
            <a:r>
              <a:rPr lang="en-US" altLang="zh-CN" dirty="0"/>
              <a:t>-24pt</a:t>
            </a:r>
            <a:endParaRPr lang="zh-CN" altLang="en-US" dirty="0"/>
          </a:p>
        </p:txBody>
      </p:sp>
      <p:sp>
        <p:nvSpPr>
          <p:cNvPr id="6" name="Title 1"/>
          <p:cNvSpPr>
            <a:spLocks noGrp="1"/>
          </p:cNvSpPr>
          <p:nvPr>
            <p:ph type="ctrTitle" hasCustomPrompt="1"/>
          </p:nvPr>
        </p:nvSpPr>
        <p:spPr>
          <a:xfrm>
            <a:off x="655040" y="1524833"/>
            <a:ext cx="5592400" cy="1434267"/>
          </a:xfrm>
        </p:spPr>
        <p:txBody>
          <a:bodyPr vert="horz" lIns="91440" tIns="45720" rIns="91440" bIns="45720" rtlCol="0" anchor="b" anchorCtr="0">
            <a:noAutofit/>
          </a:bodyPr>
          <a:lstStyle>
            <a:lvl1pPr algn="just">
              <a:lnSpc>
                <a:spcPct val="120000"/>
              </a:lnSpc>
              <a:defRPr lang="zh-CN" altLang="en-US" sz="3400" b="1" dirty="0">
                <a:solidFill>
                  <a:schemeClr val="accent1"/>
                </a:solidFill>
                <a:effectLst/>
              </a:defRPr>
            </a:lvl1pPr>
          </a:lstStyle>
          <a:p>
            <a:pPr lvl="0" defTabSz="914400"/>
            <a:r>
              <a:rPr lang="zh-CN" altLang="en-US" dirty="0"/>
              <a:t>中智管理咨询有限公司</a:t>
            </a:r>
            <a:br>
              <a:rPr lang="zh-CN" altLang="en-US" dirty="0"/>
            </a:br>
            <a:r>
              <a:rPr lang="en-US" altLang="zh-CN" dirty="0"/>
              <a:t>PPT</a:t>
            </a:r>
            <a:r>
              <a:rPr lang="zh-CN" altLang="en-US" dirty="0"/>
              <a:t>应用标准模板</a:t>
            </a:r>
            <a:r>
              <a:rPr lang="en-US" altLang="zh-CN" dirty="0"/>
              <a:t>-34pt</a:t>
            </a:r>
            <a:endParaRPr lang="zh-CN" altLang="en-US" dirty="0"/>
          </a:p>
        </p:txBody>
      </p:sp>
      <p:grpSp>
        <p:nvGrpSpPr>
          <p:cNvPr id="8" name="组合 7"/>
          <p:cNvGrpSpPr/>
          <p:nvPr userDrawn="1"/>
        </p:nvGrpSpPr>
        <p:grpSpPr>
          <a:xfrm>
            <a:off x="3962500" y="846923"/>
            <a:ext cx="8229500" cy="6340261"/>
            <a:chOff x="3962500" y="846923"/>
            <a:chExt cx="8229500" cy="6011077"/>
          </a:xfrm>
        </p:grpSpPr>
        <p:pic>
          <p:nvPicPr>
            <p:cNvPr id="9" name="图片 8"/>
            <p:cNvPicPr>
              <a:picLocks noChangeAspect="1"/>
            </p:cNvPicPr>
            <p:nvPr userDrawn="1"/>
          </p:nvPicPr>
          <p:blipFill rotWithShape="1">
            <a:blip r:embed="rId2">
              <a:extLst>
                <a:ext uri="{28A0092B-C50C-407E-A947-70E740481C1C}">
                  <a14:useLocalDpi xmlns:a14="http://schemas.microsoft.com/office/drawing/2010/main" val="0"/>
                </a:ext>
              </a:extLst>
            </a:blip>
            <a:srcRect l="25789" t="16653" b="5032"/>
            <a:stretch>
              <a:fillRect/>
            </a:stretch>
          </p:blipFill>
          <p:spPr>
            <a:xfrm>
              <a:off x="3962500" y="846923"/>
              <a:ext cx="8229500" cy="5427881"/>
            </a:xfrm>
            <a:prstGeom prst="rect">
              <a:avLst/>
            </a:prstGeom>
          </p:spPr>
        </p:pic>
        <p:sp>
          <p:nvSpPr>
            <p:cNvPr id="10" name="矩形 9"/>
            <p:cNvSpPr/>
            <p:nvPr userDrawn="1"/>
          </p:nvSpPr>
          <p:spPr>
            <a:xfrm>
              <a:off x="5084064" y="5061567"/>
              <a:ext cx="7107936" cy="1796433"/>
            </a:xfrm>
            <a:prstGeom prst="rect">
              <a:avLst/>
            </a:prstGeom>
            <a:gradFill>
              <a:gsLst>
                <a:gs pos="0">
                  <a:schemeClr val="bg1">
                    <a:alpha val="0"/>
                  </a:schemeClr>
                </a:gs>
                <a:gs pos="93000">
                  <a:schemeClr val="bg1">
                    <a:alpha val="46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Rectangle 4"/>
            <p:cNvSpPr/>
            <p:nvPr userDrawn="1"/>
          </p:nvSpPr>
          <p:spPr>
            <a:xfrm rot="10800000">
              <a:off x="4663828" y="5062144"/>
              <a:ext cx="7524000" cy="36000"/>
            </a:xfrm>
            <a:prstGeom prst="rect">
              <a:avLst/>
            </a:prstGeom>
            <a:gradFill>
              <a:gsLst>
                <a:gs pos="0">
                  <a:schemeClr val="bg1"/>
                </a:gs>
                <a:gs pos="100000">
                  <a:srgbClr val="0042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grpSp>
      <p:sp>
        <p:nvSpPr>
          <p:cNvPr id="12" name="Rectangle 4"/>
          <p:cNvSpPr>
            <a:spLocks noChangeAspect="1"/>
          </p:cNvSpPr>
          <p:nvPr userDrawn="1"/>
        </p:nvSpPr>
        <p:spPr>
          <a:xfrm rot="10800000">
            <a:off x="1119347" y="4110741"/>
            <a:ext cx="6661074" cy="414106"/>
          </a:xfrm>
          <a:prstGeom prst="rect">
            <a:avLst/>
          </a:prstGeom>
          <a:gradFill>
            <a:gsLst>
              <a:gs pos="0">
                <a:schemeClr val="bg1"/>
              </a:gs>
              <a:gs pos="96000">
                <a:srgbClr val="0042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13" name="Rectangle 4"/>
          <p:cNvSpPr>
            <a:spLocks noChangeAspect="1"/>
          </p:cNvSpPr>
          <p:nvPr userDrawn="1"/>
        </p:nvSpPr>
        <p:spPr>
          <a:xfrm>
            <a:off x="655040" y="4702326"/>
            <a:ext cx="4008788" cy="414106"/>
          </a:xfrm>
          <a:prstGeom prst="rect">
            <a:avLst/>
          </a:prstGeom>
          <a:gradFill>
            <a:gsLst>
              <a:gs pos="0">
                <a:schemeClr val="bg1"/>
              </a:gs>
              <a:gs pos="100000">
                <a:srgbClr val="0042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14" name="Rectangle 4"/>
          <p:cNvSpPr>
            <a:spLocks noChangeAspect="1"/>
          </p:cNvSpPr>
          <p:nvPr userDrawn="1"/>
        </p:nvSpPr>
        <p:spPr>
          <a:xfrm>
            <a:off x="4488140" y="4702326"/>
            <a:ext cx="413999" cy="414106"/>
          </a:xfrm>
          <a:prstGeom prst="rect">
            <a:avLst/>
          </a:prstGeom>
          <a:solidFill>
            <a:srgbClr val="FF4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pic>
        <p:nvPicPr>
          <p:cNvPr id="15" name="图片 14"/>
          <p:cNvPicPr>
            <a:picLocks noChangeAspect="1"/>
          </p:cNvPicPr>
          <p:nvPr userDrawn="1"/>
        </p:nvPicPr>
        <p:blipFill>
          <a:blip r:embed="rId3"/>
          <a:stretch>
            <a:fillRect/>
          </a:stretch>
        </p:blipFill>
        <p:spPr>
          <a:xfrm>
            <a:off x="651697" y="509783"/>
            <a:ext cx="1432800" cy="305213"/>
          </a:xfrm>
          <a:prstGeom prst="rect">
            <a:avLst/>
          </a:prstGeom>
        </p:spPr>
      </p:pic>
      <p:sp>
        <p:nvSpPr>
          <p:cNvPr id="16" name="Rectangle 4"/>
          <p:cNvSpPr>
            <a:spLocks noChangeAspect="1"/>
          </p:cNvSpPr>
          <p:nvPr userDrawn="1"/>
        </p:nvSpPr>
        <p:spPr>
          <a:xfrm rot="10800000">
            <a:off x="655039" y="4110741"/>
            <a:ext cx="413999" cy="414106"/>
          </a:xfrm>
          <a:prstGeom prst="rect">
            <a:avLst/>
          </a:prstGeom>
          <a:solidFill>
            <a:srgbClr val="FF4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17" name="Rectangle 4"/>
          <p:cNvSpPr>
            <a:spLocks noChangeAspect="1"/>
          </p:cNvSpPr>
          <p:nvPr userDrawn="1"/>
        </p:nvSpPr>
        <p:spPr>
          <a:xfrm rot="10800000">
            <a:off x="10130971" y="4110741"/>
            <a:ext cx="2061028" cy="414106"/>
          </a:xfrm>
          <a:prstGeom prst="rect">
            <a:avLst/>
          </a:prstGeom>
          <a:gradFill>
            <a:gsLst>
              <a:gs pos="0">
                <a:srgbClr val="0042FF"/>
              </a:gs>
              <a:gs pos="52000">
                <a:srgbClr val="0042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18" name="Rectangle 4"/>
          <p:cNvSpPr>
            <a:spLocks noChangeAspect="1"/>
          </p:cNvSpPr>
          <p:nvPr userDrawn="1"/>
        </p:nvSpPr>
        <p:spPr>
          <a:xfrm rot="10800000">
            <a:off x="8818837" y="4110741"/>
            <a:ext cx="176392" cy="414106"/>
          </a:xfrm>
          <a:prstGeom prst="rect">
            <a:avLst/>
          </a:prstGeom>
          <a:gradFill>
            <a:gsLst>
              <a:gs pos="0">
                <a:srgbClr val="0042FF"/>
              </a:gs>
              <a:gs pos="52000">
                <a:srgbClr val="0042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19" name="Rectangle 4"/>
          <p:cNvSpPr>
            <a:spLocks noChangeAspect="1"/>
          </p:cNvSpPr>
          <p:nvPr userDrawn="1"/>
        </p:nvSpPr>
        <p:spPr>
          <a:xfrm rot="10800000">
            <a:off x="9635266" y="4110741"/>
            <a:ext cx="74791" cy="414106"/>
          </a:xfrm>
          <a:prstGeom prst="rect">
            <a:avLst/>
          </a:prstGeom>
          <a:gradFill>
            <a:gsLst>
              <a:gs pos="0">
                <a:srgbClr val="0042FF"/>
              </a:gs>
              <a:gs pos="52000">
                <a:srgbClr val="0042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2" name="Speaker Placeholder 3"/>
          <p:cNvSpPr>
            <a:spLocks noGrp="1"/>
          </p:cNvSpPr>
          <p:nvPr>
            <p:ph type="body" sz="quarter" idx="13" hasCustomPrompt="1"/>
          </p:nvPr>
        </p:nvSpPr>
        <p:spPr>
          <a:xfrm>
            <a:off x="660400" y="4761243"/>
            <a:ext cx="3153286" cy="296271"/>
          </a:xfrm>
        </p:spPr>
        <p:txBody>
          <a:bodyPr vert="horz" lIns="91440" tIns="45720" rIns="91440" bIns="45720" rtlCol="0" anchor="ctr">
            <a:spAutoFit/>
          </a:bodyPr>
          <a:lstStyle>
            <a:lvl1pPr marL="0" indent="0" algn="just">
              <a:lnSpc>
                <a:spcPct val="120000"/>
              </a:lnSpc>
              <a:spcBef>
                <a:spcPts val="0"/>
              </a:spcBef>
              <a:buNone/>
              <a:defRPr lang="en-US" altLang="zh-CN" sz="1200" b="0" smtClean="0">
                <a:solidFill>
                  <a:schemeClr val="bg1"/>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dirty="0"/>
              <a:t>单击此处添加演讲者及日期</a:t>
            </a:r>
            <a:r>
              <a:rPr lang="en-US" altLang="zh-CN" dirty="0"/>
              <a:t>-12pt</a:t>
            </a:r>
            <a:endParaRPr lang="zh-CN" altLang="en-US" dirty="0"/>
          </a:p>
        </p:txBody>
      </p:sp>
      <p:sp>
        <p:nvSpPr>
          <p:cNvPr id="4" name="页脚占位符 9"/>
          <p:cNvSpPr txBox="1"/>
          <p:nvPr userDrawn="1"/>
        </p:nvSpPr>
        <p:spPr>
          <a:xfrm>
            <a:off x="660400" y="5855893"/>
            <a:ext cx="8719820" cy="294326"/>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ltLang="zh-CN" sz="1200" dirty="0"/>
              <a:t>www.ciicmc.com</a:t>
            </a:r>
            <a:endParaRPr lang="en-GB" sz="1200"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79" name="图片 78"/>
          <p:cNvPicPr>
            <a:picLocks noChangeAspect="1"/>
          </p:cNvPicPr>
          <p:nvPr userDrawn="1"/>
        </p:nvPicPr>
        <p:blipFill>
          <a:blip r:embed="rId2"/>
          <a:stretch>
            <a:fillRect/>
          </a:stretch>
        </p:blipFill>
        <p:spPr>
          <a:xfrm>
            <a:off x="10102850" y="509783"/>
            <a:ext cx="1432800" cy="305213"/>
          </a:xfrm>
          <a:prstGeom prst="rect">
            <a:avLst/>
          </a:prstGeom>
        </p:spPr>
      </p:pic>
      <p:sp>
        <p:nvSpPr>
          <p:cNvPr id="2" name="Rectangle 4"/>
          <p:cNvSpPr>
            <a:spLocks noChangeAspect="1"/>
          </p:cNvSpPr>
          <p:nvPr userDrawn="1"/>
        </p:nvSpPr>
        <p:spPr>
          <a:xfrm rot="10800000">
            <a:off x="408387" y="5835011"/>
            <a:ext cx="11783612" cy="278374"/>
          </a:xfrm>
          <a:prstGeom prst="rect">
            <a:avLst/>
          </a:prstGeom>
          <a:gradFill>
            <a:gsLst>
              <a:gs pos="0">
                <a:schemeClr val="bg1"/>
              </a:gs>
              <a:gs pos="92000">
                <a:srgbClr val="0042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4" name="Rectangle 4"/>
          <p:cNvSpPr>
            <a:spLocks noChangeAspect="1"/>
          </p:cNvSpPr>
          <p:nvPr userDrawn="1"/>
        </p:nvSpPr>
        <p:spPr>
          <a:xfrm rot="10800000">
            <a:off x="252940" y="5835011"/>
            <a:ext cx="278302" cy="278374"/>
          </a:xfrm>
          <a:prstGeom prst="rect">
            <a:avLst/>
          </a:prstGeom>
          <a:solidFill>
            <a:srgbClr val="FF4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9" name="Rectangle 4"/>
          <p:cNvSpPr>
            <a:spLocks noChangeAspect="1"/>
          </p:cNvSpPr>
          <p:nvPr userDrawn="1"/>
        </p:nvSpPr>
        <p:spPr>
          <a:xfrm>
            <a:off x="0" y="6242102"/>
            <a:ext cx="10535246" cy="278374"/>
          </a:xfrm>
          <a:prstGeom prst="rect">
            <a:avLst/>
          </a:prstGeom>
          <a:gradFill>
            <a:gsLst>
              <a:gs pos="0">
                <a:schemeClr val="bg1"/>
              </a:gs>
              <a:gs pos="92000">
                <a:srgbClr val="0042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10" name="Rectangle 4"/>
          <p:cNvSpPr>
            <a:spLocks noChangeAspect="1"/>
          </p:cNvSpPr>
          <p:nvPr userDrawn="1"/>
        </p:nvSpPr>
        <p:spPr>
          <a:xfrm>
            <a:off x="10535246" y="6248695"/>
            <a:ext cx="278302" cy="278374"/>
          </a:xfrm>
          <a:prstGeom prst="rect">
            <a:avLst/>
          </a:prstGeom>
          <a:solidFill>
            <a:srgbClr val="FF4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12" name="Rectangle 4"/>
          <p:cNvSpPr>
            <a:spLocks noChangeAspect="1"/>
          </p:cNvSpPr>
          <p:nvPr userDrawn="1"/>
        </p:nvSpPr>
        <p:spPr>
          <a:xfrm>
            <a:off x="0" y="1986558"/>
            <a:ext cx="3414489" cy="345162"/>
          </a:xfrm>
          <a:prstGeom prst="rect">
            <a:avLst/>
          </a:prstGeom>
          <a:gradFill>
            <a:gsLst>
              <a:gs pos="0">
                <a:schemeClr val="bg1"/>
              </a:gs>
              <a:gs pos="100000">
                <a:srgbClr val="0042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46" name="页脚占位符 9"/>
          <p:cNvSpPr txBox="1"/>
          <p:nvPr userDrawn="1"/>
        </p:nvSpPr>
        <p:spPr>
          <a:xfrm>
            <a:off x="658813" y="6235675"/>
            <a:ext cx="8719820" cy="294326"/>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ltLang="zh-CN" sz="1000" dirty="0">
                <a:solidFill>
                  <a:schemeClr val="bg1"/>
                </a:solidFill>
              </a:rPr>
              <a:t>www.ciicmc.com</a:t>
            </a:r>
            <a:endParaRPr lang="en-GB" sz="1000" dirty="0">
              <a:solidFill>
                <a:schemeClr val="bg1"/>
              </a:solidFill>
            </a:endParaRPr>
          </a:p>
        </p:txBody>
      </p:sp>
      <p:sp>
        <p:nvSpPr>
          <p:cNvPr id="3" name="Content Placeholder 2"/>
          <p:cNvSpPr>
            <a:spLocks noGrp="1"/>
          </p:cNvSpPr>
          <p:nvPr>
            <p:ph type="body" sz="quarter" idx="13" hasCustomPrompt="1"/>
          </p:nvPr>
        </p:nvSpPr>
        <p:spPr>
          <a:xfrm>
            <a:off x="1992528" y="818566"/>
            <a:ext cx="3002745" cy="735756"/>
          </a:xfrm>
        </p:spPr>
        <p:txBody>
          <a:bodyPr vert="horz" wrap="none" lIns="91440" tIns="90000" rIns="91440" bIns="90000" rtlCol="0" anchor="ctr" anchorCtr="0">
            <a:spAutoFit/>
          </a:bodyPr>
          <a:lstStyle>
            <a:lvl1pPr marL="0" indent="0">
              <a:buNone/>
              <a:defRPr lang="en-US" altLang="zh-CN" sz="4000" b="1" kern="1200" spc="0" baseline="0" dirty="0">
                <a:solidFill>
                  <a:srgbClr val="E2ECFB"/>
                </a:solidFill>
                <a:latin typeface="+mn-lt"/>
                <a:ea typeface="+mn-ea"/>
                <a:cs typeface="+mn-cs"/>
              </a:defRPr>
            </a:lvl1pPr>
          </a:lstStyle>
          <a:p>
            <a:pPr lvl="0"/>
            <a:r>
              <a:rPr lang="en-US" altLang="zh-CN" dirty="0"/>
              <a:t>CONTENTS</a:t>
            </a:r>
            <a:endParaRPr lang="zh-CN" altLang="en-US" dirty="0"/>
          </a:p>
        </p:txBody>
      </p:sp>
      <p:sp>
        <p:nvSpPr>
          <p:cNvPr id="6" name="标题 1"/>
          <p:cNvSpPr>
            <a:spLocks noGrp="1"/>
          </p:cNvSpPr>
          <p:nvPr>
            <p:ph type="title" hasCustomPrompt="1"/>
          </p:nvPr>
        </p:nvSpPr>
        <p:spPr>
          <a:xfrm>
            <a:off x="658813" y="847760"/>
            <a:ext cx="1364476" cy="646331"/>
          </a:xfrm>
        </p:spPr>
        <p:txBody>
          <a:bodyPr wrap="none" anchor="ctr" anchorCtr="0">
            <a:spAutoFit/>
          </a:bodyPr>
          <a:lstStyle>
            <a:lvl1pPr algn="ctr">
              <a:lnSpc>
                <a:spcPct val="100000"/>
              </a:lnSpc>
              <a:defRPr sz="3600"/>
            </a:lvl1pPr>
          </a:lstStyle>
          <a:p>
            <a:r>
              <a:rPr lang="zh-CN" altLang="en-US" dirty="0"/>
              <a:t>目  录</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章节">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4"/>
          <p:cNvSpPr>
            <a:spLocks noChangeAspect="1"/>
          </p:cNvSpPr>
          <p:nvPr userDrawn="1"/>
        </p:nvSpPr>
        <p:spPr>
          <a:xfrm rot="10800000">
            <a:off x="978408" y="6187681"/>
            <a:ext cx="11213592" cy="345162"/>
          </a:xfrm>
          <a:prstGeom prst="rect">
            <a:avLst/>
          </a:prstGeom>
          <a:gradFill>
            <a:gsLst>
              <a:gs pos="0">
                <a:schemeClr val="bg1">
                  <a:alpha val="0"/>
                </a:schemeClr>
              </a:gs>
              <a:gs pos="78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4" name="Rectangle 4"/>
          <p:cNvSpPr>
            <a:spLocks noChangeAspect="1"/>
          </p:cNvSpPr>
          <p:nvPr userDrawn="1"/>
        </p:nvSpPr>
        <p:spPr>
          <a:xfrm rot="10800000">
            <a:off x="666631" y="6187681"/>
            <a:ext cx="345073" cy="345162"/>
          </a:xfrm>
          <a:prstGeom prst="rect">
            <a:avLst/>
          </a:prstGeom>
          <a:solidFill>
            <a:srgbClr val="FF4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6" name="标题 1"/>
          <p:cNvSpPr>
            <a:spLocks noGrp="1"/>
          </p:cNvSpPr>
          <p:nvPr>
            <p:ph type="title"/>
          </p:nvPr>
        </p:nvSpPr>
        <p:spPr>
          <a:xfrm>
            <a:off x="3572256" y="1984108"/>
            <a:ext cx="4913376" cy="548257"/>
          </a:xfrm>
          <a:prstGeom prst="rect">
            <a:avLst/>
          </a:prstGeom>
        </p:spPr>
        <p:txBody>
          <a:bodyPr anchor="t"/>
          <a:lstStyle>
            <a:lvl1pPr>
              <a:defRPr>
                <a:solidFill>
                  <a:schemeClr val="bg1"/>
                </a:solidFill>
              </a:defRPr>
            </a:lvl1pPr>
          </a:lstStyle>
          <a:p>
            <a:r>
              <a:rPr kumimoji="1" lang="zh-CN" altLang="en-US"/>
              <a:t>单击此处编辑母版标题样式</a:t>
            </a:r>
            <a:endParaRPr kumimoji="1" lang="zh-CN" altLang="en-US" dirty="0"/>
          </a:p>
        </p:txBody>
      </p:sp>
      <p:sp>
        <p:nvSpPr>
          <p:cNvPr id="9" name="Subtitle 2"/>
          <p:cNvSpPr>
            <a:spLocks noGrp="1"/>
          </p:cNvSpPr>
          <p:nvPr>
            <p:ph type="subTitle" idx="1" hasCustomPrompt="1"/>
          </p:nvPr>
        </p:nvSpPr>
        <p:spPr>
          <a:xfrm>
            <a:off x="8174737" y="3747773"/>
            <a:ext cx="3917284" cy="3042747"/>
          </a:xfrm>
          <a:prstGeom prst="rect">
            <a:avLst/>
          </a:prstGeom>
        </p:spPr>
        <p:txBody>
          <a:bodyPr vert="horz" wrap="square" lIns="91440" tIns="72000" rIns="91440" bIns="45720" rtlCol="0" anchor="ctr" anchorCtr="0">
            <a:spAutoFit/>
          </a:bodyPr>
          <a:lstStyle>
            <a:lvl1pPr marL="0" indent="0" algn="r">
              <a:lnSpc>
                <a:spcPct val="100000"/>
              </a:lnSpc>
              <a:spcBef>
                <a:spcPts val="0"/>
              </a:spcBef>
              <a:buNone/>
              <a:defRPr lang="zh-CN" altLang="en-US" sz="19000" b="1">
                <a:ln w="19050">
                  <a:solidFill>
                    <a:schemeClr val="bg1"/>
                  </a:solidFill>
                </a:ln>
                <a:noFill/>
              </a:defRPr>
            </a:lvl1pPr>
          </a:lstStyle>
          <a:p>
            <a:pPr marL="228600" lvl="0" indent="-228600" defTabSz="914400"/>
            <a:r>
              <a:rPr lang="en-US" altLang="zh-CN" dirty="0"/>
              <a:t>01</a:t>
            </a:r>
            <a:endParaRPr lang="zh-CN" altLang="en-US" dirty="0"/>
          </a:p>
        </p:txBody>
      </p:sp>
      <p:sp>
        <p:nvSpPr>
          <p:cNvPr id="11" name="Rectangle 4"/>
          <p:cNvSpPr>
            <a:spLocks noChangeAspect="1"/>
          </p:cNvSpPr>
          <p:nvPr userDrawn="1"/>
        </p:nvSpPr>
        <p:spPr>
          <a:xfrm>
            <a:off x="0" y="1984108"/>
            <a:ext cx="2975763" cy="345162"/>
          </a:xfrm>
          <a:prstGeom prst="rect">
            <a:avLst/>
          </a:prstGeom>
          <a:gradFill>
            <a:gsLst>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12" name="Rectangle 4"/>
          <p:cNvSpPr>
            <a:spLocks noChangeAspect="1"/>
          </p:cNvSpPr>
          <p:nvPr userDrawn="1"/>
        </p:nvSpPr>
        <p:spPr>
          <a:xfrm>
            <a:off x="2975763" y="1984108"/>
            <a:ext cx="345073" cy="345162"/>
          </a:xfrm>
          <a:prstGeom prst="rect">
            <a:avLst/>
          </a:prstGeom>
          <a:solidFill>
            <a:srgbClr val="FF4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sp>
        <p:nvSpPr>
          <p:cNvPr id="13" name="Speaker Placeholder 3"/>
          <p:cNvSpPr>
            <a:spLocks noGrp="1"/>
          </p:cNvSpPr>
          <p:nvPr>
            <p:ph type="body" sz="quarter" idx="13" hasCustomPrompt="1"/>
          </p:nvPr>
        </p:nvSpPr>
        <p:spPr>
          <a:xfrm>
            <a:off x="3572256" y="2695671"/>
            <a:ext cx="4913376" cy="1019253"/>
          </a:xfrm>
          <a:prstGeom prst="rect">
            <a:avLst/>
          </a:prstGeom>
        </p:spPr>
        <p:txBody>
          <a:bodyPr vert="horz" wrap="square" lIns="91440" tIns="45720" rIns="91440" bIns="45720" rtlCol="0" anchor="t">
            <a:spAutoFit/>
          </a:bodyPr>
          <a:lstStyle>
            <a:lvl1pPr marL="0" indent="0" algn="just">
              <a:lnSpc>
                <a:spcPct val="130000"/>
              </a:lnSpc>
              <a:spcBef>
                <a:spcPts val="0"/>
              </a:spcBef>
              <a:buNone/>
              <a:defRPr lang="en-US" altLang="zh-CN" sz="1600" b="0" smtClean="0">
                <a:solidFill>
                  <a:schemeClr val="bg1"/>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dirty="0"/>
              <a:t>单击此处添加章节内容概况</a:t>
            </a:r>
            <a:endParaRPr lang="zh-CN" altLang="en-US" dirty="0"/>
          </a:p>
          <a:p>
            <a:r>
              <a:rPr lang="zh-CN" altLang="en-US" dirty="0"/>
              <a:t>单击此处添加章节内容概况</a:t>
            </a:r>
            <a:endParaRPr lang="zh-CN" altLang="en-US" dirty="0"/>
          </a:p>
          <a:p>
            <a:r>
              <a:rPr lang="en-US" altLang="zh-CN" dirty="0"/>
              <a:t>……-16</a:t>
            </a:r>
            <a:r>
              <a:rPr lang="en-GB" altLang="zh-CN" dirty="0" err="1"/>
              <a:t>pt</a:t>
            </a:r>
            <a:endParaRPr lang="en-GB" altLang="zh-CN" dirty="0"/>
          </a:p>
        </p:txBody>
      </p:sp>
      <p:sp>
        <p:nvSpPr>
          <p:cNvPr id="14" name="Rectangle 4"/>
          <p:cNvSpPr>
            <a:spLocks noChangeAspect="1"/>
          </p:cNvSpPr>
          <p:nvPr userDrawn="1"/>
        </p:nvSpPr>
        <p:spPr>
          <a:xfrm>
            <a:off x="0" y="5672078"/>
            <a:ext cx="9409176" cy="345162"/>
          </a:xfrm>
          <a:prstGeom prst="rect">
            <a:avLst/>
          </a:prstGeom>
          <a:gradFill>
            <a:gsLst>
              <a:gs pos="0">
                <a:schemeClr val="bg1">
                  <a:alpha val="0"/>
                </a:schemeClr>
              </a:gs>
              <a:gs pos="78000">
                <a:schemeClr val="bg1">
                  <a:alpha val="84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90000"/>
              </a:lnSpc>
              <a:spcBef>
                <a:spcPts val="0"/>
              </a:spcBef>
              <a:spcAft>
                <a:spcPts val="0"/>
              </a:spcAft>
              <a:buClrTx/>
              <a:buSzTx/>
              <a:buFontTx/>
              <a:buNone/>
              <a:defRPr/>
            </a:pPr>
            <a:endParaRPr kumimoji="0" lang="en-US" sz="1050" b="0" i="0" u="none" strike="noStrike" kern="1200" cap="none" spc="0" normalizeH="0" baseline="0" noProof="0" dirty="0">
              <a:ln>
                <a:noFill/>
              </a:ln>
              <a:solidFill>
                <a:srgbClr val="003D7E"/>
              </a:solidFill>
              <a:effectLst/>
              <a:uLnTx/>
              <a:uFillTx/>
              <a:latin typeface="Arial" panose="020B0604020202020204"/>
              <a:ea typeface="微软雅黑" panose="020B0503020204020204" pitchFamily="34" charset="-122"/>
              <a:cs typeface="+mn-ea"/>
              <a:sym typeface="+mn-lt"/>
            </a:endParaRPr>
          </a:p>
        </p:txBody>
      </p:sp>
      <p:pic>
        <p:nvPicPr>
          <p:cNvPr id="15" name="图片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2850" y="509783"/>
            <a:ext cx="1431889" cy="313096"/>
          </a:xfrm>
          <a:prstGeom prst="rect">
            <a:avLst/>
          </a:prstGeom>
        </p:spPr>
      </p:pic>
      <p:sp>
        <p:nvSpPr>
          <p:cNvPr id="16" name="灯片编号占位符 15"/>
          <p:cNvSpPr>
            <a:spLocks noGrp="1"/>
          </p:cNvSpPr>
          <p:nvPr>
            <p:ph type="sldNum" sz="quarter" idx="15"/>
          </p:nvPr>
        </p:nvSpPr>
        <p:spPr/>
        <p:txBody>
          <a:bodyPr/>
          <a:lstStyle/>
          <a:p>
            <a:fld id="{7F65B630-C7FF-41C0-9923-C5E5E29EED81}" type="slidenum">
              <a:rPr lang="en-US" altLang="zh-CN" smtClean="0"/>
            </a:fld>
            <a:endParaRPr lang="en-US" altLang="zh-CN" dirty="0"/>
          </a:p>
        </p:txBody>
      </p:sp>
      <p:sp>
        <p:nvSpPr>
          <p:cNvPr id="29" name="页脚占位符 9"/>
          <p:cNvSpPr txBox="1"/>
          <p:nvPr userDrawn="1"/>
        </p:nvSpPr>
        <p:spPr>
          <a:xfrm>
            <a:off x="1011705" y="6210960"/>
            <a:ext cx="8719820" cy="294326"/>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altLang="zh-CN" sz="1000" dirty="0">
                <a:solidFill>
                  <a:schemeClr val="bg1"/>
                </a:solidFill>
              </a:rPr>
              <a:t>www.ciicmc.com</a:t>
            </a:r>
            <a:endParaRPr lang="en-GB" sz="1000" dirty="0">
              <a:solidFill>
                <a:schemeClr val="bg1"/>
              </a:solidFill>
            </a:endParaRPr>
          </a:p>
        </p:txBody>
      </p:sp>
      <p:sp>
        <p:nvSpPr>
          <p:cNvPr id="5" name="文本框 4"/>
          <p:cNvSpPr txBox="1"/>
          <p:nvPr userDrawn="1"/>
        </p:nvSpPr>
        <p:spPr>
          <a:xfrm>
            <a:off x="8485632" y="5571300"/>
            <a:ext cx="721894" cy="486608"/>
          </a:xfrm>
          <a:prstGeom prst="rect">
            <a:avLst/>
          </a:prstGeom>
          <a:noFill/>
        </p:spPr>
        <p:txBody>
          <a:bodyPr wrap="square" rtlCol="0">
            <a:spAutoFit/>
          </a:bodyPr>
          <a:lstStyle/>
          <a:p>
            <a:pPr algn="just">
              <a:lnSpc>
                <a:spcPct val="130000"/>
              </a:lnSpc>
            </a:pPr>
            <a:r>
              <a:rPr lang="en-US" altLang="zh-CN" sz="2200" dirty="0">
                <a:solidFill>
                  <a:schemeClr val="bg1"/>
                </a:solidFill>
              </a:rPr>
              <a:t>Part</a:t>
            </a:r>
            <a:endParaRPr lang="zh-CN" altLang="en-US" sz="2200" dirty="0">
              <a:solidFill>
                <a:schemeClr val="bg1"/>
              </a:solidFill>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内页版式-基础">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单击此处编辑标题样式</a:t>
            </a:r>
            <a:r>
              <a:rPr lang="en-US" altLang="zh-CN" dirty="0"/>
              <a:t>-24pt</a:t>
            </a:r>
            <a:endParaRPr lang="en-US" dirty="0"/>
          </a:p>
        </p:txBody>
      </p:sp>
      <p:sp>
        <p:nvSpPr>
          <p:cNvPr id="5" name="文本占位符 4"/>
          <p:cNvSpPr>
            <a:spLocks noGrp="1"/>
          </p:cNvSpPr>
          <p:nvPr>
            <p:ph type="body" sz="quarter" idx="13" hasCustomPrompt="1"/>
          </p:nvPr>
        </p:nvSpPr>
        <p:spPr>
          <a:xfrm>
            <a:off x="660400" y="1266657"/>
            <a:ext cx="10872788" cy="362343"/>
          </a:xfrm>
          <a:noFill/>
        </p:spPr>
        <p:txBody>
          <a:bodyPr wrap="square">
            <a:noAutofit/>
          </a:bodyPr>
          <a:lstStyle>
            <a:lvl1pPr marL="0" indent="0" algn="just">
              <a:lnSpc>
                <a:spcPct val="120000"/>
              </a:lnSpc>
              <a:spcBef>
                <a:spcPts val="0"/>
              </a:spcBef>
              <a:buFontTx/>
              <a:buNone/>
              <a:defRPr sz="1600" b="1">
                <a:solidFill>
                  <a:schemeClr val="tx1"/>
                </a:solidFill>
              </a:defRPr>
            </a:lvl1pPr>
            <a:lvl2pPr marL="457200" indent="0">
              <a:buNone/>
              <a:defRPr/>
            </a:lvl2pPr>
          </a:lstStyle>
          <a:p>
            <a:pPr lvl="0"/>
            <a:r>
              <a:rPr lang="zh-CN" altLang="en-US" dirty="0"/>
              <a:t>此处添加本页重要观点</a:t>
            </a:r>
            <a:r>
              <a:rPr lang="en-US" altLang="zh-CN" dirty="0"/>
              <a:t>1-16pt</a:t>
            </a:r>
            <a:endParaRPr lang="en-US" altLang="zh-CN" dirty="0"/>
          </a:p>
        </p:txBody>
      </p:sp>
      <p:cxnSp>
        <p:nvCxnSpPr>
          <p:cNvPr id="4" name="直接连接符 6"/>
          <p:cNvCxnSpPr/>
          <p:nvPr userDrawn="1"/>
        </p:nvCxnSpPr>
        <p:spPr>
          <a:xfrm>
            <a:off x="669924" y="6462082"/>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a:off x="11194812" y="6225703"/>
            <a:ext cx="240189" cy="240189"/>
          </a:xfrm>
          <a:prstGeom prst="rect">
            <a:avLst/>
          </a:prstGeom>
          <a:solidFill>
            <a:srgbClr val="FF4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9" name="直接连接符 6"/>
          <p:cNvCxnSpPr/>
          <p:nvPr userDrawn="1"/>
        </p:nvCxnSpPr>
        <p:spPr>
          <a:xfrm>
            <a:off x="669924" y="1130300"/>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0" name="文本占位符 17"/>
          <p:cNvSpPr>
            <a:spLocks noGrp="1"/>
          </p:cNvSpPr>
          <p:nvPr>
            <p:ph type="body" sz="quarter" idx="16" hasCustomPrompt="1"/>
          </p:nvPr>
        </p:nvSpPr>
        <p:spPr>
          <a:xfrm>
            <a:off x="669924" y="6476052"/>
            <a:ext cx="9858376" cy="196850"/>
          </a:xfrm>
        </p:spPr>
        <p:txBody>
          <a:bodyPr>
            <a:noAutofit/>
          </a:bodyPr>
          <a:lstStyle>
            <a:lvl1pPr marL="0" indent="0" algn="l" defTabSz="914400" rtl="0" eaLnBrk="1" latinLnBrk="0" hangingPunct="1">
              <a:lnSpc>
                <a:spcPct val="130000"/>
              </a:lnSpc>
              <a:spcBef>
                <a:spcPts val="1000"/>
              </a:spcBef>
              <a:buFont typeface="Arial" panose="020B0604020202020204" pitchFamily="34" charset="0"/>
              <a:buNone/>
              <a:defRPr lang="zh-CN" altLang="en-US" sz="900" kern="1200" dirty="0">
                <a:solidFill>
                  <a:schemeClr val="tx1"/>
                </a:solidFill>
                <a:latin typeface="+mn-ea"/>
                <a:ea typeface="+mn-ea"/>
                <a:cs typeface="+mn-cs"/>
              </a:defRPr>
            </a:lvl1pPr>
          </a:lstStyle>
          <a:p>
            <a:r>
              <a:rPr lang="zh-CN" altLang="en-US" dirty="0"/>
              <a:t>数据来源</a:t>
            </a:r>
            <a:r>
              <a:rPr lang="en-US" altLang="zh-CN" dirty="0"/>
              <a:t>/</a:t>
            </a:r>
            <a:r>
              <a:rPr lang="zh-CN" altLang="en-US" dirty="0"/>
              <a:t>图表来源</a:t>
            </a:r>
            <a:r>
              <a:rPr lang="en-US" altLang="zh-CN" dirty="0"/>
              <a:t>/</a:t>
            </a:r>
            <a:r>
              <a:rPr lang="zh-CN" altLang="en-US" dirty="0"/>
              <a:t>资料来源：图表或数据资料来源</a:t>
            </a:r>
            <a:r>
              <a:rPr lang="en-US" altLang="zh-CN" dirty="0"/>
              <a:t>-9pt</a:t>
            </a:r>
            <a:endParaRPr lang="zh-CN" altLang="en-US" dirty="0"/>
          </a:p>
        </p:txBody>
      </p:sp>
      <p:sp>
        <p:nvSpPr>
          <p:cNvPr id="11" name="文本框 10"/>
          <p:cNvSpPr txBox="1"/>
          <p:nvPr userDrawn="1"/>
        </p:nvSpPr>
        <p:spPr>
          <a:xfrm>
            <a:off x="10594916" y="6469702"/>
            <a:ext cx="1271847" cy="215444"/>
          </a:xfrm>
          <a:prstGeom prst="rect">
            <a:avLst/>
          </a:prstGeom>
          <a:noFill/>
        </p:spPr>
        <p:txBody>
          <a:bodyPr wrap="square">
            <a:spAutoFit/>
          </a:bodyPr>
          <a:lstStyle/>
          <a:p>
            <a:r>
              <a:rPr lang="zh-CN" altLang="en-US" sz="800" dirty="0">
                <a:latin typeface="+mn-lt"/>
                <a:ea typeface="Songti SC" panose="02010600040101010101" pitchFamily="2" charset="-122"/>
              </a:rPr>
              <a:t>www.ciicmc.com</a:t>
            </a:r>
            <a:endParaRPr lang="zh-CN" altLang="en-US" sz="800" dirty="0">
              <a:latin typeface="+mn-lt"/>
              <a:ea typeface="Songti SC" panose="02010600040101010101" pitchFamily="2" charset="-122"/>
            </a:endParaRPr>
          </a:p>
        </p:txBody>
      </p:sp>
      <p:sp>
        <p:nvSpPr>
          <p:cNvPr id="12" name="Slide Number Placeholder 5"/>
          <p:cNvSpPr>
            <a:spLocks noGrp="1"/>
          </p:cNvSpPr>
          <p:nvPr>
            <p:ph type="sldNum" sz="quarter" idx="4"/>
          </p:nvPr>
        </p:nvSpPr>
        <p:spPr>
          <a:xfrm>
            <a:off x="11110913" y="6237847"/>
            <a:ext cx="407987" cy="215900"/>
          </a:xfrm>
          <a:prstGeom prst="rect">
            <a:avLst/>
          </a:prstGeom>
        </p:spPr>
        <p:txBody>
          <a:bodyPr vert="horz" lIns="91440" tIns="45720" rIns="91440" bIns="45720" rtlCol="0" anchor="ctr"/>
          <a:lstStyle>
            <a:lvl1pPr algn="ctr">
              <a:defRPr lang="zh-CN" altLang="en-US" sz="900" b="0" smtClean="0">
                <a:solidFill>
                  <a:schemeClr val="bg1"/>
                </a:solidFill>
              </a:defRPr>
            </a:lvl1pPr>
          </a:lstStyle>
          <a:p>
            <a:fld id="{7F65B630-C7FF-41C0-9923-C5E5E29EED81}" type="slidenum">
              <a:rPr lang="en-US" altLang="zh-CN" smtClean="0"/>
            </a:fld>
            <a:endParaRPr lang="en-US" altLang="zh-CN" dirty="0"/>
          </a:p>
        </p:txBody>
      </p:sp>
      <p:sp>
        <p:nvSpPr>
          <p:cNvPr id="9" name="文本占位符 8"/>
          <p:cNvSpPr>
            <a:spLocks noGrp="1"/>
          </p:cNvSpPr>
          <p:nvPr>
            <p:ph type="body" sz="quarter" idx="17" hasCustomPrompt="1"/>
          </p:nvPr>
        </p:nvSpPr>
        <p:spPr>
          <a:xfrm>
            <a:off x="658813" y="1870394"/>
            <a:ext cx="10874375"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
        <p:nvSpPr>
          <p:cNvPr id="13" name="文本占位符 13"/>
          <p:cNvSpPr>
            <a:spLocks noGrp="1"/>
          </p:cNvSpPr>
          <p:nvPr>
            <p:ph type="body" sz="quarter" idx="15" hasCustomPrompt="1"/>
          </p:nvPr>
        </p:nvSpPr>
        <p:spPr>
          <a:xfrm>
            <a:off x="669924" y="6019800"/>
            <a:ext cx="9867900" cy="434662"/>
          </a:xfrm>
        </p:spPr>
        <p:txBody>
          <a:bodyPr anchor="ctr">
            <a:noAutofit/>
          </a:bodyPr>
          <a:lstStyle>
            <a:lvl1pPr marL="228600" indent="-228600" algn="l">
              <a:lnSpc>
                <a:spcPct val="50000"/>
              </a:lnSpc>
              <a:buFont typeface="+mj-lt"/>
              <a:buAutoNum type="arabicPeriod"/>
              <a:defRPr sz="900">
                <a:latin typeface="+mn-ea"/>
                <a:ea typeface="+mn-ea"/>
              </a:defRPr>
            </a:lvl1pPr>
          </a:lstStyle>
          <a:p>
            <a:r>
              <a:rPr lang="zh-CN" altLang="en-US" dirty="0"/>
              <a:t>此处为正文中专业术语或句子的解释说明 ，有多个注释可多行，并自行设置角标序号</a:t>
            </a:r>
            <a:r>
              <a:rPr lang="en-US" altLang="zh-CN" dirty="0"/>
              <a:t> -9pt</a:t>
            </a:r>
            <a:endParaRPr lang="en-US" altLang="zh-CN"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内页版式-左右等分">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单击此处编辑标题样式</a:t>
            </a:r>
            <a:r>
              <a:rPr lang="en-US" altLang="zh-CN" dirty="0"/>
              <a:t>-24pt</a:t>
            </a:r>
            <a:endParaRPr lang="en-US" dirty="0"/>
          </a:p>
        </p:txBody>
      </p:sp>
      <p:sp>
        <p:nvSpPr>
          <p:cNvPr id="5" name="文本占位符 4"/>
          <p:cNvSpPr>
            <a:spLocks noGrp="1"/>
          </p:cNvSpPr>
          <p:nvPr>
            <p:ph type="body" sz="quarter" idx="13" hasCustomPrompt="1"/>
          </p:nvPr>
        </p:nvSpPr>
        <p:spPr>
          <a:xfrm>
            <a:off x="660400" y="1266657"/>
            <a:ext cx="5341199" cy="362343"/>
          </a:xfrm>
          <a:noFill/>
        </p:spPr>
        <p:txBody>
          <a:bodyPr wrap="square">
            <a:noAutofit/>
          </a:bodyPr>
          <a:lstStyle>
            <a:lvl1pPr marL="0" indent="0" algn="just">
              <a:lnSpc>
                <a:spcPct val="120000"/>
              </a:lnSpc>
              <a:spcBef>
                <a:spcPts val="0"/>
              </a:spcBef>
              <a:buFontTx/>
              <a:buNone/>
              <a:defRPr sz="1600" b="1">
                <a:solidFill>
                  <a:schemeClr val="tx1"/>
                </a:solidFill>
              </a:defRPr>
            </a:lvl1pPr>
            <a:lvl2pPr marL="457200" indent="0">
              <a:buNone/>
              <a:defRPr/>
            </a:lvl2pPr>
          </a:lstStyle>
          <a:p>
            <a:pPr lvl="0"/>
            <a:r>
              <a:rPr lang="zh-CN" altLang="en-US" dirty="0"/>
              <a:t>此处添加本页重要观点</a:t>
            </a:r>
            <a:r>
              <a:rPr lang="en-US" altLang="zh-CN" dirty="0"/>
              <a:t>1-16pt</a:t>
            </a:r>
            <a:endParaRPr lang="en-US" altLang="zh-CN" dirty="0"/>
          </a:p>
        </p:txBody>
      </p:sp>
      <p:sp>
        <p:nvSpPr>
          <p:cNvPr id="6" name="文本占位符 4"/>
          <p:cNvSpPr>
            <a:spLocks noGrp="1"/>
          </p:cNvSpPr>
          <p:nvPr>
            <p:ph type="body" sz="quarter" idx="14" hasCustomPrompt="1"/>
          </p:nvPr>
        </p:nvSpPr>
        <p:spPr>
          <a:xfrm>
            <a:off x="6177701" y="1266657"/>
            <a:ext cx="5341199" cy="362343"/>
          </a:xfrm>
          <a:noFill/>
        </p:spPr>
        <p:txBody>
          <a:bodyPr wrap="square">
            <a:noAutofit/>
          </a:bodyPr>
          <a:lstStyle>
            <a:lvl1pPr marL="0" indent="0" algn="just">
              <a:lnSpc>
                <a:spcPct val="120000"/>
              </a:lnSpc>
              <a:spcBef>
                <a:spcPts val="0"/>
              </a:spcBef>
              <a:buFont typeface="Arial" panose="020B0604020202020204" pitchFamily="34" charset="0"/>
              <a:buNone/>
              <a:defRPr sz="1600" b="1">
                <a:solidFill>
                  <a:schemeClr val="tx1"/>
                </a:solidFill>
              </a:defRPr>
            </a:lvl1pPr>
            <a:lvl2pPr marL="457200" indent="0">
              <a:buNone/>
              <a:defRPr/>
            </a:lvl2pPr>
          </a:lstStyle>
          <a:p>
            <a:pPr lvl="0"/>
            <a:r>
              <a:rPr lang="zh-CN" altLang="en-US" dirty="0"/>
              <a:t>此处添加本页重要观点</a:t>
            </a:r>
            <a:r>
              <a:rPr lang="en-US" altLang="zh-CN" dirty="0"/>
              <a:t>2-16pt</a:t>
            </a:r>
            <a:endParaRPr lang="en-US" altLang="zh-CN" dirty="0"/>
          </a:p>
        </p:txBody>
      </p:sp>
      <p:cxnSp>
        <p:nvCxnSpPr>
          <p:cNvPr id="4" name="直接连接符 6"/>
          <p:cNvCxnSpPr/>
          <p:nvPr userDrawn="1"/>
        </p:nvCxnSpPr>
        <p:spPr>
          <a:xfrm>
            <a:off x="669924" y="6462082"/>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a:off x="11194812" y="6225703"/>
            <a:ext cx="240189" cy="240189"/>
          </a:xfrm>
          <a:prstGeom prst="rect">
            <a:avLst/>
          </a:prstGeom>
          <a:solidFill>
            <a:srgbClr val="FF4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Slide Number Placeholder 5"/>
          <p:cNvSpPr>
            <a:spLocks noGrp="1"/>
          </p:cNvSpPr>
          <p:nvPr>
            <p:ph type="sldNum" sz="quarter" idx="4"/>
          </p:nvPr>
        </p:nvSpPr>
        <p:spPr>
          <a:xfrm>
            <a:off x="11110913" y="6237847"/>
            <a:ext cx="407987" cy="215900"/>
          </a:xfrm>
          <a:prstGeom prst="rect">
            <a:avLst/>
          </a:prstGeom>
        </p:spPr>
        <p:txBody>
          <a:bodyPr vert="horz" lIns="91440" tIns="45720" rIns="91440" bIns="45720" rtlCol="0" anchor="ctr"/>
          <a:lstStyle>
            <a:lvl1pPr algn="ctr">
              <a:defRPr lang="zh-CN" altLang="en-US" sz="900" b="0" smtClean="0">
                <a:solidFill>
                  <a:schemeClr val="bg1"/>
                </a:solidFill>
              </a:defRPr>
            </a:lvl1pPr>
          </a:lstStyle>
          <a:p>
            <a:fld id="{7F65B630-C7FF-41C0-9923-C5E5E29EED81}" type="slidenum">
              <a:rPr lang="en-US" altLang="zh-CN" smtClean="0"/>
            </a:fld>
            <a:endParaRPr lang="en-US" altLang="zh-CN" dirty="0"/>
          </a:p>
        </p:txBody>
      </p:sp>
      <p:sp>
        <p:nvSpPr>
          <p:cNvPr id="16" name="文本框 15"/>
          <p:cNvSpPr txBox="1"/>
          <p:nvPr userDrawn="1"/>
        </p:nvSpPr>
        <p:spPr>
          <a:xfrm>
            <a:off x="10594916" y="6469702"/>
            <a:ext cx="1271847" cy="215444"/>
          </a:xfrm>
          <a:prstGeom prst="rect">
            <a:avLst/>
          </a:prstGeom>
          <a:noFill/>
        </p:spPr>
        <p:txBody>
          <a:bodyPr wrap="square">
            <a:spAutoFit/>
          </a:bodyPr>
          <a:lstStyle/>
          <a:p>
            <a:r>
              <a:rPr lang="zh-CN" altLang="en-US" sz="800" dirty="0">
                <a:latin typeface="+mn-lt"/>
                <a:ea typeface="Songti SC" panose="02010600040101010101" pitchFamily="2" charset="-122"/>
              </a:rPr>
              <a:t>www.ciicmc.com</a:t>
            </a:r>
            <a:endParaRPr lang="zh-CN" altLang="en-US" sz="800" dirty="0">
              <a:latin typeface="+mn-lt"/>
              <a:ea typeface="Songti SC" panose="02010600040101010101" pitchFamily="2" charset="-122"/>
            </a:endParaRPr>
          </a:p>
        </p:txBody>
      </p:sp>
      <p:cxnSp>
        <p:nvCxnSpPr>
          <p:cNvPr id="19" name="直接连接符 6"/>
          <p:cNvCxnSpPr/>
          <p:nvPr userDrawn="1"/>
        </p:nvCxnSpPr>
        <p:spPr>
          <a:xfrm>
            <a:off x="669924" y="1130300"/>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4" name="文本占位符 17"/>
          <p:cNvSpPr>
            <a:spLocks noGrp="1"/>
          </p:cNvSpPr>
          <p:nvPr>
            <p:ph type="body" sz="quarter" idx="16" hasCustomPrompt="1"/>
          </p:nvPr>
        </p:nvSpPr>
        <p:spPr>
          <a:xfrm>
            <a:off x="669924" y="6476052"/>
            <a:ext cx="9858376" cy="196850"/>
          </a:xfrm>
        </p:spPr>
        <p:txBody>
          <a:bodyPr>
            <a:noAutofit/>
          </a:bodyPr>
          <a:lstStyle>
            <a:lvl1pPr marL="0" indent="0" algn="l" defTabSz="914400" rtl="0" eaLnBrk="1" latinLnBrk="0" hangingPunct="1">
              <a:lnSpc>
                <a:spcPct val="130000"/>
              </a:lnSpc>
              <a:spcBef>
                <a:spcPts val="1000"/>
              </a:spcBef>
              <a:buFont typeface="Arial" panose="020B0604020202020204" pitchFamily="34" charset="0"/>
              <a:buNone/>
              <a:defRPr lang="zh-CN" altLang="en-US" sz="900" kern="1200" dirty="0">
                <a:solidFill>
                  <a:schemeClr val="tx1"/>
                </a:solidFill>
                <a:latin typeface="+mn-ea"/>
                <a:ea typeface="+mn-ea"/>
                <a:cs typeface="+mn-cs"/>
              </a:defRPr>
            </a:lvl1pPr>
          </a:lstStyle>
          <a:p>
            <a:r>
              <a:rPr lang="zh-CN" altLang="en-US" dirty="0"/>
              <a:t>数据来源</a:t>
            </a:r>
            <a:r>
              <a:rPr lang="en-US" altLang="zh-CN" dirty="0"/>
              <a:t>/</a:t>
            </a:r>
            <a:r>
              <a:rPr lang="zh-CN" altLang="en-US" dirty="0"/>
              <a:t>图表来源</a:t>
            </a:r>
            <a:r>
              <a:rPr lang="en-US" altLang="zh-CN" dirty="0"/>
              <a:t>/</a:t>
            </a:r>
            <a:r>
              <a:rPr lang="zh-CN" altLang="en-US" dirty="0"/>
              <a:t>资料来源：图表或数据资料来源</a:t>
            </a:r>
            <a:r>
              <a:rPr lang="en-US" altLang="zh-CN" dirty="0"/>
              <a:t>-9pt</a:t>
            </a:r>
            <a:endParaRPr lang="zh-CN" altLang="en-US" dirty="0"/>
          </a:p>
        </p:txBody>
      </p:sp>
      <p:sp>
        <p:nvSpPr>
          <p:cNvPr id="15" name="文本占位符 13"/>
          <p:cNvSpPr>
            <a:spLocks noGrp="1"/>
          </p:cNvSpPr>
          <p:nvPr>
            <p:ph type="body" sz="quarter" idx="15" hasCustomPrompt="1"/>
          </p:nvPr>
        </p:nvSpPr>
        <p:spPr>
          <a:xfrm>
            <a:off x="669924" y="6019800"/>
            <a:ext cx="9867900" cy="434662"/>
          </a:xfrm>
        </p:spPr>
        <p:txBody>
          <a:bodyPr anchor="ctr">
            <a:noAutofit/>
          </a:bodyPr>
          <a:lstStyle>
            <a:lvl1pPr marL="228600" indent="-228600" algn="l">
              <a:lnSpc>
                <a:spcPct val="50000"/>
              </a:lnSpc>
              <a:buFont typeface="+mj-lt"/>
              <a:buAutoNum type="arabicPeriod"/>
              <a:defRPr sz="900">
                <a:latin typeface="+mn-ea"/>
                <a:ea typeface="+mn-ea"/>
              </a:defRPr>
            </a:lvl1pPr>
          </a:lstStyle>
          <a:p>
            <a:r>
              <a:rPr lang="zh-CN" altLang="en-US" dirty="0"/>
              <a:t>此处为正文中专业术语或句子的解释说明 ，有多个注释可多行，并自行设置角标序号</a:t>
            </a:r>
            <a:r>
              <a:rPr lang="en-US" altLang="zh-CN" dirty="0"/>
              <a:t> -9pt</a:t>
            </a:r>
            <a:endParaRPr lang="en-US" altLang="zh-CN" dirty="0"/>
          </a:p>
        </p:txBody>
      </p:sp>
      <p:sp>
        <p:nvSpPr>
          <p:cNvPr id="17" name="文本占位符 8"/>
          <p:cNvSpPr>
            <a:spLocks noGrp="1"/>
          </p:cNvSpPr>
          <p:nvPr>
            <p:ph type="body" sz="quarter" idx="17" hasCustomPrompt="1"/>
          </p:nvPr>
        </p:nvSpPr>
        <p:spPr>
          <a:xfrm>
            <a:off x="658813" y="1870394"/>
            <a:ext cx="5341199"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
        <p:nvSpPr>
          <p:cNvPr id="18" name="文本占位符 8"/>
          <p:cNvSpPr>
            <a:spLocks noGrp="1"/>
          </p:cNvSpPr>
          <p:nvPr>
            <p:ph type="body" sz="quarter" idx="18" hasCustomPrompt="1"/>
          </p:nvPr>
        </p:nvSpPr>
        <p:spPr>
          <a:xfrm>
            <a:off x="6177700" y="1867538"/>
            <a:ext cx="5341199"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内页版式-左右1:2">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单击此处编辑标题样式</a:t>
            </a:r>
            <a:r>
              <a:rPr lang="en-US" altLang="zh-CN" dirty="0"/>
              <a:t>-24pt</a:t>
            </a:r>
            <a:endParaRPr lang="en-US" dirty="0"/>
          </a:p>
        </p:txBody>
      </p:sp>
      <p:sp>
        <p:nvSpPr>
          <p:cNvPr id="5" name="文本占位符 4"/>
          <p:cNvSpPr>
            <a:spLocks noGrp="1"/>
          </p:cNvSpPr>
          <p:nvPr>
            <p:ph type="body" sz="quarter" idx="13" hasCustomPrompt="1"/>
          </p:nvPr>
        </p:nvSpPr>
        <p:spPr>
          <a:xfrm>
            <a:off x="660401" y="1266657"/>
            <a:ext cx="3362960" cy="362343"/>
          </a:xfrm>
          <a:noFill/>
        </p:spPr>
        <p:txBody>
          <a:bodyPr wrap="square">
            <a:noAutofit/>
          </a:bodyPr>
          <a:lstStyle>
            <a:lvl1pPr marL="0" indent="0" algn="just">
              <a:lnSpc>
                <a:spcPct val="120000"/>
              </a:lnSpc>
              <a:spcBef>
                <a:spcPts val="0"/>
              </a:spcBef>
              <a:buFontTx/>
              <a:buNone/>
              <a:defRPr sz="1600" b="1">
                <a:solidFill>
                  <a:schemeClr val="tx1"/>
                </a:solidFill>
              </a:defRPr>
            </a:lvl1pPr>
            <a:lvl2pPr marL="457200" indent="0">
              <a:buNone/>
              <a:defRPr/>
            </a:lvl2pPr>
          </a:lstStyle>
          <a:p>
            <a:pPr lvl="0"/>
            <a:r>
              <a:rPr lang="zh-CN" altLang="en-US" dirty="0"/>
              <a:t>此处添加本页重要观点</a:t>
            </a:r>
            <a:r>
              <a:rPr lang="en-US" altLang="zh-CN" dirty="0"/>
              <a:t>1-16pt</a:t>
            </a:r>
            <a:endParaRPr lang="en-US" altLang="zh-CN" dirty="0"/>
          </a:p>
        </p:txBody>
      </p:sp>
      <p:sp>
        <p:nvSpPr>
          <p:cNvPr id="6" name="文本占位符 4"/>
          <p:cNvSpPr>
            <a:spLocks noGrp="1"/>
          </p:cNvSpPr>
          <p:nvPr>
            <p:ph type="body" sz="quarter" idx="14" hasCustomPrompt="1"/>
          </p:nvPr>
        </p:nvSpPr>
        <p:spPr>
          <a:xfrm>
            <a:off x="4907281" y="1266657"/>
            <a:ext cx="6611620" cy="362343"/>
          </a:xfrm>
          <a:noFill/>
        </p:spPr>
        <p:txBody>
          <a:bodyPr wrap="square">
            <a:noAutofit/>
          </a:bodyPr>
          <a:lstStyle>
            <a:lvl1pPr marL="0" indent="0" algn="just">
              <a:lnSpc>
                <a:spcPct val="120000"/>
              </a:lnSpc>
              <a:spcBef>
                <a:spcPts val="0"/>
              </a:spcBef>
              <a:buFont typeface="Arial" panose="020B0604020202020204" pitchFamily="34" charset="0"/>
              <a:buNone/>
              <a:defRPr sz="1600" b="1">
                <a:solidFill>
                  <a:schemeClr val="tx1"/>
                </a:solidFill>
              </a:defRPr>
            </a:lvl1pPr>
            <a:lvl2pPr marL="457200" indent="0">
              <a:buNone/>
              <a:defRPr/>
            </a:lvl2pPr>
          </a:lstStyle>
          <a:p>
            <a:pPr lvl="0"/>
            <a:r>
              <a:rPr lang="zh-CN" altLang="en-US" dirty="0"/>
              <a:t>此处添加本页重要观点</a:t>
            </a:r>
            <a:r>
              <a:rPr lang="en-US" altLang="zh-CN" dirty="0"/>
              <a:t>2-16pt</a:t>
            </a:r>
            <a:endParaRPr lang="en-US" altLang="zh-CN" dirty="0"/>
          </a:p>
        </p:txBody>
      </p:sp>
      <p:cxnSp>
        <p:nvCxnSpPr>
          <p:cNvPr id="4" name="直接连接符 6"/>
          <p:cNvCxnSpPr/>
          <p:nvPr userDrawn="1"/>
        </p:nvCxnSpPr>
        <p:spPr>
          <a:xfrm>
            <a:off x="669924" y="6462082"/>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a:off x="11194812" y="6225703"/>
            <a:ext cx="240189" cy="240189"/>
          </a:xfrm>
          <a:prstGeom prst="rect">
            <a:avLst/>
          </a:prstGeom>
          <a:solidFill>
            <a:srgbClr val="FF4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Slide Number Placeholder 5"/>
          <p:cNvSpPr>
            <a:spLocks noGrp="1"/>
          </p:cNvSpPr>
          <p:nvPr>
            <p:ph type="sldNum" sz="quarter" idx="4"/>
          </p:nvPr>
        </p:nvSpPr>
        <p:spPr>
          <a:xfrm>
            <a:off x="11110913" y="6237847"/>
            <a:ext cx="407987" cy="215900"/>
          </a:xfrm>
          <a:prstGeom prst="rect">
            <a:avLst/>
          </a:prstGeom>
        </p:spPr>
        <p:txBody>
          <a:bodyPr vert="horz" lIns="91440" tIns="45720" rIns="91440" bIns="45720" rtlCol="0" anchor="ctr"/>
          <a:lstStyle>
            <a:lvl1pPr algn="ctr">
              <a:defRPr lang="zh-CN" altLang="en-US" sz="900" b="0" smtClean="0">
                <a:solidFill>
                  <a:schemeClr val="bg1"/>
                </a:solidFill>
              </a:defRPr>
            </a:lvl1pPr>
          </a:lstStyle>
          <a:p>
            <a:fld id="{7F65B630-C7FF-41C0-9923-C5E5E29EED81}" type="slidenum">
              <a:rPr lang="en-US" altLang="zh-CN" smtClean="0"/>
            </a:fld>
            <a:endParaRPr lang="en-US" altLang="zh-CN" dirty="0"/>
          </a:p>
        </p:txBody>
      </p:sp>
      <p:sp>
        <p:nvSpPr>
          <p:cNvPr id="16" name="文本框 15"/>
          <p:cNvSpPr txBox="1"/>
          <p:nvPr userDrawn="1"/>
        </p:nvSpPr>
        <p:spPr>
          <a:xfrm>
            <a:off x="10594916" y="6469702"/>
            <a:ext cx="1271847" cy="215444"/>
          </a:xfrm>
          <a:prstGeom prst="rect">
            <a:avLst/>
          </a:prstGeom>
          <a:noFill/>
        </p:spPr>
        <p:txBody>
          <a:bodyPr wrap="square">
            <a:spAutoFit/>
          </a:bodyPr>
          <a:lstStyle/>
          <a:p>
            <a:r>
              <a:rPr lang="zh-CN" altLang="en-US" sz="800" dirty="0">
                <a:latin typeface="+mn-lt"/>
                <a:ea typeface="Songti SC" panose="02010600040101010101" pitchFamily="2" charset="-122"/>
              </a:rPr>
              <a:t>www.ciicmc.com</a:t>
            </a:r>
            <a:endParaRPr lang="zh-CN" altLang="en-US" sz="800" dirty="0">
              <a:latin typeface="+mn-lt"/>
              <a:ea typeface="Songti SC" panose="02010600040101010101" pitchFamily="2" charset="-122"/>
            </a:endParaRPr>
          </a:p>
        </p:txBody>
      </p:sp>
      <p:cxnSp>
        <p:nvCxnSpPr>
          <p:cNvPr id="19" name="直接连接符 6"/>
          <p:cNvCxnSpPr/>
          <p:nvPr userDrawn="1"/>
        </p:nvCxnSpPr>
        <p:spPr>
          <a:xfrm>
            <a:off x="669924" y="1130300"/>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4" name="文本占位符 17"/>
          <p:cNvSpPr>
            <a:spLocks noGrp="1"/>
          </p:cNvSpPr>
          <p:nvPr>
            <p:ph type="body" sz="quarter" idx="16" hasCustomPrompt="1"/>
          </p:nvPr>
        </p:nvSpPr>
        <p:spPr>
          <a:xfrm>
            <a:off x="669924" y="6476052"/>
            <a:ext cx="9858376" cy="196850"/>
          </a:xfrm>
        </p:spPr>
        <p:txBody>
          <a:bodyPr>
            <a:noAutofit/>
          </a:bodyPr>
          <a:lstStyle>
            <a:lvl1pPr marL="0" indent="0" algn="l" defTabSz="914400" rtl="0" eaLnBrk="1" latinLnBrk="0" hangingPunct="1">
              <a:lnSpc>
                <a:spcPct val="130000"/>
              </a:lnSpc>
              <a:spcBef>
                <a:spcPts val="1000"/>
              </a:spcBef>
              <a:buFont typeface="Arial" panose="020B0604020202020204" pitchFamily="34" charset="0"/>
              <a:buNone/>
              <a:defRPr lang="zh-CN" altLang="en-US" sz="900" kern="1200" dirty="0">
                <a:solidFill>
                  <a:schemeClr val="tx1"/>
                </a:solidFill>
                <a:latin typeface="+mn-ea"/>
                <a:ea typeface="+mn-ea"/>
                <a:cs typeface="+mn-cs"/>
              </a:defRPr>
            </a:lvl1pPr>
          </a:lstStyle>
          <a:p>
            <a:r>
              <a:rPr lang="zh-CN" altLang="en-US" dirty="0"/>
              <a:t>数据来源</a:t>
            </a:r>
            <a:r>
              <a:rPr lang="en-US" altLang="zh-CN" dirty="0"/>
              <a:t>/</a:t>
            </a:r>
            <a:r>
              <a:rPr lang="zh-CN" altLang="en-US" dirty="0"/>
              <a:t>图表来源</a:t>
            </a:r>
            <a:r>
              <a:rPr lang="en-US" altLang="zh-CN" dirty="0"/>
              <a:t>/</a:t>
            </a:r>
            <a:r>
              <a:rPr lang="zh-CN" altLang="en-US" dirty="0"/>
              <a:t>资料来源：图表或数据资料来源</a:t>
            </a:r>
            <a:r>
              <a:rPr lang="en-US" altLang="zh-CN" dirty="0"/>
              <a:t>-9pt</a:t>
            </a:r>
            <a:endParaRPr lang="zh-CN" altLang="en-US" dirty="0"/>
          </a:p>
        </p:txBody>
      </p:sp>
      <p:sp>
        <p:nvSpPr>
          <p:cNvPr id="15" name="文本占位符 13"/>
          <p:cNvSpPr>
            <a:spLocks noGrp="1"/>
          </p:cNvSpPr>
          <p:nvPr>
            <p:ph type="body" sz="quarter" idx="15" hasCustomPrompt="1"/>
          </p:nvPr>
        </p:nvSpPr>
        <p:spPr>
          <a:xfrm>
            <a:off x="669924" y="6019800"/>
            <a:ext cx="9867900" cy="434662"/>
          </a:xfrm>
        </p:spPr>
        <p:txBody>
          <a:bodyPr anchor="ctr">
            <a:noAutofit/>
          </a:bodyPr>
          <a:lstStyle>
            <a:lvl1pPr marL="228600" indent="-228600" algn="l">
              <a:lnSpc>
                <a:spcPct val="50000"/>
              </a:lnSpc>
              <a:buFont typeface="+mj-lt"/>
              <a:buAutoNum type="arabicPeriod"/>
              <a:defRPr sz="900">
                <a:latin typeface="+mn-ea"/>
                <a:ea typeface="+mn-ea"/>
              </a:defRPr>
            </a:lvl1pPr>
          </a:lstStyle>
          <a:p>
            <a:r>
              <a:rPr lang="zh-CN" altLang="en-US" dirty="0"/>
              <a:t>此处为正文中专业术语或句子的解释说明 ，有多个注释可多行，并自行设置角标序号</a:t>
            </a:r>
            <a:r>
              <a:rPr lang="en-US" altLang="zh-CN" dirty="0"/>
              <a:t> -9pt</a:t>
            </a:r>
            <a:endParaRPr lang="en-US" altLang="zh-CN" dirty="0"/>
          </a:p>
        </p:txBody>
      </p:sp>
      <p:sp>
        <p:nvSpPr>
          <p:cNvPr id="11" name="文本占位符 8"/>
          <p:cNvSpPr>
            <a:spLocks noGrp="1"/>
          </p:cNvSpPr>
          <p:nvPr>
            <p:ph type="body" sz="quarter" idx="17" hasCustomPrompt="1"/>
          </p:nvPr>
        </p:nvSpPr>
        <p:spPr>
          <a:xfrm>
            <a:off x="658814" y="1870394"/>
            <a:ext cx="3362960"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
        <p:nvSpPr>
          <p:cNvPr id="12" name="文本占位符 8"/>
          <p:cNvSpPr>
            <a:spLocks noGrp="1"/>
          </p:cNvSpPr>
          <p:nvPr>
            <p:ph type="body" sz="quarter" idx="18" hasCustomPrompt="1"/>
          </p:nvPr>
        </p:nvSpPr>
        <p:spPr>
          <a:xfrm>
            <a:off x="4907280" y="1870394"/>
            <a:ext cx="6625907"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cxnSp>
        <p:nvCxnSpPr>
          <p:cNvPr id="18" name="直接连接符 17"/>
          <p:cNvCxnSpPr/>
          <p:nvPr userDrawn="1"/>
        </p:nvCxnSpPr>
        <p:spPr>
          <a:xfrm>
            <a:off x="4472940" y="1629000"/>
            <a:ext cx="0" cy="4091081"/>
          </a:xfrm>
          <a:prstGeom prst="line">
            <a:avLst/>
          </a:prstGeom>
          <a:ln w="635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内页版式-左右2:1">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399" y="0"/>
            <a:ext cx="10858500" cy="1028700"/>
          </a:xfrm>
        </p:spPr>
        <p:txBody>
          <a:bodyPr/>
          <a:lstStyle/>
          <a:p>
            <a:r>
              <a:rPr lang="zh-CN" altLang="en-US" dirty="0"/>
              <a:t>单击此处编辑标题样式</a:t>
            </a:r>
            <a:r>
              <a:rPr lang="en-US" altLang="zh-CN" dirty="0"/>
              <a:t>-24pt</a:t>
            </a:r>
            <a:endParaRPr lang="en-US" dirty="0"/>
          </a:p>
        </p:txBody>
      </p:sp>
      <p:cxnSp>
        <p:nvCxnSpPr>
          <p:cNvPr id="4" name="直接连接符 6"/>
          <p:cNvCxnSpPr/>
          <p:nvPr userDrawn="1"/>
        </p:nvCxnSpPr>
        <p:spPr>
          <a:xfrm>
            <a:off x="669924" y="6462082"/>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a:off x="11194812" y="6225703"/>
            <a:ext cx="240189" cy="240189"/>
          </a:xfrm>
          <a:prstGeom prst="rect">
            <a:avLst/>
          </a:prstGeom>
          <a:solidFill>
            <a:srgbClr val="FF4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Slide Number Placeholder 5"/>
          <p:cNvSpPr>
            <a:spLocks noGrp="1"/>
          </p:cNvSpPr>
          <p:nvPr>
            <p:ph type="sldNum" sz="quarter" idx="4"/>
          </p:nvPr>
        </p:nvSpPr>
        <p:spPr>
          <a:xfrm>
            <a:off x="11110913" y="6237847"/>
            <a:ext cx="407987" cy="215900"/>
          </a:xfrm>
          <a:prstGeom prst="rect">
            <a:avLst/>
          </a:prstGeom>
        </p:spPr>
        <p:txBody>
          <a:bodyPr vert="horz" lIns="91440" tIns="45720" rIns="91440" bIns="45720" rtlCol="0" anchor="ctr"/>
          <a:lstStyle>
            <a:lvl1pPr algn="ctr">
              <a:defRPr lang="zh-CN" altLang="en-US" sz="900" b="0" smtClean="0">
                <a:solidFill>
                  <a:schemeClr val="bg1"/>
                </a:solidFill>
              </a:defRPr>
            </a:lvl1pPr>
          </a:lstStyle>
          <a:p>
            <a:fld id="{7F65B630-C7FF-41C0-9923-C5E5E29EED81}" type="slidenum">
              <a:rPr lang="en-US" altLang="zh-CN" smtClean="0"/>
            </a:fld>
            <a:endParaRPr lang="en-US" altLang="zh-CN" dirty="0"/>
          </a:p>
        </p:txBody>
      </p:sp>
      <p:sp>
        <p:nvSpPr>
          <p:cNvPr id="16" name="文本框 15"/>
          <p:cNvSpPr txBox="1"/>
          <p:nvPr userDrawn="1"/>
        </p:nvSpPr>
        <p:spPr>
          <a:xfrm>
            <a:off x="10594916" y="6469702"/>
            <a:ext cx="1271847" cy="215444"/>
          </a:xfrm>
          <a:prstGeom prst="rect">
            <a:avLst/>
          </a:prstGeom>
          <a:noFill/>
        </p:spPr>
        <p:txBody>
          <a:bodyPr wrap="square">
            <a:spAutoFit/>
          </a:bodyPr>
          <a:lstStyle/>
          <a:p>
            <a:r>
              <a:rPr lang="zh-CN" altLang="en-US" sz="800" dirty="0">
                <a:latin typeface="+mn-lt"/>
                <a:ea typeface="Songti SC" panose="02010600040101010101" pitchFamily="2" charset="-122"/>
              </a:rPr>
              <a:t>www.ciicmc.com</a:t>
            </a:r>
            <a:endParaRPr lang="zh-CN" altLang="en-US" sz="800" dirty="0">
              <a:latin typeface="+mn-lt"/>
              <a:ea typeface="Songti SC" panose="02010600040101010101" pitchFamily="2" charset="-122"/>
            </a:endParaRPr>
          </a:p>
        </p:txBody>
      </p:sp>
      <p:cxnSp>
        <p:nvCxnSpPr>
          <p:cNvPr id="19" name="直接连接符 6"/>
          <p:cNvCxnSpPr/>
          <p:nvPr userDrawn="1"/>
        </p:nvCxnSpPr>
        <p:spPr>
          <a:xfrm>
            <a:off x="669924" y="1130300"/>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4" name="文本占位符 17"/>
          <p:cNvSpPr>
            <a:spLocks noGrp="1"/>
          </p:cNvSpPr>
          <p:nvPr>
            <p:ph type="body" sz="quarter" idx="16" hasCustomPrompt="1"/>
          </p:nvPr>
        </p:nvSpPr>
        <p:spPr>
          <a:xfrm>
            <a:off x="669924" y="6476052"/>
            <a:ext cx="9858376" cy="196850"/>
          </a:xfrm>
        </p:spPr>
        <p:txBody>
          <a:bodyPr>
            <a:noAutofit/>
          </a:bodyPr>
          <a:lstStyle>
            <a:lvl1pPr marL="0" indent="0" algn="l" defTabSz="914400" rtl="0" eaLnBrk="1" latinLnBrk="0" hangingPunct="1">
              <a:lnSpc>
                <a:spcPct val="130000"/>
              </a:lnSpc>
              <a:spcBef>
                <a:spcPts val="1000"/>
              </a:spcBef>
              <a:buFont typeface="Arial" panose="020B0604020202020204" pitchFamily="34" charset="0"/>
              <a:buNone/>
              <a:defRPr lang="zh-CN" altLang="en-US" sz="900" kern="1200" dirty="0">
                <a:solidFill>
                  <a:schemeClr val="tx1"/>
                </a:solidFill>
                <a:latin typeface="+mn-ea"/>
                <a:ea typeface="+mn-ea"/>
                <a:cs typeface="+mn-cs"/>
              </a:defRPr>
            </a:lvl1pPr>
          </a:lstStyle>
          <a:p>
            <a:r>
              <a:rPr lang="zh-CN" altLang="en-US" dirty="0"/>
              <a:t>数据来源</a:t>
            </a:r>
            <a:r>
              <a:rPr lang="en-US" altLang="zh-CN" dirty="0"/>
              <a:t>/</a:t>
            </a:r>
            <a:r>
              <a:rPr lang="zh-CN" altLang="en-US" dirty="0"/>
              <a:t>图表来源</a:t>
            </a:r>
            <a:r>
              <a:rPr lang="en-US" altLang="zh-CN" dirty="0"/>
              <a:t>/</a:t>
            </a:r>
            <a:r>
              <a:rPr lang="zh-CN" altLang="en-US" dirty="0"/>
              <a:t>资料来源：图表或数据资料来源</a:t>
            </a:r>
            <a:r>
              <a:rPr lang="en-US" altLang="zh-CN" dirty="0"/>
              <a:t>-9pt</a:t>
            </a:r>
            <a:endParaRPr lang="zh-CN" altLang="en-US" dirty="0"/>
          </a:p>
        </p:txBody>
      </p:sp>
      <p:sp>
        <p:nvSpPr>
          <p:cNvPr id="15" name="文本占位符 13"/>
          <p:cNvSpPr>
            <a:spLocks noGrp="1"/>
          </p:cNvSpPr>
          <p:nvPr>
            <p:ph type="body" sz="quarter" idx="15" hasCustomPrompt="1"/>
          </p:nvPr>
        </p:nvSpPr>
        <p:spPr>
          <a:xfrm>
            <a:off x="669924" y="6019800"/>
            <a:ext cx="9867900" cy="434662"/>
          </a:xfrm>
        </p:spPr>
        <p:txBody>
          <a:bodyPr anchor="ctr">
            <a:noAutofit/>
          </a:bodyPr>
          <a:lstStyle>
            <a:lvl1pPr marL="228600" indent="-228600" algn="l">
              <a:lnSpc>
                <a:spcPct val="50000"/>
              </a:lnSpc>
              <a:buFont typeface="+mj-lt"/>
              <a:buAutoNum type="arabicPeriod"/>
              <a:defRPr sz="900">
                <a:latin typeface="+mn-ea"/>
                <a:ea typeface="+mn-ea"/>
              </a:defRPr>
            </a:lvl1pPr>
          </a:lstStyle>
          <a:p>
            <a:r>
              <a:rPr lang="zh-CN" altLang="en-US" dirty="0"/>
              <a:t>此处为正文中专业术语或句子的解释说明 ，有多个注释可多行，并自行设置角标序号</a:t>
            </a:r>
            <a:r>
              <a:rPr lang="en-US" altLang="zh-CN" dirty="0"/>
              <a:t> -9pt</a:t>
            </a:r>
            <a:endParaRPr lang="en-US" altLang="zh-CN" dirty="0"/>
          </a:p>
        </p:txBody>
      </p:sp>
      <p:cxnSp>
        <p:nvCxnSpPr>
          <p:cNvPr id="17" name="直接连接符 16"/>
          <p:cNvCxnSpPr/>
          <p:nvPr userDrawn="1"/>
        </p:nvCxnSpPr>
        <p:spPr>
          <a:xfrm>
            <a:off x="7711440" y="1629000"/>
            <a:ext cx="0" cy="4091081"/>
          </a:xfrm>
          <a:prstGeom prst="line">
            <a:avLst/>
          </a:prstGeom>
          <a:ln w="6350">
            <a:solidFill>
              <a:schemeClr val="accent6"/>
            </a:solidFill>
          </a:ln>
        </p:spPr>
        <p:style>
          <a:lnRef idx="1">
            <a:schemeClr val="accent1"/>
          </a:lnRef>
          <a:fillRef idx="0">
            <a:schemeClr val="accent1"/>
          </a:fillRef>
          <a:effectRef idx="0">
            <a:schemeClr val="accent1"/>
          </a:effectRef>
          <a:fontRef idx="minor">
            <a:schemeClr val="tx1"/>
          </a:fontRef>
        </p:style>
      </p:cxnSp>
      <p:sp>
        <p:nvSpPr>
          <p:cNvPr id="3" name="文本占位符 4"/>
          <p:cNvSpPr>
            <a:spLocks noGrp="1"/>
          </p:cNvSpPr>
          <p:nvPr>
            <p:ph type="body" sz="quarter" idx="14" hasCustomPrompt="1"/>
          </p:nvPr>
        </p:nvSpPr>
        <p:spPr>
          <a:xfrm>
            <a:off x="660399" y="1266657"/>
            <a:ext cx="6611620" cy="362343"/>
          </a:xfrm>
          <a:noFill/>
        </p:spPr>
        <p:txBody>
          <a:bodyPr wrap="square">
            <a:noAutofit/>
          </a:bodyPr>
          <a:lstStyle>
            <a:lvl1pPr marL="0" indent="0" algn="just">
              <a:lnSpc>
                <a:spcPct val="120000"/>
              </a:lnSpc>
              <a:spcBef>
                <a:spcPts val="0"/>
              </a:spcBef>
              <a:buFont typeface="Arial" panose="020B0604020202020204" pitchFamily="34" charset="0"/>
              <a:buNone/>
              <a:defRPr sz="1600" b="1">
                <a:solidFill>
                  <a:schemeClr val="tx1"/>
                </a:solidFill>
              </a:defRPr>
            </a:lvl1pPr>
            <a:lvl2pPr marL="457200" indent="0">
              <a:buNone/>
              <a:defRPr/>
            </a:lvl2pPr>
          </a:lstStyle>
          <a:p>
            <a:pPr lvl="0"/>
            <a:r>
              <a:rPr lang="zh-CN" altLang="en-US" dirty="0"/>
              <a:t>此处添加本页重要观点</a:t>
            </a:r>
            <a:r>
              <a:rPr lang="en-US" altLang="zh-CN" dirty="0"/>
              <a:t>1-16pt</a:t>
            </a:r>
            <a:endParaRPr lang="en-US" altLang="zh-CN" dirty="0"/>
          </a:p>
        </p:txBody>
      </p:sp>
      <p:sp>
        <p:nvSpPr>
          <p:cNvPr id="5" name="文本占位符 8"/>
          <p:cNvSpPr>
            <a:spLocks noGrp="1"/>
          </p:cNvSpPr>
          <p:nvPr>
            <p:ph type="body" sz="quarter" idx="18" hasCustomPrompt="1"/>
          </p:nvPr>
        </p:nvSpPr>
        <p:spPr>
          <a:xfrm>
            <a:off x="660399" y="1870394"/>
            <a:ext cx="6625907"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
        <p:nvSpPr>
          <p:cNvPr id="8" name="文本占位符 4"/>
          <p:cNvSpPr>
            <a:spLocks noGrp="1"/>
          </p:cNvSpPr>
          <p:nvPr>
            <p:ph type="body" sz="quarter" idx="13" hasCustomPrompt="1"/>
          </p:nvPr>
        </p:nvSpPr>
        <p:spPr>
          <a:xfrm>
            <a:off x="8155939" y="1266657"/>
            <a:ext cx="3362960" cy="362343"/>
          </a:xfrm>
          <a:noFill/>
        </p:spPr>
        <p:txBody>
          <a:bodyPr wrap="square">
            <a:noAutofit/>
          </a:bodyPr>
          <a:lstStyle>
            <a:lvl1pPr marL="0" indent="0" algn="just">
              <a:lnSpc>
                <a:spcPct val="120000"/>
              </a:lnSpc>
              <a:spcBef>
                <a:spcPts val="0"/>
              </a:spcBef>
              <a:buFontTx/>
              <a:buNone/>
              <a:defRPr sz="1600" b="1">
                <a:solidFill>
                  <a:schemeClr val="tx1"/>
                </a:solidFill>
              </a:defRPr>
            </a:lvl1pPr>
            <a:lvl2pPr marL="457200" indent="0">
              <a:buNone/>
              <a:defRPr/>
            </a:lvl2pPr>
          </a:lstStyle>
          <a:p>
            <a:pPr lvl="0"/>
            <a:r>
              <a:rPr lang="zh-CN" altLang="en-US" dirty="0"/>
              <a:t>此处添加本页重要观点</a:t>
            </a:r>
            <a:r>
              <a:rPr lang="en-US" altLang="zh-CN" dirty="0"/>
              <a:t>2-16pt</a:t>
            </a:r>
            <a:endParaRPr lang="en-US" altLang="zh-CN" dirty="0"/>
          </a:p>
        </p:txBody>
      </p:sp>
      <p:sp>
        <p:nvSpPr>
          <p:cNvPr id="11" name="文本占位符 8"/>
          <p:cNvSpPr>
            <a:spLocks noGrp="1"/>
          </p:cNvSpPr>
          <p:nvPr>
            <p:ph type="body" sz="quarter" idx="17" hasCustomPrompt="1"/>
          </p:nvPr>
        </p:nvSpPr>
        <p:spPr>
          <a:xfrm>
            <a:off x="8155939" y="1870394"/>
            <a:ext cx="3362960"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内页版式-左中右三分">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单击此处编辑标题样式</a:t>
            </a:r>
            <a:r>
              <a:rPr lang="en-US" altLang="zh-CN" dirty="0"/>
              <a:t>-24pt</a:t>
            </a:r>
            <a:endParaRPr lang="en-US" dirty="0"/>
          </a:p>
        </p:txBody>
      </p:sp>
      <p:sp>
        <p:nvSpPr>
          <p:cNvPr id="5" name="文本占位符 4"/>
          <p:cNvSpPr>
            <a:spLocks noGrp="1"/>
          </p:cNvSpPr>
          <p:nvPr>
            <p:ph type="body" sz="quarter" idx="13" hasCustomPrompt="1"/>
          </p:nvPr>
        </p:nvSpPr>
        <p:spPr>
          <a:xfrm>
            <a:off x="660401" y="1266656"/>
            <a:ext cx="3263900" cy="362343"/>
          </a:xfrm>
          <a:noFill/>
        </p:spPr>
        <p:txBody>
          <a:bodyPr wrap="square">
            <a:noAutofit/>
          </a:bodyPr>
          <a:lstStyle>
            <a:lvl1pPr marL="0" indent="0" algn="just">
              <a:lnSpc>
                <a:spcPct val="120000"/>
              </a:lnSpc>
              <a:spcBef>
                <a:spcPts val="0"/>
              </a:spcBef>
              <a:buFontTx/>
              <a:buNone/>
              <a:defRPr sz="1600" b="1">
                <a:solidFill>
                  <a:schemeClr val="tx1"/>
                </a:solidFill>
              </a:defRPr>
            </a:lvl1pPr>
            <a:lvl2pPr marL="457200" indent="0">
              <a:buNone/>
              <a:defRPr/>
            </a:lvl2pPr>
          </a:lstStyle>
          <a:p>
            <a:pPr lvl="0"/>
            <a:r>
              <a:rPr lang="zh-CN" altLang="en-US" dirty="0"/>
              <a:t>此处添加本页重要观点</a:t>
            </a:r>
            <a:r>
              <a:rPr lang="en-US" altLang="zh-CN" dirty="0"/>
              <a:t>1-16pt</a:t>
            </a:r>
            <a:endParaRPr lang="en-US" altLang="zh-CN" dirty="0"/>
          </a:p>
        </p:txBody>
      </p:sp>
      <p:cxnSp>
        <p:nvCxnSpPr>
          <p:cNvPr id="4" name="直接连接符 6"/>
          <p:cNvCxnSpPr/>
          <p:nvPr userDrawn="1"/>
        </p:nvCxnSpPr>
        <p:spPr>
          <a:xfrm>
            <a:off x="669924" y="6462082"/>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a:off x="11194812" y="6225703"/>
            <a:ext cx="240189" cy="240189"/>
          </a:xfrm>
          <a:prstGeom prst="rect">
            <a:avLst/>
          </a:prstGeom>
          <a:solidFill>
            <a:srgbClr val="FF4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Slide Number Placeholder 5"/>
          <p:cNvSpPr>
            <a:spLocks noGrp="1"/>
          </p:cNvSpPr>
          <p:nvPr>
            <p:ph type="sldNum" sz="quarter" idx="4"/>
          </p:nvPr>
        </p:nvSpPr>
        <p:spPr>
          <a:xfrm>
            <a:off x="11110913" y="6237847"/>
            <a:ext cx="407987" cy="215900"/>
          </a:xfrm>
          <a:prstGeom prst="rect">
            <a:avLst/>
          </a:prstGeom>
        </p:spPr>
        <p:txBody>
          <a:bodyPr vert="horz" lIns="91440" tIns="45720" rIns="91440" bIns="45720" rtlCol="0" anchor="ctr"/>
          <a:lstStyle>
            <a:lvl1pPr algn="ctr">
              <a:defRPr lang="zh-CN" altLang="en-US" sz="900" b="0" smtClean="0">
                <a:solidFill>
                  <a:schemeClr val="bg1"/>
                </a:solidFill>
              </a:defRPr>
            </a:lvl1pPr>
          </a:lstStyle>
          <a:p>
            <a:fld id="{7F65B630-C7FF-41C0-9923-C5E5E29EED81}" type="slidenum">
              <a:rPr lang="en-US" altLang="zh-CN" smtClean="0"/>
            </a:fld>
            <a:endParaRPr lang="en-US" altLang="zh-CN" dirty="0"/>
          </a:p>
        </p:txBody>
      </p:sp>
      <p:sp>
        <p:nvSpPr>
          <p:cNvPr id="16" name="文本框 15"/>
          <p:cNvSpPr txBox="1"/>
          <p:nvPr userDrawn="1"/>
        </p:nvSpPr>
        <p:spPr>
          <a:xfrm>
            <a:off x="10594916" y="6469702"/>
            <a:ext cx="1271847" cy="215444"/>
          </a:xfrm>
          <a:prstGeom prst="rect">
            <a:avLst/>
          </a:prstGeom>
          <a:noFill/>
        </p:spPr>
        <p:txBody>
          <a:bodyPr wrap="square">
            <a:spAutoFit/>
          </a:bodyPr>
          <a:lstStyle/>
          <a:p>
            <a:r>
              <a:rPr lang="zh-CN" altLang="en-US" sz="800" dirty="0">
                <a:latin typeface="+mn-lt"/>
                <a:ea typeface="Songti SC" panose="02010600040101010101" pitchFamily="2" charset="-122"/>
              </a:rPr>
              <a:t>www.ciicmc.com</a:t>
            </a:r>
            <a:endParaRPr lang="zh-CN" altLang="en-US" sz="800" dirty="0">
              <a:latin typeface="+mn-lt"/>
              <a:ea typeface="Songti SC" panose="02010600040101010101" pitchFamily="2" charset="-122"/>
            </a:endParaRPr>
          </a:p>
        </p:txBody>
      </p:sp>
      <p:cxnSp>
        <p:nvCxnSpPr>
          <p:cNvPr id="19" name="直接连接符 6"/>
          <p:cNvCxnSpPr/>
          <p:nvPr userDrawn="1"/>
        </p:nvCxnSpPr>
        <p:spPr>
          <a:xfrm>
            <a:off x="669924" y="1130300"/>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1" name="文本占位符 4"/>
          <p:cNvSpPr>
            <a:spLocks noGrp="1"/>
          </p:cNvSpPr>
          <p:nvPr>
            <p:ph type="body" sz="quarter" idx="17" hasCustomPrompt="1"/>
          </p:nvPr>
        </p:nvSpPr>
        <p:spPr>
          <a:xfrm>
            <a:off x="4457700" y="1266656"/>
            <a:ext cx="3263900" cy="362343"/>
          </a:xfrm>
          <a:noFill/>
        </p:spPr>
        <p:txBody>
          <a:bodyPr wrap="square">
            <a:noAutofit/>
          </a:bodyPr>
          <a:lstStyle>
            <a:lvl1pPr marL="0" indent="0" algn="just">
              <a:lnSpc>
                <a:spcPct val="120000"/>
              </a:lnSpc>
              <a:spcBef>
                <a:spcPts val="0"/>
              </a:spcBef>
              <a:buFontTx/>
              <a:buNone/>
              <a:defRPr sz="1600" b="1">
                <a:solidFill>
                  <a:schemeClr val="tx1"/>
                </a:solidFill>
              </a:defRPr>
            </a:lvl1pPr>
            <a:lvl2pPr marL="457200" indent="0">
              <a:buNone/>
              <a:defRPr/>
            </a:lvl2pPr>
          </a:lstStyle>
          <a:p>
            <a:pPr lvl="0"/>
            <a:r>
              <a:rPr lang="zh-CN" altLang="en-US" dirty="0"/>
              <a:t>此处添加本页重要观点</a:t>
            </a:r>
            <a:r>
              <a:rPr lang="en-US" altLang="zh-CN" dirty="0"/>
              <a:t>2-16pt</a:t>
            </a:r>
            <a:endParaRPr lang="en-US" altLang="zh-CN" dirty="0"/>
          </a:p>
        </p:txBody>
      </p:sp>
      <p:sp>
        <p:nvSpPr>
          <p:cNvPr id="12" name="文本占位符 4"/>
          <p:cNvSpPr>
            <a:spLocks noGrp="1"/>
          </p:cNvSpPr>
          <p:nvPr>
            <p:ph type="body" sz="quarter" idx="18" hasCustomPrompt="1"/>
          </p:nvPr>
        </p:nvSpPr>
        <p:spPr>
          <a:xfrm>
            <a:off x="8254998" y="1266656"/>
            <a:ext cx="3278189" cy="362343"/>
          </a:xfrm>
          <a:noFill/>
        </p:spPr>
        <p:txBody>
          <a:bodyPr wrap="square">
            <a:noAutofit/>
          </a:bodyPr>
          <a:lstStyle>
            <a:lvl1pPr marL="0" indent="0" algn="just">
              <a:lnSpc>
                <a:spcPct val="120000"/>
              </a:lnSpc>
              <a:spcBef>
                <a:spcPts val="0"/>
              </a:spcBef>
              <a:buFontTx/>
              <a:buNone/>
              <a:defRPr sz="1600" b="1">
                <a:solidFill>
                  <a:schemeClr val="tx1"/>
                </a:solidFill>
              </a:defRPr>
            </a:lvl1pPr>
            <a:lvl2pPr marL="457200" indent="0">
              <a:buNone/>
              <a:defRPr/>
            </a:lvl2pPr>
          </a:lstStyle>
          <a:p>
            <a:pPr lvl="0"/>
            <a:r>
              <a:rPr lang="zh-CN" altLang="en-US" dirty="0"/>
              <a:t>此处添加本页重要观点</a:t>
            </a:r>
            <a:r>
              <a:rPr lang="en-US" altLang="zh-CN" dirty="0"/>
              <a:t>3-16pt</a:t>
            </a:r>
            <a:endParaRPr lang="en-US" altLang="zh-CN" dirty="0"/>
          </a:p>
        </p:txBody>
      </p:sp>
      <p:sp>
        <p:nvSpPr>
          <p:cNvPr id="14" name="文本占位符 17"/>
          <p:cNvSpPr>
            <a:spLocks noGrp="1"/>
          </p:cNvSpPr>
          <p:nvPr>
            <p:ph type="body" sz="quarter" idx="16" hasCustomPrompt="1"/>
          </p:nvPr>
        </p:nvSpPr>
        <p:spPr>
          <a:xfrm>
            <a:off x="669924" y="6476052"/>
            <a:ext cx="9858376" cy="196850"/>
          </a:xfrm>
        </p:spPr>
        <p:txBody>
          <a:bodyPr>
            <a:noAutofit/>
          </a:bodyPr>
          <a:lstStyle>
            <a:lvl1pPr marL="0" indent="0" algn="l" defTabSz="914400" rtl="0" eaLnBrk="1" latinLnBrk="0" hangingPunct="1">
              <a:lnSpc>
                <a:spcPct val="130000"/>
              </a:lnSpc>
              <a:spcBef>
                <a:spcPts val="1000"/>
              </a:spcBef>
              <a:buFont typeface="Arial" panose="020B0604020202020204" pitchFamily="34" charset="0"/>
              <a:buNone/>
              <a:defRPr lang="zh-CN" altLang="en-US" sz="900" kern="1200" dirty="0">
                <a:solidFill>
                  <a:schemeClr val="tx1"/>
                </a:solidFill>
                <a:latin typeface="+mn-ea"/>
                <a:ea typeface="+mn-ea"/>
                <a:cs typeface="+mn-cs"/>
              </a:defRPr>
            </a:lvl1pPr>
          </a:lstStyle>
          <a:p>
            <a:r>
              <a:rPr lang="zh-CN" altLang="en-US" dirty="0"/>
              <a:t>数据来源</a:t>
            </a:r>
            <a:r>
              <a:rPr lang="en-US" altLang="zh-CN" dirty="0"/>
              <a:t>/</a:t>
            </a:r>
            <a:r>
              <a:rPr lang="zh-CN" altLang="en-US" dirty="0"/>
              <a:t>图表来源</a:t>
            </a:r>
            <a:r>
              <a:rPr lang="en-US" altLang="zh-CN" dirty="0"/>
              <a:t>/</a:t>
            </a:r>
            <a:r>
              <a:rPr lang="zh-CN" altLang="en-US" dirty="0"/>
              <a:t>资料来源：图表或数据资料来源</a:t>
            </a:r>
            <a:r>
              <a:rPr lang="en-US" altLang="zh-CN" dirty="0"/>
              <a:t>-9pt</a:t>
            </a:r>
            <a:endParaRPr lang="zh-CN" altLang="en-US" dirty="0"/>
          </a:p>
        </p:txBody>
      </p:sp>
      <p:sp>
        <p:nvSpPr>
          <p:cNvPr id="15" name="文本占位符 13"/>
          <p:cNvSpPr>
            <a:spLocks noGrp="1"/>
          </p:cNvSpPr>
          <p:nvPr>
            <p:ph type="body" sz="quarter" idx="15" hasCustomPrompt="1"/>
          </p:nvPr>
        </p:nvSpPr>
        <p:spPr>
          <a:xfrm>
            <a:off x="669924" y="6019800"/>
            <a:ext cx="9867900" cy="434662"/>
          </a:xfrm>
        </p:spPr>
        <p:txBody>
          <a:bodyPr anchor="ctr">
            <a:noAutofit/>
          </a:bodyPr>
          <a:lstStyle>
            <a:lvl1pPr marL="228600" indent="-228600" algn="l">
              <a:lnSpc>
                <a:spcPct val="50000"/>
              </a:lnSpc>
              <a:buFont typeface="+mj-lt"/>
              <a:buAutoNum type="arabicPeriod"/>
              <a:defRPr sz="900">
                <a:latin typeface="+mn-ea"/>
                <a:ea typeface="+mn-ea"/>
              </a:defRPr>
            </a:lvl1pPr>
          </a:lstStyle>
          <a:p>
            <a:r>
              <a:rPr lang="zh-CN" altLang="en-US" dirty="0"/>
              <a:t>此处为正文中专业术语或句子的解释说明 ，有多个注释可多行，并自行设置角标序号</a:t>
            </a:r>
            <a:r>
              <a:rPr lang="en-US" altLang="zh-CN" dirty="0"/>
              <a:t> -9pt</a:t>
            </a:r>
            <a:endParaRPr lang="en-US" altLang="zh-CN" dirty="0"/>
          </a:p>
        </p:txBody>
      </p:sp>
      <p:sp>
        <p:nvSpPr>
          <p:cNvPr id="17" name="文本占位符 8"/>
          <p:cNvSpPr>
            <a:spLocks noGrp="1"/>
          </p:cNvSpPr>
          <p:nvPr>
            <p:ph type="body" sz="quarter" idx="19" hasCustomPrompt="1"/>
          </p:nvPr>
        </p:nvSpPr>
        <p:spPr>
          <a:xfrm>
            <a:off x="658814" y="1870394"/>
            <a:ext cx="3263900"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
        <p:nvSpPr>
          <p:cNvPr id="18" name="文本占位符 8"/>
          <p:cNvSpPr>
            <a:spLocks noGrp="1"/>
          </p:cNvSpPr>
          <p:nvPr>
            <p:ph type="body" sz="quarter" idx="20" hasCustomPrompt="1"/>
          </p:nvPr>
        </p:nvSpPr>
        <p:spPr>
          <a:xfrm>
            <a:off x="4464050" y="1870394"/>
            <a:ext cx="3263900"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
        <p:nvSpPr>
          <p:cNvPr id="20" name="文本占位符 8"/>
          <p:cNvSpPr>
            <a:spLocks noGrp="1"/>
          </p:cNvSpPr>
          <p:nvPr>
            <p:ph type="body" sz="quarter" idx="21" hasCustomPrompt="1"/>
          </p:nvPr>
        </p:nvSpPr>
        <p:spPr>
          <a:xfrm>
            <a:off x="8254998" y="1866955"/>
            <a:ext cx="3263900"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内页布局-右侧强调">
    <p:spTree>
      <p:nvGrpSpPr>
        <p:cNvPr id="1" name=""/>
        <p:cNvGrpSpPr/>
        <p:nvPr/>
      </p:nvGrpSpPr>
      <p:grpSpPr>
        <a:xfrm>
          <a:off x="0" y="0"/>
          <a:ext cx="0" cy="0"/>
          <a:chOff x="0" y="0"/>
          <a:chExt cx="0" cy="0"/>
        </a:xfrm>
      </p:grpSpPr>
      <p:sp>
        <p:nvSpPr>
          <p:cNvPr id="6" name="矩形 5"/>
          <p:cNvSpPr/>
          <p:nvPr userDrawn="1"/>
        </p:nvSpPr>
        <p:spPr>
          <a:xfrm>
            <a:off x="8350250" y="0"/>
            <a:ext cx="38417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nvPr>
        </p:nvSpPr>
        <p:spPr/>
        <p:txBody>
          <a:bodyPr/>
          <a:lstStyle/>
          <a:p>
            <a:r>
              <a:rPr lang="zh-CN" altLang="en-US" dirty="0"/>
              <a:t>单击此处编辑标题样式</a:t>
            </a:r>
            <a:r>
              <a:rPr lang="en-US" altLang="zh-CN" dirty="0"/>
              <a:t>-24pt</a:t>
            </a:r>
            <a:endParaRPr lang="en-US" dirty="0"/>
          </a:p>
        </p:txBody>
      </p:sp>
      <p:sp>
        <p:nvSpPr>
          <p:cNvPr id="5" name="文本占位符 4"/>
          <p:cNvSpPr>
            <a:spLocks noGrp="1"/>
          </p:cNvSpPr>
          <p:nvPr>
            <p:ph type="body" sz="quarter" idx="13" hasCustomPrompt="1"/>
          </p:nvPr>
        </p:nvSpPr>
        <p:spPr>
          <a:xfrm>
            <a:off x="660400" y="1266656"/>
            <a:ext cx="7067549" cy="362343"/>
          </a:xfrm>
          <a:noFill/>
        </p:spPr>
        <p:txBody>
          <a:bodyPr wrap="square">
            <a:noAutofit/>
          </a:bodyPr>
          <a:lstStyle>
            <a:lvl1pPr marL="0" indent="0" algn="just">
              <a:lnSpc>
                <a:spcPct val="120000"/>
              </a:lnSpc>
              <a:spcBef>
                <a:spcPts val="0"/>
              </a:spcBef>
              <a:buFontTx/>
              <a:buNone/>
              <a:defRPr sz="1600" b="1">
                <a:solidFill>
                  <a:schemeClr val="tx1"/>
                </a:solidFill>
              </a:defRPr>
            </a:lvl1pPr>
            <a:lvl2pPr marL="457200" indent="0">
              <a:buNone/>
              <a:defRPr/>
            </a:lvl2pPr>
          </a:lstStyle>
          <a:p>
            <a:pPr lvl="0"/>
            <a:r>
              <a:rPr lang="zh-CN" altLang="en-US" dirty="0"/>
              <a:t>此处添加本页重要观点</a:t>
            </a:r>
            <a:r>
              <a:rPr lang="en-US" altLang="zh-CN" dirty="0"/>
              <a:t>1-16pt</a:t>
            </a:r>
            <a:endParaRPr lang="en-US" altLang="zh-CN" dirty="0"/>
          </a:p>
        </p:txBody>
      </p:sp>
      <p:cxnSp>
        <p:nvCxnSpPr>
          <p:cNvPr id="4" name="直接连接符 6"/>
          <p:cNvCxnSpPr/>
          <p:nvPr userDrawn="1"/>
        </p:nvCxnSpPr>
        <p:spPr>
          <a:xfrm flipV="1">
            <a:off x="669924" y="6453747"/>
            <a:ext cx="7200000" cy="8335"/>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a:off x="11194812" y="6225703"/>
            <a:ext cx="240189" cy="240189"/>
          </a:xfrm>
          <a:prstGeom prst="rect">
            <a:avLst/>
          </a:prstGeom>
          <a:solidFill>
            <a:srgbClr val="FF4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Slide Number Placeholder 5"/>
          <p:cNvSpPr>
            <a:spLocks noGrp="1"/>
          </p:cNvSpPr>
          <p:nvPr>
            <p:ph type="sldNum" sz="quarter" idx="4"/>
          </p:nvPr>
        </p:nvSpPr>
        <p:spPr>
          <a:xfrm>
            <a:off x="11110913" y="6237847"/>
            <a:ext cx="407987" cy="215900"/>
          </a:xfrm>
          <a:prstGeom prst="rect">
            <a:avLst/>
          </a:prstGeom>
        </p:spPr>
        <p:txBody>
          <a:bodyPr vert="horz" lIns="91440" tIns="45720" rIns="91440" bIns="45720" rtlCol="0" anchor="ctr"/>
          <a:lstStyle>
            <a:lvl1pPr algn="ctr">
              <a:defRPr lang="zh-CN" altLang="en-US" sz="900" b="0" smtClean="0">
                <a:solidFill>
                  <a:schemeClr val="bg1"/>
                </a:solidFill>
              </a:defRPr>
            </a:lvl1pPr>
          </a:lstStyle>
          <a:p>
            <a:fld id="{7F65B630-C7FF-41C0-9923-C5E5E29EED81}" type="slidenum">
              <a:rPr lang="en-US" altLang="zh-CN" smtClean="0"/>
            </a:fld>
            <a:endParaRPr lang="en-US" altLang="zh-CN" dirty="0"/>
          </a:p>
        </p:txBody>
      </p:sp>
      <p:sp>
        <p:nvSpPr>
          <p:cNvPr id="16" name="文本框 15"/>
          <p:cNvSpPr txBox="1"/>
          <p:nvPr userDrawn="1"/>
        </p:nvSpPr>
        <p:spPr>
          <a:xfrm>
            <a:off x="10594916" y="6469702"/>
            <a:ext cx="1271847" cy="215444"/>
          </a:xfrm>
          <a:prstGeom prst="rect">
            <a:avLst/>
          </a:prstGeom>
          <a:noFill/>
        </p:spPr>
        <p:txBody>
          <a:bodyPr wrap="square">
            <a:spAutoFit/>
          </a:bodyPr>
          <a:lstStyle/>
          <a:p>
            <a:r>
              <a:rPr lang="zh-CN" altLang="en-US" sz="800" dirty="0">
                <a:solidFill>
                  <a:schemeClr val="bg1"/>
                </a:solidFill>
                <a:latin typeface="+mn-lt"/>
                <a:ea typeface="Songti SC" panose="02010600040101010101" pitchFamily="2" charset="-122"/>
              </a:rPr>
              <a:t>www.ciicmc.com</a:t>
            </a:r>
            <a:endParaRPr lang="zh-CN" altLang="en-US" sz="800" dirty="0">
              <a:solidFill>
                <a:schemeClr val="bg1"/>
              </a:solidFill>
              <a:latin typeface="+mn-lt"/>
              <a:ea typeface="Songti SC" panose="02010600040101010101" pitchFamily="2" charset="-122"/>
            </a:endParaRPr>
          </a:p>
        </p:txBody>
      </p:sp>
      <p:cxnSp>
        <p:nvCxnSpPr>
          <p:cNvPr id="19" name="直接连接符 6"/>
          <p:cNvCxnSpPr/>
          <p:nvPr userDrawn="1"/>
        </p:nvCxnSpPr>
        <p:spPr>
          <a:xfrm>
            <a:off x="669924" y="1130300"/>
            <a:ext cx="7200000"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4" name="文本占位符 4"/>
          <p:cNvSpPr>
            <a:spLocks noGrp="1"/>
          </p:cNvSpPr>
          <p:nvPr>
            <p:ph type="body" sz="quarter" idx="18" hasCustomPrompt="1"/>
          </p:nvPr>
        </p:nvSpPr>
        <p:spPr>
          <a:xfrm>
            <a:off x="8643936" y="1266656"/>
            <a:ext cx="2887663" cy="362343"/>
          </a:xfrm>
          <a:noFill/>
        </p:spPr>
        <p:txBody>
          <a:bodyPr wrap="square">
            <a:noAutofit/>
          </a:bodyPr>
          <a:lstStyle>
            <a:lvl1pPr marL="0" indent="0" algn="just">
              <a:lnSpc>
                <a:spcPct val="120000"/>
              </a:lnSpc>
              <a:spcBef>
                <a:spcPts val="0"/>
              </a:spcBef>
              <a:buFontTx/>
              <a:buNone/>
              <a:defRPr sz="1600" b="1">
                <a:solidFill>
                  <a:schemeClr val="bg1"/>
                </a:solidFill>
              </a:defRPr>
            </a:lvl1pPr>
            <a:lvl2pPr marL="457200" indent="0">
              <a:buNone/>
              <a:defRPr/>
            </a:lvl2pPr>
          </a:lstStyle>
          <a:p>
            <a:pPr lvl="0"/>
            <a:r>
              <a:rPr lang="zh-CN" altLang="en-US" dirty="0"/>
              <a:t>单击此处添加要点总结（可以是对左侧内容对比或再提炼）</a:t>
            </a:r>
            <a:endParaRPr lang="en-US" altLang="zh-CN" dirty="0"/>
          </a:p>
        </p:txBody>
      </p:sp>
      <p:cxnSp>
        <p:nvCxnSpPr>
          <p:cNvPr id="27" name="直接连接符 6"/>
          <p:cNvCxnSpPr/>
          <p:nvPr userDrawn="1"/>
        </p:nvCxnSpPr>
        <p:spPr>
          <a:xfrm>
            <a:off x="8645524" y="1130300"/>
            <a:ext cx="288766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文本占位符 17"/>
          <p:cNvSpPr>
            <a:spLocks noGrp="1"/>
          </p:cNvSpPr>
          <p:nvPr>
            <p:ph type="body" sz="quarter" idx="16" hasCustomPrompt="1"/>
          </p:nvPr>
        </p:nvSpPr>
        <p:spPr>
          <a:xfrm>
            <a:off x="669924" y="6476052"/>
            <a:ext cx="7044870" cy="196850"/>
          </a:xfrm>
        </p:spPr>
        <p:txBody>
          <a:bodyPr>
            <a:noAutofit/>
          </a:bodyPr>
          <a:lstStyle>
            <a:lvl1pPr marL="0" indent="0" algn="l" defTabSz="914400" rtl="0" eaLnBrk="1" latinLnBrk="0" hangingPunct="1">
              <a:lnSpc>
                <a:spcPct val="130000"/>
              </a:lnSpc>
              <a:spcBef>
                <a:spcPts val="1000"/>
              </a:spcBef>
              <a:buFont typeface="Arial" panose="020B0604020202020204" pitchFamily="34" charset="0"/>
              <a:buNone/>
              <a:defRPr lang="zh-CN" altLang="en-US" sz="900" kern="1200" dirty="0">
                <a:solidFill>
                  <a:schemeClr val="tx1"/>
                </a:solidFill>
                <a:latin typeface="+mn-ea"/>
                <a:ea typeface="+mn-ea"/>
                <a:cs typeface="+mn-cs"/>
              </a:defRPr>
            </a:lvl1pPr>
          </a:lstStyle>
          <a:p>
            <a:r>
              <a:rPr lang="zh-CN" altLang="en-US" dirty="0"/>
              <a:t>数据来源</a:t>
            </a:r>
            <a:r>
              <a:rPr lang="en-US" altLang="zh-CN" dirty="0"/>
              <a:t>/</a:t>
            </a:r>
            <a:r>
              <a:rPr lang="zh-CN" altLang="en-US" dirty="0"/>
              <a:t>图表来源</a:t>
            </a:r>
            <a:r>
              <a:rPr lang="en-US" altLang="zh-CN" dirty="0"/>
              <a:t>/</a:t>
            </a:r>
            <a:r>
              <a:rPr lang="zh-CN" altLang="en-US" dirty="0"/>
              <a:t>资料来源：图表或数据资料来源</a:t>
            </a:r>
            <a:r>
              <a:rPr lang="en-US" altLang="zh-CN" dirty="0"/>
              <a:t>-9pt</a:t>
            </a:r>
            <a:endParaRPr lang="zh-CN" altLang="en-US" dirty="0"/>
          </a:p>
        </p:txBody>
      </p:sp>
      <p:sp>
        <p:nvSpPr>
          <p:cNvPr id="15" name="文本占位符 13"/>
          <p:cNvSpPr>
            <a:spLocks noGrp="1"/>
          </p:cNvSpPr>
          <p:nvPr>
            <p:ph type="body" sz="quarter" idx="15" hasCustomPrompt="1"/>
          </p:nvPr>
        </p:nvSpPr>
        <p:spPr>
          <a:xfrm>
            <a:off x="669924" y="6019800"/>
            <a:ext cx="7051676" cy="434662"/>
          </a:xfrm>
        </p:spPr>
        <p:txBody>
          <a:bodyPr anchor="ctr">
            <a:noAutofit/>
          </a:bodyPr>
          <a:lstStyle>
            <a:lvl1pPr marL="228600" indent="-228600" algn="l">
              <a:lnSpc>
                <a:spcPct val="50000"/>
              </a:lnSpc>
              <a:buFont typeface="+mj-lt"/>
              <a:buAutoNum type="arabicPeriod"/>
              <a:defRPr sz="900">
                <a:latin typeface="+mn-ea"/>
                <a:ea typeface="+mn-ea"/>
              </a:defRPr>
            </a:lvl1pPr>
          </a:lstStyle>
          <a:p>
            <a:r>
              <a:rPr lang="zh-CN" altLang="en-US" dirty="0"/>
              <a:t>此处为正文中专业术语或句子的解释说明 ，有多个注释可多行，并自行设置角标序号</a:t>
            </a:r>
            <a:r>
              <a:rPr lang="en-US" altLang="zh-CN" dirty="0"/>
              <a:t> -9pt</a:t>
            </a:r>
            <a:endParaRPr lang="en-US" altLang="zh-CN" dirty="0"/>
          </a:p>
        </p:txBody>
      </p:sp>
      <p:sp>
        <p:nvSpPr>
          <p:cNvPr id="17" name="文本占位符 8"/>
          <p:cNvSpPr>
            <a:spLocks noGrp="1"/>
          </p:cNvSpPr>
          <p:nvPr>
            <p:ph type="body" sz="quarter" idx="19" hasCustomPrompt="1"/>
          </p:nvPr>
        </p:nvSpPr>
        <p:spPr>
          <a:xfrm>
            <a:off x="658814" y="1870394"/>
            <a:ext cx="3263900"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
        <p:nvSpPr>
          <p:cNvPr id="18" name="文本占位符 8"/>
          <p:cNvSpPr>
            <a:spLocks noGrp="1"/>
          </p:cNvSpPr>
          <p:nvPr>
            <p:ph type="body" sz="quarter" idx="20" hasCustomPrompt="1"/>
          </p:nvPr>
        </p:nvSpPr>
        <p:spPr>
          <a:xfrm>
            <a:off x="4464050" y="1870394"/>
            <a:ext cx="3263900"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内页布局-左侧强调">
    <p:spTree>
      <p:nvGrpSpPr>
        <p:cNvPr id="1" name=""/>
        <p:cNvGrpSpPr/>
        <p:nvPr/>
      </p:nvGrpSpPr>
      <p:grpSpPr>
        <a:xfrm>
          <a:off x="0" y="0"/>
          <a:ext cx="0" cy="0"/>
          <a:chOff x="0" y="0"/>
          <a:chExt cx="0" cy="0"/>
        </a:xfrm>
      </p:grpSpPr>
      <p:sp>
        <p:nvSpPr>
          <p:cNvPr id="8" name="文本占位符 17"/>
          <p:cNvSpPr>
            <a:spLocks noGrp="1"/>
          </p:cNvSpPr>
          <p:nvPr>
            <p:ph type="body" sz="quarter" idx="20" hasCustomPrompt="1"/>
          </p:nvPr>
        </p:nvSpPr>
        <p:spPr>
          <a:xfrm>
            <a:off x="4335144" y="6476052"/>
            <a:ext cx="6570349" cy="196850"/>
          </a:xfrm>
        </p:spPr>
        <p:txBody>
          <a:bodyPr>
            <a:noAutofit/>
          </a:bodyPr>
          <a:lstStyle>
            <a:lvl1pPr marL="0" indent="0" algn="l" defTabSz="914400" rtl="0" eaLnBrk="1" latinLnBrk="0" hangingPunct="1">
              <a:lnSpc>
                <a:spcPct val="130000"/>
              </a:lnSpc>
              <a:spcBef>
                <a:spcPts val="1000"/>
              </a:spcBef>
              <a:buFont typeface="Arial" panose="020B0604020202020204" pitchFamily="34" charset="0"/>
              <a:buNone/>
              <a:defRPr lang="zh-CN" altLang="en-US" sz="900" kern="1200" dirty="0">
                <a:solidFill>
                  <a:schemeClr val="tx1"/>
                </a:solidFill>
                <a:latin typeface="+mn-ea"/>
                <a:ea typeface="+mn-ea"/>
                <a:cs typeface="+mn-cs"/>
              </a:defRPr>
            </a:lvl1pPr>
          </a:lstStyle>
          <a:p>
            <a:r>
              <a:rPr lang="zh-CN" altLang="en-US" dirty="0"/>
              <a:t>数据来源</a:t>
            </a:r>
            <a:r>
              <a:rPr lang="en-US" altLang="zh-CN" dirty="0"/>
              <a:t>/</a:t>
            </a:r>
            <a:r>
              <a:rPr lang="zh-CN" altLang="en-US" dirty="0"/>
              <a:t>图表来源</a:t>
            </a:r>
            <a:r>
              <a:rPr lang="en-US" altLang="zh-CN" dirty="0"/>
              <a:t>/</a:t>
            </a:r>
            <a:r>
              <a:rPr lang="zh-CN" altLang="en-US" dirty="0"/>
              <a:t>资料来源：图表或数据资料来源</a:t>
            </a:r>
            <a:r>
              <a:rPr lang="en-US" altLang="zh-CN" dirty="0"/>
              <a:t>-9pt</a:t>
            </a:r>
            <a:endParaRPr lang="zh-CN" altLang="en-US" dirty="0"/>
          </a:p>
        </p:txBody>
      </p:sp>
      <p:sp>
        <p:nvSpPr>
          <p:cNvPr id="12" name="矩形 11"/>
          <p:cNvSpPr/>
          <p:nvPr userDrawn="1"/>
        </p:nvSpPr>
        <p:spPr>
          <a:xfrm>
            <a:off x="0" y="0"/>
            <a:ext cx="3994036"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6"/>
          <p:cNvCxnSpPr/>
          <p:nvPr userDrawn="1"/>
        </p:nvCxnSpPr>
        <p:spPr>
          <a:xfrm>
            <a:off x="658813" y="1130300"/>
            <a:ext cx="288448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标题 1"/>
          <p:cNvSpPr>
            <a:spLocks noGrp="1"/>
          </p:cNvSpPr>
          <p:nvPr>
            <p:ph type="title" hasCustomPrompt="1"/>
          </p:nvPr>
        </p:nvSpPr>
        <p:spPr>
          <a:xfrm>
            <a:off x="4324349" y="0"/>
            <a:ext cx="10858500" cy="1028700"/>
          </a:xfrm>
        </p:spPr>
        <p:txBody>
          <a:bodyPr/>
          <a:lstStyle/>
          <a:p>
            <a:r>
              <a:rPr lang="zh-CN" altLang="en-US" dirty="0"/>
              <a:t>单击此处编辑标题样式</a:t>
            </a:r>
            <a:r>
              <a:rPr lang="en-US" altLang="zh-CN" dirty="0"/>
              <a:t>-24pt</a:t>
            </a:r>
            <a:endParaRPr lang="en-US" dirty="0"/>
          </a:p>
        </p:txBody>
      </p:sp>
      <p:sp>
        <p:nvSpPr>
          <p:cNvPr id="19" name="文本占位符 4"/>
          <p:cNvSpPr>
            <a:spLocks noGrp="1"/>
          </p:cNvSpPr>
          <p:nvPr>
            <p:ph type="body" sz="quarter" idx="13" hasCustomPrompt="1"/>
          </p:nvPr>
        </p:nvSpPr>
        <p:spPr>
          <a:xfrm>
            <a:off x="4324351" y="1266656"/>
            <a:ext cx="3263900" cy="362343"/>
          </a:xfrm>
          <a:noFill/>
        </p:spPr>
        <p:txBody>
          <a:bodyPr wrap="square">
            <a:noAutofit/>
          </a:bodyPr>
          <a:lstStyle>
            <a:lvl1pPr marL="0" indent="0" algn="just">
              <a:lnSpc>
                <a:spcPct val="120000"/>
              </a:lnSpc>
              <a:spcBef>
                <a:spcPts val="0"/>
              </a:spcBef>
              <a:buFontTx/>
              <a:buNone/>
              <a:defRPr sz="1600" b="1">
                <a:solidFill>
                  <a:schemeClr val="tx1"/>
                </a:solidFill>
              </a:defRPr>
            </a:lvl1pPr>
            <a:lvl2pPr marL="457200" indent="0">
              <a:buNone/>
              <a:defRPr/>
            </a:lvl2pPr>
          </a:lstStyle>
          <a:p>
            <a:pPr lvl="0"/>
            <a:r>
              <a:rPr lang="zh-CN" altLang="en-US" dirty="0"/>
              <a:t>此处添加本页重要观点</a:t>
            </a:r>
            <a:r>
              <a:rPr lang="en-US" altLang="zh-CN" dirty="0"/>
              <a:t>1-16pt</a:t>
            </a:r>
            <a:endParaRPr lang="en-US" altLang="zh-CN" dirty="0"/>
          </a:p>
        </p:txBody>
      </p:sp>
      <p:cxnSp>
        <p:nvCxnSpPr>
          <p:cNvPr id="20" name="直接连接符 6"/>
          <p:cNvCxnSpPr/>
          <p:nvPr userDrawn="1"/>
        </p:nvCxnSpPr>
        <p:spPr>
          <a:xfrm flipV="1">
            <a:off x="4333874" y="6453747"/>
            <a:ext cx="7200000" cy="8335"/>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23" name="直接连接符 6"/>
          <p:cNvCxnSpPr/>
          <p:nvPr userDrawn="1"/>
        </p:nvCxnSpPr>
        <p:spPr>
          <a:xfrm>
            <a:off x="4333874" y="1130300"/>
            <a:ext cx="7200000"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6" name="文本占位符 4"/>
          <p:cNvSpPr>
            <a:spLocks noGrp="1"/>
          </p:cNvSpPr>
          <p:nvPr>
            <p:ph type="body" sz="quarter" idx="17" hasCustomPrompt="1"/>
          </p:nvPr>
        </p:nvSpPr>
        <p:spPr>
          <a:xfrm>
            <a:off x="8121650" y="1266656"/>
            <a:ext cx="3263900" cy="362343"/>
          </a:xfrm>
          <a:noFill/>
        </p:spPr>
        <p:txBody>
          <a:bodyPr wrap="square">
            <a:noAutofit/>
          </a:bodyPr>
          <a:lstStyle>
            <a:lvl1pPr marL="0" indent="0" algn="just">
              <a:lnSpc>
                <a:spcPct val="120000"/>
              </a:lnSpc>
              <a:spcBef>
                <a:spcPts val="0"/>
              </a:spcBef>
              <a:buFontTx/>
              <a:buNone/>
              <a:defRPr sz="1600" b="1">
                <a:solidFill>
                  <a:schemeClr val="tx1"/>
                </a:solidFill>
              </a:defRPr>
            </a:lvl1pPr>
            <a:lvl2pPr marL="457200" indent="0">
              <a:buNone/>
              <a:defRPr/>
            </a:lvl2pPr>
          </a:lstStyle>
          <a:p>
            <a:pPr lvl="0"/>
            <a:r>
              <a:rPr lang="zh-CN" altLang="en-US" dirty="0"/>
              <a:t>此处添加本页重要观点</a:t>
            </a:r>
            <a:r>
              <a:rPr lang="en-US" altLang="zh-CN" dirty="0"/>
              <a:t>2-16pt</a:t>
            </a:r>
            <a:endParaRPr lang="en-US" altLang="zh-CN" dirty="0"/>
          </a:p>
        </p:txBody>
      </p:sp>
      <p:sp>
        <p:nvSpPr>
          <p:cNvPr id="29" name="矩形 28"/>
          <p:cNvSpPr/>
          <p:nvPr userDrawn="1"/>
        </p:nvSpPr>
        <p:spPr>
          <a:xfrm>
            <a:off x="11194812" y="6225703"/>
            <a:ext cx="240189" cy="240189"/>
          </a:xfrm>
          <a:prstGeom prst="rect">
            <a:avLst/>
          </a:prstGeom>
          <a:solidFill>
            <a:srgbClr val="FF4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Slide Number Placeholder 5"/>
          <p:cNvSpPr>
            <a:spLocks noGrp="1"/>
          </p:cNvSpPr>
          <p:nvPr>
            <p:ph type="sldNum" sz="quarter" idx="4"/>
          </p:nvPr>
        </p:nvSpPr>
        <p:spPr>
          <a:xfrm>
            <a:off x="11110913" y="6237847"/>
            <a:ext cx="407987" cy="215900"/>
          </a:xfrm>
          <a:prstGeom prst="rect">
            <a:avLst/>
          </a:prstGeom>
        </p:spPr>
        <p:txBody>
          <a:bodyPr vert="horz" lIns="91440" tIns="45720" rIns="91440" bIns="45720" rtlCol="0" anchor="ctr"/>
          <a:lstStyle>
            <a:lvl1pPr algn="ctr">
              <a:defRPr lang="zh-CN" altLang="en-US" sz="900" b="0" smtClean="0">
                <a:solidFill>
                  <a:schemeClr val="bg1"/>
                </a:solidFill>
              </a:defRPr>
            </a:lvl1pPr>
          </a:lstStyle>
          <a:p>
            <a:fld id="{7F65B630-C7FF-41C0-9923-C5E5E29EED81}" type="slidenum">
              <a:rPr lang="en-US" altLang="zh-CN" smtClean="0"/>
            </a:fld>
            <a:endParaRPr lang="en-US" altLang="zh-CN" dirty="0"/>
          </a:p>
        </p:txBody>
      </p:sp>
      <p:sp>
        <p:nvSpPr>
          <p:cNvPr id="31" name="文本框 30"/>
          <p:cNvSpPr txBox="1"/>
          <p:nvPr userDrawn="1"/>
        </p:nvSpPr>
        <p:spPr>
          <a:xfrm>
            <a:off x="10594916" y="6469702"/>
            <a:ext cx="1271847" cy="215444"/>
          </a:xfrm>
          <a:prstGeom prst="rect">
            <a:avLst/>
          </a:prstGeom>
          <a:noFill/>
        </p:spPr>
        <p:txBody>
          <a:bodyPr wrap="square">
            <a:spAutoFit/>
          </a:bodyPr>
          <a:lstStyle/>
          <a:p>
            <a:r>
              <a:rPr lang="zh-CN" altLang="en-US" sz="800" dirty="0">
                <a:latin typeface="+mn-lt"/>
                <a:ea typeface="Songti SC" panose="02010600040101010101" pitchFamily="2" charset="-122"/>
              </a:rPr>
              <a:t>www.ciicmc.com</a:t>
            </a:r>
            <a:endParaRPr lang="zh-CN" altLang="en-US" sz="800" dirty="0">
              <a:latin typeface="+mn-lt"/>
              <a:ea typeface="Songti SC" panose="02010600040101010101" pitchFamily="2" charset="-122"/>
            </a:endParaRPr>
          </a:p>
        </p:txBody>
      </p:sp>
      <p:sp>
        <p:nvSpPr>
          <p:cNvPr id="9" name="文本占位符 13"/>
          <p:cNvSpPr>
            <a:spLocks noGrp="1"/>
          </p:cNvSpPr>
          <p:nvPr>
            <p:ph type="body" sz="quarter" idx="15" hasCustomPrompt="1"/>
          </p:nvPr>
        </p:nvSpPr>
        <p:spPr>
          <a:xfrm>
            <a:off x="4335144" y="6019800"/>
            <a:ext cx="6576696" cy="434662"/>
          </a:xfrm>
        </p:spPr>
        <p:txBody>
          <a:bodyPr anchor="ctr">
            <a:noAutofit/>
          </a:bodyPr>
          <a:lstStyle>
            <a:lvl1pPr marL="228600" indent="-228600" algn="l">
              <a:lnSpc>
                <a:spcPct val="50000"/>
              </a:lnSpc>
              <a:buFont typeface="+mj-lt"/>
              <a:buAutoNum type="arabicPeriod"/>
              <a:defRPr sz="900">
                <a:latin typeface="+mn-ea"/>
                <a:ea typeface="+mn-ea"/>
              </a:defRPr>
            </a:lvl1pPr>
          </a:lstStyle>
          <a:p>
            <a:r>
              <a:rPr lang="zh-CN" altLang="en-US" dirty="0"/>
              <a:t>此处为正文中专业术语或句子的解释说明 ，有多个注释可多行，并自行设置角标序号</a:t>
            </a:r>
            <a:r>
              <a:rPr lang="en-US" altLang="zh-CN" dirty="0"/>
              <a:t> -9pt</a:t>
            </a:r>
            <a:endParaRPr lang="en-US" altLang="zh-CN" dirty="0"/>
          </a:p>
        </p:txBody>
      </p:sp>
      <p:sp>
        <p:nvSpPr>
          <p:cNvPr id="10" name="文本占位符 8"/>
          <p:cNvSpPr>
            <a:spLocks noGrp="1"/>
          </p:cNvSpPr>
          <p:nvPr>
            <p:ph type="body" sz="quarter" idx="19" hasCustomPrompt="1"/>
          </p:nvPr>
        </p:nvSpPr>
        <p:spPr>
          <a:xfrm>
            <a:off x="4315145" y="1870394"/>
            <a:ext cx="3263900"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
        <p:nvSpPr>
          <p:cNvPr id="11" name="文本占位符 8"/>
          <p:cNvSpPr>
            <a:spLocks noGrp="1"/>
          </p:cNvSpPr>
          <p:nvPr>
            <p:ph type="body" sz="quarter" idx="21" hasCustomPrompt="1"/>
          </p:nvPr>
        </p:nvSpPr>
        <p:spPr>
          <a:xfrm>
            <a:off x="8121650" y="1875158"/>
            <a:ext cx="3263900" cy="3849687"/>
          </a:xfrm>
        </p:spPr>
        <p:txBody>
          <a:bodyPr>
            <a:normAutofit/>
          </a:bodyPr>
          <a:lstStyle>
            <a:lvl1pPr marL="0" indent="0">
              <a:buNone/>
              <a:defRPr sz="1400" b="0">
                <a:latin typeface="微软雅黑" panose="020B0503020204020204" pitchFamily="34" charset="-122"/>
                <a:ea typeface="微软雅黑" panose="020B0503020204020204" pitchFamily="34" charset="-122"/>
              </a:defRPr>
            </a:lvl1pPr>
          </a:lstStyle>
          <a:p>
            <a:pPr lvl="0"/>
            <a:r>
              <a:rPr lang="zh-CN" altLang="en-US" dirty="0"/>
              <a:t>单击此处编辑文本</a:t>
            </a:r>
            <a:r>
              <a:rPr lang="en-US" altLang="zh-CN" dirty="0"/>
              <a:t>-</a:t>
            </a:r>
            <a:r>
              <a:rPr lang="zh-CN" altLang="en-US" dirty="0"/>
              <a:t>主文</a:t>
            </a:r>
            <a:r>
              <a:rPr lang="en-US" altLang="zh-CN" dirty="0"/>
              <a:t>14PT</a:t>
            </a:r>
            <a:endParaRPr lang="zh-CN" alt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111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651697" y="509783"/>
            <a:ext cx="1432800" cy="305213"/>
          </a:xfrm>
          <a:prstGeom prst="rect">
            <a:avLst/>
          </a:prstGeom>
        </p:spPr>
      </p:pic>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封底">
    <p:spTree>
      <p:nvGrpSpPr>
        <p:cNvPr id="1" name=""/>
        <p:cNvGrpSpPr/>
        <p:nvPr/>
      </p:nvGrpSpPr>
      <p:grpSpPr>
        <a:xfrm>
          <a:off x="0" y="0"/>
          <a:ext cx="0" cy="0"/>
          <a:chOff x="0" y="0"/>
          <a:chExt cx="0" cy="0"/>
        </a:xfrm>
      </p:grpSpPr>
      <p:sp>
        <p:nvSpPr>
          <p:cNvPr id="4" name="矩形 3"/>
          <p:cNvSpPr/>
          <p:nvPr userDrawn="1"/>
        </p:nvSpPr>
        <p:spPr>
          <a:xfrm>
            <a:off x="1" y="-1"/>
            <a:ext cx="12192000" cy="1547425"/>
          </a:xfrm>
          <a:prstGeom prst="rect">
            <a:avLst/>
          </a:prstGeom>
          <a:solidFill>
            <a:srgbClr val="014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rotWithShape="1">
          <a:blip r:embed="rId2">
            <a:extLst>
              <a:ext uri="{28A0092B-C50C-407E-A947-70E740481C1C}">
                <a14:useLocalDpi xmlns:a14="http://schemas.microsoft.com/office/drawing/2010/main" val="0"/>
              </a:ext>
            </a:extLst>
          </a:blip>
          <a:srcRect b="21064"/>
          <a:stretch>
            <a:fillRect/>
          </a:stretch>
        </p:blipFill>
        <p:spPr>
          <a:xfrm>
            <a:off x="0" y="1444584"/>
            <a:ext cx="12192000" cy="5413416"/>
          </a:xfrm>
          <a:prstGeom prst="rect">
            <a:avLst/>
          </a:prstGeom>
        </p:spPr>
      </p:pic>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58813" y="715604"/>
            <a:ext cx="1431889" cy="313096"/>
          </a:xfrm>
          <a:prstGeom prst="rect">
            <a:avLst/>
          </a:prstGeom>
        </p:spPr>
      </p:pic>
      <p:grpSp>
        <p:nvGrpSpPr>
          <p:cNvPr id="33" name="组合 32"/>
          <p:cNvGrpSpPr/>
          <p:nvPr userDrawn="1"/>
        </p:nvGrpSpPr>
        <p:grpSpPr>
          <a:xfrm>
            <a:off x="658813" y="4664026"/>
            <a:ext cx="1573262" cy="1573262"/>
            <a:chOff x="8163337" y="1676108"/>
            <a:chExt cx="2156775" cy="2156775"/>
          </a:xfrm>
        </p:grpSpPr>
        <p:pic>
          <p:nvPicPr>
            <p:cNvPr id="44" name="图片 43" descr="QR 代码&#10;&#10;描述已自动生成"/>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8163337" y="1676108"/>
              <a:ext cx="2156775" cy="2156775"/>
            </a:xfrm>
            <a:prstGeom prst="rect">
              <a:avLst/>
            </a:prstGeom>
            <a:ln w="19050">
              <a:noFill/>
            </a:ln>
          </p:spPr>
        </p:pic>
        <p:sp>
          <p:nvSpPr>
            <p:cNvPr id="45" name="矩形: 圆角 44"/>
            <p:cNvSpPr/>
            <p:nvPr userDrawn="1"/>
          </p:nvSpPr>
          <p:spPr>
            <a:xfrm>
              <a:off x="9009552" y="2522323"/>
              <a:ext cx="464343" cy="46434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组合 45"/>
            <p:cNvGrpSpPr/>
            <p:nvPr userDrawn="1"/>
          </p:nvGrpSpPr>
          <p:grpSpPr>
            <a:xfrm>
              <a:off x="9056077" y="2630509"/>
              <a:ext cx="371292" cy="247972"/>
              <a:chOff x="7823200" y="320494"/>
              <a:chExt cx="594166" cy="396819"/>
            </a:xfrm>
          </p:grpSpPr>
          <p:sp>
            <p:nvSpPr>
              <p:cNvPr id="47" name="Oval 12"/>
              <p:cNvSpPr>
                <a:spLocks noChangeArrowheads="1"/>
              </p:cNvSpPr>
              <p:nvPr/>
            </p:nvSpPr>
            <p:spPr bwMode="auto">
              <a:xfrm>
                <a:off x="8139381" y="320494"/>
                <a:ext cx="67905" cy="72149"/>
              </a:xfrm>
              <a:prstGeom prst="ellipse">
                <a:avLst/>
              </a:prstGeom>
              <a:solidFill>
                <a:srgbClr val="FF42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8" name="Oval 13"/>
              <p:cNvSpPr>
                <a:spLocks noChangeArrowheads="1"/>
              </p:cNvSpPr>
              <p:nvPr/>
            </p:nvSpPr>
            <p:spPr bwMode="auto">
              <a:xfrm>
                <a:off x="8041768" y="369301"/>
                <a:ext cx="65783" cy="67905"/>
              </a:xfrm>
              <a:prstGeom prst="ellipse">
                <a:avLst/>
              </a:prstGeom>
              <a:solidFill>
                <a:srgbClr val="0042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49" name="Rectangle 14"/>
              <p:cNvSpPr>
                <a:spLocks noChangeArrowheads="1"/>
              </p:cNvSpPr>
              <p:nvPr/>
            </p:nvSpPr>
            <p:spPr bwMode="auto">
              <a:xfrm>
                <a:off x="8143625" y="422351"/>
                <a:ext cx="63661" cy="250399"/>
              </a:xfrm>
              <a:prstGeom prst="rect">
                <a:avLst/>
              </a:prstGeom>
              <a:solidFill>
                <a:srgbClr val="0042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50" name="Rectangle 15"/>
              <p:cNvSpPr>
                <a:spLocks noChangeArrowheads="1"/>
              </p:cNvSpPr>
              <p:nvPr/>
            </p:nvSpPr>
            <p:spPr bwMode="auto">
              <a:xfrm>
                <a:off x="8043890" y="469036"/>
                <a:ext cx="63661" cy="248277"/>
              </a:xfrm>
              <a:prstGeom prst="rect">
                <a:avLst/>
              </a:prstGeom>
              <a:solidFill>
                <a:srgbClr val="0042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p>
            </p:txBody>
          </p:sp>
          <p:sp>
            <p:nvSpPr>
              <p:cNvPr id="51" name="Freeform 16"/>
              <p:cNvSpPr/>
              <p:nvPr/>
            </p:nvSpPr>
            <p:spPr bwMode="auto">
              <a:xfrm>
                <a:off x="7823200" y="422351"/>
                <a:ext cx="184616" cy="250399"/>
              </a:xfrm>
              <a:custGeom>
                <a:avLst/>
                <a:gdLst>
                  <a:gd name="T0" fmla="*/ 48 w 50"/>
                  <a:gd name="T1" fmla="*/ 0 h 66"/>
                  <a:gd name="T2" fmla="*/ 42 w 50"/>
                  <a:gd name="T3" fmla="*/ 0 h 66"/>
                  <a:gd name="T4" fmla="*/ 34 w 50"/>
                  <a:gd name="T5" fmla="*/ 0 h 66"/>
                  <a:gd name="T6" fmla="*/ 0 w 50"/>
                  <a:gd name="T7" fmla="*/ 33 h 66"/>
                  <a:gd name="T8" fmla="*/ 34 w 50"/>
                  <a:gd name="T9" fmla="*/ 66 h 66"/>
                  <a:gd name="T10" fmla="*/ 42 w 50"/>
                  <a:gd name="T11" fmla="*/ 66 h 66"/>
                  <a:gd name="T12" fmla="*/ 42 w 50"/>
                  <a:gd name="T13" fmla="*/ 66 h 66"/>
                  <a:gd name="T14" fmla="*/ 50 w 50"/>
                  <a:gd name="T15" fmla="*/ 66 h 66"/>
                  <a:gd name="T16" fmla="*/ 50 w 50"/>
                  <a:gd name="T17" fmla="*/ 64 h 66"/>
                  <a:gd name="T18" fmla="*/ 50 w 50"/>
                  <a:gd name="T19" fmla="*/ 64 h 66"/>
                  <a:gd name="T20" fmla="*/ 50 w 50"/>
                  <a:gd name="T21" fmla="*/ 52 h 66"/>
                  <a:gd name="T22" fmla="*/ 50 w 50"/>
                  <a:gd name="T23" fmla="*/ 49 h 66"/>
                  <a:gd name="T24" fmla="*/ 48 w 50"/>
                  <a:gd name="T25" fmla="*/ 49 h 66"/>
                  <a:gd name="T26" fmla="*/ 48 w 50"/>
                  <a:gd name="T27" fmla="*/ 49 h 66"/>
                  <a:gd name="T28" fmla="*/ 34 w 50"/>
                  <a:gd name="T29" fmla="*/ 49 h 66"/>
                  <a:gd name="T30" fmla="*/ 17 w 50"/>
                  <a:gd name="T31" fmla="*/ 33 h 66"/>
                  <a:gd name="T32" fmla="*/ 34 w 50"/>
                  <a:gd name="T33" fmla="*/ 16 h 66"/>
                  <a:gd name="T34" fmla="*/ 42 w 50"/>
                  <a:gd name="T35" fmla="*/ 16 h 66"/>
                  <a:gd name="T36" fmla="*/ 48 w 50"/>
                  <a:gd name="T37" fmla="*/ 16 h 66"/>
                  <a:gd name="T38" fmla="*/ 50 w 50"/>
                  <a:gd name="T39" fmla="*/ 16 h 66"/>
                  <a:gd name="T40" fmla="*/ 50 w 50"/>
                  <a:gd name="T41" fmla="*/ 14 h 66"/>
                  <a:gd name="T42" fmla="*/ 50 w 50"/>
                  <a:gd name="T43" fmla="*/ 14 h 66"/>
                  <a:gd name="T44" fmla="*/ 50 w 50"/>
                  <a:gd name="T45" fmla="*/ 2 h 66"/>
                  <a:gd name="T46" fmla="*/ 50 w 50"/>
                  <a:gd name="T47" fmla="*/ 0 h 66"/>
                  <a:gd name="T48" fmla="*/ 48 w 50"/>
                  <a:gd name="T4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66">
                    <a:moveTo>
                      <a:pt x="48" y="0"/>
                    </a:moveTo>
                    <a:cubicBezTo>
                      <a:pt x="42" y="0"/>
                      <a:pt x="42" y="0"/>
                      <a:pt x="42" y="0"/>
                    </a:cubicBezTo>
                    <a:cubicBezTo>
                      <a:pt x="34" y="0"/>
                      <a:pt x="34" y="0"/>
                      <a:pt x="34" y="0"/>
                    </a:cubicBezTo>
                    <a:cubicBezTo>
                      <a:pt x="15" y="0"/>
                      <a:pt x="0" y="14"/>
                      <a:pt x="0" y="33"/>
                    </a:cubicBezTo>
                    <a:cubicBezTo>
                      <a:pt x="0" y="51"/>
                      <a:pt x="15" y="66"/>
                      <a:pt x="34" y="66"/>
                    </a:cubicBezTo>
                    <a:cubicBezTo>
                      <a:pt x="42" y="66"/>
                      <a:pt x="42" y="66"/>
                      <a:pt x="42" y="66"/>
                    </a:cubicBezTo>
                    <a:cubicBezTo>
                      <a:pt x="42" y="66"/>
                      <a:pt x="42" y="66"/>
                      <a:pt x="42" y="66"/>
                    </a:cubicBezTo>
                    <a:cubicBezTo>
                      <a:pt x="50" y="66"/>
                      <a:pt x="50" y="66"/>
                      <a:pt x="50" y="66"/>
                    </a:cubicBezTo>
                    <a:cubicBezTo>
                      <a:pt x="50" y="64"/>
                      <a:pt x="50" y="64"/>
                      <a:pt x="50" y="64"/>
                    </a:cubicBezTo>
                    <a:cubicBezTo>
                      <a:pt x="50" y="64"/>
                      <a:pt x="50" y="64"/>
                      <a:pt x="50" y="64"/>
                    </a:cubicBezTo>
                    <a:cubicBezTo>
                      <a:pt x="50" y="52"/>
                      <a:pt x="50" y="52"/>
                      <a:pt x="50" y="52"/>
                    </a:cubicBezTo>
                    <a:cubicBezTo>
                      <a:pt x="50" y="49"/>
                      <a:pt x="50" y="49"/>
                      <a:pt x="50" y="49"/>
                    </a:cubicBezTo>
                    <a:cubicBezTo>
                      <a:pt x="48" y="49"/>
                      <a:pt x="48" y="49"/>
                      <a:pt x="48" y="49"/>
                    </a:cubicBezTo>
                    <a:cubicBezTo>
                      <a:pt x="48" y="49"/>
                      <a:pt x="48" y="49"/>
                      <a:pt x="48" y="49"/>
                    </a:cubicBezTo>
                    <a:cubicBezTo>
                      <a:pt x="34" y="49"/>
                      <a:pt x="34" y="49"/>
                      <a:pt x="34" y="49"/>
                    </a:cubicBezTo>
                    <a:cubicBezTo>
                      <a:pt x="25" y="49"/>
                      <a:pt x="17" y="42"/>
                      <a:pt x="17" y="33"/>
                    </a:cubicBezTo>
                    <a:cubicBezTo>
                      <a:pt x="17" y="24"/>
                      <a:pt x="25" y="16"/>
                      <a:pt x="34" y="16"/>
                    </a:cubicBezTo>
                    <a:cubicBezTo>
                      <a:pt x="42" y="16"/>
                      <a:pt x="42" y="16"/>
                      <a:pt x="42" y="16"/>
                    </a:cubicBezTo>
                    <a:cubicBezTo>
                      <a:pt x="48" y="16"/>
                      <a:pt x="48" y="16"/>
                      <a:pt x="48" y="16"/>
                    </a:cubicBezTo>
                    <a:cubicBezTo>
                      <a:pt x="50" y="16"/>
                      <a:pt x="50" y="16"/>
                      <a:pt x="50" y="16"/>
                    </a:cubicBezTo>
                    <a:cubicBezTo>
                      <a:pt x="50" y="14"/>
                      <a:pt x="50" y="14"/>
                      <a:pt x="50" y="14"/>
                    </a:cubicBezTo>
                    <a:cubicBezTo>
                      <a:pt x="50" y="14"/>
                      <a:pt x="50" y="14"/>
                      <a:pt x="50" y="14"/>
                    </a:cubicBezTo>
                    <a:cubicBezTo>
                      <a:pt x="50" y="2"/>
                      <a:pt x="50" y="2"/>
                      <a:pt x="50" y="2"/>
                    </a:cubicBezTo>
                    <a:cubicBezTo>
                      <a:pt x="50" y="0"/>
                      <a:pt x="50" y="0"/>
                      <a:pt x="50" y="0"/>
                    </a:cubicBezTo>
                    <a:lnTo>
                      <a:pt x="48" y="0"/>
                    </a:lnTo>
                    <a:close/>
                  </a:path>
                </a:pathLst>
              </a:custGeom>
              <a:solidFill>
                <a:srgbClr val="0042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52" name="Freeform 17"/>
              <p:cNvSpPr/>
              <p:nvPr/>
            </p:nvSpPr>
            <p:spPr bwMode="auto">
              <a:xfrm>
                <a:off x="8232750" y="422351"/>
                <a:ext cx="184616" cy="250399"/>
              </a:xfrm>
              <a:custGeom>
                <a:avLst/>
                <a:gdLst>
                  <a:gd name="T0" fmla="*/ 47 w 50"/>
                  <a:gd name="T1" fmla="*/ 0 h 66"/>
                  <a:gd name="T2" fmla="*/ 41 w 50"/>
                  <a:gd name="T3" fmla="*/ 0 h 66"/>
                  <a:gd name="T4" fmla="*/ 33 w 50"/>
                  <a:gd name="T5" fmla="*/ 0 h 66"/>
                  <a:gd name="T6" fmla="*/ 0 w 50"/>
                  <a:gd name="T7" fmla="*/ 33 h 66"/>
                  <a:gd name="T8" fmla="*/ 33 w 50"/>
                  <a:gd name="T9" fmla="*/ 66 h 66"/>
                  <a:gd name="T10" fmla="*/ 41 w 50"/>
                  <a:gd name="T11" fmla="*/ 66 h 66"/>
                  <a:gd name="T12" fmla="*/ 41 w 50"/>
                  <a:gd name="T13" fmla="*/ 66 h 66"/>
                  <a:gd name="T14" fmla="*/ 50 w 50"/>
                  <a:gd name="T15" fmla="*/ 66 h 66"/>
                  <a:gd name="T16" fmla="*/ 50 w 50"/>
                  <a:gd name="T17" fmla="*/ 64 h 66"/>
                  <a:gd name="T18" fmla="*/ 50 w 50"/>
                  <a:gd name="T19" fmla="*/ 64 h 66"/>
                  <a:gd name="T20" fmla="*/ 50 w 50"/>
                  <a:gd name="T21" fmla="*/ 52 h 66"/>
                  <a:gd name="T22" fmla="*/ 50 w 50"/>
                  <a:gd name="T23" fmla="*/ 49 h 66"/>
                  <a:gd name="T24" fmla="*/ 47 w 50"/>
                  <a:gd name="T25" fmla="*/ 49 h 66"/>
                  <a:gd name="T26" fmla="*/ 47 w 50"/>
                  <a:gd name="T27" fmla="*/ 49 h 66"/>
                  <a:gd name="T28" fmla="*/ 33 w 50"/>
                  <a:gd name="T29" fmla="*/ 49 h 66"/>
                  <a:gd name="T30" fmla="*/ 17 w 50"/>
                  <a:gd name="T31" fmla="*/ 33 h 66"/>
                  <a:gd name="T32" fmla="*/ 33 w 50"/>
                  <a:gd name="T33" fmla="*/ 16 h 66"/>
                  <a:gd name="T34" fmla="*/ 41 w 50"/>
                  <a:gd name="T35" fmla="*/ 16 h 66"/>
                  <a:gd name="T36" fmla="*/ 47 w 50"/>
                  <a:gd name="T37" fmla="*/ 16 h 66"/>
                  <a:gd name="T38" fmla="*/ 50 w 50"/>
                  <a:gd name="T39" fmla="*/ 16 h 66"/>
                  <a:gd name="T40" fmla="*/ 50 w 50"/>
                  <a:gd name="T41" fmla="*/ 14 h 66"/>
                  <a:gd name="T42" fmla="*/ 50 w 50"/>
                  <a:gd name="T43" fmla="*/ 14 h 66"/>
                  <a:gd name="T44" fmla="*/ 50 w 50"/>
                  <a:gd name="T45" fmla="*/ 2 h 66"/>
                  <a:gd name="T46" fmla="*/ 50 w 50"/>
                  <a:gd name="T47" fmla="*/ 0 h 66"/>
                  <a:gd name="T48" fmla="*/ 47 w 50"/>
                  <a:gd name="T4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66">
                    <a:moveTo>
                      <a:pt x="47" y="0"/>
                    </a:moveTo>
                    <a:cubicBezTo>
                      <a:pt x="41" y="0"/>
                      <a:pt x="41" y="0"/>
                      <a:pt x="41" y="0"/>
                    </a:cubicBezTo>
                    <a:cubicBezTo>
                      <a:pt x="33" y="0"/>
                      <a:pt x="33" y="0"/>
                      <a:pt x="33" y="0"/>
                    </a:cubicBezTo>
                    <a:cubicBezTo>
                      <a:pt x="15" y="0"/>
                      <a:pt x="0" y="14"/>
                      <a:pt x="0" y="33"/>
                    </a:cubicBezTo>
                    <a:cubicBezTo>
                      <a:pt x="0" y="51"/>
                      <a:pt x="15" y="66"/>
                      <a:pt x="33" y="66"/>
                    </a:cubicBezTo>
                    <a:cubicBezTo>
                      <a:pt x="41" y="66"/>
                      <a:pt x="41" y="66"/>
                      <a:pt x="41" y="66"/>
                    </a:cubicBezTo>
                    <a:cubicBezTo>
                      <a:pt x="41" y="66"/>
                      <a:pt x="41" y="66"/>
                      <a:pt x="41" y="66"/>
                    </a:cubicBezTo>
                    <a:cubicBezTo>
                      <a:pt x="50" y="66"/>
                      <a:pt x="50" y="66"/>
                      <a:pt x="50" y="66"/>
                    </a:cubicBezTo>
                    <a:cubicBezTo>
                      <a:pt x="50" y="64"/>
                      <a:pt x="50" y="64"/>
                      <a:pt x="50" y="64"/>
                    </a:cubicBezTo>
                    <a:cubicBezTo>
                      <a:pt x="50" y="64"/>
                      <a:pt x="50" y="64"/>
                      <a:pt x="50" y="64"/>
                    </a:cubicBezTo>
                    <a:cubicBezTo>
                      <a:pt x="50" y="52"/>
                      <a:pt x="50" y="52"/>
                      <a:pt x="50" y="52"/>
                    </a:cubicBezTo>
                    <a:cubicBezTo>
                      <a:pt x="50" y="49"/>
                      <a:pt x="50" y="49"/>
                      <a:pt x="50" y="49"/>
                    </a:cubicBezTo>
                    <a:cubicBezTo>
                      <a:pt x="47" y="49"/>
                      <a:pt x="47" y="49"/>
                      <a:pt x="47" y="49"/>
                    </a:cubicBezTo>
                    <a:cubicBezTo>
                      <a:pt x="47" y="49"/>
                      <a:pt x="47" y="49"/>
                      <a:pt x="47" y="49"/>
                    </a:cubicBezTo>
                    <a:cubicBezTo>
                      <a:pt x="33" y="49"/>
                      <a:pt x="33" y="49"/>
                      <a:pt x="33" y="49"/>
                    </a:cubicBezTo>
                    <a:cubicBezTo>
                      <a:pt x="24" y="49"/>
                      <a:pt x="17" y="42"/>
                      <a:pt x="17" y="33"/>
                    </a:cubicBezTo>
                    <a:cubicBezTo>
                      <a:pt x="17" y="24"/>
                      <a:pt x="24" y="16"/>
                      <a:pt x="33" y="16"/>
                    </a:cubicBezTo>
                    <a:cubicBezTo>
                      <a:pt x="41" y="16"/>
                      <a:pt x="41" y="16"/>
                      <a:pt x="41" y="16"/>
                    </a:cubicBezTo>
                    <a:cubicBezTo>
                      <a:pt x="47" y="16"/>
                      <a:pt x="47" y="16"/>
                      <a:pt x="47" y="16"/>
                    </a:cubicBezTo>
                    <a:cubicBezTo>
                      <a:pt x="50" y="16"/>
                      <a:pt x="50" y="16"/>
                      <a:pt x="50" y="16"/>
                    </a:cubicBezTo>
                    <a:cubicBezTo>
                      <a:pt x="50" y="14"/>
                      <a:pt x="50" y="14"/>
                      <a:pt x="50" y="14"/>
                    </a:cubicBezTo>
                    <a:cubicBezTo>
                      <a:pt x="50" y="14"/>
                      <a:pt x="50" y="14"/>
                      <a:pt x="50" y="14"/>
                    </a:cubicBezTo>
                    <a:cubicBezTo>
                      <a:pt x="50" y="2"/>
                      <a:pt x="50" y="2"/>
                      <a:pt x="50" y="2"/>
                    </a:cubicBezTo>
                    <a:cubicBezTo>
                      <a:pt x="50" y="0"/>
                      <a:pt x="50" y="0"/>
                      <a:pt x="50" y="0"/>
                    </a:cubicBezTo>
                    <a:lnTo>
                      <a:pt x="47" y="0"/>
                    </a:lnTo>
                    <a:close/>
                  </a:path>
                </a:pathLst>
              </a:custGeom>
              <a:solidFill>
                <a:srgbClr val="0042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grpSp>
      </p:grpSp>
      <p:sp>
        <p:nvSpPr>
          <p:cNvPr id="34" name="文本框 33"/>
          <p:cNvSpPr txBox="1"/>
          <p:nvPr userDrawn="1"/>
        </p:nvSpPr>
        <p:spPr>
          <a:xfrm>
            <a:off x="7420873" y="2417933"/>
            <a:ext cx="2404631" cy="584775"/>
          </a:xfrm>
          <a:prstGeom prst="rect">
            <a:avLst/>
          </a:prstGeom>
          <a:noFill/>
        </p:spPr>
        <p:txBody>
          <a:bodyPr wrap="square" rtlCol="0">
            <a:spAutoFit/>
          </a:bodyPr>
          <a:lstStyle/>
          <a:p>
            <a:pPr algn="dist"/>
            <a:r>
              <a:rPr lang="zh-CN" altLang="en-US" sz="3200" b="1" i="1" dirty="0">
                <a:solidFill>
                  <a:schemeClr val="bg1"/>
                </a:solidFill>
              </a:rPr>
              <a:t>专业引领</a:t>
            </a:r>
            <a:endParaRPr lang="zh-CN" altLang="en-US" sz="3200" b="1" i="1" dirty="0">
              <a:solidFill>
                <a:schemeClr val="bg1"/>
              </a:solidFill>
            </a:endParaRPr>
          </a:p>
        </p:txBody>
      </p:sp>
      <p:sp>
        <p:nvSpPr>
          <p:cNvPr id="35" name="文本框 34"/>
          <p:cNvSpPr txBox="1"/>
          <p:nvPr userDrawn="1"/>
        </p:nvSpPr>
        <p:spPr>
          <a:xfrm>
            <a:off x="8471590" y="3163200"/>
            <a:ext cx="2404631" cy="584775"/>
          </a:xfrm>
          <a:prstGeom prst="rect">
            <a:avLst/>
          </a:prstGeom>
          <a:noFill/>
        </p:spPr>
        <p:txBody>
          <a:bodyPr wrap="square" rtlCol="0">
            <a:spAutoFit/>
          </a:bodyPr>
          <a:lstStyle/>
          <a:p>
            <a:pPr algn="dist"/>
            <a:r>
              <a:rPr lang="zh-CN" altLang="en-US" sz="3200" b="1" i="1" dirty="0">
                <a:solidFill>
                  <a:schemeClr val="bg1"/>
                </a:solidFill>
              </a:rPr>
              <a:t>创新驱动</a:t>
            </a:r>
            <a:endParaRPr lang="zh-CN" altLang="en-US" sz="3200" b="1" i="1" dirty="0">
              <a:solidFill>
                <a:schemeClr val="bg1"/>
              </a:solidFill>
            </a:endParaRPr>
          </a:p>
        </p:txBody>
      </p:sp>
      <p:grpSp>
        <p:nvGrpSpPr>
          <p:cNvPr id="36" name="组合 35"/>
          <p:cNvGrpSpPr/>
          <p:nvPr userDrawn="1"/>
        </p:nvGrpSpPr>
        <p:grpSpPr>
          <a:xfrm>
            <a:off x="2352232" y="5008858"/>
            <a:ext cx="4257416" cy="1187662"/>
            <a:chOff x="7856817" y="4321042"/>
            <a:chExt cx="4257416" cy="1187662"/>
          </a:xfrm>
        </p:grpSpPr>
        <p:sp>
          <p:nvSpPr>
            <p:cNvPr id="38" name="文本框 37"/>
            <p:cNvSpPr txBox="1"/>
            <p:nvPr userDrawn="1"/>
          </p:nvSpPr>
          <p:spPr>
            <a:xfrm>
              <a:off x="8018879" y="5262483"/>
              <a:ext cx="4095354" cy="246221"/>
            </a:xfrm>
            <a:prstGeom prst="rect">
              <a:avLst/>
            </a:prstGeom>
            <a:noFill/>
          </p:spPr>
          <p:txBody>
            <a:bodyPr wrap="square" rtlCol="0">
              <a:spAutoFit/>
            </a:bodyPr>
            <a:lstStyle/>
            <a:p>
              <a:pPr algn="l"/>
              <a:r>
                <a:rPr lang="zh-CN" altLang="en-US" sz="1000" b="1" dirty="0">
                  <a:solidFill>
                    <a:schemeClr val="bg1"/>
                  </a:solidFill>
                  <a:effectLst/>
                  <a:latin typeface="微软雅黑" panose="020B0503020204020204" pitchFamily="34" charset="-122"/>
                  <a:ea typeface="微软雅黑" panose="020B0503020204020204" pitchFamily="34" charset="-122"/>
                </a:rPr>
                <a:t>上海   北京   广州   深圳   成都   武汉   西安   青岛</a:t>
              </a:r>
              <a:endParaRPr lang="zh-CN" altLang="en-US" sz="1000" b="1" dirty="0">
                <a:solidFill>
                  <a:schemeClr val="bg1"/>
                </a:solidFill>
                <a:effectLst/>
                <a:latin typeface="微软雅黑" panose="020B0503020204020204" pitchFamily="34" charset="-122"/>
                <a:ea typeface="微软雅黑" panose="020B0503020204020204" pitchFamily="34" charset="-122"/>
              </a:endParaRPr>
            </a:p>
          </p:txBody>
        </p:sp>
        <p:sp>
          <p:nvSpPr>
            <p:cNvPr id="39" name="文本框 38"/>
            <p:cNvSpPr txBox="1"/>
            <p:nvPr userDrawn="1"/>
          </p:nvSpPr>
          <p:spPr>
            <a:xfrm>
              <a:off x="8012160" y="4321042"/>
              <a:ext cx="3053827" cy="890372"/>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lang="zh-CN" altLang="en-US" sz="1200" dirty="0">
                  <a:solidFill>
                    <a:schemeClr val="bg1"/>
                  </a:solidFill>
                  <a:latin typeface="+mn-ea"/>
                </a:rPr>
                <a:t>电话：</a:t>
              </a:r>
              <a:r>
                <a:rPr lang="en-US" altLang="zh-CN" sz="1200" dirty="0">
                  <a:solidFill>
                    <a:schemeClr val="bg1"/>
                  </a:solidFill>
                  <a:latin typeface="+mn-lt"/>
                </a:rPr>
                <a:t>400-8200-397</a:t>
              </a:r>
              <a:endParaRPr lang="en-US" altLang="zh-CN" sz="1200" dirty="0">
                <a:solidFill>
                  <a:schemeClr val="bg1"/>
                </a:solidFill>
                <a:latin typeface="+mn-lt"/>
              </a:endParaRPr>
            </a:p>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cs typeface="+mn-cs"/>
                </a:rPr>
                <a:t>邮箱：</a:t>
              </a:r>
              <a:r>
                <a:rPr kumimoji="0" lang="en-US" altLang="zh-CN" sz="1200" b="0" i="0" u="none" strike="noStrike" kern="1200" cap="none" spc="0" normalizeH="0" baseline="0" noProof="0" dirty="0">
                  <a:ln>
                    <a:noFill/>
                  </a:ln>
                  <a:solidFill>
                    <a:schemeClr val="bg1"/>
                  </a:solidFill>
                  <a:effectLst/>
                  <a:uLnTx/>
                  <a:uFillTx/>
                  <a:latin typeface="+mn-lt"/>
                  <a:cs typeface="+mn-cs"/>
                </a:rPr>
                <a:t>consulting@ciicmc.com</a:t>
              </a:r>
              <a:endParaRPr kumimoji="0" lang="en-US" altLang="zh-CN" sz="1200" b="0" i="0" u="none" strike="noStrike" kern="1200" cap="none" spc="0" normalizeH="0" baseline="0" noProof="0" dirty="0">
                <a:ln>
                  <a:noFill/>
                </a:ln>
                <a:solidFill>
                  <a:schemeClr val="bg1"/>
                </a:solidFill>
                <a:effectLst/>
                <a:uLnTx/>
                <a:uFillTx/>
                <a:latin typeface="+mn-lt"/>
                <a:cs typeface="+mn-cs"/>
              </a:endParaRPr>
            </a:p>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mn-ea"/>
                  <a:cs typeface="+mn-cs"/>
                </a:rPr>
                <a:t>网站：</a:t>
              </a:r>
              <a:r>
                <a:rPr kumimoji="0" lang="en-US" altLang="zh-CN" sz="1200" b="0" i="0" u="none" strike="noStrike" kern="1200" cap="none" spc="0" normalizeH="0" baseline="0" noProof="0" dirty="0">
                  <a:ln>
                    <a:noFill/>
                  </a:ln>
                  <a:solidFill>
                    <a:schemeClr val="bg1"/>
                  </a:solidFill>
                  <a:effectLst/>
                  <a:uLnTx/>
                  <a:uFillTx/>
                  <a:latin typeface="+mn-lt"/>
                  <a:cs typeface="+mn-cs"/>
                  <a:hlinkClick r:id="rId5"/>
                </a:rPr>
                <a:t>https://www.ciicmc.com</a:t>
              </a:r>
              <a:endParaRPr kumimoji="0" lang="en-US" altLang="zh-CN" sz="1200" b="0" i="0" u="none" strike="noStrike" kern="1200" cap="none" spc="0" normalizeH="0" baseline="0" noProof="0" dirty="0">
                <a:ln>
                  <a:noFill/>
                </a:ln>
                <a:solidFill>
                  <a:schemeClr val="bg1"/>
                </a:solidFill>
                <a:effectLst/>
                <a:uLnTx/>
                <a:uFillTx/>
                <a:latin typeface="+mn-lt"/>
                <a:cs typeface="+mn-cs"/>
              </a:endParaRPr>
            </a:p>
          </p:txBody>
        </p:sp>
        <p:sp>
          <p:nvSpPr>
            <p:cNvPr id="40" name="任意多边形: 形状 39"/>
            <p:cNvSpPr>
              <a:spLocks noChangeAspect="1"/>
            </p:cNvSpPr>
            <p:nvPr userDrawn="1"/>
          </p:nvSpPr>
          <p:spPr>
            <a:xfrm>
              <a:off x="7870270" y="5275319"/>
              <a:ext cx="148609" cy="164264"/>
            </a:xfrm>
            <a:custGeom>
              <a:avLst/>
              <a:gdLst>
                <a:gd name="connsiteX0" fmla="*/ 1274975 w 1493107"/>
                <a:gd name="connsiteY0" fmla="*/ 1194696 h 1650397"/>
                <a:gd name="connsiteX1" fmla="*/ 1336575 w 1493107"/>
                <a:gd name="connsiteY1" fmla="*/ 1221295 h 1650397"/>
                <a:gd name="connsiteX2" fmla="*/ 1339243 w 1493107"/>
                <a:gd name="connsiteY2" fmla="*/ 1225486 h 1650397"/>
                <a:gd name="connsiteX3" fmla="*/ 1475768 w 1493107"/>
                <a:gd name="connsiteY3" fmla="*/ 1459389 h 1650397"/>
                <a:gd name="connsiteX4" fmla="*/ 1430109 w 1493107"/>
                <a:gd name="connsiteY4" fmla="*/ 1633093 h 1650397"/>
                <a:gd name="connsiteX5" fmla="*/ 1373850 w 1493107"/>
                <a:gd name="connsiteY5" fmla="*/ 1650174 h 1650397"/>
                <a:gd name="connsiteX6" fmla="*/ 1365373 w 1493107"/>
                <a:gd name="connsiteY6" fmla="*/ 1650397 h 1650397"/>
                <a:gd name="connsiteX7" fmla="*/ 126297 w 1493107"/>
                <a:gd name="connsiteY7" fmla="*/ 1643634 h 1650397"/>
                <a:gd name="connsiteX8" fmla="*/ 1 w 1493107"/>
                <a:gd name="connsiteY8" fmla="*/ 1515934 h 1650397"/>
                <a:gd name="connsiteX9" fmla="*/ 13458 w 1493107"/>
                <a:gd name="connsiteY9" fmla="*/ 1459738 h 1650397"/>
                <a:gd name="connsiteX10" fmla="*/ 17427 w 1493107"/>
                <a:gd name="connsiteY10" fmla="*/ 1452404 h 1650397"/>
                <a:gd name="connsiteX11" fmla="*/ 147538 w 1493107"/>
                <a:gd name="connsiteY11" fmla="*/ 1230535 h 1650397"/>
                <a:gd name="connsiteX12" fmla="*/ 234369 w 1493107"/>
                <a:gd name="connsiteY12" fmla="*/ 1207624 h 1650397"/>
                <a:gd name="connsiteX13" fmla="*/ 259457 w 1493107"/>
                <a:gd name="connsiteY13" fmla="*/ 1290383 h 1650397"/>
                <a:gd name="connsiteX14" fmla="*/ 257107 w 1493107"/>
                <a:gd name="connsiteY14" fmla="*/ 1294765 h 1650397"/>
                <a:gd name="connsiteX15" fmla="*/ 126996 w 1493107"/>
                <a:gd name="connsiteY15" fmla="*/ 1516634 h 1650397"/>
                <a:gd name="connsiteX16" fmla="*/ 1366071 w 1493107"/>
                <a:gd name="connsiteY16" fmla="*/ 1523397 h 1650397"/>
                <a:gd name="connsiteX17" fmla="*/ 1229546 w 1493107"/>
                <a:gd name="connsiteY17" fmla="*/ 1289494 h 1650397"/>
                <a:gd name="connsiteX18" fmla="*/ 1252406 w 1493107"/>
                <a:gd name="connsiteY18" fmla="*/ 1202658 h 1650397"/>
                <a:gd name="connsiteX19" fmla="*/ 1274975 w 1493107"/>
                <a:gd name="connsiteY19" fmla="*/ 1194696 h 1650397"/>
                <a:gd name="connsiteX20" fmla="*/ 746756 w 1493107"/>
                <a:gd name="connsiteY20" fmla="*/ 453834 h 1650397"/>
                <a:gd name="connsiteX21" fmla="*/ 619692 w 1493107"/>
                <a:gd name="connsiteY21" fmla="*/ 580834 h 1650397"/>
                <a:gd name="connsiteX22" fmla="*/ 746692 w 1493107"/>
                <a:gd name="connsiteY22" fmla="*/ 707898 h 1650397"/>
                <a:gd name="connsiteX23" fmla="*/ 873756 w 1493107"/>
                <a:gd name="connsiteY23" fmla="*/ 580898 h 1650397"/>
                <a:gd name="connsiteX24" fmla="*/ 746756 w 1493107"/>
                <a:gd name="connsiteY24" fmla="*/ 453834 h 1650397"/>
                <a:gd name="connsiteX25" fmla="*/ 746756 w 1493107"/>
                <a:gd name="connsiteY25" fmla="*/ 326834 h 1650397"/>
                <a:gd name="connsiteX26" fmla="*/ 1000819 w 1493107"/>
                <a:gd name="connsiteY26" fmla="*/ 580834 h 1650397"/>
                <a:gd name="connsiteX27" fmla="*/ 746819 w 1493107"/>
                <a:gd name="connsiteY27" fmla="*/ 834898 h 1650397"/>
                <a:gd name="connsiteX28" fmla="*/ 492756 w 1493107"/>
                <a:gd name="connsiteY28" fmla="*/ 580898 h 1650397"/>
                <a:gd name="connsiteX29" fmla="*/ 746756 w 1493107"/>
                <a:gd name="connsiteY29" fmla="*/ 326834 h 1650397"/>
                <a:gd name="connsiteX30" fmla="*/ 746279 w 1493107"/>
                <a:gd name="connsiteY30" fmla="*/ 127000 h 1650397"/>
                <a:gd name="connsiteX31" fmla="*/ 287682 w 1493107"/>
                <a:gd name="connsiteY31" fmla="*/ 569436 h 1650397"/>
                <a:gd name="connsiteX32" fmla="*/ 368264 w 1493107"/>
                <a:gd name="connsiteY32" fmla="*/ 820166 h 1650397"/>
                <a:gd name="connsiteX33" fmla="*/ 370105 w 1493107"/>
                <a:gd name="connsiteY33" fmla="*/ 822865 h 1650397"/>
                <a:gd name="connsiteX34" fmla="*/ 373693 w 1493107"/>
                <a:gd name="connsiteY34" fmla="*/ 828802 h 1650397"/>
                <a:gd name="connsiteX35" fmla="*/ 746120 w 1493107"/>
                <a:gd name="connsiteY35" fmla="*/ 1261936 h 1650397"/>
                <a:gd name="connsiteX36" fmla="*/ 1116325 w 1493107"/>
                <a:gd name="connsiteY36" fmla="*/ 828866 h 1650397"/>
                <a:gd name="connsiteX37" fmla="*/ 1121818 w 1493107"/>
                <a:gd name="connsiteY37" fmla="*/ 820166 h 1650397"/>
                <a:gd name="connsiteX38" fmla="*/ 1203638 w 1493107"/>
                <a:gd name="connsiteY38" fmla="*/ 569436 h 1650397"/>
                <a:gd name="connsiteX39" fmla="*/ 746279 w 1493107"/>
                <a:gd name="connsiteY39" fmla="*/ 127000 h 1650397"/>
                <a:gd name="connsiteX40" fmla="*/ 746279 w 1493107"/>
                <a:gd name="connsiteY40" fmla="*/ 0 h 1650397"/>
                <a:gd name="connsiteX41" fmla="*/ 1330638 w 1493107"/>
                <a:gd name="connsiteY41" fmla="*/ 570198 h 1650397"/>
                <a:gd name="connsiteX42" fmla="*/ 1226784 w 1493107"/>
                <a:gd name="connsiteY42" fmla="*/ 891635 h 1650397"/>
                <a:gd name="connsiteX43" fmla="*/ 1223386 w 1493107"/>
                <a:gd name="connsiteY43" fmla="*/ 897223 h 1650397"/>
                <a:gd name="connsiteX44" fmla="*/ 1220529 w 1493107"/>
                <a:gd name="connsiteY44" fmla="*/ 901605 h 1650397"/>
                <a:gd name="connsiteX45" fmla="*/ 1210591 w 1493107"/>
                <a:gd name="connsiteY45" fmla="*/ 913924 h 1650397"/>
                <a:gd name="connsiteX46" fmla="*/ 1213036 w 1493107"/>
                <a:gd name="connsiteY46" fmla="*/ 911225 h 1650397"/>
                <a:gd name="connsiteX47" fmla="*/ 842672 w 1493107"/>
                <a:gd name="connsiteY47" fmla="*/ 1344422 h 1650397"/>
                <a:gd name="connsiteX48" fmla="*/ 828955 w 1493107"/>
                <a:gd name="connsiteY48" fmla="*/ 1358184 h 1650397"/>
                <a:gd name="connsiteX49" fmla="*/ 649854 w 1493107"/>
                <a:gd name="connsiteY49" fmla="*/ 1344740 h 1650397"/>
                <a:gd name="connsiteX50" fmla="*/ 277459 w 1493107"/>
                <a:gd name="connsiteY50" fmla="*/ 911606 h 1650397"/>
                <a:gd name="connsiteX51" fmla="*/ 275998 w 1493107"/>
                <a:gd name="connsiteY51" fmla="*/ 910019 h 1650397"/>
                <a:gd name="connsiteX52" fmla="*/ 269585 w 1493107"/>
                <a:gd name="connsiteY52" fmla="*/ 901636 h 1650397"/>
                <a:gd name="connsiteX53" fmla="*/ 266664 w 1493107"/>
                <a:gd name="connsiteY53" fmla="*/ 897192 h 1650397"/>
                <a:gd name="connsiteX54" fmla="*/ 263108 w 1493107"/>
                <a:gd name="connsiteY54" fmla="*/ 891286 h 1650397"/>
                <a:gd name="connsiteX55" fmla="*/ 256980 w 1493107"/>
                <a:gd name="connsiteY55" fmla="*/ 882555 h 1650397"/>
                <a:gd name="connsiteX56" fmla="*/ 160682 w 1493107"/>
                <a:gd name="connsiteY56" fmla="*/ 569151 h 1650397"/>
                <a:gd name="connsiteX57" fmla="*/ 746279 w 1493107"/>
                <a:gd name="connsiteY57" fmla="*/ 0 h 165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493107" h="1650397">
                  <a:moveTo>
                    <a:pt x="1274975" y="1194696"/>
                  </a:moveTo>
                  <a:cubicBezTo>
                    <a:pt x="1298244" y="1191209"/>
                    <a:pt x="1322404" y="1200878"/>
                    <a:pt x="1336575" y="1221295"/>
                  </a:cubicBezTo>
                  <a:lnTo>
                    <a:pt x="1339243" y="1225486"/>
                  </a:lnTo>
                  <a:lnTo>
                    <a:pt x="1475768" y="1459389"/>
                  </a:lnTo>
                  <a:cubicBezTo>
                    <a:pt x="1511127" y="1519964"/>
                    <a:pt x="1490685" y="1597734"/>
                    <a:pt x="1430109" y="1633093"/>
                  </a:cubicBezTo>
                  <a:cubicBezTo>
                    <a:pt x="1412951" y="1643109"/>
                    <a:pt x="1393681" y="1648960"/>
                    <a:pt x="1373850" y="1650174"/>
                  </a:cubicBezTo>
                  <a:lnTo>
                    <a:pt x="1365373" y="1650397"/>
                  </a:lnTo>
                  <a:lnTo>
                    <a:pt x="126297" y="1643634"/>
                  </a:lnTo>
                  <a:cubicBezTo>
                    <a:pt x="56158" y="1643246"/>
                    <a:pt x="-387" y="1586073"/>
                    <a:pt x="1" y="1515934"/>
                  </a:cubicBezTo>
                  <a:cubicBezTo>
                    <a:pt x="109" y="1496417"/>
                    <a:pt x="4714" y="1477187"/>
                    <a:pt x="13458" y="1459738"/>
                  </a:cubicBezTo>
                  <a:lnTo>
                    <a:pt x="17427" y="1452404"/>
                  </a:lnTo>
                  <a:lnTo>
                    <a:pt x="147538" y="1230535"/>
                  </a:lnTo>
                  <a:cubicBezTo>
                    <a:pt x="165189" y="1200230"/>
                    <a:pt x="204065" y="1189973"/>
                    <a:pt x="234369" y="1207624"/>
                  </a:cubicBezTo>
                  <a:cubicBezTo>
                    <a:pt x="263126" y="1224374"/>
                    <a:pt x="274073" y="1260485"/>
                    <a:pt x="259457" y="1290383"/>
                  </a:cubicBezTo>
                  <a:lnTo>
                    <a:pt x="257107" y="1294765"/>
                  </a:lnTo>
                  <a:lnTo>
                    <a:pt x="126996" y="1516634"/>
                  </a:lnTo>
                  <a:lnTo>
                    <a:pt x="1366071" y="1523397"/>
                  </a:lnTo>
                  <a:lnTo>
                    <a:pt x="1229546" y="1289494"/>
                  </a:lnTo>
                  <a:cubicBezTo>
                    <a:pt x="1211883" y="1259202"/>
                    <a:pt x="1222117" y="1220327"/>
                    <a:pt x="1252406" y="1202658"/>
                  </a:cubicBezTo>
                  <a:cubicBezTo>
                    <a:pt x="1259562" y="1198483"/>
                    <a:pt x="1267219" y="1195859"/>
                    <a:pt x="1274975" y="1194696"/>
                  </a:cubicBezTo>
                  <a:close/>
                  <a:moveTo>
                    <a:pt x="746756" y="453834"/>
                  </a:moveTo>
                  <a:cubicBezTo>
                    <a:pt x="676598" y="453816"/>
                    <a:pt x="619710" y="510676"/>
                    <a:pt x="619692" y="580834"/>
                  </a:cubicBezTo>
                  <a:cubicBezTo>
                    <a:pt x="619675" y="650992"/>
                    <a:pt x="676535" y="707880"/>
                    <a:pt x="746692" y="707898"/>
                  </a:cubicBezTo>
                  <a:cubicBezTo>
                    <a:pt x="816850" y="707915"/>
                    <a:pt x="873739" y="651055"/>
                    <a:pt x="873756" y="580898"/>
                  </a:cubicBezTo>
                  <a:cubicBezTo>
                    <a:pt x="873774" y="510740"/>
                    <a:pt x="816914" y="453852"/>
                    <a:pt x="746756" y="453834"/>
                  </a:cubicBezTo>
                  <a:close/>
                  <a:moveTo>
                    <a:pt x="746756" y="326834"/>
                  </a:moveTo>
                  <a:cubicBezTo>
                    <a:pt x="887054" y="326817"/>
                    <a:pt x="1000802" y="440536"/>
                    <a:pt x="1000819" y="580834"/>
                  </a:cubicBezTo>
                  <a:cubicBezTo>
                    <a:pt x="1000837" y="721132"/>
                    <a:pt x="887117" y="834880"/>
                    <a:pt x="746819" y="834898"/>
                  </a:cubicBezTo>
                  <a:cubicBezTo>
                    <a:pt x="606522" y="834915"/>
                    <a:pt x="492774" y="721195"/>
                    <a:pt x="492756" y="580898"/>
                  </a:cubicBezTo>
                  <a:cubicBezTo>
                    <a:pt x="492738" y="440600"/>
                    <a:pt x="606458" y="326852"/>
                    <a:pt x="746756" y="326834"/>
                  </a:cubicBezTo>
                  <a:close/>
                  <a:moveTo>
                    <a:pt x="746279" y="127000"/>
                  </a:moveTo>
                  <a:cubicBezTo>
                    <a:pt x="492660" y="127000"/>
                    <a:pt x="288793" y="324803"/>
                    <a:pt x="287682" y="569436"/>
                  </a:cubicBezTo>
                  <a:cubicBezTo>
                    <a:pt x="287543" y="659402"/>
                    <a:pt x="315737" y="747127"/>
                    <a:pt x="368264" y="820166"/>
                  </a:cubicBezTo>
                  <a:lnTo>
                    <a:pt x="370105" y="822865"/>
                  </a:lnTo>
                  <a:lnTo>
                    <a:pt x="373693" y="828802"/>
                  </a:lnTo>
                  <a:lnTo>
                    <a:pt x="746120" y="1261936"/>
                  </a:lnTo>
                  <a:lnTo>
                    <a:pt x="1116325" y="828866"/>
                  </a:lnTo>
                  <a:lnTo>
                    <a:pt x="1121818" y="820166"/>
                  </a:lnTo>
                  <a:cubicBezTo>
                    <a:pt x="1174208" y="746983"/>
                    <a:pt x="1202777" y="659435"/>
                    <a:pt x="1203638" y="569436"/>
                  </a:cubicBezTo>
                  <a:cubicBezTo>
                    <a:pt x="1203638" y="325311"/>
                    <a:pt x="999231" y="127000"/>
                    <a:pt x="746279" y="127000"/>
                  </a:cubicBezTo>
                  <a:close/>
                  <a:moveTo>
                    <a:pt x="746279" y="0"/>
                  </a:moveTo>
                  <a:cubicBezTo>
                    <a:pt x="1068541" y="0"/>
                    <a:pt x="1330638" y="254286"/>
                    <a:pt x="1330638" y="570198"/>
                  </a:cubicBezTo>
                  <a:cubicBezTo>
                    <a:pt x="1329273" y="688054"/>
                    <a:pt x="1292443" y="799878"/>
                    <a:pt x="1226784" y="891635"/>
                  </a:cubicBezTo>
                  <a:cubicBezTo>
                    <a:pt x="1226847" y="891508"/>
                    <a:pt x="1224561" y="895382"/>
                    <a:pt x="1223386" y="897223"/>
                  </a:cubicBezTo>
                  <a:lnTo>
                    <a:pt x="1220529" y="901605"/>
                  </a:lnTo>
                  <a:cubicBezTo>
                    <a:pt x="1217570" y="905984"/>
                    <a:pt x="1214245" y="910105"/>
                    <a:pt x="1210591" y="913924"/>
                  </a:cubicBezTo>
                  <a:lnTo>
                    <a:pt x="1213036" y="911225"/>
                  </a:lnTo>
                  <a:lnTo>
                    <a:pt x="842672" y="1344422"/>
                  </a:lnTo>
                  <a:cubicBezTo>
                    <a:pt x="838458" y="1349353"/>
                    <a:pt x="833872" y="1353954"/>
                    <a:pt x="828955" y="1358184"/>
                  </a:cubicBezTo>
                  <a:cubicBezTo>
                    <a:pt x="775786" y="1403929"/>
                    <a:pt x="695599" y="1397910"/>
                    <a:pt x="649854" y="1344740"/>
                  </a:cubicBezTo>
                  <a:lnTo>
                    <a:pt x="277459" y="911606"/>
                  </a:lnTo>
                  <a:lnTo>
                    <a:pt x="275998" y="910019"/>
                  </a:lnTo>
                  <a:cubicBezTo>
                    <a:pt x="273649" y="907288"/>
                    <a:pt x="271553" y="904526"/>
                    <a:pt x="269585" y="901636"/>
                  </a:cubicBezTo>
                  <a:lnTo>
                    <a:pt x="266664" y="897192"/>
                  </a:lnTo>
                  <a:lnTo>
                    <a:pt x="263108" y="891286"/>
                  </a:lnTo>
                  <a:lnTo>
                    <a:pt x="256980" y="882555"/>
                  </a:lnTo>
                  <a:cubicBezTo>
                    <a:pt x="194401" y="790353"/>
                    <a:pt x="160682" y="682466"/>
                    <a:pt x="160682" y="569151"/>
                  </a:cubicBezTo>
                  <a:cubicBezTo>
                    <a:pt x="162079" y="253587"/>
                    <a:pt x="423477" y="0"/>
                    <a:pt x="746279" y="0"/>
                  </a:cubicBezTo>
                  <a:close/>
                </a:path>
              </a:pathLst>
            </a:custGeom>
            <a:solidFill>
              <a:schemeClr val="accent4"/>
            </a:solidFill>
            <a:ln w="1860" cap="flat">
              <a:noFill/>
              <a:prstDash val="solid"/>
              <a:miter/>
            </a:ln>
          </p:spPr>
          <p:txBody>
            <a:bodyPr rtlCol="0" anchor="ctr"/>
            <a:lstStyle/>
            <a:p>
              <a:endParaRPr lang="zh-CN" altLang="en-US">
                <a:solidFill>
                  <a:schemeClr val="tx1"/>
                </a:solidFill>
              </a:endParaRPr>
            </a:p>
          </p:txBody>
        </p:sp>
        <p:sp>
          <p:nvSpPr>
            <p:cNvPr id="41" name="任意多边形: 形状 40"/>
            <p:cNvSpPr>
              <a:spLocks noChangeAspect="1"/>
            </p:cNvSpPr>
            <p:nvPr userDrawn="1"/>
          </p:nvSpPr>
          <p:spPr>
            <a:xfrm>
              <a:off x="7856817" y="5003831"/>
              <a:ext cx="143695" cy="144000"/>
            </a:xfrm>
            <a:custGeom>
              <a:avLst/>
              <a:gdLst>
                <a:gd name="connsiteX0" fmla="*/ 244344 w 1900047"/>
                <a:gd name="connsiteY0" fmla="*/ 1297037 h 1904070"/>
                <a:gd name="connsiteX1" fmla="*/ 152443 w 1900047"/>
                <a:gd name="connsiteY1" fmla="*/ 1687897 h 1904070"/>
                <a:gd name="connsiteX2" fmla="*/ 343501 w 1900047"/>
                <a:gd name="connsiteY2" fmla="*/ 1827609 h 1904070"/>
                <a:gd name="connsiteX3" fmla="*/ 611950 w 1900047"/>
                <a:gd name="connsiteY3" fmla="*/ 1741847 h 1904070"/>
                <a:gd name="connsiteX4" fmla="*/ 244344 w 1900047"/>
                <a:gd name="connsiteY4" fmla="*/ 1297037 h 1904070"/>
                <a:gd name="connsiteX5" fmla="*/ 1075921 w 1900047"/>
                <a:gd name="connsiteY5" fmla="*/ 651681 h 1904070"/>
                <a:gd name="connsiteX6" fmla="*/ 899746 w 1900047"/>
                <a:gd name="connsiteY6" fmla="*/ 711212 h 1904070"/>
                <a:gd name="connsiteX7" fmla="*/ 861609 w 1900047"/>
                <a:gd name="connsiteY7" fmla="*/ 750837 h 1904070"/>
                <a:gd name="connsiteX8" fmla="*/ 1274607 w 1900047"/>
                <a:gd name="connsiteY8" fmla="*/ 750837 h 1904070"/>
                <a:gd name="connsiteX9" fmla="*/ 1235911 w 1900047"/>
                <a:gd name="connsiteY9" fmla="*/ 705817 h 1904070"/>
                <a:gd name="connsiteX10" fmla="*/ 1075921 w 1900047"/>
                <a:gd name="connsiteY10" fmla="*/ 651681 h 1904070"/>
                <a:gd name="connsiteX11" fmla="*/ 1075921 w 1900047"/>
                <a:gd name="connsiteY11" fmla="*/ 532618 h 1904070"/>
                <a:gd name="connsiteX12" fmla="*/ 1428458 w 1900047"/>
                <a:gd name="connsiteY12" fmla="*/ 869900 h 1904070"/>
                <a:gd name="connsiteX13" fmla="*/ 699758 w 1900047"/>
                <a:gd name="connsiteY13" fmla="*/ 869900 h 1904070"/>
                <a:gd name="connsiteX14" fmla="*/ 1075921 w 1900047"/>
                <a:gd name="connsiteY14" fmla="*/ 532618 h 1904070"/>
                <a:gd name="connsiteX15" fmla="*/ 1184380 w 1900047"/>
                <a:gd name="connsiteY15" fmla="*/ 247613 h 1904070"/>
                <a:gd name="connsiteX16" fmla="*/ 954440 w 1900047"/>
                <a:gd name="connsiteY16" fmla="*/ 377093 h 1904070"/>
                <a:gd name="connsiteX17" fmla="*/ 725803 w 1900047"/>
                <a:gd name="connsiteY17" fmla="*/ 532991 h 1904070"/>
                <a:gd name="connsiteX18" fmla="*/ 725803 w 1900047"/>
                <a:gd name="connsiteY18" fmla="*/ 533363 h 1904070"/>
                <a:gd name="connsiteX19" fmla="*/ 695107 w 1900047"/>
                <a:gd name="connsiteY19" fmla="*/ 559408 h 1904070"/>
                <a:gd name="connsiteX20" fmla="*/ 407683 w 1900047"/>
                <a:gd name="connsiteY20" fmla="*/ 890178 h 1904070"/>
                <a:gd name="connsiteX21" fmla="*/ 283225 w 1900047"/>
                <a:gd name="connsiteY21" fmla="*/ 1100584 h 1904070"/>
                <a:gd name="connsiteX22" fmla="*/ 352245 w 1900047"/>
                <a:gd name="connsiteY22" fmla="*/ 1246250 h 1904070"/>
                <a:gd name="connsiteX23" fmla="*/ 489910 w 1900047"/>
                <a:gd name="connsiteY23" fmla="*/ 1479166 h 1904070"/>
                <a:gd name="connsiteX24" fmla="*/ 670179 w 1900047"/>
                <a:gd name="connsiteY24" fmla="*/ 1638040 h 1904070"/>
                <a:gd name="connsiteX25" fmla="*/ 734361 w 1900047"/>
                <a:gd name="connsiteY25" fmla="*/ 1673944 h 1904070"/>
                <a:gd name="connsiteX26" fmla="*/ 975276 w 1900047"/>
                <a:gd name="connsiteY26" fmla="*/ 1737754 h 1904070"/>
                <a:gd name="connsiteX27" fmla="*/ 1047458 w 1900047"/>
                <a:gd name="connsiteY27" fmla="*/ 1740359 h 1904070"/>
                <a:gd name="connsiteX28" fmla="*/ 1299908 w 1900047"/>
                <a:gd name="connsiteY28" fmla="*/ 1701664 h 1904070"/>
                <a:gd name="connsiteX29" fmla="*/ 1497849 w 1900047"/>
                <a:gd name="connsiteY29" fmla="*/ 1597484 h 1904070"/>
                <a:gd name="connsiteX30" fmla="*/ 1671978 w 1900047"/>
                <a:gd name="connsiteY30" fmla="*/ 1402705 h 1904070"/>
                <a:gd name="connsiteX31" fmla="*/ 1457665 w 1900047"/>
                <a:gd name="connsiteY31" fmla="*/ 1402705 h 1904070"/>
                <a:gd name="connsiteX32" fmla="*/ 1058992 w 1900047"/>
                <a:gd name="connsiteY32" fmla="*/ 1600833 h 1904070"/>
                <a:gd name="connsiteX33" fmla="*/ 998531 w 1900047"/>
                <a:gd name="connsiteY33" fmla="*/ 1597298 h 1904070"/>
                <a:gd name="connsiteX34" fmla="*/ 571766 w 1900047"/>
                <a:gd name="connsiteY34" fmla="*/ 1116025 h 1904070"/>
                <a:gd name="connsiteX35" fmla="*/ 563766 w 1900047"/>
                <a:gd name="connsiteY35" fmla="*/ 991009 h 1904070"/>
                <a:gd name="connsiteX36" fmla="*/ 688968 w 1900047"/>
                <a:gd name="connsiteY36" fmla="*/ 989335 h 1904070"/>
                <a:gd name="connsiteX37" fmla="*/ 877794 w 1900047"/>
                <a:gd name="connsiteY37" fmla="*/ 988219 h 1904070"/>
                <a:gd name="connsiteX38" fmla="*/ 1142150 w 1900047"/>
                <a:gd name="connsiteY38" fmla="*/ 989149 h 1904070"/>
                <a:gd name="connsiteX39" fmla="*/ 1418040 w 1900047"/>
                <a:gd name="connsiteY39" fmla="*/ 990265 h 1904070"/>
                <a:gd name="connsiteX40" fmla="*/ 1780809 w 1900047"/>
                <a:gd name="connsiteY40" fmla="*/ 986172 h 1904070"/>
                <a:gd name="connsiteX41" fmla="*/ 1699697 w 1900047"/>
                <a:gd name="connsiteY41" fmla="*/ 635682 h 1904070"/>
                <a:gd name="connsiteX42" fmla="*/ 1679791 w 1900047"/>
                <a:gd name="connsiteY42" fmla="*/ 595685 h 1904070"/>
                <a:gd name="connsiteX43" fmla="*/ 1677373 w 1900047"/>
                <a:gd name="connsiteY43" fmla="*/ 592522 h 1904070"/>
                <a:gd name="connsiteX44" fmla="*/ 1519801 w 1900047"/>
                <a:gd name="connsiteY44" fmla="*/ 421184 h 1904070"/>
                <a:gd name="connsiteX45" fmla="*/ 1322232 w 1900047"/>
                <a:gd name="connsiteY45" fmla="*/ 302679 h 1904070"/>
                <a:gd name="connsiteX46" fmla="*/ 1609284 w 1900047"/>
                <a:gd name="connsiteY46" fmla="*/ 126318 h 1904070"/>
                <a:gd name="connsiteX47" fmla="*/ 1366508 w 1900047"/>
                <a:gd name="connsiteY47" fmla="*/ 192174 h 1904070"/>
                <a:gd name="connsiteX48" fmla="*/ 1773553 w 1900047"/>
                <a:gd name="connsiteY48" fmla="*/ 522201 h 1904070"/>
                <a:gd name="connsiteX49" fmla="*/ 1826201 w 1900047"/>
                <a:gd name="connsiteY49" fmla="*/ 306772 h 1904070"/>
                <a:gd name="connsiteX50" fmla="*/ 1609284 w 1900047"/>
                <a:gd name="connsiteY50" fmla="*/ 126318 h 1904070"/>
                <a:gd name="connsiteX51" fmla="*/ 1580449 w 1900047"/>
                <a:gd name="connsiteY51" fmla="*/ 0 h 1904070"/>
                <a:gd name="connsiteX52" fmla="*/ 1780250 w 1900047"/>
                <a:gd name="connsiteY52" fmla="*/ 57299 h 1904070"/>
                <a:gd name="connsiteX53" fmla="*/ 1806481 w 1900047"/>
                <a:gd name="connsiteY53" fmla="*/ 582848 h 1904070"/>
                <a:gd name="connsiteX54" fmla="*/ 1891872 w 1900047"/>
                <a:gd name="connsiteY54" fmla="*/ 1101700 h 1904070"/>
                <a:gd name="connsiteX55" fmla="*/ 1418226 w 1900047"/>
                <a:gd name="connsiteY55" fmla="*/ 1109514 h 1904070"/>
                <a:gd name="connsiteX56" fmla="*/ 878166 w 1900047"/>
                <a:gd name="connsiteY56" fmla="*/ 1107281 h 1904070"/>
                <a:gd name="connsiteX57" fmla="*/ 690828 w 1900047"/>
                <a:gd name="connsiteY57" fmla="*/ 1108398 h 1904070"/>
                <a:gd name="connsiteX58" fmla="*/ 1012483 w 1900047"/>
                <a:gd name="connsiteY58" fmla="*/ 1478793 h 1904070"/>
                <a:gd name="connsiteX59" fmla="*/ 1059178 w 1900047"/>
                <a:gd name="connsiteY59" fmla="*/ 1481584 h 1904070"/>
                <a:gd name="connsiteX60" fmla="*/ 1399622 w 1900047"/>
                <a:gd name="connsiteY60" fmla="*/ 1283457 h 1904070"/>
                <a:gd name="connsiteX61" fmla="*/ 1858943 w 1900047"/>
                <a:gd name="connsiteY61" fmla="*/ 1283457 h 1904070"/>
                <a:gd name="connsiteX62" fmla="*/ 1047272 w 1900047"/>
                <a:gd name="connsiteY62" fmla="*/ 1859235 h 1904070"/>
                <a:gd name="connsiteX63" fmla="*/ 966347 w 1900047"/>
                <a:gd name="connsiteY63" fmla="*/ 1856259 h 1904070"/>
                <a:gd name="connsiteX64" fmla="*/ 683945 w 1900047"/>
                <a:gd name="connsiteY64" fmla="*/ 1782031 h 1904070"/>
                <a:gd name="connsiteX65" fmla="*/ 268343 w 1900047"/>
                <a:gd name="connsiteY65" fmla="*/ 1904070 h 1904070"/>
                <a:gd name="connsiteX66" fmla="*/ 53844 w 1900047"/>
                <a:gd name="connsiteY66" fmla="*/ 1815703 h 1904070"/>
                <a:gd name="connsiteX67" fmla="*/ 73564 w 1900047"/>
                <a:gd name="connsiteY67" fmla="*/ 1283643 h 1904070"/>
                <a:gd name="connsiteX68" fmla="*/ 571952 w 1900047"/>
                <a:gd name="connsiteY68" fmla="*/ 509736 h 1904070"/>
                <a:gd name="connsiteX69" fmla="*/ 618647 w 1900047"/>
                <a:gd name="connsiteY69" fmla="*/ 468251 h 1904070"/>
                <a:gd name="connsiteX70" fmla="*/ 621623 w 1900047"/>
                <a:gd name="connsiteY70" fmla="*/ 462855 h 1904070"/>
                <a:gd name="connsiteX71" fmla="*/ 625158 w 1900047"/>
                <a:gd name="connsiteY71" fmla="*/ 454856 h 1904070"/>
                <a:gd name="connsiteX72" fmla="*/ 211602 w 1900047"/>
                <a:gd name="connsiteY72" fmla="*/ 805160 h 1904070"/>
                <a:gd name="connsiteX73" fmla="*/ 986066 w 1900047"/>
                <a:gd name="connsiteY73" fmla="*/ 138224 h 1904070"/>
                <a:gd name="connsiteX74" fmla="*/ 1091176 w 1900047"/>
                <a:gd name="connsiteY74" fmla="*/ 131527 h 1904070"/>
                <a:gd name="connsiteX75" fmla="*/ 1189589 w 1900047"/>
                <a:gd name="connsiteY75" fmla="*/ 90971 h 1904070"/>
                <a:gd name="connsiteX76" fmla="*/ 1580449 w 1900047"/>
                <a:gd name="connsiteY76" fmla="*/ 0 h 1904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900047" h="1904070">
                  <a:moveTo>
                    <a:pt x="244344" y="1297037"/>
                  </a:moveTo>
                  <a:cubicBezTo>
                    <a:pt x="203974" y="1396938"/>
                    <a:pt x="128258" y="1550789"/>
                    <a:pt x="152443" y="1687897"/>
                  </a:cubicBezTo>
                  <a:cubicBezTo>
                    <a:pt x="170488" y="1790588"/>
                    <a:pt x="250855" y="1827609"/>
                    <a:pt x="343501" y="1827609"/>
                  </a:cubicBezTo>
                  <a:cubicBezTo>
                    <a:pt x="438007" y="1827609"/>
                    <a:pt x="545349" y="1788914"/>
                    <a:pt x="611950" y="1741847"/>
                  </a:cubicBezTo>
                  <a:cubicBezTo>
                    <a:pt x="439123" y="1645109"/>
                    <a:pt x="331409" y="1481770"/>
                    <a:pt x="244344" y="1297037"/>
                  </a:cubicBezTo>
                  <a:close/>
                  <a:moveTo>
                    <a:pt x="1075921" y="651681"/>
                  </a:moveTo>
                  <a:cubicBezTo>
                    <a:pt x="1010623" y="651681"/>
                    <a:pt x="946441" y="673261"/>
                    <a:pt x="899746" y="711212"/>
                  </a:cubicBezTo>
                  <a:cubicBezTo>
                    <a:pt x="885049" y="723118"/>
                    <a:pt x="872399" y="736327"/>
                    <a:pt x="861609" y="750837"/>
                  </a:cubicBezTo>
                  <a:lnTo>
                    <a:pt x="1274607" y="750837"/>
                  </a:lnTo>
                  <a:cubicBezTo>
                    <a:pt x="1264003" y="733908"/>
                    <a:pt x="1251166" y="718839"/>
                    <a:pt x="1235911" y="705817"/>
                  </a:cubicBezTo>
                  <a:cubicBezTo>
                    <a:pt x="1194798" y="670842"/>
                    <a:pt x="1138057" y="651681"/>
                    <a:pt x="1075921" y="651681"/>
                  </a:cubicBezTo>
                  <a:close/>
                  <a:moveTo>
                    <a:pt x="1075921" y="532618"/>
                  </a:moveTo>
                  <a:cubicBezTo>
                    <a:pt x="1248934" y="532618"/>
                    <a:pt x="1418226" y="640518"/>
                    <a:pt x="1428458" y="869900"/>
                  </a:cubicBezTo>
                  <a:lnTo>
                    <a:pt x="699758" y="869900"/>
                  </a:lnTo>
                  <a:cubicBezTo>
                    <a:pt x="711478" y="650006"/>
                    <a:pt x="895653" y="532618"/>
                    <a:pt x="1075921" y="532618"/>
                  </a:cubicBezTo>
                  <a:close/>
                  <a:moveTo>
                    <a:pt x="1184380" y="247613"/>
                  </a:moveTo>
                  <a:cubicBezTo>
                    <a:pt x="1106059" y="287424"/>
                    <a:pt x="1028854" y="330957"/>
                    <a:pt x="954440" y="377093"/>
                  </a:cubicBezTo>
                  <a:cubicBezTo>
                    <a:pt x="876306" y="425462"/>
                    <a:pt x="799659" y="477738"/>
                    <a:pt x="725803" y="532991"/>
                  </a:cubicBezTo>
                  <a:lnTo>
                    <a:pt x="725803" y="533363"/>
                  </a:lnTo>
                  <a:lnTo>
                    <a:pt x="695107" y="559408"/>
                  </a:lnTo>
                  <a:cubicBezTo>
                    <a:pt x="597253" y="642007"/>
                    <a:pt x="497910" y="756419"/>
                    <a:pt x="407683" y="890178"/>
                  </a:cubicBezTo>
                  <a:cubicBezTo>
                    <a:pt x="361918" y="958267"/>
                    <a:pt x="320060" y="1028960"/>
                    <a:pt x="283225" y="1100584"/>
                  </a:cubicBezTo>
                  <a:lnTo>
                    <a:pt x="352245" y="1246250"/>
                  </a:lnTo>
                  <a:cubicBezTo>
                    <a:pt x="398009" y="1343546"/>
                    <a:pt x="441727" y="1417588"/>
                    <a:pt x="489910" y="1479166"/>
                  </a:cubicBezTo>
                  <a:cubicBezTo>
                    <a:pt x="544047" y="1548557"/>
                    <a:pt x="603020" y="1600461"/>
                    <a:pt x="670179" y="1638040"/>
                  </a:cubicBezTo>
                  <a:lnTo>
                    <a:pt x="734361" y="1673944"/>
                  </a:lnTo>
                  <a:cubicBezTo>
                    <a:pt x="815286" y="1704826"/>
                    <a:pt x="886165" y="1731057"/>
                    <a:pt x="975276" y="1737754"/>
                  </a:cubicBezTo>
                  <a:cubicBezTo>
                    <a:pt x="999647" y="1739429"/>
                    <a:pt x="1023831" y="1740359"/>
                    <a:pt x="1047458" y="1740359"/>
                  </a:cubicBezTo>
                  <a:cubicBezTo>
                    <a:pt x="1137313" y="1740359"/>
                    <a:pt x="1222331" y="1727337"/>
                    <a:pt x="1299908" y="1701664"/>
                  </a:cubicBezTo>
                  <a:cubicBezTo>
                    <a:pt x="1372089" y="1677665"/>
                    <a:pt x="1438690" y="1642691"/>
                    <a:pt x="1497849" y="1597484"/>
                  </a:cubicBezTo>
                  <a:cubicBezTo>
                    <a:pt x="1566310" y="1545208"/>
                    <a:pt x="1625097" y="1479352"/>
                    <a:pt x="1671978" y="1402705"/>
                  </a:cubicBezTo>
                  <a:lnTo>
                    <a:pt x="1457665" y="1402705"/>
                  </a:lnTo>
                  <a:cubicBezTo>
                    <a:pt x="1347347" y="1532558"/>
                    <a:pt x="1210611" y="1600833"/>
                    <a:pt x="1058992" y="1600833"/>
                  </a:cubicBezTo>
                  <a:cubicBezTo>
                    <a:pt x="1039086" y="1600833"/>
                    <a:pt x="1018808" y="1599716"/>
                    <a:pt x="998531" y="1597298"/>
                  </a:cubicBezTo>
                  <a:cubicBezTo>
                    <a:pt x="759661" y="1569579"/>
                    <a:pt x="588137" y="1376102"/>
                    <a:pt x="571766" y="1116025"/>
                  </a:cubicBezTo>
                  <a:lnTo>
                    <a:pt x="563766" y="991009"/>
                  </a:lnTo>
                  <a:lnTo>
                    <a:pt x="688968" y="989335"/>
                  </a:lnTo>
                  <a:cubicBezTo>
                    <a:pt x="745151" y="988591"/>
                    <a:pt x="806914" y="988219"/>
                    <a:pt x="877794" y="988219"/>
                  </a:cubicBezTo>
                  <a:cubicBezTo>
                    <a:pt x="963928" y="988219"/>
                    <a:pt x="1054527" y="988591"/>
                    <a:pt x="1142150" y="989149"/>
                  </a:cubicBezTo>
                  <a:cubicBezTo>
                    <a:pt x="1232749" y="989707"/>
                    <a:pt x="1326139" y="990265"/>
                    <a:pt x="1418040" y="990265"/>
                  </a:cubicBezTo>
                  <a:cubicBezTo>
                    <a:pt x="1559055" y="990265"/>
                    <a:pt x="1677001" y="988963"/>
                    <a:pt x="1780809" y="986172"/>
                  </a:cubicBezTo>
                  <a:cubicBezTo>
                    <a:pt x="1781553" y="827670"/>
                    <a:pt x="1732811" y="702283"/>
                    <a:pt x="1699697" y="635682"/>
                  </a:cubicBezTo>
                  <a:lnTo>
                    <a:pt x="1679791" y="595685"/>
                  </a:lnTo>
                  <a:lnTo>
                    <a:pt x="1677373" y="592522"/>
                  </a:lnTo>
                  <a:cubicBezTo>
                    <a:pt x="1626771" y="523689"/>
                    <a:pt x="1575240" y="467692"/>
                    <a:pt x="1519801" y="421184"/>
                  </a:cubicBezTo>
                  <a:cubicBezTo>
                    <a:pt x="1458968" y="370210"/>
                    <a:pt x="1394227" y="331515"/>
                    <a:pt x="1322232" y="302679"/>
                  </a:cubicBezTo>
                  <a:close/>
                  <a:moveTo>
                    <a:pt x="1609284" y="126318"/>
                  </a:moveTo>
                  <a:cubicBezTo>
                    <a:pt x="1525196" y="126318"/>
                    <a:pt x="1433295" y="152921"/>
                    <a:pt x="1366508" y="192174"/>
                  </a:cubicBezTo>
                  <a:cubicBezTo>
                    <a:pt x="1541567" y="261938"/>
                    <a:pt x="1669187" y="380256"/>
                    <a:pt x="1773553" y="522201"/>
                  </a:cubicBezTo>
                  <a:cubicBezTo>
                    <a:pt x="1796435" y="450205"/>
                    <a:pt x="1828620" y="390488"/>
                    <a:pt x="1826201" y="306772"/>
                  </a:cubicBezTo>
                  <a:cubicBezTo>
                    <a:pt x="1822480" y="174873"/>
                    <a:pt x="1722952" y="126318"/>
                    <a:pt x="1609284" y="126318"/>
                  </a:cubicBezTo>
                  <a:close/>
                  <a:moveTo>
                    <a:pt x="1580449" y="0"/>
                  </a:moveTo>
                  <a:cubicBezTo>
                    <a:pt x="1656351" y="0"/>
                    <a:pt x="1727416" y="15441"/>
                    <a:pt x="1780250" y="57299"/>
                  </a:cubicBezTo>
                  <a:cubicBezTo>
                    <a:pt x="1912521" y="162037"/>
                    <a:pt x="1888151" y="416719"/>
                    <a:pt x="1806481" y="582848"/>
                  </a:cubicBezTo>
                  <a:cubicBezTo>
                    <a:pt x="1871780" y="714189"/>
                    <a:pt x="1919963" y="897062"/>
                    <a:pt x="1891872" y="1101700"/>
                  </a:cubicBezTo>
                  <a:cubicBezTo>
                    <a:pt x="1740997" y="1107839"/>
                    <a:pt x="1580263" y="1109514"/>
                    <a:pt x="1418226" y="1109514"/>
                  </a:cubicBezTo>
                  <a:cubicBezTo>
                    <a:pt x="1235912" y="1109514"/>
                    <a:pt x="1051923" y="1107467"/>
                    <a:pt x="878166" y="1107281"/>
                  </a:cubicBezTo>
                  <a:cubicBezTo>
                    <a:pt x="814170" y="1107281"/>
                    <a:pt x="751476" y="1107653"/>
                    <a:pt x="690828" y="1108398"/>
                  </a:cubicBezTo>
                  <a:cubicBezTo>
                    <a:pt x="703293" y="1305967"/>
                    <a:pt x="827750" y="1457399"/>
                    <a:pt x="1012483" y="1478793"/>
                  </a:cubicBezTo>
                  <a:cubicBezTo>
                    <a:pt x="1028482" y="1480654"/>
                    <a:pt x="1044109" y="1481584"/>
                    <a:pt x="1059178" y="1481584"/>
                  </a:cubicBezTo>
                  <a:cubicBezTo>
                    <a:pt x="1214704" y="1481584"/>
                    <a:pt x="1324836" y="1387822"/>
                    <a:pt x="1399622" y="1283457"/>
                  </a:cubicBezTo>
                  <a:lnTo>
                    <a:pt x="1858943" y="1283457"/>
                  </a:lnTo>
                  <a:cubicBezTo>
                    <a:pt x="1746578" y="1605297"/>
                    <a:pt x="1471060" y="1859235"/>
                    <a:pt x="1047272" y="1859235"/>
                  </a:cubicBezTo>
                  <a:cubicBezTo>
                    <a:pt x="1020855" y="1859235"/>
                    <a:pt x="993880" y="1858305"/>
                    <a:pt x="966347" y="1856259"/>
                  </a:cubicBezTo>
                  <a:cubicBezTo>
                    <a:pt x="859376" y="1848259"/>
                    <a:pt x="776219" y="1817191"/>
                    <a:pt x="683945" y="1782031"/>
                  </a:cubicBezTo>
                  <a:cubicBezTo>
                    <a:pt x="586835" y="1834865"/>
                    <a:pt x="415682" y="1904070"/>
                    <a:pt x="268343" y="1904070"/>
                  </a:cubicBezTo>
                  <a:cubicBezTo>
                    <a:pt x="182022" y="1904070"/>
                    <a:pt x="103888" y="1880443"/>
                    <a:pt x="53844" y="1815703"/>
                  </a:cubicBezTo>
                  <a:cubicBezTo>
                    <a:pt x="-49033" y="1682874"/>
                    <a:pt x="17195" y="1441214"/>
                    <a:pt x="73564" y="1283643"/>
                  </a:cubicBezTo>
                  <a:cubicBezTo>
                    <a:pt x="179604" y="987661"/>
                    <a:pt x="374197" y="694283"/>
                    <a:pt x="571952" y="509736"/>
                  </a:cubicBezTo>
                  <a:cubicBezTo>
                    <a:pt x="587579" y="495226"/>
                    <a:pt x="603020" y="481459"/>
                    <a:pt x="618647" y="468251"/>
                  </a:cubicBezTo>
                  <a:cubicBezTo>
                    <a:pt x="619205" y="466018"/>
                    <a:pt x="620321" y="464344"/>
                    <a:pt x="621623" y="462855"/>
                  </a:cubicBezTo>
                  <a:cubicBezTo>
                    <a:pt x="623298" y="460809"/>
                    <a:pt x="625158" y="458763"/>
                    <a:pt x="625158" y="454856"/>
                  </a:cubicBezTo>
                  <a:cubicBezTo>
                    <a:pt x="456796" y="540432"/>
                    <a:pt x="343501" y="682377"/>
                    <a:pt x="211602" y="805160"/>
                  </a:cubicBezTo>
                  <a:cubicBezTo>
                    <a:pt x="319130" y="437741"/>
                    <a:pt x="555023" y="175617"/>
                    <a:pt x="986066" y="138224"/>
                  </a:cubicBezTo>
                  <a:cubicBezTo>
                    <a:pt x="1015646" y="135620"/>
                    <a:pt x="1057318" y="137852"/>
                    <a:pt x="1091176" y="131527"/>
                  </a:cubicBezTo>
                  <a:cubicBezTo>
                    <a:pt x="1120384" y="125946"/>
                    <a:pt x="1155916" y="104924"/>
                    <a:pt x="1189589" y="90971"/>
                  </a:cubicBezTo>
                  <a:cubicBezTo>
                    <a:pt x="1278514" y="54508"/>
                    <a:pt x="1438132" y="0"/>
                    <a:pt x="1580449" y="0"/>
                  </a:cubicBezTo>
                  <a:close/>
                </a:path>
              </a:pathLst>
            </a:custGeom>
            <a:solidFill>
              <a:schemeClr val="accent4"/>
            </a:solidFill>
            <a:ln w="1860" cap="flat">
              <a:noFill/>
              <a:prstDash val="solid"/>
              <a:miter/>
            </a:ln>
          </p:spPr>
          <p:txBody>
            <a:bodyPr rtlCol="0" anchor="ctr"/>
            <a:lstStyle/>
            <a:p>
              <a:endParaRPr lang="zh-CN" altLang="en-US" dirty="0">
                <a:solidFill>
                  <a:schemeClr val="tx1"/>
                </a:solidFill>
              </a:endParaRPr>
            </a:p>
          </p:txBody>
        </p:sp>
        <p:sp>
          <p:nvSpPr>
            <p:cNvPr id="42" name="图形 10"/>
            <p:cNvSpPr>
              <a:spLocks noChangeAspect="1"/>
            </p:cNvSpPr>
            <p:nvPr userDrawn="1"/>
          </p:nvSpPr>
          <p:spPr>
            <a:xfrm>
              <a:off x="7861797" y="4453453"/>
              <a:ext cx="143644" cy="144000"/>
            </a:xfrm>
            <a:custGeom>
              <a:avLst/>
              <a:gdLst>
                <a:gd name="connsiteX0" fmla="*/ 249486 w 1772714"/>
                <a:gd name="connsiteY0" fmla="*/ 122826 h 1777102"/>
                <a:gd name="connsiteX1" fmla="*/ 602777 w 1772714"/>
                <a:gd name="connsiteY1" fmla="*/ 183656 h 1777102"/>
                <a:gd name="connsiteX2" fmla="*/ 766780 w 1772714"/>
                <a:gd name="connsiteY2" fmla="*/ 404506 h 1777102"/>
                <a:gd name="connsiteX3" fmla="*/ 752190 w 1772714"/>
                <a:gd name="connsiteY3" fmla="*/ 717359 h 1777102"/>
                <a:gd name="connsiteX4" fmla="*/ 724827 w 1772714"/>
                <a:gd name="connsiteY4" fmla="*/ 747796 h 1777102"/>
                <a:gd name="connsiteX5" fmla="*/ 720021 w 1772714"/>
                <a:gd name="connsiteY5" fmla="*/ 799188 h 1777102"/>
                <a:gd name="connsiteX6" fmla="*/ 820424 w 1772714"/>
                <a:gd name="connsiteY6" fmla="*/ 926780 h 1777102"/>
                <a:gd name="connsiteX7" fmla="*/ 998801 w 1772714"/>
                <a:gd name="connsiteY7" fmla="*/ 1067317 h 1777102"/>
                <a:gd name="connsiteX8" fmla="*/ 1053916 w 1772714"/>
                <a:gd name="connsiteY8" fmla="*/ 1062121 h 1777102"/>
                <a:gd name="connsiteX9" fmla="*/ 1170164 w 1772714"/>
                <a:gd name="connsiteY9" fmla="*/ 976656 h 1777102"/>
                <a:gd name="connsiteX10" fmla="*/ 1615328 w 1772714"/>
                <a:gd name="connsiteY10" fmla="*/ 1191921 h 1777102"/>
                <a:gd name="connsiteX11" fmla="*/ 1641738 w 1772714"/>
                <a:gd name="connsiteY11" fmla="*/ 1215993 h 1777102"/>
                <a:gd name="connsiteX12" fmla="*/ 1659489 w 1772714"/>
                <a:gd name="connsiteY12" fmla="*/ 1580931 h 1777102"/>
                <a:gd name="connsiteX13" fmla="*/ 1648362 w 1772714"/>
                <a:gd name="connsiteY13" fmla="*/ 1593226 h 1777102"/>
                <a:gd name="connsiteX14" fmla="*/ 1496958 w 1772714"/>
                <a:gd name="connsiteY14" fmla="*/ 1720342 h 1777102"/>
                <a:gd name="connsiteX15" fmla="*/ 1271562 w 1772714"/>
                <a:gd name="connsiteY15" fmla="*/ 1777016 h 1777102"/>
                <a:gd name="connsiteX16" fmla="*/ 1244286 w 1772714"/>
                <a:gd name="connsiteY16" fmla="*/ 1777102 h 1777102"/>
                <a:gd name="connsiteX17" fmla="*/ 436956 w 1772714"/>
                <a:gd name="connsiteY17" fmla="*/ 1302714 h 1777102"/>
                <a:gd name="connsiteX18" fmla="*/ 2096 w 1772714"/>
                <a:gd name="connsiteY18" fmla="*/ 534306 h 1777102"/>
                <a:gd name="connsiteX19" fmla="*/ 158046 w 1772714"/>
                <a:gd name="connsiteY19" fmla="*/ 184089 h 1777102"/>
                <a:gd name="connsiteX20" fmla="*/ 463712 w 1772714"/>
                <a:gd name="connsiteY20" fmla="*/ 286916 h 1777102"/>
                <a:gd name="connsiteX21" fmla="*/ 345949 w 1772714"/>
                <a:gd name="connsiteY21" fmla="*/ 266654 h 1777102"/>
                <a:gd name="connsiteX22" fmla="*/ 254162 w 1772714"/>
                <a:gd name="connsiteY22" fmla="*/ 328133 h 1777102"/>
                <a:gd name="connsiteX23" fmla="*/ 174239 w 1772714"/>
                <a:gd name="connsiteY23" fmla="*/ 515126 h 1777102"/>
                <a:gd name="connsiteX24" fmla="*/ 530820 w 1772714"/>
                <a:gd name="connsiteY24" fmla="*/ 1150227 h 1777102"/>
                <a:gd name="connsiteX25" fmla="*/ 561733 w 1772714"/>
                <a:gd name="connsiteY25" fmla="*/ 1182612 h 1777102"/>
                <a:gd name="connsiteX26" fmla="*/ 1244373 w 1772714"/>
                <a:gd name="connsiteY26" fmla="*/ 1603920 h 1777102"/>
                <a:gd name="connsiteX27" fmla="*/ 1393396 w 1772714"/>
                <a:gd name="connsiteY27" fmla="*/ 1578852 h 1777102"/>
                <a:gd name="connsiteX28" fmla="*/ 1417078 w 1772714"/>
                <a:gd name="connsiteY28" fmla="*/ 1566730 h 1777102"/>
                <a:gd name="connsiteX29" fmla="*/ 1502370 w 1772714"/>
                <a:gd name="connsiteY29" fmla="*/ 1495725 h 1777102"/>
                <a:gd name="connsiteX30" fmla="*/ 1520338 w 1772714"/>
                <a:gd name="connsiteY30" fmla="*/ 1476589 h 1777102"/>
                <a:gd name="connsiteX31" fmla="*/ 1530729 w 1772714"/>
                <a:gd name="connsiteY31" fmla="*/ 1465115 h 1777102"/>
                <a:gd name="connsiteX32" fmla="*/ 1524667 w 1772714"/>
                <a:gd name="connsiteY32" fmla="*/ 1343585 h 1777102"/>
                <a:gd name="connsiteX33" fmla="*/ 1298838 w 1772714"/>
                <a:gd name="connsiteY33" fmla="*/ 1163173 h 1777102"/>
                <a:gd name="connsiteX34" fmla="*/ 1241385 w 1772714"/>
                <a:gd name="connsiteY34" fmla="*/ 1135594 h 1777102"/>
                <a:gd name="connsiteX35" fmla="*/ 1240693 w 1772714"/>
                <a:gd name="connsiteY35" fmla="*/ 1135420 h 1777102"/>
                <a:gd name="connsiteX36" fmla="*/ 1236623 w 1772714"/>
                <a:gd name="connsiteY36" fmla="*/ 1137715 h 1777102"/>
                <a:gd name="connsiteX37" fmla="*/ 1187785 w 1772714"/>
                <a:gd name="connsiteY37" fmla="*/ 1173650 h 1777102"/>
                <a:gd name="connsiteX38" fmla="*/ 1169125 w 1772714"/>
                <a:gd name="connsiteY38" fmla="*/ 1191488 h 1777102"/>
                <a:gd name="connsiteX39" fmla="*/ 901213 w 1772714"/>
                <a:gd name="connsiteY39" fmla="*/ 1210365 h 1777102"/>
                <a:gd name="connsiteX40" fmla="*/ 699456 w 1772714"/>
                <a:gd name="connsiteY40" fmla="*/ 1050778 h 1777102"/>
                <a:gd name="connsiteX41" fmla="*/ 571908 w 1772714"/>
                <a:gd name="connsiteY41" fmla="*/ 888983 h 1777102"/>
                <a:gd name="connsiteX42" fmla="*/ 596023 w 1772714"/>
                <a:gd name="connsiteY42" fmla="*/ 632067 h 1777102"/>
                <a:gd name="connsiteX43" fmla="*/ 623386 w 1772714"/>
                <a:gd name="connsiteY43" fmla="*/ 601631 h 1777102"/>
                <a:gd name="connsiteX44" fmla="*/ 627759 w 1772714"/>
                <a:gd name="connsiteY44" fmla="*/ 507766 h 1777102"/>
                <a:gd name="connsiteX45" fmla="*/ 1099030 w 1772714"/>
                <a:gd name="connsiteY45" fmla="*/ 385889 h 1777102"/>
                <a:gd name="connsiteX46" fmla="*/ 1418247 w 1772714"/>
                <a:gd name="connsiteY46" fmla="*/ 724330 h 1777102"/>
                <a:gd name="connsiteX47" fmla="*/ 1348260 w 1772714"/>
                <a:gd name="connsiteY47" fmla="*/ 824840 h 1777102"/>
                <a:gd name="connsiteX48" fmla="*/ 1247750 w 1772714"/>
                <a:gd name="connsiteY48" fmla="*/ 754853 h 1777102"/>
                <a:gd name="connsiteX49" fmla="*/ 1065909 w 1772714"/>
                <a:gd name="connsiteY49" fmla="*/ 555867 h 1777102"/>
                <a:gd name="connsiteX50" fmla="*/ 998396 w 1772714"/>
                <a:gd name="connsiteY50" fmla="*/ 453701 h 1777102"/>
                <a:gd name="connsiteX51" fmla="*/ 1099030 w 1772714"/>
                <a:gd name="connsiteY51" fmla="*/ 385889 h 1777102"/>
                <a:gd name="connsiteX52" fmla="*/ 1105697 w 1772714"/>
                <a:gd name="connsiteY52" fmla="*/ 1339 h 1777102"/>
                <a:gd name="connsiteX53" fmla="*/ 1771062 w 1772714"/>
                <a:gd name="connsiteY53" fmla="*/ 686490 h 1777102"/>
                <a:gd name="connsiteX54" fmla="*/ 1702850 w 1772714"/>
                <a:gd name="connsiteY54" fmla="*/ 788212 h 1777102"/>
                <a:gd name="connsiteX55" fmla="*/ 1601127 w 1772714"/>
                <a:gd name="connsiteY55" fmla="*/ 720000 h 1777102"/>
                <a:gd name="connsiteX56" fmla="*/ 1075520 w 1772714"/>
                <a:gd name="connsiteY56" fmla="*/ 171880 h 1777102"/>
                <a:gd name="connsiteX57" fmla="*/ 1005338 w 1772714"/>
                <a:gd name="connsiteY57" fmla="*/ 71521 h 1777102"/>
                <a:gd name="connsiteX58" fmla="*/ 1105697 w 1772714"/>
                <a:gd name="connsiteY58" fmla="*/ 1339 h 177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772714" h="1777102">
                  <a:moveTo>
                    <a:pt x="249486" y="122826"/>
                  </a:moveTo>
                  <a:cubicBezTo>
                    <a:pt x="364614" y="45577"/>
                    <a:pt x="520115" y="72351"/>
                    <a:pt x="602777" y="183656"/>
                  </a:cubicBezTo>
                  <a:lnTo>
                    <a:pt x="766780" y="404506"/>
                  </a:lnTo>
                  <a:cubicBezTo>
                    <a:pt x="836950" y="498986"/>
                    <a:pt x="830849" y="629821"/>
                    <a:pt x="752190" y="717359"/>
                  </a:cubicBezTo>
                  <a:lnTo>
                    <a:pt x="724827" y="747796"/>
                  </a:lnTo>
                  <a:cubicBezTo>
                    <a:pt x="712073" y="761995"/>
                    <a:pt x="710121" y="782871"/>
                    <a:pt x="720021" y="799188"/>
                  </a:cubicBezTo>
                  <a:cubicBezTo>
                    <a:pt x="747949" y="845800"/>
                    <a:pt x="781687" y="888673"/>
                    <a:pt x="820424" y="926780"/>
                  </a:cubicBezTo>
                  <a:cubicBezTo>
                    <a:pt x="862637" y="967997"/>
                    <a:pt x="922211" y="1015016"/>
                    <a:pt x="998801" y="1067317"/>
                  </a:cubicBezTo>
                  <a:cubicBezTo>
                    <a:pt x="1016025" y="1079091"/>
                    <a:pt x="1039196" y="1076906"/>
                    <a:pt x="1053916" y="1062121"/>
                  </a:cubicBezTo>
                  <a:cubicBezTo>
                    <a:pt x="1087996" y="1027774"/>
                    <a:pt x="1127215" y="998940"/>
                    <a:pt x="1170164" y="976656"/>
                  </a:cubicBezTo>
                  <a:cubicBezTo>
                    <a:pt x="1270610" y="924571"/>
                    <a:pt x="1402661" y="1000165"/>
                    <a:pt x="1615328" y="1191921"/>
                  </a:cubicBezTo>
                  <a:lnTo>
                    <a:pt x="1641738" y="1215993"/>
                  </a:lnTo>
                  <a:cubicBezTo>
                    <a:pt x="1746587" y="1312256"/>
                    <a:pt x="1754500" y="1474947"/>
                    <a:pt x="1659489" y="1580931"/>
                  </a:cubicBezTo>
                  <a:lnTo>
                    <a:pt x="1648362" y="1593226"/>
                  </a:lnTo>
                  <a:cubicBezTo>
                    <a:pt x="1592425" y="1654230"/>
                    <a:pt x="1542895" y="1696443"/>
                    <a:pt x="1496958" y="1720342"/>
                  </a:cubicBezTo>
                  <a:cubicBezTo>
                    <a:pt x="1406557" y="1767318"/>
                    <a:pt x="1374605" y="1776020"/>
                    <a:pt x="1271562" y="1777016"/>
                  </a:cubicBezTo>
                  <a:lnTo>
                    <a:pt x="1244286" y="1777102"/>
                  </a:lnTo>
                  <a:cubicBezTo>
                    <a:pt x="1066039" y="1777016"/>
                    <a:pt x="712531" y="1589070"/>
                    <a:pt x="436956" y="1302714"/>
                  </a:cubicBezTo>
                  <a:cubicBezTo>
                    <a:pt x="137611" y="991636"/>
                    <a:pt x="32316" y="797802"/>
                    <a:pt x="2096" y="534306"/>
                  </a:cubicBezTo>
                  <a:cubicBezTo>
                    <a:pt x="-13490" y="389699"/>
                    <a:pt x="59766" y="249639"/>
                    <a:pt x="158046" y="184089"/>
                  </a:cubicBezTo>
                  <a:close/>
                  <a:moveTo>
                    <a:pt x="463712" y="286916"/>
                  </a:moveTo>
                  <a:cubicBezTo>
                    <a:pt x="436154" y="249819"/>
                    <a:pt x="384321" y="240901"/>
                    <a:pt x="345949" y="266654"/>
                  </a:cubicBezTo>
                  <a:lnTo>
                    <a:pt x="254162" y="328133"/>
                  </a:lnTo>
                  <a:cubicBezTo>
                    <a:pt x="207273" y="359393"/>
                    <a:pt x="165969" y="438407"/>
                    <a:pt x="174239" y="515126"/>
                  </a:cubicBezTo>
                  <a:cubicBezTo>
                    <a:pt x="198614" y="727880"/>
                    <a:pt x="280183" y="884480"/>
                    <a:pt x="530820" y="1150227"/>
                  </a:cubicBezTo>
                  <a:lnTo>
                    <a:pt x="561733" y="1182612"/>
                  </a:lnTo>
                  <a:cubicBezTo>
                    <a:pt x="807478" y="1438012"/>
                    <a:pt x="1119508" y="1603877"/>
                    <a:pt x="1244373" y="1603920"/>
                  </a:cubicBezTo>
                  <a:cubicBezTo>
                    <a:pt x="1331396" y="1604007"/>
                    <a:pt x="1344125" y="1603617"/>
                    <a:pt x="1393396" y="1578852"/>
                  </a:cubicBezTo>
                  <a:lnTo>
                    <a:pt x="1417078" y="1566730"/>
                  </a:lnTo>
                  <a:cubicBezTo>
                    <a:pt x="1438206" y="1555689"/>
                    <a:pt x="1467301" y="1531877"/>
                    <a:pt x="1502370" y="1495725"/>
                  </a:cubicBezTo>
                  <a:lnTo>
                    <a:pt x="1520338" y="1476589"/>
                  </a:lnTo>
                  <a:lnTo>
                    <a:pt x="1530729" y="1465115"/>
                  </a:lnTo>
                  <a:cubicBezTo>
                    <a:pt x="1562309" y="1429773"/>
                    <a:pt x="1559607" y="1375609"/>
                    <a:pt x="1524667" y="1343585"/>
                  </a:cubicBezTo>
                  <a:cubicBezTo>
                    <a:pt x="1431063" y="1257730"/>
                    <a:pt x="1355296" y="1197376"/>
                    <a:pt x="1298838" y="1163173"/>
                  </a:cubicBezTo>
                  <a:cubicBezTo>
                    <a:pt x="1274203" y="1148236"/>
                    <a:pt x="1254634" y="1139144"/>
                    <a:pt x="1241385" y="1135594"/>
                  </a:cubicBezTo>
                  <a:lnTo>
                    <a:pt x="1240693" y="1135420"/>
                  </a:lnTo>
                  <a:lnTo>
                    <a:pt x="1236623" y="1137715"/>
                  </a:lnTo>
                  <a:cubicBezTo>
                    <a:pt x="1219140" y="1147966"/>
                    <a:pt x="1202773" y="1160009"/>
                    <a:pt x="1187785" y="1173650"/>
                  </a:cubicBezTo>
                  <a:lnTo>
                    <a:pt x="1169125" y="1191488"/>
                  </a:lnTo>
                  <a:cubicBezTo>
                    <a:pt x="1094990" y="1259114"/>
                    <a:pt x="984098" y="1266927"/>
                    <a:pt x="901213" y="1210365"/>
                  </a:cubicBezTo>
                  <a:cubicBezTo>
                    <a:pt x="816917" y="1152825"/>
                    <a:pt x="749765" y="1099831"/>
                    <a:pt x="699456" y="1050778"/>
                  </a:cubicBezTo>
                  <a:cubicBezTo>
                    <a:pt x="650261" y="1002464"/>
                    <a:pt x="607402" y="948097"/>
                    <a:pt x="571908" y="888983"/>
                  </a:cubicBezTo>
                  <a:cubicBezTo>
                    <a:pt x="522449" y="807388"/>
                    <a:pt x="532244" y="703033"/>
                    <a:pt x="596023" y="632067"/>
                  </a:cubicBezTo>
                  <a:lnTo>
                    <a:pt x="623386" y="601631"/>
                  </a:lnTo>
                  <a:cubicBezTo>
                    <a:pt x="646990" y="575368"/>
                    <a:pt x="648819" y="536110"/>
                    <a:pt x="627759" y="507766"/>
                  </a:cubicBezTo>
                  <a:close/>
                  <a:moveTo>
                    <a:pt x="1099030" y="385889"/>
                  </a:moveTo>
                  <a:cubicBezTo>
                    <a:pt x="1268185" y="418881"/>
                    <a:pt x="1387118" y="550499"/>
                    <a:pt x="1418247" y="724330"/>
                  </a:cubicBezTo>
                  <a:cubicBezTo>
                    <a:pt x="1426676" y="771412"/>
                    <a:pt x="1395342" y="816412"/>
                    <a:pt x="1348260" y="824840"/>
                  </a:cubicBezTo>
                  <a:cubicBezTo>
                    <a:pt x="1301178" y="833269"/>
                    <a:pt x="1256178" y="801935"/>
                    <a:pt x="1247750" y="754853"/>
                  </a:cubicBezTo>
                  <a:cubicBezTo>
                    <a:pt x="1228743" y="648693"/>
                    <a:pt x="1161765" y="574571"/>
                    <a:pt x="1065909" y="555867"/>
                  </a:cubicBezTo>
                  <a:cubicBezTo>
                    <a:pt x="1019053" y="546298"/>
                    <a:pt x="988826" y="500557"/>
                    <a:pt x="998396" y="453701"/>
                  </a:cubicBezTo>
                  <a:cubicBezTo>
                    <a:pt x="1007843" y="407442"/>
                    <a:pt x="1052607" y="377277"/>
                    <a:pt x="1099030" y="385889"/>
                  </a:cubicBezTo>
                  <a:close/>
                  <a:moveTo>
                    <a:pt x="1105697" y="1339"/>
                  </a:moveTo>
                  <a:cubicBezTo>
                    <a:pt x="1452667" y="62689"/>
                    <a:pt x="1700230" y="327267"/>
                    <a:pt x="1771062" y="686490"/>
                  </a:cubicBezTo>
                  <a:cubicBezTo>
                    <a:pt x="1780316" y="733416"/>
                    <a:pt x="1749776" y="778959"/>
                    <a:pt x="1702850" y="788212"/>
                  </a:cubicBezTo>
                  <a:cubicBezTo>
                    <a:pt x="1655924" y="797466"/>
                    <a:pt x="1610381" y="766927"/>
                    <a:pt x="1601127" y="720000"/>
                  </a:cubicBezTo>
                  <a:cubicBezTo>
                    <a:pt x="1543631" y="428189"/>
                    <a:pt x="1349018" y="220241"/>
                    <a:pt x="1075520" y="171880"/>
                  </a:cubicBezTo>
                  <a:cubicBezTo>
                    <a:pt x="1028427" y="163547"/>
                    <a:pt x="997005" y="118615"/>
                    <a:pt x="1005338" y="71521"/>
                  </a:cubicBezTo>
                  <a:cubicBezTo>
                    <a:pt x="1013671" y="24428"/>
                    <a:pt x="1058604" y="-6994"/>
                    <a:pt x="1105697" y="1339"/>
                  </a:cubicBezTo>
                  <a:close/>
                </a:path>
              </a:pathLst>
            </a:custGeom>
            <a:solidFill>
              <a:schemeClr val="accent4"/>
            </a:solidFill>
            <a:ln w="1860" cap="flat">
              <a:noFill/>
              <a:prstDash val="solid"/>
              <a:miter/>
            </a:ln>
          </p:spPr>
          <p:txBody>
            <a:bodyPr rtlCol="0" anchor="ctr"/>
            <a:lstStyle/>
            <a:p>
              <a:endParaRPr lang="zh-CN" altLang="en-US">
                <a:solidFill>
                  <a:schemeClr val="tx1"/>
                </a:solidFill>
              </a:endParaRPr>
            </a:p>
          </p:txBody>
        </p:sp>
        <p:sp>
          <p:nvSpPr>
            <p:cNvPr id="43" name="图形 12"/>
            <p:cNvSpPr>
              <a:spLocks noChangeAspect="1"/>
            </p:cNvSpPr>
            <p:nvPr userDrawn="1"/>
          </p:nvSpPr>
          <p:spPr>
            <a:xfrm>
              <a:off x="7861797" y="4756638"/>
              <a:ext cx="157082" cy="108000"/>
            </a:xfrm>
            <a:custGeom>
              <a:avLst/>
              <a:gdLst>
                <a:gd name="connsiteX0" fmla="*/ 1745579 w 1904884"/>
                <a:gd name="connsiteY0" fmla="*/ 0 h 1309687"/>
                <a:gd name="connsiteX1" fmla="*/ 159547 w 1904884"/>
                <a:gd name="connsiteY1" fmla="*/ 0 h 1309687"/>
                <a:gd name="connsiteX2" fmla="*/ 4 w 1904884"/>
                <a:gd name="connsiteY2" fmla="*/ 161806 h 1309687"/>
                <a:gd name="connsiteX3" fmla="*/ 4 w 1904884"/>
                <a:gd name="connsiteY3" fmla="*/ 1148001 h 1309687"/>
                <a:gd name="connsiteX4" fmla="*/ 159428 w 1904884"/>
                <a:gd name="connsiteY4" fmla="*/ 1309688 h 1309687"/>
                <a:gd name="connsiteX5" fmla="*/ 1745460 w 1904884"/>
                <a:gd name="connsiteY5" fmla="*/ 1309688 h 1309687"/>
                <a:gd name="connsiteX6" fmla="*/ 1904885 w 1904884"/>
                <a:gd name="connsiteY6" fmla="*/ 1148001 h 1309687"/>
                <a:gd name="connsiteX7" fmla="*/ 1904885 w 1904884"/>
                <a:gd name="connsiteY7" fmla="*/ 161925 h 1309687"/>
                <a:gd name="connsiteX8" fmla="*/ 1745460 w 1904884"/>
                <a:gd name="connsiteY8" fmla="*/ 119 h 1309687"/>
                <a:gd name="connsiteX9" fmla="*/ 1707479 w 1904884"/>
                <a:gd name="connsiteY9" fmla="*/ 115848 h 1309687"/>
                <a:gd name="connsiteX10" fmla="*/ 1074900 w 1904884"/>
                <a:gd name="connsiteY10" fmla="*/ 684609 h 1309687"/>
                <a:gd name="connsiteX11" fmla="*/ 952504 w 1904884"/>
                <a:gd name="connsiteY11" fmla="*/ 759262 h 1309687"/>
                <a:gd name="connsiteX12" fmla="*/ 830107 w 1904884"/>
                <a:gd name="connsiteY12" fmla="*/ 684609 h 1309687"/>
                <a:gd name="connsiteX13" fmla="*/ 197528 w 1904884"/>
                <a:gd name="connsiteY13" fmla="*/ 115848 h 1309687"/>
                <a:gd name="connsiteX14" fmla="*/ 1707360 w 1904884"/>
                <a:gd name="connsiteY14" fmla="*/ 115848 h 1309687"/>
                <a:gd name="connsiteX15" fmla="*/ 118590 w 1904884"/>
                <a:gd name="connsiteY15" fmla="*/ 1112044 h 1309687"/>
                <a:gd name="connsiteX16" fmla="*/ 118590 w 1904884"/>
                <a:gd name="connsiteY16" fmla="*/ 220861 h 1309687"/>
                <a:gd name="connsiteX17" fmla="*/ 612580 w 1904884"/>
                <a:gd name="connsiteY17" fmla="*/ 660202 h 1309687"/>
                <a:gd name="connsiteX18" fmla="*/ 118471 w 1904884"/>
                <a:gd name="connsiteY18" fmla="*/ 1112044 h 1309687"/>
                <a:gd name="connsiteX19" fmla="*/ 201577 w 1904884"/>
                <a:gd name="connsiteY19" fmla="*/ 1193840 h 1309687"/>
                <a:gd name="connsiteX20" fmla="*/ 697472 w 1904884"/>
                <a:gd name="connsiteY20" fmla="*/ 747355 h 1309687"/>
                <a:gd name="connsiteX21" fmla="*/ 778792 w 1904884"/>
                <a:gd name="connsiteY21" fmla="*/ 819626 h 1309687"/>
                <a:gd name="connsiteX22" fmla="*/ 952504 w 1904884"/>
                <a:gd name="connsiteY22" fmla="*/ 882968 h 1309687"/>
                <a:gd name="connsiteX23" fmla="*/ 1126335 w 1904884"/>
                <a:gd name="connsiteY23" fmla="*/ 819626 h 1309687"/>
                <a:gd name="connsiteX24" fmla="*/ 1207655 w 1904884"/>
                <a:gd name="connsiteY24" fmla="*/ 747355 h 1309687"/>
                <a:gd name="connsiteX25" fmla="*/ 1703550 w 1904884"/>
                <a:gd name="connsiteY25" fmla="*/ 1193840 h 1309687"/>
                <a:gd name="connsiteX26" fmla="*/ 201577 w 1904884"/>
                <a:gd name="connsiteY26" fmla="*/ 1193840 h 1309687"/>
                <a:gd name="connsiteX27" fmla="*/ 1786537 w 1904884"/>
                <a:gd name="connsiteY27" fmla="*/ 1112044 h 1309687"/>
                <a:gd name="connsiteX28" fmla="*/ 1292427 w 1904884"/>
                <a:gd name="connsiteY28" fmla="*/ 660321 h 1309687"/>
                <a:gd name="connsiteX29" fmla="*/ 1786537 w 1904884"/>
                <a:gd name="connsiteY29" fmla="*/ 220980 h 1309687"/>
                <a:gd name="connsiteX30" fmla="*/ 1786537 w 1904884"/>
                <a:gd name="connsiteY30" fmla="*/ 1112044 h 130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04884" h="1309687">
                  <a:moveTo>
                    <a:pt x="1745579" y="0"/>
                  </a:moveTo>
                  <a:lnTo>
                    <a:pt x="159547" y="0"/>
                  </a:lnTo>
                  <a:cubicBezTo>
                    <a:pt x="70822" y="655"/>
                    <a:pt x="-590" y="73080"/>
                    <a:pt x="4" y="161806"/>
                  </a:cubicBezTo>
                  <a:lnTo>
                    <a:pt x="4" y="1148001"/>
                  </a:lnTo>
                  <a:cubicBezTo>
                    <a:pt x="4" y="1237298"/>
                    <a:pt x="71441" y="1309688"/>
                    <a:pt x="159428" y="1309688"/>
                  </a:cubicBezTo>
                  <a:lnTo>
                    <a:pt x="1745460" y="1309688"/>
                  </a:lnTo>
                  <a:cubicBezTo>
                    <a:pt x="1833685" y="1309688"/>
                    <a:pt x="1904885" y="1237417"/>
                    <a:pt x="1904885" y="1148001"/>
                  </a:cubicBezTo>
                  <a:lnTo>
                    <a:pt x="1904885" y="161925"/>
                  </a:lnTo>
                  <a:cubicBezTo>
                    <a:pt x="1904885" y="72628"/>
                    <a:pt x="1833685" y="119"/>
                    <a:pt x="1745460" y="119"/>
                  </a:cubicBezTo>
                  <a:close/>
                  <a:moveTo>
                    <a:pt x="1707479" y="115848"/>
                  </a:moveTo>
                  <a:lnTo>
                    <a:pt x="1074900" y="684609"/>
                  </a:lnTo>
                  <a:cubicBezTo>
                    <a:pt x="1019774" y="734497"/>
                    <a:pt x="978816" y="759262"/>
                    <a:pt x="952504" y="759262"/>
                  </a:cubicBezTo>
                  <a:cubicBezTo>
                    <a:pt x="926191" y="759262"/>
                    <a:pt x="885233" y="734497"/>
                    <a:pt x="830107" y="684609"/>
                  </a:cubicBezTo>
                  <a:lnTo>
                    <a:pt x="197528" y="115848"/>
                  </a:lnTo>
                  <a:lnTo>
                    <a:pt x="1707360" y="115848"/>
                  </a:lnTo>
                  <a:close/>
                  <a:moveTo>
                    <a:pt x="118590" y="1112044"/>
                  </a:moveTo>
                  <a:lnTo>
                    <a:pt x="118590" y="220861"/>
                  </a:lnTo>
                  <a:lnTo>
                    <a:pt x="612580" y="660202"/>
                  </a:lnTo>
                  <a:lnTo>
                    <a:pt x="118471" y="1112044"/>
                  </a:lnTo>
                  <a:close/>
                  <a:moveTo>
                    <a:pt x="201577" y="1193840"/>
                  </a:moveTo>
                  <a:lnTo>
                    <a:pt x="697472" y="747355"/>
                  </a:lnTo>
                  <a:lnTo>
                    <a:pt x="778792" y="819626"/>
                  </a:lnTo>
                  <a:cubicBezTo>
                    <a:pt x="825940" y="861417"/>
                    <a:pt x="884162" y="882968"/>
                    <a:pt x="952504" y="882968"/>
                  </a:cubicBezTo>
                  <a:cubicBezTo>
                    <a:pt x="1021203" y="882968"/>
                    <a:pt x="1079067" y="861536"/>
                    <a:pt x="1126335" y="819626"/>
                  </a:cubicBezTo>
                  <a:lnTo>
                    <a:pt x="1207655" y="747355"/>
                  </a:lnTo>
                  <a:lnTo>
                    <a:pt x="1703550" y="1193840"/>
                  </a:lnTo>
                  <a:lnTo>
                    <a:pt x="201577" y="1193840"/>
                  </a:lnTo>
                  <a:close/>
                  <a:moveTo>
                    <a:pt x="1786537" y="1112044"/>
                  </a:moveTo>
                  <a:lnTo>
                    <a:pt x="1292427" y="660321"/>
                  </a:lnTo>
                  <a:lnTo>
                    <a:pt x="1786537" y="220980"/>
                  </a:lnTo>
                  <a:lnTo>
                    <a:pt x="1786537" y="1112044"/>
                  </a:lnTo>
                  <a:close/>
                </a:path>
              </a:pathLst>
            </a:custGeom>
            <a:solidFill>
              <a:schemeClr val="accent4"/>
            </a:solidFill>
            <a:ln w="1860" cap="flat">
              <a:noFill/>
              <a:prstDash val="solid"/>
              <a:miter/>
            </a:ln>
          </p:spPr>
          <p:txBody>
            <a:bodyPr rtlCol="0" anchor="ctr"/>
            <a:lstStyle/>
            <a:p>
              <a:endParaRPr lang="zh-CN" altLang="en-US">
                <a:solidFill>
                  <a:schemeClr val="tx1"/>
                </a:solidFill>
              </a:endParaRPr>
            </a:p>
          </p:txBody>
        </p:sp>
      </p:grpSp>
      <p:sp>
        <p:nvSpPr>
          <p:cNvPr id="37" name="文本框 36"/>
          <p:cNvSpPr txBox="1"/>
          <p:nvPr userDrawn="1"/>
        </p:nvSpPr>
        <p:spPr>
          <a:xfrm>
            <a:off x="2352232" y="4548564"/>
            <a:ext cx="2957431" cy="458459"/>
          </a:xfrm>
          <a:prstGeom prst="rect">
            <a:avLst/>
          </a:prstGeom>
          <a:noFill/>
        </p:spPr>
        <p:txBody>
          <a:bodyPr wrap="square">
            <a:spAutoFit/>
          </a:bodyPr>
          <a:lstStyle/>
          <a:p>
            <a:pPr marL="0" marR="0" lvl="0" indent="0" algn="dist"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bg1"/>
                </a:solidFill>
                <a:effectLst/>
                <a:uLnTx/>
                <a:uFillTx/>
                <a:latin typeface="+mn-lt"/>
                <a:cs typeface="+mn-cs"/>
              </a:rPr>
              <a:t>中智管理咨询有限公司</a:t>
            </a:r>
            <a:endParaRPr kumimoji="0" lang="en-US" altLang="zh-CN" sz="1800" b="0" i="0" u="none" strike="noStrike" kern="1200" cap="none" spc="0" normalizeH="0" baseline="0" noProof="0" dirty="0">
              <a:ln>
                <a:noFill/>
              </a:ln>
              <a:solidFill>
                <a:schemeClr val="bg1"/>
              </a:solidFill>
              <a:effectLst/>
              <a:uLnTx/>
              <a:uFillTx/>
              <a:latin typeface="+mn-lt"/>
              <a:cs typeface="+mn-cs"/>
            </a:endParaRPr>
          </a:p>
        </p:txBody>
      </p:sp>
      <p:sp>
        <p:nvSpPr>
          <p:cNvPr id="32" name="椭圆 31"/>
          <p:cNvSpPr/>
          <p:nvPr userDrawn="1"/>
        </p:nvSpPr>
        <p:spPr>
          <a:xfrm>
            <a:off x="6904788" y="1668952"/>
            <a:ext cx="1718401" cy="1718401"/>
          </a:xfrm>
          <a:prstGeom prst="ellipse">
            <a:avLst/>
          </a:prstGeom>
          <a:gradFill>
            <a:gsLst>
              <a:gs pos="100000">
                <a:schemeClr val="bg1">
                  <a:alpha val="0"/>
                </a:schemeClr>
              </a:gs>
              <a:gs pos="0">
                <a:srgbClr val="FF2F00">
                  <a:alpha val="20309"/>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自定义版式">
    <p:spTree>
      <p:nvGrpSpPr>
        <p:cNvPr id="1" name=""/>
        <p:cNvGrpSpPr/>
        <p:nvPr/>
      </p:nvGrpSpPr>
      <p:grpSpPr>
        <a:xfrm>
          <a:off x="0" y="0"/>
          <a:ext cx="0" cy="0"/>
          <a:chOff x="0" y="0"/>
          <a:chExt cx="0" cy="0"/>
        </a:xfrm>
      </p:grpSpPr>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504656" y="6438900"/>
            <a:ext cx="1802924" cy="215900"/>
          </a:xfrm>
        </p:spPr>
        <p:txBody>
          <a:bodyPr/>
          <a:lstStyle/>
          <a:p>
            <a:fld id="{A50ECBEB-8597-4EA4-9D29-E1D7025CFAA0}" type="datetime1">
              <a:rPr lang="zh-CN" altLang="en-US" smtClean="0"/>
            </a:fld>
            <a:endParaRPr lang="zh-CN" altLang="en-US"/>
          </a:p>
        </p:txBody>
      </p:sp>
      <p:sp>
        <p:nvSpPr>
          <p:cNvPr id="3" name="Footer Placeholder 2"/>
          <p:cNvSpPr>
            <a:spLocks noGrp="1"/>
          </p:cNvSpPr>
          <p:nvPr>
            <p:ph type="ftr" sz="quarter" idx="11"/>
          </p:nvPr>
        </p:nvSpPr>
        <p:spPr>
          <a:xfrm>
            <a:off x="660401" y="6438900"/>
            <a:ext cx="3992171" cy="215900"/>
          </a:xfrm>
        </p:spPr>
        <p:txBody>
          <a:bodyPr/>
          <a:lstStyle/>
          <a:p>
            <a:endParaRPr lang="zh-CN" altLang="en-US"/>
          </a:p>
        </p:txBody>
      </p:sp>
      <p:sp>
        <p:nvSpPr>
          <p:cNvPr id="4" name="Slide Number Placeholder 3"/>
          <p:cNvSpPr>
            <a:spLocks noGrp="1"/>
          </p:cNvSpPr>
          <p:nvPr>
            <p:ph type="sldNum" sz="quarter" idx="12"/>
          </p:nvPr>
        </p:nvSpPr>
        <p:spPr/>
        <p:txBody>
          <a:bodyPr/>
          <a:lstStyle/>
          <a:p>
            <a:fld id="{7F65B630-C7FF-41C0-9923-C5E5E29EED81}" type="slidenum">
              <a:rPr lang="zh-CN" altLang="en-US" smtClean="0"/>
            </a:fld>
            <a:endParaRPr lang="zh-CN" alt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内容与标题">
    <p:spTree>
      <p:nvGrpSpPr>
        <p:cNvPr id="1" name=""/>
        <p:cNvGrpSpPr/>
        <p:nvPr/>
      </p:nvGrpSpPr>
      <p:grpSpPr>
        <a:xfrm>
          <a:off x="0" y="0"/>
          <a:ext cx="0" cy="0"/>
          <a:chOff x="0" y="0"/>
          <a:chExt cx="0" cy="0"/>
        </a:xfrm>
      </p:grpSpPr>
      <p:grpSp>
        <p:nvGrpSpPr>
          <p:cNvPr id="4" name="组合 3"/>
          <p:cNvGrpSpPr/>
          <p:nvPr userDrawn="1"/>
        </p:nvGrpSpPr>
        <p:grpSpPr>
          <a:xfrm flipH="1">
            <a:off x="1920000" y="6551685"/>
            <a:ext cx="9178286" cy="0"/>
            <a:chOff x="1093714" y="6551685"/>
            <a:chExt cx="9178286" cy="0"/>
          </a:xfrm>
        </p:grpSpPr>
        <p:cxnSp>
          <p:nvCxnSpPr>
            <p:cNvPr id="53" name="直接连接符 52"/>
            <p:cNvCxnSpPr/>
            <p:nvPr userDrawn="1"/>
          </p:nvCxnSpPr>
          <p:spPr>
            <a:xfrm>
              <a:off x="1093714" y="6551685"/>
              <a:ext cx="3850286" cy="0"/>
            </a:xfrm>
            <a:prstGeom prst="line">
              <a:avLst/>
            </a:prstGeom>
            <a:ln w="6350">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userDrawn="1"/>
          </p:nvCxnSpPr>
          <p:spPr>
            <a:xfrm>
              <a:off x="7248000" y="6551685"/>
              <a:ext cx="3024000" cy="0"/>
            </a:xfrm>
            <a:prstGeom prst="line">
              <a:avLst/>
            </a:prstGeom>
            <a:ln w="6350">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hasCustomPrompt="1"/>
          </p:nvPr>
        </p:nvSpPr>
        <p:spPr>
          <a:xfrm>
            <a:off x="787400" y="-564515"/>
            <a:ext cx="10858500" cy="1028700"/>
          </a:xfrm>
          <a:prstGeom prst="rect">
            <a:avLst/>
          </a:prstGeom>
        </p:spPr>
        <p:txBody>
          <a:bodyPr>
            <a:normAutofit/>
          </a:bodyPr>
          <a:lstStyle>
            <a:lvl1pPr algn="just">
              <a:lnSpc>
                <a:spcPct val="120000"/>
              </a:lnSpc>
              <a:defRPr sz="2400">
                <a:solidFill>
                  <a:schemeClr val="accent1"/>
                </a:solidFill>
              </a:defRPr>
            </a:lvl1pPr>
          </a:lstStyle>
          <a:p>
            <a:r>
              <a:rPr lang="zh-CN" altLang="en-US" dirty="0"/>
              <a:t>页面大标题字号建议</a:t>
            </a:r>
            <a:r>
              <a:rPr lang="en-US" altLang="zh-CN" dirty="0"/>
              <a:t>-24pt</a:t>
            </a:r>
            <a:endParaRPr lang="zh-CN" altLang="en-US" dirty="0"/>
          </a:p>
        </p:txBody>
      </p:sp>
      <p:sp>
        <p:nvSpPr>
          <p:cNvPr id="3" name="Content Placeholder 2"/>
          <p:cNvSpPr>
            <a:spLocks noGrp="1"/>
          </p:cNvSpPr>
          <p:nvPr>
            <p:ph idx="1" hasCustomPrompt="1"/>
          </p:nvPr>
        </p:nvSpPr>
        <p:spPr>
          <a:xfrm>
            <a:off x="660400" y="1419225"/>
            <a:ext cx="10858500" cy="4714875"/>
          </a:xfrm>
        </p:spPr>
        <p:txBody>
          <a:bodyPr>
            <a:normAutofit/>
          </a:bodyPr>
          <a:lstStyle>
            <a:lvl1pPr algn="just">
              <a:lnSpc>
                <a:spcPct val="120000"/>
              </a:lnSpc>
              <a:spcBef>
                <a:spcPts val="1200"/>
              </a:spcBef>
              <a:defRPr sz="1200"/>
            </a:lvl1pPr>
          </a:lstStyle>
          <a:p>
            <a:pPr lvl="0"/>
            <a:r>
              <a:rPr lang="zh-CN" altLang="en-US" dirty="0"/>
              <a:t>正文</a:t>
            </a:r>
            <a:r>
              <a:rPr lang="en-US" altLang="zh-CN" dirty="0"/>
              <a:t>-12pt</a:t>
            </a:r>
            <a:endParaRPr lang="zh-CN" altLang="en-US" dirty="0"/>
          </a:p>
        </p:txBody>
      </p:sp>
      <p:grpSp>
        <p:nvGrpSpPr>
          <p:cNvPr id="37" name="组合 36"/>
          <p:cNvGrpSpPr/>
          <p:nvPr userDrawn="1"/>
        </p:nvGrpSpPr>
        <p:grpSpPr>
          <a:xfrm>
            <a:off x="660400" y="6438898"/>
            <a:ext cx="1127310" cy="215901"/>
            <a:chOff x="1593304" y="2567354"/>
            <a:chExt cx="9004206" cy="1724478"/>
          </a:xfrm>
        </p:grpSpPr>
        <p:sp>
          <p:nvSpPr>
            <p:cNvPr id="38" name="任意多边形: 形状 37"/>
            <p:cNvSpPr/>
            <p:nvPr/>
          </p:nvSpPr>
          <p:spPr>
            <a:xfrm>
              <a:off x="2592985" y="2567354"/>
              <a:ext cx="316950" cy="316950"/>
            </a:xfrm>
            <a:custGeom>
              <a:avLst/>
              <a:gdLst>
                <a:gd name="connsiteX0" fmla="*/ 158315 w 316950"/>
                <a:gd name="connsiteY0" fmla="*/ -294 h 316950"/>
                <a:gd name="connsiteX1" fmla="*/ -329 w 316950"/>
                <a:gd name="connsiteY1" fmla="*/ 158013 h 316950"/>
                <a:gd name="connsiteX2" fmla="*/ 157978 w 316950"/>
                <a:gd name="connsiteY2" fmla="*/ 316657 h 316950"/>
                <a:gd name="connsiteX3" fmla="*/ 316622 w 316950"/>
                <a:gd name="connsiteY3" fmla="*/ 158350 h 316950"/>
                <a:gd name="connsiteX4" fmla="*/ 158315 w 316950"/>
                <a:gd name="connsiteY4" fmla="*/ -294 h 316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950" h="316950">
                  <a:moveTo>
                    <a:pt x="158315" y="-294"/>
                  </a:moveTo>
                  <a:cubicBezTo>
                    <a:pt x="70799" y="-395"/>
                    <a:pt x="-228" y="70497"/>
                    <a:pt x="-329" y="158013"/>
                  </a:cubicBezTo>
                  <a:cubicBezTo>
                    <a:pt x="-430" y="245529"/>
                    <a:pt x="70461" y="316556"/>
                    <a:pt x="157978" y="316657"/>
                  </a:cubicBezTo>
                  <a:cubicBezTo>
                    <a:pt x="245494" y="316758"/>
                    <a:pt x="316521" y="245866"/>
                    <a:pt x="316622" y="158350"/>
                  </a:cubicBezTo>
                  <a:cubicBezTo>
                    <a:pt x="316622" y="70868"/>
                    <a:pt x="245798" y="-108"/>
                    <a:pt x="158315" y="-294"/>
                  </a:cubicBezTo>
                  <a:close/>
                </a:path>
              </a:pathLst>
            </a:custGeom>
            <a:solidFill>
              <a:srgbClr val="00387F"/>
            </a:solidFill>
            <a:ln w="16888" cap="flat">
              <a:noFill/>
              <a:prstDash val="solid"/>
              <a:miter/>
            </a:ln>
          </p:spPr>
          <p:txBody>
            <a:bodyPr rtlCol="0" anchor="ctr"/>
            <a:lstStyle/>
            <a:p>
              <a:endParaRPr lang="zh-CN" altLang="en-US"/>
            </a:p>
          </p:txBody>
        </p:sp>
        <p:sp>
          <p:nvSpPr>
            <p:cNvPr id="39" name="任意多边形: 形状 38"/>
            <p:cNvSpPr/>
            <p:nvPr/>
          </p:nvSpPr>
          <p:spPr>
            <a:xfrm>
              <a:off x="2608191" y="2985667"/>
              <a:ext cx="287046" cy="1163740"/>
            </a:xfrm>
            <a:custGeom>
              <a:avLst/>
              <a:gdLst>
                <a:gd name="connsiteX0" fmla="*/ 231809 w 287046"/>
                <a:gd name="connsiteY0" fmla="*/ -287 h 1163740"/>
                <a:gd name="connsiteX1" fmla="*/ 54580 w 287046"/>
                <a:gd name="connsiteY1" fmla="*/ -287 h 1163740"/>
                <a:gd name="connsiteX2" fmla="*/ -329 w 287046"/>
                <a:gd name="connsiteY2" fmla="*/ 52916 h 1163740"/>
                <a:gd name="connsiteX3" fmla="*/ -329 w 287046"/>
                <a:gd name="connsiteY3" fmla="*/ 53271 h 1163740"/>
                <a:gd name="connsiteX4" fmla="*/ -329 w 287046"/>
                <a:gd name="connsiteY4" fmla="*/ 1109885 h 1163740"/>
                <a:gd name="connsiteX5" fmla="*/ 54225 w 287046"/>
                <a:gd name="connsiteY5" fmla="*/ 1163442 h 1163740"/>
                <a:gd name="connsiteX6" fmla="*/ 54580 w 287046"/>
                <a:gd name="connsiteY6" fmla="*/ 1163442 h 1163740"/>
                <a:gd name="connsiteX7" fmla="*/ 231809 w 287046"/>
                <a:gd name="connsiteY7" fmla="*/ 1163442 h 1163740"/>
                <a:gd name="connsiteX8" fmla="*/ 286717 w 287046"/>
                <a:gd name="connsiteY8" fmla="*/ 1109885 h 1163740"/>
                <a:gd name="connsiteX9" fmla="*/ 286717 w 287046"/>
                <a:gd name="connsiteY9" fmla="*/ 1109885 h 1163740"/>
                <a:gd name="connsiteX10" fmla="*/ 286717 w 287046"/>
                <a:gd name="connsiteY10" fmla="*/ 53271 h 1163740"/>
                <a:gd name="connsiteX11" fmla="*/ 231809 w 287046"/>
                <a:gd name="connsiteY11" fmla="*/ -287 h 1163740"/>
                <a:gd name="connsiteX12" fmla="*/ 231809 w 287046"/>
                <a:gd name="connsiteY12" fmla="*/ -287 h 116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046" h="1163740">
                  <a:moveTo>
                    <a:pt x="231809" y="-287"/>
                  </a:moveTo>
                  <a:lnTo>
                    <a:pt x="54580" y="-287"/>
                  </a:lnTo>
                  <a:cubicBezTo>
                    <a:pt x="24727" y="-760"/>
                    <a:pt x="144" y="23062"/>
                    <a:pt x="-329" y="52916"/>
                  </a:cubicBezTo>
                  <a:cubicBezTo>
                    <a:pt x="-329" y="53034"/>
                    <a:pt x="-329" y="53153"/>
                    <a:pt x="-329" y="53271"/>
                  </a:cubicBezTo>
                  <a:lnTo>
                    <a:pt x="-329" y="1109885"/>
                  </a:lnTo>
                  <a:cubicBezTo>
                    <a:pt x="-59" y="1139739"/>
                    <a:pt x="24372" y="1163729"/>
                    <a:pt x="54225" y="1163442"/>
                  </a:cubicBezTo>
                  <a:cubicBezTo>
                    <a:pt x="54343" y="1163442"/>
                    <a:pt x="54461" y="1163442"/>
                    <a:pt x="54580" y="1163442"/>
                  </a:cubicBezTo>
                  <a:lnTo>
                    <a:pt x="231809" y="1163442"/>
                  </a:lnTo>
                  <a:cubicBezTo>
                    <a:pt x="261764" y="1163814"/>
                    <a:pt x="286346" y="1139840"/>
                    <a:pt x="286717" y="1109885"/>
                  </a:cubicBezTo>
                  <a:cubicBezTo>
                    <a:pt x="286717" y="1109885"/>
                    <a:pt x="286717" y="1109885"/>
                    <a:pt x="286717" y="1109885"/>
                  </a:cubicBezTo>
                  <a:lnTo>
                    <a:pt x="286717" y="53271"/>
                  </a:lnTo>
                  <a:cubicBezTo>
                    <a:pt x="286346" y="23316"/>
                    <a:pt x="261764" y="-659"/>
                    <a:pt x="231809" y="-287"/>
                  </a:cubicBezTo>
                  <a:cubicBezTo>
                    <a:pt x="231809" y="-287"/>
                    <a:pt x="231809" y="-287"/>
                    <a:pt x="231809" y="-287"/>
                  </a:cubicBezTo>
                  <a:close/>
                </a:path>
              </a:pathLst>
            </a:custGeom>
            <a:solidFill>
              <a:srgbClr val="00387F"/>
            </a:solidFill>
            <a:ln w="16888" cap="flat">
              <a:noFill/>
              <a:prstDash val="solid"/>
              <a:miter/>
            </a:ln>
          </p:spPr>
          <p:txBody>
            <a:bodyPr rtlCol="0" anchor="ctr"/>
            <a:lstStyle/>
            <a:p>
              <a:endParaRPr lang="zh-CN" altLang="en-US"/>
            </a:p>
          </p:txBody>
        </p:sp>
        <p:sp>
          <p:nvSpPr>
            <p:cNvPr id="40" name="任意多边形: 形状 39"/>
            <p:cNvSpPr/>
            <p:nvPr/>
          </p:nvSpPr>
          <p:spPr>
            <a:xfrm>
              <a:off x="3021443" y="2779386"/>
              <a:ext cx="316950" cy="316950"/>
            </a:xfrm>
            <a:custGeom>
              <a:avLst/>
              <a:gdLst>
                <a:gd name="connsiteX0" fmla="*/ 158147 w 316950"/>
                <a:gd name="connsiteY0" fmla="*/ -294 h 316950"/>
                <a:gd name="connsiteX1" fmla="*/ -329 w 316950"/>
                <a:gd name="connsiteY1" fmla="*/ 158182 h 316950"/>
                <a:gd name="connsiteX2" fmla="*/ 158147 w 316950"/>
                <a:gd name="connsiteY2" fmla="*/ 316657 h 316950"/>
                <a:gd name="connsiteX3" fmla="*/ 316622 w 316950"/>
                <a:gd name="connsiteY3" fmla="*/ 158182 h 316950"/>
                <a:gd name="connsiteX4" fmla="*/ 158147 w 316950"/>
                <a:gd name="connsiteY4" fmla="*/ -294 h 316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950" h="316950">
                  <a:moveTo>
                    <a:pt x="158147" y="-294"/>
                  </a:moveTo>
                  <a:cubicBezTo>
                    <a:pt x="70630" y="-294"/>
                    <a:pt x="-329" y="70666"/>
                    <a:pt x="-329" y="158182"/>
                  </a:cubicBezTo>
                  <a:cubicBezTo>
                    <a:pt x="-329" y="245698"/>
                    <a:pt x="70630" y="316657"/>
                    <a:pt x="158147" y="316657"/>
                  </a:cubicBezTo>
                  <a:cubicBezTo>
                    <a:pt x="245663" y="316657"/>
                    <a:pt x="316622" y="245698"/>
                    <a:pt x="316622" y="158182"/>
                  </a:cubicBezTo>
                  <a:cubicBezTo>
                    <a:pt x="316622" y="70666"/>
                    <a:pt x="245663" y="-294"/>
                    <a:pt x="158147" y="-294"/>
                  </a:cubicBezTo>
                  <a:close/>
                </a:path>
              </a:pathLst>
            </a:custGeom>
            <a:solidFill>
              <a:srgbClr val="00387F"/>
            </a:solidFill>
            <a:ln w="16888" cap="flat">
              <a:noFill/>
              <a:prstDash val="solid"/>
              <a:miter/>
            </a:ln>
          </p:spPr>
          <p:txBody>
            <a:bodyPr rtlCol="0" anchor="ctr"/>
            <a:lstStyle/>
            <a:p>
              <a:endParaRPr lang="zh-CN" altLang="en-US"/>
            </a:p>
          </p:txBody>
        </p:sp>
        <p:sp>
          <p:nvSpPr>
            <p:cNvPr id="41" name="任意多边形: 形状 40"/>
            <p:cNvSpPr/>
            <p:nvPr/>
          </p:nvSpPr>
          <p:spPr>
            <a:xfrm>
              <a:off x="3040028" y="3193983"/>
              <a:ext cx="287215" cy="1097849"/>
            </a:xfrm>
            <a:custGeom>
              <a:avLst/>
              <a:gdLst>
                <a:gd name="connsiteX0" fmla="*/ 231809 w 287215"/>
                <a:gd name="connsiteY0" fmla="*/ -287 h 1097849"/>
                <a:gd name="connsiteX1" fmla="*/ 54749 w 287215"/>
                <a:gd name="connsiteY1" fmla="*/ -287 h 1097849"/>
                <a:gd name="connsiteX2" fmla="*/ -329 w 287215"/>
                <a:gd name="connsiteY2" fmla="*/ 53084 h 1097849"/>
                <a:gd name="connsiteX3" fmla="*/ -329 w 287215"/>
                <a:gd name="connsiteY3" fmla="*/ 53439 h 1097849"/>
                <a:gd name="connsiteX4" fmla="*/ -329 w 287215"/>
                <a:gd name="connsiteY4" fmla="*/ 1043994 h 1097849"/>
                <a:gd name="connsiteX5" fmla="*/ 54225 w 287215"/>
                <a:gd name="connsiteY5" fmla="*/ 1097551 h 1097849"/>
                <a:gd name="connsiteX6" fmla="*/ 54749 w 287215"/>
                <a:gd name="connsiteY6" fmla="*/ 1097551 h 1097849"/>
                <a:gd name="connsiteX7" fmla="*/ 231809 w 287215"/>
                <a:gd name="connsiteY7" fmla="*/ 1097551 h 1097849"/>
                <a:gd name="connsiteX8" fmla="*/ 286887 w 287215"/>
                <a:gd name="connsiteY8" fmla="*/ 1043994 h 1097849"/>
                <a:gd name="connsiteX9" fmla="*/ 286887 w 287215"/>
                <a:gd name="connsiteY9" fmla="*/ 52932 h 1097849"/>
                <a:gd name="connsiteX10" fmla="*/ 231809 w 287215"/>
                <a:gd name="connsiteY10" fmla="*/ -287 h 109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215" h="1097849">
                  <a:moveTo>
                    <a:pt x="231809" y="-287"/>
                  </a:moveTo>
                  <a:lnTo>
                    <a:pt x="54749" y="-287"/>
                  </a:lnTo>
                  <a:cubicBezTo>
                    <a:pt x="24794" y="-760"/>
                    <a:pt x="144" y="23146"/>
                    <a:pt x="-329" y="53084"/>
                  </a:cubicBezTo>
                  <a:cubicBezTo>
                    <a:pt x="-329" y="53203"/>
                    <a:pt x="-329" y="53321"/>
                    <a:pt x="-329" y="53439"/>
                  </a:cubicBezTo>
                  <a:lnTo>
                    <a:pt x="-329" y="1043994"/>
                  </a:lnTo>
                  <a:cubicBezTo>
                    <a:pt x="-59" y="1073848"/>
                    <a:pt x="24372" y="1097838"/>
                    <a:pt x="54225" y="1097551"/>
                  </a:cubicBezTo>
                  <a:cubicBezTo>
                    <a:pt x="54411" y="1097551"/>
                    <a:pt x="54580" y="1097551"/>
                    <a:pt x="54749" y="1097551"/>
                  </a:cubicBezTo>
                  <a:lnTo>
                    <a:pt x="231809" y="1097551"/>
                  </a:lnTo>
                  <a:cubicBezTo>
                    <a:pt x="261797" y="1097923"/>
                    <a:pt x="286430" y="1073966"/>
                    <a:pt x="286887" y="1043994"/>
                  </a:cubicBezTo>
                  <a:lnTo>
                    <a:pt x="286887" y="52932"/>
                  </a:lnTo>
                  <a:cubicBezTo>
                    <a:pt x="286143" y="23129"/>
                    <a:pt x="261629" y="-574"/>
                    <a:pt x="231809" y="-287"/>
                  </a:cubicBezTo>
                  <a:close/>
                </a:path>
              </a:pathLst>
            </a:custGeom>
            <a:solidFill>
              <a:srgbClr val="00387F"/>
            </a:solidFill>
            <a:ln w="16888" cap="flat">
              <a:noFill/>
              <a:prstDash val="solid"/>
              <a:miter/>
            </a:ln>
          </p:spPr>
          <p:txBody>
            <a:bodyPr rtlCol="0" anchor="ctr"/>
            <a:lstStyle/>
            <a:p>
              <a:endParaRPr lang="zh-CN" altLang="en-US"/>
            </a:p>
          </p:txBody>
        </p:sp>
        <p:sp>
          <p:nvSpPr>
            <p:cNvPr id="42" name="任意多边形: 形状 41"/>
            <p:cNvSpPr/>
            <p:nvPr/>
          </p:nvSpPr>
          <p:spPr>
            <a:xfrm>
              <a:off x="3466619" y="2982123"/>
              <a:ext cx="871284" cy="1167111"/>
            </a:xfrm>
            <a:custGeom>
              <a:avLst/>
              <a:gdLst>
                <a:gd name="connsiteX0" fmla="*/ 870955 w 871284"/>
                <a:gd name="connsiteY0" fmla="*/ 909337 h 1167111"/>
                <a:gd name="connsiteX1" fmla="*/ 828042 w 871284"/>
                <a:gd name="connsiteY1" fmla="*/ 873689 h 1167111"/>
                <a:gd name="connsiteX2" fmla="*/ 573603 w 871284"/>
                <a:gd name="connsiteY2" fmla="*/ 875209 h 1167111"/>
                <a:gd name="connsiteX3" fmla="*/ 320178 w 871284"/>
                <a:gd name="connsiteY3" fmla="*/ 707610 h 1167111"/>
                <a:gd name="connsiteX4" fmla="*/ 293145 w 871284"/>
                <a:gd name="connsiteY4" fmla="*/ 599651 h 1167111"/>
                <a:gd name="connsiteX5" fmla="*/ 573941 w 871284"/>
                <a:gd name="connsiteY5" fmla="*/ 294021 h 1167111"/>
                <a:gd name="connsiteX6" fmla="*/ 824325 w 871284"/>
                <a:gd name="connsiteY6" fmla="*/ 294021 h 1167111"/>
                <a:gd name="connsiteX7" fmla="*/ 867069 w 871284"/>
                <a:gd name="connsiteY7" fmla="*/ 261920 h 1167111"/>
                <a:gd name="connsiteX8" fmla="*/ 867069 w 871284"/>
                <a:gd name="connsiteY8" fmla="*/ 52253 h 1167111"/>
                <a:gd name="connsiteX9" fmla="*/ 827873 w 871284"/>
                <a:gd name="connsiteY9" fmla="*/ 1568 h 1167111"/>
                <a:gd name="connsiteX10" fmla="*/ 587288 w 871284"/>
                <a:gd name="connsiteY10" fmla="*/ -291 h 1167111"/>
                <a:gd name="connsiteX11" fmla="*/ -321 w 871284"/>
                <a:gd name="connsiteY11" fmla="*/ 572788 h 1167111"/>
                <a:gd name="connsiteX12" fmla="*/ 3396 w 871284"/>
                <a:gd name="connsiteY12" fmla="*/ 646113 h 1167111"/>
                <a:gd name="connsiteX13" fmla="*/ 117100 w 871284"/>
                <a:gd name="connsiteY13" fmla="*/ 934680 h 1167111"/>
                <a:gd name="connsiteX14" fmla="*/ 170994 w 871284"/>
                <a:gd name="connsiteY14" fmla="*/ 996684 h 1167111"/>
                <a:gd name="connsiteX15" fmla="*/ 472909 w 871284"/>
                <a:gd name="connsiteY15" fmla="*/ 1156849 h 1167111"/>
                <a:gd name="connsiteX16" fmla="*/ 566676 w 871284"/>
                <a:gd name="connsiteY16" fmla="*/ 1166817 h 1167111"/>
                <a:gd name="connsiteX17" fmla="*/ 801179 w 871284"/>
                <a:gd name="connsiteY17" fmla="*/ 1166817 h 1167111"/>
                <a:gd name="connsiteX18" fmla="*/ 870786 w 871284"/>
                <a:gd name="connsiteY18" fmla="*/ 1121370 h 116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71284" h="1167111">
                  <a:moveTo>
                    <a:pt x="870955" y="909337"/>
                  </a:moveTo>
                  <a:cubicBezTo>
                    <a:pt x="870955" y="878926"/>
                    <a:pt x="828042" y="873689"/>
                    <a:pt x="828042" y="873689"/>
                  </a:cubicBezTo>
                  <a:lnTo>
                    <a:pt x="573603" y="875209"/>
                  </a:lnTo>
                  <a:cubicBezTo>
                    <a:pt x="464191" y="871898"/>
                    <a:pt x="366047" y="807004"/>
                    <a:pt x="320178" y="707610"/>
                  </a:cubicBezTo>
                  <a:cubicBezTo>
                    <a:pt x="304330" y="673685"/>
                    <a:pt x="295156" y="637040"/>
                    <a:pt x="293145" y="599651"/>
                  </a:cubicBezTo>
                  <a:cubicBezTo>
                    <a:pt x="286844" y="437915"/>
                    <a:pt x="412255" y="301420"/>
                    <a:pt x="573941" y="294021"/>
                  </a:cubicBezTo>
                  <a:lnTo>
                    <a:pt x="824325" y="294021"/>
                  </a:lnTo>
                  <a:cubicBezTo>
                    <a:pt x="844616" y="295558"/>
                    <a:pt x="862896" y="281822"/>
                    <a:pt x="867069" y="261920"/>
                  </a:cubicBezTo>
                  <a:lnTo>
                    <a:pt x="867069" y="52253"/>
                  </a:lnTo>
                  <a:cubicBezTo>
                    <a:pt x="867069" y="385"/>
                    <a:pt x="827873" y="1568"/>
                    <a:pt x="827873" y="1568"/>
                  </a:cubicBezTo>
                  <a:cubicBezTo>
                    <a:pt x="827873" y="1568"/>
                    <a:pt x="667708" y="-291"/>
                    <a:pt x="587288" y="-291"/>
                  </a:cubicBezTo>
                  <a:cubicBezTo>
                    <a:pt x="267989" y="-1287"/>
                    <a:pt x="6673" y="253557"/>
                    <a:pt x="-321" y="572788"/>
                  </a:cubicBezTo>
                  <a:cubicBezTo>
                    <a:pt x="-439" y="597286"/>
                    <a:pt x="794" y="621767"/>
                    <a:pt x="3396" y="646113"/>
                  </a:cubicBezTo>
                  <a:cubicBezTo>
                    <a:pt x="13888" y="750963"/>
                    <a:pt x="53236" y="850863"/>
                    <a:pt x="117100" y="934680"/>
                  </a:cubicBezTo>
                  <a:cubicBezTo>
                    <a:pt x="133487" y="956660"/>
                    <a:pt x="151514" y="977390"/>
                    <a:pt x="170994" y="996684"/>
                  </a:cubicBezTo>
                  <a:cubicBezTo>
                    <a:pt x="253222" y="1079233"/>
                    <a:pt x="358445" y="1135038"/>
                    <a:pt x="472909" y="1156849"/>
                  </a:cubicBezTo>
                  <a:cubicBezTo>
                    <a:pt x="503759" y="1163219"/>
                    <a:pt x="535167" y="1166547"/>
                    <a:pt x="566676" y="1166817"/>
                  </a:cubicBezTo>
                  <a:lnTo>
                    <a:pt x="801179" y="1166817"/>
                  </a:lnTo>
                  <a:cubicBezTo>
                    <a:pt x="874503" y="1166817"/>
                    <a:pt x="870786" y="1121370"/>
                    <a:pt x="870786" y="1121370"/>
                  </a:cubicBezTo>
                  <a:close/>
                </a:path>
              </a:pathLst>
            </a:custGeom>
            <a:solidFill>
              <a:srgbClr val="00387F"/>
            </a:solidFill>
            <a:ln w="16888" cap="flat">
              <a:noFill/>
              <a:prstDash val="solid"/>
              <a:miter/>
            </a:ln>
          </p:spPr>
          <p:txBody>
            <a:bodyPr rtlCol="0" anchor="ctr"/>
            <a:lstStyle/>
            <a:p>
              <a:endParaRPr lang="zh-CN" altLang="en-US"/>
            </a:p>
          </p:txBody>
        </p:sp>
        <p:sp>
          <p:nvSpPr>
            <p:cNvPr id="43" name="任意多边形: 形状 42"/>
            <p:cNvSpPr/>
            <p:nvPr/>
          </p:nvSpPr>
          <p:spPr>
            <a:xfrm>
              <a:off x="1593304" y="2982124"/>
              <a:ext cx="871616" cy="1167110"/>
            </a:xfrm>
            <a:custGeom>
              <a:avLst/>
              <a:gdLst>
                <a:gd name="connsiteX0" fmla="*/ 871288 w 871616"/>
                <a:gd name="connsiteY0" fmla="*/ 909336 h 1167110"/>
                <a:gd name="connsiteX1" fmla="*/ 828374 w 871616"/>
                <a:gd name="connsiteY1" fmla="*/ 873688 h 1167110"/>
                <a:gd name="connsiteX2" fmla="*/ 573767 w 871616"/>
                <a:gd name="connsiteY2" fmla="*/ 875208 h 1167110"/>
                <a:gd name="connsiteX3" fmla="*/ 320341 w 871616"/>
                <a:gd name="connsiteY3" fmla="*/ 707610 h 1167110"/>
                <a:gd name="connsiteX4" fmla="*/ 293478 w 871616"/>
                <a:gd name="connsiteY4" fmla="*/ 599651 h 1167110"/>
                <a:gd name="connsiteX5" fmla="*/ 574274 w 871616"/>
                <a:gd name="connsiteY5" fmla="*/ 294020 h 1167110"/>
                <a:gd name="connsiteX6" fmla="*/ 824658 w 871616"/>
                <a:gd name="connsiteY6" fmla="*/ 294020 h 1167110"/>
                <a:gd name="connsiteX7" fmla="*/ 867064 w 871616"/>
                <a:gd name="connsiteY7" fmla="*/ 261919 h 1167110"/>
                <a:gd name="connsiteX8" fmla="*/ 867064 w 871616"/>
                <a:gd name="connsiteY8" fmla="*/ 52252 h 1167110"/>
                <a:gd name="connsiteX9" fmla="*/ 828206 w 871616"/>
                <a:gd name="connsiteY9" fmla="*/ 1567 h 1167110"/>
                <a:gd name="connsiteX10" fmla="*/ 587620 w 871616"/>
                <a:gd name="connsiteY10" fmla="*/ -292 h 1167110"/>
                <a:gd name="connsiteX11" fmla="*/ -326 w 871616"/>
                <a:gd name="connsiteY11" fmla="*/ 572788 h 1167110"/>
                <a:gd name="connsiteX12" fmla="*/ 3560 w 871616"/>
                <a:gd name="connsiteY12" fmla="*/ 646112 h 1167110"/>
                <a:gd name="connsiteX13" fmla="*/ 117263 w 871616"/>
                <a:gd name="connsiteY13" fmla="*/ 934679 h 1167110"/>
                <a:gd name="connsiteX14" fmla="*/ 171158 w 871616"/>
                <a:gd name="connsiteY14" fmla="*/ 996684 h 1167110"/>
                <a:gd name="connsiteX15" fmla="*/ 472734 w 871616"/>
                <a:gd name="connsiteY15" fmla="*/ 1156848 h 1167110"/>
                <a:gd name="connsiteX16" fmla="*/ 566840 w 871616"/>
                <a:gd name="connsiteY16" fmla="*/ 1166817 h 1167110"/>
                <a:gd name="connsiteX17" fmla="*/ 801343 w 871616"/>
                <a:gd name="connsiteY17" fmla="*/ 1166817 h 1167110"/>
                <a:gd name="connsiteX18" fmla="*/ 871119 w 871616"/>
                <a:gd name="connsiteY18" fmla="*/ 1121369 h 1167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71616" h="1167110">
                  <a:moveTo>
                    <a:pt x="871288" y="909336"/>
                  </a:moveTo>
                  <a:cubicBezTo>
                    <a:pt x="871288" y="878925"/>
                    <a:pt x="828374" y="873688"/>
                    <a:pt x="828374" y="873688"/>
                  </a:cubicBezTo>
                  <a:lnTo>
                    <a:pt x="573767" y="875208"/>
                  </a:lnTo>
                  <a:cubicBezTo>
                    <a:pt x="464371" y="871812"/>
                    <a:pt x="366279" y="806952"/>
                    <a:pt x="320341" y="707610"/>
                  </a:cubicBezTo>
                  <a:cubicBezTo>
                    <a:pt x="304680" y="673634"/>
                    <a:pt x="295573" y="637005"/>
                    <a:pt x="293478" y="599651"/>
                  </a:cubicBezTo>
                  <a:cubicBezTo>
                    <a:pt x="286906" y="437813"/>
                    <a:pt x="412470" y="301149"/>
                    <a:pt x="574274" y="294020"/>
                  </a:cubicBezTo>
                  <a:lnTo>
                    <a:pt x="824658" y="294020"/>
                  </a:lnTo>
                  <a:cubicBezTo>
                    <a:pt x="844864" y="295523"/>
                    <a:pt x="863027" y="281771"/>
                    <a:pt x="867064" y="261919"/>
                  </a:cubicBezTo>
                  <a:lnTo>
                    <a:pt x="867064" y="52252"/>
                  </a:lnTo>
                  <a:cubicBezTo>
                    <a:pt x="867064" y="384"/>
                    <a:pt x="828206" y="1567"/>
                    <a:pt x="828206" y="1567"/>
                  </a:cubicBezTo>
                  <a:cubicBezTo>
                    <a:pt x="828206" y="1567"/>
                    <a:pt x="667872" y="-292"/>
                    <a:pt x="587620" y="-292"/>
                  </a:cubicBezTo>
                  <a:cubicBezTo>
                    <a:pt x="268339" y="-1120"/>
                    <a:pt x="7023" y="253590"/>
                    <a:pt x="-326" y="572788"/>
                  </a:cubicBezTo>
                  <a:cubicBezTo>
                    <a:pt x="-394" y="597285"/>
                    <a:pt x="907" y="621766"/>
                    <a:pt x="3560" y="646112"/>
                  </a:cubicBezTo>
                  <a:cubicBezTo>
                    <a:pt x="14119" y="750945"/>
                    <a:pt x="53467" y="850812"/>
                    <a:pt x="117263" y="934679"/>
                  </a:cubicBezTo>
                  <a:cubicBezTo>
                    <a:pt x="133651" y="956659"/>
                    <a:pt x="151678" y="977389"/>
                    <a:pt x="171158" y="996684"/>
                  </a:cubicBezTo>
                  <a:cubicBezTo>
                    <a:pt x="253319" y="1079148"/>
                    <a:pt x="358406" y="1134969"/>
                    <a:pt x="472734" y="1156848"/>
                  </a:cubicBezTo>
                  <a:cubicBezTo>
                    <a:pt x="503703" y="1163201"/>
                    <a:pt x="535229" y="1166546"/>
                    <a:pt x="566840" y="1166817"/>
                  </a:cubicBezTo>
                  <a:lnTo>
                    <a:pt x="801343" y="1166817"/>
                  </a:lnTo>
                  <a:cubicBezTo>
                    <a:pt x="874498" y="1166817"/>
                    <a:pt x="871119" y="1121369"/>
                    <a:pt x="871119" y="1121369"/>
                  </a:cubicBezTo>
                  <a:close/>
                </a:path>
              </a:pathLst>
            </a:custGeom>
            <a:solidFill>
              <a:srgbClr val="00387F"/>
            </a:solidFill>
            <a:ln w="16888" cap="flat">
              <a:noFill/>
              <a:prstDash val="solid"/>
              <a:miter/>
            </a:ln>
          </p:spPr>
          <p:txBody>
            <a:bodyPr rtlCol="0" anchor="ctr"/>
            <a:lstStyle/>
            <a:p>
              <a:endParaRPr lang="zh-CN" altLang="en-US"/>
            </a:p>
          </p:txBody>
        </p:sp>
        <p:sp>
          <p:nvSpPr>
            <p:cNvPr id="44" name="任意多边形: 形状 43"/>
            <p:cNvSpPr/>
            <p:nvPr/>
          </p:nvSpPr>
          <p:spPr>
            <a:xfrm>
              <a:off x="4612448" y="2982802"/>
              <a:ext cx="1424250" cy="1167783"/>
            </a:xfrm>
            <a:custGeom>
              <a:avLst/>
              <a:gdLst>
                <a:gd name="connsiteX0" fmla="*/ 821614 w 1424250"/>
                <a:gd name="connsiteY0" fmla="*/ -294 h 1167783"/>
                <a:gd name="connsiteX1" fmla="*/ 821614 w 1424250"/>
                <a:gd name="connsiteY1" fmla="*/ 97359 h 1167783"/>
                <a:gd name="connsiteX2" fmla="*/ 1423922 w 1424250"/>
                <a:gd name="connsiteY2" fmla="*/ 97359 h 1167783"/>
                <a:gd name="connsiteX3" fmla="*/ 1423922 w 1424250"/>
                <a:gd name="connsiteY3" fmla="*/ 795630 h 1167783"/>
                <a:gd name="connsiteX4" fmla="*/ 1247707 w 1424250"/>
                <a:gd name="connsiteY4" fmla="*/ 973704 h 1167783"/>
                <a:gd name="connsiteX5" fmla="*/ 821614 w 1424250"/>
                <a:gd name="connsiteY5" fmla="*/ 973704 h 1167783"/>
                <a:gd name="connsiteX6" fmla="*/ 821614 w 1424250"/>
                <a:gd name="connsiteY6" fmla="*/ 1167490 h 1167783"/>
                <a:gd name="connsiteX7" fmla="*/ 603499 w 1424250"/>
                <a:gd name="connsiteY7" fmla="*/ 1167490 h 1167783"/>
                <a:gd name="connsiteX8" fmla="*/ 603499 w 1424250"/>
                <a:gd name="connsiteY8" fmla="*/ 973704 h 1167783"/>
                <a:gd name="connsiteX9" fmla="*/ -329 w 1424250"/>
                <a:gd name="connsiteY9" fmla="*/ 973704 h 1167783"/>
                <a:gd name="connsiteX10" fmla="*/ -329 w 1424250"/>
                <a:gd name="connsiteY10" fmla="*/ 97359 h 1167783"/>
                <a:gd name="connsiteX11" fmla="*/ 603499 w 1424250"/>
                <a:gd name="connsiteY11" fmla="*/ 97359 h 1167783"/>
                <a:gd name="connsiteX12" fmla="*/ 603499 w 1424250"/>
                <a:gd name="connsiteY12" fmla="*/ -294 h 1167783"/>
                <a:gd name="connsiteX13" fmla="*/ 603499 w 1424250"/>
                <a:gd name="connsiteY13" fmla="*/ 821649 h 1167783"/>
                <a:gd name="connsiteX14" fmla="*/ 603499 w 1424250"/>
                <a:gd name="connsiteY14" fmla="*/ 248739 h 1167783"/>
                <a:gd name="connsiteX15" fmla="*/ 217785 w 1424250"/>
                <a:gd name="connsiteY15" fmla="*/ 248739 h 1167783"/>
                <a:gd name="connsiteX16" fmla="*/ 217785 w 1424250"/>
                <a:gd name="connsiteY16" fmla="*/ 821649 h 1167783"/>
                <a:gd name="connsiteX17" fmla="*/ 821614 w 1424250"/>
                <a:gd name="connsiteY17" fmla="*/ 248739 h 1167783"/>
                <a:gd name="connsiteX18" fmla="*/ 821614 w 1424250"/>
                <a:gd name="connsiteY18" fmla="*/ 821649 h 1167783"/>
                <a:gd name="connsiteX19" fmla="*/ 1169990 w 1424250"/>
                <a:gd name="connsiteY19" fmla="*/ 821649 h 1167783"/>
                <a:gd name="connsiteX20" fmla="*/ 1205807 w 1424250"/>
                <a:gd name="connsiteY20" fmla="*/ 785832 h 1167783"/>
                <a:gd name="connsiteX21" fmla="*/ 1205807 w 1424250"/>
                <a:gd name="connsiteY21" fmla="*/ 248739 h 1167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4250" h="1167783">
                  <a:moveTo>
                    <a:pt x="821614" y="-294"/>
                  </a:moveTo>
                  <a:lnTo>
                    <a:pt x="821614" y="97359"/>
                  </a:lnTo>
                  <a:lnTo>
                    <a:pt x="1423922" y="97359"/>
                  </a:lnTo>
                  <a:lnTo>
                    <a:pt x="1423922" y="795630"/>
                  </a:lnTo>
                  <a:cubicBezTo>
                    <a:pt x="1422587" y="892692"/>
                    <a:pt x="1344752" y="971356"/>
                    <a:pt x="1247707" y="973704"/>
                  </a:cubicBezTo>
                  <a:lnTo>
                    <a:pt x="821614" y="973704"/>
                  </a:lnTo>
                  <a:lnTo>
                    <a:pt x="821614" y="1167490"/>
                  </a:lnTo>
                  <a:lnTo>
                    <a:pt x="603499" y="1167490"/>
                  </a:lnTo>
                  <a:lnTo>
                    <a:pt x="603499" y="973704"/>
                  </a:lnTo>
                  <a:lnTo>
                    <a:pt x="-329" y="973704"/>
                  </a:lnTo>
                  <a:lnTo>
                    <a:pt x="-329" y="97359"/>
                  </a:lnTo>
                  <a:lnTo>
                    <a:pt x="603499" y="97359"/>
                  </a:lnTo>
                  <a:lnTo>
                    <a:pt x="603499" y="-294"/>
                  </a:lnTo>
                  <a:close/>
                  <a:moveTo>
                    <a:pt x="603499" y="821649"/>
                  </a:moveTo>
                  <a:lnTo>
                    <a:pt x="603499" y="248739"/>
                  </a:lnTo>
                  <a:lnTo>
                    <a:pt x="217785" y="248739"/>
                  </a:lnTo>
                  <a:lnTo>
                    <a:pt x="217785" y="821649"/>
                  </a:lnTo>
                  <a:close/>
                  <a:moveTo>
                    <a:pt x="821614" y="248739"/>
                  </a:moveTo>
                  <a:lnTo>
                    <a:pt x="821614" y="821649"/>
                  </a:lnTo>
                  <a:lnTo>
                    <a:pt x="1169990" y="821649"/>
                  </a:lnTo>
                  <a:cubicBezTo>
                    <a:pt x="1189739" y="821564"/>
                    <a:pt x="1205723" y="805582"/>
                    <a:pt x="1205807" y="785832"/>
                  </a:cubicBezTo>
                  <a:lnTo>
                    <a:pt x="1205807" y="248739"/>
                  </a:lnTo>
                  <a:close/>
                </a:path>
              </a:pathLst>
            </a:custGeom>
            <a:solidFill>
              <a:srgbClr val="898989"/>
            </a:solidFill>
            <a:ln w="16888" cap="flat">
              <a:noFill/>
              <a:prstDash val="solid"/>
              <a:miter/>
            </a:ln>
          </p:spPr>
          <p:txBody>
            <a:bodyPr rtlCol="0" anchor="ctr"/>
            <a:lstStyle/>
            <a:p>
              <a:endParaRPr lang="zh-CN" altLang="en-US"/>
            </a:p>
          </p:txBody>
        </p:sp>
        <p:sp>
          <p:nvSpPr>
            <p:cNvPr id="45" name="任意多边形: 形状 44"/>
            <p:cNvSpPr/>
            <p:nvPr/>
          </p:nvSpPr>
          <p:spPr>
            <a:xfrm>
              <a:off x="7734479" y="2982802"/>
              <a:ext cx="1366469" cy="1167113"/>
            </a:xfrm>
            <a:custGeom>
              <a:avLst/>
              <a:gdLst>
                <a:gd name="connsiteX0" fmla="*/ 179 w 1366469"/>
                <a:gd name="connsiteY0" fmla="*/ 1166814 h 1167113"/>
                <a:gd name="connsiteX1" fmla="*/ 1135017 w 1366469"/>
                <a:gd name="connsiteY1" fmla="*/ 1166814 h 1167113"/>
                <a:gd name="connsiteX2" fmla="*/ 1204625 w 1366469"/>
                <a:gd name="connsiteY2" fmla="*/ 1152960 h 1167113"/>
                <a:gd name="connsiteX3" fmla="*/ 1299236 w 1366469"/>
                <a:gd name="connsiteY3" fmla="*/ 1059024 h 1167113"/>
                <a:gd name="connsiteX4" fmla="*/ 1312415 w 1366469"/>
                <a:gd name="connsiteY4" fmla="*/ 990599 h 1167113"/>
                <a:gd name="connsiteX5" fmla="*/ 1312415 w 1366469"/>
                <a:gd name="connsiteY5" fmla="*/ 692402 h 1167113"/>
                <a:gd name="connsiteX6" fmla="*/ -329 w 1366469"/>
                <a:gd name="connsiteY6" fmla="*/ 692402 h 1167113"/>
                <a:gd name="connsiteX7" fmla="*/ 225220 w 1366469"/>
                <a:gd name="connsiteY7" fmla="*/ 852736 h 1167113"/>
                <a:gd name="connsiteX8" fmla="*/ 1088048 w 1366469"/>
                <a:gd name="connsiteY8" fmla="*/ 852736 h 1167113"/>
                <a:gd name="connsiteX9" fmla="*/ 1088048 w 1366469"/>
                <a:gd name="connsiteY9" fmla="*/ 956809 h 1167113"/>
                <a:gd name="connsiteX10" fmla="*/ 1037363 w 1366469"/>
                <a:gd name="connsiteY10" fmla="*/ 1007494 h 1167113"/>
                <a:gd name="connsiteX11" fmla="*/ 224713 w 1366469"/>
                <a:gd name="connsiteY11" fmla="*/ 1007494 h 1167113"/>
                <a:gd name="connsiteX12" fmla="*/ 1008304 w 1366469"/>
                <a:gd name="connsiteY12" fmla="*/ 342844 h 1167113"/>
                <a:gd name="connsiteX13" fmla="*/ 1242977 w 1366469"/>
                <a:gd name="connsiteY13" fmla="*/ 342844 h 1167113"/>
                <a:gd name="connsiteX14" fmla="*/ 1366141 w 1366469"/>
                <a:gd name="connsiteY14" fmla="*/ 70834 h 1167113"/>
                <a:gd name="connsiteX15" fmla="*/ 731902 w 1366469"/>
                <a:gd name="connsiteY15" fmla="*/ 70834 h 1167113"/>
                <a:gd name="connsiteX16" fmla="*/ 764340 w 1366469"/>
                <a:gd name="connsiteY16" fmla="*/ -294 h 1167113"/>
                <a:gd name="connsiteX17" fmla="*/ 524769 w 1366469"/>
                <a:gd name="connsiteY17" fmla="*/ -294 h 1167113"/>
                <a:gd name="connsiteX18" fmla="*/ 421033 w 1366469"/>
                <a:gd name="connsiteY18" fmla="*/ 231168 h 1167113"/>
                <a:gd name="connsiteX19" fmla="*/ 1058989 w 1366469"/>
                <a:gd name="connsiteY19" fmla="*/ 231168 h 1167113"/>
                <a:gd name="connsiteX20" fmla="*/ 920957 w 1366469"/>
                <a:gd name="connsiteY20" fmla="*/ 286246 h 1167113"/>
                <a:gd name="connsiteX21" fmla="*/ 660604 w 1366469"/>
                <a:gd name="connsiteY21" fmla="*/ 286246 h 1167113"/>
                <a:gd name="connsiteX22" fmla="*/ 660604 w 1366469"/>
                <a:gd name="connsiteY22" fmla="*/ 406031 h 1167113"/>
                <a:gd name="connsiteX23" fmla="*/ 330476 w 1366469"/>
                <a:gd name="connsiteY23" fmla="*/ 653712 h 1167113"/>
                <a:gd name="connsiteX24" fmla="*/ 600796 w 1366469"/>
                <a:gd name="connsiteY24" fmla="*/ 653712 h 1167113"/>
                <a:gd name="connsiteX25" fmla="*/ 819249 w 1366469"/>
                <a:gd name="connsiteY25" fmla="*/ 491689 h 1167113"/>
                <a:gd name="connsiteX26" fmla="*/ 1026551 w 1366469"/>
                <a:gd name="connsiteY26" fmla="*/ 653712 h 1167113"/>
                <a:gd name="connsiteX27" fmla="*/ 1296872 w 1366469"/>
                <a:gd name="connsiteY27" fmla="*/ 653712 h 1167113"/>
                <a:gd name="connsiteX28" fmla="*/ 1055610 w 1366469"/>
                <a:gd name="connsiteY28" fmla="*/ 464319 h 1167113"/>
                <a:gd name="connsiteX29" fmla="*/ 856249 w 1366469"/>
                <a:gd name="connsiteY29" fmla="*/ 464319 h 1167113"/>
                <a:gd name="connsiteX30" fmla="*/ 920957 w 1366469"/>
                <a:gd name="connsiteY30" fmla="*/ 415662 h 1167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66469" h="1167113">
                  <a:moveTo>
                    <a:pt x="179" y="1166814"/>
                  </a:moveTo>
                  <a:lnTo>
                    <a:pt x="1135017" y="1166814"/>
                  </a:lnTo>
                  <a:cubicBezTo>
                    <a:pt x="1158923" y="1167000"/>
                    <a:pt x="1182611" y="1162286"/>
                    <a:pt x="1204625" y="1152960"/>
                  </a:cubicBezTo>
                  <a:cubicBezTo>
                    <a:pt x="1247098" y="1135018"/>
                    <a:pt x="1280990" y="1101363"/>
                    <a:pt x="1299236" y="1059024"/>
                  </a:cubicBezTo>
                  <a:cubicBezTo>
                    <a:pt x="1308292" y="1037365"/>
                    <a:pt x="1312786" y="1014066"/>
                    <a:pt x="1312415" y="990599"/>
                  </a:cubicBezTo>
                  <a:lnTo>
                    <a:pt x="1312415" y="692402"/>
                  </a:lnTo>
                  <a:lnTo>
                    <a:pt x="-329" y="692402"/>
                  </a:lnTo>
                  <a:close/>
                  <a:moveTo>
                    <a:pt x="225220" y="852736"/>
                  </a:moveTo>
                  <a:lnTo>
                    <a:pt x="1088048" y="852736"/>
                  </a:lnTo>
                  <a:lnTo>
                    <a:pt x="1088048" y="956809"/>
                  </a:lnTo>
                  <a:cubicBezTo>
                    <a:pt x="1088048" y="984804"/>
                    <a:pt x="1065359" y="1007494"/>
                    <a:pt x="1037363" y="1007494"/>
                  </a:cubicBezTo>
                  <a:lnTo>
                    <a:pt x="224713" y="1007494"/>
                  </a:lnTo>
                  <a:close/>
                  <a:moveTo>
                    <a:pt x="1008304" y="342844"/>
                  </a:moveTo>
                  <a:lnTo>
                    <a:pt x="1242977" y="342844"/>
                  </a:lnTo>
                  <a:lnTo>
                    <a:pt x="1366141" y="70834"/>
                  </a:lnTo>
                  <a:lnTo>
                    <a:pt x="731902" y="70834"/>
                  </a:lnTo>
                  <a:lnTo>
                    <a:pt x="764340" y="-294"/>
                  </a:lnTo>
                  <a:lnTo>
                    <a:pt x="524769" y="-294"/>
                  </a:lnTo>
                  <a:lnTo>
                    <a:pt x="421033" y="231168"/>
                  </a:lnTo>
                  <a:lnTo>
                    <a:pt x="1058989" y="231168"/>
                  </a:lnTo>
                  <a:close/>
                  <a:moveTo>
                    <a:pt x="920957" y="286246"/>
                  </a:moveTo>
                  <a:lnTo>
                    <a:pt x="660604" y="286246"/>
                  </a:lnTo>
                  <a:lnTo>
                    <a:pt x="660604" y="406031"/>
                  </a:lnTo>
                  <a:lnTo>
                    <a:pt x="330476" y="653712"/>
                  </a:lnTo>
                  <a:lnTo>
                    <a:pt x="600796" y="653712"/>
                  </a:lnTo>
                  <a:lnTo>
                    <a:pt x="819249" y="491689"/>
                  </a:lnTo>
                  <a:lnTo>
                    <a:pt x="1026551" y="653712"/>
                  </a:lnTo>
                  <a:lnTo>
                    <a:pt x="1296872" y="653712"/>
                  </a:lnTo>
                  <a:lnTo>
                    <a:pt x="1055610" y="464319"/>
                  </a:lnTo>
                  <a:lnTo>
                    <a:pt x="856249" y="464319"/>
                  </a:lnTo>
                  <a:lnTo>
                    <a:pt x="920957" y="415662"/>
                  </a:lnTo>
                  <a:close/>
                </a:path>
              </a:pathLst>
            </a:custGeom>
            <a:solidFill>
              <a:srgbClr val="898989"/>
            </a:solidFill>
            <a:ln w="16888" cap="flat">
              <a:noFill/>
              <a:prstDash val="solid"/>
              <a:miter/>
            </a:ln>
          </p:spPr>
          <p:txBody>
            <a:bodyPr rtlCol="0" anchor="ctr"/>
            <a:lstStyle/>
            <a:p>
              <a:endParaRPr lang="zh-CN" altLang="en-US"/>
            </a:p>
          </p:txBody>
        </p:sp>
        <p:sp>
          <p:nvSpPr>
            <p:cNvPr id="46" name="任意多边形: 形状 45"/>
            <p:cNvSpPr/>
            <p:nvPr/>
          </p:nvSpPr>
          <p:spPr>
            <a:xfrm>
              <a:off x="7727045" y="2982802"/>
              <a:ext cx="391626" cy="293635"/>
            </a:xfrm>
            <a:custGeom>
              <a:avLst/>
              <a:gdLst>
                <a:gd name="connsiteX0" fmla="*/ 260859 w 391626"/>
                <a:gd name="connsiteY0" fmla="*/ 293635 h 293635"/>
                <a:gd name="connsiteX1" fmla="*/ 0 w 391626"/>
                <a:gd name="connsiteY1" fmla="*/ 293635 h 293635"/>
                <a:gd name="connsiteX2" fmla="*/ 130767 w 391626"/>
                <a:gd name="connsiteY2" fmla="*/ 0 h 293635"/>
                <a:gd name="connsiteX3" fmla="*/ 391627 w 391626"/>
                <a:gd name="connsiteY3" fmla="*/ 0 h 293635"/>
                <a:gd name="connsiteX4" fmla="*/ 260859 w 391626"/>
                <a:gd name="connsiteY4" fmla="*/ 293635 h 293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626" h="293635">
                  <a:moveTo>
                    <a:pt x="260859" y="293635"/>
                  </a:moveTo>
                  <a:lnTo>
                    <a:pt x="0" y="293635"/>
                  </a:lnTo>
                  <a:lnTo>
                    <a:pt x="130767" y="0"/>
                  </a:lnTo>
                  <a:lnTo>
                    <a:pt x="391627" y="0"/>
                  </a:lnTo>
                  <a:lnTo>
                    <a:pt x="260859" y="293635"/>
                  </a:lnTo>
                  <a:close/>
                </a:path>
              </a:pathLst>
            </a:custGeom>
            <a:solidFill>
              <a:srgbClr val="898989"/>
            </a:solidFill>
            <a:ln w="16888" cap="flat">
              <a:noFill/>
              <a:prstDash val="solid"/>
              <a:miter/>
            </a:ln>
          </p:spPr>
          <p:txBody>
            <a:bodyPr rtlCol="0" anchor="ctr"/>
            <a:lstStyle/>
            <a:p>
              <a:endParaRPr lang="zh-CN" altLang="en-US"/>
            </a:p>
          </p:txBody>
        </p:sp>
        <p:sp>
          <p:nvSpPr>
            <p:cNvPr id="47" name="任意多边形: 形状 46"/>
            <p:cNvSpPr/>
            <p:nvPr/>
          </p:nvSpPr>
          <p:spPr>
            <a:xfrm>
              <a:off x="7727045" y="3343511"/>
              <a:ext cx="391626" cy="293804"/>
            </a:xfrm>
            <a:custGeom>
              <a:avLst/>
              <a:gdLst>
                <a:gd name="connsiteX0" fmla="*/ 260859 w 391626"/>
                <a:gd name="connsiteY0" fmla="*/ 293804 h 293804"/>
                <a:gd name="connsiteX1" fmla="*/ 0 w 391626"/>
                <a:gd name="connsiteY1" fmla="*/ 293804 h 293804"/>
                <a:gd name="connsiteX2" fmla="*/ 130767 w 391626"/>
                <a:gd name="connsiteY2" fmla="*/ 0 h 293804"/>
                <a:gd name="connsiteX3" fmla="*/ 391627 w 391626"/>
                <a:gd name="connsiteY3" fmla="*/ 0 h 293804"/>
                <a:gd name="connsiteX4" fmla="*/ 260859 w 391626"/>
                <a:gd name="connsiteY4" fmla="*/ 293804 h 293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626" h="293804">
                  <a:moveTo>
                    <a:pt x="260859" y="293804"/>
                  </a:moveTo>
                  <a:lnTo>
                    <a:pt x="0" y="293804"/>
                  </a:lnTo>
                  <a:lnTo>
                    <a:pt x="130767" y="0"/>
                  </a:lnTo>
                  <a:lnTo>
                    <a:pt x="391627" y="0"/>
                  </a:lnTo>
                  <a:lnTo>
                    <a:pt x="260859" y="293804"/>
                  </a:lnTo>
                  <a:close/>
                </a:path>
              </a:pathLst>
            </a:custGeom>
            <a:solidFill>
              <a:srgbClr val="898989"/>
            </a:solidFill>
            <a:ln w="16888" cap="flat">
              <a:noFill/>
              <a:prstDash val="solid"/>
              <a:miter/>
            </a:ln>
          </p:spPr>
          <p:txBody>
            <a:bodyPr rtlCol="0" anchor="ctr"/>
            <a:lstStyle/>
            <a:p>
              <a:endParaRPr lang="zh-CN" altLang="en-US"/>
            </a:p>
          </p:txBody>
        </p:sp>
        <p:sp>
          <p:nvSpPr>
            <p:cNvPr id="48" name="任意多边形: 形状 47"/>
            <p:cNvSpPr/>
            <p:nvPr/>
          </p:nvSpPr>
          <p:spPr>
            <a:xfrm>
              <a:off x="6170337" y="2982802"/>
              <a:ext cx="1423075" cy="1167107"/>
            </a:xfrm>
            <a:custGeom>
              <a:avLst/>
              <a:gdLst>
                <a:gd name="connsiteX0" fmla="*/ 19101 w 1423075"/>
                <a:gd name="connsiteY0" fmla="*/ 1166814 h 1167107"/>
                <a:gd name="connsiteX1" fmla="*/ 1225068 w 1423075"/>
                <a:gd name="connsiteY1" fmla="*/ 1166814 h 1167107"/>
                <a:gd name="connsiteX2" fmla="*/ 1403310 w 1423075"/>
                <a:gd name="connsiteY2" fmla="*/ 990599 h 1167107"/>
                <a:gd name="connsiteX3" fmla="*/ 1403310 w 1423075"/>
                <a:gd name="connsiteY3" fmla="*/ 643238 h 1167107"/>
                <a:gd name="connsiteX4" fmla="*/ 19101 w 1423075"/>
                <a:gd name="connsiteY4" fmla="*/ 643238 h 1167107"/>
                <a:gd name="connsiteX5" fmla="*/ 249211 w 1423075"/>
                <a:gd name="connsiteY5" fmla="*/ 785832 h 1167107"/>
                <a:gd name="connsiteX6" fmla="*/ 1168301 w 1423075"/>
                <a:gd name="connsiteY6" fmla="*/ 785832 h 1167107"/>
                <a:gd name="connsiteX7" fmla="*/ 1168301 w 1423075"/>
                <a:gd name="connsiteY7" fmla="*/ 850708 h 1167107"/>
                <a:gd name="connsiteX8" fmla="*/ 249211 w 1423075"/>
                <a:gd name="connsiteY8" fmla="*/ 850708 h 1167107"/>
                <a:gd name="connsiteX9" fmla="*/ 249211 w 1423075"/>
                <a:gd name="connsiteY9" fmla="*/ 960864 h 1167107"/>
                <a:gd name="connsiteX10" fmla="*/ 1168301 w 1423075"/>
                <a:gd name="connsiteY10" fmla="*/ 960864 h 1167107"/>
                <a:gd name="connsiteX11" fmla="*/ 1168301 w 1423075"/>
                <a:gd name="connsiteY11" fmla="*/ 964074 h 1167107"/>
                <a:gd name="connsiteX12" fmla="*/ 1153264 w 1423075"/>
                <a:gd name="connsiteY12" fmla="*/ 1007494 h 1167107"/>
                <a:gd name="connsiteX13" fmla="*/ 1115926 w 1423075"/>
                <a:gd name="connsiteY13" fmla="*/ 1024389 h 1167107"/>
                <a:gd name="connsiteX14" fmla="*/ 249211 w 1423075"/>
                <a:gd name="connsiteY14" fmla="*/ 1024389 h 1167107"/>
                <a:gd name="connsiteX15" fmla="*/ 263910 w 1423075"/>
                <a:gd name="connsiteY15" fmla="*/ 601000 h 1167107"/>
                <a:gd name="connsiteX16" fmla="*/ 406504 w 1423075"/>
                <a:gd name="connsiteY16" fmla="*/ 477835 h 1167107"/>
                <a:gd name="connsiteX17" fmla="*/ 510239 w 1423075"/>
                <a:gd name="connsiteY17" fmla="*/ 601000 h 1167107"/>
                <a:gd name="connsiteX18" fmla="*/ 735450 w 1423075"/>
                <a:gd name="connsiteY18" fmla="*/ 601000 h 1167107"/>
                <a:gd name="connsiteX19" fmla="*/ 594545 w 1423075"/>
                <a:gd name="connsiteY19" fmla="*/ 435767 h 1167107"/>
                <a:gd name="connsiteX20" fmla="*/ 713993 w 1423075"/>
                <a:gd name="connsiteY20" fmla="*/ 435767 h 1167107"/>
                <a:gd name="connsiteX21" fmla="*/ 713993 w 1423075"/>
                <a:gd name="connsiteY21" fmla="*/ 293679 h 1167107"/>
                <a:gd name="connsiteX22" fmla="*/ 503650 w 1423075"/>
                <a:gd name="connsiteY22" fmla="*/ 293679 h 1167107"/>
                <a:gd name="connsiteX23" fmla="*/ 503650 w 1423075"/>
                <a:gd name="connsiteY23" fmla="*/ 216976 h 1167107"/>
                <a:gd name="connsiteX24" fmla="*/ 704701 w 1423075"/>
                <a:gd name="connsiteY24" fmla="*/ 216976 h 1167107"/>
                <a:gd name="connsiteX25" fmla="*/ 704701 w 1423075"/>
                <a:gd name="connsiteY25" fmla="*/ 56473 h 1167107"/>
                <a:gd name="connsiteX26" fmla="*/ 280129 w 1423075"/>
                <a:gd name="connsiteY26" fmla="*/ 56473 h 1167107"/>
                <a:gd name="connsiteX27" fmla="*/ 305303 w 1423075"/>
                <a:gd name="connsiteY27" fmla="*/ -294 h 1167107"/>
                <a:gd name="connsiteX28" fmla="*/ 96311 w 1423075"/>
                <a:gd name="connsiteY28" fmla="*/ -294 h 1167107"/>
                <a:gd name="connsiteX29" fmla="*/ -329 w 1423075"/>
                <a:gd name="connsiteY29" fmla="*/ 216807 h 1167107"/>
                <a:gd name="connsiteX30" fmla="*/ 278439 w 1423075"/>
                <a:gd name="connsiteY30" fmla="*/ 216807 h 1167107"/>
                <a:gd name="connsiteX31" fmla="*/ 278439 w 1423075"/>
                <a:gd name="connsiteY31" fmla="*/ 293510 h 1167107"/>
                <a:gd name="connsiteX32" fmla="*/ -329 w 1423075"/>
                <a:gd name="connsiteY32" fmla="*/ 293510 h 1167107"/>
                <a:gd name="connsiteX33" fmla="*/ -329 w 1423075"/>
                <a:gd name="connsiteY33" fmla="*/ 435598 h 1167107"/>
                <a:gd name="connsiteX34" fmla="*/ 194133 w 1423075"/>
                <a:gd name="connsiteY34" fmla="*/ 435598 h 1167107"/>
                <a:gd name="connsiteX35" fmla="*/ 2881 w 1423075"/>
                <a:gd name="connsiteY35" fmla="*/ 600831 h 1167107"/>
                <a:gd name="connsiteX36" fmla="*/ 779208 w 1423075"/>
                <a:gd name="connsiteY36" fmla="*/ -294 h 1167107"/>
                <a:gd name="connsiteX37" fmla="*/ 779208 w 1423075"/>
                <a:gd name="connsiteY37" fmla="*/ 601000 h 1167107"/>
                <a:gd name="connsiteX38" fmla="*/ 1244498 w 1423075"/>
                <a:gd name="connsiteY38" fmla="*/ 601000 h 1167107"/>
                <a:gd name="connsiteX39" fmla="*/ 1314105 w 1423075"/>
                <a:gd name="connsiteY39" fmla="*/ 587315 h 1167107"/>
                <a:gd name="connsiteX40" fmla="*/ 1422740 w 1423075"/>
                <a:gd name="connsiteY40" fmla="*/ 422758 h 1167107"/>
                <a:gd name="connsiteX41" fmla="*/ 1422740 w 1423075"/>
                <a:gd name="connsiteY41" fmla="*/ 382 h 1167107"/>
                <a:gd name="connsiteX42" fmla="*/ 1197529 w 1423075"/>
                <a:gd name="connsiteY42" fmla="*/ 390319 h 1167107"/>
                <a:gd name="connsiteX43" fmla="*/ 1146844 w 1423075"/>
                <a:gd name="connsiteY43" fmla="*/ 441004 h 1167107"/>
                <a:gd name="connsiteX44" fmla="*/ 1004588 w 1423075"/>
                <a:gd name="connsiteY44" fmla="*/ 441004 h 1167107"/>
                <a:gd name="connsiteX45" fmla="*/ 1004588 w 1423075"/>
                <a:gd name="connsiteY45" fmla="*/ 160547 h 1167107"/>
                <a:gd name="connsiteX46" fmla="*/ 1197529 w 1423075"/>
                <a:gd name="connsiteY46" fmla="*/ 160547 h 116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23075" h="1167107">
                  <a:moveTo>
                    <a:pt x="19101" y="1166814"/>
                  </a:moveTo>
                  <a:lnTo>
                    <a:pt x="1225068" y="1166814"/>
                  </a:lnTo>
                  <a:cubicBezTo>
                    <a:pt x="1360228" y="1166814"/>
                    <a:pt x="1403310" y="1050745"/>
                    <a:pt x="1403310" y="990599"/>
                  </a:cubicBezTo>
                  <a:lnTo>
                    <a:pt x="1403310" y="643238"/>
                  </a:lnTo>
                  <a:lnTo>
                    <a:pt x="19101" y="643238"/>
                  </a:lnTo>
                  <a:close/>
                  <a:moveTo>
                    <a:pt x="249211" y="785832"/>
                  </a:moveTo>
                  <a:lnTo>
                    <a:pt x="1168301" y="785832"/>
                  </a:lnTo>
                  <a:lnTo>
                    <a:pt x="1168301" y="850708"/>
                  </a:lnTo>
                  <a:lnTo>
                    <a:pt x="249211" y="850708"/>
                  </a:lnTo>
                  <a:close/>
                  <a:moveTo>
                    <a:pt x="249211" y="960864"/>
                  </a:moveTo>
                  <a:lnTo>
                    <a:pt x="1168301" y="960864"/>
                  </a:lnTo>
                  <a:lnTo>
                    <a:pt x="1168301" y="964074"/>
                  </a:lnTo>
                  <a:cubicBezTo>
                    <a:pt x="1168841" y="979905"/>
                    <a:pt x="1163469" y="995380"/>
                    <a:pt x="1153264" y="1007494"/>
                  </a:cubicBezTo>
                  <a:cubicBezTo>
                    <a:pt x="1144090" y="1018594"/>
                    <a:pt x="1130321" y="1024828"/>
                    <a:pt x="1115926" y="1024389"/>
                  </a:cubicBezTo>
                  <a:lnTo>
                    <a:pt x="249211" y="1024389"/>
                  </a:lnTo>
                  <a:close/>
                  <a:moveTo>
                    <a:pt x="263910" y="601000"/>
                  </a:moveTo>
                  <a:lnTo>
                    <a:pt x="406504" y="477835"/>
                  </a:lnTo>
                  <a:lnTo>
                    <a:pt x="510239" y="601000"/>
                  </a:lnTo>
                  <a:lnTo>
                    <a:pt x="735450" y="601000"/>
                  </a:lnTo>
                  <a:lnTo>
                    <a:pt x="594545" y="435767"/>
                  </a:lnTo>
                  <a:lnTo>
                    <a:pt x="713993" y="435767"/>
                  </a:lnTo>
                  <a:lnTo>
                    <a:pt x="713993" y="293679"/>
                  </a:lnTo>
                  <a:lnTo>
                    <a:pt x="503650" y="293679"/>
                  </a:lnTo>
                  <a:lnTo>
                    <a:pt x="503650" y="216976"/>
                  </a:lnTo>
                  <a:lnTo>
                    <a:pt x="704701" y="216976"/>
                  </a:lnTo>
                  <a:lnTo>
                    <a:pt x="704701" y="56473"/>
                  </a:lnTo>
                  <a:lnTo>
                    <a:pt x="280129" y="56473"/>
                  </a:lnTo>
                  <a:lnTo>
                    <a:pt x="305303" y="-294"/>
                  </a:lnTo>
                  <a:lnTo>
                    <a:pt x="96311" y="-294"/>
                  </a:lnTo>
                  <a:lnTo>
                    <a:pt x="-329" y="216807"/>
                  </a:lnTo>
                  <a:lnTo>
                    <a:pt x="278439" y="216807"/>
                  </a:lnTo>
                  <a:lnTo>
                    <a:pt x="278439" y="293510"/>
                  </a:lnTo>
                  <a:lnTo>
                    <a:pt x="-329" y="293510"/>
                  </a:lnTo>
                  <a:lnTo>
                    <a:pt x="-329" y="435598"/>
                  </a:lnTo>
                  <a:lnTo>
                    <a:pt x="194133" y="435598"/>
                  </a:lnTo>
                  <a:lnTo>
                    <a:pt x="2881" y="600831"/>
                  </a:lnTo>
                  <a:close/>
                  <a:moveTo>
                    <a:pt x="779208" y="-294"/>
                  </a:moveTo>
                  <a:lnTo>
                    <a:pt x="779208" y="601000"/>
                  </a:lnTo>
                  <a:lnTo>
                    <a:pt x="1244498" y="601000"/>
                  </a:lnTo>
                  <a:cubicBezTo>
                    <a:pt x="1268387" y="601186"/>
                    <a:pt x="1292057" y="596523"/>
                    <a:pt x="1314105" y="587315"/>
                  </a:cubicBezTo>
                  <a:cubicBezTo>
                    <a:pt x="1380434" y="559674"/>
                    <a:pt x="1423381" y="494612"/>
                    <a:pt x="1422740" y="422758"/>
                  </a:cubicBezTo>
                  <a:lnTo>
                    <a:pt x="1422740" y="382"/>
                  </a:lnTo>
                  <a:close/>
                  <a:moveTo>
                    <a:pt x="1197529" y="390319"/>
                  </a:moveTo>
                  <a:cubicBezTo>
                    <a:pt x="1197529" y="418314"/>
                    <a:pt x="1174839" y="441004"/>
                    <a:pt x="1146844" y="441004"/>
                  </a:cubicBezTo>
                  <a:lnTo>
                    <a:pt x="1004588" y="441004"/>
                  </a:lnTo>
                  <a:lnTo>
                    <a:pt x="1004588" y="160547"/>
                  </a:lnTo>
                  <a:lnTo>
                    <a:pt x="1197529" y="160547"/>
                  </a:lnTo>
                  <a:close/>
                </a:path>
              </a:pathLst>
            </a:custGeom>
            <a:solidFill>
              <a:srgbClr val="898989"/>
            </a:solidFill>
            <a:ln w="16888" cap="flat">
              <a:noFill/>
              <a:prstDash val="solid"/>
              <a:miter/>
            </a:ln>
          </p:spPr>
          <p:txBody>
            <a:bodyPr rtlCol="0" anchor="ctr"/>
            <a:lstStyle/>
            <a:p>
              <a:endParaRPr lang="zh-CN" altLang="en-US"/>
            </a:p>
          </p:txBody>
        </p:sp>
        <p:sp>
          <p:nvSpPr>
            <p:cNvPr id="49" name="任意多边形: 形状 48"/>
            <p:cNvSpPr/>
            <p:nvPr/>
          </p:nvSpPr>
          <p:spPr>
            <a:xfrm>
              <a:off x="9181369" y="2982295"/>
              <a:ext cx="1416141" cy="1167107"/>
            </a:xfrm>
            <a:custGeom>
              <a:avLst/>
              <a:gdLst>
                <a:gd name="connsiteX0" fmla="*/ 312905 w 1416141"/>
                <a:gd name="connsiteY0" fmla="*/ 1012225 h 1167107"/>
                <a:gd name="connsiteX1" fmla="*/ 298375 w 1416141"/>
                <a:gd name="connsiteY1" fmla="*/ 976745 h 1167107"/>
                <a:gd name="connsiteX2" fmla="*/ 298375 w 1416141"/>
                <a:gd name="connsiteY2" fmla="*/ 353657 h 1167107"/>
                <a:gd name="connsiteX3" fmla="*/ -329 w 1416141"/>
                <a:gd name="connsiteY3" fmla="*/ 353657 h 1167107"/>
                <a:gd name="connsiteX4" fmla="*/ -329 w 1416141"/>
                <a:gd name="connsiteY4" fmla="*/ 511963 h 1167107"/>
                <a:gd name="connsiteX5" fmla="*/ 74010 w 1416141"/>
                <a:gd name="connsiteY5" fmla="*/ 511963 h 1167107"/>
                <a:gd name="connsiteX6" fmla="*/ 74010 w 1416141"/>
                <a:gd name="connsiteY6" fmla="*/ 988065 h 1167107"/>
                <a:gd name="connsiteX7" fmla="*/ 125877 w 1416141"/>
                <a:gd name="connsiteY7" fmla="*/ 1113933 h 1167107"/>
                <a:gd name="connsiteX8" fmla="*/ 252252 w 1416141"/>
                <a:gd name="connsiteY8" fmla="*/ 1165631 h 1167107"/>
                <a:gd name="connsiteX9" fmla="*/ 365111 w 1416141"/>
                <a:gd name="connsiteY9" fmla="*/ 1165631 h 1167107"/>
                <a:gd name="connsiteX10" fmla="*/ 426609 w 1416141"/>
                <a:gd name="connsiteY10" fmla="*/ 1026754 h 1167107"/>
                <a:gd name="connsiteX11" fmla="*/ 349905 w 1416141"/>
                <a:gd name="connsiteY11" fmla="*/ 1026754 h 1167107"/>
                <a:gd name="connsiteX12" fmla="*/ 312905 w 1416141"/>
                <a:gd name="connsiteY12" fmla="*/ 1012225 h 1167107"/>
                <a:gd name="connsiteX13" fmla="*/ 756737 w 1416141"/>
                <a:gd name="connsiteY13" fmla="*/ 117971 h 1167107"/>
                <a:gd name="connsiteX14" fmla="*/ 807422 w 1416141"/>
                <a:gd name="connsiteY14" fmla="*/ -294 h 1167107"/>
                <a:gd name="connsiteX15" fmla="*/ 548590 w 1416141"/>
                <a:gd name="connsiteY15" fmla="*/ -294 h 1167107"/>
                <a:gd name="connsiteX16" fmla="*/ 435563 w 1416141"/>
                <a:gd name="connsiteY16" fmla="*/ 259552 h 1167107"/>
                <a:gd name="connsiteX17" fmla="*/ 1197360 w 1416141"/>
                <a:gd name="connsiteY17" fmla="*/ 259552 h 1167107"/>
                <a:gd name="connsiteX18" fmla="*/ 1197360 w 1416141"/>
                <a:gd name="connsiteY18" fmla="*/ 948868 h 1167107"/>
                <a:gd name="connsiteX19" fmla="*/ 1149800 w 1416141"/>
                <a:gd name="connsiteY19" fmla="*/ 1000567 h 1167107"/>
                <a:gd name="connsiteX20" fmla="*/ 1145830 w 1416141"/>
                <a:gd name="connsiteY20" fmla="*/ 1000567 h 1167107"/>
                <a:gd name="connsiteX21" fmla="*/ 965053 w 1416141"/>
                <a:gd name="connsiteY21" fmla="*/ 1000567 h 1167107"/>
                <a:gd name="connsiteX22" fmla="*/ 890715 w 1416141"/>
                <a:gd name="connsiteY22" fmla="*/ 1166814 h 1167107"/>
                <a:gd name="connsiteX23" fmla="*/ 1228615 w 1416141"/>
                <a:gd name="connsiteY23" fmla="*/ 1166814 h 1167107"/>
                <a:gd name="connsiteX24" fmla="*/ 1415812 w 1416141"/>
                <a:gd name="connsiteY24" fmla="*/ 980969 h 1167107"/>
                <a:gd name="connsiteX25" fmla="*/ 1415812 w 1416141"/>
                <a:gd name="connsiteY25" fmla="*/ 117633 h 1167107"/>
                <a:gd name="connsiteX26" fmla="*/ 1013373 w 1416141"/>
                <a:gd name="connsiteY26" fmla="*/ 953430 h 1167107"/>
                <a:gd name="connsiteX27" fmla="*/ 1069971 w 1416141"/>
                <a:gd name="connsiteY27" fmla="*/ 915416 h 1167107"/>
                <a:gd name="connsiteX28" fmla="*/ 1108661 w 1416141"/>
                <a:gd name="connsiteY28" fmla="*/ 858987 h 1167107"/>
                <a:gd name="connsiteX29" fmla="*/ 1123190 w 1416141"/>
                <a:gd name="connsiteY29" fmla="*/ 789548 h 1167107"/>
                <a:gd name="connsiteX30" fmla="*/ 1123190 w 1416141"/>
                <a:gd name="connsiteY30" fmla="*/ 324597 h 1167107"/>
                <a:gd name="connsiteX31" fmla="*/ 448403 w 1416141"/>
                <a:gd name="connsiteY31" fmla="*/ 324597 h 1167107"/>
                <a:gd name="connsiteX32" fmla="*/ 448403 w 1416141"/>
                <a:gd name="connsiteY32" fmla="*/ 966608 h 1167107"/>
                <a:gd name="connsiteX33" fmla="*/ 945623 w 1416141"/>
                <a:gd name="connsiteY33" fmla="*/ 966608 h 1167107"/>
                <a:gd name="connsiteX34" fmla="*/ 1013373 w 1416141"/>
                <a:gd name="connsiteY34" fmla="*/ 953430 h 1167107"/>
                <a:gd name="connsiteX35" fmla="*/ 898824 w 1416141"/>
                <a:gd name="connsiteY35" fmla="*/ 756603 h 1167107"/>
                <a:gd name="connsiteX36" fmla="*/ 884294 w 1416141"/>
                <a:gd name="connsiteY36" fmla="*/ 793096 h 1167107"/>
                <a:gd name="connsiteX37" fmla="*/ 849153 w 1416141"/>
                <a:gd name="connsiteY37" fmla="*/ 807288 h 1167107"/>
                <a:gd name="connsiteX38" fmla="*/ 672769 w 1416141"/>
                <a:gd name="connsiteY38" fmla="*/ 807288 h 1167107"/>
                <a:gd name="connsiteX39" fmla="*/ 672769 w 1416141"/>
                <a:gd name="connsiteY39" fmla="*/ 715210 h 1167107"/>
                <a:gd name="connsiteX40" fmla="*/ 898824 w 1416141"/>
                <a:gd name="connsiteY40" fmla="*/ 715210 h 1167107"/>
                <a:gd name="connsiteX41" fmla="*/ 898824 w 1416141"/>
                <a:gd name="connsiteY41" fmla="*/ 555552 h 1167107"/>
                <a:gd name="connsiteX42" fmla="*/ 672769 w 1416141"/>
                <a:gd name="connsiteY42" fmla="*/ 555552 h 1167107"/>
                <a:gd name="connsiteX43" fmla="*/ 672769 w 1416141"/>
                <a:gd name="connsiteY43" fmla="*/ 484255 h 1167107"/>
                <a:gd name="connsiteX44" fmla="*/ 898824 w 1416141"/>
                <a:gd name="connsiteY44" fmla="*/ 484255 h 116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416141" h="1167107">
                  <a:moveTo>
                    <a:pt x="312905" y="1012225"/>
                  </a:moveTo>
                  <a:cubicBezTo>
                    <a:pt x="303308" y="1002949"/>
                    <a:pt x="298037" y="990092"/>
                    <a:pt x="298375" y="976745"/>
                  </a:cubicBezTo>
                  <a:lnTo>
                    <a:pt x="298375" y="353657"/>
                  </a:lnTo>
                  <a:lnTo>
                    <a:pt x="-329" y="353657"/>
                  </a:lnTo>
                  <a:lnTo>
                    <a:pt x="-329" y="511963"/>
                  </a:lnTo>
                  <a:lnTo>
                    <a:pt x="74010" y="511963"/>
                  </a:lnTo>
                  <a:lnTo>
                    <a:pt x="74010" y="988065"/>
                  </a:lnTo>
                  <a:cubicBezTo>
                    <a:pt x="73570" y="1035303"/>
                    <a:pt x="92273" y="1080717"/>
                    <a:pt x="125877" y="1113933"/>
                  </a:cubicBezTo>
                  <a:cubicBezTo>
                    <a:pt x="159346" y="1147452"/>
                    <a:pt x="204895" y="1166088"/>
                    <a:pt x="252252" y="1165631"/>
                  </a:cubicBezTo>
                  <a:lnTo>
                    <a:pt x="365111" y="1165631"/>
                  </a:lnTo>
                  <a:lnTo>
                    <a:pt x="426609" y="1026754"/>
                  </a:lnTo>
                  <a:lnTo>
                    <a:pt x="349905" y="1026754"/>
                  </a:lnTo>
                  <a:cubicBezTo>
                    <a:pt x="336085" y="1027295"/>
                    <a:pt x="322670" y="1022024"/>
                    <a:pt x="312905" y="1012225"/>
                  </a:cubicBezTo>
                  <a:close/>
                  <a:moveTo>
                    <a:pt x="756737" y="117971"/>
                  </a:moveTo>
                  <a:lnTo>
                    <a:pt x="807422" y="-294"/>
                  </a:lnTo>
                  <a:lnTo>
                    <a:pt x="548590" y="-294"/>
                  </a:lnTo>
                  <a:lnTo>
                    <a:pt x="435563" y="259552"/>
                  </a:lnTo>
                  <a:lnTo>
                    <a:pt x="1197360" y="259552"/>
                  </a:lnTo>
                  <a:lnTo>
                    <a:pt x="1197360" y="948868"/>
                  </a:lnTo>
                  <a:cubicBezTo>
                    <a:pt x="1198491" y="976272"/>
                    <a:pt x="1177204" y="999418"/>
                    <a:pt x="1149800" y="1000567"/>
                  </a:cubicBezTo>
                  <a:cubicBezTo>
                    <a:pt x="1148482" y="1000618"/>
                    <a:pt x="1147147" y="1000618"/>
                    <a:pt x="1145830" y="1000567"/>
                  </a:cubicBezTo>
                  <a:lnTo>
                    <a:pt x="965053" y="1000567"/>
                  </a:lnTo>
                  <a:lnTo>
                    <a:pt x="890715" y="1166814"/>
                  </a:lnTo>
                  <a:lnTo>
                    <a:pt x="1228615" y="1166814"/>
                  </a:lnTo>
                  <a:cubicBezTo>
                    <a:pt x="1353470" y="1166814"/>
                    <a:pt x="1415812" y="1077947"/>
                    <a:pt x="1415812" y="980969"/>
                  </a:cubicBezTo>
                  <a:lnTo>
                    <a:pt x="1415812" y="117633"/>
                  </a:lnTo>
                  <a:close/>
                  <a:moveTo>
                    <a:pt x="1013373" y="953430"/>
                  </a:moveTo>
                  <a:cubicBezTo>
                    <a:pt x="1034542" y="944577"/>
                    <a:pt x="1053769" y="931669"/>
                    <a:pt x="1069971" y="915416"/>
                  </a:cubicBezTo>
                  <a:cubicBezTo>
                    <a:pt x="1086207" y="899129"/>
                    <a:pt x="1099317" y="880004"/>
                    <a:pt x="1108661" y="858987"/>
                  </a:cubicBezTo>
                  <a:cubicBezTo>
                    <a:pt x="1118358" y="837124"/>
                    <a:pt x="1123309" y="813455"/>
                    <a:pt x="1123190" y="789548"/>
                  </a:cubicBezTo>
                  <a:lnTo>
                    <a:pt x="1123190" y="324597"/>
                  </a:lnTo>
                  <a:lnTo>
                    <a:pt x="448403" y="324597"/>
                  </a:lnTo>
                  <a:lnTo>
                    <a:pt x="448403" y="966608"/>
                  </a:lnTo>
                  <a:lnTo>
                    <a:pt x="945623" y="966608"/>
                  </a:lnTo>
                  <a:cubicBezTo>
                    <a:pt x="968872" y="966845"/>
                    <a:pt x="991916" y="962368"/>
                    <a:pt x="1013373" y="953430"/>
                  </a:cubicBezTo>
                  <a:close/>
                  <a:moveTo>
                    <a:pt x="898824" y="756603"/>
                  </a:moveTo>
                  <a:cubicBezTo>
                    <a:pt x="899213" y="770254"/>
                    <a:pt x="893959" y="783449"/>
                    <a:pt x="884294" y="793096"/>
                  </a:cubicBezTo>
                  <a:cubicBezTo>
                    <a:pt x="875019" y="802439"/>
                    <a:pt x="862315" y="807558"/>
                    <a:pt x="849153" y="807288"/>
                  </a:cubicBezTo>
                  <a:lnTo>
                    <a:pt x="672769" y="807288"/>
                  </a:lnTo>
                  <a:lnTo>
                    <a:pt x="672769" y="715210"/>
                  </a:lnTo>
                  <a:lnTo>
                    <a:pt x="898824" y="715210"/>
                  </a:lnTo>
                  <a:close/>
                  <a:moveTo>
                    <a:pt x="898824" y="555552"/>
                  </a:moveTo>
                  <a:lnTo>
                    <a:pt x="672769" y="555552"/>
                  </a:lnTo>
                  <a:lnTo>
                    <a:pt x="672769" y="484255"/>
                  </a:lnTo>
                  <a:lnTo>
                    <a:pt x="898824" y="484255"/>
                  </a:lnTo>
                  <a:close/>
                </a:path>
              </a:pathLst>
            </a:custGeom>
            <a:solidFill>
              <a:srgbClr val="898989"/>
            </a:solidFill>
            <a:ln w="16888" cap="flat">
              <a:noFill/>
              <a:prstDash val="solid"/>
              <a:miter/>
            </a:ln>
          </p:spPr>
          <p:txBody>
            <a:bodyPr rtlCol="0" anchor="ctr"/>
            <a:lstStyle/>
            <a:p>
              <a:endParaRPr lang="zh-CN" altLang="en-US"/>
            </a:p>
          </p:txBody>
        </p:sp>
        <p:sp>
          <p:nvSpPr>
            <p:cNvPr id="50" name="任意多边形: 形状 49"/>
            <p:cNvSpPr/>
            <p:nvPr/>
          </p:nvSpPr>
          <p:spPr>
            <a:xfrm>
              <a:off x="9181369" y="2982802"/>
              <a:ext cx="391626" cy="293635"/>
            </a:xfrm>
            <a:custGeom>
              <a:avLst/>
              <a:gdLst>
                <a:gd name="connsiteX0" fmla="*/ 260859 w 391626"/>
                <a:gd name="connsiteY0" fmla="*/ 293635 h 293635"/>
                <a:gd name="connsiteX1" fmla="*/ 0 w 391626"/>
                <a:gd name="connsiteY1" fmla="*/ 293635 h 293635"/>
                <a:gd name="connsiteX2" fmla="*/ 130767 w 391626"/>
                <a:gd name="connsiteY2" fmla="*/ 0 h 293635"/>
                <a:gd name="connsiteX3" fmla="*/ 391627 w 391626"/>
                <a:gd name="connsiteY3" fmla="*/ 0 h 293635"/>
                <a:gd name="connsiteX4" fmla="*/ 260859 w 391626"/>
                <a:gd name="connsiteY4" fmla="*/ 293635 h 293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626" h="293635">
                  <a:moveTo>
                    <a:pt x="260859" y="293635"/>
                  </a:moveTo>
                  <a:lnTo>
                    <a:pt x="0" y="293635"/>
                  </a:lnTo>
                  <a:lnTo>
                    <a:pt x="130767" y="0"/>
                  </a:lnTo>
                  <a:lnTo>
                    <a:pt x="391627" y="0"/>
                  </a:lnTo>
                  <a:lnTo>
                    <a:pt x="260859" y="293635"/>
                  </a:lnTo>
                  <a:close/>
                </a:path>
              </a:pathLst>
            </a:custGeom>
            <a:solidFill>
              <a:srgbClr val="F8B62D"/>
            </a:solidFill>
            <a:ln w="16888" cap="flat">
              <a:noFill/>
              <a:prstDash val="solid"/>
              <a:miter/>
            </a:ln>
          </p:spPr>
          <p:txBody>
            <a:bodyPr rtlCol="0" anchor="ctr"/>
            <a:lstStyle/>
            <a:p>
              <a:endParaRPr lang="zh-CN" altLang="en-US"/>
            </a:p>
          </p:txBody>
        </p:sp>
      </p:grpSp>
      <p:sp>
        <p:nvSpPr>
          <p:cNvPr id="51" name="Slide Number Placeholder 5"/>
          <p:cNvSpPr>
            <a:spLocks noGrp="1"/>
          </p:cNvSpPr>
          <p:nvPr>
            <p:ph type="sldNum" sz="quarter" idx="12"/>
          </p:nvPr>
        </p:nvSpPr>
        <p:spPr>
          <a:xfrm>
            <a:off x="11086900" y="6438900"/>
            <a:ext cx="432000" cy="215900"/>
          </a:xfrm>
          <a:prstGeom prst="roundRect">
            <a:avLst>
              <a:gd name="adj" fmla="val 12255"/>
            </a:avLst>
          </a:prstGeom>
          <a:solidFill>
            <a:schemeClr val="bg1">
              <a:lumMod val="95000"/>
            </a:schemeClr>
          </a:solidFill>
        </p:spPr>
        <p:txBody>
          <a:bodyPr lIns="0" tIns="0" rIns="0" bIns="0"/>
          <a:lstStyle>
            <a:lvl1pPr algn="ctr">
              <a:defRPr sz="800">
                <a:solidFill>
                  <a:schemeClr val="tx1"/>
                </a:solidFill>
              </a:defRPr>
            </a:lvl1pPr>
          </a:lstStyle>
          <a:p>
            <a:fld id="{7F65B630-C7FF-41C0-9923-C5E5E29EED81}" type="slidenum">
              <a:rPr lang="en-US" altLang="zh-CN" smtClean="0"/>
            </a:fld>
            <a:endParaRPr lang="en-US"/>
          </a:p>
        </p:txBody>
      </p:sp>
      <p:sp>
        <p:nvSpPr>
          <p:cNvPr id="52" name="Footer Placeholder 3"/>
          <p:cNvSpPr>
            <a:spLocks noGrp="1"/>
          </p:cNvSpPr>
          <p:nvPr>
            <p:ph type="ftr" sz="quarter" idx="11"/>
          </p:nvPr>
        </p:nvSpPr>
        <p:spPr>
          <a:xfrm>
            <a:off x="5016000" y="6438900"/>
            <a:ext cx="2160000" cy="215900"/>
          </a:xfrm>
        </p:spPr>
        <p:txBody>
          <a:bodyPr/>
          <a:lstStyle>
            <a:lvl1pPr algn="ctr">
              <a:defRPr sz="800"/>
            </a:lvl1pPr>
          </a:lstStyle>
          <a:p>
            <a:r>
              <a:rPr lang="en-US" altLang="zh-CN"/>
              <a:t>© </a:t>
            </a:r>
            <a:r>
              <a:rPr lang="zh-CN" altLang="en-US"/>
              <a:t>中智管理咨询有限公司│保留所有权利</a:t>
            </a:r>
            <a:endParaRPr lang="zh-CN" alt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重要观点1">
    <p:spTree>
      <p:nvGrpSpPr>
        <p:cNvPr id="1" name=""/>
        <p:cNvGrpSpPr/>
        <p:nvPr/>
      </p:nvGrpSpPr>
      <p:grpSpPr>
        <a:xfrm>
          <a:off x="0" y="0"/>
          <a:ext cx="0" cy="0"/>
          <a:chOff x="0" y="0"/>
          <a:chExt cx="0" cy="0"/>
        </a:xfrm>
      </p:grpSpPr>
      <p:grpSp>
        <p:nvGrpSpPr>
          <p:cNvPr id="22" name="组合 21"/>
          <p:cNvGrpSpPr/>
          <p:nvPr userDrawn="1"/>
        </p:nvGrpSpPr>
        <p:grpSpPr>
          <a:xfrm flipH="1">
            <a:off x="1920000" y="6551685"/>
            <a:ext cx="9178286" cy="0"/>
            <a:chOff x="1093714" y="6551685"/>
            <a:chExt cx="9178286" cy="0"/>
          </a:xfrm>
        </p:grpSpPr>
        <p:cxnSp>
          <p:nvCxnSpPr>
            <p:cNvPr id="23" name="直接连接符 22"/>
            <p:cNvCxnSpPr/>
            <p:nvPr userDrawn="1"/>
          </p:nvCxnSpPr>
          <p:spPr>
            <a:xfrm>
              <a:off x="1093714" y="6551685"/>
              <a:ext cx="3850286" cy="0"/>
            </a:xfrm>
            <a:prstGeom prst="line">
              <a:avLst/>
            </a:prstGeom>
            <a:ln w="6350">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7248000" y="6551685"/>
              <a:ext cx="3024000" cy="0"/>
            </a:xfrm>
            <a:prstGeom prst="line">
              <a:avLst/>
            </a:prstGeom>
            <a:ln w="6350">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 name="文本占位符 4"/>
          <p:cNvSpPr>
            <a:spLocks noGrp="1"/>
          </p:cNvSpPr>
          <p:nvPr>
            <p:ph type="body" sz="quarter" idx="13" hasCustomPrompt="1"/>
          </p:nvPr>
        </p:nvSpPr>
        <p:spPr>
          <a:xfrm>
            <a:off x="660400" y="1266657"/>
            <a:ext cx="10858500" cy="362343"/>
          </a:xfrm>
          <a:solidFill>
            <a:schemeClr val="bg1">
              <a:lumMod val="95000"/>
            </a:schemeClr>
          </a:solidFill>
        </p:spPr>
        <p:txBody>
          <a:bodyPr>
            <a:spAutoFit/>
          </a:bodyPr>
          <a:lstStyle>
            <a:lvl1pPr marL="0" indent="0" algn="just">
              <a:lnSpc>
                <a:spcPct val="120000"/>
              </a:lnSpc>
              <a:spcBef>
                <a:spcPts val="0"/>
              </a:spcBef>
              <a:buFontTx/>
              <a:buNone/>
              <a:defRPr sz="1600" b="1">
                <a:solidFill>
                  <a:schemeClr val="accent4">
                    <a:lumMod val="75000"/>
                  </a:schemeClr>
                </a:solidFill>
              </a:defRPr>
            </a:lvl1pPr>
            <a:lvl2pPr marL="457200" indent="0">
              <a:buNone/>
              <a:defRPr/>
            </a:lvl2pPr>
          </a:lstStyle>
          <a:p>
            <a:pPr lvl="0"/>
            <a:r>
              <a:rPr lang="zh-CN" altLang="en-US" dirty="0"/>
              <a:t>此处添加本页重要观点</a:t>
            </a:r>
            <a:r>
              <a:rPr lang="en-US" altLang="zh-CN" dirty="0"/>
              <a:t>-16pt</a:t>
            </a:r>
            <a:endParaRPr lang="en-US" altLang="zh-CN" dirty="0"/>
          </a:p>
        </p:txBody>
      </p:sp>
      <p:grpSp>
        <p:nvGrpSpPr>
          <p:cNvPr id="37" name="组合 36"/>
          <p:cNvGrpSpPr/>
          <p:nvPr userDrawn="1"/>
        </p:nvGrpSpPr>
        <p:grpSpPr>
          <a:xfrm>
            <a:off x="660400" y="6438898"/>
            <a:ext cx="1127310" cy="215901"/>
            <a:chOff x="1593304" y="2567354"/>
            <a:chExt cx="9004206" cy="1724478"/>
          </a:xfrm>
        </p:grpSpPr>
        <p:sp>
          <p:nvSpPr>
            <p:cNvPr id="40" name="任意多边形: 形状 39"/>
            <p:cNvSpPr/>
            <p:nvPr/>
          </p:nvSpPr>
          <p:spPr>
            <a:xfrm>
              <a:off x="2592985" y="2567354"/>
              <a:ext cx="316950" cy="316950"/>
            </a:xfrm>
            <a:custGeom>
              <a:avLst/>
              <a:gdLst>
                <a:gd name="connsiteX0" fmla="*/ 158315 w 316950"/>
                <a:gd name="connsiteY0" fmla="*/ -294 h 316950"/>
                <a:gd name="connsiteX1" fmla="*/ -329 w 316950"/>
                <a:gd name="connsiteY1" fmla="*/ 158013 h 316950"/>
                <a:gd name="connsiteX2" fmla="*/ 157978 w 316950"/>
                <a:gd name="connsiteY2" fmla="*/ 316657 h 316950"/>
                <a:gd name="connsiteX3" fmla="*/ 316622 w 316950"/>
                <a:gd name="connsiteY3" fmla="*/ 158350 h 316950"/>
                <a:gd name="connsiteX4" fmla="*/ 158315 w 316950"/>
                <a:gd name="connsiteY4" fmla="*/ -294 h 316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950" h="316950">
                  <a:moveTo>
                    <a:pt x="158315" y="-294"/>
                  </a:moveTo>
                  <a:cubicBezTo>
                    <a:pt x="70799" y="-395"/>
                    <a:pt x="-228" y="70497"/>
                    <a:pt x="-329" y="158013"/>
                  </a:cubicBezTo>
                  <a:cubicBezTo>
                    <a:pt x="-430" y="245529"/>
                    <a:pt x="70461" y="316556"/>
                    <a:pt x="157978" y="316657"/>
                  </a:cubicBezTo>
                  <a:cubicBezTo>
                    <a:pt x="245494" y="316758"/>
                    <a:pt x="316521" y="245866"/>
                    <a:pt x="316622" y="158350"/>
                  </a:cubicBezTo>
                  <a:cubicBezTo>
                    <a:pt x="316622" y="70868"/>
                    <a:pt x="245798" y="-108"/>
                    <a:pt x="158315" y="-294"/>
                  </a:cubicBezTo>
                  <a:close/>
                </a:path>
              </a:pathLst>
            </a:custGeom>
            <a:solidFill>
              <a:srgbClr val="00387F"/>
            </a:solidFill>
            <a:ln w="16888" cap="flat">
              <a:noFill/>
              <a:prstDash val="solid"/>
              <a:miter/>
            </a:ln>
          </p:spPr>
          <p:txBody>
            <a:bodyPr rtlCol="0" anchor="ctr"/>
            <a:lstStyle/>
            <a:p>
              <a:endParaRPr lang="zh-CN" altLang="en-US"/>
            </a:p>
          </p:txBody>
        </p:sp>
        <p:sp>
          <p:nvSpPr>
            <p:cNvPr id="41" name="任意多边形: 形状 40"/>
            <p:cNvSpPr/>
            <p:nvPr/>
          </p:nvSpPr>
          <p:spPr>
            <a:xfrm>
              <a:off x="2608191" y="2985667"/>
              <a:ext cx="287046" cy="1163740"/>
            </a:xfrm>
            <a:custGeom>
              <a:avLst/>
              <a:gdLst>
                <a:gd name="connsiteX0" fmla="*/ 231809 w 287046"/>
                <a:gd name="connsiteY0" fmla="*/ -287 h 1163740"/>
                <a:gd name="connsiteX1" fmla="*/ 54580 w 287046"/>
                <a:gd name="connsiteY1" fmla="*/ -287 h 1163740"/>
                <a:gd name="connsiteX2" fmla="*/ -329 w 287046"/>
                <a:gd name="connsiteY2" fmla="*/ 52916 h 1163740"/>
                <a:gd name="connsiteX3" fmla="*/ -329 w 287046"/>
                <a:gd name="connsiteY3" fmla="*/ 53271 h 1163740"/>
                <a:gd name="connsiteX4" fmla="*/ -329 w 287046"/>
                <a:gd name="connsiteY4" fmla="*/ 1109885 h 1163740"/>
                <a:gd name="connsiteX5" fmla="*/ 54225 w 287046"/>
                <a:gd name="connsiteY5" fmla="*/ 1163442 h 1163740"/>
                <a:gd name="connsiteX6" fmla="*/ 54580 w 287046"/>
                <a:gd name="connsiteY6" fmla="*/ 1163442 h 1163740"/>
                <a:gd name="connsiteX7" fmla="*/ 231809 w 287046"/>
                <a:gd name="connsiteY7" fmla="*/ 1163442 h 1163740"/>
                <a:gd name="connsiteX8" fmla="*/ 286717 w 287046"/>
                <a:gd name="connsiteY8" fmla="*/ 1109885 h 1163740"/>
                <a:gd name="connsiteX9" fmla="*/ 286717 w 287046"/>
                <a:gd name="connsiteY9" fmla="*/ 1109885 h 1163740"/>
                <a:gd name="connsiteX10" fmla="*/ 286717 w 287046"/>
                <a:gd name="connsiteY10" fmla="*/ 53271 h 1163740"/>
                <a:gd name="connsiteX11" fmla="*/ 231809 w 287046"/>
                <a:gd name="connsiteY11" fmla="*/ -287 h 1163740"/>
                <a:gd name="connsiteX12" fmla="*/ 231809 w 287046"/>
                <a:gd name="connsiteY12" fmla="*/ -287 h 116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7046" h="1163740">
                  <a:moveTo>
                    <a:pt x="231809" y="-287"/>
                  </a:moveTo>
                  <a:lnTo>
                    <a:pt x="54580" y="-287"/>
                  </a:lnTo>
                  <a:cubicBezTo>
                    <a:pt x="24727" y="-760"/>
                    <a:pt x="144" y="23062"/>
                    <a:pt x="-329" y="52916"/>
                  </a:cubicBezTo>
                  <a:cubicBezTo>
                    <a:pt x="-329" y="53034"/>
                    <a:pt x="-329" y="53153"/>
                    <a:pt x="-329" y="53271"/>
                  </a:cubicBezTo>
                  <a:lnTo>
                    <a:pt x="-329" y="1109885"/>
                  </a:lnTo>
                  <a:cubicBezTo>
                    <a:pt x="-59" y="1139739"/>
                    <a:pt x="24372" y="1163729"/>
                    <a:pt x="54225" y="1163442"/>
                  </a:cubicBezTo>
                  <a:cubicBezTo>
                    <a:pt x="54343" y="1163442"/>
                    <a:pt x="54461" y="1163442"/>
                    <a:pt x="54580" y="1163442"/>
                  </a:cubicBezTo>
                  <a:lnTo>
                    <a:pt x="231809" y="1163442"/>
                  </a:lnTo>
                  <a:cubicBezTo>
                    <a:pt x="261764" y="1163814"/>
                    <a:pt x="286346" y="1139840"/>
                    <a:pt x="286717" y="1109885"/>
                  </a:cubicBezTo>
                  <a:cubicBezTo>
                    <a:pt x="286717" y="1109885"/>
                    <a:pt x="286717" y="1109885"/>
                    <a:pt x="286717" y="1109885"/>
                  </a:cubicBezTo>
                  <a:lnTo>
                    <a:pt x="286717" y="53271"/>
                  </a:lnTo>
                  <a:cubicBezTo>
                    <a:pt x="286346" y="23316"/>
                    <a:pt x="261764" y="-659"/>
                    <a:pt x="231809" y="-287"/>
                  </a:cubicBezTo>
                  <a:cubicBezTo>
                    <a:pt x="231809" y="-287"/>
                    <a:pt x="231809" y="-287"/>
                    <a:pt x="231809" y="-287"/>
                  </a:cubicBezTo>
                  <a:close/>
                </a:path>
              </a:pathLst>
            </a:custGeom>
            <a:solidFill>
              <a:srgbClr val="00387F"/>
            </a:solidFill>
            <a:ln w="16888" cap="flat">
              <a:noFill/>
              <a:prstDash val="solid"/>
              <a:miter/>
            </a:ln>
          </p:spPr>
          <p:txBody>
            <a:bodyPr rtlCol="0" anchor="ctr"/>
            <a:lstStyle/>
            <a:p>
              <a:endParaRPr lang="zh-CN" altLang="en-US"/>
            </a:p>
          </p:txBody>
        </p:sp>
        <p:sp>
          <p:nvSpPr>
            <p:cNvPr id="42" name="任意多边形: 形状 41"/>
            <p:cNvSpPr/>
            <p:nvPr/>
          </p:nvSpPr>
          <p:spPr>
            <a:xfrm>
              <a:off x="3021443" y="2779386"/>
              <a:ext cx="316950" cy="316950"/>
            </a:xfrm>
            <a:custGeom>
              <a:avLst/>
              <a:gdLst>
                <a:gd name="connsiteX0" fmla="*/ 158147 w 316950"/>
                <a:gd name="connsiteY0" fmla="*/ -294 h 316950"/>
                <a:gd name="connsiteX1" fmla="*/ -329 w 316950"/>
                <a:gd name="connsiteY1" fmla="*/ 158182 h 316950"/>
                <a:gd name="connsiteX2" fmla="*/ 158147 w 316950"/>
                <a:gd name="connsiteY2" fmla="*/ 316657 h 316950"/>
                <a:gd name="connsiteX3" fmla="*/ 316622 w 316950"/>
                <a:gd name="connsiteY3" fmla="*/ 158182 h 316950"/>
                <a:gd name="connsiteX4" fmla="*/ 158147 w 316950"/>
                <a:gd name="connsiteY4" fmla="*/ -294 h 316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950" h="316950">
                  <a:moveTo>
                    <a:pt x="158147" y="-294"/>
                  </a:moveTo>
                  <a:cubicBezTo>
                    <a:pt x="70630" y="-294"/>
                    <a:pt x="-329" y="70666"/>
                    <a:pt x="-329" y="158182"/>
                  </a:cubicBezTo>
                  <a:cubicBezTo>
                    <a:pt x="-329" y="245698"/>
                    <a:pt x="70630" y="316657"/>
                    <a:pt x="158147" y="316657"/>
                  </a:cubicBezTo>
                  <a:cubicBezTo>
                    <a:pt x="245663" y="316657"/>
                    <a:pt x="316622" y="245698"/>
                    <a:pt x="316622" y="158182"/>
                  </a:cubicBezTo>
                  <a:cubicBezTo>
                    <a:pt x="316622" y="70666"/>
                    <a:pt x="245663" y="-294"/>
                    <a:pt x="158147" y="-294"/>
                  </a:cubicBezTo>
                  <a:close/>
                </a:path>
              </a:pathLst>
            </a:custGeom>
            <a:solidFill>
              <a:srgbClr val="00387F"/>
            </a:solidFill>
            <a:ln w="16888" cap="flat">
              <a:noFill/>
              <a:prstDash val="solid"/>
              <a:miter/>
            </a:ln>
          </p:spPr>
          <p:txBody>
            <a:bodyPr rtlCol="0" anchor="ctr"/>
            <a:lstStyle/>
            <a:p>
              <a:endParaRPr lang="zh-CN" altLang="en-US"/>
            </a:p>
          </p:txBody>
        </p:sp>
        <p:sp>
          <p:nvSpPr>
            <p:cNvPr id="43" name="任意多边形: 形状 42"/>
            <p:cNvSpPr/>
            <p:nvPr/>
          </p:nvSpPr>
          <p:spPr>
            <a:xfrm>
              <a:off x="3040028" y="3193983"/>
              <a:ext cx="287215" cy="1097849"/>
            </a:xfrm>
            <a:custGeom>
              <a:avLst/>
              <a:gdLst>
                <a:gd name="connsiteX0" fmla="*/ 231809 w 287215"/>
                <a:gd name="connsiteY0" fmla="*/ -287 h 1097849"/>
                <a:gd name="connsiteX1" fmla="*/ 54749 w 287215"/>
                <a:gd name="connsiteY1" fmla="*/ -287 h 1097849"/>
                <a:gd name="connsiteX2" fmla="*/ -329 w 287215"/>
                <a:gd name="connsiteY2" fmla="*/ 53084 h 1097849"/>
                <a:gd name="connsiteX3" fmla="*/ -329 w 287215"/>
                <a:gd name="connsiteY3" fmla="*/ 53439 h 1097849"/>
                <a:gd name="connsiteX4" fmla="*/ -329 w 287215"/>
                <a:gd name="connsiteY4" fmla="*/ 1043994 h 1097849"/>
                <a:gd name="connsiteX5" fmla="*/ 54225 w 287215"/>
                <a:gd name="connsiteY5" fmla="*/ 1097551 h 1097849"/>
                <a:gd name="connsiteX6" fmla="*/ 54749 w 287215"/>
                <a:gd name="connsiteY6" fmla="*/ 1097551 h 1097849"/>
                <a:gd name="connsiteX7" fmla="*/ 231809 w 287215"/>
                <a:gd name="connsiteY7" fmla="*/ 1097551 h 1097849"/>
                <a:gd name="connsiteX8" fmla="*/ 286887 w 287215"/>
                <a:gd name="connsiteY8" fmla="*/ 1043994 h 1097849"/>
                <a:gd name="connsiteX9" fmla="*/ 286887 w 287215"/>
                <a:gd name="connsiteY9" fmla="*/ 52932 h 1097849"/>
                <a:gd name="connsiteX10" fmla="*/ 231809 w 287215"/>
                <a:gd name="connsiteY10" fmla="*/ -287 h 1097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215" h="1097849">
                  <a:moveTo>
                    <a:pt x="231809" y="-287"/>
                  </a:moveTo>
                  <a:lnTo>
                    <a:pt x="54749" y="-287"/>
                  </a:lnTo>
                  <a:cubicBezTo>
                    <a:pt x="24794" y="-760"/>
                    <a:pt x="144" y="23146"/>
                    <a:pt x="-329" y="53084"/>
                  </a:cubicBezTo>
                  <a:cubicBezTo>
                    <a:pt x="-329" y="53203"/>
                    <a:pt x="-329" y="53321"/>
                    <a:pt x="-329" y="53439"/>
                  </a:cubicBezTo>
                  <a:lnTo>
                    <a:pt x="-329" y="1043994"/>
                  </a:lnTo>
                  <a:cubicBezTo>
                    <a:pt x="-59" y="1073848"/>
                    <a:pt x="24372" y="1097838"/>
                    <a:pt x="54225" y="1097551"/>
                  </a:cubicBezTo>
                  <a:cubicBezTo>
                    <a:pt x="54411" y="1097551"/>
                    <a:pt x="54580" y="1097551"/>
                    <a:pt x="54749" y="1097551"/>
                  </a:cubicBezTo>
                  <a:lnTo>
                    <a:pt x="231809" y="1097551"/>
                  </a:lnTo>
                  <a:cubicBezTo>
                    <a:pt x="261797" y="1097923"/>
                    <a:pt x="286430" y="1073966"/>
                    <a:pt x="286887" y="1043994"/>
                  </a:cubicBezTo>
                  <a:lnTo>
                    <a:pt x="286887" y="52932"/>
                  </a:lnTo>
                  <a:cubicBezTo>
                    <a:pt x="286143" y="23129"/>
                    <a:pt x="261629" y="-574"/>
                    <a:pt x="231809" y="-287"/>
                  </a:cubicBezTo>
                  <a:close/>
                </a:path>
              </a:pathLst>
            </a:custGeom>
            <a:solidFill>
              <a:srgbClr val="00387F"/>
            </a:solidFill>
            <a:ln w="16888" cap="flat">
              <a:noFill/>
              <a:prstDash val="solid"/>
              <a:miter/>
            </a:ln>
          </p:spPr>
          <p:txBody>
            <a:bodyPr rtlCol="0" anchor="ctr"/>
            <a:lstStyle/>
            <a:p>
              <a:endParaRPr lang="zh-CN" altLang="en-US"/>
            </a:p>
          </p:txBody>
        </p:sp>
        <p:sp>
          <p:nvSpPr>
            <p:cNvPr id="44" name="任意多边形: 形状 43"/>
            <p:cNvSpPr/>
            <p:nvPr/>
          </p:nvSpPr>
          <p:spPr>
            <a:xfrm>
              <a:off x="3466619" y="2982123"/>
              <a:ext cx="871284" cy="1167111"/>
            </a:xfrm>
            <a:custGeom>
              <a:avLst/>
              <a:gdLst>
                <a:gd name="connsiteX0" fmla="*/ 870955 w 871284"/>
                <a:gd name="connsiteY0" fmla="*/ 909337 h 1167111"/>
                <a:gd name="connsiteX1" fmla="*/ 828042 w 871284"/>
                <a:gd name="connsiteY1" fmla="*/ 873689 h 1167111"/>
                <a:gd name="connsiteX2" fmla="*/ 573603 w 871284"/>
                <a:gd name="connsiteY2" fmla="*/ 875209 h 1167111"/>
                <a:gd name="connsiteX3" fmla="*/ 320178 w 871284"/>
                <a:gd name="connsiteY3" fmla="*/ 707610 h 1167111"/>
                <a:gd name="connsiteX4" fmla="*/ 293145 w 871284"/>
                <a:gd name="connsiteY4" fmla="*/ 599651 h 1167111"/>
                <a:gd name="connsiteX5" fmla="*/ 573941 w 871284"/>
                <a:gd name="connsiteY5" fmla="*/ 294021 h 1167111"/>
                <a:gd name="connsiteX6" fmla="*/ 824325 w 871284"/>
                <a:gd name="connsiteY6" fmla="*/ 294021 h 1167111"/>
                <a:gd name="connsiteX7" fmla="*/ 867069 w 871284"/>
                <a:gd name="connsiteY7" fmla="*/ 261920 h 1167111"/>
                <a:gd name="connsiteX8" fmla="*/ 867069 w 871284"/>
                <a:gd name="connsiteY8" fmla="*/ 52253 h 1167111"/>
                <a:gd name="connsiteX9" fmla="*/ 827873 w 871284"/>
                <a:gd name="connsiteY9" fmla="*/ 1568 h 1167111"/>
                <a:gd name="connsiteX10" fmla="*/ 587288 w 871284"/>
                <a:gd name="connsiteY10" fmla="*/ -291 h 1167111"/>
                <a:gd name="connsiteX11" fmla="*/ -321 w 871284"/>
                <a:gd name="connsiteY11" fmla="*/ 572788 h 1167111"/>
                <a:gd name="connsiteX12" fmla="*/ 3396 w 871284"/>
                <a:gd name="connsiteY12" fmla="*/ 646113 h 1167111"/>
                <a:gd name="connsiteX13" fmla="*/ 117100 w 871284"/>
                <a:gd name="connsiteY13" fmla="*/ 934680 h 1167111"/>
                <a:gd name="connsiteX14" fmla="*/ 170994 w 871284"/>
                <a:gd name="connsiteY14" fmla="*/ 996684 h 1167111"/>
                <a:gd name="connsiteX15" fmla="*/ 472909 w 871284"/>
                <a:gd name="connsiteY15" fmla="*/ 1156849 h 1167111"/>
                <a:gd name="connsiteX16" fmla="*/ 566676 w 871284"/>
                <a:gd name="connsiteY16" fmla="*/ 1166817 h 1167111"/>
                <a:gd name="connsiteX17" fmla="*/ 801179 w 871284"/>
                <a:gd name="connsiteY17" fmla="*/ 1166817 h 1167111"/>
                <a:gd name="connsiteX18" fmla="*/ 870786 w 871284"/>
                <a:gd name="connsiteY18" fmla="*/ 1121370 h 116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71284" h="1167111">
                  <a:moveTo>
                    <a:pt x="870955" y="909337"/>
                  </a:moveTo>
                  <a:cubicBezTo>
                    <a:pt x="870955" y="878926"/>
                    <a:pt x="828042" y="873689"/>
                    <a:pt x="828042" y="873689"/>
                  </a:cubicBezTo>
                  <a:lnTo>
                    <a:pt x="573603" y="875209"/>
                  </a:lnTo>
                  <a:cubicBezTo>
                    <a:pt x="464191" y="871898"/>
                    <a:pt x="366047" y="807004"/>
                    <a:pt x="320178" y="707610"/>
                  </a:cubicBezTo>
                  <a:cubicBezTo>
                    <a:pt x="304330" y="673685"/>
                    <a:pt x="295156" y="637040"/>
                    <a:pt x="293145" y="599651"/>
                  </a:cubicBezTo>
                  <a:cubicBezTo>
                    <a:pt x="286844" y="437915"/>
                    <a:pt x="412255" y="301420"/>
                    <a:pt x="573941" y="294021"/>
                  </a:cubicBezTo>
                  <a:lnTo>
                    <a:pt x="824325" y="294021"/>
                  </a:lnTo>
                  <a:cubicBezTo>
                    <a:pt x="844616" y="295558"/>
                    <a:pt x="862896" y="281822"/>
                    <a:pt x="867069" y="261920"/>
                  </a:cubicBezTo>
                  <a:lnTo>
                    <a:pt x="867069" y="52253"/>
                  </a:lnTo>
                  <a:cubicBezTo>
                    <a:pt x="867069" y="385"/>
                    <a:pt x="827873" y="1568"/>
                    <a:pt x="827873" y="1568"/>
                  </a:cubicBezTo>
                  <a:cubicBezTo>
                    <a:pt x="827873" y="1568"/>
                    <a:pt x="667708" y="-291"/>
                    <a:pt x="587288" y="-291"/>
                  </a:cubicBezTo>
                  <a:cubicBezTo>
                    <a:pt x="267989" y="-1287"/>
                    <a:pt x="6673" y="253557"/>
                    <a:pt x="-321" y="572788"/>
                  </a:cubicBezTo>
                  <a:cubicBezTo>
                    <a:pt x="-439" y="597286"/>
                    <a:pt x="794" y="621767"/>
                    <a:pt x="3396" y="646113"/>
                  </a:cubicBezTo>
                  <a:cubicBezTo>
                    <a:pt x="13888" y="750963"/>
                    <a:pt x="53236" y="850863"/>
                    <a:pt x="117100" y="934680"/>
                  </a:cubicBezTo>
                  <a:cubicBezTo>
                    <a:pt x="133487" y="956660"/>
                    <a:pt x="151514" y="977390"/>
                    <a:pt x="170994" y="996684"/>
                  </a:cubicBezTo>
                  <a:cubicBezTo>
                    <a:pt x="253222" y="1079233"/>
                    <a:pt x="358445" y="1135038"/>
                    <a:pt x="472909" y="1156849"/>
                  </a:cubicBezTo>
                  <a:cubicBezTo>
                    <a:pt x="503759" y="1163219"/>
                    <a:pt x="535167" y="1166547"/>
                    <a:pt x="566676" y="1166817"/>
                  </a:cubicBezTo>
                  <a:lnTo>
                    <a:pt x="801179" y="1166817"/>
                  </a:lnTo>
                  <a:cubicBezTo>
                    <a:pt x="874503" y="1166817"/>
                    <a:pt x="870786" y="1121370"/>
                    <a:pt x="870786" y="1121370"/>
                  </a:cubicBezTo>
                  <a:close/>
                </a:path>
              </a:pathLst>
            </a:custGeom>
            <a:solidFill>
              <a:srgbClr val="00387F"/>
            </a:solidFill>
            <a:ln w="16888" cap="flat">
              <a:noFill/>
              <a:prstDash val="solid"/>
              <a:miter/>
            </a:ln>
          </p:spPr>
          <p:txBody>
            <a:bodyPr rtlCol="0" anchor="ctr"/>
            <a:lstStyle/>
            <a:p>
              <a:endParaRPr lang="zh-CN" altLang="en-US"/>
            </a:p>
          </p:txBody>
        </p:sp>
        <p:sp>
          <p:nvSpPr>
            <p:cNvPr id="45" name="任意多边形: 形状 44"/>
            <p:cNvSpPr/>
            <p:nvPr/>
          </p:nvSpPr>
          <p:spPr>
            <a:xfrm>
              <a:off x="1593304" y="2982124"/>
              <a:ext cx="871616" cy="1167110"/>
            </a:xfrm>
            <a:custGeom>
              <a:avLst/>
              <a:gdLst>
                <a:gd name="connsiteX0" fmla="*/ 871288 w 871616"/>
                <a:gd name="connsiteY0" fmla="*/ 909336 h 1167110"/>
                <a:gd name="connsiteX1" fmla="*/ 828374 w 871616"/>
                <a:gd name="connsiteY1" fmla="*/ 873688 h 1167110"/>
                <a:gd name="connsiteX2" fmla="*/ 573767 w 871616"/>
                <a:gd name="connsiteY2" fmla="*/ 875208 h 1167110"/>
                <a:gd name="connsiteX3" fmla="*/ 320341 w 871616"/>
                <a:gd name="connsiteY3" fmla="*/ 707610 h 1167110"/>
                <a:gd name="connsiteX4" fmla="*/ 293478 w 871616"/>
                <a:gd name="connsiteY4" fmla="*/ 599651 h 1167110"/>
                <a:gd name="connsiteX5" fmla="*/ 574274 w 871616"/>
                <a:gd name="connsiteY5" fmla="*/ 294020 h 1167110"/>
                <a:gd name="connsiteX6" fmla="*/ 824658 w 871616"/>
                <a:gd name="connsiteY6" fmla="*/ 294020 h 1167110"/>
                <a:gd name="connsiteX7" fmla="*/ 867064 w 871616"/>
                <a:gd name="connsiteY7" fmla="*/ 261919 h 1167110"/>
                <a:gd name="connsiteX8" fmla="*/ 867064 w 871616"/>
                <a:gd name="connsiteY8" fmla="*/ 52252 h 1167110"/>
                <a:gd name="connsiteX9" fmla="*/ 828206 w 871616"/>
                <a:gd name="connsiteY9" fmla="*/ 1567 h 1167110"/>
                <a:gd name="connsiteX10" fmla="*/ 587620 w 871616"/>
                <a:gd name="connsiteY10" fmla="*/ -292 h 1167110"/>
                <a:gd name="connsiteX11" fmla="*/ -326 w 871616"/>
                <a:gd name="connsiteY11" fmla="*/ 572788 h 1167110"/>
                <a:gd name="connsiteX12" fmla="*/ 3560 w 871616"/>
                <a:gd name="connsiteY12" fmla="*/ 646112 h 1167110"/>
                <a:gd name="connsiteX13" fmla="*/ 117263 w 871616"/>
                <a:gd name="connsiteY13" fmla="*/ 934679 h 1167110"/>
                <a:gd name="connsiteX14" fmla="*/ 171158 w 871616"/>
                <a:gd name="connsiteY14" fmla="*/ 996684 h 1167110"/>
                <a:gd name="connsiteX15" fmla="*/ 472734 w 871616"/>
                <a:gd name="connsiteY15" fmla="*/ 1156848 h 1167110"/>
                <a:gd name="connsiteX16" fmla="*/ 566840 w 871616"/>
                <a:gd name="connsiteY16" fmla="*/ 1166817 h 1167110"/>
                <a:gd name="connsiteX17" fmla="*/ 801343 w 871616"/>
                <a:gd name="connsiteY17" fmla="*/ 1166817 h 1167110"/>
                <a:gd name="connsiteX18" fmla="*/ 871119 w 871616"/>
                <a:gd name="connsiteY18" fmla="*/ 1121369 h 1167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71616" h="1167110">
                  <a:moveTo>
                    <a:pt x="871288" y="909336"/>
                  </a:moveTo>
                  <a:cubicBezTo>
                    <a:pt x="871288" y="878925"/>
                    <a:pt x="828374" y="873688"/>
                    <a:pt x="828374" y="873688"/>
                  </a:cubicBezTo>
                  <a:lnTo>
                    <a:pt x="573767" y="875208"/>
                  </a:lnTo>
                  <a:cubicBezTo>
                    <a:pt x="464371" y="871812"/>
                    <a:pt x="366279" y="806952"/>
                    <a:pt x="320341" y="707610"/>
                  </a:cubicBezTo>
                  <a:cubicBezTo>
                    <a:pt x="304680" y="673634"/>
                    <a:pt x="295573" y="637005"/>
                    <a:pt x="293478" y="599651"/>
                  </a:cubicBezTo>
                  <a:cubicBezTo>
                    <a:pt x="286906" y="437813"/>
                    <a:pt x="412470" y="301149"/>
                    <a:pt x="574274" y="294020"/>
                  </a:cubicBezTo>
                  <a:lnTo>
                    <a:pt x="824658" y="294020"/>
                  </a:lnTo>
                  <a:cubicBezTo>
                    <a:pt x="844864" y="295523"/>
                    <a:pt x="863027" y="281771"/>
                    <a:pt x="867064" y="261919"/>
                  </a:cubicBezTo>
                  <a:lnTo>
                    <a:pt x="867064" y="52252"/>
                  </a:lnTo>
                  <a:cubicBezTo>
                    <a:pt x="867064" y="384"/>
                    <a:pt x="828206" y="1567"/>
                    <a:pt x="828206" y="1567"/>
                  </a:cubicBezTo>
                  <a:cubicBezTo>
                    <a:pt x="828206" y="1567"/>
                    <a:pt x="667872" y="-292"/>
                    <a:pt x="587620" y="-292"/>
                  </a:cubicBezTo>
                  <a:cubicBezTo>
                    <a:pt x="268339" y="-1120"/>
                    <a:pt x="7023" y="253590"/>
                    <a:pt x="-326" y="572788"/>
                  </a:cubicBezTo>
                  <a:cubicBezTo>
                    <a:pt x="-394" y="597285"/>
                    <a:pt x="907" y="621766"/>
                    <a:pt x="3560" y="646112"/>
                  </a:cubicBezTo>
                  <a:cubicBezTo>
                    <a:pt x="14119" y="750945"/>
                    <a:pt x="53467" y="850812"/>
                    <a:pt x="117263" y="934679"/>
                  </a:cubicBezTo>
                  <a:cubicBezTo>
                    <a:pt x="133651" y="956659"/>
                    <a:pt x="151678" y="977389"/>
                    <a:pt x="171158" y="996684"/>
                  </a:cubicBezTo>
                  <a:cubicBezTo>
                    <a:pt x="253319" y="1079148"/>
                    <a:pt x="358406" y="1134969"/>
                    <a:pt x="472734" y="1156848"/>
                  </a:cubicBezTo>
                  <a:cubicBezTo>
                    <a:pt x="503703" y="1163201"/>
                    <a:pt x="535229" y="1166546"/>
                    <a:pt x="566840" y="1166817"/>
                  </a:cubicBezTo>
                  <a:lnTo>
                    <a:pt x="801343" y="1166817"/>
                  </a:lnTo>
                  <a:cubicBezTo>
                    <a:pt x="874498" y="1166817"/>
                    <a:pt x="871119" y="1121369"/>
                    <a:pt x="871119" y="1121369"/>
                  </a:cubicBezTo>
                  <a:close/>
                </a:path>
              </a:pathLst>
            </a:custGeom>
            <a:solidFill>
              <a:srgbClr val="00387F"/>
            </a:solidFill>
            <a:ln w="16888" cap="flat">
              <a:noFill/>
              <a:prstDash val="solid"/>
              <a:miter/>
            </a:ln>
          </p:spPr>
          <p:txBody>
            <a:bodyPr rtlCol="0" anchor="ctr"/>
            <a:lstStyle/>
            <a:p>
              <a:endParaRPr lang="zh-CN" altLang="en-US"/>
            </a:p>
          </p:txBody>
        </p:sp>
        <p:sp>
          <p:nvSpPr>
            <p:cNvPr id="46" name="任意多边形: 形状 45"/>
            <p:cNvSpPr/>
            <p:nvPr/>
          </p:nvSpPr>
          <p:spPr>
            <a:xfrm>
              <a:off x="4612448" y="2982802"/>
              <a:ext cx="1424250" cy="1167783"/>
            </a:xfrm>
            <a:custGeom>
              <a:avLst/>
              <a:gdLst>
                <a:gd name="connsiteX0" fmla="*/ 821614 w 1424250"/>
                <a:gd name="connsiteY0" fmla="*/ -294 h 1167783"/>
                <a:gd name="connsiteX1" fmla="*/ 821614 w 1424250"/>
                <a:gd name="connsiteY1" fmla="*/ 97359 h 1167783"/>
                <a:gd name="connsiteX2" fmla="*/ 1423922 w 1424250"/>
                <a:gd name="connsiteY2" fmla="*/ 97359 h 1167783"/>
                <a:gd name="connsiteX3" fmla="*/ 1423922 w 1424250"/>
                <a:gd name="connsiteY3" fmla="*/ 795630 h 1167783"/>
                <a:gd name="connsiteX4" fmla="*/ 1247707 w 1424250"/>
                <a:gd name="connsiteY4" fmla="*/ 973704 h 1167783"/>
                <a:gd name="connsiteX5" fmla="*/ 821614 w 1424250"/>
                <a:gd name="connsiteY5" fmla="*/ 973704 h 1167783"/>
                <a:gd name="connsiteX6" fmla="*/ 821614 w 1424250"/>
                <a:gd name="connsiteY6" fmla="*/ 1167490 h 1167783"/>
                <a:gd name="connsiteX7" fmla="*/ 603499 w 1424250"/>
                <a:gd name="connsiteY7" fmla="*/ 1167490 h 1167783"/>
                <a:gd name="connsiteX8" fmla="*/ 603499 w 1424250"/>
                <a:gd name="connsiteY8" fmla="*/ 973704 h 1167783"/>
                <a:gd name="connsiteX9" fmla="*/ -329 w 1424250"/>
                <a:gd name="connsiteY9" fmla="*/ 973704 h 1167783"/>
                <a:gd name="connsiteX10" fmla="*/ -329 w 1424250"/>
                <a:gd name="connsiteY10" fmla="*/ 97359 h 1167783"/>
                <a:gd name="connsiteX11" fmla="*/ 603499 w 1424250"/>
                <a:gd name="connsiteY11" fmla="*/ 97359 h 1167783"/>
                <a:gd name="connsiteX12" fmla="*/ 603499 w 1424250"/>
                <a:gd name="connsiteY12" fmla="*/ -294 h 1167783"/>
                <a:gd name="connsiteX13" fmla="*/ 603499 w 1424250"/>
                <a:gd name="connsiteY13" fmla="*/ 821649 h 1167783"/>
                <a:gd name="connsiteX14" fmla="*/ 603499 w 1424250"/>
                <a:gd name="connsiteY14" fmla="*/ 248739 h 1167783"/>
                <a:gd name="connsiteX15" fmla="*/ 217785 w 1424250"/>
                <a:gd name="connsiteY15" fmla="*/ 248739 h 1167783"/>
                <a:gd name="connsiteX16" fmla="*/ 217785 w 1424250"/>
                <a:gd name="connsiteY16" fmla="*/ 821649 h 1167783"/>
                <a:gd name="connsiteX17" fmla="*/ 821614 w 1424250"/>
                <a:gd name="connsiteY17" fmla="*/ 248739 h 1167783"/>
                <a:gd name="connsiteX18" fmla="*/ 821614 w 1424250"/>
                <a:gd name="connsiteY18" fmla="*/ 821649 h 1167783"/>
                <a:gd name="connsiteX19" fmla="*/ 1169990 w 1424250"/>
                <a:gd name="connsiteY19" fmla="*/ 821649 h 1167783"/>
                <a:gd name="connsiteX20" fmla="*/ 1205807 w 1424250"/>
                <a:gd name="connsiteY20" fmla="*/ 785832 h 1167783"/>
                <a:gd name="connsiteX21" fmla="*/ 1205807 w 1424250"/>
                <a:gd name="connsiteY21" fmla="*/ 248739 h 1167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4250" h="1167783">
                  <a:moveTo>
                    <a:pt x="821614" y="-294"/>
                  </a:moveTo>
                  <a:lnTo>
                    <a:pt x="821614" y="97359"/>
                  </a:lnTo>
                  <a:lnTo>
                    <a:pt x="1423922" y="97359"/>
                  </a:lnTo>
                  <a:lnTo>
                    <a:pt x="1423922" y="795630"/>
                  </a:lnTo>
                  <a:cubicBezTo>
                    <a:pt x="1422587" y="892692"/>
                    <a:pt x="1344752" y="971356"/>
                    <a:pt x="1247707" y="973704"/>
                  </a:cubicBezTo>
                  <a:lnTo>
                    <a:pt x="821614" y="973704"/>
                  </a:lnTo>
                  <a:lnTo>
                    <a:pt x="821614" y="1167490"/>
                  </a:lnTo>
                  <a:lnTo>
                    <a:pt x="603499" y="1167490"/>
                  </a:lnTo>
                  <a:lnTo>
                    <a:pt x="603499" y="973704"/>
                  </a:lnTo>
                  <a:lnTo>
                    <a:pt x="-329" y="973704"/>
                  </a:lnTo>
                  <a:lnTo>
                    <a:pt x="-329" y="97359"/>
                  </a:lnTo>
                  <a:lnTo>
                    <a:pt x="603499" y="97359"/>
                  </a:lnTo>
                  <a:lnTo>
                    <a:pt x="603499" y="-294"/>
                  </a:lnTo>
                  <a:close/>
                  <a:moveTo>
                    <a:pt x="603499" y="821649"/>
                  </a:moveTo>
                  <a:lnTo>
                    <a:pt x="603499" y="248739"/>
                  </a:lnTo>
                  <a:lnTo>
                    <a:pt x="217785" y="248739"/>
                  </a:lnTo>
                  <a:lnTo>
                    <a:pt x="217785" y="821649"/>
                  </a:lnTo>
                  <a:close/>
                  <a:moveTo>
                    <a:pt x="821614" y="248739"/>
                  </a:moveTo>
                  <a:lnTo>
                    <a:pt x="821614" y="821649"/>
                  </a:lnTo>
                  <a:lnTo>
                    <a:pt x="1169990" y="821649"/>
                  </a:lnTo>
                  <a:cubicBezTo>
                    <a:pt x="1189739" y="821564"/>
                    <a:pt x="1205723" y="805582"/>
                    <a:pt x="1205807" y="785832"/>
                  </a:cubicBezTo>
                  <a:lnTo>
                    <a:pt x="1205807" y="248739"/>
                  </a:lnTo>
                  <a:close/>
                </a:path>
              </a:pathLst>
            </a:custGeom>
            <a:solidFill>
              <a:srgbClr val="898989"/>
            </a:solidFill>
            <a:ln w="16888" cap="flat">
              <a:noFill/>
              <a:prstDash val="solid"/>
              <a:miter/>
            </a:ln>
          </p:spPr>
          <p:txBody>
            <a:bodyPr rtlCol="0" anchor="ctr"/>
            <a:lstStyle/>
            <a:p>
              <a:endParaRPr lang="zh-CN" altLang="en-US"/>
            </a:p>
          </p:txBody>
        </p:sp>
        <p:sp>
          <p:nvSpPr>
            <p:cNvPr id="47" name="任意多边形: 形状 46"/>
            <p:cNvSpPr/>
            <p:nvPr/>
          </p:nvSpPr>
          <p:spPr>
            <a:xfrm>
              <a:off x="7734479" y="2982802"/>
              <a:ext cx="1366469" cy="1167113"/>
            </a:xfrm>
            <a:custGeom>
              <a:avLst/>
              <a:gdLst>
                <a:gd name="connsiteX0" fmla="*/ 179 w 1366469"/>
                <a:gd name="connsiteY0" fmla="*/ 1166814 h 1167113"/>
                <a:gd name="connsiteX1" fmla="*/ 1135017 w 1366469"/>
                <a:gd name="connsiteY1" fmla="*/ 1166814 h 1167113"/>
                <a:gd name="connsiteX2" fmla="*/ 1204625 w 1366469"/>
                <a:gd name="connsiteY2" fmla="*/ 1152960 h 1167113"/>
                <a:gd name="connsiteX3" fmla="*/ 1299236 w 1366469"/>
                <a:gd name="connsiteY3" fmla="*/ 1059024 h 1167113"/>
                <a:gd name="connsiteX4" fmla="*/ 1312415 w 1366469"/>
                <a:gd name="connsiteY4" fmla="*/ 990599 h 1167113"/>
                <a:gd name="connsiteX5" fmla="*/ 1312415 w 1366469"/>
                <a:gd name="connsiteY5" fmla="*/ 692402 h 1167113"/>
                <a:gd name="connsiteX6" fmla="*/ -329 w 1366469"/>
                <a:gd name="connsiteY6" fmla="*/ 692402 h 1167113"/>
                <a:gd name="connsiteX7" fmla="*/ 225220 w 1366469"/>
                <a:gd name="connsiteY7" fmla="*/ 852736 h 1167113"/>
                <a:gd name="connsiteX8" fmla="*/ 1088048 w 1366469"/>
                <a:gd name="connsiteY8" fmla="*/ 852736 h 1167113"/>
                <a:gd name="connsiteX9" fmla="*/ 1088048 w 1366469"/>
                <a:gd name="connsiteY9" fmla="*/ 956809 h 1167113"/>
                <a:gd name="connsiteX10" fmla="*/ 1037363 w 1366469"/>
                <a:gd name="connsiteY10" fmla="*/ 1007494 h 1167113"/>
                <a:gd name="connsiteX11" fmla="*/ 224713 w 1366469"/>
                <a:gd name="connsiteY11" fmla="*/ 1007494 h 1167113"/>
                <a:gd name="connsiteX12" fmla="*/ 1008304 w 1366469"/>
                <a:gd name="connsiteY12" fmla="*/ 342844 h 1167113"/>
                <a:gd name="connsiteX13" fmla="*/ 1242977 w 1366469"/>
                <a:gd name="connsiteY13" fmla="*/ 342844 h 1167113"/>
                <a:gd name="connsiteX14" fmla="*/ 1366141 w 1366469"/>
                <a:gd name="connsiteY14" fmla="*/ 70834 h 1167113"/>
                <a:gd name="connsiteX15" fmla="*/ 731902 w 1366469"/>
                <a:gd name="connsiteY15" fmla="*/ 70834 h 1167113"/>
                <a:gd name="connsiteX16" fmla="*/ 764340 w 1366469"/>
                <a:gd name="connsiteY16" fmla="*/ -294 h 1167113"/>
                <a:gd name="connsiteX17" fmla="*/ 524769 w 1366469"/>
                <a:gd name="connsiteY17" fmla="*/ -294 h 1167113"/>
                <a:gd name="connsiteX18" fmla="*/ 421033 w 1366469"/>
                <a:gd name="connsiteY18" fmla="*/ 231168 h 1167113"/>
                <a:gd name="connsiteX19" fmla="*/ 1058989 w 1366469"/>
                <a:gd name="connsiteY19" fmla="*/ 231168 h 1167113"/>
                <a:gd name="connsiteX20" fmla="*/ 920957 w 1366469"/>
                <a:gd name="connsiteY20" fmla="*/ 286246 h 1167113"/>
                <a:gd name="connsiteX21" fmla="*/ 660604 w 1366469"/>
                <a:gd name="connsiteY21" fmla="*/ 286246 h 1167113"/>
                <a:gd name="connsiteX22" fmla="*/ 660604 w 1366469"/>
                <a:gd name="connsiteY22" fmla="*/ 406031 h 1167113"/>
                <a:gd name="connsiteX23" fmla="*/ 330476 w 1366469"/>
                <a:gd name="connsiteY23" fmla="*/ 653712 h 1167113"/>
                <a:gd name="connsiteX24" fmla="*/ 600796 w 1366469"/>
                <a:gd name="connsiteY24" fmla="*/ 653712 h 1167113"/>
                <a:gd name="connsiteX25" fmla="*/ 819249 w 1366469"/>
                <a:gd name="connsiteY25" fmla="*/ 491689 h 1167113"/>
                <a:gd name="connsiteX26" fmla="*/ 1026551 w 1366469"/>
                <a:gd name="connsiteY26" fmla="*/ 653712 h 1167113"/>
                <a:gd name="connsiteX27" fmla="*/ 1296872 w 1366469"/>
                <a:gd name="connsiteY27" fmla="*/ 653712 h 1167113"/>
                <a:gd name="connsiteX28" fmla="*/ 1055610 w 1366469"/>
                <a:gd name="connsiteY28" fmla="*/ 464319 h 1167113"/>
                <a:gd name="connsiteX29" fmla="*/ 856249 w 1366469"/>
                <a:gd name="connsiteY29" fmla="*/ 464319 h 1167113"/>
                <a:gd name="connsiteX30" fmla="*/ 920957 w 1366469"/>
                <a:gd name="connsiteY30" fmla="*/ 415662 h 1167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366469" h="1167113">
                  <a:moveTo>
                    <a:pt x="179" y="1166814"/>
                  </a:moveTo>
                  <a:lnTo>
                    <a:pt x="1135017" y="1166814"/>
                  </a:lnTo>
                  <a:cubicBezTo>
                    <a:pt x="1158923" y="1167000"/>
                    <a:pt x="1182611" y="1162286"/>
                    <a:pt x="1204625" y="1152960"/>
                  </a:cubicBezTo>
                  <a:cubicBezTo>
                    <a:pt x="1247098" y="1135018"/>
                    <a:pt x="1280990" y="1101363"/>
                    <a:pt x="1299236" y="1059024"/>
                  </a:cubicBezTo>
                  <a:cubicBezTo>
                    <a:pt x="1308292" y="1037365"/>
                    <a:pt x="1312786" y="1014066"/>
                    <a:pt x="1312415" y="990599"/>
                  </a:cubicBezTo>
                  <a:lnTo>
                    <a:pt x="1312415" y="692402"/>
                  </a:lnTo>
                  <a:lnTo>
                    <a:pt x="-329" y="692402"/>
                  </a:lnTo>
                  <a:close/>
                  <a:moveTo>
                    <a:pt x="225220" y="852736"/>
                  </a:moveTo>
                  <a:lnTo>
                    <a:pt x="1088048" y="852736"/>
                  </a:lnTo>
                  <a:lnTo>
                    <a:pt x="1088048" y="956809"/>
                  </a:lnTo>
                  <a:cubicBezTo>
                    <a:pt x="1088048" y="984804"/>
                    <a:pt x="1065359" y="1007494"/>
                    <a:pt x="1037363" y="1007494"/>
                  </a:cubicBezTo>
                  <a:lnTo>
                    <a:pt x="224713" y="1007494"/>
                  </a:lnTo>
                  <a:close/>
                  <a:moveTo>
                    <a:pt x="1008304" y="342844"/>
                  </a:moveTo>
                  <a:lnTo>
                    <a:pt x="1242977" y="342844"/>
                  </a:lnTo>
                  <a:lnTo>
                    <a:pt x="1366141" y="70834"/>
                  </a:lnTo>
                  <a:lnTo>
                    <a:pt x="731902" y="70834"/>
                  </a:lnTo>
                  <a:lnTo>
                    <a:pt x="764340" y="-294"/>
                  </a:lnTo>
                  <a:lnTo>
                    <a:pt x="524769" y="-294"/>
                  </a:lnTo>
                  <a:lnTo>
                    <a:pt x="421033" y="231168"/>
                  </a:lnTo>
                  <a:lnTo>
                    <a:pt x="1058989" y="231168"/>
                  </a:lnTo>
                  <a:close/>
                  <a:moveTo>
                    <a:pt x="920957" y="286246"/>
                  </a:moveTo>
                  <a:lnTo>
                    <a:pt x="660604" y="286246"/>
                  </a:lnTo>
                  <a:lnTo>
                    <a:pt x="660604" y="406031"/>
                  </a:lnTo>
                  <a:lnTo>
                    <a:pt x="330476" y="653712"/>
                  </a:lnTo>
                  <a:lnTo>
                    <a:pt x="600796" y="653712"/>
                  </a:lnTo>
                  <a:lnTo>
                    <a:pt x="819249" y="491689"/>
                  </a:lnTo>
                  <a:lnTo>
                    <a:pt x="1026551" y="653712"/>
                  </a:lnTo>
                  <a:lnTo>
                    <a:pt x="1296872" y="653712"/>
                  </a:lnTo>
                  <a:lnTo>
                    <a:pt x="1055610" y="464319"/>
                  </a:lnTo>
                  <a:lnTo>
                    <a:pt x="856249" y="464319"/>
                  </a:lnTo>
                  <a:lnTo>
                    <a:pt x="920957" y="415662"/>
                  </a:lnTo>
                  <a:close/>
                </a:path>
              </a:pathLst>
            </a:custGeom>
            <a:solidFill>
              <a:srgbClr val="898989"/>
            </a:solidFill>
            <a:ln w="16888" cap="flat">
              <a:noFill/>
              <a:prstDash val="solid"/>
              <a:miter/>
            </a:ln>
          </p:spPr>
          <p:txBody>
            <a:bodyPr rtlCol="0" anchor="ctr"/>
            <a:lstStyle/>
            <a:p>
              <a:endParaRPr lang="zh-CN" altLang="en-US"/>
            </a:p>
          </p:txBody>
        </p:sp>
        <p:sp>
          <p:nvSpPr>
            <p:cNvPr id="48" name="任意多边形: 形状 47"/>
            <p:cNvSpPr/>
            <p:nvPr/>
          </p:nvSpPr>
          <p:spPr>
            <a:xfrm>
              <a:off x="7727045" y="2982802"/>
              <a:ext cx="391626" cy="293635"/>
            </a:xfrm>
            <a:custGeom>
              <a:avLst/>
              <a:gdLst>
                <a:gd name="connsiteX0" fmla="*/ 260859 w 391626"/>
                <a:gd name="connsiteY0" fmla="*/ 293635 h 293635"/>
                <a:gd name="connsiteX1" fmla="*/ 0 w 391626"/>
                <a:gd name="connsiteY1" fmla="*/ 293635 h 293635"/>
                <a:gd name="connsiteX2" fmla="*/ 130767 w 391626"/>
                <a:gd name="connsiteY2" fmla="*/ 0 h 293635"/>
                <a:gd name="connsiteX3" fmla="*/ 391627 w 391626"/>
                <a:gd name="connsiteY3" fmla="*/ 0 h 293635"/>
                <a:gd name="connsiteX4" fmla="*/ 260859 w 391626"/>
                <a:gd name="connsiteY4" fmla="*/ 293635 h 293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626" h="293635">
                  <a:moveTo>
                    <a:pt x="260859" y="293635"/>
                  </a:moveTo>
                  <a:lnTo>
                    <a:pt x="0" y="293635"/>
                  </a:lnTo>
                  <a:lnTo>
                    <a:pt x="130767" y="0"/>
                  </a:lnTo>
                  <a:lnTo>
                    <a:pt x="391627" y="0"/>
                  </a:lnTo>
                  <a:lnTo>
                    <a:pt x="260859" y="293635"/>
                  </a:lnTo>
                  <a:close/>
                </a:path>
              </a:pathLst>
            </a:custGeom>
            <a:solidFill>
              <a:srgbClr val="898989"/>
            </a:solidFill>
            <a:ln w="16888" cap="flat">
              <a:noFill/>
              <a:prstDash val="solid"/>
              <a:miter/>
            </a:ln>
          </p:spPr>
          <p:txBody>
            <a:bodyPr rtlCol="0" anchor="ctr"/>
            <a:lstStyle/>
            <a:p>
              <a:endParaRPr lang="zh-CN" altLang="en-US"/>
            </a:p>
          </p:txBody>
        </p:sp>
        <p:sp>
          <p:nvSpPr>
            <p:cNvPr id="49" name="任意多边形: 形状 48"/>
            <p:cNvSpPr/>
            <p:nvPr/>
          </p:nvSpPr>
          <p:spPr>
            <a:xfrm>
              <a:off x="7727045" y="3343511"/>
              <a:ext cx="391626" cy="293804"/>
            </a:xfrm>
            <a:custGeom>
              <a:avLst/>
              <a:gdLst>
                <a:gd name="connsiteX0" fmla="*/ 260859 w 391626"/>
                <a:gd name="connsiteY0" fmla="*/ 293804 h 293804"/>
                <a:gd name="connsiteX1" fmla="*/ 0 w 391626"/>
                <a:gd name="connsiteY1" fmla="*/ 293804 h 293804"/>
                <a:gd name="connsiteX2" fmla="*/ 130767 w 391626"/>
                <a:gd name="connsiteY2" fmla="*/ 0 h 293804"/>
                <a:gd name="connsiteX3" fmla="*/ 391627 w 391626"/>
                <a:gd name="connsiteY3" fmla="*/ 0 h 293804"/>
                <a:gd name="connsiteX4" fmla="*/ 260859 w 391626"/>
                <a:gd name="connsiteY4" fmla="*/ 293804 h 293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626" h="293804">
                  <a:moveTo>
                    <a:pt x="260859" y="293804"/>
                  </a:moveTo>
                  <a:lnTo>
                    <a:pt x="0" y="293804"/>
                  </a:lnTo>
                  <a:lnTo>
                    <a:pt x="130767" y="0"/>
                  </a:lnTo>
                  <a:lnTo>
                    <a:pt x="391627" y="0"/>
                  </a:lnTo>
                  <a:lnTo>
                    <a:pt x="260859" y="293804"/>
                  </a:lnTo>
                  <a:close/>
                </a:path>
              </a:pathLst>
            </a:custGeom>
            <a:solidFill>
              <a:srgbClr val="898989"/>
            </a:solidFill>
            <a:ln w="16888" cap="flat">
              <a:noFill/>
              <a:prstDash val="solid"/>
              <a:miter/>
            </a:ln>
          </p:spPr>
          <p:txBody>
            <a:bodyPr rtlCol="0" anchor="ctr"/>
            <a:lstStyle/>
            <a:p>
              <a:endParaRPr lang="zh-CN" altLang="en-US"/>
            </a:p>
          </p:txBody>
        </p:sp>
        <p:sp>
          <p:nvSpPr>
            <p:cNvPr id="50" name="任意多边形: 形状 49"/>
            <p:cNvSpPr/>
            <p:nvPr/>
          </p:nvSpPr>
          <p:spPr>
            <a:xfrm>
              <a:off x="6170337" y="2982802"/>
              <a:ext cx="1423075" cy="1167107"/>
            </a:xfrm>
            <a:custGeom>
              <a:avLst/>
              <a:gdLst>
                <a:gd name="connsiteX0" fmla="*/ 19101 w 1423075"/>
                <a:gd name="connsiteY0" fmla="*/ 1166814 h 1167107"/>
                <a:gd name="connsiteX1" fmla="*/ 1225068 w 1423075"/>
                <a:gd name="connsiteY1" fmla="*/ 1166814 h 1167107"/>
                <a:gd name="connsiteX2" fmla="*/ 1403310 w 1423075"/>
                <a:gd name="connsiteY2" fmla="*/ 990599 h 1167107"/>
                <a:gd name="connsiteX3" fmla="*/ 1403310 w 1423075"/>
                <a:gd name="connsiteY3" fmla="*/ 643238 h 1167107"/>
                <a:gd name="connsiteX4" fmla="*/ 19101 w 1423075"/>
                <a:gd name="connsiteY4" fmla="*/ 643238 h 1167107"/>
                <a:gd name="connsiteX5" fmla="*/ 249211 w 1423075"/>
                <a:gd name="connsiteY5" fmla="*/ 785832 h 1167107"/>
                <a:gd name="connsiteX6" fmla="*/ 1168301 w 1423075"/>
                <a:gd name="connsiteY6" fmla="*/ 785832 h 1167107"/>
                <a:gd name="connsiteX7" fmla="*/ 1168301 w 1423075"/>
                <a:gd name="connsiteY7" fmla="*/ 850708 h 1167107"/>
                <a:gd name="connsiteX8" fmla="*/ 249211 w 1423075"/>
                <a:gd name="connsiteY8" fmla="*/ 850708 h 1167107"/>
                <a:gd name="connsiteX9" fmla="*/ 249211 w 1423075"/>
                <a:gd name="connsiteY9" fmla="*/ 960864 h 1167107"/>
                <a:gd name="connsiteX10" fmla="*/ 1168301 w 1423075"/>
                <a:gd name="connsiteY10" fmla="*/ 960864 h 1167107"/>
                <a:gd name="connsiteX11" fmla="*/ 1168301 w 1423075"/>
                <a:gd name="connsiteY11" fmla="*/ 964074 h 1167107"/>
                <a:gd name="connsiteX12" fmla="*/ 1153264 w 1423075"/>
                <a:gd name="connsiteY12" fmla="*/ 1007494 h 1167107"/>
                <a:gd name="connsiteX13" fmla="*/ 1115926 w 1423075"/>
                <a:gd name="connsiteY13" fmla="*/ 1024389 h 1167107"/>
                <a:gd name="connsiteX14" fmla="*/ 249211 w 1423075"/>
                <a:gd name="connsiteY14" fmla="*/ 1024389 h 1167107"/>
                <a:gd name="connsiteX15" fmla="*/ 263910 w 1423075"/>
                <a:gd name="connsiteY15" fmla="*/ 601000 h 1167107"/>
                <a:gd name="connsiteX16" fmla="*/ 406504 w 1423075"/>
                <a:gd name="connsiteY16" fmla="*/ 477835 h 1167107"/>
                <a:gd name="connsiteX17" fmla="*/ 510239 w 1423075"/>
                <a:gd name="connsiteY17" fmla="*/ 601000 h 1167107"/>
                <a:gd name="connsiteX18" fmla="*/ 735450 w 1423075"/>
                <a:gd name="connsiteY18" fmla="*/ 601000 h 1167107"/>
                <a:gd name="connsiteX19" fmla="*/ 594545 w 1423075"/>
                <a:gd name="connsiteY19" fmla="*/ 435767 h 1167107"/>
                <a:gd name="connsiteX20" fmla="*/ 713993 w 1423075"/>
                <a:gd name="connsiteY20" fmla="*/ 435767 h 1167107"/>
                <a:gd name="connsiteX21" fmla="*/ 713993 w 1423075"/>
                <a:gd name="connsiteY21" fmla="*/ 293679 h 1167107"/>
                <a:gd name="connsiteX22" fmla="*/ 503650 w 1423075"/>
                <a:gd name="connsiteY22" fmla="*/ 293679 h 1167107"/>
                <a:gd name="connsiteX23" fmla="*/ 503650 w 1423075"/>
                <a:gd name="connsiteY23" fmla="*/ 216976 h 1167107"/>
                <a:gd name="connsiteX24" fmla="*/ 704701 w 1423075"/>
                <a:gd name="connsiteY24" fmla="*/ 216976 h 1167107"/>
                <a:gd name="connsiteX25" fmla="*/ 704701 w 1423075"/>
                <a:gd name="connsiteY25" fmla="*/ 56473 h 1167107"/>
                <a:gd name="connsiteX26" fmla="*/ 280129 w 1423075"/>
                <a:gd name="connsiteY26" fmla="*/ 56473 h 1167107"/>
                <a:gd name="connsiteX27" fmla="*/ 305303 w 1423075"/>
                <a:gd name="connsiteY27" fmla="*/ -294 h 1167107"/>
                <a:gd name="connsiteX28" fmla="*/ 96311 w 1423075"/>
                <a:gd name="connsiteY28" fmla="*/ -294 h 1167107"/>
                <a:gd name="connsiteX29" fmla="*/ -329 w 1423075"/>
                <a:gd name="connsiteY29" fmla="*/ 216807 h 1167107"/>
                <a:gd name="connsiteX30" fmla="*/ 278439 w 1423075"/>
                <a:gd name="connsiteY30" fmla="*/ 216807 h 1167107"/>
                <a:gd name="connsiteX31" fmla="*/ 278439 w 1423075"/>
                <a:gd name="connsiteY31" fmla="*/ 293510 h 1167107"/>
                <a:gd name="connsiteX32" fmla="*/ -329 w 1423075"/>
                <a:gd name="connsiteY32" fmla="*/ 293510 h 1167107"/>
                <a:gd name="connsiteX33" fmla="*/ -329 w 1423075"/>
                <a:gd name="connsiteY33" fmla="*/ 435598 h 1167107"/>
                <a:gd name="connsiteX34" fmla="*/ 194133 w 1423075"/>
                <a:gd name="connsiteY34" fmla="*/ 435598 h 1167107"/>
                <a:gd name="connsiteX35" fmla="*/ 2881 w 1423075"/>
                <a:gd name="connsiteY35" fmla="*/ 600831 h 1167107"/>
                <a:gd name="connsiteX36" fmla="*/ 779208 w 1423075"/>
                <a:gd name="connsiteY36" fmla="*/ -294 h 1167107"/>
                <a:gd name="connsiteX37" fmla="*/ 779208 w 1423075"/>
                <a:gd name="connsiteY37" fmla="*/ 601000 h 1167107"/>
                <a:gd name="connsiteX38" fmla="*/ 1244498 w 1423075"/>
                <a:gd name="connsiteY38" fmla="*/ 601000 h 1167107"/>
                <a:gd name="connsiteX39" fmla="*/ 1314105 w 1423075"/>
                <a:gd name="connsiteY39" fmla="*/ 587315 h 1167107"/>
                <a:gd name="connsiteX40" fmla="*/ 1422740 w 1423075"/>
                <a:gd name="connsiteY40" fmla="*/ 422758 h 1167107"/>
                <a:gd name="connsiteX41" fmla="*/ 1422740 w 1423075"/>
                <a:gd name="connsiteY41" fmla="*/ 382 h 1167107"/>
                <a:gd name="connsiteX42" fmla="*/ 1197529 w 1423075"/>
                <a:gd name="connsiteY42" fmla="*/ 390319 h 1167107"/>
                <a:gd name="connsiteX43" fmla="*/ 1146844 w 1423075"/>
                <a:gd name="connsiteY43" fmla="*/ 441004 h 1167107"/>
                <a:gd name="connsiteX44" fmla="*/ 1004588 w 1423075"/>
                <a:gd name="connsiteY44" fmla="*/ 441004 h 1167107"/>
                <a:gd name="connsiteX45" fmla="*/ 1004588 w 1423075"/>
                <a:gd name="connsiteY45" fmla="*/ 160547 h 1167107"/>
                <a:gd name="connsiteX46" fmla="*/ 1197529 w 1423075"/>
                <a:gd name="connsiteY46" fmla="*/ 160547 h 116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23075" h="1167107">
                  <a:moveTo>
                    <a:pt x="19101" y="1166814"/>
                  </a:moveTo>
                  <a:lnTo>
                    <a:pt x="1225068" y="1166814"/>
                  </a:lnTo>
                  <a:cubicBezTo>
                    <a:pt x="1360228" y="1166814"/>
                    <a:pt x="1403310" y="1050745"/>
                    <a:pt x="1403310" y="990599"/>
                  </a:cubicBezTo>
                  <a:lnTo>
                    <a:pt x="1403310" y="643238"/>
                  </a:lnTo>
                  <a:lnTo>
                    <a:pt x="19101" y="643238"/>
                  </a:lnTo>
                  <a:close/>
                  <a:moveTo>
                    <a:pt x="249211" y="785832"/>
                  </a:moveTo>
                  <a:lnTo>
                    <a:pt x="1168301" y="785832"/>
                  </a:lnTo>
                  <a:lnTo>
                    <a:pt x="1168301" y="850708"/>
                  </a:lnTo>
                  <a:lnTo>
                    <a:pt x="249211" y="850708"/>
                  </a:lnTo>
                  <a:close/>
                  <a:moveTo>
                    <a:pt x="249211" y="960864"/>
                  </a:moveTo>
                  <a:lnTo>
                    <a:pt x="1168301" y="960864"/>
                  </a:lnTo>
                  <a:lnTo>
                    <a:pt x="1168301" y="964074"/>
                  </a:lnTo>
                  <a:cubicBezTo>
                    <a:pt x="1168841" y="979905"/>
                    <a:pt x="1163469" y="995380"/>
                    <a:pt x="1153264" y="1007494"/>
                  </a:cubicBezTo>
                  <a:cubicBezTo>
                    <a:pt x="1144090" y="1018594"/>
                    <a:pt x="1130321" y="1024828"/>
                    <a:pt x="1115926" y="1024389"/>
                  </a:cubicBezTo>
                  <a:lnTo>
                    <a:pt x="249211" y="1024389"/>
                  </a:lnTo>
                  <a:close/>
                  <a:moveTo>
                    <a:pt x="263910" y="601000"/>
                  </a:moveTo>
                  <a:lnTo>
                    <a:pt x="406504" y="477835"/>
                  </a:lnTo>
                  <a:lnTo>
                    <a:pt x="510239" y="601000"/>
                  </a:lnTo>
                  <a:lnTo>
                    <a:pt x="735450" y="601000"/>
                  </a:lnTo>
                  <a:lnTo>
                    <a:pt x="594545" y="435767"/>
                  </a:lnTo>
                  <a:lnTo>
                    <a:pt x="713993" y="435767"/>
                  </a:lnTo>
                  <a:lnTo>
                    <a:pt x="713993" y="293679"/>
                  </a:lnTo>
                  <a:lnTo>
                    <a:pt x="503650" y="293679"/>
                  </a:lnTo>
                  <a:lnTo>
                    <a:pt x="503650" y="216976"/>
                  </a:lnTo>
                  <a:lnTo>
                    <a:pt x="704701" y="216976"/>
                  </a:lnTo>
                  <a:lnTo>
                    <a:pt x="704701" y="56473"/>
                  </a:lnTo>
                  <a:lnTo>
                    <a:pt x="280129" y="56473"/>
                  </a:lnTo>
                  <a:lnTo>
                    <a:pt x="305303" y="-294"/>
                  </a:lnTo>
                  <a:lnTo>
                    <a:pt x="96311" y="-294"/>
                  </a:lnTo>
                  <a:lnTo>
                    <a:pt x="-329" y="216807"/>
                  </a:lnTo>
                  <a:lnTo>
                    <a:pt x="278439" y="216807"/>
                  </a:lnTo>
                  <a:lnTo>
                    <a:pt x="278439" y="293510"/>
                  </a:lnTo>
                  <a:lnTo>
                    <a:pt x="-329" y="293510"/>
                  </a:lnTo>
                  <a:lnTo>
                    <a:pt x="-329" y="435598"/>
                  </a:lnTo>
                  <a:lnTo>
                    <a:pt x="194133" y="435598"/>
                  </a:lnTo>
                  <a:lnTo>
                    <a:pt x="2881" y="600831"/>
                  </a:lnTo>
                  <a:close/>
                  <a:moveTo>
                    <a:pt x="779208" y="-294"/>
                  </a:moveTo>
                  <a:lnTo>
                    <a:pt x="779208" y="601000"/>
                  </a:lnTo>
                  <a:lnTo>
                    <a:pt x="1244498" y="601000"/>
                  </a:lnTo>
                  <a:cubicBezTo>
                    <a:pt x="1268387" y="601186"/>
                    <a:pt x="1292057" y="596523"/>
                    <a:pt x="1314105" y="587315"/>
                  </a:cubicBezTo>
                  <a:cubicBezTo>
                    <a:pt x="1380434" y="559674"/>
                    <a:pt x="1423381" y="494612"/>
                    <a:pt x="1422740" y="422758"/>
                  </a:cubicBezTo>
                  <a:lnTo>
                    <a:pt x="1422740" y="382"/>
                  </a:lnTo>
                  <a:close/>
                  <a:moveTo>
                    <a:pt x="1197529" y="390319"/>
                  </a:moveTo>
                  <a:cubicBezTo>
                    <a:pt x="1197529" y="418314"/>
                    <a:pt x="1174839" y="441004"/>
                    <a:pt x="1146844" y="441004"/>
                  </a:cubicBezTo>
                  <a:lnTo>
                    <a:pt x="1004588" y="441004"/>
                  </a:lnTo>
                  <a:lnTo>
                    <a:pt x="1004588" y="160547"/>
                  </a:lnTo>
                  <a:lnTo>
                    <a:pt x="1197529" y="160547"/>
                  </a:lnTo>
                  <a:close/>
                </a:path>
              </a:pathLst>
            </a:custGeom>
            <a:solidFill>
              <a:srgbClr val="898989"/>
            </a:solidFill>
            <a:ln w="16888" cap="flat">
              <a:noFill/>
              <a:prstDash val="solid"/>
              <a:miter/>
            </a:ln>
          </p:spPr>
          <p:txBody>
            <a:bodyPr rtlCol="0" anchor="ctr"/>
            <a:lstStyle/>
            <a:p>
              <a:endParaRPr lang="zh-CN" altLang="en-US"/>
            </a:p>
          </p:txBody>
        </p:sp>
        <p:sp>
          <p:nvSpPr>
            <p:cNvPr id="51" name="任意多边形: 形状 50"/>
            <p:cNvSpPr/>
            <p:nvPr/>
          </p:nvSpPr>
          <p:spPr>
            <a:xfrm>
              <a:off x="9181369" y="2982295"/>
              <a:ext cx="1416141" cy="1167107"/>
            </a:xfrm>
            <a:custGeom>
              <a:avLst/>
              <a:gdLst>
                <a:gd name="connsiteX0" fmla="*/ 312905 w 1416141"/>
                <a:gd name="connsiteY0" fmla="*/ 1012225 h 1167107"/>
                <a:gd name="connsiteX1" fmla="*/ 298375 w 1416141"/>
                <a:gd name="connsiteY1" fmla="*/ 976745 h 1167107"/>
                <a:gd name="connsiteX2" fmla="*/ 298375 w 1416141"/>
                <a:gd name="connsiteY2" fmla="*/ 353657 h 1167107"/>
                <a:gd name="connsiteX3" fmla="*/ -329 w 1416141"/>
                <a:gd name="connsiteY3" fmla="*/ 353657 h 1167107"/>
                <a:gd name="connsiteX4" fmla="*/ -329 w 1416141"/>
                <a:gd name="connsiteY4" fmla="*/ 511963 h 1167107"/>
                <a:gd name="connsiteX5" fmla="*/ 74010 w 1416141"/>
                <a:gd name="connsiteY5" fmla="*/ 511963 h 1167107"/>
                <a:gd name="connsiteX6" fmla="*/ 74010 w 1416141"/>
                <a:gd name="connsiteY6" fmla="*/ 988065 h 1167107"/>
                <a:gd name="connsiteX7" fmla="*/ 125877 w 1416141"/>
                <a:gd name="connsiteY7" fmla="*/ 1113933 h 1167107"/>
                <a:gd name="connsiteX8" fmla="*/ 252252 w 1416141"/>
                <a:gd name="connsiteY8" fmla="*/ 1165631 h 1167107"/>
                <a:gd name="connsiteX9" fmla="*/ 365111 w 1416141"/>
                <a:gd name="connsiteY9" fmla="*/ 1165631 h 1167107"/>
                <a:gd name="connsiteX10" fmla="*/ 426609 w 1416141"/>
                <a:gd name="connsiteY10" fmla="*/ 1026754 h 1167107"/>
                <a:gd name="connsiteX11" fmla="*/ 349905 w 1416141"/>
                <a:gd name="connsiteY11" fmla="*/ 1026754 h 1167107"/>
                <a:gd name="connsiteX12" fmla="*/ 312905 w 1416141"/>
                <a:gd name="connsiteY12" fmla="*/ 1012225 h 1167107"/>
                <a:gd name="connsiteX13" fmla="*/ 756737 w 1416141"/>
                <a:gd name="connsiteY13" fmla="*/ 117971 h 1167107"/>
                <a:gd name="connsiteX14" fmla="*/ 807422 w 1416141"/>
                <a:gd name="connsiteY14" fmla="*/ -294 h 1167107"/>
                <a:gd name="connsiteX15" fmla="*/ 548590 w 1416141"/>
                <a:gd name="connsiteY15" fmla="*/ -294 h 1167107"/>
                <a:gd name="connsiteX16" fmla="*/ 435563 w 1416141"/>
                <a:gd name="connsiteY16" fmla="*/ 259552 h 1167107"/>
                <a:gd name="connsiteX17" fmla="*/ 1197360 w 1416141"/>
                <a:gd name="connsiteY17" fmla="*/ 259552 h 1167107"/>
                <a:gd name="connsiteX18" fmla="*/ 1197360 w 1416141"/>
                <a:gd name="connsiteY18" fmla="*/ 948868 h 1167107"/>
                <a:gd name="connsiteX19" fmla="*/ 1149800 w 1416141"/>
                <a:gd name="connsiteY19" fmla="*/ 1000567 h 1167107"/>
                <a:gd name="connsiteX20" fmla="*/ 1145830 w 1416141"/>
                <a:gd name="connsiteY20" fmla="*/ 1000567 h 1167107"/>
                <a:gd name="connsiteX21" fmla="*/ 965053 w 1416141"/>
                <a:gd name="connsiteY21" fmla="*/ 1000567 h 1167107"/>
                <a:gd name="connsiteX22" fmla="*/ 890715 w 1416141"/>
                <a:gd name="connsiteY22" fmla="*/ 1166814 h 1167107"/>
                <a:gd name="connsiteX23" fmla="*/ 1228615 w 1416141"/>
                <a:gd name="connsiteY23" fmla="*/ 1166814 h 1167107"/>
                <a:gd name="connsiteX24" fmla="*/ 1415812 w 1416141"/>
                <a:gd name="connsiteY24" fmla="*/ 980969 h 1167107"/>
                <a:gd name="connsiteX25" fmla="*/ 1415812 w 1416141"/>
                <a:gd name="connsiteY25" fmla="*/ 117633 h 1167107"/>
                <a:gd name="connsiteX26" fmla="*/ 1013373 w 1416141"/>
                <a:gd name="connsiteY26" fmla="*/ 953430 h 1167107"/>
                <a:gd name="connsiteX27" fmla="*/ 1069971 w 1416141"/>
                <a:gd name="connsiteY27" fmla="*/ 915416 h 1167107"/>
                <a:gd name="connsiteX28" fmla="*/ 1108661 w 1416141"/>
                <a:gd name="connsiteY28" fmla="*/ 858987 h 1167107"/>
                <a:gd name="connsiteX29" fmla="*/ 1123190 w 1416141"/>
                <a:gd name="connsiteY29" fmla="*/ 789548 h 1167107"/>
                <a:gd name="connsiteX30" fmla="*/ 1123190 w 1416141"/>
                <a:gd name="connsiteY30" fmla="*/ 324597 h 1167107"/>
                <a:gd name="connsiteX31" fmla="*/ 448403 w 1416141"/>
                <a:gd name="connsiteY31" fmla="*/ 324597 h 1167107"/>
                <a:gd name="connsiteX32" fmla="*/ 448403 w 1416141"/>
                <a:gd name="connsiteY32" fmla="*/ 966608 h 1167107"/>
                <a:gd name="connsiteX33" fmla="*/ 945623 w 1416141"/>
                <a:gd name="connsiteY33" fmla="*/ 966608 h 1167107"/>
                <a:gd name="connsiteX34" fmla="*/ 1013373 w 1416141"/>
                <a:gd name="connsiteY34" fmla="*/ 953430 h 1167107"/>
                <a:gd name="connsiteX35" fmla="*/ 898824 w 1416141"/>
                <a:gd name="connsiteY35" fmla="*/ 756603 h 1167107"/>
                <a:gd name="connsiteX36" fmla="*/ 884294 w 1416141"/>
                <a:gd name="connsiteY36" fmla="*/ 793096 h 1167107"/>
                <a:gd name="connsiteX37" fmla="*/ 849153 w 1416141"/>
                <a:gd name="connsiteY37" fmla="*/ 807288 h 1167107"/>
                <a:gd name="connsiteX38" fmla="*/ 672769 w 1416141"/>
                <a:gd name="connsiteY38" fmla="*/ 807288 h 1167107"/>
                <a:gd name="connsiteX39" fmla="*/ 672769 w 1416141"/>
                <a:gd name="connsiteY39" fmla="*/ 715210 h 1167107"/>
                <a:gd name="connsiteX40" fmla="*/ 898824 w 1416141"/>
                <a:gd name="connsiteY40" fmla="*/ 715210 h 1167107"/>
                <a:gd name="connsiteX41" fmla="*/ 898824 w 1416141"/>
                <a:gd name="connsiteY41" fmla="*/ 555552 h 1167107"/>
                <a:gd name="connsiteX42" fmla="*/ 672769 w 1416141"/>
                <a:gd name="connsiteY42" fmla="*/ 555552 h 1167107"/>
                <a:gd name="connsiteX43" fmla="*/ 672769 w 1416141"/>
                <a:gd name="connsiteY43" fmla="*/ 484255 h 1167107"/>
                <a:gd name="connsiteX44" fmla="*/ 898824 w 1416141"/>
                <a:gd name="connsiteY44" fmla="*/ 484255 h 116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416141" h="1167107">
                  <a:moveTo>
                    <a:pt x="312905" y="1012225"/>
                  </a:moveTo>
                  <a:cubicBezTo>
                    <a:pt x="303308" y="1002949"/>
                    <a:pt x="298037" y="990092"/>
                    <a:pt x="298375" y="976745"/>
                  </a:cubicBezTo>
                  <a:lnTo>
                    <a:pt x="298375" y="353657"/>
                  </a:lnTo>
                  <a:lnTo>
                    <a:pt x="-329" y="353657"/>
                  </a:lnTo>
                  <a:lnTo>
                    <a:pt x="-329" y="511963"/>
                  </a:lnTo>
                  <a:lnTo>
                    <a:pt x="74010" y="511963"/>
                  </a:lnTo>
                  <a:lnTo>
                    <a:pt x="74010" y="988065"/>
                  </a:lnTo>
                  <a:cubicBezTo>
                    <a:pt x="73570" y="1035303"/>
                    <a:pt x="92273" y="1080717"/>
                    <a:pt x="125877" y="1113933"/>
                  </a:cubicBezTo>
                  <a:cubicBezTo>
                    <a:pt x="159346" y="1147452"/>
                    <a:pt x="204895" y="1166088"/>
                    <a:pt x="252252" y="1165631"/>
                  </a:cubicBezTo>
                  <a:lnTo>
                    <a:pt x="365111" y="1165631"/>
                  </a:lnTo>
                  <a:lnTo>
                    <a:pt x="426609" y="1026754"/>
                  </a:lnTo>
                  <a:lnTo>
                    <a:pt x="349905" y="1026754"/>
                  </a:lnTo>
                  <a:cubicBezTo>
                    <a:pt x="336085" y="1027295"/>
                    <a:pt x="322670" y="1022024"/>
                    <a:pt x="312905" y="1012225"/>
                  </a:cubicBezTo>
                  <a:close/>
                  <a:moveTo>
                    <a:pt x="756737" y="117971"/>
                  </a:moveTo>
                  <a:lnTo>
                    <a:pt x="807422" y="-294"/>
                  </a:lnTo>
                  <a:lnTo>
                    <a:pt x="548590" y="-294"/>
                  </a:lnTo>
                  <a:lnTo>
                    <a:pt x="435563" y="259552"/>
                  </a:lnTo>
                  <a:lnTo>
                    <a:pt x="1197360" y="259552"/>
                  </a:lnTo>
                  <a:lnTo>
                    <a:pt x="1197360" y="948868"/>
                  </a:lnTo>
                  <a:cubicBezTo>
                    <a:pt x="1198491" y="976272"/>
                    <a:pt x="1177204" y="999418"/>
                    <a:pt x="1149800" y="1000567"/>
                  </a:cubicBezTo>
                  <a:cubicBezTo>
                    <a:pt x="1148482" y="1000618"/>
                    <a:pt x="1147147" y="1000618"/>
                    <a:pt x="1145830" y="1000567"/>
                  </a:cubicBezTo>
                  <a:lnTo>
                    <a:pt x="965053" y="1000567"/>
                  </a:lnTo>
                  <a:lnTo>
                    <a:pt x="890715" y="1166814"/>
                  </a:lnTo>
                  <a:lnTo>
                    <a:pt x="1228615" y="1166814"/>
                  </a:lnTo>
                  <a:cubicBezTo>
                    <a:pt x="1353470" y="1166814"/>
                    <a:pt x="1415812" y="1077947"/>
                    <a:pt x="1415812" y="980969"/>
                  </a:cubicBezTo>
                  <a:lnTo>
                    <a:pt x="1415812" y="117633"/>
                  </a:lnTo>
                  <a:close/>
                  <a:moveTo>
                    <a:pt x="1013373" y="953430"/>
                  </a:moveTo>
                  <a:cubicBezTo>
                    <a:pt x="1034542" y="944577"/>
                    <a:pt x="1053769" y="931669"/>
                    <a:pt x="1069971" y="915416"/>
                  </a:cubicBezTo>
                  <a:cubicBezTo>
                    <a:pt x="1086207" y="899129"/>
                    <a:pt x="1099317" y="880004"/>
                    <a:pt x="1108661" y="858987"/>
                  </a:cubicBezTo>
                  <a:cubicBezTo>
                    <a:pt x="1118358" y="837124"/>
                    <a:pt x="1123309" y="813455"/>
                    <a:pt x="1123190" y="789548"/>
                  </a:cubicBezTo>
                  <a:lnTo>
                    <a:pt x="1123190" y="324597"/>
                  </a:lnTo>
                  <a:lnTo>
                    <a:pt x="448403" y="324597"/>
                  </a:lnTo>
                  <a:lnTo>
                    <a:pt x="448403" y="966608"/>
                  </a:lnTo>
                  <a:lnTo>
                    <a:pt x="945623" y="966608"/>
                  </a:lnTo>
                  <a:cubicBezTo>
                    <a:pt x="968872" y="966845"/>
                    <a:pt x="991916" y="962368"/>
                    <a:pt x="1013373" y="953430"/>
                  </a:cubicBezTo>
                  <a:close/>
                  <a:moveTo>
                    <a:pt x="898824" y="756603"/>
                  </a:moveTo>
                  <a:cubicBezTo>
                    <a:pt x="899213" y="770254"/>
                    <a:pt x="893959" y="783449"/>
                    <a:pt x="884294" y="793096"/>
                  </a:cubicBezTo>
                  <a:cubicBezTo>
                    <a:pt x="875019" y="802439"/>
                    <a:pt x="862315" y="807558"/>
                    <a:pt x="849153" y="807288"/>
                  </a:cubicBezTo>
                  <a:lnTo>
                    <a:pt x="672769" y="807288"/>
                  </a:lnTo>
                  <a:lnTo>
                    <a:pt x="672769" y="715210"/>
                  </a:lnTo>
                  <a:lnTo>
                    <a:pt x="898824" y="715210"/>
                  </a:lnTo>
                  <a:close/>
                  <a:moveTo>
                    <a:pt x="898824" y="555552"/>
                  </a:moveTo>
                  <a:lnTo>
                    <a:pt x="672769" y="555552"/>
                  </a:lnTo>
                  <a:lnTo>
                    <a:pt x="672769" y="484255"/>
                  </a:lnTo>
                  <a:lnTo>
                    <a:pt x="898824" y="484255"/>
                  </a:lnTo>
                  <a:close/>
                </a:path>
              </a:pathLst>
            </a:custGeom>
            <a:solidFill>
              <a:srgbClr val="898989"/>
            </a:solidFill>
            <a:ln w="16888" cap="flat">
              <a:noFill/>
              <a:prstDash val="solid"/>
              <a:miter/>
            </a:ln>
          </p:spPr>
          <p:txBody>
            <a:bodyPr rtlCol="0" anchor="ctr"/>
            <a:lstStyle/>
            <a:p>
              <a:endParaRPr lang="zh-CN" altLang="en-US"/>
            </a:p>
          </p:txBody>
        </p:sp>
        <p:sp>
          <p:nvSpPr>
            <p:cNvPr id="52" name="任意多边形: 形状 51"/>
            <p:cNvSpPr/>
            <p:nvPr/>
          </p:nvSpPr>
          <p:spPr>
            <a:xfrm>
              <a:off x="9181369" y="2982802"/>
              <a:ext cx="391626" cy="293635"/>
            </a:xfrm>
            <a:custGeom>
              <a:avLst/>
              <a:gdLst>
                <a:gd name="connsiteX0" fmla="*/ 260859 w 391626"/>
                <a:gd name="connsiteY0" fmla="*/ 293635 h 293635"/>
                <a:gd name="connsiteX1" fmla="*/ 0 w 391626"/>
                <a:gd name="connsiteY1" fmla="*/ 293635 h 293635"/>
                <a:gd name="connsiteX2" fmla="*/ 130767 w 391626"/>
                <a:gd name="connsiteY2" fmla="*/ 0 h 293635"/>
                <a:gd name="connsiteX3" fmla="*/ 391627 w 391626"/>
                <a:gd name="connsiteY3" fmla="*/ 0 h 293635"/>
                <a:gd name="connsiteX4" fmla="*/ 260859 w 391626"/>
                <a:gd name="connsiteY4" fmla="*/ 293635 h 293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626" h="293635">
                  <a:moveTo>
                    <a:pt x="260859" y="293635"/>
                  </a:moveTo>
                  <a:lnTo>
                    <a:pt x="0" y="293635"/>
                  </a:lnTo>
                  <a:lnTo>
                    <a:pt x="130767" y="0"/>
                  </a:lnTo>
                  <a:lnTo>
                    <a:pt x="391627" y="0"/>
                  </a:lnTo>
                  <a:lnTo>
                    <a:pt x="260859" y="293635"/>
                  </a:lnTo>
                  <a:close/>
                </a:path>
              </a:pathLst>
            </a:custGeom>
            <a:solidFill>
              <a:srgbClr val="F8B62D"/>
            </a:solidFill>
            <a:ln w="16888" cap="flat">
              <a:noFill/>
              <a:prstDash val="solid"/>
              <a:miter/>
            </a:ln>
          </p:spPr>
          <p:txBody>
            <a:bodyPr rtlCol="0" anchor="ctr"/>
            <a:lstStyle/>
            <a:p>
              <a:endParaRPr lang="zh-CN" altLang="en-US"/>
            </a:p>
          </p:txBody>
        </p:sp>
      </p:grpSp>
      <p:sp>
        <p:nvSpPr>
          <p:cNvPr id="53" name="Slide Number Placeholder 5"/>
          <p:cNvSpPr>
            <a:spLocks noGrp="1"/>
          </p:cNvSpPr>
          <p:nvPr>
            <p:ph type="sldNum" sz="quarter" idx="12"/>
          </p:nvPr>
        </p:nvSpPr>
        <p:spPr>
          <a:xfrm>
            <a:off x="11086900" y="6438900"/>
            <a:ext cx="432000" cy="215900"/>
          </a:xfrm>
          <a:prstGeom prst="roundRect">
            <a:avLst>
              <a:gd name="adj" fmla="val 12255"/>
            </a:avLst>
          </a:prstGeom>
          <a:solidFill>
            <a:schemeClr val="bg1">
              <a:lumMod val="95000"/>
            </a:schemeClr>
          </a:solidFill>
        </p:spPr>
        <p:txBody>
          <a:bodyPr lIns="0" tIns="0" rIns="0" bIns="0"/>
          <a:lstStyle>
            <a:lvl1pPr algn="ctr">
              <a:defRPr sz="800">
                <a:solidFill>
                  <a:schemeClr val="tx1"/>
                </a:solidFill>
              </a:defRPr>
            </a:lvl1pPr>
          </a:lstStyle>
          <a:p>
            <a:fld id="{7F65B630-C7FF-41C0-9923-C5E5E29EED81}" type="slidenum">
              <a:rPr lang="en-US" altLang="zh-CN" smtClean="0"/>
            </a:fld>
            <a:endParaRPr lang="en-US"/>
          </a:p>
        </p:txBody>
      </p:sp>
      <p:sp>
        <p:nvSpPr>
          <p:cNvPr id="54" name="Footer Placeholder 3"/>
          <p:cNvSpPr>
            <a:spLocks noGrp="1"/>
          </p:cNvSpPr>
          <p:nvPr>
            <p:ph type="ftr" sz="quarter" idx="11"/>
          </p:nvPr>
        </p:nvSpPr>
        <p:spPr>
          <a:xfrm>
            <a:off x="5016000" y="6438900"/>
            <a:ext cx="2160000" cy="215900"/>
          </a:xfrm>
        </p:spPr>
        <p:txBody>
          <a:bodyPr/>
          <a:lstStyle>
            <a:lvl1pPr algn="ctr">
              <a:defRPr sz="800"/>
            </a:lvl1pPr>
          </a:lstStyle>
          <a:p>
            <a:r>
              <a:rPr lang="en-US" altLang="zh-CN"/>
              <a:t>© </a:t>
            </a:r>
            <a:r>
              <a:rPr lang="zh-CN" altLang="en-US"/>
              <a:t>中智管理咨询有限公司│保留所有权利</a:t>
            </a:r>
            <a:endParaRPr lang="zh-CN" altLang="en-US" dirty="0"/>
          </a:p>
        </p:txBody>
      </p:sp>
      <p:sp>
        <p:nvSpPr>
          <p:cNvPr id="4" name="标题 3"/>
          <p:cNvSpPr>
            <a:spLocks noGrp="1"/>
          </p:cNvSpPr>
          <p:nvPr>
            <p:ph type="title"/>
          </p:nvPr>
        </p:nvSpPr>
        <p:spPr/>
        <p:txBody>
          <a:bodyPr/>
          <a:lstStyle>
            <a:lvl1pPr algn="just">
              <a:defRPr/>
            </a:lvl1pPr>
          </a:lstStyle>
          <a:p>
            <a:r>
              <a:rPr lang="zh-CN" altLang="en-US"/>
              <a:t>单击此处编辑母版标题样式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60399" y="0"/>
            <a:ext cx="10858500" cy="1028700"/>
          </a:xfrm>
          <a:prstGeom prst="rect">
            <a:avLst/>
          </a:prstGeom>
        </p:spPr>
        <p:txBody>
          <a:bodyPr vert="horz" lIns="91440" tIns="45720" rIns="91440" bIns="45720" rtlCol="0" anchor="b">
            <a:normAutofit/>
          </a:bodyPr>
          <a:lstStyle/>
          <a:p>
            <a:pPr lvl="0" defTabSz="914400"/>
            <a:r>
              <a:rPr lang="zh-CN" altLang="en-US" dirty="0"/>
              <a:t>单击此处编辑标题样式</a:t>
            </a:r>
            <a:r>
              <a:rPr lang="en-US" altLang="zh-CN" dirty="0"/>
              <a:t>-24pt</a:t>
            </a:r>
            <a:endParaRPr lang="zh-CN" altLang="en-US" dirty="0"/>
          </a:p>
        </p:txBody>
      </p:sp>
      <p:sp>
        <p:nvSpPr>
          <p:cNvPr id="3" name="Text Placeholder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cxnSp>
        <p:nvCxnSpPr>
          <p:cNvPr id="4" name="直接连接符 6"/>
          <p:cNvCxnSpPr/>
          <p:nvPr userDrawn="1"/>
        </p:nvCxnSpPr>
        <p:spPr>
          <a:xfrm>
            <a:off x="669924" y="1125443"/>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11" name="直接连接符 6"/>
          <p:cNvCxnSpPr/>
          <p:nvPr userDrawn="1"/>
        </p:nvCxnSpPr>
        <p:spPr>
          <a:xfrm>
            <a:off x="669924" y="6462082"/>
            <a:ext cx="10850563" cy="0"/>
          </a:xfrm>
          <a:prstGeom prst="line">
            <a:avLst/>
          </a:prstGeom>
          <a:ln w="19050">
            <a:gradFill>
              <a:gsLst>
                <a:gs pos="0">
                  <a:schemeClr val="bg1"/>
                </a:gs>
                <a:gs pos="83000">
                  <a:srgbClr val="0042FF"/>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11194812" y="6225703"/>
            <a:ext cx="240189" cy="240189"/>
          </a:xfrm>
          <a:prstGeom prst="rect">
            <a:avLst/>
          </a:prstGeom>
          <a:solidFill>
            <a:srgbClr val="FF4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Slide Number Placeholder 5"/>
          <p:cNvSpPr>
            <a:spLocks noGrp="1"/>
          </p:cNvSpPr>
          <p:nvPr>
            <p:ph type="sldNum" sz="quarter" idx="4"/>
          </p:nvPr>
        </p:nvSpPr>
        <p:spPr>
          <a:xfrm>
            <a:off x="11110913" y="6237847"/>
            <a:ext cx="407987" cy="215900"/>
          </a:xfrm>
          <a:prstGeom prst="rect">
            <a:avLst/>
          </a:prstGeom>
        </p:spPr>
        <p:txBody>
          <a:bodyPr vert="horz" lIns="91440" tIns="45720" rIns="91440" bIns="45720" rtlCol="0" anchor="ctr"/>
          <a:lstStyle>
            <a:lvl1pPr algn="ctr">
              <a:defRPr lang="zh-CN" altLang="en-US" sz="900" b="0" smtClean="0">
                <a:solidFill>
                  <a:schemeClr val="bg1"/>
                </a:solidFill>
              </a:defRPr>
            </a:lvl1pPr>
          </a:lstStyle>
          <a:p>
            <a:fld id="{7F65B630-C7FF-41C0-9923-C5E5E29EED81}" type="slidenum">
              <a:rPr lang="en-US" altLang="zh-CN" smtClean="0"/>
            </a:fld>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914400" rtl="0" eaLnBrk="1" latinLnBrk="0" hangingPunct="1">
        <a:lnSpc>
          <a:spcPct val="90000"/>
        </a:lnSpc>
        <a:spcBef>
          <a:spcPct val="0"/>
        </a:spcBef>
        <a:buNone/>
        <a:defRPr lang="zh-CN" altLang="en-US" sz="2400" b="1" kern="1200">
          <a:solidFill>
            <a:schemeClr val="tx1"/>
          </a:solidFill>
          <a:latin typeface="+mj-lt"/>
          <a:ea typeface="+mj-ea"/>
          <a:cs typeface="+mj-cs"/>
        </a:defRPr>
      </a:lvl1pPr>
    </p:titleStyle>
    <p:bodyStyle>
      <a:lvl1pPr marL="228600" indent="-228600" algn="just"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just" defTabSz="914400" rtl="0" eaLnBrk="1" latinLnBrk="0" hangingPunct="1">
        <a:lnSpc>
          <a:spcPct val="13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just"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just" defTabSz="914400" rtl="0" eaLnBrk="1" latinLnBrk="0" hangingPunct="1">
        <a:lnSpc>
          <a:spcPct val="13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just" defTabSz="914400" rtl="0" eaLnBrk="1" latinLnBrk="0" hangingPunct="1">
        <a:lnSpc>
          <a:spcPct val="13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3.svg"/><Relationship Id="rId7"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4" Type="http://schemas.openxmlformats.org/officeDocument/2006/relationships/slideLayout" Target="../slideLayouts/slideLayout4.xml"/><Relationship Id="rId23" Type="http://schemas.openxmlformats.org/officeDocument/2006/relationships/tags" Target="../tags/tag14.xml"/><Relationship Id="rId22" Type="http://schemas.openxmlformats.org/officeDocument/2006/relationships/tags" Target="../tags/tag13.xml"/><Relationship Id="rId21" Type="http://schemas.openxmlformats.org/officeDocument/2006/relationships/tags" Target="../tags/tag12.xml"/><Relationship Id="rId20" Type="http://schemas.openxmlformats.org/officeDocument/2006/relationships/tags" Target="../tags/tag11.xml"/><Relationship Id="rId2" Type="http://schemas.openxmlformats.org/officeDocument/2006/relationships/image" Target="../media/image7.svg"/><Relationship Id="rId19" Type="http://schemas.openxmlformats.org/officeDocument/2006/relationships/tags" Target="../tags/tag10.xml"/><Relationship Id="rId18" Type="http://schemas.openxmlformats.org/officeDocument/2006/relationships/tags" Target="../tags/tag9.xml"/><Relationship Id="rId17" Type="http://schemas.openxmlformats.org/officeDocument/2006/relationships/tags" Target="../tags/tag8.xml"/><Relationship Id="rId16" Type="http://schemas.openxmlformats.org/officeDocument/2006/relationships/tags" Target="../tags/tag7.xml"/><Relationship Id="rId15" Type="http://schemas.openxmlformats.org/officeDocument/2006/relationships/tags" Target="../tags/tag6.xml"/><Relationship Id="rId14" Type="http://schemas.openxmlformats.org/officeDocument/2006/relationships/tags" Target="../tags/tag5.xml"/><Relationship Id="rId13" Type="http://schemas.openxmlformats.org/officeDocument/2006/relationships/tags" Target="../tags/tag4.xml"/><Relationship Id="rId12" Type="http://schemas.openxmlformats.org/officeDocument/2006/relationships/tags" Target="../tags/tag3.xml"/><Relationship Id="rId11" Type="http://schemas.openxmlformats.org/officeDocument/2006/relationships/tags" Target="../tags/tag2.xml"/><Relationship Id="rId10" Type="http://schemas.openxmlformats.org/officeDocument/2006/relationships/image" Target="../media/image15.sv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7" Type="http://schemas.openxmlformats.org/officeDocument/2006/relationships/slideLayout" Target="../slideLayouts/slideLayout4.xml"/><Relationship Id="rId26" Type="http://schemas.openxmlformats.org/officeDocument/2006/relationships/tags" Target="../tags/tag40.xml"/><Relationship Id="rId25" Type="http://schemas.openxmlformats.org/officeDocument/2006/relationships/tags" Target="../tags/tag39.xml"/><Relationship Id="rId24" Type="http://schemas.openxmlformats.org/officeDocument/2006/relationships/tags" Target="../tags/tag38.xml"/><Relationship Id="rId23" Type="http://schemas.openxmlformats.org/officeDocument/2006/relationships/tags" Target="../tags/tag37.xml"/><Relationship Id="rId22" Type="http://schemas.openxmlformats.org/officeDocument/2006/relationships/tags" Target="../tags/tag36.xml"/><Relationship Id="rId21" Type="http://schemas.openxmlformats.org/officeDocument/2006/relationships/tags" Target="../tags/tag35.xml"/><Relationship Id="rId20" Type="http://schemas.openxmlformats.org/officeDocument/2006/relationships/tags" Target="../tags/tag34.xml"/><Relationship Id="rId2" Type="http://schemas.openxmlformats.org/officeDocument/2006/relationships/tags" Target="../tags/tag16.xml"/><Relationship Id="rId19" Type="http://schemas.openxmlformats.org/officeDocument/2006/relationships/tags" Target="../tags/tag33.xml"/><Relationship Id="rId18" Type="http://schemas.openxmlformats.org/officeDocument/2006/relationships/tags" Target="../tags/tag32.xml"/><Relationship Id="rId17" Type="http://schemas.openxmlformats.org/officeDocument/2006/relationships/tags" Target="../tags/tag31.xml"/><Relationship Id="rId16" Type="http://schemas.openxmlformats.org/officeDocument/2006/relationships/tags" Target="../tags/tag30.xml"/><Relationship Id="rId15" Type="http://schemas.openxmlformats.org/officeDocument/2006/relationships/tags" Target="../tags/tag29.xml"/><Relationship Id="rId14" Type="http://schemas.openxmlformats.org/officeDocument/2006/relationships/tags" Target="../tags/tag28.xml"/><Relationship Id="rId13" Type="http://schemas.openxmlformats.org/officeDocument/2006/relationships/tags" Target="../tags/tag27.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5.xml"/></Relationships>
</file>

<file path=ppt/slides/_rels/slide4.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3" Type="http://schemas.openxmlformats.org/officeDocument/2006/relationships/slideLayout" Target="../slideLayouts/slideLayout4.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tags" Target="../tags/tag4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7" Type="http://schemas.openxmlformats.org/officeDocument/2006/relationships/slideLayout" Target="../slideLayouts/slideLayout4.xml"/><Relationship Id="rId16" Type="http://schemas.openxmlformats.org/officeDocument/2006/relationships/tags" Target="../tags/tag68.xml"/><Relationship Id="rId15" Type="http://schemas.openxmlformats.org/officeDocument/2006/relationships/tags" Target="../tags/tag67.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2" Type="http://schemas.openxmlformats.org/officeDocument/2006/relationships/slideLayout" Target="../slideLayouts/slideLayout4.xml"/><Relationship Id="rId21" Type="http://schemas.openxmlformats.org/officeDocument/2006/relationships/tags" Target="../tags/tag89.xml"/><Relationship Id="rId20" Type="http://schemas.openxmlformats.org/officeDocument/2006/relationships/tags" Target="../tags/tag88.xml"/><Relationship Id="rId2" Type="http://schemas.openxmlformats.org/officeDocument/2006/relationships/tags" Target="../tags/tag70.xml"/><Relationship Id="rId19" Type="http://schemas.openxmlformats.org/officeDocument/2006/relationships/tags" Target="../tags/tag87.xml"/><Relationship Id="rId18" Type="http://schemas.openxmlformats.org/officeDocument/2006/relationships/tags" Target="../tags/tag86.xml"/><Relationship Id="rId17" Type="http://schemas.openxmlformats.org/officeDocument/2006/relationships/tags" Target="../tags/tag85.xml"/><Relationship Id="rId16" Type="http://schemas.openxmlformats.org/officeDocument/2006/relationships/tags" Target="../tags/tag84.xml"/><Relationship Id="rId15" Type="http://schemas.openxmlformats.org/officeDocument/2006/relationships/tags" Target="../tags/tag83.xml"/><Relationship Id="rId14" Type="http://schemas.openxmlformats.org/officeDocument/2006/relationships/tags" Target="../tags/tag82.xml"/><Relationship Id="rId13" Type="http://schemas.openxmlformats.org/officeDocument/2006/relationships/tags" Target="../tags/tag81.xml"/><Relationship Id="rId12" Type="http://schemas.openxmlformats.org/officeDocument/2006/relationships/tags" Target="../tags/tag80.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0" Type="http://schemas.openxmlformats.org/officeDocument/2006/relationships/slideLayout" Target="../slideLayouts/slideLayout4.xml"/><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image" Target="../media/image24.svg"/><Relationship Id="rId7" Type="http://schemas.openxmlformats.org/officeDocument/2006/relationships/image" Target="../media/image23.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5" Type="http://schemas.openxmlformats.org/officeDocument/2006/relationships/slideLayout" Target="../slideLayouts/slideLayout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9" Type="http://schemas.openxmlformats.org/officeDocument/2006/relationships/slideLayout" Target="../slideLayouts/slideLayout4.xml"/><Relationship Id="rId18" Type="http://schemas.openxmlformats.org/officeDocument/2006/relationships/image" Target="../media/image30.svg"/><Relationship Id="rId17" Type="http://schemas.openxmlformats.org/officeDocument/2006/relationships/image" Target="../media/image29.png"/><Relationship Id="rId16" Type="http://schemas.openxmlformats.org/officeDocument/2006/relationships/tags" Target="../tags/tag115.xml"/><Relationship Id="rId15" Type="http://schemas.openxmlformats.org/officeDocument/2006/relationships/image" Target="../media/image28.svg"/><Relationship Id="rId14" Type="http://schemas.openxmlformats.org/officeDocument/2006/relationships/image" Target="../media/image27.png"/><Relationship Id="rId13" Type="http://schemas.openxmlformats.org/officeDocument/2006/relationships/tags" Target="../tags/tag114.xml"/><Relationship Id="rId12" Type="http://schemas.openxmlformats.org/officeDocument/2006/relationships/image" Target="../media/image26.svg"/><Relationship Id="rId11" Type="http://schemas.openxmlformats.org/officeDocument/2006/relationships/image" Target="../media/image25.png"/><Relationship Id="rId10" Type="http://schemas.openxmlformats.org/officeDocument/2006/relationships/tags" Target="../tags/tag113.xml"/><Relationship Id="rId1" Type="http://schemas.openxmlformats.org/officeDocument/2006/relationships/tags" Target="../tags/tag104.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655320" y="3057843"/>
            <a:ext cx="7609840" cy="424815"/>
          </a:xfrm>
        </p:spPr>
        <p:txBody>
          <a:bodyPr wrap="square"/>
          <a:p>
            <a:r>
              <a:rPr lang="zh-CN" altLang="en-US" sz="2000"/>
              <a:t>以人才为引擎，以创新为驱动，构建国企核心竞争力</a:t>
            </a:r>
            <a:endParaRPr lang="zh-CN" altLang="en-US" sz="2000"/>
          </a:p>
        </p:txBody>
      </p:sp>
      <p:sp>
        <p:nvSpPr>
          <p:cNvPr id="4" name="标题 3"/>
          <p:cNvSpPr>
            <a:spLocks noGrp="1"/>
          </p:cNvSpPr>
          <p:nvPr>
            <p:ph type="ctrTitle"/>
          </p:nvPr>
        </p:nvSpPr>
        <p:spPr/>
        <p:txBody>
          <a:bodyPr/>
          <a:lstStyle/>
          <a:p>
            <a:r>
              <a:rPr lang="zh-CN" altLang="en-US" dirty="0"/>
              <a:t>国有企业科技创新规划方案</a:t>
            </a:r>
            <a:endParaRPr lang="zh-CN" altLang="en-US" dirty="0"/>
          </a:p>
        </p:txBody>
      </p:sp>
      <p:sp>
        <p:nvSpPr>
          <p:cNvPr id="3" name="文本占位符 2"/>
          <p:cNvSpPr>
            <a:spLocks noGrp="1"/>
          </p:cNvSpPr>
          <p:nvPr>
            <p:ph type="body" sz="quarter" idx="13"/>
          </p:nvPr>
        </p:nvSpPr>
        <p:spPr>
          <a:xfrm>
            <a:off x="660400" y="4753169"/>
            <a:ext cx="3153286" cy="312420"/>
          </a:xfrm>
        </p:spPr>
        <p:txBody>
          <a:bodyPr/>
          <a:p>
            <a:r>
              <a:rPr lang="zh-CN" altLang="en-US"/>
              <a:t>中智管理咨询有限公司</a:t>
            </a:r>
            <a:r>
              <a:t>     2026</a:t>
            </a:r>
            <a:r>
              <a:rPr lang="zh-CN" altLang="en-US"/>
              <a:t>年</a:t>
            </a:r>
            <a:r>
              <a:t>5</a:t>
            </a:r>
            <a:r>
              <a:rPr lang="zh-CN" altLang="en-US"/>
              <a:t>月</a:t>
            </a:r>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一、把握国企科技创新规划背景，明确国企科技创新规划的总体要求</a:t>
            </a:r>
            <a:endParaRPr lang="zh-CN" altLang="en-US"/>
          </a:p>
        </p:txBody>
      </p:sp>
      <p:sp>
        <p:nvSpPr>
          <p:cNvPr id="10" name="灯片编号占位符 9"/>
          <p:cNvSpPr>
            <a:spLocks noGrp="1"/>
          </p:cNvSpPr>
          <p:nvPr>
            <p:ph type="sldNum" sz="quarter" idx="4"/>
          </p:nvPr>
        </p:nvSpPr>
        <p:spPr/>
        <p:txBody>
          <a:bodyPr/>
          <a:p>
            <a:fld id="{7F65B630-C7FF-41C0-9923-C5E5E29EED81}" type="slidenum">
              <a:rPr lang="en-US" altLang="zh-CN" smtClean="0"/>
            </a:fld>
            <a:endParaRPr lang="en-US" altLang="zh-CN" dirty="0"/>
          </a:p>
        </p:txBody>
      </p:sp>
      <p:sp>
        <p:nvSpPr>
          <p:cNvPr id="27" name="矩形 26"/>
          <p:cNvSpPr/>
          <p:nvPr/>
        </p:nvSpPr>
        <p:spPr>
          <a:xfrm>
            <a:off x="702945" y="1266825"/>
            <a:ext cx="5793740" cy="4724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2000" b="1" dirty="0">
                <a:latin typeface="微软雅黑" panose="020B0503020204020204" pitchFamily="34" charset="-122"/>
                <a:ea typeface="微软雅黑" panose="020B0503020204020204" pitchFamily="34" charset="-122"/>
              </a:rPr>
              <a:t>科技创新规划背景</a:t>
            </a:r>
            <a:endParaRPr lang="zh-CN" altLang="en-US" sz="2000" b="1" dirty="0">
              <a:latin typeface="微软雅黑" panose="020B0503020204020204" pitchFamily="34" charset="-122"/>
              <a:ea typeface="微软雅黑" panose="020B0503020204020204" pitchFamily="34" charset="-122"/>
            </a:endParaRPr>
          </a:p>
        </p:txBody>
      </p:sp>
      <p:grpSp>
        <p:nvGrpSpPr>
          <p:cNvPr id="87" name="组合 86"/>
          <p:cNvGrpSpPr/>
          <p:nvPr/>
        </p:nvGrpSpPr>
        <p:grpSpPr>
          <a:xfrm>
            <a:off x="7801610" y="2089785"/>
            <a:ext cx="3434080" cy="3663950"/>
            <a:chOff x="12411" y="2096"/>
            <a:chExt cx="5363" cy="6671"/>
          </a:xfrm>
        </p:grpSpPr>
        <p:sp>
          <p:nvSpPr>
            <p:cNvPr id="28" name="椭圆 27"/>
            <p:cNvSpPr/>
            <p:nvPr/>
          </p:nvSpPr>
          <p:spPr>
            <a:xfrm>
              <a:off x="14068" y="5362"/>
              <a:ext cx="2049" cy="2049"/>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lnSpc>
                  <a:spcPct val="130000"/>
                </a:lnSpc>
                <a:spcBef>
                  <a:spcPts val="0"/>
                </a:spcBef>
                <a:spcAft>
                  <a:spcPts val="0"/>
                </a:spcAft>
                <a:buClrTx/>
                <a:buSzTx/>
                <a:buFontTx/>
              </a:pPr>
              <a:endParaRPr lang="zh-CN" altLang="en-US">
                <a:solidFill>
                  <a:schemeClr val="lt1"/>
                </a:solidFill>
                <a:sym typeface="+mn-ea"/>
              </a:endParaRPr>
            </a:p>
          </p:txBody>
        </p:sp>
        <p:sp>
          <p:nvSpPr>
            <p:cNvPr id="29" name="弧形 28"/>
            <p:cNvSpPr/>
            <p:nvPr/>
          </p:nvSpPr>
          <p:spPr>
            <a:xfrm>
              <a:off x="12933" y="4228"/>
              <a:ext cx="4318" cy="4319"/>
            </a:xfrm>
            <a:prstGeom prst="arc">
              <a:avLst>
                <a:gd name="adj1" fmla="val 17303427"/>
                <a:gd name="adj2" fmla="val 19073496"/>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30" name="弧形 29"/>
            <p:cNvSpPr/>
            <p:nvPr/>
          </p:nvSpPr>
          <p:spPr>
            <a:xfrm rot="5880000">
              <a:off x="12937" y="4227"/>
              <a:ext cx="4319" cy="4318"/>
            </a:xfrm>
            <a:prstGeom prst="arc">
              <a:avLst>
                <a:gd name="adj1" fmla="val 15717324"/>
                <a:gd name="adj2" fmla="val 17491149"/>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31" name="弧形 30"/>
            <p:cNvSpPr/>
            <p:nvPr/>
          </p:nvSpPr>
          <p:spPr>
            <a:xfrm rot="11880000">
              <a:off x="12946" y="4242"/>
              <a:ext cx="4318" cy="4319"/>
            </a:xfrm>
            <a:prstGeom prst="arc">
              <a:avLst>
                <a:gd name="adj1" fmla="val 14086945"/>
                <a:gd name="adj2" fmla="val 15878745"/>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32" name="弧形 31"/>
            <p:cNvSpPr/>
            <p:nvPr/>
          </p:nvSpPr>
          <p:spPr>
            <a:xfrm rot="16500000">
              <a:off x="12946" y="4242"/>
              <a:ext cx="4319" cy="4318"/>
            </a:xfrm>
            <a:prstGeom prst="arc">
              <a:avLst>
                <a:gd name="adj1" fmla="val 13827116"/>
                <a:gd name="adj2" fmla="val 15489774"/>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33" name="椭圆 32"/>
            <p:cNvSpPr/>
            <p:nvPr/>
          </p:nvSpPr>
          <p:spPr>
            <a:xfrm>
              <a:off x="16393" y="5030"/>
              <a:ext cx="1381" cy="1381"/>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2" name="任意多边形: 形状 41"/>
            <p:cNvSpPr/>
            <p:nvPr/>
          </p:nvSpPr>
          <p:spPr>
            <a:xfrm>
              <a:off x="16535" y="5173"/>
              <a:ext cx="1096" cy="1096"/>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solidFill>
              <a:schemeClr val="accent1"/>
            </a:solidFill>
            <a:ln>
              <a:noFill/>
            </a:ln>
            <a:effectLst>
              <a:outerShdw blurRad="50800" dist="38100" dir="8100000" algn="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dirty="0">
                <a:solidFill>
                  <a:schemeClr val="lt1"/>
                </a:solidFill>
              </a:endParaRPr>
            </a:p>
          </p:txBody>
        </p:sp>
        <p:sp>
          <p:nvSpPr>
            <p:cNvPr id="34" name="椭圆 33"/>
            <p:cNvSpPr/>
            <p:nvPr/>
          </p:nvSpPr>
          <p:spPr>
            <a:xfrm>
              <a:off x="15629" y="7386"/>
              <a:ext cx="1381" cy="1381"/>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3" name="任意多边形: 形状 42"/>
            <p:cNvSpPr/>
            <p:nvPr/>
          </p:nvSpPr>
          <p:spPr>
            <a:xfrm>
              <a:off x="15772" y="7529"/>
              <a:ext cx="1096" cy="1096"/>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solidFill>
              <a:schemeClr val="accent1"/>
            </a:soli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dirty="0">
                <a:solidFill>
                  <a:schemeClr val="lt1"/>
                </a:solidFill>
              </a:endParaRPr>
            </a:p>
          </p:txBody>
        </p:sp>
        <p:sp>
          <p:nvSpPr>
            <p:cNvPr id="40" name="任意多边形: 形状 39"/>
            <p:cNvSpPr>
              <a:spLocks noChangeAspect="1"/>
            </p:cNvSpPr>
            <p:nvPr/>
          </p:nvSpPr>
          <p:spPr>
            <a:xfrm>
              <a:off x="14259" y="5552"/>
              <a:ext cx="1667" cy="1667"/>
            </a:xfrm>
            <a:custGeom>
              <a:avLst/>
              <a:gdLst>
                <a:gd name="connsiteX0" fmla="*/ 0 w 1536103"/>
                <a:gd name="connsiteY0" fmla="*/ 768052 h 1536103"/>
                <a:gd name="connsiteX1" fmla="*/ 768052 w 1536103"/>
                <a:gd name="connsiteY1" fmla="*/ 0 h 1536103"/>
                <a:gd name="connsiteX2" fmla="*/ 1536104 w 1536103"/>
                <a:gd name="connsiteY2" fmla="*/ 768052 h 1536103"/>
                <a:gd name="connsiteX3" fmla="*/ 768052 w 1536103"/>
                <a:gd name="connsiteY3" fmla="*/ 1536104 h 1536103"/>
                <a:gd name="connsiteX4" fmla="*/ 0 w 1536103"/>
                <a:gd name="connsiteY4" fmla="*/ 768052 h 1536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6103" h="1536103">
                  <a:moveTo>
                    <a:pt x="0" y="768052"/>
                  </a:moveTo>
                  <a:cubicBezTo>
                    <a:pt x="0" y="343869"/>
                    <a:pt x="343869" y="0"/>
                    <a:pt x="768052" y="0"/>
                  </a:cubicBezTo>
                  <a:cubicBezTo>
                    <a:pt x="1192235" y="0"/>
                    <a:pt x="1536104" y="343869"/>
                    <a:pt x="1536104" y="768052"/>
                  </a:cubicBezTo>
                  <a:cubicBezTo>
                    <a:pt x="1536104" y="1192235"/>
                    <a:pt x="1192235" y="1536104"/>
                    <a:pt x="768052" y="1536104"/>
                  </a:cubicBezTo>
                  <a:cubicBezTo>
                    <a:pt x="343869" y="1536104"/>
                    <a:pt x="0" y="1192235"/>
                    <a:pt x="0" y="768052"/>
                  </a:cubicBezTo>
                  <a:close/>
                </a:path>
              </a:pathLst>
            </a:custGeom>
            <a:solidFill>
              <a:schemeClr val="accent1"/>
            </a:soli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0" vertOverflow="overflow" horzOverflow="overflow" vert="horz" wrap="square" lIns="71755" tIns="71755" rIns="71755" bIns="71755"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914400">
                <a:lnSpc>
                  <a:spcPct val="120000"/>
                </a:lnSpc>
                <a:spcBef>
                  <a:spcPts val="0"/>
                </a:spcBef>
                <a:spcAft>
                  <a:spcPts val="0"/>
                </a:spcAft>
                <a:buClrTx/>
                <a:buSzTx/>
                <a:buFontTx/>
              </a:pPr>
              <a:r>
                <a:rPr lang="zh-CN" altLang="en-US" sz="1600" b="1">
                  <a:solidFill>
                    <a:srgbClr val="FFFFFF"/>
                  </a:solidFill>
                  <a:latin typeface="+mj-ea"/>
                  <a:ea typeface="+mj-ea"/>
                  <a:cs typeface="+mj-ea"/>
                  <a:sym typeface="+mn-ea"/>
                </a:rPr>
                <a:t>总体要求</a:t>
              </a:r>
              <a:endParaRPr lang="zh-CN" altLang="en-US" sz="1600" b="1">
                <a:solidFill>
                  <a:srgbClr val="FFFFFF"/>
                </a:solidFill>
                <a:latin typeface="+mj-ea"/>
                <a:ea typeface="+mj-ea"/>
                <a:cs typeface="+mj-ea"/>
                <a:sym typeface="+mn-ea"/>
              </a:endParaRPr>
            </a:p>
          </p:txBody>
        </p:sp>
        <p:sp>
          <p:nvSpPr>
            <p:cNvPr id="38" name="椭圆 37"/>
            <p:cNvSpPr/>
            <p:nvPr/>
          </p:nvSpPr>
          <p:spPr>
            <a:xfrm>
              <a:off x="13161" y="7386"/>
              <a:ext cx="1381" cy="1381"/>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5" name="任意多边形: 形状 44"/>
            <p:cNvSpPr/>
            <p:nvPr/>
          </p:nvSpPr>
          <p:spPr>
            <a:xfrm>
              <a:off x="13304" y="7529"/>
              <a:ext cx="1096" cy="1096"/>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solidFill>
              <a:schemeClr val="accent1"/>
            </a:solidFill>
            <a:ln>
              <a:noFill/>
            </a:ln>
            <a:effectLst>
              <a:outerShdw blurRad="50800" dist="38100" dir="8100000" algn="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a:solidFill>
                  <a:schemeClr val="lt1"/>
                </a:solidFill>
              </a:endParaRPr>
            </a:p>
          </p:txBody>
        </p:sp>
        <p:sp>
          <p:nvSpPr>
            <p:cNvPr id="39" name="椭圆 38"/>
            <p:cNvSpPr/>
            <p:nvPr/>
          </p:nvSpPr>
          <p:spPr>
            <a:xfrm>
              <a:off x="14390" y="3602"/>
              <a:ext cx="1381" cy="1381"/>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1" name="任意多边形: 形状 45"/>
            <p:cNvSpPr/>
            <p:nvPr/>
          </p:nvSpPr>
          <p:spPr>
            <a:xfrm>
              <a:off x="14533" y="3745"/>
              <a:ext cx="1096" cy="1096"/>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solidFill>
              <a:schemeClr val="accent1"/>
            </a:soli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a:solidFill>
                  <a:schemeClr val="lt1"/>
                </a:solidFill>
              </a:endParaRPr>
            </a:p>
          </p:txBody>
        </p:sp>
        <p:sp>
          <p:nvSpPr>
            <p:cNvPr id="44" name="弧形 43"/>
            <p:cNvSpPr/>
            <p:nvPr/>
          </p:nvSpPr>
          <p:spPr>
            <a:xfrm rot="16500000">
              <a:off x="12946" y="4242"/>
              <a:ext cx="4319" cy="4318"/>
            </a:xfrm>
            <a:prstGeom prst="arc">
              <a:avLst>
                <a:gd name="adj1" fmla="val 18140667"/>
                <a:gd name="adj2" fmla="val 19782984"/>
              </a:avLst>
            </a:prstGeom>
            <a:ln>
              <a:solidFill>
                <a:schemeClr val="tx1">
                  <a:lumMod val="65000"/>
                  <a:lumOff val="35000"/>
                  <a:alpha val="25000"/>
                </a:schemeClr>
              </a:solidFill>
              <a:tailEnd type="ova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tx1"/>
                </a:solidFill>
              </a:endParaRPr>
            </a:p>
          </p:txBody>
        </p:sp>
        <p:sp>
          <p:nvSpPr>
            <p:cNvPr id="46" name="椭圆 45"/>
            <p:cNvSpPr/>
            <p:nvPr/>
          </p:nvSpPr>
          <p:spPr>
            <a:xfrm>
              <a:off x="12411" y="5030"/>
              <a:ext cx="1381" cy="1381"/>
            </a:xfrm>
            <a:prstGeom prst="ellipse">
              <a:avLst/>
            </a:prstGeom>
            <a:noFill/>
            <a:ln w="6350">
              <a:solidFill>
                <a:schemeClr val="tx1">
                  <a:lumMod val="65000"/>
                  <a:lumOff val="35000"/>
                  <a:alpha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47" name="任意多边形: 形状 45"/>
            <p:cNvSpPr/>
            <p:nvPr/>
          </p:nvSpPr>
          <p:spPr>
            <a:xfrm>
              <a:off x="12554" y="5173"/>
              <a:ext cx="1096" cy="1096"/>
            </a:xfrm>
            <a:custGeom>
              <a:avLst/>
              <a:gdLst>
                <a:gd name="connsiteX0" fmla="*/ 0 w 1075272"/>
                <a:gd name="connsiteY0" fmla="*/ 537636 h 1075272"/>
                <a:gd name="connsiteX1" fmla="*/ 537636 w 1075272"/>
                <a:gd name="connsiteY1" fmla="*/ 0 h 1075272"/>
                <a:gd name="connsiteX2" fmla="*/ 1075272 w 1075272"/>
                <a:gd name="connsiteY2" fmla="*/ 537636 h 1075272"/>
                <a:gd name="connsiteX3" fmla="*/ 537636 w 1075272"/>
                <a:gd name="connsiteY3" fmla="*/ 1075272 h 1075272"/>
                <a:gd name="connsiteX4" fmla="*/ 0 w 1075272"/>
                <a:gd name="connsiteY4" fmla="*/ 537636 h 107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272" h="1075272">
                  <a:moveTo>
                    <a:pt x="0" y="537636"/>
                  </a:moveTo>
                  <a:cubicBezTo>
                    <a:pt x="0" y="240708"/>
                    <a:pt x="240708" y="0"/>
                    <a:pt x="537636" y="0"/>
                  </a:cubicBezTo>
                  <a:cubicBezTo>
                    <a:pt x="834564" y="0"/>
                    <a:pt x="1075272" y="240708"/>
                    <a:pt x="1075272" y="537636"/>
                  </a:cubicBezTo>
                  <a:cubicBezTo>
                    <a:pt x="1075272" y="834564"/>
                    <a:pt x="834564" y="1075272"/>
                    <a:pt x="537636" y="1075272"/>
                  </a:cubicBezTo>
                  <a:cubicBezTo>
                    <a:pt x="240708" y="1075272"/>
                    <a:pt x="0" y="834564"/>
                    <a:pt x="0" y="537636"/>
                  </a:cubicBezTo>
                  <a:close/>
                </a:path>
              </a:pathLst>
            </a:custGeom>
            <a:solidFill>
              <a:schemeClr val="accent1"/>
            </a:solidFill>
            <a:ln>
              <a:noFill/>
            </a:ln>
            <a:effectLst>
              <a:outerShdw blurRad="50800" dist="38100" dir="8100000"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dirty="0">
                <a:solidFill>
                  <a:schemeClr val="lt1"/>
                </a:solidFill>
              </a:endParaRPr>
            </a:p>
          </p:txBody>
        </p:sp>
        <p:pic>
          <p:nvPicPr>
            <p:cNvPr id="51" name="图片 15" descr="343439383331313b343532303033313bd3a6d3c3c9ccb3c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878" y="4090"/>
              <a:ext cx="405" cy="405"/>
            </a:xfrm>
            <a:prstGeom prst="rect">
              <a:avLst/>
            </a:prstGeom>
          </p:spPr>
        </p:pic>
        <p:pic>
          <p:nvPicPr>
            <p:cNvPr id="55" name="图片 23" descr="343439383331313b343532303034303bcffacadbb9dcc0ed"/>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899" y="5518"/>
              <a:ext cx="405" cy="405"/>
            </a:xfrm>
            <a:prstGeom prst="rect">
              <a:avLst/>
            </a:prstGeom>
          </p:spPr>
        </p:pic>
        <p:pic>
          <p:nvPicPr>
            <p:cNvPr id="56" name="图片 19" descr="343435383036303b343532343136343bcfeec4bfb7b6cea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650" y="7875"/>
              <a:ext cx="405" cy="405"/>
            </a:xfrm>
            <a:prstGeom prst="rect">
              <a:avLst/>
            </a:prstGeom>
          </p:spPr>
        </p:pic>
        <p:pic>
          <p:nvPicPr>
            <p:cNvPr id="57" name="图片 20" descr="343435383038363b343532323339383bd6b4d0d0cad6b6ce"/>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117" y="7875"/>
              <a:ext cx="405" cy="405"/>
            </a:xfrm>
            <a:prstGeom prst="rect">
              <a:avLst/>
            </a:prstGeom>
          </p:spPr>
        </p:pic>
        <p:pic>
          <p:nvPicPr>
            <p:cNvPr id="58" name="图片 19" descr="343435383038363b343532323339393bd6b4d0d0d5aad2aa"/>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881" y="5518"/>
              <a:ext cx="405" cy="405"/>
            </a:xfrm>
            <a:prstGeom prst="rect">
              <a:avLst/>
            </a:prstGeom>
          </p:spPr>
        </p:pic>
        <p:sp>
          <p:nvSpPr>
            <p:cNvPr id="59" name="文本框 58"/>
            <p:cNvSpPr txBox="1"/>
            <p:nvPr/>
          </p:nvSpPr>
          <p:spPr>
            <a:xfrm>
              <a:off x="13650" y="2096"/>
              <a:ext cx="3057" cy="1020"/>
            </a:xfrm>
            <a:prstGeom prst="rect">
              <a:avLst/>
            </a:prstGeom>
            <a:noFill/>
          </p:spPr>
          <p:txBody>
            <a:bodyPr wrap="square" lIns="0" tIns="0" rIns="0" bIns="0" rtlCol="0" anchor="t" anchorCtr="0">
              <a:noAutofit/>
            </a:bodyPr>
            <a:lstStyle/>
            <a:p>
              <a:pPr lvl="0" algn="ctr">
                <a:lnSpc>
                  <a:spcPct val="130000"/>
                </a:lnSpc>
                <a:buClrTx/>
                <a:buSzTx/>
                <a:buFontTx/>
              </a:pPr>
              <a:r>
                <a:rPr lang="zh-CN" altLang="en-US" sz="1400" b="1" spc="150" dirty="0">
                  <a:solidFill>
                    <a:schemeClr val="tx1"/>
                  </a:solidFill>
                  <a:uFillTx/>
                  <a:latin typeface="+mn-ea"/>
                  <a:cs typeface="+mn-ea"/>
                  <a:sym typeface="+mn-ea"/>
                </a:rPr>
                <a:t>加快原创性引领性科技攻关</a:t>
              </a:r>
              <a:endParaRPr lang="zh-CN" altLang="en-US" sz="1400" b="1" spc="150" dirty="0">
                <a:solidFill>
                  <a:schemeClr val="tx1"/>
                </a:solidFill>
                <a:uFillTx/>
                <a:latin typeface="+mn-ea"/>
                <a:cs typeface="+mn-ea"/>
                <a:sym typeface="+mn-ea"/>
              </a:endParaRPr>
            </a:p>
          </p:txBody>
        </p:sp>
      </p:grpSp>
      <p:grpSp>
        <p:nvGrpSpPr>
          <p:cNvPr id="69" name="组合 68"/>
          <p:cNvGrpSpPr/>
          <p:nvPr>
            <p:custDataLst>
              <p:tags r:id="rId11"/>
            </p:custDataLst>
          </p:nvPr>
        </p:nvGrpSpPr>
        <p:grpSpPr>
          <a:xfrm>
            <a:off x="695960" y="1890395"/>
            <a:ext cx="5800725" cy="1359535"/>
            <a:chOff x="1096" y="3177"/>
            <a:chExt cx="9135" cy="1820"/>
          </a:xfrm>
        </p:grpSpPr>
        <p:sp>
          <p:nvSpPr>
            <p:cNvPr id="23" name="矩形: 圆角 11"/>
            <p:cNvSpPr/>
            <p:nvPr>
              <p:custDataLst>
                <p:tags r:id="rId12"/>
              </p:custDataLst>
            </p:nvPr>
          </p:nvSpPr>
          <p:spPr>
            <a:xfrm>
              <a:off x="1096" y="3177"/>
              <a:ext cx="9135" cy="1798"/>
            </a:xfrm>
            <a:prstGeom prst="roundRect">
              <a:avLst>
                <a:gd name="adj" fmla="val 10881"/>
              </a:avLst>
            </a:prstGeom>
            <a:solidFill>
              <a:srgbClr val="FFFFFF"/>
            </a:solidFill>
            <a:ln w="25400">
              <a:solidFill>
                <a:schemeClr val="accent1"/>
              </a:solidFill>
            </a:ln>
            <a:effectLst>
              <a:outerShdw blurRad="203200" dist="76200" dir="5400000" algn="t" rotWithShape="0">
                <a:schemeClr val="accent1">
                  <a:alpha val="1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4" name="正文"/>
            <p:cNvSpPr txBox="1"/>
            <p:nvPr>
              <p:custDataLst>
                <p:tags r:id="rId13"/>
              </p:custDataLst>
            </p:nvPr>
          </p:nvSpPr>
          <p:spPr>
            <a:xfrm>
              <a:off x="2093" y="3776"/>
              <a:ext cx="7991" cy="795"/>
            </a:xfrm>
            <a:prstGeom prst="rect">
              <a:avLst/>
            </a:prstGeom>
            <a:noFill/>
          </p:spPr>
          <p:txBody>
            <a:bodyPr wrap="square" lIns="0" tIns="0" rIns="0" bIns="72000" rtlCol="0" anchor="t" anchorCtr="0"/>
            <a:lstStyle>
              <a:defPPr>
                <a:defRPr lang="zh-CN"/>
              </a:defPPr>
              <a:lvl1pPr indent="0" algn="just" fontAlgn="auto">
                <a:lnSpc>
                  <a:spcPct val="130000"/>
                </a:lnSpc>
                <a:spcAft>
                  <a:spcPts val="1000"/>
                </a:spcAft>
                <a:defRPr sz="1600">
                  <a:solidFill>
                    <a:schemeClr val="tx1">
                      <a:lumMod val="65000"/>
                      <a:lumOff val="35000"/>
                    </a:schemeClr>
                  </a:solidFill>
                  <a:uFillTx/>
                  <a:latin typeface="+中文正文" charset="0"/>
                </a:defRPr>
              </a:lvl1pPr>
            </a:lstStyle>
            <a:p>
              <a:pPr marL="171450" marR="0" indent="-171450" algn="l">
                <a:lnSpc>
                  <a:spcPct val="120000"/>
                </a:lnSpc>
                <a:spcBef>
                  <a:spcPts val="0"/>
                </a:spcBef>
                <a:spcAft>
                  <a:spcPts val="0"/>
                </a:spcAft>
                <a:buFont typeface="Arial" panose="020B0604020202020204" pitchFamily="34" charset="0"/>
                <a:buChar char="•"/>
              </a:pPr>
              <a:r>
                <a:rPr lang="zh-CN" altLang="en-US" sz="1200" b="1" kern="1200" spc="130" dirty="0">
                  <a:solidFill>
                    <a:srgbClr val="FF0000"/>
                  </a:solidFill>
                  <a:effectLst/>
                  <a:latin typeface="+mn-ea"/>
                  <a:cs typeface="mn-cs"/>
                </a:rPr>
                <a:t>自主创新迈向攻坚期</a:t>
              </a:r>
              <a:r>
                <a:rPr lang="zh-CN" altLang="en-US" sz="1200" b="1" kern="1200" spc="130" dirty="0">
                  <a:solidFill>
                    <a:srgbClr val="404040"/>
                  </a:solidFill>
                  <a:effectLst/>
                  <a:latin typeface="+mn-ea"/>
                  <a:cs typeface="mn-cs"/>
                </a:rPr>
                <a:t>：</a:t>
              </a:r>
              <a:r>
                <a:rPr lang="zh-CN" altLang="en-US" sz="1200" kern="1200" spc="130" dirty="0">
                  <a:solidFill>
                    <a:srgbClr val="404040"/>
                  </a:solidFill>
                  <a:effectLst/>
                  <a:latin typeface="+mn-ea"/>
                  <a:cs typeface="mn-cs"/>
                </a:rPr>
                <a:t>从集成式向全面自主性转变，从点的突破向系统提升转变</a:t>
              </a:r>
              <a:endParaRPr lang="zh-CN" altLang="en-US" sz="1200" kern="1200" spc="130" dirty="0">
                <a:solidFill>
                  <a:srgbClr val="404040"/>
                </a:solidFill>
                <a:effectLst/>
                <a:latin typeface="+mn-ea"/>
                <a:cs typeface="mn-cs"/>
              </a:endParaRPr>
            </a:p>
            <a:p>
              <a:pPr marL="171450" marR="0" indent="-171450" algn="l">
                <a:lnSpc>
                  <a:spcPct val="120000"/>
                </a:lnSpc>
                <a:spcBef>
                  <a:spcPts val="0"/>
                </a:spcBef>
                <a:spcAft>
                  <a:spcPts val="0"/>
                </a:spcAft>
                <a:buFont typeface="Arial" panose="020B0604020202020204" pitchFamily="34" charset="0"/>
                <a:buChar char="•"/>
              </a:pPr>
              <a:r>
                <a:rPr lang="zh-CN" altLang="en-US" sz="1200" b="1" kern="1200" spc="130" dirty="0">
                  <a:solidFill>
                    <a:srgbClr val="FF0000"/>
                  </a:solidFill>
                  <a:effectLst/>
                  <a:latin typeface="+mn-ea"/>
                  <a:cs typeface="mn-cs"/>
                </a:rPr>
                <a:t>尖端科技研究进入</a:t>
              </a:r>
              <a:r>
                <a:rPr lang="en-US" altLang="zh-CN" sz="1200" b="1" kern="1200" spc="130" dirty="0">
                  <a:solidFill>
                    <a:srgbClr val="FF0000"/>
                  </a:solidFill>
                  <a:effectLst/>
                  <a:latin typeface="+mn-ea"/>
                  <a:cs typeface="mn-cs"/>
                </a:rPr>
                <a:t>“</a:t>
              </a:r>
              <a:r>
                <a:rPr lang="zh-CN" altLang="en-US" sz="1200" b="1" kern="1200" spc="130" dirty="0">
                  <a:solidFill>
                    <a:srgbClr val="FF0000"/>
                  </a:solidFill>
                  <a:effectLst/>
                  <a:latin typeface="+mn-ea"/>
                  <a:cs typeface="mn-cs"/>
                </a:rPr>
                <a:t>无人区</a:t>
              </a:r>
              <a:r>
                <a:rPr lang="en-US" altLang="zh-CN" sz="1200" b="1" kern="1200" spc="130" dirty="0">
                  <a:solidFill>
                    <a:srgbClr val="FF0000"/>
                  </a:solidFill>
                  <a:effectLst/>
                  <a:latin typeface="+mn-ea"/>
                  <a:cs typeface="mn-cs"/>
                </a:rPr>
                <a:t>”</a:t>
              </a:r>
              <a:r>
                <a:rPr lang="zh-CN" altLang="en-US" sz="1200" b="1" kern="1200" spc="130" dirty="0">
                  <a:solidFill>
                    <a:schemeClr val="tx1"/>
                  </a:solidFill>
                  <a:effectLst/>
                  <a:latin typeface="+mn-ea"/>
                  <a:cs typeface="mn-cs"/>
                </a:rPr>
                <a:t>：</a:t>
              </a:r>
              <a:r>
                <a:rPr lang="zh-CN" altLang="en-US" sz="1200" kern="1200" spc="130" dirty="0">
                  <a:solidFill>
                    <a:schemeClr val="tx1"/>
                  </a:solidFill>
                  <a:effectLst/>
                  <a:latin typeface="+mn-ea"/>
                  <a:cs typeface="mn-cs"/>
                </a:rPr>
                <a:t>基础研究和颠覆性技术突破成为全球科技界的共同焦点</a:t>
              </a:r>
              <a:endParaRPr lang="zh-CN" altLang="en-US" sz="1200" kern="1200" spc="130" dirty="0">
                <a:solidFill>
                  <a:schemeClr val="tx1"/>
                </a:solidFill>
                <a:effectLst/>
                <a:latin typeface="+mn-ea"/>
                <a:cs typeface="mn-cs"/>
              </a:endParaRPr>
            </a:p>
          </p:txBody>
        </p:sp>
        <p:sp>
          <p:nvSpPr>
            <p:cNvPr id="25" name="矩形: 圆角 14"/>
            <p:cNvSpPr/>
            <p:nvPr>
              <p:custDataLst>
                <p:tags r:id="rId14"/>
              </p:custDataLst>
            </p:nvPr>
          </p:nvSpPr>
          <p:spPr>
            <a:xfrm>
              <a:off x="1096" y="3177"/>
              <a:ext cx="853" cy="1820"/>
            </a:xfrm>
            <a:prstGeom prst="roundRect">
              <a:avLst>
                <a:gd name="adj" fmla="val 10881"/>
              </a:avLst>
            </a:prstGeom>
            <a:gradFill flip="none" rotWithShape="1">
              <a:gsLst>
                <a:gs pos="69000">
                  <a:schemeClr val="accent1">
                    <a:alpha val="100000"/>
                  </a:schemeClr>
                </a:gs>
                <a:gs pos="0">
                  <a:schemeClr val="accent1">
                    <a:lumMod val="60000"/>
                    <a:lumOff val="40000"/>
                    <a:alpha val="100000"/>
                  </a:schemeClr>
                </a:gs>
              </a:gsLst>
              <a:lin ang="2700000" scaled="1"/>
              <a:tileRect/>
            </a:gra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solidFill>
                    <a:schemeClr val="bg1"/>
                  </a:solidFill>
                  <a:latin typeface="+mj-ea"/>
                  <a:ea typeface="+mj-ea"/>
                </a:rPr>
                <a:t>全球趋势</a:t>
              </a:r>
              <a:endParaRPr lang="zh-CN" altLang="en-US" sz="1600" b="1" dirty="0">
                <a:solidFill>
                  <a:schemeClr val="bg1"/>
                </a:solidFill>
                <a:latin typeface="+mj-ea"/>
                <a:ea typeface="+mj-ea"/>
              </a:endParaRPr>
            </a:p>
          </p:txBody>
        </p:sp>
        <p:sp>
          <p:nvSpPr>
            <p:cNvPr id="67" name="矩形 66"/>
            <p:cNvSpPr/>
            <p:nvPr/>
          </p:nvSpPr>
          <p:spPr>
            <a:xfrm>
              <a:off x="2077" y="3224"/>
              <a:ext cx="7993" cy="553"/>
            </a:xfrm>
            <a:prstGeom prst="rect">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p>
              <a:pPr marL="0" marR="0" indent="0" algn="ctr">
                <a:lnSpc>
                  <a:spcPct val="150000"/>
                </a:lnSpc>
                <a:spcBef>
                  <a:spcPts val="0"/>
                </a:spcBef>
                <a:spcAft>
                  <a:spcPts val="0"/>
                </a:spcAft>
              </a:pPr>
              <a:r>
                <a:rPr lang="zh-CN" altLang="en-US" sz="1400" b="1" spc="130" dirty="0">
                  <a:solidFill>
                    <a:schemeClr val="bg1"/>
                  </a:solidFill>
                  <a:effectLst/>
                  <a:latin typeface="+mn-ea"/>
                  <a:cs typeface="mn-cs"/>
                  <a:sym typeface="+mn-ea"/>
                </a:rPr>
                <a:t>新一轮科技革命和产业变革蓬勃兴起成为新战略机遇</a:t>
              </a:r>
              <a:endParaRPr lang="zh-CN" altLang="en-US" sz="1400" b="1" spc="130" dirty="0">
                <a:solidFill>
                  <a:schemeClr val="bg1"/>
                </a:solidFill>
                <a:effectLst/>
                <a:latin typeface="+mn-ea"/>
                <a:ea typeface="微软雅黑" panose="020B0503020204020204" pitchFamily="34" charset="-122"/>
                <a:cs typeface="mn-cs"/>
                <a:sym typeface="+mn-ea"/>
              </a:endParaRPr>
            </a:p>
          </p:txBody>
        </p:sp>
      </p:grpSp>
      <p:grpSp>
        <p:nvGrpSpPr>
          <p:cNvPr id="71" name="组合 70"/>
          <p:cNvGrpSpPr/>
          <p:nvPr>
            <p:custDataLst>
              <p:tags r:id="rId15"/>
            </p:custDataLst>
          </p:nvPr>
        </p:nvGrpSpPr>
        <p:grpSpPr>
          <a:xfrm>
            <a:off x="695325" y="3397250"/>
            <a:ext cx="5800725" cy="1297305"/>
            <a:chOff x="1096" y="3177"/>
            <a:chExt cx="9135" cy="1820"/>
          </a:xfrm>
        </p:grpSpPr>
        <p:sp>
          <p:nvSpPr>
            <p:cNvPr id="72" name="矩形: 圆角 11"/>
            <p:cNvSpPr/>
            <p:nvPr>
              <p:custDataLst>
                <p:tags r:id="rId16"/>
              </p:custDataLst>
            </p:nvPr>
          </p:nvSpPr>
          <p:spPr>
            <a:xfrm>
              <a:off x="1096" y="3177"/>
              <a:ext cx="9135" cy="1798"/>
            </a:xfrm>
            <a:prstGeom prst="roundRect">
              <a:avLst>
                <a:gd name="adj" fmla="val 10881"/>
              </a:avLst>
            </a:prstGeom>
            <a:solidFill>
              <a:srgbClr val="FFFFFF"/>
            </a:solidFill>
            <a:ln w="25400">
              <a:solidFill>
                <a:schemeClr val="accent1"/>
              </a:solidFill>
            </a:ln>
            <a:effectLst>
              <a:outerShdw blurRad="203200" dist="76200" dir="5400000" algn="t" rotWithShape="0">
                <a:schemeClr val="accent1">
                  <a:alpha val="1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3" name="正文"/>
            <p:cNvSpPr txBox="1"/>
            <p:nvPr>
              <p:custDataLst>
                <p:tags r:id="rId17"/>
              </p:custDataLst>
            </p:nvPr>
          </p:nvSpPr>
          <p:spPr>
            <a:xfrm>
              <a:off x="2078" y="3824"/>
              <a:ext cx="7991" cy="795"/>
            </a:xfrm>
            <a:prstGeom prst="rect">
              <a:avLst/>
            </a:prstGeom>
            <a:noFill/>
          </p:spPr>
          <p:txBody>
            <a:bodyPr wrap="square" lIns="0" tIns="0" rIns="0" bIns="72000" rtlCol="0" anchor="t" anchorCtr="0"/>
            <a:lstStyle>
              <a:defPPr>
                <a:defRPr lang="zh-CN"/>
              </a:defPPr>
              <a:lvl1pPr indent="0" algn="just" fontAlgn="auto">
                <a:lnSpc>
                  <a:spcPct val="130000"/>
                </a:lnSpc>
                <a:spcAft>
                  <a:spcPts val="1000"/>
                </a:spcAft>
                <a:defRPr sz="1600">
                  <a:solidFill>
                    <a:schemeClr val="tx1">
                      <a:lumMod val="65000"/>
                      <a:lumOff val="35000"/>
                    </a:schemeClr>
                  </a:solidFill>
                  <a:uFillTx/>
                  <a:latin typeface="+中文正文" charset="0"/>
                </a:defRPr>
              </a:lvl1pPr>
            </a:lstStyle>
            <a:p>
              <a:pPr marL="171450" marR="0" indent="-171450" algn="l">
                <a:lnSpc>
                  <a:spcPct val="150000"/>
                </a:lnSpc>
                <a:spcBef>
                  <a:spcPts val="0"/>
                </a:spcBef>
                <a:spcAft>
                  <a:spcPts val="0"/>
                </a:spcAft>
                <a:buFont typeface="Arial" panose="020B0604020202020204" pitchFamily="34" charset="0"/>
                <a:buChar char="•"/>
              </a:pPr>
              <a:r>
                <a:rPr lang="zh-CN" altLang="en-US" sz="1200" kern="1200" spc="130" dirty="0">
                  <a:solidFill>
                    <a:srgbClr val="404040"/>
                  </a:solidFill>
                  <a:effectLst/>
                  <a:latin typeface="+mn-ea"/>
                  <a:cs typeface="mn-cs"/>
                </a:rPr>
                <a:t>坚持创新在国家发展全局中的核心地位，把</a:t>
              </a:r>
              <a:r>
                <a:rPr lang="zh-CN" altLang="en-US" sz="1200" b="1" kern="1200" spc="130" dirty="0">
                  <a:solidFill>
                    <a:schemeClr val="tx2"/>
                  </a:solidFill>
                  <a:effectLst/>
                  <a:latin typeface="+mn-ea"/>
                  <a:cs typeface="mn-cs"/>
                </a:rPr>
                <a:t>科技自立自强</a:t>
              </a:r>
              <a:r>
                <a:rPr lang="zh-CN" altLang="en-US" sz="1200" kern="1200" spc="130" dirty="0">
                  <a:solidFill>
                    <a:srgbClr val="404040"/>
                  </a:solidFill>
                  <a:effectLst/>
                  <a:latin typeface="+mn-ea"/>
                  <a:cs typeface="mn-cs"/>
                </a:rPr>
                <a:t>作为国家发展的战略支撑</a:t>
              </a:r>
              <a:endParaRPr lang="zh-CN" altLang="en-US" sz="1200" kern="1200" spc="130" dirty="0">
                <a:solidFill>
                  <a:srgbClr val="404040"/>
                </a:solidFill>
                <a:effectLst/>
                <a:latin typeface="+mn-ea"/>
                <a:cs typeface="mn-cs"/>
              </a:endParaRPr>
            </a:p>
            <a:p>
              <a:pPr marL="171450" marR="0" indent="-171450" algn="l">
                <a:lnSpc>
                  <a:spcPct val="150000"/>
                </a:lnSpc>
                <a:spcBef>
                  <a:spcPts val="0"/>
                </a:spcBef>
                <a:spcAft>
                  <a:spcPts val="0"/>
                </a:spcAft>
                <a:buFont typeface="Arial" panose="020B0604020202020204" pitchFamily="34" charset="0"/>
                <a:buChar char="•"/>
              </a:pPr>
              <a:r>
                <a:rPr lang="zh-CN" altLang="en-US" sz="1200" kern="1200" spc="130" dirty="0">
                  <a:solidFill>
                    <a:srgbClr val="404040"/>
                  </a:solidFill>
                  <a:effectLst/>
                  <a:latin typeface="+mn-ea"/>
                  <a:cs typeface="mn-cs"/>
                </a:rPr>
                <a:t>坚持</a:t>
              </a:r>
              <a:r>
                <a:rPr lang="zh-CN" altLang="en-US" sz="1200" b="1" kern="1200" spc="130" dirty="0">
                  <a:solidFill>
                    <a:schemeClr val="tx2"/>
                  </a:solidFill>
                  <a:effectLst/>
                  <a:latin typeface="+mn-ea"/>
                  <a:cs typeface="mn-cs"/>
                </a:rPr>
                <a:t>科技是第一生产力、人才是第一资源、创新是第一动力</a:t>
              </a:r>
              <a:endParaRPr lang="zh-CN" altLang="en-US" sz="1200" b="1" kern="1200" spc="130" dirty="0">
                <a:solidFill>
                  <a:schemeClr val="tx2"/>
                </a:solidFill>
                <a:effectLst/>
                <a:latin typeface="+mn-ea"/>
                <a:cs typeface="mn-cs"/>
              </a:endParaRPr>
            </a:p>
          </p:txBody>
        </p:sp>
        <p:sp>
          <p:nvSpPr>
            <p:cNvPr id="74" name="矩形: 圆角 14"/>
            <p:cNvSpPr/>
            <p:nvPr>
              <p:custDataLst>
                <p:tags r:id="rId18"/>
              </p:custDataLst>
            </p:nvPr>
          </p:nvSpPr>
          <p:spPr>
            <a:xfrm>
              <a:off x="1096" y="3177"/>
              <a:ext cx="853" cy="1820"/>
            </a:xfrm>
            <a:prstGeom prst="roundRect">
              <a:avLst>
                <a:gd name="adj" fmla="val 10881"/>
              </a:avLst>
            </a:prstGeom>
            <a:gradFill flip="none" rotWithShape="1">
              <a:gsLst>
                <a:gs pos="69000">
                  <a:schemeClr val="accent1">
                    <a:alpha val="100000"/>
                  </a:schemeClr>
                </a:gs>
                <a:gs pos="0">
                  <a:schemeClr val="accent1">
                    <a:lumMod val="60000"/>
                    <a:lumOff val="40000"/>
                    <a:alpha val="100000"/>
                  </a:schemeClr>
                </a:gs>
              </a:gsLst>
              <a:lin ang="2700000" scaled="1"/>
              <a:tileRect/>
            </a:gra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solidFill>
                    <a:schemeClr val="bg1"/>
                  </a:solidFill>
                  <a:latin typeface="+mj-ea"/>
                  <a:ea typeface="+mj-ea"/>
                </a:rPr>
                <a:t>国家战略</a:t>
              </a:r>
              <a:endParaRPr lang="zh-CN" altLang="en-US" sz="1600" b="1" dirty="0">
                <a:solidFill>
                  <a:schemeClr val="bg1"/>
                </a:solidFill>
                <a:latin typeface="+mj-ea"/>
                <a:ea typeface="+mj-ea"/>
              </a:endParaRPr>
            </a:p>
          </p:txBody>
        </p:sp>
        <p:sp>
          <p:nvSpPr>
            <p:cNvPr id="75" name="矩形 74"/>
            <p:cNvSpPr/>
            <p:nvPr/>
          </p:nvSpPr>
          <p:spPr>
            <a:xfrm>
              <a:off x="2077" y="3224"/>
              <a:ext cx="7993" cy="600"/>
            </a:xfrm>
            <a:prstGeom prst="rect">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marL="0" marR="0" indent="0" algn="ctr">
                <a:lnSpc>
                  <a:spcPct val="150000"/>
                </a:lnSpc>
                <a:spcBef>
                  <a:spcPts val="0"/>
                </a:spcBef>
                <a:spcAft>
                  <a:spcPts val="0"/>
                </a:spcAft>
              </a:pPr>
              <a:r>
                <a:rPr lang="zh-CN" altLang="en-US" sz="1400" b="1" spc="130" dirty="0">
                  <a:solidFill>
                    <a:schemeClr val="bg1"/>
                  </a:solidFill>
                  <a:effectLst/>
                  <a:latin typeface="+mn-ea"/>
                  <a:cs typeface="mn-cs"/>
                  <a:sym typeface="+mn-ea"/>
                </a:rPr>
                <a:t>更加明确高水平自立自强的战略要求</a:t>
              </a:r>
              <a:endParaRPr lang="zh-CN" altLang="en-US" sz="1400" b="1" spc="130" dirty="0">
                <a:solidFill>
                  <a:schemeClr val="bg1"/>
                </a:solidFill>
                <a:effectLst/>
                <a:latin typeface="+mn-ea"/>
                <a:ea typeface="微软雅黑" panose="020B0503020204020204" pitchFamily="34" charset="-122"/>
                <a:cs typeface="mn-cs"/>
                <a:sym typeface="+mn-ea"/>
              </a:endParaRPr>
            </a:p>
          </p:txBody>
        </p:sp>
      </p:grpSp>
      <p:grpSp>
        <p:nvGrpSpPr>
          <p:cNvPr id="76" name="组合 75"/>
          <p:cNvGrpSpPr/>
          <p:nvPr>
            <p:custDataLst>
              <p:tags r:id="rId19"/>
            </p:custDataLst>
          </p:nvPr>
        </p:nvGrpSpPr>
        <p:grpSpPr>
          <a:xfrm>
            <a:off x="704850" y="4881880"/>
            <a:ext cx="5800725" cy="1429385"/>
            <a:chOff x="1096" y="3177"/>
            <a:chExt cx="9135" cy="1820"/>
          </a:xfrm>
        </p:grpSpPr>
        <p:sp>
          <p:nvSpPr>
            <p:cNvPr id="77" name="矩形: 圆角 11"/>
            <p:cNvSpPr/>
            <p:nvPr>
              <p:custDataLst>
                <p:tags r:id="rId20"/>
              </p:custDataLst>
            </p:nvPr>
          </p:nvSpPr>
          <p:spPr>
            <a:xfrm>
              <a:off x="1096" y="3177"/>
              <a:ext cx="9135" cy="1798"/>
            </a:xfrm>
            <a:prstGeom prst="roundRect">
              <a:avLst>
                <a:gd name="adj" fmla="val 10881"/>
              </a:avLst>
            </a:prstGeom>
            <a:solidFill>
              <a:srgbClr val="FFFFFF"/>
            </a:solidFill>
            <a:ln w="25400">
              <a:solidFill>
                <a:schemeClr val="accent1"/>
              </a:solidFill>
            </a:ln>
            <a:effectLst>
              <a:outerShdw blurRad="203200" dist="76200" dir="5400000" algn="t" rotWithShape="0">
                <a:schemeClr val="accent1">
                  <a:alpha val="1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8" name="正文"/>
            <p:cNvSpPr txBox="1"/>
            <p:nvPr>
              <p:custDataLst>
                <p:tags r:id="rId21"/>
              </p:custDataLst>
            </p:nvPr>
          </p:nvSpPr>
          <p:spPr>
            <a:xfrm>
              <a:off x="2078" y="3824"/>
              <a:ext cx="7991" cy="795"/>
            </a:xfrm>
            <a:prstGeom prst="rect">
              <a:avLst/>
            </a:prstGeom>
            <a:noFill/>
          </p:spPr>
          <p:txBody>
            <a:bodyPr wrap="square" lIns="0" tIns="0" rIns="0" bIns="72000" rtlCol="0" anchor="t" anchorCtr="0"/>
            <a:lstStyle>
              <a:defPPr>
                <a:defRPr lang="zh-CN"/>
              </a:defPPr>
              <a:lvl1pPr indent="0" algn="just" fontAlgn="auto">
                <a:lnSpc>
                  <a:spcPct val="130000"/>
                </a:lnSpc>
                <a:spcAft>
                  <a:spcPts val="1000"/>
                </a:spcAft>
                <a:defRPr sz="1600">
                  <a:solidFill>
                    <a:schemeClr val="tx1">
                      <a:lumMod val="65000"/>
                      <a:lumOff val="35000"/>
                    </a:schemeClr>
                  </a:solidFill>
                  <a:uFillTx/>
                  <a:latin typeface="+中文正文" charset="0"/>
                </a:defRPr>
              </a:lvl1pPr>
            </a:lstStyle>
            <a:p>
              <a:pPr marL="171450" marR="0" indent="-171450" algn="l">
                <a:lnSpc>
                  <a:spcPct val="120000"/>
                </a:lnSpc>
                <a:spcBef>
                  <a:spcPts val="0"/>
                </a:spcBef>
                <a:spcAft>
                  <a:spcPts val="0"/>
                </a:spcAft>
                <a:buFont typeface="Arial" panose="020B0604020202020204" pitchFamily="34" charset="0"/>
                <a:buChar char="•"/>
              </a:pPr>
              <a:r>
                <a:rPr lang="zh-CN" altLang="en-US" sz="1200" kern="1200" spc="130" dirty="0">
                  <a:solidFill>
                    <a:srgbClr val="404040"/>
                  </a:solidFill>
                  <a:effectLst/>
                  <a:latin typeface="+mn-ea"/>
                  <a:cs typeface="mn-cs"/>
                </a:rPr>
                <a:t>建立</a:t>
              </a:r>
              <a:r>
                <a:rPr lang="zh-CN" altLang="en-US" sz="1200" b="1" kern="1200" spc="130" dirty="0">
                  <a:solidFill>
                    <a:schemeClr val="tx2"/>
                  </a:solidFill>
                  <a:effectLst/>
                  <a:latin typeface="+mn-ea"/>
                  <a:cs typeface="mn-cs"/>
                </a:rPr>
                <a:t>以企业为主体</a:t>
              </a:r>
              <a:r>
                <a:rPr lang="zh-CN" altLang="en-US" sz="1200" kern="1200" spc="130" dirty="0">
                  <a:solidFill>
                    <a:srgbClr val="404040"/>
                  </a:solidFill>
                  <a:effectLst/>
                  <a:latin typeface="+mn-ea"/>
                  <a:cs typeface="mn-cs"/>
                </a:rPr>
                <a:t>、市场为导向、产学研深度融合的技术创新体系，培育具有全球竞争力的世界一流企业</a:t>
              </a:r>
              <a:endParaRPr lang="zh-CN" altLang="en-US" sz="1200" kern="1200" spc="130" dirty="0">
                <a:solidFill>
                  <a:srgbClr val="404040"/>
                </a:solidFill>
                <a:effectLst/>
                <a:latin typeface="+mn-ea"/>
                <a:cs typeface="mn-cs"/>
              </a:endParaRPr>
            </a:p>
            <a:p>
              <a:pPr marL="171450" marR="0" indent="-171450" algn="l">
                <a:lnSpc>
                  <a:spcPct val="120000"/>
                </a:lnSpc>
                <a:spcBef>
                  <a:spcPts val="0"/>
                </a:spcBef>
                <a:spcAft>
                  <a:spcPts val="0"/>
                </a:spcAft>
                <a:buFont typeface="Arial" panose="020B0604020202020204" pitchFamily="34" charset="0"/>
                <a:buChar char="•"/>
              </a:pPr>
              <a:r>
                <a:rPr lang="zh-CN" altLang="en-US" sz="1200" b="1" kern="1200" spc="130" dirty="0">
                  <a:solidFill>
                    <a:schemeClr val="tx2"/>
                  </a:solidFill>
                  <a:effectLst/>
                  <a:latin typeface="+mn-ea"/>
                  <a:cs typeface="mn-cs"/>
                </a:rPr>
                <a:t>强化企业科技创新主体地位，发挥科技型骨干企业引领支撑作用</a:t>
              </a:r>
              <a:r>
                <a:rPr lang="zh-CN" altLang="en-US" sz="1200" kern="1200" spc="130" dirty="0">
                  <a:solidFill>
                    <a:srgbClr val="404040"/>
                  </a:solidFill>
                  <a:effectLst/>
                  <a:latin typeface="+mn-ea"/>
                  <a:cs typeface="mn-cs"/>
                </a:rPr>
                <a:t>，推动创新链产业链资金链人才链深度融合</a:t>
              </a:r>
              <a:endParaRPr lang="zh-CN" altLang="en-US" sz="1200" kern="1200" spc="130" dirty="0">
                <a:solidFill>
                  <a:srgbClr val="404040"/>
                </a:solidFill>
                <a:effectLst/>
                <a:latin typeface="+mn-ea"/>
                <a:cs typeface="mn-cs"/>
              </a:endParaRPr>
            </a:p>
          </p:txBody>
        </p:sp>
        <p:sp>
          <p:nvSpPr>
            <p:cNvPr id="79" name="矩形: 圆角 14"/>
            <p:cNvSpPr/>
            <p:nvPr>
              <p:custDataLst>
                <p:tags r:id="rId22"/>
              </p:custDataLst>
            </p:nvPr>
          </p:nvSpPr>
          <p:spPr>
            <a:xfrm>
              <a:off x="1096" y="3177"/>
              <a:ext cx="853" cy="1820"/>
            </a:xfrm>
            <a:prstGeom prst="roundRect">
              <a:avLst>
                <a:gd name="adj" fmla="val 10881"/>
              </a:avLst>
            </a:prstGeom>
            <a:gradFill flip="none" rotWithShape="1">
              <a:gsLst>
                <a:gs pos="69000">
                  <a:schemeClr val="accent1">
                    <a:alpha val="100000"/>
                  </a:schemeClr>
                </a:gs>
                <a:gs pos="0">
                  <a:schemeClr val="accent1">
                    <a:lumMod val="60000"/>
                    <a:lumOff val="40000"/>
                    <a:alpha val="100000"/>
                  </a:schemeClr>
                </a:gs>
              </a:gsLst>
              <a:lin ang="2700000" scaled="1"/>
              <a:tileRect/>
            </a:gra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00000"/>
                </a:lnSpc>
              </a:pPr>
              <a:r>
                <a:rPr lang="zh-CN" altLang="en-US" sz="1600" b="1" dirty="0">
                  <a:solidFill>
                    <a:schemeClr val="bg1"/>
                  </a:solidFill>
                  <a:latin typeface="+mj-ea"/>
                  <a:ea typeface="+mj-ea"/>
                </a:rPr>
                <a:t>企业发展</a:t>
              </a:r>
              <a:endParaRPr lang="zh-CN" altLang="en-US" sz="1600" b="1" dirty="0">
                <a:solidFill>
                  <a:schemeClr val="bg1"/>
                </a:solidFill>
                <a:latin typeface="+mj-ea"/>
                <a:ea typeface="+mj-ea"/>
              </a:endParaRPr>
            </a:p>
          </p:txBody>
        </p:sp>
        <p:sp>
          <p:nvSpPr>
            <p:cNvPr id="80" name="矩形 79"/>
            <p:cNvSpPr/>
            <p:nvPr/>
          </p:nvSpPr>
          <p:spPr>
            <a:xfrm>
              <a:off x="2077" y="3224"/>
              <a:ext cx="7993" cy="600"/>
            </a:xfrm>
            <a:prstGeom prst="rect">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marL="0" marR="0" indent="0" algn="ctr">
                <a:lnSpc>
                  <a:spcPct val="150000"/>
                </a:lnSpc>
                <a:spcBef>
                  <a:spcPts val="0"/>
                </a:spcBef>
                <a:spcAft>
                  <a:spcPts val="0"/>
                </a:spcAft>
              </a:pPr>
              <a:r>
                <a:rPr lang="zh-CN" altLang="en-US" sz="1400" b="1" spc="130" dirty="0">
                  <a:solidFill>
                    <a:schemeClr val="bg1"/>
                  </a:solidFill>
                  <a:effectLst/>
                  <a:latin typeface="+mn-ea"/>
                  <a:cs typeface="mn-cs"/>
                  <a:sym typeface="+mn-ea"/>
                </a:rPr>
                <a:t>更加突出企业的科技创新主体地位</a:t>
              </a:r>
              <a:endParaRPr lang="zh-CN" altLang="en-US" sz="1400" b="1" spc="130" dirty="0">
                <a:solidFill>
                  <a:schemeClr val="bg1"/>
                </a:solidFill>
                <a:effectLst/>
                <a:latin typeface="+mn-ea"/>
                <a:ea typeface="微软雅黑" panose="020B0503020204020204" pitchFamily="34" charset="-122"/>
                <a:cs typeface="mn-cs"/>
                <a:sym typeface="+mn-ea"/>
              </a:endParaRPr>
            </a:p>
          </p:txBody>
        </p:sp>
      </p:grpSp>
      <p:sp>
        <p:nvSpPr>
          <p:cNvPr id="81" name="文本框 80"/>
          <p:cNvSpPr txBox="1"/>
          <p:nvPr/>
        </p:nvSpPr>
        <p:spPr>
          <a:xfrm>
            <a:off x="10174605" y="2899410"/>
            <a:ext cx="1758950" cy="470535"/>
          </a:xfrm>
          <a:prstGeom prst="rect">
            <a:avLst/>
          </a:prstGeom>
          <a:noFill/>
        </p:spPr>
        <p:txBody>
          <a:bodyPr wrap="square" lIns="0" tIns="0" rIns="0" bIns="0" rtlCol="0" anchor="t" anchorCtr="0">
            <a:noAutofit/>
          </a:bodyPr>
          <a:lstStyle/>
          <a:p>
            <a:pPr lvl="0" algn="ctr">
              <a:lnSpc>
                <a:spcPct val="130000"/>
              </a:lnSpc>
              <a:buClrTx/>
              <a:buSzTx/>
              <a:buFontTx/>
            </a:pPr>
            <a:r>
              <a:rPr lang="zh-CN" altLang="en-US" sz="1400" b="1" spc="150" dirty="0">
                <a:solidFill>
                  <a:schemeClr val="tx1"/>
                </a:solidFill>
                <a:uFillTx/>
                <a:latin typeface="+mn-ea"/>
                <a:cs typeface="+mn-ea"/>
                <a:sym typeface="+mn-ea"/>
              </a:rPr>
              <a:t>强化以企业为主导的产学研深度融合</a:t>
            </a:r>
            <a:endParaRPr lang="zh-CN" altLang="en-US" sz="1400" b="1" spc="150" dirty="0">
              <a:solidFill>
                <a:schemeClr val="tx1"/>
              </a:solidFill>
              <a:uFillTx/>
              <a:latin typeface="+mn-ea"/>
              <a:cs typeface="+mn-ea"/>
              <a:sym typeface="+mn-ea"/>
            </a:endParaRPr>
          </a:p>
        </p:txBody>
      </p:sp>
      <p:sp>
        <p:nvSpPr>
          <p:cNvPr id="82" name="文本框 81"/>
          <p:cNvSpPr txBox="1"/>
          <p:nvPr/>
        </p:nvSpPr>
        <p:spPr>
          <a:xfrm>
            <a:off x="7155180" y="2964180"/>
            <a:ext cx="1830070" cy="405765"/>
          </a:xfrm>
          <a:prstGeom prst="rect">
            <a:avLst/>
          </a:prstGeom>
          <a:noFill/>
        </p:spPr>
        <p:txBody>
          <a:bodyPr wrap="square" lIns="0" tIns="0" rIns="0" bIns="0" rtlCol="0" anchor="t" anchorCtr="0">
            <a:noAutofit/>
          </a:bodyPr>
          <a:lstStyle/>
          <a:p>
            <a:pPr lvl="0" algn="ctr">
              <a:lnSpc>
                <a:spcPct val="130000"/>
              </a:lnSpc>
              <a:buClrTx/>
              <a:buSzTx/>
              <a:buFontTx/>
            </a:pPr>
            <a:r>
              <a:rPr lang="zh-CN" altLang="en-US" sz="1400" b="1" spc="150" dirty="0">
                <a:solidFill>
                  <a:schemeClr val="tx1"/>
                </a:solidFill>
                <a:uFillTx/>
                <a:latin typeface="+mn-ea"/>
                <a:cs typeface="+mn-ea"/>
                <a:sym typeface="+mn-ea"/>
              </a:rPr>
              <a:t>加快建设科技创新国家战略人才力量</a:t>
            </a:r>
            <a:endParaRPr lang="zh-CN" altLang="en-US" sz="1400" b="1" spc="150" dirty="0">
              <a:solidFill>
                <a:schemeClr val="tx1"/>
              </a:solidFill>
              <a:uFillTx/>
              <a:latin typeface="+mn-ea"/>
              <a:cs typeface="+mn-ea"/>
              <a:sym typeface="+mn-ea"/>
            </a:endParaRPr>
          </a:p>
        </p:txBody>
      </p:sp>
      <p:sp>
        <p:nvSpPr>
          <p:cNvPr id="83" name="文本框 82"/>
          <p:cNvSpPr txBox="1"/>
          <p:nvPr/>
        </p:nvSpPr>
        <p:spPr>
          <a:xfrm>
            <a:off x="9728200" y="5804535"/>
            <a:ext cx="2115185" cy="370840"/>
          </a:xfrm>
          <a:prstGeom prst="rect">
            <a:avLst/>
          </a:prstGeom>
          <a:noFill/>
        </p:spPr>
        <p:txBody>
          <a:bodyPr wrap="square" lIns="0" tIns="0" rIns="0" bIns="0" rtlCol="0" anchor="t" anchorCtr="0">
            <a:noAutofit/>
          </a:bodyPr>
          <a:lstStyle/>
          <a:p>
            <a:pPr lvl="0" algn="ctr">
              <a:lnSpc>
                <a:spcPct val="130000"/>
              </a:lnSpc>
              <a:buClrTx/>
              <a:buSzTx/>
              <a:buFontTx/>
            </a:pPr>
            <a:r>
              <a:rPr lang="zh-CN" altLang="en-US" sz="1400" b="1" spc="150" dirty="0">
                <a:solidFill>
                  <a:schemeClr val="tx1"/>
                </a:solidFill>
                <a:uFillTx/>
                <a:latin typeface="+mn-ea"/>
                <a:cs typeface="+mn-ea"/>
                <a:sym typeface="+mn-ea"/>
              </a:rPr>
              <a:t>加大多元化研发投入</a:t>
            </a:r>
            <a:endParaRPr lang="zh-CN" altLang="en-US" sz="1400" b="1" spc="150" dirty="0">
              <a:solidFill>
                <a:schemeClr val="tx1"/>
              </a:solidFill>
              <a:uFillTx/>
              <a:latin typeface="+mn-ea"/>
              <a:cs typeface="+mn-ea"/>
              <a:sym typeface="+mn-ea"/>
            </a:endParaRPr>
          </a:p>
        </p:txBody>
      </p:sp>
      <p:sp>
        <p:nvSpPr>
          <p:cNvPr id="84" name="文本框 83"/>
          <p:cNvSpPr txBox="1"/>
          <p:nvPr/>
        </p:nvSpPr>
        <p:spPr>
          <a:xfrm>
            <a:off x="7046595" y="5818505"/>
            <a:ext cx="2569845" cy="356870"/>
          </a:xfrm>
          <a:prstGeom prst="rect">
            <a:avLst/>
          </a:prstGeom>
          <a:noFill/>
        </p:spPr>
        <p:txBody>
          <a:bodyPr wrap="square" lIns="0" tIns="0" rIns="0" bIns="0" rtlCol="0" anchor="t" anchorCtr="0">
            <a:noAutofit/>
          </a:bodyPr>
          <a:lstStyle/>
          <a:p>
            <a:pPr lvl="0" algn="ctr">
              <a:lnSpc>
                <a:spcPct val="130000"/>
              </a:lnSpc>
              <a:buClrTx/>
              <a:buSzTx/>
              <a:buFontTx/>
            </a:pPr>
            <a:r>
              <a:rPr lang="zh-CN" altLang="en-US" sz="1400" b="1" spc="150" dirty="0">
                <a:solidFill>
                  <a:schemeClr val="tx1"/>
                </a:solidFill>
                <a:uFillTx/>
                <a:latin typeface="+mn-ea"/>
                <a:cs typeface="+mn-ea"/>
                <a:sym typeface="+mn-ea"/>
              </a:rPr>
              <a:t>促进科技成果转化和推广应用</a:t>
            </a:r>
            <a:endParaRPr lang="zh-CN" altLang="en-US" sz="1400" b="1" spc="150" dirty="0">
              <a:solidFill>
                <a:schemeClr val="tx1"/>
              </a:solidFill>
              <a:uFillTx/>
              <a:latin typeface="+mn-ea"/>
              <a:cs typeface="+mn-ea"/>
              <a:sym typeface="+mn-ea"/>
            </a:endParaRPr>
          </a:p>
        </p:txBody>
      </p:sp>
      <p:sp>
        <p:nvSpPr>
          <p:cNvPr id="85" name="等腰三角形 84"/>
          <p:cNvSpPr/>
          <p:nvPr/>
        </p:nvSpPr>
        <p:spPr>
          <a:xfrm rot="5400000">
            <a:off x="4752975" y="3828415"/>
            <a:ext cx="4384675" cy="581025"/>
          </a:xfrm>
          <a:prstGeom prst="triangle">
            <a:avLst>
              <a:gd name="adj" fmla="val 50007"/>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86" name="圆角矩形 85"/>
          <p:cNvSpPr/>
          <p:nvPr/>
        </p:nvSpPr>
        <p:spPr>
          <a:xfrm>
            <a:off x="7706360" y="1324610"/>
            <a:ext cx="3651885" cy="46037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2000" b="1" dirty="0">
                <a:latin typeface="微软雅黑" panose="020B0503020204020204" pitchFamily="34" charset="-122"/>
                <a:ea typeface="微软雅黑" panose="020B0503020204020204" pitchFamily="34" charset="-122"/>
              </a:rPr>
              <a:t>国企科技创新规划总体要求</a:t>
            </a:r>
            <a:endParaRPr lang="zh-CN" altLang="en-US" sz="2000" b="1" dirty="0">
              <a:latin typeface="微软雅黑" panose="020B0503020204020204" pitchFamily="34" charset="-122"/>
              <a:ea typeface="微软雅黑" panose="020B0503020204020204" pitchFamily="34" charset="-122"/>
            </a:endParaRPr>
          </a:p>
        </p:txBody>
      </p:sp>
    </p:spTree>
    <p:custDataLst>
      <p:tags r:id="rId2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二、国有企业科技创新规划面临的六大难题与核心痛点</a:t>
            </a:r>
            <a:endParaRPr lang="zh-CN" altLang="en-US" dirty="0"/>
          </a:p>
        </p:txBody>
      </p:sp>
      <p:sp>
        <p:nvSpPr>
          <p:cNvPr id="98" name="矩形 97"/>
          <p:cNvSpPr/>
          <p:nvPr>
            <p:custDataLst>
              <p:tags r:id="rId1"/>
            </p:custDataLst>
          </p:nvPr>
        </p:nvSpPr>
        <p:spPr>
          <a:xfrm>
            <a:off x="6433820" y="1159510"/>
            <a:ext cx="1628140" cy="1059180"/>
          </a:xfrm>
          <a:prstGeom prst="rect">
            <a:avLst/>
          </a:prstGeom>
          <a:noFill/>
        </p:spPr>
        <p:txBody>
          <a:bodyPr wrap="square" lIns="0" tIns="0" rIns="0" bIns="0" rtlCol="0" anchor="t" anchorCtr="0">
            <a:noAutofit/>
          </a:bodyPr>
          <a:p>
            <a:pPr algn="just">
              <a:lnSpc>
                <a:spcPct val="130000"/>
              </a:lnSpc>
              <a:spcBef>
                <a:spcPct val="0"/>
              </a:spcBef>
              <a:spcAft>
                <a:spcPct val="0"/>
              </a:spcAft>
            </a:pPr>
            <a:endParaRPr lang="zh-CN" altLang="en-US" sz="1400">
              <a:solidFill>
                <a:schemeClr val="tx1"/>
              </a:solidFill>
              <a:latin typeface="+mn-ea"/>
              <a:cs typeface="+mn-ea"/>
              <a:sym typeface="+mn-ea"/>
            </a:endParaRPr>
          </a:p>
        </p:txBody>
      </p:sp>
      <p:sp>
        <p:nvSpPr>
          <p:cNvPr id="100" name="矩形 99"/>
          <p:cNvSpPr/>
          <p:nvPr>
            <p:custDataLst>
              <p:tags r:id="rId2"/>
            </p:custDataLst>
          </p:nvPr>
        </p:nvSpPr>
        <p:spPr>
          <a:xfrm>
            <a:off x="10408920" y="1302385"/>
            <a:ext cx="1628140" cy="1155700"/>
          </a:xfrm>
          <a:prstGeom prst="rect">
            <a:avLst/>
          </a:prstGeom>
          <a:noFill/>
        </p:spPr>
        <p:txBody>
          <a:bodyPr wrap="square" lIns="0" tIns="0" rIns="0" bIns="0" rtlCol="0" anchor="t" anchorCtr="0">
            <a:noAutofit/>
          </a:bodyPr>
          <a:p>
            <a:pPr algn="just">
              <a:lnSpc>
                <a:spcPct val="130000"/>
              </a:lnSpc>
              <a:spcBef>
                <a:spcPct val="0"/>
              </a:spcBef>
              <a:spcAft>
                <a:spcPct val="0"/>
              </a:spcAft>
            </a:pPr>
            <a:endParaRPr lang="zh-CN" altLang="en-US" sz="1400">
              <a:solidFill>
                <a:schemeClr val="tx1"/>
              </a:solidFill>
              <a:latin typeface="+mn-ea"/>
              <a:cs typeface="+mn-ea"/>
              <a:sym typeface="+mn-ea"/>
            </a:endParaRPr>
          </a:p>
        </p:txBody>
      </p:sp>
      <p:sp>
        <p:nvSpPr>
          <p:cNvPr id="137" name="矩形: 圆角 24"/>
          <p:cNvSpPr/>
          <p:nvPr>
            <p:custDataLst>
              <p:tags r:id="rId3"/>
            </p:custDataLst>
          </p:nvPr>
        </p:nvSpPr>
        <p:spPr>
          <a:xfrm>
            <a:off x="691468" y="1463299"/>
            <a:ext cx="3281090" cy="2131537"/>
          </a:xfrm>
          <a:prstGeom prst="roundRect">
            <a:avLst>
              <a:gd name="adj" fmla="val 5275"/>
            </a:avLst>
          </a:prstGeom>
          <a:solidFill>
            <a:srgbClr val="FFFFFF"/>
          </a:solidFill>
          <a:ln w="12700" cap="flat" cmpd="sng" algn="ctr">
            <a:solidFill>
              <a:srgbClr val="253CE3"/>
            </a:solid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138" name="矩形 137"/>
          <p:cNvSpPr/>
          <p:nvPr>
            <p:custDataLst>
              <p:tags r:id="rId4"/>
            </p:custDataLst>
          </p:nvPr>
        </p:nvSpPr>
        <p:spPr>
          <a:xfrm>
            <a:off x="896047" y="2286636"/>
            <a:ext cx="2872169" cy="111818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400">
                <a:ln>
                  <a:noFill/>
                  <a:prstDash val="sysDot"/>
                </a:ln>
                <a:solidFill>
                  <a:srgbClr val="212121"/>
                </a:solidFill>
                <a:latin typeface="微软雅黑" panose="020B0503020204020204" pitchFamily="34" charset="-122"/>
                <a:cs typeface="微软雅黑" panose="020B0503020204020204" pitchFamily="34" charset="-122"/>
              </a:rPr>
              <a:t>多数企业重点聚焦于科研项目管理层面，对</a:t>
            </a:r>
            <a:r>
              <a:rPr lang="zh-CN" altLang="en-US" sz="1400" b="1">
                <a:ln>
                  <a:noFill/>
                  <a:prstDash val="sysDot"/>
                </a:ln>
                <a:solidFill>
                  <a:srgbClr val="FF0000"/>
                </a:solidFill>
                <a:latin typeface="微软雅黑" panose="020B0503020204020204" pitchFamily="34" charset="-122"/>
                <a:cs typeface="微软雅黑" panose="020B0503020204020204" pitchFamily="34" charset="-122"/>
              </a:rPr>
              <a:t>构建科技创新体系缺乏全面考量</a:t>
            </a:r>
            <a:endParaRPr lang="zh-CN" altLang="en-US" sz="1400" b="1">
              <a:ln>
                <a:noFill/>
                <a:prstDash val="sysDot"/>
              </a:ln>
              <a:solidFill>
                <a:srgbClr val="FF0000"/>
              </a:solidFill>
              <a:latin typeface="微软雅黑" panose="020B0503020204020204" pitchFamily="34" charset="-122"/>
              <a:cs typeface="微软雅黑" panose="020B0503020204020204" pitchFamily="34" charset="-122"/>
            </a:endParaRPr>
          </a:p>
        </p:txBody>
      </p:sp>
      <p:sp>
        <p:nvSpPr>
          <p:cNvPr id="139" name="矩形 138"/>
          <p:cNvSpPr/>
          <p:nvPr>
            <p:custDataLst>
              <p:tags r:id="rId5"/>
            </p:custDataLst>
          </p:nvPr>
        </p:nvSpPr>
        <p:spPr>
          <a:xfrm>
            <a:off x="896047" y="1650307"/>
            <a:ext cx="1976521" cy="583784"/>
          </a:xfrm>
          <a:prstGeom prst="rect">
            <a:avLst/>
          </a:prstGeom>
          <a:noFill/>
        </p:spPr>
        <p:txBody>
          <a:bodyPr wrap="square" lIns="0" tIns="0" rIns="0" bIns="0" rtlCol="0" anchor="ctr" anchorCtr="0">
            <a:noAutofit/>
          </a:bodyPr>
          <a:p>
            <a:pPr>
              <a:spcBef>
                <a:spcPct val="0"/>
              </a:spcBef>
              <a:spcAft>
                <a:spcPct val="0"/>
              </a:spcAft>
              <a:buClr>
                <a:srgbClr val="253CE3"/>
              </a:buClr>
              <a:buSzPct val="70000"/>
            </a:pPr>
            <a:r>
              <a:rPr lang="zh-CN" altLang="en-US" sz="2000" b="1">
                <a:solidFill>
                  <a:srgbClr val="253CE3"/>
                </a:solidFill>
                <a:latin typeface="微软雅黑" panose="020B0503020204020204" pitchFamily="34" charset="-122"/>
                <a:cs typeface="微软雅黑" panose="020B0503020204020204" pitchFamily="34" charset="-122"/>
              </a:rPr>
              <a:t>缺乏系统性考量</a:t>
            </a:r>
            <a:endParaRPr lang="zh-CN" altLang="en-US" sz="2000" b="1">
              <a:solidFill>
                <a:srgbClr val="253CE3"/>
              </a:solidFill>
              <a:latin typeface="微软雅黑" panose="020B0503020204020204" pitchFamily="34" charset="-122"/>
              <a:cs typeface="微软雅黑" panose="020B0503020204020204" pitchFamily="34" charset="-122"/>
            </a:endParaRPr>
          </a:p>
        </p:txBody>
      </p:sp>
      <p:sp>
        <p:nvSpPr>
          <p:cNvPr id="140" name="矩形 139"/>
          <p:cNvSpPr/>
          <p:nvPr>
            <p:custDataLst>
              <p:tags r:id="rId6"/>
            </p:custDataLst>
          </p:nvPr>
        </p:nvSpPr>
        <p:spPr>
          <a:xfrm>
            <a:off x="3049143" y="1650307"/>
            <a:ext cx="719100" cy="583784"/>
          </a:xfrm>
          <a:prstGeom prst="rect">
            <a:avLst/>
          </a:prstGeom>
          <a:noFill/>
        </p:spPr>
        <p:txBody>
          <a:bodyPr wrap="none" lIns="0" tIns="0" rIns="0" bIns="0" rtlCol="0" anchor="ctr" anchorCtr="0">
            <a:noAutofit/>
          </a:bodyPr>
          <a:p>
            <a:pPr algn="r">
              <a:spcBef>
                <a:spcPct val="0"/>
              </a:spcBef>
              <a:spcAft>
                <a:spcPct val="0"/>
              </a:spcAft>
              <a:buClr>
                <a:srgbClr val="253CE3"/>
              </a:buClr>
              <a:buSzPct val="70000"/>
            </a:pPr>
            <a:r>
              <a:rPr lang="en-US" altLang="zh-CN" sz="3200" b="1">
                <a:solidFill>
                  <a:srgbClr val="253CE3"/>
                </a:solidFill>
                <a:latin typeface="微软雅黑" panose="020B0503020204020204" pitchFamily="34" charset="-122"/>
                <a:cs typeface="微软雅黑" panose="020B0503020204020204" pitchFamily="34" charset="-122"/>
              </a:rPr>
              <a:t>01</a:t>
            </a:r>
            <a:endParaRPr lang="zh-CN" altLang="en-US" sz="3200" b="1">
              <a:solidFill>
                <a:srgbClr val="253CE3"/>
              </a:solidFill>
              <a:latin typeface="微软雅黑" panose="020B0503020204020204" pitchFamily="34" charset="-122"/>
              <a:cs typeface="微软雅黑" panose="020B0503020204020204" pitchFamily="34" charset="-122"/>
            </a:endParaRPr>
          </a:p>
        </p:txBody>
      </p:sp>
      <p:sp>
        <p:nvSpPr>
          <p:cNvPr id="141" name="矩形: 圆角 17"/>
          <p:cNvSpPr/>
          <p:nvPr>
            <p:custDataLst>
              <p:tags r:id="rId7"/>
            </p:custDataLst>
          </p:nvPr>
        </p:nvSpPr>
        <p:spPr>
          <a:xfrm>
            <a:off x="4396476" y="1463299"/>
            <a:ext cx="3281090" cy="2131537"/>
          </a:xfrm>
          <a:prstGeom prst="roundRect">
            <a:avLst>
              <a:gd name="adj" fmla="val 5275"/>
            </a:avLst>
          </a:prstGeom>
          <a:solidFill>
            <a:srgbClr val="FFFFFF"/>
          </a:solidFill>
          <a:ln w="12700" cap="flat" cmpd="sng" algn="ctr">
            <a:solidFill>
              <a:srgbClr val="253CE3"/>
            </a:solid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142" name="矩形 141"/>
          <p:cNvSpPr/>
          <p:nvPr>
            <p:custDataLst>
              <p:tags r:id="rId8"/>
            </p:custDataLst>
          </p:nvPr>
        </p:nvSpPr>
        <p:spPr>
          <a:xfrm>
            <a:off x="4601055" y="2286636"/>
            <a:ext cx="2872169" cy="111818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400">
                <a:latin typeface="+mn-ea"/>
                <a:cs typeface="+mn-ea"/>
                <a:sym typeface="+mn-ea"/>
              </a:rPr>
              <a:t>对一流标杆创新型企业的成功密码缺乏深层次挖掘，</a:t>
            </a:r>
            <a:r>
              <a:rPr lang="zh-CN" altLang="en-US" sz="1400" b="1">
                <a:solidFill>
                  <a:srgbClr val="FF0000"/>
                </a:solidFill>
                <a:latin typeface="+mn-ea"/>
                <a:cs typeface="+mn-ea"/>
                <a:sym typeface="+mn-ea"/>
              </a:rPr>
              <a:t>对标一流目标画像不清晰</a:t>
            </a:r>
            <a:endParaRPr lang="zh-CN" altLang="en-US" sz="1400" b="1" dirty="0">
              <a:ln>
                <a:noFill/>
                <a:prstDash val="sysDot"/>
              </a:ln>
              <a:solidFill>
                <a:srgbClr val="FF0000"/>
              </a:solidFill>
              <a:latin typeface="+mn-ea"/>
              <a:cs typeface="+mn-ea"/>
              <a:sym typeface="+mn-ea"/>
            </a:endParaRPr>
          </a:p>
        </p:txBody>
      </p:sp>
      <p:sp>
        <p:nvSpPr>
          <p:cNvPr id="143" name="矩形 142"/>
          <p:cNvSpPr/>
          <p:nvPr>
            <p:custDataLst>
              <p:tags r:id="rId9"/>
            </p:custDataLst>
          </p:nvPr>
        </p:nvSpPr>
        <p:spPr>
          <a:xfrm>
            <a:off x="4601055" y="1650307"/>
            <a:ext cx="1976521" cy="583784"/>
          </a:xfrm>
          <a:prstGeom prst="rect">
            <a:avLst/>
          </a:prstGeom>
          <a:noFill/>
        </p:spPr>
        <p:txBody>
          <a:bodyPr wrap="square" lIns="0" tIns="0" rIns="0" bIns="0" rtlCol="0" anchor="ctr" anchorCtr="0">
            <a:noAutofit/>
          </a:bodyPr>
          <a:p>
            <a:pPr>
              <a:spcBef>
                <a:spcPct val="0"/>
              </a:spcBef>
              <a:spcAft>
                <a:spcPct val="0"/>
              </a:spcAft>
              <a:buClr>
                <a:srgbClr val="253CE3"/>
              </a:buClr>
              <a:buSzPct val="70000"/>
            </a:pPr>
            <a:r>
              <a:rPr lang="zh-CN" altLang="en-US" sz="2000" b="1">
                <a:solidFill>
                  <a:srgbClr val="253CE3"/>
                </a:solidFill>
                <a:latin typeface="微软雅黑" panose="020B0503020204020204" pitchFamily="34" charset="-122"/>
                <a:cs typeface="微软雅黑" panose="020B0503020204020204" pitchFamily="34" charset="-122"/>
              </a:rPr>
              <a:t>目标画像不清晰</a:t>
            </a:r>
            <a:endParaRPr lang="zh-CN" altLang="en-US" sz="2000" b="1">
              <a:solidFill>
                <a:srgbClr val="253CE3"/>
              </a:solidFill>
              <a:latin typeface="微软雅黑" panose="020B0503020204020204" pitchFamily="34" charset="-122"/>
              <a:cs typeface="微软雅黑" panose="020B0503020204020204" pitchFamily="34" charset="-122"/>
            </a:endParaRPr>
          </a:p>
        </p:txBody>
      </p:sp>
      <p:sp>
        <p:nvSpPr>
          <p:cNvPr id="144" name="矩形 143"/>
          <p:cNvSpPr/>
          <p:nvPr>
            <p:custDataLst>
              <p:tags r:id="rId10"/>
            </p:custDataLst>
          </p:nvPr>
        </p:nvSpPr>
        <p:spPr>
          <a:xfrm>
            <a:off x="6754152" y="1650307"/>
            <a:ext cx="719101" cy="583784"/>
          </a:xfrm>
          <a:prstGeom prst="rect">
            <a:avLst/>
          </a:prstGeom>
          <a:noFill/>
        </p:spPr>
        <p:txBody>
          <a:bodyPr wrap="none" lIns="0" tIns="0" rIns="0" bIns="0" rtlCol="0" anchor="ctr" anchorCtr="0">
            <a:noAutofit/>
          </a:bodyPr>
          <a:p>
            <a:pPr algn="r">
              <a:spcBef>
                <a:spcPct val="0"/>
              </a:spcBef>
              <a:spcAft>
                <a:spcPct val="0"/>
              </a:spcAft>
              <a:buClr>
                <a:srgbClr val="253CE3"/>
              </a:buClr>
              <a:buSzPct val="70000"/>
            </a:pPr>
            <a:r>
              <a:rPr lang="en-US" altLang="zh-CN" sz="3200" b="1">
                <a:solidFill>
                  <a:srgbClr val="253CE3"/>
                </a:solidFill>
                <a:latin typeface="微软雅黑" panose="020B0503020204020204" pitchFamily="34" charset="-122"/>
                <a:cs typeface="微软雅黑" panose="020B0503020204020204" pitchFamily="34" charset="-122"/>
              </a:rPr>
              <a:t>02</a:t>
            </a:r>
            <a:endParaRPr lang="zh-CN" altLang="en-US" sz="3200" b="1">
              <a:solidFill>
                <a:srgbClr val="253CE3"/>
              </a:solidFill>
              <a:latin typeface="微软雅黑" panose="020B0503020204020204" pitchFamily="34" charset="-122"/>
              <a:cs typeface="微软雅黑" panose="020B0503020204020204" pitchFamily="34" charset="-122"/>
            </a:endParaRPr>
          </a:p>
        </p:txBody>
      </p:sp>
      <p:sp>
        <p:nvSpPr>
          <p:cNvPr id="145" name="矩形: 圆角 22"/>
          <p:cNvSpPr/>
          <p:nvPr>
            <p:custDataLst>
              <p:tags r:id="rId11"/>
            </p:custDataLst>
          </p:nvPr>
        </p:nvSpPr>
        <p:spPr>
          <a:xfrm>
            <a:off x="8092699" y="1463299"/>
            <a:ext cx="3281090" cy="2131537"/>
          </a:xfrm>
          <a:prstGeom prst="roundRect">
            <a:avLst>
              <a:gd name="adj" fmla="val 5275"/>
            </a:avLst>
          </a:prstGeom>
          <a:solidFill>
            <a:srgbClr val="FFFFFF"/>
          </a:solidFill>
          <a:ln w="12700" cap="flat" cmpd="sng" algn="ctr">
            <a:solidFill>
              <a:srgbClr val="253CE3"/>
            </a:solid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146" name="矩形 145"/>
          <p:cNvSpPr/>
          <p:nvPr>
            <p:custDataLst>
              <p:tags r:id="rId12"/>
            </p:custDataLst>
          </p:nvPr>
        </p:nvSpPr>
        <p:spPr>
          <a:xfrm>
            <a:off x="8296650" y="2286636"/>
            <a:ext cx="2872170" cy="111818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400">
                <a:latin typeface="+mn-ea"/>
                <a:cs typeface="+mn-ea"/>
                <a:sym typeface="+mn-ea"/>
              </a:rPr>
              <a:t>科技创新规划建设所需的部门间</a:t>
            </a:r>
            <a:r>
              <a:rPr lang="zh-CN" altLang="en-US" sz="1400" b="1">
                <a:solidFill>
                  <a:srgbClr val="FF0000"/>
                </a:solidFill>
                <a:latin typeface="+mn-ea"/>
                <a:cs typeface="+mn-ea"/>
                <a:sym typeface="+mn-ea"/>
              </a:rPr>
              <a:t>横向协同力</a:t>
            </a:r>
            <a:r>
              <a:rPr lang="zh-CN" altLang="en-US" sz="1400">
                <a:latin typeface="+mn-ea"/>
                <a:cs typeface="+mn-ea"/>
                <a:sym typeface="+mn-ea"/>
              </a:rPr>
              <a:t>和集团向子企业的</a:t>
            </a:r>
            <a:r>
              <a:rPr lang="zh-CN" altLang="en-US" sz="1400" b="1">
                <a:solidFill>
                  <a:srgbClr val="FF0000"/>
                </a:solidFill>
                <a:latin typeface="+mn-ea"/>
                <a:cs typeface="+mn-ea"/>
                <a:sym typeface="+mn-ea"/>
              </a:rPr>
              <a:t>逐级穿透力不足</a:t>
            </a:r>
            <a:endParaRPr lang="zh-CN" altLang="en-US" sz="1400" b="1" dirty="0">
              <a:ln>
                <a:noFill/>
                <a:prstDash val="sysDot"/>
              </a:ln>
              <a:solidFill>
                <a:srgbClr val="FF0000"/>
              </a:solidFill>
              <a:latin typeface="+mn-ea"/>
              <a:cs typeface="+mn-ea"/>
              <a:sym typeface="+mn-ea"/>
            </a:endParaRPr>
          </a:p>
        </p:txBody>
      </p:sp>
      <p:sp>
        <p:nvSpPr>
          <p:cNvPr id="147" name="矩形 146"/>
          <p:cNvSpPr/>
          <p:nvPr>
            <p:custDataLst>
              <p:tags r:id="rId13"/>
            </p:custDataLst>
          </p:nvPr>
        </p:nvSpPr>
        <p:spPr>
          <a:xfrm>
            <a:off x="8296650" y="1650307"/>
            <a:ext cx="1976521" cy="583784"/>
          </a:xfrm>
          <a:prstGeom prst="rect">
            <a:avLst/>
          </a:prstGeom>
          <a:noFill/>
        </p:spPr>
        <p:txBody>
          <a:bodyPr wrap="square" lIns="0" tIns="0" rIns="0" bIns="0" rtlCol="0" anchor="ctr" anchorCtr="0">
            <a:noAutofit/>
          </a:bodyPr>
          <a:p>
            <a:pPr>
              <a:spcBef>
                <a:spcPct val="0"/>
              </a:spcBef>
              <a:spcAft>
                <a:spcPct val="0"/>
              </a:spcAft>
              <a:buClr>
                <a:srgbClr val="253CE3"/>
              </a:buClr>
              <a:buSzPct val="70000"/>
            </a:pPr>
            <a:r>
              <a:rPr lang="zh-CN" altLang="en-US" sz="2000" b="1">
                <a:solidFill>
                  <a:srgbClr val="253CE3"/>
                </a:solidFill>
                <a:latin typeface="微软雅黑" panose="020B0503020204020204" pitchFamily="34" charset="-122"/>
                <a:cs typeface="微软雅黑" panose="020B0503020204020204" pitchFamily="34" charset="-122"/>
              </a:rPr>
              <a:t>行动穿透力不足</a:t>
            </a:r>
            <a:endParaRPr lang="zh-CN" altLang="en-US" sz="2000" b="1">
              <a:solidFill>
                <a:srgbClr val="253CE3"/>
              </a:solidFill>
              <a:latin typeface="微软雅黑" panose="020B0503020204020204" pitchFamily="34" charset="-122"/>
              <a:cs typeface="微软雅黑" panose="020B0503020204020204" pitchFamily="34" charset="-122"/>
            </a:endParaRPr>
          </a:p>
        </p:txBody>
      </p:sp>
      <p:sp>
        <p:nvSpPr>
          <p:cNvPr id="148" name="矩形 147"/>
          <p:cNvSpPr/>
          <p:nvPr>
            <p:custDataLst>
              <p:tags r:id="rId14"/>
            </p:custDataLst>
          </p:nvPr>
        </p:nvSpPr>
        <p:spPr>
          <a:xfrm>
            <a:off x="10449747" y="1650307"/>
            <a:ext cx="719100" cy="583784"/>
          </a:xfrm>
          <a:prstGeom prst="rect">
            <a:avLst/>
          </a:prstGeom>
          <a:noFill/>
        </p:spPr>
        <p:txBody>
          <a:bodyPr wrap="none" lIns="0" tIns="0" rIns="0" bIns="0" rtlCol="0" anchor="ctr" anchorCtr="0">
            <a:noAutofit/>
          </a:bodyPr>
          <a:p>
            <a:pPr algn="r">
              <a:spcBef>
                <a:spcPct val="0"/>
              </a:spcBef>
              <a:spcAft>
                <a:spcPct val="0"/>
              </a:spcAft>
              <a:buClr>
                <a:srgbClr val="253CE3"/>
              </a:buClr>
              <a:buSzPct val="70000"/>
            </a:pPr>
            <a:r>
              <a:rPr lang="en-US" altLang="zh-CN" sz="3200" b="1">
                <a:solidFill>
                  <a:srgbClr val="253CE3"/>
                </a:solidFill>
                <a:latin typeface="微软雅黑" panose="020B0503020204020204" pitchFamily="34" charset="-122"/>
                <a:cs typeface="微软雅黑" panose="020B0503020204020204" pitchFamily="34" charset="-122"/>
              </a:rPr>
              <a:t>03</a:t>
            </a:r>
            <a:endParaRPr lang="zh-CN" altLang="en-US" sz="3200" b="1">
              <a:solidFill>
                <a:srgbClr val="253CE3"/>
              </a:solidFill>
              <a:latin typeface="微软雅黑" panose="020B0503020204020204" pitchFamily="34" charset="-122"/>
              <a:cs typeface="微软雅黑" panose="020B0503020204020204" pitchFamily="34" charset="-122"/>
            </a:endParaRPr>
          </a:p>
        </p:txBody>
      </p:sp>
      <p:sp>
        <p:nvSpPr>
          <p:cNvPr id="149" name="矩形: 圆角 39"/>
          <p:cNvSpPr/>
          <p:nvPr>
            <p:custDataLst>
              <p:tags r:id="rId15"/>
            </p:custDataLst>
          </p:nvPr>
        </p:nvSpPr>
        <p:spPr>
          <a:xfrm>
            <a:off x="699626" y="3863649"/>
            <a:ext cx="3281090" cy="2131537"/>
          </a:xfrm>
          <a:prstGeom prst="roundRect">
            <a:avLst>
              <a:gd name="adj" fmla="val 5275"/>
            </a:avLst>
          </a:prstGeom>
          <a:solidFill>
            <a:srgbClr val="FFFFFF"/>
          </a:solidFill>
          <a:ln w="12700" cap="flat" cmpd="sng" algn="ctr">
            <a:solidFill>
              <a:srgbClr val="253CE3"/>
            </a:solidFill>
            <a:prstDash val="solid"/>
            <a:miter lim="800000"/>
          </a:ln>
          <a:effectLst/>
        </p:spPr>
        <p:txBody>
          <a:bodyPr rtlCol="0" anchor="ctr"/>
          <a:p>
            <a:pPr algn="ctr"/>
            <a:r>
              <a:rPr lang="zh-CN" altLang="en-US">
                <a:solidFill>
                  <a:srgbClr val="FFFFFF"/>
                </a:solidFill>
                <a:latin typeface="微软雅黑" panose="020B0503020204020204" pitchFamily="34" charset="-122"/>
                <a:ea typeface="微软雅黑" panose="020B0503020204020204" pitchFamily="34" charset="-122"/>
              </a:rPr>
              <a:t>的转化通道尚从"科技强"到"产业强"的转化通道尚未完全打通，科从"科技强"到"产业强"的转化通道尚未完全打通，科化率有待提升</a:t>
            </a: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150" name="矩形 149"/>
          <p:cNvSpPr/>
          <p:nvPr>
            <p:custDataLst>
              <p:tags r:id="rId16"/>
            </p:custDataLst>
          </p:nvPr>
        </p:nvSpPr>
        <p:spPr>
          <a:xfrm>
            <a:off x="904205" y="4686983"/>
            <a:ext cx="2872169" cy="111818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400">
                <a:latin typeface="+mn-ea"/>
                <a:cs typeface="+mn-ea"/>
                <a:sym typeface="+mn-ea"/>
              </a:rPr>
              <a:t>从"科技强"到"产业强"的转化通道尚未完全打通，</a:t>
            </a:r>
            <a:r>
              <a:rPr lang="zh-CN" altLang="en-US" sz="1400" b="1">
                <a:solidFill>
                  <a:srgbClr val="FF0000"/>
                </a:solidFill>
                <a:latin typeface="+mn-ea"/>
                <a:cs typeface="+mn-ea"/>
                <a:sym typeface="+mn-ea"/>
              </a:rPr>
              <a:t>科研成果转化率有待提升</a:t>
            </a:r>
            <a:endParaRPr lang="zh-CN" altLang="en-US" sz="1400" b="1">
              <a:ln>
                <a:noFill/>
                <a:prstDash val="sysDot"/>
              </a:ln>
              <a:solidFill>
                <a:srgbClr val="FF0000"/>
              </a:solidFill>
              <a:latin typeface="+mn-ea"/>
              <a:cs typeface="+mn-ea"/>
              <a:sym typeface="+mn-ea"/>
            </a:endParaRPr>
          </a:p>
        </p:txBody>
      </p:sp>
      <p:sp>
        <p:nvSpPr>
          <p:cNvPr id="151" name="矩形 150"/>
          <p:cNvSpPr/>
          <p:nvPr>
            <p:custDataLst>
              <p:tags r:id="rId17"/>
            </p:custDataLst>
          </p:nvPr>
        </p:nvSpPr>
        <p:spPr>
          <a:xfrm>
            <a:off x="904205" y="4050656"/>
            <a:ext cx="1976521" cy="583784"/>
          </a:xfrm>
          <a:prstGeom prst="rect">
            <a:avLst/>
          </a:prstGeom>
          <a:noFill/>
        </p:spPr>
        <p:txBody>
          <a:bodyPr wrap="square" lIns="0" tIns="0" rIns="0" bIns="0" rtlCol="0" anchor="ctr" anchorCtr="0">
            <a:noAutofit/>
          </a:bodyPr>
          <a:p>
            <a:pPr>
              <a:spcBef>
                <a:spcPct val="0"/>
              </a:spcBef>
              <a:spcAft>
                <a:spcPct val="0"/>
              </a:spcAft>
              <a:buClr>
                <a:srgbClr val="253CE3"/>
              </a:buClr>
              <a:buSzPct val="70000"/>
            </a:pPr>
            <a:r>
              <a:rPr lang="zh-CN" altLang="en-US" sz="2000" b="1">
                <a:solidFill>
                  <a:srgbClr val="253CE3"/>
                </a:solidFill>
                <a:latin typeface="微软雅黑" panose="020B0503020204020204" pitchFamily="34" charset="-122"/>
                <a:cs typeface="微软雅黑" panose="020B0503020204020204" pitchFamily="34" charset="-122"/>
              </a:rPr>
              <a:t>融合不足</a:t>
            </a:r>
            <a:endParaRPr lang="zh-CN" altLang="en-US" sz="2000" b="1">
              <a:solidFill>
                <a:srgbClr val="253CE3"/>
              </a:solidFill>
              <a:latin typeface="微软雅黑" panose="020B0503020204020204" pitchFamily="34" charset="-122"/>
              <a:cs typeface="微软雅黑" panose="020B0503020204020204" pitchFamily="34" charset="-122"/>
            </a:endParaRPr>
          </a:p>
        </p:txBody>
      </p:sp>
      <p:sp>
        <p:nvSpPr>
          <p:cNvPr id="152" name="矩形 151"/>
          <p:cNvSpPr/>
          <p:nvPr>
            <p:custDataLst>
              <p:tags r:id="rId18"/>
            </p:custDataLst>
          </p:nvPr>
        </p:nvSpPr>
        <p:spPr>
          <a:xfrm>
            <a:off x="3057301" y="4050656"/>
            <a:ext cx="719100" cy="583784"/>
          </a:xfrm>
          <a:prstGeom prst="rect">
            <a:avLst/>
          </a:prstGeom>
          <a:noFill/>
        </p:spPr>
        <p:txBody>
          <a:bodyPr wrap="none" lIns="0" tIns="0" rIns="0" bIns="0" rtlCol="0" anchor="ctr" anchorCtr="0">
            <a:noAutofit/>
          </a:bodyPr>
          <a:p>
            <a:pPr algn="r">
              <a:spcBef>
                <a:spcPct val="0"/>
              </a:spcBef>
              <a:spcAft>
                <a:spcPct val="0"/>
              </a:spcAft>
              <a:buClr>
                <a:srgbClr val="253CE3"/>
              </a:buClr>
              <a:buSzPct val="70000"/>
            </a:pPr>
            <a:r>
              <a:rPr lang="en-US" altLang="zh-CN" sz="3200" b="1">
                <a:solidFill>
                  <a:srgbClr val="253CE3"/>
                </a:solidFill>
                <a:latin typeface="微软雅黑" panose="020B0503020204020204" pitchFamily="34" charset="-122"/>
                <a:cs typeface="微软雅黑" panose="020B0503020204020204" pitchFamily="34" charset="-122"/>
              </a:rPr>
              <a:t>04</a:t>
            </a:r>
            <a:endParaRPr lang="zh-CN" altLang="en-US" sz="3200" b="1">
              <a:solidFill>
                <a:srgbClr val="253CE3"/>
              </a:solidFill>
              <a:latin typeface="微软雅黑" panose="020B0503020204020204" pitchFamily="34" charset="-122"/>
              <a:cs typeface="微软雅黑" panose="020B0503020204020204" pitchFamily="34" charset="-122"/>
            </a:endParaRPr>
          </a:p>
        </p:txBody>
      </p:sp>
      <p:sp>
        <p:nvSpPr>
          <p:cNvPr id="153" name="矩形: 圆角 44"/>
          <p:cNvSpPr/>
          <p:nvPr>
            <p:custDataLst>
              <p:tags r:id="rId19"/>
            </p:custDataLst>
          </p:nvPr>
        </p:nvSpPr>
        <p:spPr>
          <a:xfrm>
            <a:off x="4396476" y="3863649"/>
            <a:ext cx="3281090" cy="2131537"/>
          </a:xfrm>
          <a:prstGeom prst="roundRect">
            <a:avLst>
              <a:gd name="adj" fmla="val 5275"/>
            </a:avLst>
          </a:prstGeom>
          <a:solidFill>
            <a:srgbClr val="FFFFFF"/>
          </a:solidFill>
          <a:ln w="12700" cap="flat" cmpd="sng" algn="ctr">
            <a:solidFill>
              <a:srgbClr val="253CE3"/>
            </a:solid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154" name="矩形 153"/>
          <p:cNvSpPr/>
          <p:nvPr>
            <p:custDataLst>
              <p:tags r:id="rId20"/>
            </p:custDataLst>
          </p:nvPr>
        </p:nvSpPr>
        <p:spPr>
          <a:xfrm>
            <a:off x="4601055" y="4686983"/>
            <a:ext cx="2872169" cy="111818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400">
                <a:latin typeface="+mn-ea"/>
                <a:cs typeface="+mn-ea"/>
                <a:sym typeface="+mn-ea"/>
              </a:rPr>
              <a:t>创新人才引留困难，科研人员激励与市场化机制差距大，</a:t>
            </a:r>
            <a:r>
              <a:rPr lang="zh-CN" altLang="en-US" sz="1400" b="1">
                <a:solidFill>
                  <a:srgbClr val="FF0000"/>
                </a:solidFill>
                <a:latin typeface="+mn-ea"/>
                <a:cs typeface="+mn-ea"/>
                <a:sym typeface="+mn-ea"/>
              </a:rPr>
              <a:t>人才评价维度单一</a:t>
            </a:r>
            <a:endParaRPr lang="zh-CN" altLang="en-US" sz="1400" b="1">
              <a:solidFill>
                <a:srgbClr val="FF0000"/>
              </a:solidFill>
              <a:latin typeface="+mn-ea"/>
              <a:cs typeface="+mn-ea"/>
              <a:sym typeface="+mn-ea"/>
            </a:endParaRPr>
          </a:p>
          <a:p>
            <a:pPr>
              <a:lnSpc>
                <a:spcPct val="150000"/>
              </a:lnSpc>
              <a:spcBef>
                <a:spcPct val="0"/>
              </a:spcBef>
              <a:spcAft>
                <a:spcPct val="0"/>
              </a:spcAft>
            </a:pPr>
            <a:endParaRPr lang="zh-CN" altLang="en-US" sz="1400" b="1" dirty="0">
              <a:ln>
                <a:noFill/>
                <a:prstDash val="sysDot"/>
              </a:ln>
              <a:solidFill>
                <a:srgbClr val="FF0000"/>
              </a:solidFill>
              <a:latin typeface="+mn-ea"/>
              <a:cs typeface="+mn-ea"/>
              <a:sym typeface="+mn-ea"/>
            </a:endParaRPr>
          </a:p>
        </p:txBody>
      </p:sp>
      <p:sp>
        <p:nvSpPr>
          <p:cNvPr id="155" name="矩形 154"/>
          <p:cNvSpPr/>
          <p:nvPr>
            <p:custDataLst>
              <p:tags r:id="rId21"/>
            </p:custDataLst>
          </p:nvPr>
        </p:nvSpPr>
        <p:spPr>
          <a:xfrm>
            <a:off x="4601055" y="4050656"/>
            <a:ext cx="1976521" cy="583784"/>
          </a:xfrm>
          <a:prstGeom prst="rect">
            <a:avLst/>
          </a:prstGeom>
          <a:noFill/>
        </p:spPr>
        <p:txBody>
          <a:bodyPr wrap="square" lIns="0" tIns="0" rIns="0" bIns="0" rtlCol="0" anchor="ctr" anchorCtr="0">
            <a:noAutofit/>
          </a:bodyPr>
          <a:p>
            <a:pPr>
              <a:spcBef>
                <a:spcPct val="0"/>
              </a:spcBef>
              <a:spcAft>
                <a:spcPct val="0"/>
              </a:spcAft>
              <a:buClr>
                <a:srgbClr val="253CE3"/>
              </a:buClr>
              <a:buSzPct val="70000"/>
            </a:pPr>
            <a:r>
              <a:rPr lang="zh-CN" altLang="en-US" sz="2000" b="1" dirty="0">
                <a:solidFill>
                  <a:srgbClr val="253CE3"/>
                </a:solidFill>
                <a:latin typeface="微软雅黑" panose="020B0503020204020204" pitchFamily="34" charset="-122"/>
                <a:cs typeface="微软雅黑" panose="020B0503020204020204" pitchFamily="34" charset="-122"/>
              </a:rPr>
              <a:t>人才瓶颈</a:t>
            </a:r>
            <a:endParaRPr lang="zh-CN" altLang="en-US" sz="2000" b="1" dirty="0">
              <a:solidFill>
                <a:srgbClr val="253CE3"/>
              </a:solidFill>
              <a:latin typeface="微软雅黑" panose="020B0503020204020204" pitchFamily="34" charset="-122"/>
              <a:cs typeface="微软雅黑" panose="020B0503020204020204" pitchFamily="34" charset="-122"/>
            </a:endParaRPr>
          </a:p>
        </p:txBody>
      </p:sp>
      <p:sp>
        <p:nvSpPr>
          <p:cNvPr id="156" name="矩形 155"/>
          <p:cNvSpPr/>
          <p:nvPr>
            <p:custDataLst>
              <p:tags r:id="rId22"/>
            </p:custDataLst>
          </p:nvPr>
        </p:nvSpPr>
        <p:spPr>
          <a:xfrm>
            <a:off x="6754152" y="4050656"/>
            <a:ext cx="719101" cy="583784"/>
          </a:xfrm>
          <a:prstGeom prst="rect">
            <a:avLst/>
          </a:prstGeom>
          <a:noFill/>
        </p:spPr>
        <p:txBody>
          <a:bodyPr wrap="none" lIns="0" tIns="0" rIns="0" bIns="0" rtlCol="0" anchor="ctr" anchorCtr="0">
            <a:noAutofit/>
          </a:bodyPr>
          <a:p>
            <a:pPr algn="r">
              <a:spcBef>
                <a:spcPct val="0"/>
              </a:spcBef>
              <a:spcAft>
                <a:spcPct val="0"/>
              </a:spcAft>
              <a:buClr>
                <a:srgbClr val="253CE3"/>
              </a:buClr>
              <a:buSzPct val="70000"/>
            </a:pPr>
            <a:r>
              <a:rPr lang="en-US" altLang="zh-CN" sz="3200" b="1">
                <a:solidFill>
                  <a:srgbClr val="253CE3"/>
                </a:solidFill>
                <a:latin typeface="微软雅黑" panose="020B0503020204020204" pitchFamily="34" charset="-122"/>
                <a:cs typeface="微软雅黑" panose="020B0503020204020204" pitchFamily="34" charset="-122"/>
              </a:rPr>
              <a:t>05</a:t>
            </a:r>
            <a:endParaRPr lang="zh-CN" altLang="en-US" sz="3200" b="1">
              <a:solidFill>
                <a:srgbClr val="253CE3"/>
              </a:solidFill>
              <a:latin typeface="微软雅黑" panose="020B0503020204020204" pitchFamily="34" charset="-122"/>
              <a:cs typeface="微软雅黑" panose="020B0503020204020204" pitchFamily="34" charset="-122"/>
            </a:endParaRPr>
          </a:p>
        </p:txBody>
      </p:sp>
      <p:sp>
        <p:nvSpPr>
          <p:cNvPr id="157" name="矩形: 圆角 49"/>
          <p:cNvSpPr/>
          <p:nvPr>
            <p:custDataLst>
              <p:tags r:id="rId23"/>
            </p:custDataLst>
          </p:nvPr>
        </p:nvSpPr>
        <p:spPr>
          <a:xfrm>
            <a:off x="8083913" y="3863649"/>
            <a:ext cx="3281090" cy="2131537"/>
          </a:xfrm>
          <a:prstGeom prst="roundRect">
            <a:avLst>
              <a:gd name="adj" fmla="val 5275"/>
            </a:avLst>
          </a:prstGeom>
          <a:solidFill>
            <a:srgbClr val="FFFFFF"/>
          </a:solidFill>
          <a:ln w="12700" cap="flat" cmpd="sng" algn="ctr">
            <a:solidFill>
              <a:srgbClr val="253CE3"/>
            </a:solid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158" name="矩形 157"/>
          <p:cNvSpPr/>
          <p:nvPr>
            <p:custDataLst>
              <p:tags r:id="rId24"/>
            </p:custDataLst>
          </p:nvPr>
        </p:nvSpPr>
        <p:spPr>
          <a:xfrm>
            <a:off x="8288492" y="4686983"/>
            <a:ext cx="2872169" cy="111818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400" b="1">
                <a:solidFill>
                  <a:srgbClr val="FF0000"/>
                </a:solidFill>
                <a:latin typeface="+mn-ea"/>
                <a:cs typeface="+mn-ea"/>
                <a:sym typeface="+mn-ea"/>
              </a:rPr>
              <a:t>组织模式难适应创新需求</a:t>
            </a:r>
            <a:r>
              <a:rPr lang="zh-CN" altLang="en-US" sz="1400">
                <a:latin typeface="+mn-ea"/>
                <a:cs typeface="+mn-ea"/>
                <a:sym typeface="+mn-ea"/>
              </a:rPr>
              <a:t>，跨部门协同壁垒高，创新决策链条长、容错机制不健全</a:t>
            </a:r>
            <a:endParaRPr lang="zh-CN" altLang="en-US" sz="1400">
              <a:ln>
                <a:noFill/>
                <a:prstDash val="sysDot"/>
              </a:ln>
              <a:solidFill>
                <a:srgbClr val="212121"/>
              </a:solidFill>
              <a:latin typeface="+mn-ea"/>
              <a:cs typeface="+mn-ea"/>
              <a:sym typeface="+mn-ea"/>
            </a:endParaRPr>
          </a:p>
        </p:txBody>
      </p:sp>
      <p:sp>
        <p:nvSpPr>
          <p:cNvPr id="159" name="矩形 158"/>
          <p:cNvSpPr/>
          <p:nvPr>
            <p:custDataLst>
              <p:tags r:id="rId25"/>
            </p:custDataLst>
          </p:nvPr>
        </p:nvSpPr>
        <p:spPr>
          <a:xfrm>
            <a:off x="8288492" y="4050656"/>
            <a:ext cx="1976521" cy="583784"/>
          </a:xfrm>
          <a:prstGeom prst="rect">
            <a:avLst/>
          </a:prstGeom>
          <a:noFill/>
        </p:spPr>
        <p:txBody>
          <a:bodyPr wrap="square" lIns="0" tIns="0" rIns="0" bIns="0" rtlCol="0" anchor="ctr" anchorCtr="0">
            <a:noAutofit/>
          </a:bodyPr>
          <a:p>
            <a:pPr>
              <a:spcBef>
                <a:spcPct val="0"/>
              </a:spcBef>
              <a:spcAft>
                <a:spcPct val="0"/>
              </a:spcAft>
              <a:buClr>
                <a:srgbClr val="253CE3"/>
              </a:buClr>
              <a:buSzPct val="70000"/>
            </a:pPr>
            <a:r>
              <a:rPr lang="zh-CN" altLang="en-US" sz="2000" b="1">
                <a:solidFill>
                  <a:srgbClr val="253CE3"/>
                </a:solidFill>
                <a:latin typeface="微软雅黑" panose="020B0503020204020204" pitchFamily="34" charset="-122"/>
                <a:cs typeface="微软雅黑" panose="020B0503020204020204" pitchFamily="34" charset="-122"/>
              </a:rPr>
              <a:t>组织滞后</a:t>
            </a:r>
            <a:endParaRPr lang="zh-CN" altLang="en-US" sz="2000" b="1">
              <a:solidFill>
                <a:srgbClr val="253CE3"/>
              </a:solidFill>
              <a:latin typeface="微软雅黑" panose="020B0503020204020204" pitchFamily="34" charset="-122"/>
              <a:cs typeface="微软雅黑" panose="020B0503020204020204" pitchFamily="34" charset="-122"/>
            </a:endParaRPr>
          </a:p>
        </p:txBody>
      </p:sp>
      <p:sp>
        <p:nvSpPr>
          <p:cNvPr id="160" name="矩形 159"/>
          <p:cNvSpPr/>
          <p:nvPr>
            <p:custDataLst>
              <p:tags r:id="rId26"/>
            </p:custDataLst>
          </p:nvPr>
        </p:nvSpPr>
        <p:spPr>
          <a:xfrm>
            <a:off x="10441589" y="4050656"/>
            <a:ext cx="719100" cy="583784"/>
          </a:xfrm>
          <a:prstGeom prst="rect">
            <a:avLst/>
          </a:prstGeom>
          <a:noFill/>
        </p:spPr>
        <p:txBody>
          <a:bodyPr wrap="none" lIns="0" tIns="0" rIns="0" bIns="0" rtlCol="0" anchor="ctr" anchorCtr="0">
            <a:noAutofit/>
          </a:bodyPr>
          <a:p>
            <a:pPr algn="r">
              <a:spcBef>
                <a:spcPct val="0"/>
              </a:spcBef>
              <a:spcAft>
                <a:spcPct val="0"/>
              </a:spcAft>
              <a:buClr>
                <a:srgbClr val="253CE3"/>
              </a:buClr>
              <a:buSzPct val="70000"/>
            </a:pPr>
            <a:r>
              <a:rPr lang="en-US" altLang="zh-CN" sz="3200" b="1">
                <a:solidFill>
                  <a:srgbClr val="253CE3"/>
                </a:solidFill>
                <a:latin typeface="微软雅黑" panose="020B0503020204020204" pitchFamily="34" charset="-122"/>
                <a:cs typeface="微软雅黑" panose="020B0503020204020204" pitchFamily="34" charset="-122"/>
              </a:rPr>
              <a:t>06</a:t>
            </a:r>
            <a:endParaRPr lang="zh-CN" altLang="en-US" sz="3200" b="1">
              <a:solidFill>
                <a:srgbClr val="253CE3"/>
              </a:solidFill>
              <a:latin typeface="微软雅黑" panose="020B0503020204020204" pitchFamily="34" charset="-122"/>
              <a:cs typeface="微软雅黑" panose="020B0503020204020204" pitchFamily="34" charset="-122"/>
            </a:endParaRPr>
          </a:p>
        </p:txBody>
      </p:sp>
      <p:sp>
        <p:nvSpPr>
          <p:cNvPr id="3" name="灯片编号占位符 2"/>
          <p:cNvSpPr>
            <a:spLocks noGrp="1"/>
          </p:cNvSpPr>
          <p:nvPr>
            <p:ph type="sldNum" sz="quarter" idx="4"/>
          </p:nvPr>
        </p:nvSpPr>
        <p:spPr/>
        <p:txBody>
          <a:bodyPr/>
          <a:p>
            <a:fld id="{7F65B630-C7FF-41C0-9923-C5E5E29EED81}" type="slidenum">
              <a:rPr lang="en-US" altLang="zh-CN" smtClean="0"/>
            </a:fld>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dirty="0">
                <a:sym typeface="+mn-ea"/>
              </a:rPr>
              <a:t>三、国有企业科技创新规划总体思路：</a:t>
            </a:r>
            <a:r>
              <a:rPr lang="zh-CN" altLang="en-US" dirty="0">
                <a:sym typeface="+mn-ea"/>
              </a:rPr>
              <a:t>构建国企科技创新活动全生命周期闭环管理体系</a:t>
            </a:r>
            <a:endParaRPr lang="zh-CN" altLang="en-US" dirty="0">
              <a:sym typeface="+mn-ea"/>
            </a:endParaRPr>
          </a:p>
        </p:txBody>
      </p:sp>
      <p:sp>
        <p:nvSpPr>
          <p:cNvPr id="55" name="文本占位符 54"/>
          <p:cNvSpPr>
            <a:spLocks noGrp="1"/>
          </p:cNvSpPr>
          <p:nvPr>
            <p:ph type="body" sz="quarter" idx="13"/>
          </p:nvPr>
        </p:nvSpPr>
        <p:spPr/>
        <p:txBody>
          <a:bodyPr/>
          <a:p>
            <a:r>
              <a:rPr lang="zh-CN" altLang="en-US"/>
              <a:t>以创新规划为引领，匹配资源投入为保障，以体系化创新过程管理为支撑，实现规划到产出的闭环</a:t>
            </a:r>
            <a:endParaRPr lang="zh-CN" altLang="en-US"/>
          </a:p>
        </p:txBody>
      </p:sp>
      <p:sp>
        <p:nvSpPr>
          <p:cNvPr id="5" name="灯片编号占位符 4"/>
          <p:cNvSpPr>
            <a:spLocks noGrp="1"/>
          </p:cNvSpPr>
          <p:nvPr>
            <p:ph type="sldNum" sz="quarter" idx="4"/>
          </p:nvPr>
        </p:nvSpPr>
        <p:spPr/>
        <p:txBody>
          <a:bodyPr/>
          <a:lstStyle/>
          <a:p>
            <a:fld id="{7F65B630-C7FF-41C0-9923-C5E5E29EED81}" type="slidenum">
              <a:rPr lang="en-US" altLang="zh-CN" smtClean="0"/>
            </a:fld>
            <a:endParaRPr lang="en-US" altLang="zh-CN" dirty="0"/>
          </a:p>
        </p:txBody>
      </p:sp>
      <p:grpSp>
        <p:nvGrpSpPr>
          <p:cNvPr id="59" name="组合 58"/>
          <p:cNvGrpSpPr/>
          <p:nvPr/>
        </p:nvGrpSpPr>
        <p:grpSpPr>
          <a:xfrm>
            <a:off x="669925" y="1675765"/>
            <a:ext cx="10303510" cy="832485"/>
            <a:chOff x="1055" y="2639"/>
            <a:chExt cx="16226" cy="1311"/>
          </a:xfrm>
        </p:grpSpPr>
        <p:sp>
          <p:nvSpPr>
            <p:cNvPr id="8" name="文本框 7"/>
            <p:cNvSpPr txBox="1"/>
            <p:nvPr>
              <p:custDataLst>
                <p:tags r:id="rId1"/>
              </p:custDataLst>
            </p:nvPr>
          </p:nvSpPr>
          <p:spPr>
            <a:xfrm>
              <a:off x="1055" y="2639"/>
              <a:ext cx="2649" cy="899"/>
            </a:xfrm>
            <a:prstGeom prst="rect">
              <a:avLst/>
            </a:prstGeom>
            <a:noFill/>
          </p:spPr>
          <p:txBody>
            <a:bodyPr wrap="square" rtlCol="0">
              <a:spAutoFit/>
            </a:bodyPr>
            <a:p>
              <a:pPr algn="ctr">
                <a:lnSpc>
                  <a:spcPct val="130000"/>
                </a:lnSpc>
              </a:pPr>
              <a:r>
                <a:rPr lang="zh-CN" altLang="en-US" sz="2400" b="1" dirty="0" smtClean="0">
                  <a:solidFill>
                    <a:schemeClr val="accent1"/>
                  </a:solidFill>
                  <a:latin typeface="+mn-ea"/>
                </a:rPr>
                <a:t>创新规划</a:t>
              </a:r>
              <a:endParaRPr lang="zh-CN" altLang="en-US" sz="2400" b="1" dirty="0" smtClean="0">
                <a:solidFill>
                  <a:schemeClr val="accent1"/>
                </a:solidFill>
                <a:latin typeface="+mn-ea"/>
              </a:endParaRPr>
            </a:p>
          </p:txBody>
        </p:sp>
        <p:sp>
          <p:nvSpPr>
            <p:cNvPr id="9" name="文本框 8"/>
            <p:cNvSpPr txBox="1"/>
            <p:nvPr>
              <p:custDataLst>
                <p:tags r:id="rId2"/>
              </p:custDataLst>
            </p:nvPr>
          </p:nvSpPr>
          <p:spPr>
            <a:xfrm>
              <a:off x="5577" y="2639"/>
              <a:ext cx="2649" cy="899"/>
            </a:xfrm>
            <a:prstGeom prst="rect">
              <a:avLst/>
            </a:prstGeom>
            <a:noFill/>
          </p:spPr>
          <p:txBody>
            <a:bodyPr wrap="square" rtlCol="0">
              <a:spAutoFit/>
            </a:bodyPr>
            <a:p>
              <a:pPr algn="ctr">
                <a:lnSpc>
                  <a:spcPct val="130000"/>
                </a:lnSpc>
              </a:pPr>
              <a:r>
                <a:rPr lang="zh-CN" altLang="en-US" sz="2400" b="1" dirty="0" smtClean="0">
                  <a:solidFill>
                    <a:schemeClr val="accent1"/>
                  </a:solidFill>
                  <a:latin typeface="+mn-ea"/>
                </a:rPr>
                <a:t>创新投入</a:t>
              </a:r>
              <a:endParaRPr lang="zh-CN" altLang="en-US" sz="2400" b="1" dirty="0" smtClean="0">
                <a:solidFill>
                  <a:schemeClr val="accent1"/>
                </a:solidFill>
                <a:latin typeface="+mn-ea"/>
              </a:endParaRPr>
            </a:p>
          </p:txBody>
        </p:sp>
        <p:sp>
          <p:nvSpPr>
            <p:cNvPr id="10" name="文本框 9"/>
            <p:cNvSpPr txBox="1"/>
            <p:nvPr>
              <p:custDataLst>
                <p:tags r:id="rId3"/>
              </p:custDataLst>
            </p:nvPr>
          </p:nvSpPr>
          <p:spPr>
            <a:xfrm>
              <a:off x="10038" y="2639"/>
              <a:ext cx="2649" cy="899"/>
            </a:xfrm>
            <a:prstGeom prst="rect">
              <a:avLst/>
            </a:prstGeom>
            <a:noFill/>
          </p:spPr>
          <p:txBody>
            <a:bodyPr wrap="square" rtlCol="0">
              <a:spAutoFit/>
            </a:bodyPr>
            <a:p>
              <a:pPr algn="ctr">
                <a:lnSpc>
                  <a:spcPct val="130000"/>
                </a:lnSpc>
              </a:pPr>
              <a:r>
                <a:rPr lang="zh-CN" altLang="en-US" sz="2400" b="1" dirty="0" smtClean="0">
                  <a:solidFill>
                    <a:schemeClr val="accent1"/>
                  </a:solidFill>
                  <a:latin typeface="+mn-ea"/>
                </a:rPr>
                <a:t>创新过程</a:t>
              </a:r>
              <a:endParaRPr lang="zh-CN" altLang="en-US" sz="2400" b="1" dirty="0" smtClean="0">
                <a:solidFill>
                  <a:schemeClr val="accent1"/>
                </a:solidFill>
                <a:latin typeface="+mn-ea"/>
              </a:endParaRPr>
            </a:p>
          </p:txBody>
        </p:sp>
        <p:sp>
          <p:nvSpPr>
            <p:cNvPr id="11" name="文本框 10"/>
            <p:cNvSpPr txBox="1"/>
            <p:nvPr>
              <p:custDataLst>
                <p:tags r:id="rId4"/>
              </p:custDataLst>
            </p:nvPr>
          </p:nvSpPr>
          <p:spPr>
            <a:xfrm>
              <a:off x="14499" y="2639"/>
              <a:ext cx="2649" cy="899"/>
            </a:xfrm>
            <a:prstGeom prst="rect">
              <a:avLst/>
            </a:prstGeom>
            <a:noFill/>
          </p:spPr>
          <p:txBody>
            <a:bodyPr wrap="square" rtlCol="0">
              <a:spAutoFit/>
            </a:bodyPr>
            <a:p>
              <a:pPr algn="ctr">
                <a:lnSpc>
                  <a:spcPct val="130000"/>
                </a:lnSpc>
              </a:pPr>
              <a:r>
                <a:rPr lang="zh-CN" altLang="en-US" sz="2400" b="1" dirty="0" smtClean="0">
                  <a:solidFill>
                    <a:schemeClr val="accent1"/>
                  </a:solidFill>
                  <a:latin typeface="+mn-ea"/>
                </a:rPr>
                <a:t>创新产出</a:t>
              </a:r>
              <a:endParaRPr lang="zh-CN" altLang="en-US" sz="2400" b="1" dirty="0" smtClean="0">
                <a:solidFill>
                  <a:schemeClr val="accent1"/>
                </a:solidFill>
                <a:latin typeface="+mn-ea"/>
              </a:endParaRPr>
            </a:p>
          </p:txBody>
        </p:sp>
        <p:cxnSp>
          <p:nvCxnSpPr>
            <p:cNvPr id="12" name="直接箭头连接符 11"/>
            <p:cNvCxnSpPr/>
            <p:nvPr>
              <p:custDataLst>
                <p:tags r:id="rId5"/>
              </p:custDataLst>
            </p:nvPr>
          </p:nvCxnSpPr>
          <p:spPr>
            <a:xfrm>
              <a:off x="3704" y="3240"/>
              <a:ext cx="1996"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custDataLst>
                <p:tags r:id="rId6"/>
              </p:custDataLst>
            </p:nvPr>
          </p:nvCxnSpPr>
          <p:spPr>
            <a:xfrm>
              <a:off x="8349" y="3240"/>
              <a:ext cx="1751"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custDataLst>
                <p:tags r:id="rId7"/>
              </p:custDataLst>
            </p:nvPr>
          </p:nvCxnSpPr>
          <p:spPr>
            <a:xfrm>
              <a:off x="12749" y="3240"/>
              <a:ext cx="1751" cy="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custDataLst>
                <p:tags r:id="rId8"/>
              </p:custDataLst>
            </p:nvPr>
          </p:nvSpPr>
          <p:spPr>
            <a:xfrm>
              <a:off x="1229" y="3240"/>
              <a:ext cx="2536" cy="710"/>
            </a:xfrm>
            <a:prstGeom prst="rect">
              <a:avLst/>
            </a:prstGeom>
            <a:noFill/>
          </p:spPr>
          <p:txBody>
            <a:bodyPr wrap="square" rtlCol="0">
              <a:spAutoFit/>
            </a:bodyPr>
            <a:p>
              <a:pPr algn="just">
                <a:lnSpc>
                  <a:spcPct val="130000"/>
                </a:lnSpc>
              </a:pPr>
              <a:r>
                <a:rPr lang="zh-CN" altLang="en-US" dirty="0" smtClean="0">
                  <a:latin typeface="+mn-ea"/>
                </a:rPr>
                <a:t>体现引领作用</a:t>
              </a:r>
              <a:endParaRPr lang="zh-CN" altLang="en-US" dirty="0" smtClean="0">
                <a:latin typeface="+mn-ea"/>
              </a:endParaRPr>
            </a:p>
          </p:txBody>
        </p:sp>
        <p:sp>
          <p:nvSpPr>
            <p:cNvPr id="16" name="文本框 15"/>
            <p:cNvSpPr txBox="1"/>
            <p:nvPr>
              <p:custDataLst>
                <p:tags r:id="rId9"/>
              </p:custDataLst>
            </p:nvPr>
          </p:nvSpPr>
          <p:spPr>
            <a:xfrm>
              <a:off x="5603" y="3240"/>
              <a:ext cx="2536" cy="710"/>
            </a:xfrm>
            <a:prstGeom prst="rect">
              <a:avLst/>
            </a:prstGeom>
            <a:noFill/>
          </p:spPr>
          <p:txBody>
            <a:bodyPr wrap="square" rtlCol="0">
              <a:spAutoFit/>
            </a:bodyPr>
            <a:p>
              <a:pPr algn="just">
                <a:lnSpc>
                  <a:spcPct val="130000"/>
                </a:lnSpc>
              </a:pPr>
              <a:r>
                <a:rPr lang="zh-CN" altLang="en-US" dirty="0" smtClean="0">
                  <a:latin typeface="+mn-ea"/>
                </a:rPr>
                <a:t>体现保障作用</a:t>
              </a:r>
              <a:endParaRPr lang="zh-CN" altLang="en-US" dirty="0" smtClean="0">
                <a:latin typeface="+mn-ea"/>
              </a:endParaRPr>
            </a:p>
          </p:txBody>
        </p:sp>
        <p:sp>
          <p:nvSpPr>
            <p:cNvPr id="17" name="文本框 16"/>
            <p:cNvSpPr txBox="1"/>
            <p:nvPr>
              <p:custDataLst>
                <p:tags r:id="rId10"/>
              </p:custDataLst>
            </p:nvPr>
          </p:nvSpPr>
          <p:spPr>
            <a:xfrm>
              <a:off x="10174" y="3240"/>
              <a:ext cx="2536" cy="710"/>
            </a:xfrm>
            <a:prstGeom prst="rect">
              <a:avLst/>
            </a:prstGeom>
            <a:noFill/>
          </p:spPr>
          <p:txBody>
            <a:bodyPr wrap="square" rtlCol="0">
              <a:spAutoFit/>
            </a:bodyPr>
            <a:p>
              <a:pPr algn="just">
                <a:lnSpc>
                  <a:spcPct val="130000"/>
                </a:lnSpc>
              </a:pPr>
              <a:r>
                <a:rPr lang="zh-CN" altLang="en-US" dirty="0" smtClean="0">
                  <a:latin typeface="+mn-ea"/>
                </a:rPr>
                <a:t>体现支撑作用</a:t>
              </a:r>
              <a:endParaRPr lang="zh-CN" altLang="en-US" dirty="0" smtClean="0">
                <a:latin typeface="+mn-ea"/>
              </a:endParaRPr>
            </a:p>
          </p:txBody>
        </p:sp>
        <p:sp>
          <p:nvSpPr>
            <p:cNvPr id="18" name="文本框 17"/>
            <p:cNvSpPr txBox="1"/>
            <p:nvPr>
              <p:custDataLst>
                <p:tags r:id="rId11"/>
              </p:custDataLst>
            </p:nvPr>
          </p:nvSpPr>
          <p:spPr>
            <a:xfrm>
              <a:off x="14745" y="3240"/>
              <a:ext cx="2536" cy="710"/>
            </a:xfrm>
            <a:prstGeom prst="rect">
              <a:avLst/>
            </a:prstGeom>
            <a:noFill/>
          </p:spPr>
          <p:txBody>
            <a:bodyPr wrap="square" rtlCol="0">
              <a:spAutoFit/>
            </a:bodyPr>
            <a:p>
              <a:pPr algn="just">
                <a:lnSpc>
                  <a:spcPct val="130000"/>
                </a:lnSpc>
              </a:pPr>
              <a:r>
                <a:rPr lang="zh-CN" altLang="en-US" dirty="0" smtClean="0">
                  <a:latin typeface="+mn-ea"/>
                </a:rPr>
                <a:t>体现创新成果</a:t>
              </a:r>
              <a:endParaRPr lang="zh-CN" altLang="en-US" dirty="0" smtClean="0">
                <a:latin typeface="+mn-ea"/>
              </a:endParaRPr>
            </a:p>
          </p:txBody>
        </p:sp>
      </p:grpSp>
      <p:grpSp>
        <p:nvGrpSpPr>
          <p:cNvPr id="47" name="组合 46"/>
          <p:cNvGrpSpPr/>
          <p:nvPr/>
        </p:nvGrpSpPr>
        <p:grpSpPr>
          <a:xfrm>
            <a:off x="780415" y="2689225"/>
            <a:ext cx="1681480" cy="3460750"/>
            <a:chOff x="1229" y="3755"/>
            <a:chExt cx="2648" cy="5450"/>
          </a:xfrm>
        </p:grpSpPr>
        <p:sp>
          <p:nvSpPr>
            <p:cNvPr id="19" name="矩形 18"/>
            <p:cNvSpPr/>
            <p:nvPr/>
          </p:nvSpPr>
          <p:spPr>
            <a:xfrm>
              <a:off x="1229" y="3755"/>
              <a:ext cx="2649" cy="5450"/>
            </a:xfrm>
            <a:prstGeom prst="rect">
              <a:avLst/>
            </a:prstGeom>
            <a:noFill/>
            <a:ln>
              <a:solidFill>
                <a:schemeClr val="bg2">
                  <a:lumMod val="90000"/>
                </a:schemeClr>
              </a:solidFill>
              <a:prstDash val="dash"/>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20" name="圆角矩形 19"/>
            <p:cNvSpPr/>
            <p:nvPr/>
          </p:nvSpPr>
          <p:spPr>
            <a:xfrm>
              <a:off x="1555" y="4045"/>
              <a:ext cx="2149" cy="825"/>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b="1" dirty="0">
                  <a:solidFill>
                    <a:schemeClr val="tx1"/>
                  </a:solidFill>
                  <a:latin typeface="微软雅黑" panose="020B0503020204020204" pitchFamily="34" charset="-122"/>
                  <a:ea typeface="微软雅黑" panose="020B0503020204020204" pitchFamily="34" charset="-122"/>
                </a:rPr>
                <a:t>业务规划</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1555" y="6129"/>
              <a:ext cx="2149" cy="825"/>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b="1" dirty="0">
                  <a:solidFill>
                    <a:schemeClr val="tx1"/>
                  </a:solidFill>
                  <a:latin typeface="微软雅黑" panose="020B0503020204020204" pitchFamily="34" charset="-122"/>
                  <a:ea typeface="微软雅黑" panose="020B0503020204020204" pitchFamily="34" charset="-122"/>
                </a:rPr>
                <a:t>产品规划</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1555" y="8212"/>
              <a:ext cx="2149" cy="825"/>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b="1" dirty="0">
                  <a:solidFill>
                    <a:schemeClr val="tx1"/>
                  </a:solidFill>
                  <a:latin typeface="微软雅黑" panose="020B0503020204020204" pitchFamily="34" charset="-122"/>
                  <a:ea typeface="微软雅黑" panose="020B0503020204020204" pitchFamily="34" charset="-122"/>
                </a:rPr>
                <a:t>技术规划</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3" name="下箭头 22"/>
            <p:cNvSpPr/>
            <p:nvPr/>
          </p:nvSpPr>
          <p:spPr>
            <a:xfrm>
              <a:off x="2342" y="5150"/>
              <a:ext cx="575" cy="699"/>
            </a:xfrm>
            <a:prstGeom prst="downArrow">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24" name="下箭头 23"/>
            <p:cNvSpPr/>
            <p:nvPr/>
          </p:nvSpPr>
          <p:spPr>
            <a:xfrm>
              <a:off x="2342" y="7315"/>
              <a:ext cx="575" cy="699"/>
            </a:xfrm>
            <a:prstGeom prst="downArrow">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grpSp>
      <p:sp>
        <p:nvSpPr>
          <p:cNvPr id="27" name="椭圆 26"/>
          <p:cNvSpPr/>
          <p:nvPr/>
        </p:nvSpPr>
        <p:spPr>
          <a:xfrm>
            <a:off x="4149725" y="3135630"/>
            <a:ext cx="391795" cy="407035"/>
          </a:xfrm>
          <a:prstGeom prst="ellipse">
            <a:avLst/>
          </a:prstGeom>
          <a:solidFill>
            <a:schemeClr val="bg2"/>
          </a:solidFill>
          <a:ln>
            <a:noFill/>
          </a:ln>
          <a:effectLst>
            <a:innerShdw blurRad="63500" dist="50800" dir="189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cxnSp>
        <p:nvCxnSpPr>
          <p:cNvPr id="28" name="直接连接符 27"/>
          <p:cNvCxnSpPr>
            <a:stCxn id="27" idx="4"/>
            <a:endCxn id="30" idx="1"/>
          </p:cNvCxnSpPr>
          <p:nvPr/>
        </p:nvCxnSpPr>
        <p:spPr>
          <a:xfrm flipH="1">
            <a:off x="3289300" y="3542665"/>
            <a:ext cx="1056640" cy="2275840"/>
          </a:xfrm>
          <a:prstGeom prst="line">
            <a:avLst/>
          </a:prstGeom>
          <a:ln>
            <a:solidFill>
              <a:schemeClr val="tx1">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29" name="直接连接符 28"/>
          <p:cNvCxnSpPr>
            <a:stCxn id="27" idx="4"/>
            <a:endCxn id="30" idx="3"/>
          </p:cNvCxnSpPr>
          <p:nvPr/>
        </p:nvCxnSpPr>
        <p:spPr>
          <a:xfrm>
            <a:off x="4345940" y="3542665"/>
            <a:ext cx="1086485" cy="2275840"/>
          </a:xfrm>
          <a:prstGeom prst="line">
            <a:avLst/>
          </a:prstGeom>
          <a:ln>
            <a:solidFill>
              <a:schemeClr val="tx1">
                <a:lumMod val="40000"/>
                <a:lumOff val="60000"/>
              </a:schemeClr>
            </a:solidFill>
          </a:ln>
        </p:spPr>
        <p:style>
          <a:lnRef idx="2">
            <a:schemeClr val="accent1"/>
          </a:lnRef>
          <a:fillRef idx="0">
            <a:srgbClr val="FFFFFF"/>
          </a:fillRef>
          <a:effectRef idx="0">
            <a:srgbClr val="FFFFFF"/>
          </a:effectRef>
          <a:fontRef idx="minor">
            <a:schemeClr val="tx1"/>
          </a:fontRef>
        </p:style>
      </p:cxnSp>
      <p:sp>
        <p:nvSpPr>
          <p:cNvPr id="30" name="流程图: 决策 29"/>
          <p:cNvSpPr/>
          <p:nvPr/>
        </p:nvSpPr>
        <p:spPr>
          <a:xfrm>
            <a:off x="3289300" y="5487670"/>
            <a:ext cx="2143125" cy="661670"/>
          </a:xfrm>
          <a:prstGeom prst="flowChartDecision">
            <a:avLst/>
          </a:prstGeom>
          <a:solidFill>
            <a:schemeClr val="accent2"/>
          </a:solidFill>
          <a:ln>
            <a:no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33" name="虚尾箭头 32"/>
          <p:cNvSpPr/>
          <p:nvPr/>
        </p:nvSpPr>
        <p:spPr>
          <a:xfrm rot="6960000">
            <a:off x="2910205" y="4937760"/>
            <a:ext cx="615315" cy="424180"/>
          </a:xfrm>
          <a:prstGeom prst="stripedRightArrow">
            <a:avLst/>
          </a:prstGeom>
          <a:solidFill>
            <a:schemeClr val="tx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34" name="虚尾箭头 33"/>
          <p:cNvSpPr/>
          <p:nvPr/>
        </p:nvSpPr>
        <p:spPr>
          <a:xfrm rot="3720000">
            <a:off x="5179695" y="4937760"/>
            <a:ext cx="615315" cy="424180"/>
          </a:xfrm>
          <a:prstGeom prst="stripedRightArrow">
            <a:avLst/>
          </a:prstGeom>
          <a:solidFill>
            <a:schemeClr val="tx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35" name="文本框 34"/>
          <p:cNvSpPr txBox="1"/>
          <p:nvPr/>
        </p:nvSpPr>
        <p:spPr>
          <a:xfrm>
            <a:off x="3714750" y="2596515"/>
            <a:ext cx="1317625" cy="450850"/>
          </a:xfrm>
          <a:prstGeom prst="rect">
            <a:avLst/>
          </a:prstGeom>
          <a:noFill/>
        </p:spPr>
        <p:txBody>
          <a:bodyPr wrap="square" rtlCol="0">
            <a:spAutoFit/>
          </a:bodyPr>
          <a:p>
            <a:pPr algn="ctr">
              <a:lnSpc>
                <a:spcPct val="130000"/>
              </a:lnSpc>
            </a:pPr>
            <a:r>
              <a:rPr lang="zh-CN" altLang="en-US" b="1" dirty="0" smtClean="0">
                <a:latin typeface="+mn-ea"/>
              </a:rPr>
              <a:t>规划目标</a:t>
            </a:r>
            <a:endParaRPr lang="zh-CN" altLang="en-US" b="1" dirty="0" smtClean="0">
              <a:latin typeface="+mn-ea"/>
            </a:endParaRPr>
          </a:p>
        </p:txBody>
      </p:sp>
      <p:sp>
        <p:nvSpPr>
          <p:cNvPr id="36" name="文本框 35"/>
          <p:cNvSpPr txBox="1"/>
          <p:nvPr/>
        </p:nvSpPr>
        <p:spPr>
          <a:xfrm>
            <a:off x="3112135" y="4308475"/>
            <a:ext cx="701040" cy="410845"/>
          </a:xfrm>
          <a:prstGeom prst="rect">
            <a:avLst/>
          </a:prstGeom>
          <a:noFill/>
        </p:spPr>
        <p:txBody>
          <a:bodyPr wrap="square" rtlCol="0">
            <a:spAutoFit/>
          </a:bodyPr>
          <a:p>
            <a:pPr algn="ctr">
              <a:lnSpc>
                <a:spcPct val="130000"/>
              </a:lnSpc>
            </a:pPr>
            <a:r>
              <a:rPr lang="zh-CN" altLang="en-US" sz="1600" b="1" dirty="0" smtClean="0">
                <a:latin typeface="+mn-ea"/>
              </a:rPr>
              <a:t>财力</a:t>
            </a:r>
            <a:endParaRPr lang="zh-CN" altLang="en-US" sz="1600" b="1" dirty="0" smtClean="0">
              <a:latin typeface="+mn-ea"/>
            </a:endParaRPr>
          </a:p>
        </p:txBody>
      </p:sp>
      <p:sp>
        <p:nvSpPr>
          <p:cNvPr id="37" name="文本框 36"/>
          <p:cNvSpPr txBox="1"/>
          <p:nvPr/>
        </p:nvSpPr>
        <p:spPr>
          <a:xfrm>
            <a:off x="4956175" y="4308475"/>
            <a:ext cx="701040" cy="410845"/>
          </a:xfrm>
          <a:prstGeom prst="rect">
            <a:avLst/>
          </a:prstGeom>
          <a:noFill/>
        </p:spPr>
        <p:txBody>
          <a:bodyPr wrap="square" rtlCol="0">
            <a:spAutoFit/>
          </a:bodyPr>
          <a:p>
            <a:pPr algn="ctr">
              <a:lnSpc>
                <a:spcPct val="130000"/>
              </a:lnSpc>
            </a:pPr>
            <a:r>
              <a:rPr lang="zh-CN" altLang="en-US" sz="1600" b="1" dirty="0" smtClean="0">
                <a:latin typeface="+mn-ea"/>
              </a:rPr>
              <a:t>人力</a:t>
            </a:r>
            <a:endParaRPr lang="zh-CN" altLang="en-US" sz="1600" b="1" dirty="0" smtClean="0">
              <a:latin typeface="+mn-ea"/>
            </a:endParaRPr>
          </a:p>
        </p:txBody>
      </p:sp>
      <p:grpSp>
        <p:nvGrpSpPr>
          <p:cNvPr id="43" name="组合 42"/>
          <p:cNvGrpSpPr/>
          <p:nvPr/>
        </p:nvGrpSpPr>
        <p:grpSpPr>
          <a:xfrm>
            <a:off x="5487670" y="2629535"/>
            <a:ext cx="3492500" cy="3563620"/>
            <a:chOff x="8544" y="3661"/>
            <a:chExt cx="5637" cy="5637"/>
          </a:xfrm>
        </p:grpSpPr>
        <p:sp>
          <p:nvSpPr>
            <p:cNvPr id="41" name="任意多边形 40"/>
            <p:cNvSpPr/>
            <p:nvPr/>
          </p:nvSpPr>
          <p:spPr bwMode="white">
            <a:xfrm rot="21600000">
              <a:off x="9954" y="6480"/>
              <a:ext cx="2819" cy="2819"/>
            </a:xfrm>
            <a:custGeom>
              <a:avLst/>
              <a:gdLst>
                <a:gd name="connisteX0" fmla="*/ 0 w 2819"/>
                <a:gd name="connsiteY0" fmla="*/ 0 h 2819"/>
                <a:gd name="connisteX1" fmla="*/ 1409 w 2819"/>
                <a:gd name="connsiteY1" fmla="*/ 2819 h 2819"/>
                <a:gd name="connisteX2" fmla="*/ 2114 w 2819"/>
                <a:gd name="connsiteY2" fmla="*/ 1409 h 2819"/>
                <a:gd name="connisteX3" fmla="*/ 2819 w 2819"/>
                <a:gd name="connsiteY3" fmla="*/ 0 h 2819"/>
                <a:gd name="connisteX4" fmla="*/ 1409 w 2819"/>
                <a:gd name="connsiteY4" fmla="*/ 0 h 2819"/>
                <a:gd name="connisteX5" fmla="*/ 704 w 2819"/>
                <a:gd name="connsiteY5" fmla="*/ 1409 h 281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2819" h="2819">
                  <a:moveTo>
                    <a:pt x="2819" y="0"/>
                  </a:moveTo>
                  <a:lnTo>
                    <a:pt x="1410" y="2819"/>
                  </a:lnTo>
                  <a:lnTo>
                    <a:pt x="0" y="0"/>
                  </a:lnTo>
                  <a:lnTo>
                    <a:pt x="2819" y="0"/>
                  </a:lnTo>
                </a:path>
              </a:pathLst>
            </a:custGeom>
          </p:spPr>
          <p:style>
            <a:lnRef idx="2">
              <a:schemeClr val="accent2">
                <a:shade val="80000"/>
              </a:schemeClr>
            </a:lnRef>
            <a:fillRef idx="1">
              <a:schemeClr val="lt1"/>
            </a:fillRef>
            <a:effectRef idx="0">
              <a:scrgbClr r="0" g="0" b="0"/>
            </a:effectRef>
            <a:fontRef idx="minor">
              <a:schemeClr val="lt1"/>
            </a:fontRef>
          </p:style>
          <p:txBody>
            <a:bodyPr rot="-21600000" vert="horz" wrap="square" lIns="523716" tIns="76199" rIns="523716" bIns="971232" anchor="ctr">
              <a:noAutofit/>
            </a:bodyP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000" b="1">
                  <a:solidFill>
                    <a:schemeClr val="dk1"/>
                  </a:solidFill>
                </a:rPr>
                <a:t>创新过程</a:t>
              </a:r>
              <a:endParaRPr lang="zh-CN" altLang="en-US" sz="2000" b="1">
                <a:solidFill>
                  <a:schemeClr val="dk1"/>
                </a:solidFill>
              </a:endParaRPr>
            </a:p>
          </p:txBody>
        </p:sp>
        <p:sp>
          <p:nvSpPr>
            <p:cNvPr id="39" name="任意多边形 38"/>
            <p:cNvSpPr/>
            <p:nvPr/>
          </p:nvSpPr>
          <p:spPr bwMode="white">
            <a:xfrm>
              <a:off x="9954" y="3661"/>
              <a:ext cx="2819" cy="2819"/>
            </a:xfrm>
            <a:custGeom>
              <a:avLst/>
              <a:gdLst>
                <a:gd name="connisteX0" fmla="*/ 0 w 2819"/>
                <a:gd name="connsiteY0" fmla="*/ 0 h 2819"/>
                <a:gd name="connisteX1" fmla="*/ 1409 w 2819"/>
                <a:gd name="connsiteY1" fmla="*/ 0 h 2819"/>
                <a:gd name="connisteX2" fmla="*/ 704 w 2819"/>
                <a:gd name="connsiteY2" fmla="*/ 1409 h 2819"/>
                <a:gd name="connisteX3" fmla="*/ 0 w 2819"/>
                <a:gd name="connsiteY3" fmla="*/ 2819 h 2819"/>
                <a:gd name="connisteX4" fmla="*/ 1409 w 2819"/>
                <a:gd name="connsiteY4" fmla="*/ 2819 h 2819"/>
                <a:gd name="connisteX5" fmla="*/ 2819 w 2819"/>
                <a:gd name="connsiteY5" fmla="*/ 2819 h 2819"/>
                <a:gd name="connisteX6" fmla="*/ 2114 w 2819"/>
                <a:gd name="connsiteY6" fmla="*/ 1409 h 281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2819" h="2819">
                  <a:moveTo>
                    <a:pt x="0" y="2819"/>
                  </a:moveTo>
                  <a:lnTo>
                    <a:pt x="1410" y="0"/>
                  </a:lnTo>
                  <a:lnTo>
                    <a:pt x="2819" y="2819"/>
                  </a:lnTo>
                  <a:lnTo>
                    <a:pt x="0" y="2819"/>
                  </a:lnTo>
                </a:path>
              </a:pathLst>
            </a:custGeom>
          </p:spPr>
          <p:style>
            <a:lnRef idx="2">
              <a:schemeClr val="accent2">
                <a:shade val="80000"/>
              </a:schemeClr>
            </a:lnRef>
            <a:fillRef idx="1">
              <a:schemeClr val="lt1"/>
            </a:fillRef>
            <a:effectRef idx="0">
              <a:scrgbClr r="0" g="0" b="0"/>
            </a:effectRef>
            <a:fontRef idx="minor">
              <a:schemeClr val="lt1"/>
            </a:fontRef>
          </p:style>
          <p:txBody>
            <a:bodyPr vert="horz" wrap="square" lIns="492601" tIns="940117" rIns="492601" bIns="45084" anchor="ctr">
              <a:noAutofit/>
            </a:bodyP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1400" b="1">
                  <a:solidFill>
                    <a:schemeClr val="dk1"/>
                  </a:solidFill>
                </a:rPr>
                <a:t>组织形态</a:t>
              </a:r>
              <a:endParaRPr lang="zh-CN" altLang="en-US" sz="1400" b="1">
                <a:solidFill>
                  <a:schemeClr val="dk1"/>
                </a:solidFill>
              </a:endParaRPr>
            </a:p>
          </p:txBody>
        </p:sp>
        <p:sp>
          <p:nvSpPr>
            <p:cNvPr id="40" name="任意多边形 39"/>
            <p:cNvSpPr/>
            <p:nvPr/>
          </p:nvSpPr>
          <p:spPr bwMode="white">
            <a:xfrm>
              <a:off x="8544" y="6480"/>
              <a:ext cx="2819" cy="2819"/>
            </a:xfrm>
            <a:custGeom>
              <a:avLst/>
              <a:gdLst>
                <a:gd name="connisteX0" fmla="*/ 0 w 2819"/>
                <a:gd name="connsiteY0" fmla="*/ 0 h 2819"/>
                <a:gd name="connisteX1" fmla="*/ 1409 w 2819"/>
                <a:gd name="connsiteY1" fmla="*/ 0 h 2819"/>
                <a:gd name="connisteX2" fmla="*/ 704 w 2819"/>
                <a:gd name="connsiteY2" fmla="*/ 1409 h 2819"/>
                <a:gd name="connisteX3" fmla="*/ 0 w 2819"/>
                <a:gd name="connsiteY3" fmla="*/ 2819 h 2819"/>
                <a:gd name="connisteX4" fmla="*/ 1409 w 2819"/>
                <a:gd name="connsiteY4" fmla="*/ 2819 h 2819"/>
                <a:gd name="connisteX5" fmla="*/ 2819 w 2819"/>
                <a:gd name="connsiteY5" fmla="*/ 2819 h 2819"/>
                <a:gd name="connisteX6" fmla="*/ 2114 w 2819"/>
                <a:gd name="connsiteY6" fmla="*/ 1409 h 281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2819" h="2819">
                  <a:moveTo>
                    <a:pt x="0" y="2819"/>
                  </a:moveTo>
                  <a:lnTo>
                    <a:pt x="1410" y="0"/>
                  </a:lnTo>
                  <a:lnTo>
                    <a:pt x="2819" y="2819"/>
                  </a:lnTo>
                  <a:lnTo>
                    <a:pt x="0" y="2819"/>
                  </a:lnTo>
                </a:path>
              </a:pathLst>
            </a:custGeom>
          </p:spPr>
          <p:style>
            <a:lnRef idx="2">
              <a:schemeClr val="accent2">
                <a:shade val="80000"/>
              </a:schemeClr>
            </a:lnRef>
            <a:fillRef idx="1">
              <a:schemeClr val="lt1"/>
            </a:fillRef>
            <a:effectRef idx="0">
              <a:scrgbClr r="0" g="0" b="0"/>
            </a:effectRef>
            <a:fontRef idx="minor">
              <a:schemeClr val="lt1"/>
            </a:fontRef>
          </p:style>
          <p:txBody>
            <a:bodyPr vert="horz" wrap="square" lIns="500856" tIns="948372" rIns="500856" bIns="53339" anchor="ctr">
              <a:noAutofit/>
            </a:bodyP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400" b="1">
                  <a:solidFill>
                    <a:schemeClr val="dk1"/>
                  </a:solidFill>
                </a:rPr>
                <a:t>人才管理</a:t>
              </a:r>
              <a:endParaRPr lang="zh-CN" altLang="en-US" sz="1400" b="1">
                <a:solidFill>
                  <a:schemeClr val="dk1"/>
                </a:solidFill>
              </a:endParaRPr>
            </a:p>
          </p:txBody>
        </p:sp>
        <p:sp>
          <p:nvSpPr>
            <p:cNvPr id="42" name="任意多边形 41"/>
            <p:cNvSpPr/>
            <p:nvPr/>
          </p:nvSpPr>
          <p:spPr bwMode="white">
            <a:xfrm>
              <a:off x="11363" y="6480"/>
              <a:ext cx="2819" cy="2819"/>
            </a:xfrm>
            <a:custGeom>
              <a:avLst/>
              <a:gdLst>
                <a:gd name="connisteX0" fmla="*/ 0 w 2819"/>
                <a:gd name="connsiteY0" fmla="*/ 0 h 2819"/>
                <a:gd name="connisteX1" fmla="*/ 1409 w 2819"/>
                <a:gd name="connsiteY1" fmla="*/ 0 h 2819"/>
                <a:gd name="connisteX2" fmla="*/ 704 w 2819"/>
                <a:gd name="connsiteY2" fmla="*/ 1409 h 2819"/>
                <a:gd name="connisteX3" fmla="*/ 0 w 2819"/>
                <a:gd name="connsiteY3" fmla="*/ 2819 h 2819"/>
                <a:gd name="connisteX4" fmla="*/ 1409 w 2819"/>
                <a:gd name="connsiteY4" fmla="*/ 2819 h 2819"/>
                <a:gd name="connisteX5" fmla="*/ 2819 w 2819"/>
                <a:gd name="connsiteY5" fmla="*/ 2819 h 2819"/>
                <a:gd name="connisteX6" fmla="*/ 2114 w 2819"/>
                <a:gd name="connsiteY6" fmla="*/ 1409 h 281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2819" h="2819">
                  <a:moveTo>
                    <a:pt x="0" y="2819"/>
                  </a:moveTo>
                  <a:lnTo>
                    <a:pt x="1410" y="0"/>
                  </a:lnTo>
                  <a:lnTo>
                    <a:pt x="2819" y="2819"/>
                  </a:lnTo>
                  <a:lnTo>
                    <a:pt x="0" y="2819"/>
                  </a:lnTo>
                </a:path>
              </a:pathLst>
            </a:custGeom>
          </p:spPr>
          <p:style>
            <a:lnRef idx="2">
              <a:schemeClr val="accent2">
                <a:shade val="80000"/>
              </a:schemeClr>
            </a:lnRef>
            <a:fillRef idx="1">
              <a:schemeClr val="lt1"/>
            </a:fillRef>
            <a:effectRef idx="0">
              <a:scrgbClr r="0" g="0" b="0"/>
            </a:effectRef>
            <a:fontRef idx="minor">
              <a:schemeClr val="lt1"/>
            </a:fontRef>
          </p:style>
          <p:txBody>
            <a:bodyPr vert="horz" wrap="square" lIns="500856" tIns="948372" rIns="500856" bIns="53339" anchor="ctr">
              <a:noAutofit/>
            </a:bodyP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400" b="1">
                  <a:solidFill>
                    <a:schemeClr val="dk1"/>
                  </a:solidFill>
                </a:rPr>
                <a:t>保障机制</a:t>
              </a:r>
              <a:endParaRPr lang="zh-CN" altLang="en-US" sz="1400" b="1">
                <a:solidFill>
                  <a:schemeClr val="dk1"/>
                </a:solidFill>
              </a:endParaRPr>
            </a:p>
          </p:txBody>
        </p:sp>
      </p:grpSp>
      <p:sp>
        <p:nvSpPr>
          <p:cNvPr id="44" name="矩形 43"/>
          <p:cNvSpPr/>
          <p:nvPr/>
        </p:nvSpPr>
        <p:spPr>
          <a:xfrm>
            <a:off x="7143115" y="3376295"/>
            <a:ext cx="254000" cy="3009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en-US" altLang="zh-CN" sz="1400" b="1" dirty="0">
                <a:latin typeface="微软雅黑" panose="020B0503020204020204" pitchFamily="34" charset="-122"/>
                <a:ea typeface="微软雅黑" panose="020B0503020204020204" pitchFamily="34" charset="-122"/>
              </a:rPr>
              <a:t>1</a:t>
            </a:r>
            <a:endParaRPr lang="en-US" altLang="zh-CN" sz="1400" b="1" dirty="0">
              <a:latin typeface="微软雅黑" panose="020B0503020204020204" pitchFamily="34" charset="-122"/>
              <a:ea typeface="微软雅黑" panose="020B0503020204020204" pitchFamily="34" charset="-122"/>
            </a:endParaRPr>
          </a:p>
        </p:txBody>
      </p:sp>
      <p:sp>
        <p:nvSpPr>
          <p:cNvPr id="45" name="矩形 44"/>
          <p:cNvSpPr/>
          <p:nvPr/>
        </p:nvSpPr>
        <p:spPr>
          <a:xfrm>
            <a:off x="6120130" y="5263515"/>
            <a:ext cx="254000" cy="3009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en-US" altLang="zh-CN" sz="1400" b="1" dirty="0">
                <a:latin typeface="微软雅黑" panose="020B0503020204020204" pitchFamily="34" charset="-122"/>
                <a:ea typeface="微软雅黑" panose="020B0503020204020204" pitchFamily="34" charset="-122"/>
              </a:rPr>
              <a:t>2</a:t>
            </a:r>
            <a:endParaRPr lang="en-US" altLang="zh-CN" sz="1400" b="1" dirty="0">
              <a:latin typeface="微软雅黑" panose="020B0503020204020204" pitchFamily="34" charset="-122"/>
              <a:ea typeface="微软雅黑" panose="020B0503020204020204" pitchFamily="34" charset="-122"/>
            </a:endParaRPr>
          </a:p>
        </p:txBody>
      </p:sp>
      <p:sp>
        <p:nvSpPr>
          <p:cNvPr id="46" name="矩形 45"/>
          <p:cNvSpPr/>
          <p:nvPr/>
        </p:nvSpPr>
        <p:spPr>
          <a:xfrm>
            <a:off x="7926070" y="5264150"/>
            <a:ext cx="254000" cy="3009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en-US" altLang="zh-CN" sz="1400" b="1" dirty="0">
                <a:latin typeface="微软雅黑" panose="020B0503020204020204" pitchFamily="34" charset="-122"/>
                <a:ea typeface="微软雅黑" panose="020B0503020204020204" pitchFamily="34" charset="-122"/>
              </a:rPr>
              <a:t>3</a:t>
            </a:r>
            <a:endParaRPr lang="en-US" altLang="zh-CN" sz="1400" b="1" dirty="0">
              <a:latin typeface="微软雅黑" panose="020B0503020204020204" pitchFamily="34" charset="-122"/>
              <a:ea typeface="微软雅黑" panose="020B0503020204020204" pitchFamily="34" charset="-122"/>
            </a:endParaRPr>
          </a:p>
        </p:txBody>
      </p:sp>
      <p:grpSp>
        <p:nvGrpSpPr>
          <p:cNvPr id="48" name="组合 47"/>
          <p:cNvGrpSpPr/>
          <p:nvPr/>
        </p:nvGrpSpPr>
        <p:grpSpPr>
          <a:xfrm>
            <a:off x="9206865" y="2748915"/>
            <a:ext cx="2045970" cy="3460750"/>
            <a:chOff x="1229" y="3755"/>
            <a:chExt cx="2648" cy="5450"/>
          </a:xfrm>
        </p:grpSpPr>
        <p:sp>
          <p:nvSpPr>
            <p:cNvPr id="49" name="矩形 48"/>
            <p:cNvSpPr/>
            <p:nvPr/>
          </p:nvSpPr>
          <p:spPr>
            <a:xfrm>
              <a:off x="1229" y="3755"/>
              <a:ext cx="2649" cy="5450"/>
            </a:xfrm>
            <a:prstGeom prst="rect">
              <a:avLst/>
            </a:prstGeom>
            <a:noFill/>
            <a:ln>
              <a:solidFill>
                <a:schemeClr val="bg2">
                  <a:lumMod val="90000"/>
                </a:schemeClr>
              </a:solidFill>
              <a:prstDash val="dash"/>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50" name="圆角矩形 49"/>
            <p:cNvSpPr/>
            <p:nvPr/>
          </p:nvSpPr>
          <p:spPr>
            <a:xfrm>
              <a:off x="1555" y="4045"/>
              <a:ext cx="2149" cy="825"/>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b="1" dirty="0">
                  <a:solidFill>
                    <a:schemeClr val="bg1"/>
                  </a:solidFill>
                  <a:latin typeface="微软雅黑" panose="020B0503020204020204" pitchFamily="34" charset="-122"/>
                  <a:ea typeface="微软雅黑" panose="020B0503020204020204" pitchFamily="34" charset="-122"/>
                </a:rPr>
                <a:t>实现业务目标</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1" name="圆角矩形 50"/>
            <p:cNvSpPr/>
            <p:nvPr/>
          </p:nvSpPr>
          <p:spPr>
            <a:xfrm>
              <a:off x="1555" y="6129"/>
              <a:ext cx="2149" cy="825"/>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b="1" dirty="0">
                  <a:solidFill>
                    <a:schemeClr val="bg1"/>
                  </a:solidFill>
                  <a:latin typeface="微软雅黑" panose="020B0503020204020204" pitchFamily="34" charset="-122"/>
                  <a:ea typeface="微软雅黑" panose="020B0503020204020204" pitchFamily="34" charset="-122"/>
                </a:rPr>
                <a:t>实现产品目标</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2" name="圆角矩形 51"/>
            <p:cNvSpPr/>
            <p:nvPr/>
          </p:nvSpPr>
          <p:spPr>
            <a:xfrm>
              <a:off x="1555" y="8212"/>
              <a:ext cx="2149" cy="825"/>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b="1" dirty="0">
                  <a:solidFill>
                    <a:schemeClr val="bg1"/>
                  </a:solidFill>
                  <a:latin typeface="微软雅黑" panose="020B0503020204020204" pitchFamily="34" charset="-122"/>
                  <a:ea typeface="微软雅黑" panose="020B0503020204020204" pitchFamily="34" charset="-122"/>
                </a:rPr>
                <a:t>实现技术目标</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3" name="下箭头 52"/>
            <p:cNvSpPr/>
            <p:nvPr/>
          </p:nvSpPr>
          <p:spPr>
            <a:xfrm rot="10800000">
              <a:off x="2342" y="5150"/>
              <a:ext cx="575" cy="699"/>
            </a:xfrm>
            <a:prstGeom prst="down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54" name="下箭头 53"/>
            <p:cNvSpPr/>
            <p:nvPr/>
          </p:nvSpPr>
          <p:spPr>
            <a:xfrm rot="10800000">
              <a:off x="2342" y="7315"/>
              <a:ext cx="575" cy="699"/>
            </a:xfrm>
            <a:prstGeom prst="down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grpSp>
    </p:spTree>
    <p:custDataLst>
      <p:tags r:id="rId1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四、国有企业科技创新规划步骤一：从国家需要、产业发展、技术突破出发，沿业务-产品-技术三维度制定创新规划</a:t>
            </a:r>
            <a:endParaRPr lang="zh-CN" altLang="en-US"/>
          </a:p>
        </p:txBody>
      </p:sp>
      <p:sp>
        <p:nvSpPr>
          <p:cNvPr id="7" name="灯片编号占位符 6"/>
          <p:cNvSpPr>
            <a:spLocks noGrp="1"/>
          </p:cNvSpPr>
          <p:nvPr>
            <p:ph type="sldNum" sz="quarter" idx="4"/>
          </p:nvPr>
        </p:nvSpPr>
        <p:spPr/>
        <p:txBody>
          <a:bodyPr/>
          <a:p>
            <a:fld id="{7F65B630-C7FF-41C0-9923-C5E5E29EED81}" type="slidenum">
              <a:rPr lang="en-US" altLang="zh-CN" smtClean="0"/>
            </a:fld>
            <a:endParaRPr lang="en-US" altLang="zh-CN" dirty="0"/>
          </a:p>
        </p:txBody>
      </p:sp>
      <p:grpSp>
        <p:nvGrpSpPr>
          <p:cNvPr id="5" name="组合 4"/>
          <p:cNvGrpSpPr/>
          <p:nvPr/>
        </p:nvGrpSpPr>
        <p:grpSpPr>
          <a:xfrm>
            <a:off x="1003300" y="1235710"/>
            <a:ext cx="7694295" cy="5068570"/>
            <a:chOff x="3409" y="1948"/>
            <a:chExt cx="14278" cy="8196"/>
          </a:xfrm>
        </p:grpSpPr>
        <p:grpSp>
          <p:nvGrpSpPr>
            <p:cNvPr id="23" name="靖飞在肝PPT4"/>
            <p:cNvGrpSpPr/>
            <p:nvPr/>
          </p:nvGrpSpPr>
          <p:grpSpPr>
            <a:xfrm rot="0">
              <a:off x="3410" y="1948"/>
              <a:ext cx="14277" cy="979"/>
              <a:chOff x="2387600" y="1334213"/>
              <a:chExt cx="8432800" cy="549275"/>
            </a:xfrm>
          </p:grpSpPr>
          <p:sp>
            <p:nvSpPr>
              <p:cNvPr id="24" name="靖飞在肝PPT4-1"/>
              <p:cNvSpPr/>
              <p:nvPr/>
            </p:nvSpPr>
            <p:spPr>
              <a:xfrm>
                <a:off x="2387600" y="1334213"/>
                <a:ext cx="8432800" cy="549275"/>
              </a:xfrm>
              <a:prstGeom prst="triangle">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n-ea"/>
                  <a:cs typeface="OPPOSans M" panose="00020600040101010101" pitchFamily="18" charset="-122"/>
                </a:endParaRPr>
              </a:p>
            </p:txBody>
          </p:sp>
          <p:sp>
            <p:nvSpPr>
              <p:cNvPr id="25" name="靖飞在肝PPT4-2"/>
              <p:cNvSpPr txBox="1"/>
              <p:nvPr/>
            </p:nvSpPr>
            <p:spPr>
              <a:xfrm>
                <a:off x="5369885" y="1476818"/>
                <a:ext cx="2404111" cy="361790"/>
              </a:xfrm>
              <a:prstGeom prst="rect">
                <a:avLst/>
              </a:prstGeom>
              <a:noFill/>
            </p:spPr>
            <p:txBody>
              <a:bodyPr wrap="square">
                <a:spAutoFit/>
              </a:bodyPr>
              <a:lstStyle/>
              <a:p>
                <a:pPr algn="ctr"/>
                <a:r>
                  <a:rPr lang="zh-CN" altLang="en-US" sz="2000" b="1">
                    <a:solidFill>
                      <a:schemeClr val="bg1"/>
                    </a:solidFill>
                    <a:latin typeface="+mn-ea"/>
                    <a:cs typeface="OPPOSans M" panose="00020600040101010101" pitchFamily="18" charset="-122"/>
                  </a:rPr>
                  <a:t>创新规划路径</a:t>
                </a:r>
                <a:endParaRPr lang="zh-CN" altLang="en-US" sz="2000" b="1">
                  <a:solidFill>
                    <a:schemeClr val="bg1"/>
                  </a:solidFill>
                  <a:latin typeface="+mn-ea"/>
                  <a:cs typeface="OPPOSans M" panose="00020600040101010101" pitchFamily="18" charset="-122"/>
                </a:endParaRPr>
              </a:p>
            </p:txBody>
          </p:sp>
        </p:grpSp>
        <p:sp>
          <p:nvSpPr>
            <p:cNvPr id="26" name="靖飞在肝PPT5"/>
            <p:cNvSpPr/>
            <p:nvPr/>
          </p:nvSpPr>
          <p:spPr>
            <a:xfrm>
              <a:off x="3410" y="3008"/>
              <a:ext cx="14277" cy="1236"/>
            </a:xfrm>
            <a:prstGeom prst="rect">
              <a:avLst/>
            </a:prstGeom>
            <a:solidFill>
              <a:schemeClr val="accent3"/>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zh-CN" altLang="en-US" sz="1600" b="1">
                  <a:latin typeface="+mn-ea"/>
                  <a:cs typeface="OPPOSans M" panose="00020600040101010101" pitchFamily="18" charset="-122"/>
                </a:rPr>
                <a:t>国有企业制定科技创新规划应从国家、产业、客户以及自身需求着手，其次根据企业能力和投入资源，明晰产品和技术路线，结合外部市场环境制定清晰的实施路径。</a:t>
              </a:r>
              <a:endParaRPr lang="zh-CN" altLang="en-US" sz="1600" b="1">
                <a:latin typeface="+mn-ea"/>
                <a:cs typeface="OPPOSans M" panose="00020600040101010101" pitchFamily="18" charset="-122"/>
              </a:endParaRPr>
            </a:p>
          </p:txBody>
        </p:sp>
        <p:sp>
          <p:nvSpPr>
            <p:cNvPr id="76" name="靖飞在肝PPT43"/>
            <p:cNvSpPr/>
            <p:nvPr/>
          </p:nvSpPr>
          <p:spPr>
            <a:xfrm>
              <a:off x="3409" y="9538"/>
              <a:ext cx="14277" cy="606"/>
            </a:xfrm>
            <a:prstGeom prst="rect">
              <a:avLst/>
            </a:prstGeom>
            <a:solidFill>
              <a:schemeClr val="accent5">
                <a:lumMod val="20000"/>
                <a:lumOff val="80000"/>
              </a:schemeClr>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mn-ea"/>
                  <a:cs typeface="OPPOSans M" panose="00020600040101010101" pitchFamily="18" charset="-122"/>
                </a:rPr>
                <a:t>盘现状</a:t>
              </a:r>
              <a:r>
                <a:rPr lang="en-US" altLang="zh-CN" sz="1600" b="1">
                  <a:solidFill>
                    <a:schemeClr val="tx1"/>
                  </a:solidFill>
                  <a:latin typeface="+mn-ea"/>
                  <a:cs typeface="OPPOSans M" panose="00020600040101010101" pitchFamily="18" charset="-122"/>
                </a:rPr>
                <a:t>             </a:t>
              </a:r>
              <a:r>
                <a:rPr lang="zh-CN" altLang="en-US" sz="1600" b="1">
                  <a:solidFill>
                    <a:schemeClr val="tx1"/>
                  </a:solidFill>
                  <a:latin typeface="+mn-ea"/>
                  <a:cs typeface="OPPOSans M" panose="00020600040101010101" pitchFamily="18" charset="-122"/>
                </a:rPr>
                <a:t>找差距</a:t>
              </a:r>
              <a:r>
                <a:rPr lang="en-US" altLang="zh-CN" sz="1600" b="1">
                  <a:solidFill>
                    <a:schemeClr val="tx1"/>
                  </a:solidFill>
                  <a:latin typeface="+mn-ea"/>
                  <a:cs typeface="OPPOSans M" panose="00020600040101010101" pitchFamily="18" charset="-122"/>
                </a:rPr>
                <a:t>            </a:t>
              </a:r>
              <a:r>
                <a:rPr lang="zh-CN" altLang="en-US" sz="1600" b="1">
                  <a:solidFill>
                    <a:schemeClr val="tx1"/>
                  </a:solidFill>
                  <a:latin typeface="+mn-ea"/>
                  <a:cs typeface="OPPOSans M" panose="00020600040101010101" pitchFamily="18" charset="-122"/>
                </a:rPr>
                <a:t>补短板</a:t>
              </a:r>
              <a:endParaRPr lang="zh-CN" altLang="en-US" sz="1600" b="1">
                <a:solidFill>
                  <a:schemeClr val="tx1"/>
                </a:solidFill>
                <a:latin typeface="+mn-ea"/>
                <a:cs typeface="OPPOSans M" panose="00020600040101010101" pitchFamily="18" charset="-122"/>
              </a:endParaRPr>
            </a:p>
          </p:txBody>
        </p:sp>
        <p:sp>
          <p:nvSpPr>
            <p:cNvPr id="33" name="靖飞在肝PPT9"/>
            <p:cNvSpPr/>
            <p:nvPr/>
          </p:nvSpPr>
          <p:spPr>
            <a:xfrm>
              <a:off x="3410" y="4407"/>
              <a:ext cx="4247" cy="720"/>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n-ea"/>
                <a:cs typeface="OPPOSans M" panose="00020600040101010101" pitchFamily="18" charset="-122"/>
              </a:endParaRPr>
            </a:p>
          </p:txBody>
        </p:sp>
        <p:sp>
          <p:nvSpPr>
            <p:cNvPr id="37" name="靖飞在肝PPT10"/>
            <p:cNvSpPr txBox="1"/>
            <p:nvPr/>
          </p:nvSpPr>
          <p:spPr>
            <a:xfrm>
              <a:off x="4492" y="4525"/>
              <a:ext cx="2831" cy="596"/>
            </a:xfrm>
            <a:prstGeom prst="rect">
              <a:avLst/>
            </a:prstGeom>
            <a:noFill/>
          </p:spPr>
          <p:txBody>
            <a:bodyPr wrap="square">
              <a:spAutoFit/>
            </a:bodyPr>
            <a:lstStyle/>
            <a:p>
              <a:pPr algn="ctr"/>
              <a:r>
                <a:rPr lang="zh-CN" altLang="en-US" b="1">
                  <a:solidFill>
                    <a:schemeClr val="tx1"/>
                  </a:solidFill>
                  <a:latin typeface="+mn-ea"/>
                  <a:cs typeface="OPPOSans M" panose="00020600040101010101" pitchFamily="18" charset="-122"/>
                </a:rPr>
                <a:t>业务</a:t>
              </a:r>
              <a:endParaRPr lang="zh-CN" altLang="en-US" b="1">
                <a:solidFill>
                  <a:schemeClr val="tx1"/>
                </a:solidFill>
                <a:latin typeface="+mn-ea"/>
                <a:cs typeface="OPPOSans M" panose="00020600040101010101" pitchFamily="18" charset="-122"/>
              </a:endParaRPr>
            </a:p>
          </p:txBody>
        </p:sp>
        <p:sp>
          <p:nvSpPr>
            <p:cNvPr id="53" name="靖飞在肝PPT24"/>
            <p:cNvSpPr/>
            <p:nvPr/>
          </p:nvSpPr>
          <p:spPr>
            <a:xfrm>
              <a:off x="3410" y="5266"/>
              <a:ext cx="4247" cy="1639"/>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zh-CN" altLang="en-US" sz="1600" b="1">
                  <a:solidFill>
                    <a:schemeClr val="tx1"/>
                  </a:solidFill>
                  <a:latin typeface="+mn-ea"/>
                  <a:cs typeface="OPPOSans M" panose="00020600040101010101" pitchFamily="18" charset="-122"/>
                </a:rPr>
                <a:t>明确目标客户</a:t>
              </a:r>
              <a:endParaRPr lang="zh-CN" altLang="en-US" sz="1600" b="1">
                <a:solidFill>
                  <a:schemeClr val="tx1"/>
                </a:solidFill>
                <a:latin typeface="+mn-ea"/>
                <a:cs typeface="OPPOSans M" panose="00020600040101010101" pitchFamily="18" charset="-122"/>
              </a:endParaRPr>
            </a:p>
            <a:p>
              <a:pPr marL="285750" indent="-285750" algn="ctr">
                <a:buFont typeface="Arial" panose="020B0604020202020204" pitchFamily="34" charset="0"/>
                <a:buChar char="•"/>
              </a:pPr>
              <a:r>
                <a:rPr lang="zh-CN" altLang="en-US" sz="1600" b="1">
                  <a:solidFill>
                    <a:schemeClr val="tx1"/>
                  </a:solidFill>
                  <a:latin typeface="+mn-ea"/>
                  <a:cs typeface="OPPOSans M" panose="00020600040101010101" pitchFamily="18" charset="-122"/>
                </a:rPr>
                <a:t>明晰分销渠道</a:t>
              </a:r>
              <a:endParaRPr lang="zh-CN" altLang="en-US" sz="1600" b="1">
                <a:solidFill>
                  <a:schemeClr val="tx1"/>
                </a:solidFill>
                <a:latin typeface="+mn-ea"/>
                <a:cs typeface="OPPOSans M" panose="00020600040101010101" pitchFamily="18" charset="-122"/>
              </a:endParaRPr>
            </a:p>
            <a:p>
              <a:pPr marL="285750" indent="-285750" algn="ctr">
                <a:buFont typeface="Arial" panose="020B0604020202020204" pitchFamily="34" charset="0"/>
                <a:buChar char="•"/>
              </a:pPr>
              <a:r>
                <a:rPr lang="zh-CN" altLang="en-US" sz="1600" b="1">
                  <a:solidFill>
                    <a:schemeClr val="tx1"/>
                  </a:solidFill>
                  <a:latin typeface="+mn-ea"/>
                  <a:cs typeface="OPPOSans M" panose="00020600040101010101" pitchFamily="18" charset="-122"/>
                </a:rPr>
                <a:t>制定业绩目标</a:t>
              </a:r>
              <a:endParaRPr lang="zh-CN" altLang="en-US" sz="1600" b="1">
                <a:solidFill>
                  <a:schemeClr val="tx1"/>
                </a:solidFill>
                <a:latin typeface="+mn-ea"/>
                <a:cs typeface="OPPOSans M" panose="00020600040101010101" pitchFamily="18" charset="-122"/>
              </a:endParaRPr>
            </a:p>
          </p:txBody>
        </p:sp>
        <p:sp>
          <p:nvSpPr>
            <p:cNvPr id="62" name="靖飞在肝PPT33"/>
            <p:cNvSpPr/>
            <p:nvPr/>
          </p:nvSpPr>
          <p:spPr>
            <a:xfrm>
              <a:off x="3410" y="7911"/>
              <a:ext cx="6818" cy="133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ctr">
                <a:buNone/>
              </a:pPr>
              <a:r>
                <a:rPr lang="zh-CN" altLang="en-US" sz="1600" b="1">
                  <a:solidFill>
                    <a:schemeClr val="tx1"/>
                  </a:solidFill>
                  <a:latin typeface="+mn-ea"/>
                  <a:cs typeface="OPPOSans M" panose="00020600040101010101" pitchFamily="18" charset="-122"/>
                </a:rPr>
                <a:t>技术储备</a:t>
              </a:r>
              <a:r>
                <a:rPr lang="en-US" altLang="zh-CN" sz="1600" b="1">
                  <a:solidFill>
                    <a:schemeClr val="tx1"/>
                  </a:solidFill>
                  <a:latin typeface="+mn-ea"/>
                  <a:cs typeface="OPPOSans M" panose="00020600040101010101" pitchFamily="18" charset="-122"/>
                </a:rPr>
                <a:t>   </a:t>
              </a:r>
              <a:r>
                <a:rPr lang="zh-CN" altLang="en-US" sz="1600" b="1">
                  <a:solidFill>
                    <a:schemeClr val="tx1"/>
                  </a:solidFill>
                  <a:latin typeface="+mn-ea"/>
                  <a:cs typeface="OPPOSans M" panose="00020600040101010101" pitchFamily="18" charset="-122"/>
                </a:rPr>
                <a:t>组织支撑</a:t>
              </a:r>
              <a:endParaRPr lang="zh-CN" altLang="en-US" sz="1600" b="1">
                <a:solidFill>
                  <a:schemeClr val="tx1"/>
                </a:solidFill>
                <a:latin typeface="+mn-ea"/>
                <a:cs typeface="OPPOSans M" panose="00020600040101010101" pitchFamily="18" charset="-122"/>
              </a:endParaRPr>
            </a:p>
            <a:p>
              <a:pPr indent="0" algn="ctr">
                <a:buNone/>
              </a:pPr>
              <a:r>
                <a:rPr lang="zh-CN" altLang="en-US" sz="1600" b="1">
                  <a:solidFill>
                    <a:schemeClr val="tx1"/>
                  </a:solidFill>
                  <a:latin typeface="+mn-ea"/>
                  <a:cs typeface="OPPOSans M" panose="00020600040101010101" pitchFamily="18" charset="-122"/>
                </a:rPr>
                <a:t>管理效率</a:t>
              </a:r>
              <a:r>
                <a:rPr lang="en-US" altLang="zh-CN" sz="1600" b="1">
                  <a:solidFill>
                    <a:schemeClr val="tx1"/>
                  </a:solidFill>
                  <a:latin typeface="+mn-ea"/>
                  <a:cs typeface="OPPOSans M" panose="00020600040101010101" pitchFamily="18" charset="-122"/>
                </a:rPr>
                <a:t>   </a:t>
              </a:r>
              <a:r>
                <a:rPr lang="zh-CN" altLang="en-US" sz="1600" b="1">
                  <a:solidFill>
                    <a:schemeClr val="tx1"/>
                  </a:solidFill>
                  <a:latin typeface="+mn-ea"/>
                  <a:cs typeface="OPPOSans M" panose="00020600040101010101" pitchFamily="18" charset="-122"/>
                </a:rPr>
                <a:t>研发流程</a:t>
              </a:r>
              <a:endParaRPr lang="zh-CN" altLang="en-US" sz="1600" b="1">
                <a:solidFill>
                  <a:schemeClr val="tx1"/>
                </a:solidFill>
                <a:latin typeface="+mn-ea"/>
                <a:cs typeface="OPPOSans M" panose="00020600040101010101" pitchFamily="18" charset="-122"/>
              </a:endParaRPr>
            </a:p>
          </p:txBody>
        </p:sp>
        <p:sp>
          <p:nvSpPr>
            <p:cNvPr id="79" name="靖飞在肝PPT46"/>
            <p:cNvSpPr>
              <a:spLocks noChangeAspect="1"/>
            </p:cNvSpPr>
            <p:nvPr/>
          </p:nvSpPr>
          <p:spPr>
            <a:xfrm>
              <a:off x="3803" y="4591"/>
              <a:ext cx="445" cy="397"/>
            </a:xfrm>
            <a:custGeom>
              <a:avLst/>
              <a:gdLst>
                <a:gd name="connsiteX0" fmla="*/ 22424 w 1087450"/>
                <a:gd name="connsiteY0" fmla="*/ 288684 h 1219199"/>
                <a:gd name="connsiteX1" fmla="*/ 521303 w 1087450"/>
                <a:gd name="connsiteY1" fmla="*/ 5899 h 1219199"/>
                <a:gd name="connsiteX2" fmla="*/ 566152 w 1087450"/>
                <a:gd name="connsiteY2" fmla="*/ 5899 h 1219199"/>
                <a:gd name="connsiteX3" fmla="*/ 1065028 w 1087450"/>
                <a:gd name="connsiteY3" fmla="*/ 288684 h 1219199"/>
                <a:gd name="connsiteX4" fmla="*/ 1087450 w 1087450"/>
                <a:gd name="connsiteY4" fmla="*/ 326815 h 1219199"/>
                <a:gd name="connsiteX5" fmla="*/ 1087450 w 1087450"/>
                <a:gd name="connsiteY5" fmla="*/ 892388 h 1219199"/>
                <a:gd name="connsiteX6" fmla="*/ 1065028 w 1087450"/>
                <a:gd name="connsiteY6" fmla="*/ 930516 h 1219199"/>
                <a:gd name="connsiteX7" fmla="*/ 566152 w 1087450"/>
                <a:gd name="connsiteY7" fmla="*/ 1213299 h 1219199"/>
                <a:gd name="connsiteX8" fmla="*/ 521303 w 1087450"/>
                <a:gd name="connsiteY8" fmla="*/ 1213299 h 1219199"/>
                <a:gd name="connsiteX9" fmla="*/ 22423 w 1087450"/>
                <a:gd name="connsiteY9" fmla="*/ 930516 h 1219199"/>
                <a:gd name="connsiteX10" fmla="*/ 0 w 1087450"/>
                <a:gd name="connsiteY10" fmla="*/ 892388 h 1219199"/>
                <a:gd name="connsiteX11" fmla="*/ 0 w 1087450"/>
                <a:gd name="connsiteY11" fmla="*/ 326815 h 1219199"/>
                <a:gd name="connsiteX12" fmla="*/ 22424 w 1087450"/>
                <a:gd name="connsiteY12" fmla="*/ 288684 h 1219199"/>
                <a:gd name="connsiteX13" fmla="*/ 543263 w 1087450"/>
                <a:gd name="connsiteY13" fmla="*/ 564390 h 1219199"/>
                <a:gd name="connsiteX14" fmla="*/ 199178 w 1087450"/>
                <a:gd name="connsiteY14" fmla="*/ 369348 h 1219199"/>
                <a:gd name="connsiteX15" fmla="*/ 137918 w 1087450"/>
                <a:gd name="connsiteY15" fmla="*/ 385463 h 1219199"/>
                <a:gd name="connsiteX16" fmla="*/ 154332 w 1087450"/>
                <a:gd name="connsiteY16" fmla="*/ 445610 h 1219199"/>
                <a:gd name="connsiteX17" fmla="*/ 499324 w 1087450"/>
                <a:gd name="connsiteY17" fmla="*/ 641166 h 1219199"/>
                <a:gd name="connsiteX18" fmla="*/ 499324 w 1087450"/>
                <a:gd name="connsiteY18" fmla="*/ 1027157 h 1219199"/>
                <a:gd name="connsiteX19" fmla="*/ 544173 w 1087450"/>
                <a:gd name="connsiteY19" fmla="*/ 1071186 h 1219199"/>
                <a:gd name="connsiteX20" fmla="*/ 589016 w 1087450"/>
                <a:gd name="connsiteY20" fmla="*/ 1027157 h 1219199"/>
                <a:gd name="connsiteX21" fmla="*/ 589016 w 1087450"/>
                <a:gd name="connsiteY21" fmla="*/ 640132 h 1219199"/>
                <a:gd name="connsiteX22" fmla="*/ 933407 w 1087450"/>
                <a:gd name="connsiteY22" fmla="*/ 444922 h 1219199"/>
                <a:gd name="connsiteX23" fmla="*/ 949824 w 1087450"/>
                <a:gd name="connsiteY23" fmla="*/ 384776 h 1219199"/>
                <a:gd name="connsiteX24" fmla="*/ 888559 w 1087450"/>
                <a:gd name="connsiteY24" fmla="*/ 368659 h 1219199"/>
                <a:gd name="connsiteX25" fmla="*/ 543263 w 1087450"/>
                <a:gd name="connsiteY25" fmla="*/ 564390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87450" h="1219199">
                  <a:moveTo>
                    <a:pt x="22424" y="288684"/>
                  </a:moveTo>
                  <a:lnTo>
                    <a:pt x="521303" y="5899"/>
                  </a:lnTo>
                  <a:cubicBezTo>
                    <a:pt x="535176" y="-1966"/>
                    <a:pt x="552274" y="-1966"/>
                    <a:pt x="566152" y="5899"/>
                  </a:cubicBezTo>
                  <a:lnTo>
                    <a:pt x="1065028" y="288684"/>
                  </a:lnTo>
                  <a:cubicBezTo>
                    <a:pt x="1078906" y="296549"/>
                    <a:pt x="1087450" y="311085"/>
                    <a:pt x="1087450" y="326815"/>
                  </a:cubicBezTo>
                  <a:lnTo>
                    <a:pt x="1087450" y="892388"/>
                  </a:lnTo>
                  <a:cubicBezTo>
                    <a:pt x="1087450" y="908118"/>
                    <a:pt x="1078906" y="922653"/>
                    <a:pt x="1065028" y="930516"/>
                  </a:cubicBezTo>
                  <a:lnTo>
                    <a:pt x="566152" y="1213299"/>
                  </a:lnTo>
                  <a:cubicBezTo>
                    <a:pt x="552274" y="1221167"/>
                    <a:pt x="535176" y="1221167"/>
                    <a:pt x="521303" y="1213299"/>
                  </a:cubicBezTo>
                  <a:lnTo>
                    <a:pt x="22423" y="930516"/>
                  </a:lnTo>
                  <a:cubicBezTo>
                    <a:pt x="8548" y="922653"/>
                    <a:pt x="0" y="908118"/>
                    <a:pt x="0" y="892388"/>
                  </a:cubicBezTo>
                  <a:lnTo>
                    <a:pt x="0" y="326815"/>
                  </a:lnTo>
                  <a:cubicBezTo>
                    <a:pt x="0" y="311085"/>
                    <a:pt x="8549" y="296549"/>
                    <a:pt x="22424" y="288684"/>
                  </a:cubicBezTo>
                  <a:close/>
                  <a:moveTo>
                    <a:pt x="543263" y="564390"/>
                  </a:moveTo>
                  <a:lnTo>
                    <a:pt x="199178" y="369348"/>
                  </a:lnTo>
                  <a:cubicBezTo>
                    <a:pt x="177729" y="357188"/>
                    <a:pt x="150302" y="364405"/>
                    <a:pt x="137918" y="385463"/>
                  </a:cubicBezTo>
                  <a:cubicBezTo>
                    <a:pt x="125533" y="406522"/>
                    <a:pt x="132884" y="433450"/>
                    <a:pt x="154332" y="445610"/>
                  </a:cubicBezTo>
                  <a:lnTo>
                    <a:pt x="499324" y="641166"/>
                  </a:lnTo>
                  <a:lnTo>
                    <a:pt x="499324" y="1027157"/>
                  </a:lnTo>
                  <a:cubicBezTo>
                    <a:pt x="499324" y="1051474"/>
                    <a:pt x="519408" y="1071186"/>
                    <a:pt x="544173" y="1071186"/>
                  </a:cubicBezTo>
                  <a:cubicBezTo>
                    <a:pt x="568938" y="1071186"/>
                    <a:pt x="589016" y="1051474"/>
                    <a:pt x="589016" y="1027157"/>
                  </a:cubicBezTo>
                  <a:lnTo>
                    <a:pt x="589016" y="640132"/>
                  </a:lnTo>
                  <a:lnTo>
                    <a:pt x="933407" y="444922"/>
                  </a:lnTo>
                  <a:cubicBezTo>
                    <a:pt x="954853" y="432762"/>
                    <a:pt x="962206" y="405834"/>
                    <a:pt x="949824" y="384776"/>
                  </a:cubicBezTo>
                  <a:cubicBezTo>
                    <a:pt x="937436" y="363717"/>
                    <a:pt x="910004" y="356502"/>
                    <a:pt x="888559" y="368659"/>
                  </a:cubicBezTo>
                  <a:lnTo>
                    <a:pt x="543263" y="564390"/>
                  </a:lnTo>
                  <a:close/>
                </a:path>
              </a:pathLst>
            </a:custGeom>
            <a:solidFill>
              <a:schemeClr val="bg1"/>
            </a:solidFill>
            <a:ln w="4763" cap="flat">
              <a:noFill/>
              <a:prstDash val="solid"/>
              <a:miter/>
            </a:ln>
          </p:spPr>
          <p:txBody>
            <a:bodyPr rtlCol="0" anchor="ctr"/>
            <a:lstStyle/>
            <a:p>
              <a:endParaRPr lang="zh-CN" altLang="en-US" sz="1600" b="1">
                <a:latin typeface="+mn-ea"/>
                <a:cs typeface="OPPOSans M" panose="00020600040101010101" pitchFamily="18" charset="-122"/>
              </a:endParaRPr>
            </a:p>
          </p:txBody>
        </p:sp>
        <p:sp>
          <p:nvSpPr>
            <p:cNvPr id="91" name="靖飞在肝PPT50"/>
            <p:cNvSpPr/>
            <p:nvPr/>
          </p:nvSpPr>
          <p:spPr>
            <a:xfrm>
              <a:off x="4612" y="4592"/>
              <a:ext cx="0" cy="372"/>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n-ea"/>
                <a:cs typeface="OPPOSans M" panose="00020600040101010101" pitchFamily="18" charset="-122"/>
              </a:endParaRPr>
            </a:p>
          </p:txBody>
        </p:sp>
        <p:grpSp>
          <p:nvGrpSpPr>
            <p:cNvPr id="96" name="组合 95"/>
            <p:cNvGrpSpPr/>
            <p:nvPr/>
          </p:nvGrpSpPr>
          <p:grpSpPr>
            <a:xfrm>
              <a:off x="8037" y="4407"/>
              <a:ext cx="4782" cy="2498"/>
              <a:chOff x="7129" y="4407"/>
              <a:chExt cx="3573" cy="2498"/>
            </a:xfrm>
          </p:grpSpPr>
          <p:sp>
            <p:nvSpPr>
              <p:cNvPr id="42" name="靖飞在肝PPT13"/>
              <p:cNvSpPr/>
              <p:nvPr/>
            </p:nvSpPr>
            <p:spPr>
              <a:xfrm>
                <a:off x="7129" y="4407"/>
                <a:ext cx="3573" cy="720"/>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n-ea"/>
                  <a:cs typeface="OPPOSans M" panose="00020600040101010101" pitchFamily="18" charset="-122"/>
                </a:endParaRPr>
              </a:p>
            </p:txBody>
          </p:sp>
          <p:sp>
            <p:nvSpPr>
              <p:cNvPr id="43" name="靖飞在肝PPT14"/>
              <p:cNvSpPr txBox="1"/>
              <p:nvPr/>
            </p:nvSpPr>
            <p:spPr>
              <a:xfrm>
                <a:off x="8116" y="4525"/>
                <a:ext cx="2382" cy="596"/>
              </a:xfrm>
              <a:prstGeom prst="rect">
                <a:avLst/>
              </a:prstGeom>
              <a:noFill/>
            </p:spPr>
            <p:txBody>
              <a:bodyPr wrap="square">
                <a:spAutoFit/>
              </a:bodyPr>
              <a:lstStyle/>
              <a:p>
                <a:pPr algn="ctr"/>
                <a:r>
                  <a:rPr lang="zh-CN" altLang="en-US" b="1">
                    <a:solidFill>
                      <a:schemeClr val="tx1"/>
                    </a:solidFill>
                    <a:latin typeface="+mn-ea"/>
                    <a:cs typeface="OPPOSans M" panose="00020600040101010101" pitchFamily="18" charset="-122"/>
                  </a:rPr>
                  <a:t>产品</a:t>
                </a:r>
                <a:endParaRPr lang="zh-CN" altLang="en-US" b="1">
                  <a:solidFill>
                    <a:schemeClr val="tx1"/>
                  </a:solidFill>
                  <a:latin typeface="+mn-ea"/>
                  <a:cs typeface="OPPOSans M" panose="00020600040101010101" pitchFamily="18" charset="-122"/>
                </a:endParaRPr>
              </a:p>
            </p:txBody>
          </p:sp>
          <p:sp>
            <p:nvSpPr>
              <p:cNvPr id="55" name="靖飞在肝PPT26"/>
              <p:cNvSpPr/>
              <p:nvPr/>
            </p:nvSpPr>
            <p:spPr>
              <a:xfrm>
                <a:off x="7129" y="5266"/>
                <a:ext cx="3573" cy="1639"/>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zh-CN" altLang="en-US" sz="1600" b="1">
                    <a:solidFill>
                      <a:schemeClr val="tx1"/>
                    </a:solidFill>
                    <a:latin typeface="+mn-ea"/>
                    <a:cs typeface="OPPOSans M" panose="00020600040101010101" pitchFamily="18" charset="-122"/>
                  </a:rPr>
                  <a:t>设计营销策略</a:t>
                </a:r>
                <a:endParaRPr lang="zh-CN" altLang="en-US" sz="1600" b="1">
                  <a:solidFill>
                    <a:schemeClr val="tx1"/>
                  </a:solidFill>
                  <a:latin typeface="+mn-ea"/>
                  <a:cs typeface="OPPOSans M" panose="00020600040101010101" pitchFamily="18" charset="-122"/>
                </a:endParaRPr>
              </a:p>
              <a:p>
                <a:pPr marL="285750" indent="-285750" algn="ctr">
                  <a:buFont typeface="Arial" panose="020B0604020202020204" pitchFamily="34" charset="0"/>
                  <a:buChar char="•"/>
                </a:pPr>
                <a:r>
                  <a:rPr lang="zh-CN" altLang="en-US" sz="1600" b="1">
                    <a:solidFill>
                      <a:schemeClr val="tx1"/>
                    </a:solidFill>
                    <a:latin typeface="+mn-ea"/>
                    <a:cs typeface="OPPOSans M" panose="00020600040101010101" pitchFamily="18" charset="-122"/>
                  </a:rPr>
                  <a:t>设计产品功能</a:t>
                </a:r>
                <a:endParaRPr lang="zh-CN" altLang="en-US" sz="1600" b="1">
                  <a:solidFill>
                    <a:schemeClr val="tx1"/>
                  </a:solidFill>
                  <a:latin typeface="+mn-ea"/>
                  <a:cs typeface="OPPOSans M" panose="00020600040101010101" pitchFamily="18" charset="-122"/>
                </a:endParaRPr>
              </a:p>
              <a:p>
                <a:pPr marL="285750" indent="-285750" algn="ctr">
                  <a:buFont typeface="Arial" panose="020B0604020202020204" pitchFamily="34" charset="0"/>
                  <a:buChar char="•"/>
                </a:pPr>
                <a:r>
                  <a:rPr lang="zh-CN" altLang="en-US" sz="1600" b="1">
                    <a:solidFill>
                      <a:schemeClr val="tx1"/>
                    </a:solidFill>
                    <a:latin typeface="+mn-ea"/>
                    <a:cs typeface="OPPOSans M" panose="00020600040101010101" pitchFamily="18" charset="-122"/>
                  </a:rPr>
                  <a:t>明确产品性能要求</a:t>
                </a:r>
                <a:endParaRPr lang="zh-CN" altLang="en-US" sz="1600" b="1">
                  <a:solidFill>
                    <a:schemeClr val="tx1"/>
                  </a:solidFill>
                  <a:latin typeface="+mn-ea"/>
                  <a:cs typeface="OPPOSans M" panose="00020600040101010101" pitchFamily="18" charset="-122"/>
                </a:endParaRPr>
              </a:p>
            </p:txBody>
          </p:sp>
          <p:sp>
            <p:nvSpPr>
              <p:cNvPr id="89" name="靖飞在肝PPT48"/>
              <p:cNvSpPr>
                <a:spLocks noChangeAspect="1"/>
              </p:cNvSpPr>
              <p:nvPr/>
            </p:nvSpPr>
            <p:spPr>
              <a:xfrm>
                <a:off x="7443" y="4591"/>
                <a:ext cx="314" cy="397"/>
              </a:xfrm>
              <a:custGeom>
                <a:avLst/>
                <a:gdLst>
                  <a:gd name="connsiteX0" fmla="*/ 800292 w 910445"/>
                  <a:gd name="connsiteY0" fmla="*/ 618503 h 1214054"/>
                  <a:gd name="connsiteX1" fmla="*/ 603600 w 910445"/>
                  <a:gd name="connsiteY1" fmla="*/ 814861 h 1214054"/>
                  <a:gd name="connsiteX2" fmla="*/ 449676 w 910445"/>
                  <a:gd name="connsiteY2" fmla="*/ 968833 h 1214054"/>
                  <a:gd name="connsiteX3" fmla="*/ 410195 w 910445"/>
                  <a:gd name="connsiteY3" fmla="*/ 1008314 h 1214054"/>
                  <a:gd name="connsiteX4" fmla="*/ 205884 w 910445"/>
                  <a:gd name="connsiteY4" fmla="*/ 1008314 h 1214054"/>
                  <a:gd name="connsiteX5" fmla="*/ 205884 w 910445"/>
                  <a:gd name="connsiteY5" fmla="*/ 1008314 h 1214054"/>
                  <a:gd name="connsiteX6" fmla="*/ 205884 w 910445"/>
                  <a:gd name="connsiteY6" fmla="*/ 804003 h 1214054"/>
                  <a:gd name="connsiteX7" fmla="*/ 399289 w 910445"/>
                  <a:gd name="connsiteY7" fmla="*/ 610550 h 1214054"/>
                  <a:gd name="connsiteX8" fmla="*/ 479156 w 910445"/>
                  <a:gd name="connsiteY8" fmla="*/ 570259 h 1214054"/>
                  <a:gd name="connsiteX9" fmla="*/ 624651 w 910445"/>
                  <a:gd name="connsiteY9" fmla="*/ 424765 h 1214054"/>
                  <a:gd name="connsiteX10" fmla="*/ 501445 w 910445"/>
                  <a:gd name="connsiteY10" fmla="*/ 400000 h 1214054"/>
                  <a:gd name="connsiteX11" fmla="*/ 279941 w 910445"/>
                  <a:gd name="connsiteY11" fmla="*/ 491440 h 1214054"/>
                  <a:gd name="connsiteX12" fmla="*/ 86488 w 910445"/>
                  <a:gd name="connsiteY12" fmla="*/ 684654 h 1214054"/>
                  <a:gd name="connsiteX13" fmla="*/ 97155 w 910445"/>
                  <a:gd name="connsiteY13" fmla="*/ 1127567 h 1214054"/>
                  <a:gd name="connsiteX14" fmla="*/ 529401 w 910445"/>
                  <a:gd name="connsiteY14" fmla="*/ 1127567 h 1214054"/>
                  <a:gd name="connsiteX15" fmla="*/ 722853 w 910445"/>
                  <a:gd name="connsiteY15" fmla="*/ 934162 h 1214054"/>
                  <a:gd name="connsiteX16" fmla="*/ 814579 w 910445"/>
                  <a:gd name="connsiteY16" fmla="*/ 712705 h 1214054"/>
                  <a:gd name="connsiteX17" fmla="*/ 800292 w 910445"/>
                  <a:gd name="connsiteY17" fmla="*/ 618503 h 1214054"/>
                  <a:gd name="connsiteX18" fmla="*/ 819008 w 910445"/>
                  <a:gd name="connsiteY18" fmla="*/ 91437 h 1214054"/>
                  <a:gd name="connsiteX19" fmla="*/ 819008 w 910445"/>
                  <a:gd name="connsiteY19" fmla="*/ 534350 h 1214054"/>
                  <a:gd name="connsiteX20" fmla="*/ 625603 w 910445"/>
                  <a:gd name="connsiteY20" fmla="*/ 727803 h 1214054"/>
                  <a:gd name="connsiteX21" fmla="*/ 276417 w 910445"/>
                  <a:gd name="connsiteY21" fmla="*/ 792573 h 1214054"/>
                  <a:gd name="connsiteX22" fmla="*/ 419292 w 910445"/>
                  <a:gd name="connsiteY22" fmla="*/ 649697 h 1214054"/>
                  <a:gd name="connsiteX23" fmla="*/ 505969 w 910445"/>
                  <a:gd name="connsiteY23" fmla="*/ 608454 h 1214054"/>
                  <a:gd name="connsiteX24" fmla="*/ 699374 w 910445"/>
                  <a:gd name="connsiteY24" fmla="*/ 415002 h 1214054"/>
                  <a:gd name="connsiteX25" fmla="*/ 699374 w 910445"/>
                  <a:gd name="connsiteY25" fmla="*/ 210690 h 1214054"/>
                  <a:gd name="connsiteX26" fmla="*/ 495063 w 910445"/>
                  <a:gd name="connsiteY26" fmla="*/ 210690 h 1214054"/>
                  <a:gd name="connsiteX27" fmla="*/ 301658 w 910445"/>
                  <a:gd name="connsiteY27" fmla="*/ 404191 h 1214054"/>
                  <a:gd name="connsiteX28" fmla="*/ 285703 w 910445"/>
                  <a:gd name="connsiteY28" fmla="*/ 423241 h 1214054"/>
                  <a:gd name="connsiteX29" fmla="*/ 105967 w 910445"/>
                  <a:gd name="connsiteY29" fmla="*/ 602977 h 1214054"/>
                  <a:gd name="connsiteX30" fmla="*/ 90679 w 910445"/>
                  <a:gd name="connsiteY30" fmla="*/ 506346 h 1214054"/>
                  <a:gd name="connsiteX31" fmla="*/ 182167 w 910445"/>
                  <a:gd name="connsiteY31" fmla="*/ 284890 h 1214054"/>
                  <a:gd name="connsiteX32" fmla="*/ 375572 w 910445"/>
                  <a:gd name="connsiteY32" fmla="*/ 91437 h 1214054"/>
                  <a:gd name="connsiteX33" fmla="*/ 818484 w 910445"/>
                  <a:gd name="connsiteY33" fmla="*/ 91437 h 121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10445" h="1214054">
                    <a:moveTo>
                      <a:pt x="800292" y="618503"/>
                    </a:moveTo>
                    <a:lnTo>
                      <a:pt x="603600" y="814861"/>
                    </a:lnTo>
                    <a:lnTo>
                      <a:pt x="449676" y="968833"/>
                    </a:lnTo>
                    <a:lnTo>
                      <a:pt x="410195" y="1008314"/>
                    </a:lnTo>
                    <a:cubicBezTo>
                      <a:pt x="353630" y="1064380"/>
                      <a:pt x="262449" y="1064380"/>
                      <a:pt x="205884" y="1008314"/>
                    </a:cubicBezTo>
                    <a:lnTo>
                      <a:pt x="205884" y="1008314"/>
                    </a:lnTo>
                    <a:cubicBezTo>
                      <a:pt x="149818" y="951749"/>
                      <a:pt x="149818" y="860567"/>
                      <a:pt x="205884" y="804003"/>
                    </a:cubicBezTo>
                    <a:lnTo>
                      <a:pt x="399289" y="610550"/>
                    </a:lnTo>
                    <a:cubicBezTo>
                      <a:pt x="420912" y="588917"/>
                      <a:pt x="448907" y="574794"/>
                      <a:pt x="479156" y="570259"/>
                    </a:cubicBezTo>
                    <a:lnTo>
                      <a:pt x="624651" y="424765"/>
                    </a:lnTo>
                    <a:cubicBezTo>
                      <a:pt x="585658" y="408332"/>
                      <a:pt x="543758" y="399910"/>
                      <a:pt x="501445" y="400000"/>
                    </a:cubicBezTo>
                    <a:cubicBezTo>
                      <a:pt x="418389" y="399815"/>
                      <a:pt x="338680" y="432720"/>
                      <a:pt x="279941" y="491440"/>
                    </a:cubicBezTo>
                    <a:lnTo>
                      <a:pt x="86488" y="684654"/>
                    </a:lnTo>
                    <a:cubicBezTo>
                      <a:pt x="-32873" y="809907"/>
                      <a:pt x="-28097" y="1008206"/>
                      <a:pt x="97155" y="1127567"/>
                    </a:cubicBezTo>
                    <a:cubicBezTo>
                      <a:pt x="218163" y="1242883"/>
                      <a:pt x="408392" y="1242883"/>
                      <a:pt x="529401" y="1127567"/>
                    </a:cubicBezTo>
                    <a:lnTo>
                      <a:pt x="722853" y="934162"/>
                    </a:lnTo>
                    <a:cubicBezTo>
                      <a:pt x="781671" y="875484"/>
                      <a:pt x="814680" y="795787"/>
                      <a:pt x="814579" y="712705"/>
                    </a:cubicBezTo>
                    <a:cubicBezTo>
                      <a:pt x="814606" y="680763"/>
                      <a:pt x="809789" y="649001"/>
                      <a:pt x="800292" y="618503"/>
                    </a:cubicBezTo>
                    <a:close/>
                    <a:moveTo>
                      <a:pt x="819008" y="91437"/>
                    </a:moveTo>
                    <a:cubicBezTo>
                      <a:pt x="940924" y="213906"/>
                      <a:pt x="940924" y="411881"/>
                      <a:pt x="819008" y="534350"/>
                    </a:cubicBezTo>
                    <a:lnTo>
                      <a:pt x="625603" y="727803"/>
                    </a:lnTo>
                    <a:cubicBezTo>
                      <a:pt x="533724" y="819379"/>
                      <a:pt x="395026" y="845106"/>
                      <a:pt x="276417" y="792573"/>
                    </a:cubicBezTo>
                    <a:lnTo>
                      <a:pt x="419292" y="649697"/>
                    </a:lnTo>
                    <a:cubicBezTo>
                      <a:pt x="452058" y="646293"/>
                      <a:pt x="482659" y="631732"/>
                      <a:pt x="505969" y="608454"/>
                    </a:cubicBezTo>
                    <a:lnTo>
                      <a:pt x="699374" y="415002"/>
                    </a:lnTo>
                    <a:cubicBezTo>
                      <a:pt x="755793" y="358583"/>
                      <a:pt x="755793" y="267109"/>
                      <a:pt x="699374" y="210690"/>
                    </a:cubicBezTo>
                    <a:cubicBezTo>
                      <a:pt x="642955" y="154271"/>
                      <a:pt x="551482" y="154271"/>
                      <a:pt x="495063" y="210690"/>
                    </a:cubicBezTo>
                    <a:lnTo>
                      <a:pt x="301658" y="404191"/>
                    </a:lnTo>
                    <a:cubicBezTo>
                      <a:pt x="295797" y="410065"/>
                      <a:pt x="290458" y="416439"/>
                      <a:pt x="285703" y="423241"/>
                    </a:cubicBezTo>
                    <a:lnTo>
                      <a:pt x="105967" y="602977"/>
                    </a:lnTo>
                    <a:cubicBezTo>
                      <a:pt x="95901" y="571752"/>
                      <a:pt x="90744" y="539154"/>
                      <a:pt x="90679" y="506346"/>
                    </a:cubicBezTo>
                    <a:cubicBezTo>
                      <a:pt x="90499" y="423296"/>
                      <a:pt x="123423" y="343598"/>
                      <a:pt x="182167" y="284890"/>
                    </a:cubicBezTo>
                    <a:lnTo>
                      <a:pt x="375572" y="91437"/>
                    </a:lnTo>
                    <a:cubicBezTo>
                      <a:pt x="498040" y="-30479"/>
                      <a:pt x="696016" y="-30479"/>
                      <a:pt x="818484" y="91437"/>
                    </a:cubicBezTo>
                    <a:close/>
                  </a:path>
                </a:pathLst>
              </a:custGeom>
              <a:solidFill>
                <a:schemeClr val="bg1"/>
              </a:solidFill>
              <a:ln w="4763" cap="flat">
                <a:noFill/>
                <a:prstDash val="solid"/>
                <a:miter/>
              </a:ln>
            </p:spPr>
            <p:txBody>
              <a:bodyPr rtlCol="0" anchor="ctr"/>
              <a:lstStyle/>
              <a:p>
                <a:endParaRPr lang="zh-CN" altLang="en-US" sz="1600" b="1">
                  <a:latin typeface="+mn-ea"/>
                  <a:cs typeface="OPPOSans M" panose="00020600040101010101" pitchFamily="18" charset="-122"/>
                </a:endParaRPr>
              </a:p>
            </p:txBody>
          </p:sp>
          <p:sp>
            <p:nvSpPr>
              <p:cNvPr id="92" name="靖飞在肝PPT51"/>
              <p:cNvSpPr/>
              <p:nvPr/>
            </p:nvSpPr>
            <p:spPr>
              <a:xfrm>
                <a:off x="8116" y="4592"/>
                <a:ext cx="0" cy="372"/>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n-ea"/>
                  <a:cs typeface="OPPOSans M" panose="00020600040101010101" pitchFamily="18" charset="-122"/>
                </a:endParaRPr>
              </a:p>
            </p:txBody>
          </p:sp>
        </p:grpSp>
        <p:sp>
          <p:nvSpPr>
            <p:cNvPr id="46" name="靖飞在肝PPT17"/>
            <p:cNvSpPr/>
            <p:nvPr/>
          </p:nvSpPr>
          <p:spPr>
            <a:xfrm>
              <a:off x="13173" y="4381"/>
              <a:ext cx="4514" cy="720"/>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n-ea"/>
                <a:cs typeface="OPPOSans M" panose="00020600040101010101" pitchFamily="18" charset="-122"/>
              </a:endParaRPr>
            </a:p>
          </p:txBody>
        </p:sp>
        <p:sp>
          <p:nvSpPr>
            <p:cNvPr id="47" name="靖飞在肝PPT18"/>
            <p:cNvSpPr txBox="1"/>
            <p:nvPr/>
          </p:nvSpPr>
          <p:spPr>
            <a:xfrm>
              <a:off x="14582" y="4473"/>
              <a:ext cx="2862" cy="596"/>
            </a:xfrm>
            <a:prstGeom prst="rect">
              <a:avLst/>
            </a:prstGeom>
            <a:noFill/>
          </p:spPr>
          <p:txBody>
            <a:bodyPr wrap="square">
              <a:spAutoFit/>
            </a:bodyPr>
            <a:lstStyle/>
            <a:p>
              <a:pPr algn="ctr"/>
              <a:r>
                <a:rPr lang="zh-CN" altLang="en-US" b="1">
                  <a:solidFill>
                    <a:schemeClr val="tx1"/>
                  </a:solidFill>
                  <a:latin typeface="+mn-ea"/>
                  <a:cs typeface="OPPOSans M" panose="00020600040101010101" pitchFamily="18" charset="-122"/>
                </a:rPr>
                <a:t>技术</a:t>
              </a:r>
              <a:endParaRPr lang="zh-CN" altLang="en-US" b="1">
                <a:solidFill>
                  <a:schemeClr val="tx1"/>
                </a:solidFill>
                <a:latin typeface="+mn-ea"/>
                <a:cs typeface="OPPOSans M" panose="00020600040101010101" pitchFamily="18" charset="-122"/>
              </a:endParaRPr>
            </a:p>
          </p:txBody>
        </p:sp>
        <p:sp>
          <p:nvSpPr>
            <p:cNvPr id="57" name="靖飞在肝PPT28"/>
            <p:cNvSpPr/>
            <p:nvPr/>
          </p:nvSpPr>
          <p:spPr>
            <a:xfrm>
              <a:off x="13173" y="5240"/>
              <a:ext cx="4513" cy="1639"/>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zh-CN" altLang="en-US" sz="1600" b="1">
                  <a:solidFill>
                    <a:schemeClr val="tx1"/>
                  </a:solidFill>
                  <a:latin typeface="+mn-ea"/>
                  <a:cs typeface="OPPOSans M" panose="00020600040101010101" pitchFamily="18" charset="-122"/>
                </a:rPr>
                <a:t>厘定研发重点</a:t>
              </a:r>
              <a:endParaRPr lang="zh-CN" altLang="en-US" sz="1600" b="1">
                <a:solidFill>
                  <a:schemeClr val="tx1"/>
                </a:solidFill>
                <a:latin typeface="+mn-ea"/>
                <a:cs typeface="OPPOSans M" panose="00020600040101010101" pitchFamily="18" charset="-122"/>
              </a:endParaRPr>
            </a:p>
            <a:p>
              <a:pPr marL="285750" indent="-285750" algn="ctr">
                <a:buFont typeface="Arial" panose="020B0604020202020204" pitchFamily="34" charset="0"/>
                <a:buChar char="•"/>
              </a:pPr>
              <a:r>
                <a:rPr lang="zh-CN" altLang="en-US" sz="1600" b="1">
                  <a:solidFill>
                    <a:schemeClr val="tx1"/>
                  </a:solidFill>
                  <a:latin typeface="+mn-ea"/>
                  <a:cs typeface="OPPOSans M" panose="00020600040101010101" pitchFamily="18" charset="-122"/>
                </a:rPr>
                <a:t>评估技术风险</a:t>
              </a:r>
              <a:endParaRPr lang="zh-CN" altLang="en-US" sz="1600" b="1">
                <a:solidFill>
                  <a:schemeClr val="tx1"/>
                </a:solidFill>
                <a:latin typeface="+mn-ea"/>
                <a:cs typeface="OPPOSans M" panose="00020600040101010101" pitchFamily="18" charset="-122"/>
              </a:endParaRPr>
            </a:p>
            <a:p>
              <a:pPr marL="285750" indent="-285750" algn="ctr">
                <a:buFont typeface="Arial" panose="020B0604020202020204" pitchFamily="34" charset="0"/>
                <a:buChar char="•"/>
              </a:pPr>
              <a:r>
                <a:rPr lang="zh-CN" altLang="en-US" sz="1600" b="1">
                  <a:solidFill>
                    <a:schemeClr val="tx1"/>
                  </a:solidFill>
                  <a:latin typeface="+mn-ea"/>
                  <a:cs typeface="OPPOSans M" panose="00020600040101010101" pitchFamily="18" charset="-122"/>
                </a:rPr>
                <a:t>攻关技术难点</a:t>
              </a:r>
              <a:endParaRPr lang="zh-CN" altLang="en-US" sz="1600" b="1">
                <a:solidFill>
                  <a:schemeClr val="tx1"/>
                </a:solidFill>
                <a:latin typeface="+mn-ea"/>
                <a:cs typeface="OPPOSans M" panose="00020600040101010101" pitchFamily="18" charset="-122"/>
              </a:endParaRPr>
            </a:p>
          </p:txBody>
        </p:sp>
        <p:sp>
          <p:nvSpPr>
            <p:cNvPr id="66" name="靖飞在肝PPT37"/>
            <p:cNvSpPr/>
            <p:nvPr/>
          </p:nvSpPr>
          <p:spPr>
            <a:xfrm>
              <a:off x="10869" y="7910"/>
              <a:ext cx="6818" cy="136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mn-ea"/>
                  <a:cs typeface="OPPOSans M" panose="00020600040101010101" pitchFamily="18" charset="-122"/>
                </a:rPr>
                <a:t>研发资金</a:t>
              </a:r>
              <a:endParaRPr lang="zh-CN" altLang="en-US" sz="1600" b="1">
                <a:solidFill>
                  <a:schemeClr val="tx1"/>
                </a:solidFill>
                <a:latin typeface="+mn-ea"/>
                <a:cs typeface="OPPOSans M" panose="00020600040101010101" pitchFamily="18" charset="-122"/>
              </a:endParaRPr>
            </a:p>
            <a:p>
              <a:pPr algn="ctr"/>
              <a:r>
                <a:rPr lang="zh-CN" altLang="en-US" sz="1600" b="1">
                  <a:solidFill>
                    <a:schemeClr val="tx1"/>
                  </a:solidFill>
                  <a:latin typeface="+mn-ea"/>
                  <a:cs typeface="OPPOSans M" panose="00020600040101010101" pitchFamily="18" charset="-122"/>
                </a:rPr>
                <a:t>研发人员</a:t>
              </a:r>
              <a:r>
                <a:rPr lang="en-US" altLang="zh-CN" sz="1600" b="1">
                  <a:solidFill>
                    <a:schemeClr val="tx1"/>
                  </a:solidFill>
                  <a:latin typeface="+mn-ea"/>
                  <a:cs typeface="OPPOSans M" panose="00020600040101010101" pitchFamily="18" charset="-122"/>
                </a:rPr>
                <a:t>   </a:t>
              </a:r>
              <a:r>
                <a:rPr lang="zh-CN" altLang="en-US" sz="1600" b="1">
                  <a:solidFill>
                    <a:schemeClr val="tx1"/>
                  </a:solidFill>
                  <a:latin typeface="+mn-ea"/>
                  <a:cs typeface="OPPOSans M" panose="00020600040101010101" pitchFamily="18" charset="-122"/>
                </a:rPr>
                <a:t>合作资源</a:t>
              </a:r>
              <a:endParaRPr lang="zh-CN" altLang="en-US" sz="1600" b="1">
                <a:solidFill>
                  <a:schemeClr val="tx1"/>
                </a:solidFill>
                <a:latin typeface="+mn-ea"/>
                <a:cs typeface="OPPOSans M" panose="00020600040101010101" pitchFamily="18" charset="-122"/>
              </a:endParaRPr>
            </a:p>
          </p:txBody>
        </p:sp>
        <p:grpSp>
          <p:nvGrpSpPr>
            <p:cNvPr id="80" name="靖飞在肝PPT47"/>
            <p:cNvGrpSpPr>
              <a:grpSpLocks noChangeAspect="1"/>
            </p:cNvGrpSpPr>
            <p:nvPr/>
          </p:nvGrpSpPr>
          <p:grpSpPr>
            <a:xfrm rot="0">
              <a:off x="13584" y="4565"/>
              <a:ext cx="562" cy="397"/>
              <a:chOff x="5508977" y="2819400"/>
              <a:chExt cx="1174043" cy="1219200"/>
            </a:xfrm>
            <a:solidFill>
              <a:schemeClr val="bg1"/>
            </a:solidFill>
          </p:grpSpPr>
          <p:sp>
            <p:nvSpPr>
              <p:cNvPr id="82" name="靖飞在肝PPT47-1"/>
              <p:cNvSpPr/>
              <p:nvPr/>
            </p:nvSpPr>
            <p:spPr>
              <a:xfrm>
                <a:off x="5599288" y="2954865"/>
                <a:ext cx="903109" cy="903111"/>
              </a:xfrm>
              <a:custGeom>
                <a:avLst/>
                <a:gdLst>
                  <a:gd name="connsiteX0" fmla="*/ 451554 w 903109"/>
                  <a:gd name="connsiteY0" fmla="*/ 0 h 903111"/>
                  <a:gd name="connsiteX1" fmla="*/ 903110 w 903109"/>
                  <a:gd name="connsiteY1" fmla="*/ 451555 h 903111"/>
                  <a:gd name="connsiteX2" fmla="*/ 812799 w 903109"/>
                  <a:gd name="connsiteY2" fmla="*/ 451555 h 903111"/>
                  <a:gd name="connsiteX3" fmla="*/ 451554 w 903109"/>
                  <a:gd name="connsiteY3" fmla="*/ 90311 h 903111"/>
                  <a:gd name="connsiteX4" fmla="*/ 451554 w 903109"/>
                  <a:gd name="connsiteY4" fmla="*/ 0 h 903111"/>
                  <a:gd name="connsiteX5" fmla="*/ 0 w 903109"/>
                  <a:gd name="connsiteY5" fmla="*/ 451555 h 903111"/>
                  <a:gd name="connsiteX6" fmla="*/ 90311 w 903109"/>
                  <a:gd name="connsiteY6" fmla="*/ 451555 h 903111"/>
                  <a:gd name="connsiteX7" fmla="*/ 451554 w 903109"/>
                  <a:gd name="connsiteY7" fmla="*/ 812800 h 903111"/>
                  <a:gd name="connsiteX8" fmla="*/ 451554 w 903109"/>
                  <a:gd name="connsiteY8" fmla="*/ 903112 h 903111"/>
                  <a:gd name="connsiteX9" fmla="*/ 0 w 903109"/>
                  <a:gd name="connsiteY9" fmla="*/ 451555 h 90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3109" h="903111">
                    <a:moveTo>
                      <a:pt x="451554" y="0"/>
                    </a:moveTo>
                    <a:cubicBezTo>
                      <a:pt x="700942" y="0"/>
                      <a:pt x="903110" y="202169"/>
                      <a:pt x="903110" y="451555"/>
                    </a:cubicBezTo>
                    <a:lnTo>
                      <a:pt x="812799" y="451555"/>
                    </a:lnTo>
                    <a:cubicBezTo>
                      <a:pt x="812799" y="252046"/>
                      <a:pt x="651064" y="90311"/>
                      <a:pt x="451554" y="90311"/>
                    </a:cubicBezTo>
                    <a:lnTo>
                      <a:pt x="451554" y="0"/>
                    </a:lnTo>
                    <a:close/>
                    <a:moveTo>
                      <a:pt x="0" y="451555"/>
                    </a:moveTo>
                    <a:lnTo>
                      <a:pt x="90311" y="451555"/>
                    </a:lnTo>
                    <a:cubicBezTo>
                      <a:pt x="90311" y="651066"/>
                      <a:pt x="252046" y="812800"/>
                      <a:pt x="451554" y="812800"/>
                    </a:cubicBezTo>
                    <a:lnTo>
                      <a:pt x="451554" y="903112"/>
                    </a:lnTo>
                    <a:cubicBezTo>
                      <a:pt x="202168" y="903112"/>
                      <a:pt x="0" y="700943"/>
                      <a:pt x="0" y="451555"/>
                    </a:cubicBezTo>
                    <a:close/>
                  </a:path>
                </a:pathLst>
              </a:custGeom>
              <a:grpFill/>
              <a:ln w="4763" cap="flat">
                <a:noFill/>
                <a:prstDash val="solid"/>
                <a:miter/>
              </a:ln>
            </p:spPr>
            <p:txBody>
              <a:bodyPr rtlCol="0" anchor="ctr"/>
              <a:lstStyle/>
              <a:p>
                <a:endParaRPr lang="zh-CN" altLang="en-US" sz="1600" b="1">
                  <a:latin typeface="+mn-ea"/>
                  <a:cs typeface="OPPOSans M" panose="00020600040101010101" pitchFamily="18" charset="-122"/>
                </a:endParaRPr>
              </a:p>
            </p:txBody>
          </p:sp>
          <p:sp>
            <p:nvSpPr>
              <p:cNvPr id="83" name="靖飞在肝PPT47-2"/>
              <p:cNvSpPr/>
              <p:nvPr/>
            </p:nvSpPr>
            <p:spPr>
              <a:xfrm>
                <a:off x="5508977" y="2819400"/>
                <a:ext cx="451555" cy="451555"/>
              </a:xfrm>
              <a:custGeom>
                <a:avLst/>
                <a:gdLst>
                  <a:gd name="connsiteX0" fmla="*/ 0 w 451555"/>
                  <a:gd name="connsiteY0" fmla="*/ 45156 h 451555"/>
                  <a:gd name="connsiteX1" fmla="*/ 45156 w 451555"/>
                  <a:gd name="connsiteY1" fmla="*/ 0 h 451555"/>
                  <a:gd name="connsiteX2" fmla="*/ 406400 w 451555"/>
                  <a:gd name="connsiteY2" fmla="*/ 0 h 451555"/>
                  <a:gd name="connsiteX3" fmla="*/ 451555 w 451555"/>
                  <a:gd name="connsiteY3" fmla="*/ 45156 h 451555"/>
                  <a:gd name="connsiteX4" fmla="*/ 451555 w 451555"/>
                  <a:gd name="connsiteY4" fmla="*/ 406400 h 451555"/>
                  <a:gd name="connsiteX5" fmla="*/ 406400 w 451555"/>
                  <a:gd name="connsiteY5" fmla="*/ 451555 h 451555"/>
                  <a:gd name="connsiteX6" fmla="*/ 45156 w 451555"/>
                  <a:gd name="connsiteY6" fmla="*/ 451555 h 451555"/>
                  <a:gd name="connsiteX7" fmla="*/ 0 w 451555"/>
                  <a:gd name="connsiteY7" fmla="*/ 406400 h 451555"/>
                  <a:gd name="connsiteX8" fmla="*/ 0 w 451555"/>
                  <a:gd name="connsiteY8" fmla="*/ 45156 h 451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1555" h="451555">
                    <a:moveTo>
                      <a:pt x="0" y="45156"/>
                    </a:moveTo>
                    <a:cubicBezTo>
                      <a:pt x="0" y="20217"/>
                      <a:pt x="20217" y="0"/>
                      <a:pt x="45156" y="0"/>
                    </a:cubicBezTo>
                    <a:lnTo>
                      <a:pt x="406400" y="0"/>
                    </a:lnTo>
                    <a:cubicBezTo>
                      <a:pt x="431339" y="0"/>
                      <a:pt x="451555" y="20217"/>
                      <a:pt x="451555" y="45156"/>
                    </a:cubicBezTo>
                    <a:lnTo>
                      <a:pt x="451555" y="406400"/>
                    </a:lnTo>
                    <a:cubicBezTo>
                      <a:pt x="451555" y="431339"/>
                      <a:pt x="431339" y="451555"/>
                      <a:pt x="406400" y="451555"/>
                    </a:cubicBezTo>
                    <a:lnTo>
                      <a:pt x="45156" y="451555"/>
                    </a:lnTo>
                    <a:cubicBezTo>
                      <a:pt x="20217" y="451555"/>
                      <a:pt x="0" y="431339"/>
                      <a:pt x="0" y="406400"/>
                    </a:cubicBezTo>
                    <a:lnTo>
                      <a:pt x="0" y="45156"/>
                    </a:lnTo>
                    <a:close/>
                  </a:path>
                </a:pathLst>
              </a:custGeom>
              <a:grpFill/>
              <a:ln w="4763" cap="flat">
                <a:noFill/>
                <a:prstDash val="solid"/>
                <a:miter/>
              </a:ln>
            </p:spPr>
            <p:txBody>
              <a:bodyPr rtlCol="0" anchor="ctr"/>
              <a:lstStyle/>
              <a:p>
                <a:endParaRPr lang="zh-CN" altLang="en-US" sz="1600" b="1">
                  <a:latin typeface="+mn-ea"/>
                  <a:cs typeface="OPPOSans M" panose="00020600040101010101" pitchFamily="18" charset="-122"/>
                </a:endParaRPr>
              </a:p>
            </p:txBody>
          </p:sp>
          <p:sp>
            <p:nvSpPr>
              <p:cNvPr id="85" name="靖飞在肝PPT47-3"/>
              <p:cNvSpPr/>
              <p:nvPr/>
            </p:nvSpPr>
            <p:spPr>
              <a:xfrm>
                <a:off x="6141153" y="3496737"/>
                <a:ext cx="541867" cy="541862"/>
              </a:xfrm>
              <a:custGeom>
                <a:avLst/>
                <a:gdLst>
                  <a:gd name="connsiteX0" fmla="*/ 0 w 541867"/>
                  <a:gd name="connsiteY0" fmla="*/ 43348 h 541862"/>
                  <a:gd name="connsiteX1" fmla="*/ 43353 w 541867"/>
                  <a:gd name="connsiteY1" fmla="*/ 0 h 541862"/>
                  <a:gd name="connsiteX2" fmla="*/ 498519 w 541867"/>
                  <a:gd name="connsiteY2" fmla="*/ 0 h 541862"/>
                  <a:gd name="connsiteX3" fmla="*/ 541868 w 541867"/>
                  <a:gd name="connsiteY3" fmla="*/ 43348 h 541862"/>
                  <a:gd name="connsiteX4" fmla="*/ 541868 w 541867"/>
                  <a:gd name="connsiteY4" fmla="*/ 498515 h 541862"/>
                  <a:gd name="connsiteX5" fmla="*/ 498519 w 541867"/>
                  <a:gd name="connsiteY5" fmla="*/ 541863 h 541862"/>
                  <a:gd name="connsiteX6" fmla="*/ 43353 w 541867"/>
                  <a:gd name="connsiteY6" fmla="*/ 541863 h 541862"/>
                  <a:gd name="connsiteX7" fmla="*/ 0 w 541867"/>
                  <a:gd name="connsiteY7" fmla="*/ 498515 h 541862"/>
                  <a:gd name="connsiteX8" fmla="*/ 0 w 541867"/>
                  <a:gd name="connsiteY8" fmla="*/ 43348 h 5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867" h="541862">
                    <a:moveTo>
                      <a:pt x="0" y="43348"/>
                    </a:moveTo>
                    <a:cubicBezTo>
                      <a:pt x="0" y="19402"/>
                      <a:pt x="19407" y="0"/>
                      <a:pt x="43353" y="0"/>
                    </a:cubicBezTo>
                    <a:lnTo>
                      <a:pt x="498519" y="0"/>
                    </a:lnTo>
                    <a:cubicBezTo>
                      <a:pt x="522465" y="0"/>
                      <a:pt x="541868" y="19402"/>
                      <a:pt x="541868" y="43348"/>
                    </a:cubicBezTo>
                    <a:lnTo>
                      <a:pt x="541868" y="498515"/>
                    </a:lnTo>
                    <a:cubicBezTo>
                      <a:pt x="541868" y="522460"/>
                      <a:pt x="522465" y="541863"/>
                      <a:pt x="498519" y="541863"/>
                    </a:cubicBezTo>
                    <a:lnTo>
                      <a:pt x="43353" y="541863"/>
                    </a:lnTo>
                    <a:cubicBezTo>
                      <a:pt x="19407" y="541863"/>
                      <a:pt x="0" y="522460"/>
                      <a:pt x="0" y="498515"/>
                    </a:cubicBezTo>
                    <a:lnTo>
                      <a:pt x="0" y="43348"/>
                    </a:lnTo>
                    <a:close/>
                  </a:path>
                </a:pathLst>
              </a:custGeom>
              <a:grpFill/>
              <a:ln w="4763" cap="flat">
                <a:noFill/>
                <a:prstDash val="solid"/>
                <a:miter/>
              </a:ln>
            </p:spPr>
            <p:txBody>
              <a:bodyPr rtlCol="0" anchor="ctr"/>
              <a:lstStyle/>
              <a:p>
                <a:endParaRPr lang="zh-CN" altLang="en-US" sz="1600" b="1">
                  <a:latin typeface="+mn-ea"/>
                  <a:cs typeface="OPPOSans M" panose="00020600040101010101" pitchFamily="18" charset="-122"/>
                </a:endParaRPr>
              </a:p>
            </p:txBody>
          </p:sp>
          <p:sp>
            <p:nvSpPr>
              <p:cNvPr id="86" name="靖飞在肝PPT47-4"/>
              <p:cNvSpPr/>
              <p:nvPr/>
            </p:nvSpPr>
            <p:spPr>
              <a:xfrm>
                <a:off x="5543575" y="3358717"/>
                <a:ext cx="201744" cy="183172"/>
              </a:xfrm>
              <a:custGeom>
                <a:avLst/>
                <a:gdLst>
                  <a:gd name="connsiteX0" fmla="*/ 139589 w 201744"/>
                  <a:gd name="connsiteY0" fmla="*/ 21929 h 183172"/>
                  <a:gd name="connsiteX1" fmla="*/ 195303 w 201744"/>
                  <a:gd name="connsiteY1" fmla="*/ 114783 h 183172"/>
                  <a:gd name="connsiteX2" fmla="*/ 179814 w 201744"/>
                  <a:gd name="connsiteY2" fmla="*/ 176739 h 183172"/>
                  <a:gd name="connsiteX3" fmla="*/ 156582 w 201744"/>
                  <a:gd name="connsiteY3" fmla="*/ 183173 h 183172"/>
                  <a:gd name="connsiteX4" fmla="*/ 45155 w 201744"/>
                  <a:gd name="connsiteY4" fmla="*/ 183173 h 183172"/>
                  <a:gd name="connsiteX5" fmla="*/ 0 w 201744"/>
                  <a:gd name="connsiteY5" fmla="*/ 138015 h 183172"/>
                  <a:gd name="connsiteX6" fmla="*/ 6435 w 201744"/>
                  <a:gd name="connsiteY6" fmla="*/ 114783 h 183172"/>
                  <a:gd name="connsiteX7" fmla="*/ 62148 w 201744"/>
                  <a:gd name="connsiteY7" fmla="*/ 21929 h 183172"/>
                  <a:gd name="connsiteX8" fmla="*/ 124101 w 201744"/>
                  <a:gd name="connsiteY8" fmla="*/ 6441 h 183172"/>
                  <a:gd name="connsiteX9" fmla="*/ 139589 w 201744"/>
                  <a:gd name="connsiteY9" fmla="*/ 21929 h 18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44" h="183172">
                    <a:moveTo>
                      <a:pt x="139589" y="21929"/>
                    </a:moveTo>
                    <a:lnTo>
                      <a:pt x="195303" y="114783"/>
                    </a:lnTo>
                    <a:cubicBezTo>
                      <a:pt x="208134" y="136172"/>
                      <a:pt x="201199" y="163909"/>
                      <a:pt x="179814" y="176739"/>
                    </a:cubicBezTo>
                    <a:cubicBezTo>
                      <a:pt x="172796" y="180949"/>
                      <a:pt x="164766" y="183173"/>
                      <a:pt x="156582" y="183173"/>
                    </a:cubicBezTo>
                    <a:lnTo>
                      <a:pt x="45155" y="183173"/>
                    </a:lnTo>
                    <a:cubicBezTo>
                      <a:pt x="20217" y="183173"/>
                      <a:pt x="0" y="162951"/>
                      <a:pt x="0" y="138015"/>
                    </a:cubicBezTo>
                    <a:cubicBezTo>
                      <a:pt x="0" y="129833"/>
                      <a:pt x="2224" y="121799"/>
                      <a:pt x="6435" y="114783"/>
                    </a:cubicBezTo>
                    <a:lnTo>
                      <a:pt x="62148" y="21929"/>
                    </a:lnTo>
                    <a:cubicBezTo>
                      <a:pt x="74979" y="545"/>
                      <a:pt x="102716" y="-6389"/>
                      <a:pt x="124101" y="6441"/>
                    </a:cubicBezTo>
                    <a:cubicBezTo>
                      <a:pt x="130457" y="10256"/>
                      <a:pt x="135776" y="15571"/>
                      <a:pt x="139589" y="21929"/>
                    </a:cubicBezTo>
                    <a:close/>
                  </a:path>
                </a:pathLst>
              </a:custGeom>
              <a:grpFill/>
              <a:ln w="4763" cap="flat">
                <a:noFill/>
                <a:prstDash val="solid"/>
                <a:miter/>
              </a:ln>
            </p:spPr>
            <p:txBody>
              <a:bodyPr rtlCol="0" anchor="ctr"/>
              <a:lstStyle/>
              <a:p>
                <a:endParaRPr lang="zh-CN" altLang="en-US" sz="1600" b="1">
                  <a:latin typeface="+mn-ea"/>
                  <a:cs typeface="OPPOSans M" panose="00020600040101010101" pitchFamily="18" charset="-122"/>
                </a:endParaRPr>
              </a:p>
            </p:txBody>
          </p:sp>
          <p:sp>
            <p:nvSpPr>
              <p:cNvPr id="87" name="靖飞在肝PPT47-5"/>
              <p:cNvSpPr/>
              <p:nvPr/>
            </p:nvSpPr>
            <p:spPr>
              <a:xfrm>
                <a:off x="6356380" y="3270950"/>
                <a:ext cx="201740" cy="183173"/>
              </a:xfrm>
              <a:custGeom>
                <a:avLst/>
                <a:gdLst>
                  <a:gd name="connsiteX0" fmla="*/ 139584 w 201740"/>
                  <a:gd name="connsiteY0" fmla="*/ 161245 h 183173"/>
                  <a:gd name="connsiteX1" fmla="*/ 195296 w 201740"/>
                  <a:gd name="connsiteY1" fmla="*/ 68386 h 183173"/>
                  <a:gd name="connsiteX2" fmla="*/ 179808 w 201740"/>
                  <a:gd name="connsiteY2" fmla="*/ 6435 h 183173"/>
                  <a:gd name="connsiteX3" fmla="*/ 156577 w 201740"/>
                  <a:gd name="connsiteY3" fmla="*/ 0 h 183173"/>
                  <a:gd name="connsiteX4" fmla="*/ 45153 w 201740"/>
                  <a:gd name="connsiteY4" fmla="*/ 0 h 183173"/>
                  <a:gd name="connsiteX5" fmla="*/ 0 w 201740"/>
                  <a:gd name="connsiteY5" fmla="*/ 45154 h 183173"/>
                  <a:gd name="connsiteX6" fmla="*/ 6434 w 201740"/>
                  <a:gd name="connsiteY6" fmla="*/ 68386 h 183173"/>
                  <a:gd name="connsiteX7" fmla="*/ 62146 w 201740"/>
                  <a:gd name="connsiteY7" fmla="*/ 161245 h 183173"/>
                  <a:gd name="connsiteX8" fmla="*/ 124096 w 201740"/>
                  <a:gd name="connsiteY8" fmla="*/ 176733 h 183173"/>
                  <a:gd name="connsiteX9" fmla="*/ 139584 w 201740"/>
                  <a:gd name="connsiteY9" fmla="*/ 161245 h 183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40" h="183173">
                    <a:moveTo>
                      <a:pt x="139584" y="161245"/>
                    </a:moveTo>
                    <a:lnTo>
                      <a:pt x="195296" y="68386"/>
                    </a:lnTo>
                    <a:cubicBezTo>
                      <a:pt x="208131" y="47002"/>
                      <a:pt x="201197" y="19264"/>
                      <a:pt x="179808" y="6435"/>
                    </a:cubicBezTo>
                    <a:cubicBezTo>
                      <a:pt x="172793" y="2224"/>
                      <a:pt x="164759" y="0"/>
                      <a:pt x="156577" y="0"/>
                    </a:cubicBezTo>
                    <a:lnTo>
                      <a:pt x="45153" y="0"/>
                    </a:lnTo>
                    <a:cubicBezTo>
                      <a:pt x="20212" y="0"/>
                      <a:pt x="0" y="20218"/>
                      <a:pt x="0" y="45154"/>
                    </a:cubicBezTo>
                    <a:cubicBezTo>
                      <a:pt x="0" y="53341"/>
                      <a:pt x="2224" y="61371"/>
                      <a:pt x="6434" y="68386"/>
                    </a:cubicBezTo>
                    <a:lnTo>
                      <a:pt x="62146" y="161245"/>
                    </a:lnTo>
                    <a:cubicBezTo>
                      <a:pt x="74976" y="182629"/>
                      <a:pt x="102713" y="189563"/>
                      <a:pt x="124096" y="176733"/>
                    </a:cubicBezTo>
                    <a:cubicBezTo>
                      <a:pt x="130454" y="172918"/>
                      <a:pt x="135769" y="167598"/>
                      <a:pt x="139584" y="161245"/>
                    </a:cubicBezTo>
                    <a:close/>
                  </a:path>
                </a:pathLst>
              </a:custGeom>
              <a:grpFill/>
              <a:ln w="4763" cap="flat">
                <a:noFill/>
                <a:prstDash val="solid"/>
                <a:miter/>
              </a:ln>
            </p:spPr>
            <p:txBody>
              <a:bodyPr rtlCol="0" anchor="ctr"/>
              <a:lstStyle/>
              <a:p>
                <a:endParaRPr lang="zh-CN" altLang="en-US" sz="1600" b="1">
                  <a:latin typeface="+mn-ea"/>
                  <a:cs typeface="OPPOSans M" panose="00020600040101010101" pitchFamily="18" charset="-122"/>
                </a:endParaRPr>
              </a:p>
            </p:txBody>
          </p:sp>
        </p:grpSp>
        <p:sp>
          <p:nvSpPr>
            <p:cNvPr id="93" name="靖飞在肝PPT52"/>
            <p:cNvSpPr/>
            <p:nvPr/>
          </p:nvSpPr>
          <p:spPr>
            <a:xfrm>
              <a:off x="14510" y="4566"/>
              <a:ext cx="0" cy="372"/>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b="1">
                <a:latin typeface="+mn-ea"/>
                <a:cs typeface="OPPOSans M" panose="00020600040101010101" pitchFamily="18" charset="-122"/>
              </a:endParaRPr>
            </a:p>
          </p:txBody>
        </p:sp>
        <p:sp>
          <p:nvSpPr>
            <p:cNvPr id="98" name="靖飞在肝PPT17"/>
            <p:cNvSpPr/>
            <p:nvPr/>
          </p:nvSpPr>
          <p:spPr>
            <a:xfrm>
              <a:off x="3410" y="7025"/>
              <a:ext cx="6818" cy="720"/>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mn-ea"/>
                  <a:cs typeface="OPPOSans M" panose="00020600040101010101" pitchFamily="18" charset="-122"/>
                </a:rPr>
                <a:t>企业能力</a:t>
              </a:r>
              <a:endParaRPr lang="zh-CN" altLang="en-US" sz="1600" b="1">
                <a:solidFill>
                  <a:schemeClr val="tx1"/>
                </a:solidFill>
                <a:latin typeface="+mn-ea"/>
                <a:cs typeface="OPPOSans M" panose="00020600040101010101" pitchFamily="18" charset="-122"/>
              </a:endParaRPr>
            </a:p>
          </p:txBody>
        </p:sp>
        <p:sp>
          <p:nvSpPr>
            <p:cNvPr id="99" name="靖飞在肝PPT17"/>
            <p:cNvSpPr/>
            <p:nvPr/>
          </p:nvSpPr>
          <p:spPr>
            <a:xfrm>
              <a:off x="10869" y="7046"/>
              <a:ext cx="6818" cy="700"/>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mn-ea"/>
                  <a:cs typeface="OPPOSans M" panose="00020600040101010101" pitchFamily="18" charset="-122"/>
                </a:rPr>
                <a:t>资源投入</a:t>
              </a:r>
              <a:endParaRPr lang="zh-CN" altLang="en-US" sz="1600" b="1">
                <a:solidFill>
                  <a:schemeClr val="tx1"/>
                </a:solidFill>
                <a:latin typeface="+mn-ea"/>
                <a:cs typeface="OPPOSans M" panose="00020600040101010101" pitchFamily="18" charset="-122"/>
              </a:endParaRPr>
            </a:p>
          </p:txBody>
        </p:sp>
      </p:grpSp>
      <p:grpSp>
        <p:nvGrpSpPr>
          <p:cNvPr id="3" name="组合 2"/>
          <p:cNvGrpSpPr/>
          <p:nvPr/>
        </p:nvGrpSpPr>
        <p:grpSpPr>
          <a:xfrm>
            <a:off x="626745" y="1858645"/>
            <a:ext cx="321945" cy="4445635"/>
            <a:chOff x="1003" y="2980"/>
            <a:chExt cx="2169" cy="7001"/>
          </a:xfrm>
        </p:grpSpPr>
        <p:sp>
          <p:nvSpPr>
            <p:cNvPr id="22" name="靖飞在肝PPT3"/>
            <p:cNvSpPr/>
            <p:nvPr/>
          </p:nvSpPr>
          <p:spPr>
            <a:xfrm>
              <a:off x="1044" y="4253"/>
              <a:ext cx="2128" cy="1072"/>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latin typeface="+mn-ea"/>
                  <a:cs typeface="OPPOSans M" panose="00020600040101010101" pitchFamily="18" charset="-122"/>
                </a:rPr>
                <a:t>维度</a:t>
              </a:r>
              <a:endParaRPr lang="zh-CN" altLang="en-US" sz="1600" b="1">
                <a:latin typeface="+mn-ea"/>
                <a:cs typeface="OPPOSans M" panose="00020600040101010101" pitchFamily="18" charset="-122"/>
              </a:endParaRPr>
            </a:p>
          </p:txBody>
        </p:sp>
        <p:sp>
          <p:nvSpPr>
            <p:cNvPr id="52" name="靖飞在肝PPT23"/>
            <p:cNvSpPr/>
            <p:nvPr/>
          </p:nvSpPr>
          <p:spPr>
            <a:xfrm>
              <a:off x="1044" y="5520"/>
              <a:ext cx="2128" cy="1385"/>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latin typeface="+mn-ea"/>
                  <a:cs typeface="OPPOSans M" panose="00020600040101010101" pitchFamily="18" charset="-122"/>
                </a:rPr>
                <a:t>要求</a:t>
              </a:r>
              <a:endParaRPr lang="zh-CN" altLang="en-US" sz="1600" b="1">
                <a:latin typeface="+mn-ea"/>
                <a:cs typeface="OPPOSans M" panose="00020600040101010101" pitchFamily="18" charset="-122"/>
              </a:endParaRPr>
            </a:p>
          </p:txBody>
        </p:sp>
        <p:sp>
          <p:nvSpPr>
            <p:cNvPr id="61" name="靖飞在肝PPT32"/>
            <p:cNvSpPr/>
            <p:nvPr/>
          </p:nvSpPr>
          <p:spPr>
            <a:xfrm>
              <a:off x="1003" y="7732"/>
              <a:ext cx="2164" cy="2249"/>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latin typeface="+mn-ea"/>
                  <a:cs typeface="OPPOSans M" panose="00020600040101010101" pitchFamily="18" charset="-122"/>
                </a:rPr>
                <a:t>内容</a:t>
              </a:r>
              <a:endParaRPr lang="zh-CN" altLang="en-US" sz="1600" b="1">
                <a:latin typeface="+mn-ea"/>
                <a:cs typeface="OPPOSans M" panose="00020600040101010101" pitchFamily="18" charset="-122"/>
              </a:endParaRPr>
            </a:p>
          </p:txBody>
        </p:sp>
        <p:grpSp>
          <p:nvGrpSpPr>
            <p:cNvPr id="70" name="靖飞在肝PPT41"/>
            <p:cNvGrpSpPr/>
            <p:nvPr/>
          </p:nvGrpSpPr>
          <p:grpSpPr>
            <a:xfrm rot="0">
              <a:off x="1044" y="3264"/>
              <a:ext cx="2128" cy="901"/>
              <a:chOff x="563648" y="1702349"/>
              <a:chExt cx="1370927" cy="784921"/>
            </a:xfrm>
          </p:grpSpPr>
          <p:sp>
            <p:nvSpPr>
              <p:cNvPr id="71" name="靖飞在肝PPT41-1"/>
              <p:cNvSpPr/>
              <p:nvPr/>
            </p:nvSpPr>
            <p:spPr>
              <a:xfrm>
                <a:off x="563648" y="1702349"/>
                <a:ext cx="1370927" cy="778822"/>
              </a:xfrm>
              <a:prstGeom prst="downArrow">
                <a:avLst>
                  <a:gd name="adj1" fmla="val 100000"/>
                  <a:gd name="adj2"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n-ea"/>
                  <a:cs typeface="OPPOSans M" panose="00020600040101010101" pitchFamily="18" charset="-122"/>
                </a:endParaRPr>
              </a:p>
            </p:txBody>
          </p:sp>
          <p:sp>
            <p:nvSpPr>
              <p:cNvPr id="72" name="靖飞在肝PPT41-2"/>
              <p:cNvSpPr/>
              <p:nvPr/>
            </p:nvSpPr>
            <p:spPr>
              <a:xfrm>
                <a:off x="682569" y="1702349"/>
                <a:ext cx="1131749" cy="691706"/>
              </a:xfrm>
              <a:prstGeom prst="downArrow">
                <a:avLst>
                  <a:gd name="adj1" fmla="val 100000"/>
                  <a:gd name="adj2" fmla="val 50000"/>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n-ea"/>
                  <a:cs typeface="OPPOSans M" panose="00020600040101010101" pitchFamily="18" charset="-122"/>
                </a:endParaRPr>
              </a:p>
            </p:txBody>
          </p:sp>
          <p:sp>
            <p:nvSpPr>
              <p:cNvPr id="73" name="靖飞在肝PPT41-3"/>
              <p:cNvSpPr/>
              <p:nvPr/>
            </p:nvSpPr>
            <p:spPr>
              <a:xfrm>
                <a:off x="911056" y="1702349"/>
                <a:ext cx="677446" cy="784921"/>
              </a:xfrm>
              <a:prstGeom prst="downArrow">
                <a:avLst>
                  <a:gd name="adj1" fmla="val 100000"/>
                  <a:gd name="adj2"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n-ea"/>
                  <a:cs typeface="OPPOSans M" panose="00020600040101010101" pitchFamily="18" charset="-122"/>
                </a:endParaRPr>
              </a:p>
            </p:txBody>
          </p:sp>
          <p:sp>
            <p:nvSpPr>
              <p:cNvPr id="74" name="靖飞在肝PPT41-4"/>
              <p:cNvSpPr txBox="1"/>
              <p:nvPr/>
            </p:nvSpPr>
            <p:spPr>
              <a:xfrm>
                <a:off x="723821" y="1768424"/>
                <a:ext cx="1041869" cy="462589"/>
              </a:xfrm>
              <a:prstGeom prst="rect">
                <a:avLst/>
              </a:prstGeom>
              <a:noFill/>
            </p:spPr>
            <p:txBody>
              <a:bodyPr vert="horz" wrap="square">
                <a:spAutoFit/>
              </a:bodyPr>
              <a:lstStyle/>
              <a:p>
                <a:pPr algn="dist"/>
                <a:endParaRPr lang="zh-CN" altLang="en-US" sz="1600" b="1">
                  <a:latin typeface="+mn-ea"/>
                  <a:cs typeface="OPPOSans M" panose="00020600040101010101" pitchFamily="18" charset="-122"/>
                </a:endParaRPr>
              </a:p>
            </p:txBody>
          </p:sp>
        </p:grpSp>
        <p:sp>
          <p:nvSpPr>
            <p:cNvPr id="75" name="靖飞在肝PPT42"/>
            <p:cNvSpPr/>
            <p:nvPr/>
          </p:nvSpPr>
          <p:spPr>
            <a:xfrm>
              <a:off x="1040" y="2980"/>
              <a:ext cx="2127" cy="24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latin typeface="+mn-ea"/>
                <a:cs typeface="OPPOSans M" panose="00020600040101010101" pitchFamily="18" charset="-122"/>
              </a:endParaRPr>
            </a:p>
          </p:txBody>
        </p:sp>
        <p:sp>
          <p:nvSpPr>
            <p:cNvPr id="100" name="上箭头 99"/>
            <p:cNvSpPr/>
            <p:nvPr/>
          </p:nvSpPr>
          <p:spPr>
            <a:xfrm>
              <a:off x="1308" y="7062"/>
              <a:ext cx="1328" cy="576"/>
            </a:xfrm>
            <a:prstGeom prs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000" b="1" dirty="0">
                <a:latin typeface="微软雅黑" panose="020B0503020204020204" pitchFamily="34" charset="-122"/>
                <a:ea typeface="微软雅黑" panose="020B0503020204020204" pitchFamily="34" charset="-122"/>
              </a:endParaRPr>
            </a:p>
          </p:txBody>
        </p:sp>
      </p:grpSp>
      <p:sp>
        <p:nvSpPr>
          <p:cNvPr id="69" name="靖飞在肝PPT6-1"/>
          <p:cNvSpPr txBox="1"/>
          <p:nvPr/>
        </p:nvSpPr>
        <p:spPr>
          <a:xfrm>
            <a:off x="9049385" y="1395095"/>
            <a:ext cx="2717800" cy="306705"/>
          </a:xfrm>
          <a:prstGeom prst="rect">
            <a:avLst/>
          </a:prstGeom>
          <a:solidFill>
            <a:srgbClr val="FFC000"/>
          </a:solidFill>
        </p:spPr>
        <p:txBody>
          <a:bodyPr wrap="square">
            <a:spAutoFit/>
          </a:bodyPr>
          <a:lstStyle/>
          <a:p>
            <a:pPr algn="ctr"/>
            <a:r>
              <a:rPr lang="en-US" sz="1400" b="1" dirty="0">
                <a:solidFill>
                  <a:schemeClr val="bg1"/>
                </a:solidFill>
                <a:latin typeface="微软雅黑" panose="020B0503020204020204" pitchFamily="34" charset="-122"/>
                <a:ea typeface="微软雅黑" panose="020B0503020204020204" pitchFamily="34" charset="-122"/>
                <a:cs typeface="MiSans" pitchFamily="34" charset="-120"/>
                <a:sym typeface="+mn-ea"/>
              </a:rPr>
              <a:t>案例：陕煤集团煤炭智能化转型</a:t>
            </a:r>
            <a:endParaRPr lang="en-US" altLang="zh-CN" sz="1400" b="1" dirty="0">
              <a:solidFill>
                <a:schemeClr val="bg1"/>
              </a:solidFill>
              <a:latin typeface="微软雅黑" panose="020B0503020204020204" pitchFamily="34" charset="-122"/>
              <a:ea typeface="微软雅黑" panose="020B0503020204020204" pitchFamily="34" charset="-122"/>
              <a:cs typeface="MiSans" pitchFamily="34" charset="-120"/>
              <a:sym typeface="+mn-ea"/>
            </a:endParaRPr>
          </a:p>
        </p:txBody>
      </p:sp>
      <p:sp>
        <p:nvSpPr>
          <p:cNvPr id="19" name="右箭头 18"/>
          <p:cNvSpPr/>
          <p:nvPr/>
        </p:nvSpPr>
        <p:spPr>
          <a:xfrm>
            <a:off x="3950335" y="6074410"/>
            <a:ext cx="434975" cy="163195"/>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20" name="右箭头 19"/>
          <p:cNvSpPr/>
          <p:nvPr/>
        </p:nvSpPr>
        <p:spPr>
          <a:xfrm>
            <a:off x="5300345" y="6074410"/>
            <a:ext cx="434975" cy="163195"/>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grpSp>
        <p:nvGrpSpPr>
          <p:cNvPr id="21" name="组合 20"/>
          <p:cNvGrpSpPr/>
          <p:nvPr/>
        </p:nvGrpSpPr>
        <p:grpSpPr>
          <a:xfrm>
            <a:off x="9050020" y="1891030"/>
            <a:ext cx="2813685" cy="4314190"/>
            <a:chOff x="392" y="3659"/>
            <a:chExt cx="6687" cy="5845"/>
          </a:xfrm>
        </p:grpSpPr>
        <p:grpSp>
          <p:nvGrpSpPr>
            <p:cNvPr id="204" name="靖飞在肝PPT25"/>
            <p:cNvGrpSpPr/>
            <p:nvPr/>
          </p:nvGrpSpPr>
          <p:grpSpPr>
            <a:xfrm>
              <a:off x="392" y="7824"/>
              <a:ext cx="6406" cy="1680"/>
              <a:chOff x="2028322" y="5154442"/>
              <a:chExt cx="4067678" cy="1066800"/>
            </a:xfrm>
          </p:grpSpPr>
          <p:sp>
            <p:nvSpPr>
              <p:cNvPr id="207" name="靖飞在肝PPT25-1"/>
              <p:cNvSpPr/>
              <p:nvPr/>
            </p:nvSpPr>
            <p:spPr>
              <a:xfrm>
                <a:off x="2028322" y="5154442"/>
                <a:ext cx="4067678" cy="106680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sp>
            <p:nvSpPr>
              <p:cNvPr id="208" name="靖飞在肝PPT25-2"/>
              <p:cNvSpPr/>
              <p:nvPr/>
            </p:nvSpPr>
            <p:spPr>
              <a:xfrm>
                <a:off x="2028322" y="5154442"/>
                <a:ext cx="300223" cy="1066800"/>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sp>
            <p:nvSpPr>
              <p:cNvPr id="209" name="靖飞在肝PPT25-3"/>
              <p:cNvSpPr/>
              <p:nvPr/>
            </p:nvSpPr>
            <p:spPr>
              <a:xfrm>
                <a:off x="2104138" y="5613547"/>
                <a:ext cx="148590" cy="148590"/>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grpSp>
        <p:sp>
          <p:nvSpPr>
            <p:cNvPr id="205" name="靖飞在肝PPT26"/>
            <p:cNvSpPr txBox="1"/>
            <p:nvPr/>
          </p:nvSpPr>
          <p:spPr>
            <a:xfrm>
              <a:off x="865" y="7823"/>
              <a:ext cx="5927" cy="499"/>
            </a:xfrm>
            <a:prstGeom prst="rect">
              <a:avLst/>
            </a:prstGeom>
            <a:noFill/>
          </p:spPr>
          <p:txBody>
            <a:bodyPr wrap="square">
              <a:spAutoFit/>
            </a:bodyPr>
            <a:lstStyle/>
            <a:p>
              <a:pPr algn="ctr"/>
              <a:r>
                <a:rPr lang="zh-CN" altLang="en-US" b="1">
                  <a:solidFill>
                    <a:schemeClr val="accent1"/>
                  </a:solidFill>
                  <a:latin typeface="+mn-ea"/>
                  <a:cs typeface="OPPOSans M" panose="00020600040101010101" pitchFamily="18" charset="-122"/>
                </a:rPr>
                <a:t>技术</a:t>
              </a:r>
              <a:endParaRPr lang="zh-CN" altLang="en-US" b="1">
                <a:solidFill>
                  <a:schemeClr val="accent1"/>
                </a:solidFill>
                <a:latin typeface="+mn-ea"/>
                <a:cs typeface="OPPOSans M" panose="00020600040101010101" pitchFamily="18" charset="-122"/>
              </a:endParaRPr>
            </a:p>
          </p:txBody>
        </p:sp>
        <p:sp>
          <p:nvSpPr>
            <p:cNvPr id="206" name="靖飞在肝PPT27"/>
            <p:cNvSpPr txBox="1"/>
            <p:nvPr/>
          </p:nvSpPr>
          <p:spPr>
            <a:xfrm>
              <a:off x="872" y="8322"/>
              <a:ext cx="5929" cy="947"/>
            </a:xfrm>
            <a:prstGeom prst="rect">
              <a:avLst/>
            </a:prstGeom>
            <a:noFill/>
          </p:spPr>
          <p:txBody>
            <a:bodyPr wrap="square">
              <a:spAutoFit/>
            </a:bodyPr>
            <a:lstStyle/>
            <a:p>
              <a:pPr algn="l">
                <a:lnSpc>
                  <a:spcPct val="110000"/>
                </a:lnSpc>
              </a:pPr>
              <a:r>
                <a:rPr lang="en-US" sz="1200" b="1" dirty="0">
                  <a:solidFill>
                    <a:srgbClr val="FF0000"/>
                  </a:solidFill>
                  <a:latin typeface="微软雅黑" panose="020B0503020204020204" pitchFamily="34" charset="-122"/>
                  <a:ea typeface="微软雅黑" panose="020B0503020204020204" pitchFamily="34" charset="-122"/>
                  <a:cs typeface="MiSans" pitchFamily="34" charset="-120"/>
                  <a:sym typeface="+mn-ea"/>
                </a:rPr>
                <a:t>攻克智能采掘、无人值守、智能巡检技术难点</a:t>
              </a:r>
              <a:r>
                <a:rPr lang="en-US" sz="1200" dirty="0">
                  <a:solidFill>
                    <a:srgbClr val="1A202C"/>
                  </a:solidFill>
                  <a:latin typeface="微软雅黑" panose="020B0503020204020204" pitchFamily="34" charset="-122"/>
                  <a:ea typeface="微软雅黑" panose="020B0503020204020204" pitchFamily="34" charset="-122"/>
                  <a:cs typeface="MiSans" pitchFamily="34" charset="-120"/>
                  <a:sym typeface="+mn-ea"/>
                </a:rPr>
                <a:t>，建立智能化开采标准体系</a:t>
              </a:r>
              <a:endParaRPr lang="zh-CN" altLang="en-US" sz="1200">
                <a:latin typeface="微软雅黑" panose="020B0503020204020204" pitchFamily="34" charset="-122"/>
                <a:ea typeface="微软雅黑" panose="020B0503020204020204" pitchFamily="34" charset="-122"/>
                <a:cs typeface="OPPOSans M" panose="00020600040101010101" pitchFamily="18" charset="-122"/>
              </a:endParaRPr>
            </a:p>
          </p:txBody>
        </p:sp>
        <p:grpSp>
          <p:nvGrpSpPr>
            <p:cNvPr id="211" name="靖飞在肝PPT28"/>
            <p:cNvGrpSpPr/>
            <p:nvPr/>
          </p:nvGrpSpPr>
          <p:grpSpPr>
            <a:xfrm>
              <a:off x="392" y="3659"/>
              <a:ext cx="6406" cy="1680"/>
              <a:chOff x="2028322" y="5154442"/>
              <a:chExt cx="4067678" cy="1066800"/>
            </a:xfrm>
          </p:grpSpPr>
          <p:sp>
            <p:nvSpPr>
              <p:cNvPr id="214" name="靖飞在肝PPT28-1"/>
              <p:cNvSpPr/>
              <p:nvPr/>
            </p:nvSpPr>
            <p:spPr>
              <a:xfrm>
                <a:off x="2028322" y="5154442"/>
                <a:ext cx="4067678" cy="106680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sp>
            <p:nvSpPr>
              <p:cNvPr id="215" name="靖飞在肝PPT28-2"/>
              <p:cNvSpPr/>
              <p:nvPr/>
            </p:nvSpPr>
            <p:spPr>
              <a:xfrm>
                <a:off x="2028322" y="5154442"/>
                <a:ext cx="300223" cy="1066800"/>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sp>
            <p:nvSpPr>
              <p:cNvPr id="216" name="靖飞在肝PPT28-3"/>
              <p:cNvSpPr/>
              <p:nvPr/>
            </p:nvSpPr>
            <p:spPr>
              <a:xfrm>
                <a:off x="2104138" y="5613547"/>
                <a:ext cx="148590" cy="148590"/>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grpSp>
        <p:sp>
          <p:nvSpPr>
            <p:cNvPr id="212" name="靖飞在肝PPT29"/>
            <p:cNvSpPr txBox="1"/>
            <p:nvPr/>
          </p:nvSpPr>
          <p:spPr>
            <a:xfrm>
              <a:off x="865" y="3659"/>
              <a:ext cx="5927" cy="499"/>
            </a:xfrm>
            <a:prstGeom prst="rect">
              <a:avLst/>
            </a:prstGeom>
            <a:noFill/>
          </p:spPr>
          <p:txBody>
            <a:bodyPr wrap="square">
              <a:spAutoFit/>
            </a:bodyPr>
            <a:lstStyle/>
            <a:p>
              <a:pPr algn="ctr"/>
              <a:r>
                <a:rPr lang="zh-CN" altLang="en-US" b="1">
                  <a:solidFill>
                    <a:schemeClr val="accent1"/>
                  </a:solidFill>
                  <a:latin typeface="+mn-ea"/>
                  <a:cs typeface="OPPOSans M" panose="00020600040101010101" pitchFamily="18" charset="-122"/>
                </a:rPr>
                <a:t>业务</a:t>
              </a:r>
              <a:endParaRPr lang="zh-CN" altLang="en-US" b="1">
                <a:solidFill>
                  <a:schemeClr val="accent1"/>
                </a:solidFill>
                <a:latin typeface="+mn-ea"/>
                <a:cs typeface="OPPOSans M" panose="00020600040101010101" pitchFamily="18" charset="-122"/>
              </a:endParaRPr>
            </a:p>
          </p:txBody>
        </p:sp>
        <p:sp>
          <p:nvSpPr>
            <p:cNvPr id="213" name="靖飞在肝PPT30"/>
            <p:cNvSpPr txBox="1"/>
            <p:nvPr/>
          </p:nvSpPr>
          <p:spPr>
            <a:xfrm>
              <a:off x="865" y="4158"/>
              <a:ext cx="6214" cy="1013"/>
            </a:xfrm>
            <a:prstGeom prst="rect">
              <a:avLst/>
            </a:prstGeom>
            <a:noFill/>
          </p:spPr>
          <p:txBody>
            <a:bodyPr wrap="square">
              <a:noAutofit/>
            </a:bodyPr>
            <a:lstStyle/>
            <a:p>
              <a:pPr algn="l">
                <a:lnSpc>
                  <a:spcPct val="120000"/>
                </a:lnSpc>
              </a:pPr>
              <a:r>
                <a:rPr lang="en-US" sz="12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聚焦煤炭开采主业</a:t>
              </a:r>
              <a:r>
                <a:rPr 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1200" dirty="0">
                  <a:solidFill>
                    <a:srgbClr val="1A202C"/>
                  </a:solidFill>
                  <a:latin typeface="微软雅黑" panose="020B0503020204020204" pitchFamily="34" charset="-122"/>
                  <a:ea typeface="微软雅黑" panose="020B0503020204020204" pitchFamily="34" charset="-122"/>
                  <a:cs typeface="微软雅黑" panose="020B0503020204020204" pitchFamily="34" charset="-122"/>
                  <a:sym typeface="+mn-ea"/>
                </a:rPr>
                <a:t>明确"系统智能化、智能系统化"目标，制定矿区安全生产业绩指标</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18" name="靖飞在肝PPT31"/>
            <p:cNvGrpSpPr/>
            <p:nvPr/>
          </p:nvGrpSpPr>
          <p:grpSpPr>
            <a:xfrm>
              <a:off x="392" y="5742"/>
              <a:ext cx="6406" cy="1680"/>
              <a:chOff x="2028322" y="5154442"/>
              <a:chExt cx="4067678" cy="1066800"/>
            </a:xfrm>
          </p:grpSpPr>
          <p:sp>
            <p:nvSpPr>
              <p:cNvPr id="221" name="靖飞在肝PPT31-1"/>
              <p:cNvSpPr/>
              <p:nvPr/>
            </p:nvSpPr>
            <p:spPr>
              <a:xfrm>
                <a:off x="2028322" y="5154442"/>
                <a:ext cx="4067678" cy="106680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cs typeface="OPPOSans M" panose="00020600040101010101" pitchFamily="18" charset="-122"/>
                </a:endParaRPr>
              </a:p>
            </p:txBody>
          </p:sp>
          <p:sp>
            <p:nvSpPr>
              <p:cNvPr id="222" name="靖飞在肝PPT31-2"/>
              <p:cNvSpPr/>
              <p:nvPr/>
            </p:nvSpPr>
            <p:spPr>
              <a:xfrm>
                <a:off x="2028322" y="5154442"/>
                <a:ext cx="300223" cy="1066800"/>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cs typeface="OPPOSans M" panose="00020600040101010101" pitchFamily="18" charset="-122"/>
                </a:endParaRPr>
              </a:p>
            </p:txBody>
          </p:sp>
          <p:sp>
            <p:nvSpPr>
              <p:cNvPr id="223" name="靖飞在肝PPT31-3"/>
              <p:cNvSpPr/>
              <p:nvPr/>
            </p:nvSpPr>
            <p:spPr>
              <a:xfrm>
                <a:off x="2104138" y="5613547"/>
                <a:ext cx="148590" cy="148590"/>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cs typeface="OPPOSans M" panose="00020600040101010101" pitchFamily="18" charset="-122"/>
                </a:endParaRPr>
              </a:p>
            </p:txBody>
          </p:sp>
        </p:grpSp>
        <p:sp>
          <p:nvSpPr>
            <p:cNvPr id="219" name="靖飞在肝PPT32"/>
            <p:cNvSpPr txBox="1"/>
            <p:nvPr/>
          </p:nvSpPr>
          <p:spPr>
            <a:xfrm>
              <a:off x="865" y="5742"/>
              <a:ext cx="5926" cy="499"/>
            </a:xfrm>
            <a:prstGeom prst="rect">
              <a:avLst/>
            </a:prstGeom>
            <a:noFill/>
          </p:spPr>
          <p:txBody>
            <a:bodyPr wrap="square">
              <a:spAutoFit/>
            </a:bodyPr>
            <a:lstStyle/>
            <a:p>
              <a:pPr algn="ctr"/>
              <a:r>
                <a:rPr lang="zh-CN" altLang="en-US" b="1">
                  <a:solidFill>
                    <a:schemeClr val="accent1"/>
                  </a:solidFill>
                  <a:latin typeface="+mn-ea"/>
                  <a:cs typeface="OPPOSans M" panose="00020600040101010101" pitchFamily="18" charset="-122"/>
                </a:rPr>
                <a:t>产品</a:t>
              </a:r>
              <a:endParaRPr lang="zh-CN" altLang="en-US" b="1">
                <a:solidFill>
                  <a:schemeClr val="accent1"/>
                </a:solidFill>
                <a:latin typeface="+mn-ea"/>
                <a:cs typeface="OPPOSans M" panose="00020600040101010101" pitchFamily="18" charset="-122"/>
              </a:endParaRPr>
            </a:p>
          </p:txBody>
        </p:sp>
        <p:sp>
          <p:nvSpPr>
            <p:cNvPr id="220" name="靖飞在肝PPT33"/>
            <p:cNvSpPr txBox="1"/>
            <p:nvPr/>
          </p:nvSpPr>
          <p:spPr>
            <a:xfrm>
              <a:off x="870" y="6241"/>
              <a:ext cx="5930" cy="1023"/>
            </a:xfrm>
            <a:prstGeom prst="rect">
              <a:avLst/>
            </a:prstGeom>
            <a:noFill/>
          </p:spPr>
          <p:txBody>
            <a:bodyPr wrap="square">
              <a:spAutoFit/>
            </a:bodyPr>
            <a:lstStyle/>
            <a:p>
              <a:pPr>
                <a:lnSpc>
                  <a:spcPct val="120000"/>
                </a:lnSpc>
                <a:spcBef>
                  <a:spcPts val="600"/>
                </a:spcBef>
              </a:pPr>
              <a:r>
                <a:rPr lang="en-US" sz="12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打造"5G智慧矿区"产品体系</a:t>
              </a:r>
              <a:r>
                <a:rPr lang="en-US" sz="1200" dirty="0">
                  <a:solidFill>
                    <a:srgbClr val="1A202C"/>
                  </a:solidFill>
                  <a:latin typeface="微软雅黑" panose="020B0503020204020204" pitchFamily="34" charset="-122"/>
                  <a:ea typeface="微软雅黑" panose="020B0503020204020204" pitchFamily="34" charset="-122"/>
                  <a:cs typeface="微软雅黑" panose="020B0503020204020204" pitchFamily="34" charset="-122"/>
                  <a:sym typeface="+mn-ea"/>
                </a:rPr>
                <a:t>，覆盖薄煤层、中厚煤层、厚煤层全场景智能化开采</a:t>
              </a:r>
              <a:endParaRPr lang="zh-CN" altLang="en-US" sz="1200" b="1">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五、国有企业科技创新规划步骤二：</a:t>
            </a:r>
            <a:r>
              <a:rPr lang="zh-CN" altLang="en-US"/>
              <a:t>以财务资源稳定投入和人力资源分阶段配置，为创新规划提供双保障</a:t>
            </a:r>
            <a:endParaRPr lang="zh-CN" altLang="en-US"/>
          </a:p>
        </p:txBody>
      </p:sp>
      <p:sp>
        <p:nvSpPr>
          <p:cNvPr id="3" name="文本占位符 2"/>
          <p:cNvSpPr>
            <a:spLocks noGrp="1"/>
          </p:cNvSpPr>
          <p:nvPr>
            <p:ph type="body" sz="quarter" idx="13"/>
          </p:nvPr>
        </p:nvSpPr>
        <p:spPr/>
        <p:txBody>
          <a:bodyPr/>
          <a:p>
            <a:r>
              <a:rPr lang="zh-CN" altLang="en-US"/>
              <a:t>国有企业科技创新规划投入主要体现在财务资源投入和人力资源投入两方面，二者共同满足创新规划要求</a:t>
            </a:r>
            <a:endParaRPr lang="zh-CN" altLang="en-US"/>
          </a:p>
        </p:txBody>
      </p:sp>
      <p:sp>
        <p:nvSpPr>
          <p:cNvPr id="7" name="灯片编号占位符 6"/>
          <p:cNvSpPr>
            <a:spLocks noGrp="1"/>
          </p:cNvSpPr>
          <p:nvPr>
            <p:ph type="sldNum" sz="quarter" idx="4"/>
          </p:nvPr>
        </p:nvSpPr>
        <p:spPr/>
        <p:txBody>
          <a:bodyPr/>
          <a:p>
            <a:fld id="{7F65B630-C7FF-41C0-9923-C5E5E29EED81}" type="slidenum">
              <a:rPr lang="en-US" altLang="zh-CN" smtClean="0"/>
            </a:fld>
            <a:endParaRPr lang="en-US" altLang="zh-CN" dirty="0"/>
          </a:p>
        </p:txBody>
      </p:sp>
      <p:grpSp>
        <p:nvGrpSpPr>
          <p:cNvPr id="12" name="组合 11"/>
          <p:cNvGrpSpPr/>
          <p:nvPr>
            <p:custDataLst>
              <p:tags r:id="rId1"/>
            </p:custDataLst>
          </p:nvPr>
        </p:nvGrpSpPr>
        <p:grpSpPr>
          <a:xfrm>
            <a:off x="771525" y="1687195"/>
            <a:ext cx="10614006" cy="4809997"/>
            <a:chOff x="1665" y="2170"/>
            <a:chExt cx="15833" cy="8066"/>
          </a:xfrm>
        </p:grpSpPr>
        <p:grpSp>
          <p:nvGrpSpPr>
            <p:cNvPr id="50" name="组合 49"/>
            <p:cNvGrpSpPr/>
            <p:nvPr>
              <p:custDataLst>
                <p:tags r:id="rId2"/>
              </p:custDataLst>
            </p:nvPr>
          </p:nvGrpSpPr>
          <p:grpSpPr>
            <a:xfrm>
              <a:off x="1665" y="2180"/>
              <a:ext cx="7507" cy="637"/>
              <a:chOff x="3653828" y="1115869"/>
              <a:chExt cx="4897612" cy="404688"/>
            </a:xfrm>
            <a:solidFill>
              <a:schemeClr val="bg1">
                <a:lumMod val="65000"/>
              </a:schemeClr>
            </a:solidFill>
          </p:grpSpPr>
          <p:sp>
            <p:nvSpPr>
              <p:cNvPr id="51" name="箭头: 五边形 91"/>
              <p:cNvSpPr/>
              <p:nvPr>
                <p:custDataLst>
                  <p:tags r:id="rId3"/>
                </p:custDataLst>
              </p:nvPr>
            </p:nvSpPr>
            <p:spPr>
              <a:xfrm>
                <a:off x="6096000" y="1115869"/>
                <a:ext cx="2455440" cy="404688"/>
              </a:xfrm>
              <a:prstGeom prst="homePlate">
                <a:avLst>
                  <a:gd name="adj" fmla="val 31171"/>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a typeface="+mj-ea"/>
                </a:endParaRPr>
              </a:p>
            </p:txBody>
          </p:sp>
          <p:sp>
            <p:nvSpPr>
              <p:cNvPr id="52" name="箭头: 五边形 92"/>
              <p:cNvSpPr/>
              <p:nvPr>
                <p:custDataLst>
                  <p:tags r:id="rId4"/>
                </p:custDataLst>
              </p:nvPr>
            </p:nvSpPr>
            <p:spPr>
              <a:xfrm flipH="1">
                <a:off x="3653828" y="1115869"/>
                <a:ext cx="2455440" cy="404688"/>
              </a:xfrm>
              <a:prstGeom prst="homePlate">
                <a:avLst>
                  <a:gd name="adj" fmla="val 31171"/>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a typeface="+mj-ea"/>
                </a:endParaRPr>
              </a:p>
            </p:txBody>
          </p:sp>
        </p:grpSp>
        <p:sp>
          <p:nvSpPr>
            <p:cNvPr id="11" name="矩形 10"/>
            <p:cNvSpPr/>
            <p:nvPr/>
          </p:nvSpPr>
          <p:spPr>
            <a:xfrm>
              <a:off x="1738" y="3068"/>
              <a:ext cx="7320" cy="265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9" name="文本框 28"/>
            <p:cNvSpPr txBox="1"/>
            <p:nvPr/>
          </p:nvSpPr>
          <p:spPr>
            <a:xfrm>
              <a:off x="3834" y="2242"/>
              <a:ext cx="2843" cy="565"/>
            </a:xfrm>
            <a:prstGeom prst="rect">
              <a:avLst/>
            </a:prstGeom>
            <a:noFill/>
          </p:spPr>
          <p:txBody>
            <a:bodyPr wrap="square">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15" normalizeH="0" baseline="0" noProof="0" dirty="0">
                  <a:ln>
                    <a:noFill/>
                  </a:ln>
                  <a:solidFill>
                    <a:schemeClr val="bg1"/>
                  </a:solidFill>
                  <a:effectLst/>
                  <a:uLnTx/>
                  <a:uFillTx/>
                  <a:latin typeface="+mj-lt"/>
                  <a:cs typeface="Poppins" pitchFamily="2" charset="77"/>
                </a:rPr>
                <a:t>财务资源投入</a:t>
              </a:r>
              <a:endParaRPr kumimoji="0" lang="zh-CN" altLang="en-US" sz="1600" b="1" i="0" u="none" strike="noStrike" kern="1200" cap="none" spc="-15" normalizeH="0" baseline="0" noProof="0" dirty="0">
                <a:ln>
                  <a:noFill/>
                </a:ln>
                <a:solidFill>
                  <a:schemeClr val="bg1"/>
                </a:solidFill>
                <a:effectLst/>
                <a:uLnTx/>
                <a:uFillTx/>
                <a:latin typeface="+mj-lt"/>
                <a:cs typeface="Poppins" pitchFamily="2" charset="77"/>
              </a:endParaRPr>
            </a:p>
          </p:txBody>
        </p:sp>
        <p:sp>
          <p:nvSpPr>
            <p:cNvPr id="8" name="文本框 7"/>
            <p:cNvSpPr txBox="1"/>
            <p:nvPr/>
          </p:nvSpPr>
          <p:spPr>
            <a:xfrm>
              <a:off x="1740" y="2981"/>
              <a:ext cx="7318" cy="2826"/>
            </a:xfrm>
            <a:prstGeom prst="rect">
              <a:avLst/>
            </a:prstGeom>
            <a:noFill/>
          </p:spPr>
          <p:txBody>
            <a:bodyPr wrap="square" rtlCol="0">
              <a:noAutofit/>
            </a:bodyPr>
            <a:lstStyle/>
            <a:p>
              <a:pPr marL="285750" indent="-285750">
                <a:lnSpc>
                  <a:spcPct val="125000"/>
                </a:lnSpc>
                <a:buClr>
                  <a:schemeClr val="accent1"/>
                </a:buClr>
                <a:buSzPct val="80000"/>
                <a:buFont typeface="Wingdings" panose="05000000000000000000" pitchFamily="2" charset="2"/>
                <a:buChar char="u"/>
                <a:defRPr/>
              </a:pPr>
              <a:r>
                <a:rPr lang="zh-CN" altLang="en-US" sz="1400" dirty="0">
                  <a:solidFill>
                    <a:schemeClr val="tx1">
                      <a:lumMod val="50000"/>
                      <a:alpha val="80000"/>
                    </a:schemeClr>
                  </a:solidFill>
                  <a:latin typeface="+mn-ea"/>
                  <a:sym typeface="Noto Sans SC" panose="020B0200000000000000" charset="-122"/>
                </a:rPr>
                <a:t>科技创新的长周期特性决定了企业研发投入必须保持稳定增长。</a:t>
              </a:r>
              <a:endParaRPr lang="zh-CN" altLang="en-US" sz="1200" dirty="0">
                <a:solidFill>
                  <a:schemeClr val="tx1">
                    <a:lumMod val="50000"/>
                    <a:alpha val="80000"/>
                  </a:schemeClr>
                </a:solidFill>
                <a:latin typeface="+mn-ea"/>
                <a:sym typeface="Noto Sans SC" panose="020B0200000000000000" charset="-122"/>
              </a:endParaRPr>
            </a:p>
            <a:p>
              <a:pPr marL="285750" indent="-285750">
                <a:lnSpc>
                  <a:spcPct val="125000"/>
                </a:lnSpc>
                <a:buClr>
                  <a:schemeClr val="accent1"/>
                </a:buClr>
                <a:buSzPct val="80000"/>
                <a:buFont typeface="Wingdings" panose="05000000000000000000" pitchFamily="2" charset="2"/>
                <a:buChar char="u"/>
                <a:defRPr/>
              </a:pPr>
              <a:r>
                <a:rPr lang="zh-CN" altLang="en-US" sz="1400" b="1" dirty="0">
                  <a:solidFill>
                    <a:srgbClr val="FF0000">
                      <a:alpha val="80000"/>
                    </a:srgbClr>
                  </a:solidFill>
                  <a:latin typeface="+mn-ea"/>
                  <a:sym typeface="Noto Sans SC" panose="020B0200000000000000" charset="-122"/>
                </a:rPr>
                <a:t>健全以企业投入为主，各类资金共同参与的国有企业科技投入体系</a:t>
              </a:r>
              <a:r>
                <a:rPr lang="zh-CN" altLang="en-US" sz="1400" b="1" dirty="0">
                  <a:solidFill>
                    <a:schemeClr val="tx1">
                      <a:lumMod val="50000"/>
                      <a:alpha val="80000"/>
                    </a:schemeClr>
                  </a:solidFill>
                  <a:latin typeface="+mn-ea"/>
                  <a:sym typeface="Noto Sans SC" panose="020B0200000000000000" charset="-122"/>
                </a:rPr>
                <a:t>。</a:t>
              </a:r>
              <a:endParaRPr lang="zh-CN" altLang="en-US" sz="1400" b="1" dirty="0">
                <a:solidFill>
                  <a:schemeClr val="tx1">
                    <a:lumMod val="50000"/>
                    <a:alpha val="80000"/>
                  </a:schemeClr>
                </a:solidFill>
                <a:latin typeface="+mn-ea"/>
                <a:sym typeface="Noto Sans SC" panose="020B0200000000000000" charset="-122"/>
              </a:endParaRPr>
            </a:p>
            <a:p>
              <a:pPr marL="285750" indent="-285750">
                <a:lnSpc>
                  <a:spcPct val="125000"/>
                </a:lnSpc>
                <a:buClr>
                  <a:schemeClr val="accent1"/>
                </a:buClr>
                <a:buSzPct val="80000"/>
                <a:buFont typeface="Wingdings" panose="05000000000000000000" pitchFamily="2" charset="2"/>
                <a:buChar char="u"/>
                <a:defRPr/>
              </a:pPr>
              <a:r>
                <a:rPr lang="zh-CN" altLang="en-US" sz="1400" dirty="0">
                  <a:solidFill>
                    <a:schemeClr val="tx1">
                      <a:lumMod val="50000"/>
                      <a:alpha val="80000"/>
                    </a:schemeClr>
                  </a:solidFill>
                  <a:latin typeface="+mn-ea"/>
                  <a:sym typeface="Noto Sans SC" panose="020B0200000000000000" charset="-122"/>
                </a:rPr>
                <a:t>提高基础研究和前沿性技术研究投入比重。</a:t>
              </a:r>
              <a:endParaRPr lang="zh-CN" altLang="en-US" sz="1400" dirty="0">
                <a:solidFill>
                  <a:schemeClr val="tx1">
                    <a:lumMod val="50000"/>
                    <a:alpha val="80000"/>
                  </a:schemeClr>
                </a:solidFill>
                <a:latin typeface="+mn-ea"/>
                <a:sym typeface="Noto Sans SC" panose="020B0200000000000000" charset="-122"/>
              </a:endParaRPr>
            </a:p>
            <a:p>
              <a:pPr marL="285750" indent="-285750">
                <a:lnSpc>
                  <a:spcPct val="125000"/>
                </a:lnSpc>
                <a:buClr>
                  <a:schemeClr val="accent1"/>
                </a:buClr>
                <a:buSzPct val="80000"/>
                <a:buFont typeface="Wingdings" panose="05000000000000000000" pitchFamily="2" charset="2"/>
                <a:buChar char="u"/>
                <a:defRPr/>
              </a:pPr>
              <a:r>
                <a:rPr lang="zh-CN" altLang="en-US" sz="1400"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加强对企业研发投入产出的科学评价。</a:t>
              </a:r>
              <a:endParaRPr lang="zh-CN" altLang="en-US" sz="1400" dirty="0">
                <a:solidFill>
                  <a:schemeClr val="tx1">
                    <a:lumMod val="50000"/>
                    <a:alpha val="80000"/>
                  </a:schemeClr>
                </a:solidFill>
                <a:latin typeface="+mn-ea"/>
                <a:sym typeface="Noto Sans SC" panose="020B0200000000000000" charset="-122"/>
              </a:endParaRPr>
            </a:p>
          </p:txBody>
        </p:sp>
        <p:grpSp>
          <p:nvGrpSpPr>
            <p:cNvPr id="49" name="组合 48"/>
            <p:cNvGrpSpPr/>
            <p:nvPr/>
          </p:nvGrpSpPr>
          <p:grpSpPr>
            <a:xfrm>
              <a:off x="2846" y="5891"/>
              <a:ext cx="4672" cy="4170"/>
              <a:chOff x="3047" y="5690"/>
              <a:chExt cx="4745" cy="4235"/>
            </a:xfrm>
          </p:grpSpPr>
          <p:sp>
            <p:nvSpPr>
              <p:cNvPr id="9" name="等腰三角形 8"/>
              <p:cNvSpPr/>
              <p:nvPr/>
            </p:nvSpPr>
            <p:spPr>
              <a:xfrm flipV="1">
                <a:off x="5202" y="5690"/>
                <a:ext cx="552" cy="476"/>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06" name="弧形 105"/>
              <p:cNvSpPr/>
              <p:nvPr/>
            </p:nvSpPr>
            <p:spPr>
              <a:xfrm>
                <a:off x="3677" y="6251"/>
                <a:ext cx="3522" cy="3522"/>
              </a:xfrm>
              <a:prstGeom prst="arc">
                <a:avLst>
                  <a:gd name="adj1" fmla="val 16200000"/>
                  <a:gd name="adj2" fmla="val 14517842"/>
                </a:avLst>
              </a:prstGeom>
              <a:ln w="161925">
                <a:solidFill>
                  <a:schemeClr val="bg1">
                    <a:lumMod val="85000"/>
                  </a:schemeClr>
                </a:solidFill>
                <a:tailEnd type="triangle" w="sm" len="sm"/>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mj-lt"/>
                </a:endParaRPr>
              </a:p>
            </p:txBody>
          </p:sp>
          <p:sp>
            <p:nvSpPr>
              <p:cNvPr id="108" name="矩形 107"/>
              <p:cNvSpPr/>
              <p:nvPr/>
            </p:nvSpPr>
            <p:spPr>
              <a:xfrm>
                <a:off x="4711" y="6055"/>
                <a:ext cx="1456" cy="81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09" name="矩形 108"/>
              <p:cNvSpPr/>
              <p:nvPr/>
            </p:nvSpPr>
            <p:spPr>
              <a:xfrm>
                <a:off x="6336" y="7539"/>
                <a:ext cx="1456" cy="8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11" name="矩形 110"/>
              <p:cNvSpPr/>
              <p:nvPr/>
            </p:nvSpPr>
            <p:spPr>
              <a:xfrm>
                <a:off x="3047" y="7537"/>
                <a:ext cx="1456" cy="81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12" name="矩形 111"/>
              <p:cNvSpPr/>
              <p:nvPr/>
            </p:nvSpPr>
            <p:spPr>
              <a:xfrm>
                <a:off x="4697" y="9109"/>
                <a:ext cx="1456" cy="8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17" name="文本框 116"/>
              <p:cNvSpPr txBox="1"/>
              <p:nvPr/>
            </p:nvSpPr>
            <p:spPr>
              <a:xfrm>
                <a:off x="4804" y="6133"/>
                <a:ext cx="1361" cy="522"/>
              </a:xfrm>
              <a:prstGeom prst="rect">
                <a:avLst/>
              </a:prstGeom>
              <a:noFill/>
            </p:spPr>
            <p:txBody>
              <a:bodyPr wrap="square">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400" b="1" i="0" u="none" strike="noStrike" kern="1200" cap="none" spc="-15" normalizeH="0" baseline="0" noProof="0" dirty="0">
                    <a:ln>
                      <a:noFill/>
                    </a:ln>
                    <a:solidFill>
                      <a:schemeClr val="bg1"/>
                    </a:solidFill>
                    <a:effectLst/>
                    <a:uLnTx/>
                    <a:uFillTx/>
                    <a:latin typeface="+mj-lt"/>
                    <a:cs typeface="Poppins" pitchFamily="2" charset="77"/>
                  </a:rPr>
                  <a:t>稳定提升</a:t>
                </a:r>
                <a:endParaRPr kumimoji="0" lang="zh-CN" altLang="en-US" sz="1400" b="1" i="0" u="none" strike="noStrike" kern="1200" cap="none" spc="-15" normalizeH="0" baseline="0" noProof="0" dirty="0">
                  <a:ln>
                    <a:noFill/>
                  </a:ln>
                  <a:solidFill>
                    <a:schemeClr val="bg1"/>
                  </a:solidFill>
                  <a:effectLst/>
                  <a:uLnTx/>
                  <a:uFillTx/>
                  <a:latin typeface="+mj-lt"/>
                  <a:cs typeface="Poppins" pitchFamily="2" charset="77"/>
                </a:endParaRPr>
              </a:p>
            </p:txBody>
          </p:sp>
          <p:sp>
            <p:nvSpPr>
              <p:cNvPr id="119" name="文本框 118"/>
              <p:cNvSpPr txBox="1"/>
              <p:nvPr/>
            </p:nvSpPr>
            <p:spPr>
              <a:xfrm>
                <a:off x="6349" y="7730"/>
                <a:ext cx="1430" cy="522"/>
              </a:xfrm>
              <a:prstGeom prst="rect">
                <a:avLst/>
              </a:prstGeom>
              <a:noFill/>
            </p:spPr>
            <p:txBody>
              <a:bodyPr wrap="square">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400" b="1" i="0" u="none" strike="noStrike" kern="1200" cap="none" spc="-15" normalizeH="0" baseline="0" noProof="0" dirty="0">
                    <a:ln>
                      <a:noFill/>
                    </a:ln>
                    <a:solidFill>
                      <a:schemeClr val="bg1"/>
                    </a:solidFill>
                    <a:effectLst/>
                    <a:uLnTx/>
                    <a:uFillTx/>
                    <a:latin typeface="+mj-lt"/>
                    <a:cs typeface="Poppins" pitchFamily="2" charset="77"/>
                  </a:rPr>
                  <a:t>多元投入</a:t>
                </a:r>
                <a:endParaRPr kumimoji="0" lang="zh-CN" altLang="en-US" sz="1400" b="1" i="0" u="none" strike="noStrike" kern="1200" cap="none" spc="-15" normalizeH="0" baseline="0" noProof="0" dirty="0">
                  <a:ln>
                    <a:noFill/>
                  </a:ln>
                  <a:solidFill>
                    <a:schemeClr val="bg1"/>
                  </a:solidFill>
                  <a:effectLst/>
                  <a:uLnTx/>
                  <a:uFillTx/>
                  <a:latin typeface="+mj-lt"/>
                  <a:cs typeface="Poppins" pitchFamily="2" charset="77"/>
                </a:endParaRPr>
              </a:p>
            </p:txBody>
          </p:sp>
          <p:sp>
            <p:nvSpPr>
              <p:cNvPr id="120" name="文本框 119"/>
              <p:cNvSpPr txBox="1"/>
              <p:nvPr/>
            </p:nvSpPr>
            <p:spPr>
              <a:xfrm>
                <a:off x="3047" y="7730"/>
                <a:ext cx="1456" cy="522"/>
              </a:xfrm>
              <a:prstGeom prst="rect">
                <a:avLst/>
              </a:prstGeom>
              <a:noFill/>
            </p:spPr>
            <p:txBody>
              <a:bodyPr wrap="square">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400" b="1" i="0" u="none" strike="noStrike" kern="1200" cap="none" spc="-15" normalizeH="0" baseline="0" noProof="0" dirty="0">
                    <a:ln>
                      <a:noFill/>
                    </a:ln>
                    <a:solidFill>
                      <a:schemeClr val="bg1"/>
                    </a:solidFill>
                    <a:effectLst/>
                    <a:uLnTx/>
                    <a:uFillTx/>
                    <a:latin typeface="+mj-lt"/>
                    <a:cs typeface="Poppins" pitchFamily="2" charset="77"/>
                  </a:rPr>
                  <a:t>科学评价</a:t>
                </a:r>
                <a:endParaRPr kumimoji="0" lang="zh-CN" altLang="en-US" sz="1400" b="1" i="0" u="none" strike="noStrike" kern="1200" cap="none" spc="-15" normalizeH="0" baseline="0" noProof="0" dirty="0">
                  <a:ln>
                    <a:noFill/>
                  </a:ln>
                  <a:solidFill>
                    <a:schemeClr val="bg1"/>
                  </a:solidFill>
                  <a:effectLst/>
                  <a:uLnTx/>
                  <a:uFillTx/>
                  <a:latin typeface="+mj-lt"/>
                  <a:cs typeface="Poppins" pitchFamily="2" charset="77"/>
                </a:endParaRPr>
              </a:p>
            </p:txBody>
          </p:sp>
          <p:sp>
            <p:nvSpPr>
              <p:cNvPr id="121" name="文本框 120"/>
              <p:cNvSpPr txBox="1"/>
              <p:nvPr/>
            </p:nvSpPr>
            <p:spPr>
              <a:xfrm>
                <a:off x="4710" y="9300"/>
                <a:ext cx="1430" cy="522"/>
              </a:xfrm>
              <a:prstGeom prst="rect">
                <a:avLst/>
              </a:prstGeom>
              <a:noFill/>
            </p:spPr>
            <p:txBody>
              <a:bodyPr wrap="square">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400" b="1" i="0" u="none" strike="noStrike" kern="1200" cap="none" spc="-15" normalizeH="0" baseline="0" noProof="0" dirty="0">
                    <a:ln>
                      <a:noFill/>
                    </a:ln>
                    <a:solidFill>
                      <a:schemeClr val="bg1"/>
                    </a:solidFill>
                    <a:effectLst/>
                    <a:uLnTx/>
                    <a:uFillTx/>
                    <a:latin typeface="+mj-lt"/>
                    <a:cs typeface="Poppins" pitchFamily="2" charset="77"/>
                  </a:rPr>
                  <a:t>合理结构</a:t>
                </a:r>
                <a:endParaRPr kumimoji="0" lang="zh-CN" altLang="en-US" sz="1400" b="1" i="0" u="none" strike="noStrike" kern="1200" cap="none" spc="-15" normalizeH="0" baseline="0" noProof="0" dirty="0">
                  <a:ln>
                    <a:noFill/>
                  </a:ln>
                  <a:solidFill>
                    <a:schemeClr val="bg1"/>
                  </a:solidFill>
                  <a:effectLst/>
                  <a:uLnTx/>
                  <a:uFillTx/>
                  <a:latin typeface="+mj-lt"/>
                  <a:cs typeface="Poppins" pitchFamily="2" charset="77"/>
                </a:endParaRPr>
              </a:p>
            </p:txBody>
          </p:sp>
          <p:sp>
            <p:nvSpPr>
              <p:cNvPr id="97" name="椭圆 96"/>
              <p:cNvSpPr/>
              <p:nvPr/>
            </p:nvSpPr>
            <p:spPr>
              <a:xfrm>
                <a:off x="4635" y="7177"/>
                <a:ext cx="1570" cy="1570"/>
              </a:xfrm>
              <a:prstGeom prst="ellips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t>四大要求</a:t>
                </a:r>
                <a:endParaRPr lang="zh-CN" altLang="en-US" sz="1600" b="1"/>
              </a:p>
            </p:txBody>
          </p:sp>
        </p:grpSp>
        <p:sp>
          <p:nvSpPr>
            <p:cNvPr id="35" name="矩形 34"/>
            <p:cNvSpPr/>
            <p:nvPr>
              <p:custDataLst>
                <p:tags r:id="rId5"/>
              </p:custDataLst>
            </p:nvPr>
          </p:nvSpPr>
          <p:spPr>
            <a:xfrm>
              <a:off x="10233" y="7897"/>
              <a:ext cx="7057" cy="2165"/>
            </a:xfrm>
            <a:prstGeom prst="rect">
              <a:avLst/>
            </a:prstGeom>
            <a:solidFill>
              <a:schemeClr val="accent4">
                <a:alpha val="10000"/>
              </a:schemeClr>
            </a:solidFill>
            <a:ln w="12700">
              <a:miter lim="400000"/>
            </a:ln>
          </p:spPr>
          <p:txBody>
            <a:bodyPr wrap="none" lIns="22859" tIns="22859" rIns="22859" bIns="22859"/>
            <a:lstStyle/>
            <a:p>
              <a:endParaRPr lang="en-US" sz="900" dirty="0">
                <a:solidFill>
                  <a:schemeClr val="bg1"/>
                </a:solidFill>
              </a:endParaRPr>
            </a:p>
          </p:txBody>
        </p:sp>
        <p:sp>
          <p:nvSpPr>
            <p:cNvPr id="36" name="矩形 35"/>
            <p:cNvSpPr/>
            <p:nvPr>
              <p:custDataLst>
                <p:tags r:id="rId6"/>
              </p:custDataLst>
            </p:nvPr>
          </p:nvSpPr>
          <p:spPr>
            <a:xfrm>
              <a:off x="10233" y="3072"/>
              <a:ext cx="7057" cy="2221"/>
            </a:xfrm>
            <a:prstGeom prst="rect">
              <a:avLst/>
            </a:prstGeom>
            <a:solidFill>
              <a:schemeClr val="accent1">
                <a:alpha val="10000"/>
              </a:schemeClr>
            </a:solidFill>
            <a:ln w="12700">
              <a:miter lim="400000"/>
            </a:ln>
          </p:spPr>
          <p:txBody>
            <a:bodyPr lIns="22859" tIns="22859" rIns="22859" bIns="22859"/>
            <a:lstStyle/>
            <a:p>
              <a:endParaRPr lang="en-US" sz="900">
                <a:solidFill>
                  <a:schemeClr val="bg1"/>
                </a:solidFill>
              </a:endParaRPr>
            </a:p>
          </p:txBody>
        </p:sp>
        <p:sp>
          <p:nvSpPr>
            <p:cNvPr id="37" name="矩形 36"/>
            <p:cNvSpPr/>
            <p:nvPr>
              <p:custDataLst>
                <p:tags r:id="rId7"/>
              </p:custDataLst>
            </p:nvPr>
          </p:nvSpPr>
          <p:spPr>
            <a:xfrm>
              <a:off x="10233" y="5512"/>
              <a:ext cx="7057" cy="1969"/>
            </a:xfrm>
            <a:prstGeom prst="rect">
              <a:avLst/>
            </a:prstGeom>
            <a:solidFill>
              <a:schemeClr val="accent2">
                <a:alpha val="10000"/>
              </a:schemeClr>
            </a:solidFill>
            <a:ln w="12700">
              <a:miter lim="400000"/>
            </a:ln>
          </p:spPr>
          <p:txBody>
            <a:bodyPr lIns="22859" tIns="22859" rIns="22859" bIns="22859"/>
            <a:lstStyle/>
            <a:p>
              <a:endParaRPr lang="en-US" sz="900">
                <a:solidFill>
                  <a:schemeClr val="bg1"/>
                </a:solidFill>
              </a:endParaRPr>
            </a:p>
          </p:txBody>
        </p:sp>
        <p:sp>
          <p:nvSpPr>
            <p:cNvPr id="38" name="箭头: 五边形 116"/>
            <p:cNvSpPr/>
            <p:nvPr>
              <p:custDataLst>
                <p:tags r:id="rId8"/>
              </p:custDataLst>
            </p:nvPr>
          </p:nvSpPr>
          <p:spPr>
            <a:xfrm rot="5400000">
              <a:off x="8913" y="3973"/>
              <a:ext cx="2300" cy="497"/>
            </a:xfrm>
            <a:prstGeom prst="homePlate">
              <a:avLst/>
            </a:prstGeom>
          </p:spPr>
          <p:style>
            <a:lnRef idx="0">
              <a:srgbClr val="FFFFFF"/>
            </a:lnRef>
            <a:fillRef idx="1">
              <a:schemeClr val="accent1"/>
            </a:fillRef>
            <a:effectRef idx="0">
              <a:srgbClr val="FFFFFF"/>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noAutofit/>
            </a:bodyPr>
            <a:lstStyle/>
            <a:p>
              <a:pPr algn="ctr"/>
              <a:r>
                <a:rPr lang="zh-CN" altLang="en-US" sz="1400" b="1" dirty="0">
                  <a:solidFill>
                    <a:schemeClr val="bg1"/>
                  </a:solidFill>
                </a:rPr>
                <a:t>基础研究阶段</a:t>
              </a:r>
              <a:endParaRPr lang="zh-CN" altLang="en-US" sz="1400" b="1" dirty="0">
                <a:solidFill>
                  <a:schemeClr val="bg1"/>
                </a:solidFill>
              </a:endParaRPr>
            </a:p>
          </p:txBody>
        </p:sp>
        <p:sp>
          <p:nvSpPr>
            <p:cNvPr id="39" name="箭头: V 形 117"/>
            <p:cNvSpPr/>
            <p:nvPr>
              <p:custDataLst>
                <p:tags r:id="rId9"/>
              </p:custDataLst>
            </p:nvPr>
          </p:nvSpPr>
          <p:spPr>
            <a:xfrm rot="5400000">
              <a:off x="8935" y="6380"/>
              <a:ext cx="2255" cy="497"/>
            </a:xfrm>
            <a:prstGeom prst="homePlate">
              <a:avLst/>
            </a:prstGeom>
            <a:gradFill>
              <a:gsLst>
                <a:gs pos="0">
                  <a:schemeClr val="accent2"/>
                </a:gs>
                <a:gs pos="100000">
                  <a:schemeClr val="accent3"/>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nchorCtr="0"/>
            <a:lstStyle/>
            <a:p>
              <a:pPr algn="ctr">
                <a:lnSpc>
                  <a:spcPct val="100000"/>
                </a:lnSpc>
              </a:pPr>
              <a:r>
                <a:rPr lang="zh-CN" altLang="en-US" sz="1400" b="1" dirty="0">
                  <a:solidFill>
                    <a:schemeClr val="bg1"/>
                  </a:solidFill>
                  <a:sym typeface="+mn-ea"/>
                </a:rPr>
                <a:t>技术开发阶段</a:t>
              </a:r>
              <a:endParaRPr lang="zh-CN" altLang="en-US" sz="1400" b="1" dirty="0">
                <a:solidFill>
                  <a:schemeClr val="bg1"/>
                </a:solidFill>
                <a:sym typeface="+mn-ea"/>
              </a:endParaRPr>
            </a:p>
          </p:txBody>
        </p:sp>
        <p:sp>
          <p:nvSpPr>
            <p:cNvPr id="41" name="矩形 40"/>
            <p:cNvSpPr/>
            <p:nvPr>
              <p:custDataLst>
                <p:tags r:id="rId10"/>
              </p:custDataLst>
            </p:nvPr>
          </p:nvSpPr>
          <p:spPr>
            <a:xfrm>
              <a:off x="10519" y="3268"/>
              <a:ext cx="6546" cy="1512"/>
            </a:xfrm>
            <a:prstGeom prst="rect">
              <a:avLst/>
            </a:prstGeom>
            <a:noFill/>
          </p:spPr>
          <p:txBody>
            <a:bodyPr wrap="square" lIns="0" tIns="0" rIns="0" bIns="0" rtlCol="0" anchor="t" anchorCtr="0">
              <a:noAutofit/>
            </a:bodyPr>
            <a:lstStyle/>
            <a:p>
              <a:pPr marL="285750" indent="-285750">
                <a:lnSpc>
                  <a:spcPct val="130000"/>
                </a:lnSpc>
                <a:spcBef>
                  <a:spcPct val="0"/>
                </a:spcBef>
                <a:spcAft>
                  <a:spcPct val="0"/>
                </a:spcAft>
                <a:buFont typeface="Arial" panose="020B0604020202020204" pitchFamily="34" charset="0"/>
                <a:buChar char="•"/>
              </a:pPr>
              <a:r>
                <a:rPr lang="zh-CN" altLang="en-US" sz="1400">
                  <a:solidFill>
                    <a:schemeClr val="tx1"/>
                  </a:solidFill>
                  <a:latin typeface="+mn-ea"/>
                  <a:cs typeface="+mn-ea"/>
                </a:rPr>
                <a:t>打造关键领域领军人才高地</a:t>
              </a:r>
              <a:endParaRPr lang="zh-CN" altLang="en-US" sz="1400">
                <a:solidFill>
                  <a:schemeClr val="tx1"/>
                </a:solidFill>
                <a:latin typeface="+mn-ea"/>
                <a:cs typeface="+mn-ea"/>
              </a:endParaRPr>
            </a:p>
            <a:p>
              <a:pPr marL="285750" indent="-285750">
                <a:lnSpc>
                  <a:spcPct val="130000"/>
                </a:lnSpc>
                <a:spcBef>
                  <a:spcPct val="0"/>
                </a:spcBef>
                <a:spcAft>
                  <a:spcPct val="0"/>
                </a:spcAft>
                <a:buFont typeface="Arial" panose="020B0604020202020204" pitchFamily="34" charset="0"/>
                <a:buChar char="•"/>
              </a:pPr>
              <a:r>
                <a:rPr lang="zh-CN" altLang="en-US" sz="1400">
                  <a:solidFill>
                    <a:schemeClr val="tx1"/>
                  </a:solidFill>
                  <a:latin typeface="+mn-ea"/>
                  <a:cs typeface="+mn-ea"/>
                </a:rPr>
                <a:t>强化</a:t>
              </a:r>
              <a:r>
                <a:rPr lang="zh-CN" altLang="en-US" sz="1400" b="1">
                  <a:solidFill>
                    <a:srgbClr val="FF0000"/>
                  </a:solidFill>
                  <a:latin typeface="+mn-ea"/>
                  <a:cs typeface="+mn-ea"/>
                </a:rPr>
                <a:t>青年力量源头储备和早期支持</a:t>
              </a:r>
              <a:r>
                <a:rPr lang="zh-CN" altLang="en-US" sz="1400">
                  <a:solidFill>
                    <a:schemeClr val="tx1"/>
                  </a:solidFill>
                  <a:latin typeface="+mn-ea"/>
                  <a:cs typeface="+mn-ea"/>
                </a:rPr>
                <a:t>，塑造企业基础研究内生动力</a:t>
              </a:r>
              <a:endParaRPr lang="zh-CN" altLang="en-US" sz="1400">
                <a:solidFill>
                  <a:schemeClr val="tx1"/>
                </a:solidFill>
                <a:latin typeface="+mn-ea"/>
                <a:cs typeface="+mn-ea"/>
              </a:endParaRPr>
            </a:p>
          </p:txBody>
        </p:sp>
        <p:sp>
          <p:nvSpPr>
            <p:cNvPr id="40" name="箭头: V 形 118"/>
            <p:cNvSpPr/>
            <p:nvPr>
              <p:custDataLst>
                <p:tags r:id="rId11"/>
              </p:custDataLst>
            </p:nvPr>
          </p:nvSpPr>
          <p:spPr>
            <a:xfrm rot="5400000">
              <a:off x="8888" y="8813"/>
              <a:ext cx="2349" cy="497"/>
            </a:xfrm>
            <a:prstGeom prst="homePlate">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t" anchorCtr="0"/>
            <a:lstStyle/>
            <a:p>
              <a:pPr algn="ctr"/>
              <a:r>
                <a:rPr lang="zh-CN" altLang="en-US" sz="1400" b="1">
                  <a:solidFill>
                    <a:schemeClr val="bg1"/>
                  </a:solidFill>
                </a:rPr>
                <a:t>成果转化阶段</a:t>
              </a:r>
              <a:endParaRPr lang="zh-CN" altLang="en-US" sz="1400" b="1">
                <a:solidFill>
                  <a:schemeClr val="bg1"/>
                </a:solidFill>
              </a:endParaRPr>
            </a:p>
            <a:p>
              <a:pPr algn="ctr"/>
              <a:endParaRPr lang="zh-CN" altLang="en-US" sz="1400" b="1">
                <a:solidFill>
                  <a:schemeClr val="bg1"/>
                </a:solidFill>
              </a:endParaRPr>
            </a:p>
          </p:txBody>
        </p:sp>
        <p:sp>
          <p:nvSpPr>
            <p:cNvPr id="43" name="矩形 42"/>
            <p:cNvSpPr/>
            <p:nvPr>
              <p:custDataLst>
                <p:tags r:id="rId12"/>
              </p:custDataLst>
            </p:nvPr>
          </p:nvSpPr>
          <p:spPr>
            <a:xfrm>
              <a:off x="10519" y="5770"/>
              <a:ext cx="6546" cy="1276"/>
            </a:xfrm>
            <a:prstGeom prst="rect">
              <a:avLst/>
            </a:prstGeom>
            <a:noFill/>
          </p:spPr>
          <p:txBody>
            <a:bodyPr wrap="square" lIns="0" tIns="0" rIns="0" bIns="0" rtlCol="0" anchor="t" anchorCtr="0">
              <a:noAutofit/>
            </a:bodyPr>
            <a:lstStyle/>
            <a:p>
              <a:pPr marL="285750" indent="-285750">
                <a:lnSpc>
                  <a:spcPct val="130000"/>
                </a:lnSpc>
                <a:spcBef>
                  <a:spcPct val="0"/>
                </a:spcBef>
                <a:spcAft>
                  <a:spcPct val="0"/>
                </a:spcAft>
                <a:buFont typeface="Arial" panose="020B0604020202020204" pitchFamily="34" charset="0"/>
                <a:buChar char="•"/>
              </a:pPr>
              <a:r>
                <a:rPr lang="zh-CN" altLang="en-US" sz="1400">
                  <a:solidFill>
                    <a:schemeClr val="tx1"/>
                  </a:solidFill>
                  <a:latin typeface="+mn-ea"/>
                  <a:cs typeface="+mn-ea"/>
                </a:rPr>
                <a:t>此阶段研发风险降低，人才更能出成果，注重</a:t>
              </a:r>
              <a:r>
                <a:rPr lang="zh-CN" altLang="en-US" sz="1400" b="1">
                  <a:solidFill>
                    <a:srgbClr val="FF0000"/>
                  </a:solidFill>
                  <a:latin typeface="+mn-ea"/>
                  <a:cs typeface="+mn-ea"/>
                </a:rPr>
                <a:t>支持科研骨干、青年科技人才挑大梁、当主角</a:t>
              </a:r>
              <a:endParaRPr lang="zh-CN" altLang="en-US" sz="1400" b="1">
                <a:solidFill>
                  <a:srgbClr val="FF0000"/>
                </a:solidFill>
                <a:latin typeface="+mn-ea"/>
                <a:cs typeface="+mn-ea"/>
              </a:endParaRPr>
            </a:p>
          </p:txBody>
        </p:sp>
        <p:sp>
          <p:nvSpPr>
            <p:cNvPr id="45" name="矩形 44"/>
            <p:cNvSpPr/>
            <p:nvPr>
              <p:custDataLst>
                <p:tags r:id="rId13"/>
              </p:custDataLst>
            </p:nvPr>
          </p:nvSpPr>
          <p:spPr>
            <a:xfrm>
              <a:off x="10519" y="8213"/>
              <a:ext cx="6349" cy="1380"/>
            </a:xfrm>
            <a:prstGeom prst="rect">
              <a:avLst/>
            </a:prstGeom>
            <a:noFill/>
          </p:spPr>
          <p:txBody>
            <a:bodyPr wrap="square" lIns="0" tIns="0" rIns="0" bIns="0" rtlCol="0" anchor="t" anchorCtr="0">
              <a:noAutofit/>
            </a:bodyPr>
            <a:lstStyle/>
            <a:p>
              <a:pPr marL="285750" indent="-285750">
                <a:lnSpc>
                  <a:spcPct val="130000"/>
                </a:lnSpc>
                <a:spcBef>
                  <a:spcPct val="0"/>
                </a:spcBef>
                <a:spcAft>
                  <a:spcPct val="0"/>
                </a:spcAft>
                <a:buFont typeface="Arial" panose="020B0604020202020204" pitchFamily="34" charset="0"/>
                <a:buChar char="•"/>
              </a:pPr>
              <a:r>
                <a:rPr lang="zh-CN" altLang="en-US" sz="1400">
                  <a:solidFill>
                    <a:schemeClr val="tx1"/>
                  </a:solidFill>
                  <a:latin typeface="+mn-ea"/>
                  <a:cs typeface="+mn-ea"/>
                </a:rPr>
                <a:t>以研发人才为主向</a:t>
              </a:r>
              <a:r>
                <a:rPr lang="zh-CN" altLang="en-US" sz="1400" b="1">
                  <a:solidFill>
                    <a:srgbClr val="FF0000"/>
                  </a:solidFill>
                  <a:latin typeface="+mn-ea"/>
                  <a:cs typeface="+mn-ea"/>
                </a:rPr>
                <a:t>科研管理、科研服务人才并重</a:t>
              </a:r>
              <a:r>
                <a:rPr lang="zh-CN" altLang="en-US" sz="1400">
                  <a:solidFill>
                    <a:schemeClr val="tx1"/>
                  </a:solidFill>
                  <a:latin typeface="+mn-ea"/>
                  <a:cs typeface="+mn-ea"/>
                </a:rPr>
                <a:t>转变</a:t>
              </a:r>
              <a:endParaRPr lang="zh-CN" altLang="en-US" sz="1400">
                <a:solidFill>
                  <a:schemeClr val="tx1"/>
                </a:solidFill>
                <a:latin typeface="+mn-ea"/>
                <a:cs typeface="+mn-ea"/>
              </a:endParaRPr>
            </a:p>
            <a:p>
              <a:pPr marL="285750" indent="-285750">
                <a:lnSpc>
                  <a:spcPct val="130000"/>
                </a:lnSpc>
                <a:spcBef>
                  <a:spcPct val="0"/>
                </a:spcBef>
                <a:spcAft>
                  <a:spcPct val="0"/>
                </a:spcAft>
                <a:buFont typeface="Arial" panose="020B0604020202020204" pitchFamily="34" charset="0"/>
                <a:buChar char="•"/>
              </a:pPr>
              <a:r>
                <a:rPr lang="zh-CN" altLang="en-US" sz="1400">
                  <a:solidFill>
                    <a:schemeClr val="tx1"/>
                  </a:solidFill>
                  <a:latin typeface="+mn-ea"/>
                  <a:cs typeface="+mn-ea"/>
                </a:rPr>
                <a:t>各类科研相关人才紧密配合</a:t>
              </a:r>
              <a:endParaRPr lang="zh-CN" altLang="en-US" sz="1400">
                <a:solidFill>
                  <a:schemeClr val="tx1"/>
                </a:solidFill>
                <a:latin typeface="+mn-ea"/>
                <a:cs typeface="+mn-ea"/>
              </a:endParaRPr>
            </a:p>
            <a:p>
              <a:pPr>
                <a:lnSpc>
                  <a:spcPct val="130000"/>
                </a:lnSpc>
                <a:spcBef>
                  <a:spcPct val="0"/>
                </a:spcBef>
                <a:spcAft>
                  <a:spcPct val="0"/>
                </a:spcAft>
              </a:pPr>
              <a:endParaRPr lang="zh-CN" altLang="en-US" sz="1400">
                <a:solidFill>
                  <a:schemeClr val="tx1"/>
                </a:solidFill>
                <a:latin typeface="+mn-ea"/>
                <a:cs typeface="+mn-ea"/>
              </a:endParaRPr>
            </a:p>
          </p:txBody>
        </p:sp>
        <p:grpSp>
          <p:nvGrpSpPr>
            <p:cNvPr id="94" name="组合 93"/>
            <p:cNvGrpSpPr/>
            <p:nvPr>
              <p:custDataLst>
                <p:tags r:id="rId14"/>
              </p:custDataLst>
            </p:nvPr>
          </p:nvGrpSpPr>
          <p:grpSpPr>
            <a:xfrm>
              <a:off x="9785" y="2216"/>
              <a:ext cx="7713" cy="637"/>
              <a:chOff x="3653828" y="1115869"/>
              <a:chExt cx="4897612" cy="404688"/>
            </a:xfrm>
          </p:grpSpPr>
          <p:sp>
            <p:nvSpPr>
              <p:cNvPr id="92" name="箭头: 五边形 91"/>
              <p:cNvSpPr/>
              <p:nvPr>
                <p:custDataLst>
                  <p:tags r:id="rId15"/>
                </p:custDataLst>
              </p:nvPr>
            </p:nvSpPr>
            <p:spPr>
              <a:xfrm>
                <a:off x="6096000" y="1115869"/>
                <a:ext cx="2455440" cy="404688"/>
              </a:xfrm>
              <a:prstGeom prst="homePlate">
                <a:avLst>
                  <a:gd name="adj" fmla="val 3117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ea typeface="+mj-ea"/>
                </a:endParaRPr>
              </a:p>
            </p:txBody>
          </p:sp>
          <p:sp>
            <p:nvSpPr>
              <p:cNvPr id="93" name="箭头: 五边形 92"/>
              <p:cNvSpPr/>
              <p:nvPr>
                <p:custDataLst>
                  <p:tags r:id="rId16"/>
                </p:custDataLst>
              </p:nvPr>
            </p:nvSpPr>
            <p:spPr>
              <a:xfrm flipH="1">
                <a:off x="3653828" y="1115869"/>
                <a:ext cx="2455440" cy="404688"/>
              </a:xfrm>
              <a:prstGeom prst="homePlate">
                <a:avLst>
                  <a:gd name="adj" fmla="val 3117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ea typeface="+mj-ea"/>
                </a:endParaRPr>
              </a:p>
            </p:txBody>
          </p:sp>
        </p:grpSp>
        <p:sp>
          <p:nvSpPr>
            <p:cNvPr id="47" name="文本框 46"/>
            <p:cNvSpPr txBox="1"/>
            <p:nvPr/>
          </p:nvSpPr>
          <p:spPr>
            <a:xfrm>
              <a:off x="12555" y="2170"/>
              <a:ext cx="3057" cy="689"/>
            </a:xfrm>
            <a:prstGeom prst="rect">
              <a:avLst/>
            </a:prstGeom>
            <a:noFill/>
          </p:spPr>
          <p:txBody>
            <a:bodyPr wrap="square" rtlCol="0" anchor="t">
              <a:spAutoFit/>
            </a:bodyPr>
            <a:lstStyle/>
            <a:p>
              <a:pPr algn="just">
                <a:lnSpc>
                  <a:spcPct val="130000"/>
                </a:lnSpc>
              </a:pPr>
              <a:r>
                <a:rPr lang="zh-CN" altLang="en-US" sz="1600" b="1" dirty="0">
                  <a:solidFill>
                    <a:schemeClr val="bg1"/>
                  </a:solidFill>
                  <a:latin typeface="+mn-ea"/>
                  <a:sym typeface="+mn-ea"/>
                </a:rPr>
                <a:t>人力资源投入</a:t>
              </a:r>
              <a:endParaRPr lang="zh-CN" altLang="en-US" sz="1600" b="1" dirty="0">
                <a:solidFill>
                  <a:schemeClr val="bg1"/>
                </a:solidFill>
                <a:latin typeface="+mn-ea"/>
                <a:sym typeface="+mn-ea"/>
              </a:endParaRPr>
            </a:p>
          </p:txBody>
        </p:sp>
        <p:sp>
          <p:nvSpPr>
            <p:cNvPr id="48" name="等腰三角形 47"/>
            <p:cNvSpPr/>
            <p:nvPr/>
          </p:nvSpPr>
          <p:spPr>
            <a:xfrm rot="5400000">
              <a:off x="6653" y="6111"/>
              <a:ext cx="5472" cy="435"/>
            </a:xfrm>
            <a:prstGeom prst="triangle">
              <a:avLst/>
            </a:prstGeom>
            <a:solidFill>
              <a:schemeClr val="tx1">
                <a:lumMod val="20000"/>
                <a:lumOff val="80000"/>
              </a:schemeClr>
            </a:solidFill>
            <a:ln>
              <a:noFill/>
            </a:ln>
            <a:effectLst>
              <a:outerShdw blurRad="50800" dist="38100" algn="l" rotWithShape="0">
                <a:prstClr val="black">
                  <a:alpha val="12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六、国有企业科技创新规划步骤三：构建适配创新需求的差异化组织形态，支撑科创过程管理</a:t>
            </a:r>
            <a:endParaRPr lang="zh-CN" altLang="en-US"/>
          </a:p>
        </p:txBody>
      </p:sp>
      <p:sp>
        <p:nvSpPr>
          <p:cNvPr id="58" name="文本占位符 57"/>
          <p:cNvSpPr>
            <a:spLocks noGrp="1"/>
          </p:cNvSpPr>
          <p:nvPr>
            <p:ph type="body" sz="quarter" idx="13"/>
          </p:nvPr>
        </p:nvSpPr>
        <p:spPr/>
        <p:txBody>
          <a:bodyPr/>
          <a:p>
            <a:r>
              <a:rPr lang="zh-CN" altLang="en-US" dirty="0">
                <a:latin typeface="微软雅黑" panose="020B0503020204020204" pitchFamily="34" charset="-122"/>
                <a:ea typeface="微软雅黑" panose="020B0503020204020204" pitchFamily="34" charset="-122"/>
                <a:sym typeface="+mn-ea"/>
              </a:rPr>
              <a:t>差异化适配策略</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因企制宜：战略引领型企业设立科创委员会，平台化研发型企业建立创新中心，敏捷型企业推行</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揭榜挂帅项目制</a:t>
            </a:r>
            <a:r>
              <a:rPr lang="en-US" altLang="zh-CN" dirty="0">
                <a:latin typeface="微软雅黑" panose="020B0503020204020204" pitchFamily="34" charset="-122"/>
                <a:ea typeface="微软雅黑" panose="020B0503020204020204" pitchFamily="34" charset="-122"/>
                <a:sym typeface="+mn-ea"/>
              </a:rPr>
              <a:t>“</a:t>
            </a:r>
            <a:endParaRPr lang="zh-CN" altLang="en-US"/>
          </a:p>
        </p:txBody>
      </p:sp>
      <p:sp>
        <p:nvSpPr>
          <p:cNvPr id="7" name="灯片编号占位符 6"/>
          <p:cNvSpPr>
            <a:spLocks noGrp="1"/>
          </p:cNvSpPr>
          <p:nvPr>
            <p:ph type="sldNum" sz="quarter" idx="4"/>
          </p:nvPr>
        </p:nvSpPr>
        <p:spPr/>
        <p:txBody>
          <a:bodyPr/>
          <a:p>
            <a:fld id="{7F65B630-C7FF-41C0-9923-C5E5E29EED81}" type="slidenum">
              <a:rPr lang="en-US" altLang="zh-CN" smtClean="0"/>
            </a:fld>
            <a:endParaRPr lang="en-US" altLang="zh-CN" dirty="0"/>
          </a:p>
        </p:txBody>
      </p:sp>
      <p:grpSp>
        <p:nvGrpSpPr>
          <p:cNvPr id="3" name="组合 2"/>
          <p:cNvGrpSpPr/>
          <p:nvPr>
            <p:custDataLst>
              <p:tags r:id="rId1"/>
            </p:custDataLst>
          </p:nvPr>
        </p:nvGrpSpPr>
        <p:grpSpPr>
          <a:xfrm>
            <a:off x="984021" y="1988172"/>
            <a:ext cx="10208800" cy="1616086"/>
            <a:chOff x="1076" y="2012"/>
            <a:chExt cx="16865" cy="2627"/>
          </a:xfrm>
        </p:grpSpPr>
        <p:sp>
          <p:nvSpPr>
            <p:cNvPr id="30" name="矩形: 圆角 29"/>
            <p:cNvSpPr/>
            <p:nvPr>
              <p:custDataLst>
                <p:tags r:id="rId2"/>
              </p:custDataLst>
            </p:nvPr>
          </p:nvSpPr>
          <p:spPr>
            <a:xfrm>
              <a:off x="1077" y="2472"/>
              <a:ext cx="5033" cy="2167"/>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32765" tIns="702310" rIns="532765" bIns="453390" numCol="1" spcCol="0" rtlCol="0" fromWordArt="0" anchor="ctr" anchorCtr="0" forceAA="0" compatLnSpc="1">
              <a:noAutofit/>
            </a:bodyPr>
            <a:lstStyle/>
            <a:p>
              <a:pPr lvl="0" algn="just">
                <a:lnSpc>
                  <a:spcPct val="150000"/>
                </a:lnSpc>
                <a:spcBef>
                  <a:spcPts val="0"/>
                </a:spcBef>
                <a:spcAft>
                  <a:spcPts val="0"/>
                </a:spcAft>
                <a:buClrTx/>
                <a:buSzTx/>
                <a:buFontTx/>
              </a:pPr>
              <a:endParaRPr lang="zh-CN" altLang="zh-CN" dirty="0">
                <a:ln>
                  <a:noFill/>
                </a:ln>
                <a:solidFill>
                  <a:schemeClr val="tx1">
                    <a:lumMod val="85000"/>
                    <a:lumOff val="15000"/>
                  </a:schemeClr>
                </a:solidFill>
                <a:effectLst/>
                <a:latin typeface="+mn-ea"/>
                <a:cs typeface="+mn-ea"/>
                <a:sym typeface="+mn-ea"/>
              </a:endParaRPr>
            </a:p>
          </p:txBody>
        </p:sp>
        <p:sp>
          <p:nvSpPr>
            <p:cNvPr id="15" name="标题"/>
            <p:cNvSpPr/>
            <p:nvPr>
              <p:custDataLst>
                <p:tags r:id="rId3"/>
              </p:custDataLst>
            </p:nvPr>
          </p:nvSpPr>
          <p:spPr>
            <a:xfrm>
              <a:off x="1749" y="2013"/>
              <a:ext cx="3691" cy="687"/>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战略引领型组织</a:t>
              </a:r>
              <a:endParaRPr lang="zh-CN" altLang="en-US" b="1">
                <a:solidFill>
                  <a:srgbClr val="FFFFFF"/>
                </a:solidFill>
                <a:uFillTx/>
                <a:latin typeface="+mn-ea"/>
                <a:cs typeface="+mn-ea"/>
                <a:sym typeface="+mn-ea"/>
              </a:endParaRPr>
            </a:p>
          </p:txBody>
        </p:sp>
        <p:sp>
          <p:nvSpPr>
            <p:cNvPr id="33" name="矩形: 圆角 32"/>
            <p:cNvSpPr/>
            <p:nvPr>
              <p:custDataLst>
                <p:tags r:id="rId4"/>
              </p:custDataLst>
            </p:nvPr>
          </p:nvSpPr>
          <p:spPr>
            <a:xfrm>
              <a:off x="6779" y="2472"/>
              <a:ext cx="5308" cy="2167"/>
            </a:xfrm>
            <a:prstGeom prst="roundRect">
              <a:avLst>
                <a:gd name="adj" fmla="val 6098"/>
              </a:avLst>
            </a:prstGeom>
            <a:noFill/>
            <a:ln>
              <a:solidFill>
                <a:schemeClr val="accent2">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32422" tIns="701253" rIns="532422" bIns="455676" numCol="1" spcCol="0" rtlCol="0" fromWordArt="0" anchor="ctr" anchorCtr="0" forceAA="0" compatLnSpc="1">
              <a:noAutofit/>
            </a:bodyPr>
            <a:lstStyle/>
            <a:p>
              <a:pPr marL="0" algn="just" rtl="0" eaLnBrk="1" latinLnBrk="0" hangingPunct="1">
                <a:lnSpc>
                  <a:spcPct val="150000"/>
                </a:lnSpc>
                <a:spcBef>
                  <a:spcPts val="0"/>
                </a:spcBef>
                <a:spcAft>
                  <a:spcPts val="0"/>
                </a:spcAft>
              </a:pPr>
              <a:endParaRPr lang="zh-CN" altLang="zh-CN" kern="1200">
                <a:ln>
                  <a:noFill/>
                </a:ln>
                <a:solidFill>
                  <a:schemeClr val="tx1">
                    <a:lumMod val="85000"/>
                    <a:lumOff val="15000"/>
                  </a:schemeClr>
                </a:solidFill>
                <a:effectLst/>
                <a:latin typeface="+mn-ea"/>
                <a:cs typeface="+mn-ea"/>
                <a:sym typeface="+mn-ea"/>
              </a:endParaRPr>
            </a:p>
          </p:txBody>
        </p:sp>
        <p:sp>
          <p:nvSpPr>
            <p:cNvPr id="34" name="标题"/>
            <p:cNvSpPr/>
            <p:nvPr>
              <p:custDataLst>
                <p:tags r:id="rId5"/>
              </p:custDataLst>
            </p:nvPr>
          </p:nvSpPr>
          <p:spPr>
            <a:xfrm>
              <a:off x="7744" y="2012"/>
              <a:ext cx="3691" cy="688"/>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平台化研发组织</a:t>
              </a:r>
              <a:endParaRPr lang="zh-CN" altLang="en-US" b="1">
                <a:solidFill>
                  <a:srgbClr val="FFFFFF"/>
                </a:solidFill>
                <a:uFillTx/>
                <a:latin typeface="+mn-ea"/>
                <a:cs typeface="+mn-ea"/>
                <a:sym typeface="+mn-ea"/>
              </a:endParaRPr>
            </a:p>
          </p:txBody>
        </p:sp>
        <p:sp>
          <p:nvSpPr>
            <p:cNvPr id="37" name="矩形: 圆角 36"/>
            <p:cNvSpPr/>
            <p:nvPr>
              <p:custDataLst>
                <p:tags r:id="rId6"/>
              </p:custDataLst>
            </p:nvPr>
          </p:nvSpPr>
          <p:spPr>
            <a:xfrm>
              <a:off x="12755" y="2472"/>
              <a:ext cx="5186" cy="2167"/>
            </a:xfrm>
            <a:prstGeom prst="roundRect">
              <a:avLst>
                <a:gd name="adj" fmla="val 6098"/>
              </a:avLst>
            </a:prstGeom>
            <a:noFill/>
            <a:ln>
              <a:solidFill>
                <a:schemeClr val="accent1">
                  <a:alpha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532765" tIns="702310" rIns="532765" bIns="453390" numCol="1" spcCol="0" rtlCol="0" fromWordArt="0" anchor="ctr" anchorCtr="0" forceAA="0" compatLnSpc="1">
              <a:noAutofit/>
            </a:bodyPr>
            <a:lstStyle/>
            <a:p>
              <a:pPr lvl="0" algn="just">
                <a:lnSpc>
                  <a:spcPct val="150000"/>
                </a:lnSpc>
                <a:spcBef>
                  <a:spcPts val="0"/>
                </a:spcBef>
                <a:spcAft>
                  <a:spcPts val="0"/>
                </a:spcAft>
                <a:buClrTx/>
                <a:buSzTx/>
                <a:buFontTx/>
              </a:pPr>
              <a:endParaRPr lang="zh-CN" altLang="zh-CN" dirty="0">
                <a:ln>
                  <a:noFill/>
                </a:ln>
                <a:solidFill>
                  <a:schemeClr val="tx1">
                    <a:lumMod val="85000"/>
                    <a:lumOff val="15000"/>
                  </a:schemeClr>
                </a:solidFill>
                <a:effectLst/>
                <a:latin typeface="+mn-ea"/>
                <a:cs typeface="+mn-ea"/>
                <a:sym typeface="+mn-ea"/>
              </a:endParaRPr>
            </a:p>
          </p:txBody>
        </p:sp>
        <p:sp>
          <p:nvSpPr>
            <p:cNvPr id="38" name="标题"/>
            <p:cNvSpPr/>
            <p:nvPr>
              <p:custDataLst>
                <p:tags r:id="rId7"/>
              </p:custDataLst>
            </p:nvPr>
          </p:nvSpPr>
          <p:spPr>
            <a:xfrm>
              <a:off x="13353" y="2012"/>
              <a:ext cx="3691" cy="689"/>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敏捷型业务组织</a:t>
              </a:r>
              <a:endParaRPr lang="zh-CN" altLang="en-US" b="1">
                <a:solidFill>
                  <a:srgbClr val="FFFFFF"/>
                </a:solidFill>
                <a:uFillTx/>
                <a:latin typeface="+mn-ea"/>
                <a:cs typeface="+mn-ea"/>
                <a:sym typeface="+mn-ea"/>
              </a:endParaRPr>
            </a:p>
          </p:txBody>
        </p:sp>
        <p:sp>
          <p:nvSpPr>
            <p:cNvPr id="8" name="文本框 7"/>
            <p:cNvSpPr txBox="1"/>
            <p:nvPr>
              <p:custDataLst>
                <p:tags r:id="rId8"/>
              </p:custDataLst>
            </p:nvPr>
          </p:nvSpPr>
          <p:spPr>
            <a:xfrm>
              <a:off x="1076" y="2833"/>
              <a:ext cx="5034" cy="1805"/>
            </a:xfrm>
            <a:prstGeom prst="rect">
              <a:avLst/>
            </a:prstGeom>
            <a:noFill/>
          </p:spPr>
          <p:txBody>
            <a:bodyPr wrap="square" rtlCol="0">
              <a:noAutofit/>
            </a:bodyPr>
            <a:p>
              <a:pPr algn="just">
                <a:lnSpc>
                  <a:spcPct val="130000"/>
                </a:lnSpc>
              </a:pPr>
              <a:r>
                <a:rPr lang="zh-CN" altLang="en-US" sz="1600" dirty="0" smtClean="0">
                  <a:latin typeface="+mn-ea"/>
                </a:rPr>
                <a:t>设立</a:t>
              </a:r>
              <a:r>
                <a:rPr lang="zh-CN" altLang="en-US" sz="1600" b="1" dirty="0" smtClean="0">
                  <a:solidFill>
                    <a:srgbClr val="FF0000"/>
                  </a:solidFill>
                  <a:latin typeface="+mn-ea"/>
                </a:rPr>
                <a:t>科技创新委员会</a:t>
              </a:r>
              <a:r>
                <a:rPr lang="zh-CN" altLang="en-US" sz="1600" dirty="0" smtClean="0">
                  <a:latin typeface="+mn-ea"/>
                </a:rPr>
                <a:t>，统筹全集团创新战略，强化"一把手"抓创新责任机制</a:t>
              </a:r>
              <a:endParaRPr lang="zh-CN" altLang="en-US" sz="1600" dirty="0" smtClean="0">
                <a:latin typeface="+mn-ea"/>
              </a:endParaRPr>
            </a:p>
          </p:txBody>
        </p:sp>
        <p:sp>
          <p:nvSpPr>
            <p:cNvPr id="9" name="文本框 8"/>
            <p:cNvSpPr txBox="1"/>
            <p:nvPr>
              <p:custDataLst>
                <p:tags r:id="rId9"/>
              </p:custDataLst>
            </p:nvPr>
          </p:nvSpPr>
          <p:spPr>
            <a:xfrm>
              <a:off x="6916" y="2833"/>
              <a:ext cx="5034" cy="1708"/>
            </a:xfrm>
            <a:prstGeom prst="rect">
              <a:avLst/>
            </a:prstGeom>
            <a:noFill/>
          </p:spPr>
          <p:txBody>
            <a:bodyPr wrap="square" rtlCol="0">
              <a:spAutoFit/>
            </a:bodyPr>
            <a:p>
              <a:pPr algn="just">
                <a:lnSpc>
                  <a:spcPct val="130000"/>
                </a:lnSpc>
              </a:pPr>
              <a:r>
                <a:rPr lang="zh-CN" altLang="en-US" sz="1600" dirty="0" smtClean="0">
                  <a:latin typeface="+mn-ea"/>
                </a:rPr>
                <a:t>建立</a:t>
              </a:r>
              <a:r>
                <a:rPr lang="zh-CN" altLang="en-US" sz="1600" b="1" dirty="0" smtClean="0">
                  <a:solidFill>
                    <a:srgbClr val="FF0000"/>
                  </a:solidFill>
                  <a:latin typeface="+mn-ea"/>
                </a:rPr>
                <a:t>集团级研究院/创新中心</a:t>
              </a:r>
              <a:r>
                <a:rPr lang="zh-CN" altLang="en-US" sz="1600" dirty="0" smtClean="0">
                  <a:latin typeface="+mn-ea"/>
                </a:rPr>
                <a:t>，整合分散研发资源，打破部门壁垒实现协同</a:t>
              </a:r>
              <a:endParaRPr lang="zh-CN" altLang="en-US" sz="1600" dirty="0" smtClean="0">
                <a:latin typeface="+mn-ea"/>
              </a:endParaRPr>
            </a:p>
          </p:txBody>
        </p:sp>
        <p:sp>
          <p:nvSpPr>
            <p:cNvPr id="10" name="文本框 9"/>
            <p:cNvSpPr txBox="1"/>
            <p:nvPr>
              <p:custDataLst>
                <p:tags r:id="rId10"/>
              </p:custDataLst>
            </p:nvPr>
          </p:nvSpPr>
          <p:spPr>
            <a:xfrm>
              <a:off x="12756" y="2833"/>
              <a:ext cx="5034" cy="1708"/>
            </a:xfrm>
            <a:prstGeom prst="rect">
              <a:avLst/>
            </a:prstGeom>
            <a:noFill/>
          </p:spPr>
          <p:txBody>
            <a:bodyPr wrap="square" rtlCol="0">
              <a:spAutoFit/>
            </a:bodyPr>
            <a:p>
              <a:pPr algn="just">
                <a:lnSpc>
                  <a:spcPct val="130000"/>
                </a:lnSpc>
              </a:pPr>
              <a:r>
                <a:rPr lang="zh-CN" altLang="en-US" sz="1600" dirty="0" smtClean="0">
                  <a:latin typeface="+mn-ea"/>
                </a:rPr>
                <a:t>推行</a:t>
              </a:r>
              <a:r>
                <a:rPr lang="zh-CN" altLang="en-US" sz="1600" b="1" dirty="0" smtClean="0">
                  <a:solidFill>
                    <a:srgbClr val="FF0000"/>
                  </a:solidFill>
                  <a:latin typeface="+mn-ea"/>
                </a:rPr>
                <a:t>"揭榜挂帅"项目制</a:t>
              </a:r>
              <a:r>
                <a:rPr lang="zh-CN" altLang="en-US" sz="1600" dirty="0" smtClean="0">
                  <a:latin typeface="+mn-ea"/>
                </a:rPr>
                <a:t>，组建跨部门攻关团队，赋予技术路线决策自主权</a:t>
              </a:r>
              <a:endParaRPr lang="zh-CN" altLang="en-US" sz="1600" dirty="0" smtClean="0">
                <a:latin typeface="+mn-ea"/>
              </a:endParaRPr>
            </a:p>
          </p:txBody>
        </p:sp>
      </p:grpSp>
      <p:grpSp>
        <p:nvGrpSpPr>
          <p:cNvPr id="57" name="组合 56"/>
          <p:cNvGrpSpPr/>
          <p:nvPr/>
        </p:nvGrpSpPr>
        <p:grpSpPr>
          <a:xfrm>
            <a:off x="480695" y="2005965"/>
            <a:ext cx="408305" cy="4039929"/>
            <a:chOff x="428" y="3293"/>
            <a:chExt cx="750" cy="6445"/>
          </a:xfrm>
        </p:grpSpPr>
        <p:sp>
          <p:nvSpPr>
            <p:cNvPr id="20" name="圆角矩形 19"/>
            <p:cNvSpPr/>
            <p:nvPr/>
          </p:nvSpPr>
          <p:spPr>
            <a:xfrm>
              <a:off x="428" y="3293"/>
              <a:ext cx="750" cy="2501"/>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00000"/>
                </a:lnSpc>
              </a:pPr>
              <a:r>
                <a:rPr lang="zh-CN" altLang="en-US" b="1" dirty="0">
                  <a:latin typeface="微软雅黑" panose="020B0503020204020204" pitchFamily="34" charset="-122"/>
                  <a:ea typeface="微软雅黑" panose="020B0503020204020204" pitchFamily="34" charset="-122"/>
                </a:rPr>
                <a:t>类型及策略</a:t>
              </a:r>
              <a:endParaRPr lang="zh-CN" altLang="en-US" b="1" dirty="0">
                <a:latin typeface="微软雅黑" panose="020B0503020204020204" pitchFamily="34" charset="-122"/>
                <a:ea typeface="微软雅黑" panose="020B0503020204020204" pitchFamily="34" charset="-122"/>
              </a:endParaRPr>
            </a:p>
          </p:txBody>
        </p:sp>
        <p:sp>
          <p:nvSpPr>
            <p:cNvPr id="39" name="圆角矩形 38"/>
            <p:cNvSpPr/>
            <p:nvPr/>
          </p:nvSpPr>
          <p:spPr>
            <a:xfrm>
              <a:off x="428" y="6185"/>
              <a:ext cx="750" cy="3553"/>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b="1" dirty="0">
                  <a:latin typeface="微软雅黑" panose="020B0503020204020204" pitchFamily="34" charset="-122"/>
                  <a:ea typeface="微软雅黑" panose="020B0503020204020204" pitchFamily="34" charset="-122"/>
                </a:rPr>
                <a:t>案例</a:t>
              </a:r>
              <a:endParaRPr lang="zh-CN" altLang="en-US" b="1" dirty="0">
                <a:latin typeface="微软雅黑" panose="020B0503020204020204" pitchFamily="34" charset="-122"/>
                <a:ea typeface="微软雅黑" panose="020B0503020204020204" pitchFamily="34" charset="-122"/>
              </a:endParaRPr>
            </a:p>
          </p:txBody>
        </p:sp>
      </p:grpSp>
      <p:grpSp>
        <p:nvGrpSpPr>
          <p:cNvPr id="40" name="组合 39"/>
          <p:cNvGrpSpPr/>
          <p:nvPr>
            <p:custDataLst>
              <p:tags r:id="rId11"/>
            </p:custDataLst>
          </p:nvPr>
        </p:nvGrpSpPr>
        <p:grpSpPr>
          <a:xfrm>
            <a:off x="984636" y="3864699"/>
            <a:ext cx="3046055" cy="2181809"/>
            <a:chOff x="406" y="7557"/>
            <a:chExt cx="4385" cy="2632"/>
          </a:xfrm>
        </p:grpSpPr>
        <p:sp>
          <p:nvSpPr>
            <p:cNvPr id="42" name="靖飞在肝PPT4"/>
            <p:cNvSpPr/>
            <p:nvPr>
              <p:custDataLst>
                <p:tags r:id="rId12"/>
              </p:custDataLst>
            </p:nvPr>
          </p:nvSpPr>
          <p:spPr>
            <a:xfrm>
              <a:off x="406" y="7557"/>
              <a:ext cx="4385" cy="485"/>
            </a:xfrm>
            <a:prstGeom prst="rect">
              <a:avLst/>
            </a:prstGeom>
            <a:solidFill>
              <a:schemeClr val="tx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bg1"/>
                  </a:solidFill>
                  <a:latin typeface="+mn-ea"/>
                  <a:cs typeface="OPPOSans M" panose="00020600040101010101" pitchFamily="18" charset="-122"/>
                </a:rPr>
                <a:t>中国华能：科技创新委员会统筹</a:t>
              </a:r>
              <a:endParaRPr lang="zh-CN" altLang="en-US" sz="1600" b="1">
                <a:solidFill>
                  <a:schemeClr val="bg1"/>
                </a:solidFill>
                <a:latin typeface="+mn-ea"/>
                <a:cs typeface="OPPOSans M" panose="00020600040101010101" pitchFamily="18" charset="-122"/>
              </a:endParaRPr>
            </a:p>
          </p:txBody>
        </p:sp>
        <p:sp>
          <p:nvSpPr>
            <p:cNvPr id="43" name="靖飞在肝PPT5"/>
            <p:cNvSpPr/>
            <p:nvPr>
              <p:custDataLst>
                <p:tags r:id="rId13"/>
              </p:custDataLst>
            </p:nvPr>
          </p:nvSpPr>
          <p:spPr>
            <a:xfrm>
              <a:off x="406" y="8105"/>
              <a:ext cx="4385" cy="2084"/>
            </a:xfrm>
            <a:prstGeom prst="foldedCorne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lnSpc>
                  <a:spcPct val="120000"/>
                </a:lnSpc>
              </a:pPr>
              <a:r>
                <a:rPr lang="zh-CN" altLang="en-US" sz="1400">
                  <a:solidFill>
                    <a:schemeClr val="tx1"/>
                  </a:solidFill>
                  <a:latin typeface="+mn-ea"/>
                  <a:cs typeface="OPPOSans M" panose="00020600040101010101" pitchFamily="18" charset="-122"/>
                </a:rPr>
                <a:t>中国华能成立</a:t>
              </a:r>
              <a:r>
                <a:rPr lang="zh-CN" altLang="en-US" sz="1400" b="1">
                  <a:solidFill>
                    <a:srgbClr val="FF0000"/>
                  </a:solidFill>
                  <a:latin typeface="+mn-ea"/>
                  <a:cs typeface="OPPOSans M" panose="00020600040101010101" pitchFamily="18" charset="-122"/>
                </a:rPr>
                <a:t>集团科技创新委员会和专家咨询委员会</a:t>
              </a:r>
              <a:r>
                <a:rPr lang="zh-CN" altLang="en-US" sz="1400">
                  <a:solidFill>
                    <a:schemeClr val="tx1"/>
                  </a:solidFill>
                  <a:latin typeface="+mn-ea"/>
                  <a:cs typeface="OPPOSans M" panose="00020600040101010101" pitchFamily="18" charset="-122"/>
                </a:rPr>
                <a:t>，设立四个二级专题委员会，统筹"碳、电、数"三大方向技术攻关，制定百余项创新课题清单，</a:t>
              </a:r>
              <a:r>
                <a:rPr lang="zh-CN" altLang="en-US" sz="1400" b="1">
                  <a:solidFill>
                    <a:srgbClr val="FF0000"/>
                  </a:solidFill>
                  <a:latin typeface="+mn-ea"/>
                  <a:cs typeface="OPPOSans M" panose="00020600040101010101" pitchFamily="18" charset="-122"/>
                </a:rPr>
                <a:t>实现科技创新从分散推进向战略统筹转变</a:t>
              </a:r>
              <a:endParaRPr lang="zh-CN" altLang="en-US" sz="1400" b="1">
                <a:solidFill>
                  <a:srgbClr val="FF0000"/>
                </a:solidFill>
                <a:latin typeface="+mn-ea"/>
                <a:cs typeface="OPPOSans M" panose="00020600040101010101" pitchFamily="18" charset="-122"/>
              </a:endParaRPr>
            </a:p>
          </p:txBody>
        </p:sp>
      </p:grpSp>
      <p:grpSp>
        <p:nvGrpSpPr>
          <p:cNvPr id="46" name="组合 45"/>
          <p:cNvGrpSpPr/>
          <p:nvPr>
            <p:custDataLst>
              <p:tags r:id="rId14"/>
            </p:custDataLst>
          </p:nvPr>
        </p:nvGrpSpPr>
        <p:grpSpPr>
          <a:xfrm>
            <a:off x="4418281" y="3864699"/>
            <a:ext cx="3236472" cy="2166452"/>
            <a:chOff x="406" y="7557"/>
            <a:chExt cx="4385" cy="2632"/>
          </a:xfrm>
        </p:grpSpPr>
        <p:sp>
          <p:nvSpPr>
            <p:cNvPr id="50" name="靖飞在肝PPT4"/>
            <p:cNvSpPr/>
            <p:nvPr>
              <p:custDataLst>
                <p:tags r:id="rId15"/>
              </p:custDataLst>
            </p:nvPr>
          </p:nvSpPr>
          <p:spPr>
            <a:xfrm>
              <a:off x="406" y="7557"/>
              <a:ext cx="4385" cy="485"/>
            </a:xfrm>
            <a:prstGeom prst="rect">
              <a:avLst/>
            </a:prstGeom>
            <a:solidFill>
              <a:schemeClr val="tx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bg1"/>
                  </a:solidFill>
                  <a:latin typeface="+mn-ea"/>
                  <a:cs typeface="OPPOSans M" panose="00020600040101010101" pitchFamily="18" charset="-122"/>
                </a:rPr>
                <a:t>上海建工：中央研究院协同体系</a:t>
              </a:r>
              <a:endParaRPr lang="zh-CN" altLang="en-US" sz="1600" b="1">
                <a:solidFill>
                  <a:schemeClr val="bg1"/>
                </a:solidFill>
                <a:latin typeface="+mn-ea"/>
                <a:cs typeface="OPPOSans M" panose="00020600040101010101" pitchFamily="18" charset="-122"/>
              </a:endParaRPr>
            </a:p>
          </p:txBody>
        </p:sp>
        <p:sp>
          <p:nvSpPr>
            <p:cNvPr id="51" name="靖飞在肝PPT5"/>
            <p:cNvSpPr/>
            <p:nvPr>
              <p:custDataLst>
                <p:tags r:id="rId16"/>
              </p:custDataLst>
            </p:nvPr>
          </p:nvSpPr>
          <p:spPr>
            <a:xfrm>
              <a:off x="406" y="8096"/>
              <a:ext cx="4385" cy="2093"/>
            </a:xfrm>
            <a:prstGeom prst="foldedCorne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lnSpc>
                  <a:spcPct val="130000"/>
                </a:lnSpc>
              </a:pPr>
              <a:r>
                <a:rPr lang="zh-CN" altLang="en-US" sz="1400">
                  <a:solidFill>
                    <a:schemeClr val="tx1"/>
                  </a:solidFill>
                  <a:latin typeface="+mn-ea"/>
                  <a:cs typeface="OPPOSans M" panose="00020600040101010101" pitchFamily="18" charset="-122"/>
                </a:rPr>
                <a:t>上海建工</a:t>
              </a:r>
              <a:r>
                <a:rPr lang="zh-CN" altLang="en-US" sz="1400" b="1">
                  <a:solidFill>
                    <a:srgbClr val="FF0000"/>
                  </a:solidFill>
                  <a:latin typeface="+mn-ea"/>
                  <a:cs typeface="OPPOSans M" panose="00020600040101010101" pitchFamily="18" charset="-122"/>
                </a:rPr>
                <a:t>将"工程研究总院"升级为中央研究院，</a:t>
              </a:r>
              <a:r>
                <a:rPr lang="zh-CN" altLang="en-US" sz="1400">
                  <a:solidFill>
                    <a:schemeClr val="tx1"/>
                  </a:solidFill>
                  <a:latin typeface="+mn-ea"/>
                  <a:cs typeface="OPPOSans M" panose="00020600040101010101" pitchFamily="18" charset="-122"/>
                </a:rPr>
                <a:t>与15家子公司研究院形成体系协同，构建智能建造、建筑机器人等创新平台，</a:t>
              </a:r>
              <a:r>
                <a:rPr lang="zh-CN" altLang="en-US" sz="1400" b="1">
                  <a:solidFill>
                    <a:srgbClr val="FF0000"/>
                  </a:solidFill>
                  <a:latin typeface="+mn-ea"/>
                  <a:cs typeface="OPPOSans M" panose="00020600040101010101" pitchFamily="18" charset="-122"/>
                </a:rPr>
                <a:t>实现从围绕施工主业向"数字赋能+技术储备+种子工程"三位一体转型</a:t>
              </a:r>
              <a:endParaRPr lang="zh-CN" altLang="en-US" sz="1400" b="1">
                <a:solidFill>
                  <a:srgbClr val="FF0000"/>
                </a:solidFill>
                <a:latin typeface="+mn-ea"/>
                <a:cs typeface="OPPOSans M" panose="00020600040101010101" pitchFamily="18" charset="-122"/>
              </a:endParaRPr>
            </a:p>
          </p:txBody>
        </p:sp>
      </p:grpSp>
      <p:grpSp>
        <p:nvGrpSpPr>
          <p:cNvPr id="53" name="组合 52"/>
          <p:cNvGrpSpPr/>
          <p:nvPr>
            <p:custDataLst>
              <p:tags r:id="rId17"/>
            </p:custDataLst>
          </p:nvPr>
        </p:nvGrpSpPr>
        <p:grpSpPr>
          <a:xfrm>
            <a:off x="8039273" y="3864085"/>
            <a:ext cx="3156006" cy="2170752"/>
            <a:chOff x="406" y="7557"/>
            <a:chExt cx="4385" cy="2632"/>
          </a:xfrm>
        </p:grpSpPr>
        <p:sp>
          <p:nvSpPr>
            <p:cNvPr id="54" name="靖飞在肝PPT4"/>
            <p:cNvSpPr/>
            <p:nvPr>
              <p:custDataLst>
                <p:tags r:id="rId18"/>
              </p:custDataLst>
            </p:nvPr>
          </p:nvSpPr>
          <p:spPr>
            <a:xfrm>
              <a:off x="406" y="7557"/>
              <a:ext cx="4385" cy="485"/>
            </a:xfrm>
            <a:prstGeom prst="rect">
              <a:avLst/>
            </a:prstGeom>
            <a:solidFill>
              <a:schemeClr val="tx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bg1"/>
                  </a:solidFill>
                  <a:latin typeface="+mn-ea"/>
                  <a:cs typeface="OPPOSans M" panose="00020600040101010101" pitchFamily="18" charset="-122"/>
                </a:rPr>
                <a:t>国药太极集团：揭榜挂帅项目制</a:t>
              </a:r>
              <a:endParaRPr lang="zh-CN" altLang="en-US" sz="1600" b="1">
                <a:solidFill>
                  <a:schemeClr val="bg1"/>
                </a:solidFill>
                <a:latin typeface="+mn-ea"/>
                <a:cs typeface="OPPOSans M" panose="00020600040101010101" pitchFamily="18" charset="-122"/>
              </a:endParaRPr>
            </a:p>
          </p:txBody>
        </p:sp>
        <p:sp>
          <p:nvSpPr>
            <p:cNvPr id="55" name="靖飞在肝PPT5"/>
            <p:cNvSpPr/>
            <p:nvPr>
              <p:custDataLst>
                <p:tags r:id="rId19"/>
              </p:custDataLst>
            </p:nvPr>
          </p:nvSpPr>
          <p:spPr>
            <a:xfrm>
              <a:off x="406" y="8096"/>
              <a:ext cx="4385" cy="2093"/>
            </a:xfrm>
            <a:prstGeom prst="foldedCorne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sp>
          <p:nvSpPr>
            <p:cNvPr id="56" name="靖飞在肝PPT6"/>
            <p:cNvSpPr txBox="1"/>
            <p:nvPr>
              <p:custDataLst>
                <p:tags r:id="rId20"/>
              </p:custDataLst>
            </p:nvPr>
          </p:nvSpPr>
          <p:spPr>
            <a:xfrm>
              <a:off x="521" y="8040"/>
              <a:ext cx="4225" cy="1990"/>
            </a:xfrm>
            <a:prstGeom prst="rect">
              <a:avLst/>
            </a:prstGeom>
            <a:noFill/>
            <a:ln>
              <a:noFill/>
            </a:ln>
          </p:spPr>
          <p:txBody>
            <a:bodyPr wrap="square" rtlCol="0">
              <a:spAutoFit/>
            </a:bodyPr>
            <a:lstStyle/>
            <a:p>
              <a:pPr>
                <a:lnSpc>
                  <a:spcPct val="120000"/>
                </a:lnSpc>
              </a:pPr>
              <a:r>
                <a:rPr lang="zh-CN" altLang="en-US" sz="1400">
                  <a:latin typeface="+mn-ea"/>
                  <a:cs typeface="OPPOSans M" panose="00020600040101010101" pitchFamily="18" charset="-122"/>
                </a:rPr>
                <a:t>国药太极建设"一个数字化太极"为目标，</a:t>
              </a:r>
              <a:r>
                <a:rPr lang="zh-CN" altLang="en-US" sz="1400" b="1">
                  <a:solidFill>
                    <a:srgbClr val="FF0000"/>
                  </a:solidFill>
                  <a:latin typeface="+mn-ea"/>
                  <a:cs typeface="OPPOSans M" panose="00020600040101010101" pitchFamily="18" charset="-122"/>
                </a:rPr>
                <a:t>揭榜挂帅承建重庆现代中药"产业大脑"</a:t>
              </a:r>
              <a:r>
                <a:rPr lang="zh-CN" altLang="en-US" sz="1400">
                  <a:latin typeface="+mn-ea"/>
                  <a:cs typeface="OPPOSans M" panose="00020600040101010101" pitchFamily="18" charset="-122"/>
                </a:rPr>
                <a:t>，集"现代中药+产业互联网+消费互联网"于一体，推动全产业链数字化转型升级，</a:t>
              </a:r>
              <a:r>
                <a:rPr lang="zh-CN" altLang="en-US" sz="1400" b="1">
                  <a:solidFill>
                    <a:srgbClr val="FF0000"/>
                  </a:solidFill>
                  <a:latin typeface="+mn-ea"/>
                  <a:cs typeface="OPPOSans M" panose="00020600040101010101" pitchFamily="18" charset="-122"/>
                </a:rPr>
                <a:t>实现从传统中药企业向现代科技型企业的组织重塑</a:t>
              </a:r>
              <a:endParaRPr lang="zh-CN" altLang="en-US" sz="1400" b="1">
                <a:solidFill>
                  <a:srgbClr val="FF0000"/>
                </a:solidFill>
                <a:latin typeface="+mn-ea"/>
                <a:cs typeface="OPPOSans M" panose="00020600040101010101" pitchFamily="18" charset="-122"/>
              </a:endParaRPr>
            </a:p>
          </p:txBody>
        </p:sp>
      </p:grpSp>
    </p:spTree>
    <p:custDataLst>
      <p:tags r:id="rId2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七、国有企业科技创新规划步骤四：打造战略引领、机制完善的科技人才队伍，保障科创落地</a:t>
            </a:r>
            <a:endParaRPr lang="zh-CN" altLang="en-US"/>
          </a:p>
        </p:txBody>
      </p:sp>
      <p:sp>
        <p:nvSpPr>
          <p:cNvPr id="7" name="灯片编号占位符 6"/>
          <p:cNvSpPr>
            <a:spLocks noGrp="1"/>
          </p:cNvSpPr>
          <p:nvPr>
            <p:ph type="sldNum" sz="quarter" idx="4"/>
          </p:nvPr>
        </p:nvSpPr>
        <p:spPr/>
        <p:txBody>
          <a:bodyPr/>
          <a:p>
            <a:fld id="{7F65B630-C7FF-41C0-9923-C5E5E29EED81}" type="slidenum">
              <a:rPr lang="en-US" altLang="zh-CN" smtClean="0"/>
            </a:fld>
            <a:endParaRPr lang="en-US" altLang="zh-CN" dirty="0"/>
          </a:p>
        </p:txBody>
      </p:sp>
      <p:sp>
        <p:nvSpPr>
          <p:cNvPr id="14" name="Freeform 2396"/>
          <p:cNvSpPr/>
          <p:nvPr/>
        </p:nvSpPr>
        <p:spPr>
          <a:xfrm>
            <a:off x="955675" y="3089910"/>
            <a:ext cx="1770380" cy="278130"/>
          </a:xfrm>
          <a:custGeom>
            <a:avLst/>
            <a:gdLst/>
            <a:ahLst/>
            <a:cxnLst/>
            <a:rect l="0" t="0" r="0" b="0"/>
            <a:pathLst>
              <a:path w="1738883" h="307848">
                <a:moveTo>
                  <a:pt x="0" y="307848"/>
                </a:moveTo>
                <a:lnTo>
                  <a:pt x="1738883" y="307848"/>
                </a:lnTo>
                <a:lnTo>
                  <a:pt x="1738883" y="0"/>
                </a:lnTo>
                <a:lnTo>
                  <a:pt x="0" y="0"/>
                </a:lnTo>
                <a:lnTo>
                  <a:pt x="0" y="307848"/>
                </a:lnTo>
                <a:close/>
              </a:path>
            </a:pathLst>
          </a:custGeom>
          <a:noFill/>
          <a:ln w="3047">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latin typeface="+mn-ea"/>
            </a:endParaRPr>
          </a:p>
        </p:txBody>
      </p:sp>
      <p:grpSp>
        <p:nvGrpSpPr>
          <p:cNvPr id="3" name="组合 2"/>
          <p:cNvGrpSpPr/>
          <p:nvPr/>
        </p:nvGrpSpPr>
        <p:grpSpPr>
          <a:xfrm>
            <a:off x="660400" y="1805940"/>
            <a:ext cx="551180" cy="4431665"/>
            <a:chOff x="411" y="2844"/>
            <a:chExt cx="1530" cy="6979"/>
          </a:xfrm>
        </p:grpSpPr>
        <p:sp>
          <p:nvSpPr>
            <p:cNvPr id="34" name="流程图: 可选过程 33"/>
            <p:cNvSpPr/>
            <p:nvPr/>
          </p:nvSpPr>
          <p:spPr>
            <a:xfrm>
              <a:off x="411" y="2844"/>
              <a:ext cx="1530" cy="2022"/>
            </a:xfrm>
            <a:prstGeom prst="flowChartAlternateProcess">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10000"/>
                </a:lnSpc>
              </a:pPr>
              <a:r>
                <a:rPr lang="zh-CN" altLang="en-US" sz="1400" b="1" dirty="0">
                  <a:latin typeface="微软雅黑" panose="020B0503020204020204" pitchFamily="34" charset="-122"/>
                  <a:ea typeface="微软雅黑" panose="020B0503020204020204" pitchFamily="34" charset="-122"/>
                </a:rPr>
                <a:t>战略</a:t>
              </a:r>
              <a:endParaRPr lang="zh-CN" altLang="en-US" sz="1400" b="1" dirty="0">
                <a:latin typeface="微软雅黑" panose="020B0503020204020204" pitchFamily="34" charset="-122"/>
                <a:ea typeface="微软雅黑" panose="020B0503020204020204" pitchFamily="34" charset="-122"/>
              </a:endParaRPr>
            </a:p>
          </p:txBody>
        </p:sp>
        <p:sp>
          <p:nvSpPr>
            <p:cNvPr id="35" name="流程图: 可选过程 34"/>
            <p:cNvSpPr/>
            <p:nvPr/>
          </p:nvSpPr>
          <p:spPr>
            <a:xfrm>
              <a:off x="411" y="5326"/>
              <a:ext cx="1530" cy="827"/>
            </a:xfrm>
            <a:prstGeom prst="flowChartAlternateProcess">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00000"/>
                </a:lnSpc>
              </a:pPr>
              <a:r>
                <a:rPr lang="zh-CN" altLang="en-US" sz="1400" b="1" dirty="0">
                  <a:latin typeface="微软雅黑" panose="020B0503020204020204" pitchFamily="34" charset="-122"/>
                  <a:ea typeface="微软雅黑" panose="020B0503020204020204" pitchFamily="34" charset="-122"/>
                </a:rPr>
                <a:t>人才</a:t>
              </a:r>
              <a:endParaRPr lang="zh-CN" altLang="en-US" sz="1400" b="1" dirty="0">
                <a:latin typeface="微软雅黑" panose="020B0503020204020204" pitchFamily="34" charset="-122"/>
                <a:ea typeface="微软雅黑" panose="020B0503020204020204" pitchFamily="34" charset="-122"/>
              </a:endParaRPr>
            </a:p>
          </p:txBody>
        </p:sp>
        <p:sp>
          <p:nvSpPr>
            <p:cNvPr id="36" name="流程图: 可选过程 35"/>
            <p:cNvSpPr/>
            <p:nvPr/>
          </p:nvSpPr>
          <p:spPr>
            <a:xfrm>
              <a:off x="411" y="6645"/>
              <a:ext cx="1530" cy="1180"/>
            </a:xfrm>
            <a:prstGeom prst="flowChartAlternateProcess">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10000"/>
                </a:lnSpc>
              </a:pPr>
              <a:r>
                <a:rPr lang="zh-CN" altLang="en-US" sz="1400" b="1" dirty="0">
                  <a:latin typeface="微软雅黑" panose="020B0503020204020204" pitchFamily="34" charset="-122"/>
                  <a:ea typeface="微软雅黑" panose="020B0503020204020204" pitchFamily="34" charset="-122"/>
                </a:rPr>
                <a:t>机制</a:t>
              </a:r>
              <a:endParaRPr lang="zh-CN" altLang="en-US" sz="1400" b="1" dirty="0">
                <a:latin typeface="微软雅黑" panose="020B0503020204020204" pitchFamily="34" charset="-122"/>
                <a:ea typeface="微软雅黑" panose="020B0503020204020204" pitchFamily="34" charset="-122"/>
              </a:endParaRPr>
            </a:p>
          </p:txBody>
        </p:sp>
        <p:sp>
          <p:nvSpPr>
            <p:cNvPr id="37" name="流程图: 可选过程 36"/>
            <p:cNvSpPr/>
            <p:nvPr/>
          </p:nvSpPr>
          <p:spPr>
            <a:xfrm>
              <a:off x="411" y="8174"/>
              <a:ext cx="1530" cy="1649"/>
            </a:xfrm>
            <a:prstGeom prst="flowChartAlternateProcess">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00000"/>
                </a:lnSpc>
              </a:pPr>
              <a:r>
                <a:rPr lang="zh-CN" altLang="en-US" sz="1400" b="1" dirty="0">
                  <a:latin typeface="微软雅黑" panose="020B0503020204020204" pitchFamily="34" charset="-122"/>
                  <a:ea typeface="微软雅黑" panose="020B0503020204020204" pitchFamily="34" charset="-122"/>
                </a:rPr>
                <a:t>平台</a:t>
              </a:r>
              <a:endParaRPr lang="zh-CN" altLang="en-US" sz="1400" b="1" dirty="0">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1459602" y="1165860"/>
            <a:ext cx="6798573" cy="5072380"/>
            <a:chOff x="2298" y="1836"/>
            <a:chExt cx="14613" cy="8743"/>
          </a:xfrm>
        </p:grpSpPr>
        <p:sp>
          <p:nvSpPr>
            <p:cNvPr id="38" name="等腰三角形 37"/>
            <p:cNvSpPr/>
            <p:nvPr/>
          </p:nvSpPr>
          <p:spPr>
            <a:xfrm>
              <a:off x="2450" y="1836"/>
              <a:ext cx="14461" cy="892"/>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p>
              <a:pPr algn="ctr">
                <a:lnSpc>
                  <a:spcPct val="130000"/>
                </a:lnSpc>
              </a:pPr>
              <a:r>
                <a:rPr lang="zh-CN" altLang="en-US" sz="1600" b="1" dirty="0">
                  <a:latin typeface="微软雅黑" panose="020B0503020204020204" pitchFamily="34" charset="-122"/>
                  <a:ea typeface="微软雅黑" panose="020B0503020204020204" pitchFamily="34" charset="-122"/>
                </a:rPr>
                <a:t>战略性科技人才管理体系</a:t>
              </a:r>
              <a:endParaRPr lang="zh-CN" altLang="en-US" sz="1600" b="1" dirty="0">
                <a:latin typeface="微软雅黑" panose="020B0503020204020204" pitchFamily="34" charset="-122"/>
                <a:ea typeface="微软雅黑" panose="020B0503020204020204" pitchFamily="34" charset="-122"/>
              </a:endParaRPr>
            </a:p>
          </p:txBody>
        </p:sp>
        <p:pic>
          <p:nvPicPr>
            <p:cNvPr id="149" name="image 20010"/>
            <p:cNvPicPr>
              <a:picLocks noChangeAspect="1"/>
            </p:cNvPicPr>
            <p:nvPr/>
          </p:nvPicPr>
          <p:blipFill>
            <a:blip r:embed="rId1"/>
            <a:srcRect r="2395"/>
            <a:stretch>
              <a:fillRect/>
            </a:stretch>
          </p:blipFill>
          <p:spPr>
            <a:xfrm>
              <a:off x="8126" y="8345"/>
              <a:ext cx="2547" cy="1477"/>
            </a:xfrm>
            <a:prstGeom prst="rect">
              <a:avLst/>
            </a:prstGeom>
          </p:spPr>
        </p:pic>
        <p:grpSp>
          <p:nvGrpSpPr>
            <p:cNvPr id="166" name="组合 165"/>
            <p:cNvGrpSpPr/>
            <p:nvPr/>
          </p:nvGrpSpPr>
          <p:grpSpPr>
            <a:xfrm>
              <a:off x="2298" y="2922"/>
              <a:ext cx="14613" cy="6901"/>
              <a:chOff x="2263" y="2922"/>
              <a:chExt cx="15147" cy="6901"/>
            </a:xfrm>
          </p:grpSpPr>
          <p:grpSp>
            <p:nvGrpSpPr>
              <p:cNvPr id="18" name="组合 17"/>
              <p:cNvGrpSpPr/>
              <p:nvPr/>
            </p:nvGrpSpPr>
            <p:grpSpPr>
              <a:xfrm>
                <a:off x="2265" y="2922"/>
                <a:ext cx="15141" cy="1892"/>
                <a:chOff x="1556" y="2712"/>
                <a:chExt cx="12898" cy="2103"/>
              </a:xfrm>
            </p:grpSpPr>
            <p:sp>
              <p:nvSpPr>
                <p:cNvPr id="10" name="Freeform 2389"/>
                <p:cNvSpPr/>
                <p:nvPr/>
              </p:nvSpPr>
              <p:spPr>
                <a:xfrm>
                  <a:off x="1561" y="2725"/>
                  <a:ext cx="2645" cy="749"/>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solidFill>
                    <a:schemeClr val="accent1"/>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latin typeface="+mn-ea"/>
                  </a:endParaRPr>
                </a:p>
              </p:txBody>
            </p:sp>
            <p:sp>
              <p:nvSpPr>
                <p:cNvPr id="11" name="Freeform 2390"/>
                <p:cNvSpPr/>
                <p:nvPr/>
              </p:nvSpPr>
              <p:spPr>
                <a:xfrm>
                  <a:off x="1556" y="2876"/>
                  <a:ext cx="2479" cy="605"/>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latin typeface="+mn-ea"/>
                  </a:endParaRPr>
                </a:p>
              </p:txBody>
            </p:sp>
            <p:sp>
              <p:nvSpPr>
                <p:cNvPr id="65" name="Freeform 2447"/>
                <p:cNvSpPr/>
                <p:nvPr/>
              </p:nvSpPr>
              <p:spPr>
                <a:xfrm>
                  <a:off x="11809" y="2712"/>
                  <a:ext cx="2645" cy="749"/>
                </a:xfrm>
                <a:custGeom>
                  <a:avLst/>
                  <a:gdLst/>
                  <a:ahLst/>
                  <a:cxnLst/>
                  <a:rect l="0" t="0" r="0" b="0"/>
                  <a:pathLst>
                    <a:path w="1648969" h="527305">
                      <a:moveTo>
                        <a:pt x="0" y="108967"/>
                      </a:moveTo>
                      <a:lnTo>
                        <a:pt x="108966" y="0"/>
                      </a:lnTo>
                      <a:lnTo>
                        <a:pt x="1648969" y="0"/>
                      </a:lnTo>
                      <a:lnTo>
                        <a:pt x="1648969" y="418338"/>
                      </a:lnTo>
                      <a:lnTo>
                        <a:pt x="1540002" y="527305"/>
                      </a:lnTo>
                      <a:lnTo>
                        <a:pt x="0" y="527305"/>
                      </a:lnTo>
                      <a:close/>
                      <a:moveTo>
                        <a:pt x="0" y="108967"/>
                      </a:moveTo>
                      <a:lnTo>
                        <a:pt x="1540002" y="108967"/>
                      </a:lnTo>
                      <a:lnTo>
                        <a:pt x="1648969" y="0"/>
                      </a:lnTo>
                      <a:moveTo>
                        <a:pt x="1540002" y="108967"/>
                      </a:moveTo>
                      <a:lnTo>
                        <a:pt x="1540002" y="527305"/>
                      </a:lnTo>
                    </a:path>
                  </a:pathLst>
                </a:custGeom>
                <a:noFill/>
                <a:ln w="6095" cap="flat" cmpd="sng">
                  <a:solidFill>
                    <a:schemeClr val="accent2"/>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latin typeface="+mn-ea"/>
                  </a:endParaRPr>
                </a:p>
              </p:txBody>
            </p:sp>
            <p:sp>
              <p:nvSpPr>
                <p:cNvPr id="66" name="Freeform 2448"/>
                <p:cNvSpPr/>
                <p:nvPr/>
              </p:nvSpPr>
              <p:spPr>
                <a:xfrm>
                  <a:off x="11804" y="2864"/>
                  <a:ext cx="2479" cy="60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2"/>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latin typeface="+mn-ea"/>
                  </a:endParaRPr>
                </a:p>
              </p:txBody>
            </p:sp>
            <p:sp>
              <p:nvSpPr>
                <p:cNvPr id="88" name="Freeform 2470"/>
                <p:cNvSpPr/>
                <p:nvPr/>
              </p:nvSpPr>
              <p:spPr>
                <a:xfrm>
                  <a:off x="5073" y="2712"/>
                  <a:ext cx="2645" cy="749"/>
                </a:xfrm>
                <a:custGeom>
                  <a:avLst/>
                  <a:gdLst/>
                  <a:ahLst/>
                  <a:cxnLst/>
                  <a:rect l="0" t="0" r="0" b="0"/>
                  <a:pathLst>
                    <a:path w="1648968" h="527305">
                      <a:moveTo>
                        <a:pt x="0" y="108967"/>
                      </a:moveTo>
                      <a:lnTo>
                        <a:pt x="108965" y="0"/>
                      </a:lnTo>
                      <a:lnTo>
                        <a:pt x="1648968" y="0"/>
                      </a:lnTo>
                      <a:lnTo>
                        <a:pt x="1648968" y="418338"/>
                      </a:lnTo>
                      <a:lnTo>
                        <a:pt x="1540002" y="527305"/>
                      </a:lnTo>
                      <a:lnTo>
                        <a:pt x="0" y="527305"/>
                      </a:lnTo>
                      <a:close/>
                      <a:moveTo>
                        <a:pt x="0" y="108967"/>
                      </a:moveTo>
                      <a:lnTo>
                        <a:pt x="1540002" y="108967"/>
                      </a:lnTo>
                      <a:lnTo>
                        <a:pt x="1648968" y="0"/>
                      </a:lnTo>
                      <a:moveTo>
                        <a:pt x="1540002" y="108967"/>
                      </a:moveTo>
                      <a:lnTo>
                        <a:pt x="1540002" y="527305"/>
                      </a:lnTo>
                    </a:path>
                  </a:pathLst>
                </a:custGeom>
                <a:noFill/>
                <a:ln w="6095" cap="flat" cmpd="sng">
                  <a:solidFill>
                    <a:schemeClr val="accent2"/>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latin typeface="+mn-ea"/>
                  </a:endParaRPr>
                </a:p>
              </p:txBody>
            </p:sp>
            <p:sp>
              <p:nvSpPr>
                <p:cNvPr id="89" name="Freeform 2471"/>
                <p:cNvSpPr/>
                <p:nvPr/>
              </p:nvSpPr>
              <p:spPr>
                <a:xfrm>
                  <a:off x="5068" y="2864"/>
                  <a:ext cx="2479" cy="60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2"/>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latin typeface="+mn-ea"/>
                  </a:endParaRPr>
                </a:p>
              </p:txBody>
            </p:sp>
            <p:sp>
              <p:nvSpPr>
                <p:cNvPr id="100" name="Freeform 2482"/>
                <p:cNvSpPr/>
                <p:nvPr/>
              </p:nvSpPr>
              <p:spPr>
                <a:xfrm>
                  <a:off x="8519" y="2712"/>
                  <a:ext cx="2645" cy="749"/>
                </a:xfrm>
                <a:custGeom>
                  <a:avLst/>
                  <a:gdLst/>
                  <a:ahLst/>
                  <a:cxnLst/>
                  <a:rect l="0" t="0" r="0" b="0"/>
                  <a:pathLst>
                    <a:path w="1648968" h="527305">
                      <a:moveTo>
                        <a:pt x="0" y="108967"/>
                      </a:moveTo>
                      <a:lnTo>
                        <a:pt x="108967" y="0"/>
                      </a:lnTo>
                      <a:lnTo>
                        <a:pt x="1648968" y="0"/>
                      </a:lnTo>
                      <a:lnTo>
                        <a:pt x="1648968" y="418338"/>
                      </a:lnTo>
                      <a:lnTo>
                        <a:pt x="1540003" y="527305"/>
                      </a:lnTo>
                      <a:lnTo>
                        <a:pt x="0" y="527305"/>
                      </a:lnTo>
                      <a:close/>
                      <a:moveTo>
                        <a:pt x="0" y="108967"/>
                      </a:moveTo>
                      <a:lnTo>
                        <a:pt x="1540003" y="108967"/>
                      </a:lnTo>
                      <a:lnTo>
                        <a:pt x="1648968" y="0"/>
                      </a:lnTo>
                      <a:moveTo>
                        <a:pt x="1540003" y="108967"/>
                      </a:moveTo>
                      <a:lnTo>
                        <a:pt x="1540003" y="527305"/>
                      </a:lnTo>
                    </a:path>
                  </a:pathLst>
                </a:custGeom>
                <a:noFill/>
                <a:ln w="6095" cap="flat" cmpd="sng">
                  <a:solidFill>
                    <a:schemeClr val="accent3"/>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latin typeface="+mn-ea"/>
                  </a:endParaRPr>
                </a:p>
              </p:txBody>
            </p:sp>
            <p:sp>
              <p:nvSpPr>
                <p:cNvPr id="101" name="Freeform 2483"/>
                <p:cNvSpPr/>
                <p:nvPr/>
              </p:nvSpPr>
              <p:spPr>
                <a:xfrm>
                  <a:off x="8514" y="2864"/>
                  <a:ext cx="2479" cy="60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3"/>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latin typeface="+mn-ea"/>
                  </a:endParaRPr>
                </a:p>
              </p:txBody>
            </p:sp>
            <p:sp>
              <p:nvSpPr>
                <p:cNvPr id="113" name="Rectangle 2497"/>
                <p:cNvSpPr/>
                <p:nvPr/>
              </p:nvSpPr>
              <p:spPr>
                <a:xfrm>
                  <a:off x="1986" y="3011"/>
                  <a:ext cx="1795" cy="471"/>
                </a:xfrm>
                <a:prstGeom prst="rect">
                  <a:avLst/>
                </a:prstGeom>
              </p:spPr>
              <p:txBody>
                <a:bodyPr wrap="square" lIns="0" tIns="0" rIns="0" bIns="0">
                  <a:spAutoFit/>
                </a:bodyPr>
                <a:lstStyle/>
                <a:p>
                  <a:pPr marL="0"/>
                  <a:r>
                    <a:rPr lang="zh-CN" altLang="en-US" sz="1600" b="1" spc="0" baseline="0" dirty="0">
                      <a:solidFill>
                        <a:srgbClr val="FFFFFF"/>
                      </a:solidFill>
                      <a:latin typeface="+mn-ea"/>
                    </a:rPr>
                    <a:t>国家需要</a:t>
                  </a:r>
                  <a:endParaRPr lang="zh-CN" altLang="en-US" sz="1600" b="1" spc="0" baseline="0" dirty="0">
                    <a:solidFill>
                      <a:srgbClr val="FFFFFF"/>
                    </a:solidFill>
                    <a:latin typeface="+mn-ea"/>
                  </a:endParaRPr>
                </a:p>
              </p:txBody>
            </p:sp>
            <p:sp>
              <p:nvSpPr>
                <p:cNvPr id="124" name="Rectangle 2508"/>
                <p:cNvSpPr/>
                <p:nvPr/>
              </p:nvSpPr>
              <p:spPr>
                <a:xfrm>
                  <a:off x="12202" y="3011"/>
                  <a:ext cx="1916" cy="471"/>
                </a:xfrm>
                <a:prstGeom prst="rect">
                  <a:avLst/>
                </a:prstGeom>
              </p:spPr>
              <p:txBody>
                <a:bodyPr wrap="square" lIns="0" tIns="0" rIns="0" bIns="0">
                  <a:spAutoFit/>
                </a:bodyPr>
                <a:lstStyle/>
                <a:p>
                  <a:pPr marL="0"/>
                  <a:r>
                    <a:rPr lang="zh-CN" altLang="en-US" sz="1600" b="1" spc="0" baseline="0" dirty="0">
                      <a:solidFill>
                        <a:srgbClr val="FFFFFF"/>
                      </a:solidFill>
                      <a:latin typeface="+mn-ea"/>
                    </a:rPr>
                    <a:t>发展路径</a:t>
                  </a:r>
                  <a:endParaRPr lang="zh-CN" altLang="en-US" sz="1600" b="1" spc="0" baseline="0" dirty="0">
                    <a:solidFill>
                      <a:srgbClr val="FFFFFF"/>
                    </a:solidFill>
                    <a:latin typeface="+mn-ea"/>
                  </a:endParaRPr>
                </a:p>
              </p:txBody>
            </p:sp>
            <p:sp>
              <p:nvSpPr>
                <p:cNvPr id="132" name="Rectangle 2516"/>
                <p:cNvSpPr/>
                <p:nvPr/>
              </p:nvSpPr>
              <p:spPr>
                <a:xfrm>
                  <a:off x="5495" y="3011"/>
                  <a:ext cx="1801" cy="471"/>
                </a:xfrm>
                <a:prstGeom prst="rect">
                  <a:avLst/>
                </a:prstGeom>
              </p:spPr>
              <p:txBody>
                <a:bodyPr wrap="square" lIns="0" tIns="0" rIns="0" bIns="0">
                  <a:spAutoFit/>
                </a:bodyPr>
                <a:lstStyle/>
                <a:p>
                  <a:pPr marL="0"/>
                  <a:r>
                    <a:rPr lang="zh-CN" altLang="en-US" sz="1600" b="1" spc="0" baseline="0" dirty="0">
                      <a:solidFill>
                        <a:srgbClr val="FFFFFF"/>
                      </a:solidFill>
                      <a:latin typeface="+mn-ea"/>
                    </a:rPr>
                    <a:t>产业发展</a:t>
                  </a:r>
                  <a:endParaRPr lang="zh-CN" altLang="en-US" sz="1600" b="1" spc="0" baseline="0" dirty="0">
                    <a:solidFill>
                      <a:srgbClr val="FFFFFF"/>
                    </a:solidFill>
                    <a:latin typeface="+mn-ea"/>
                  </a:endParaRPr>
                </a:p>
              </p:txBody>
            </p:sp>
            <p:sp>
              <p:nvSpPr>
                <p:cNvPr id="138" name="Rectangle 2522"/>
                <p:cNvSpPr/>
                <p:nvPr/>
              </p:nvSpPr>
              <p:spPr>
                <a:xfrm>
                  <a:off x="9074" y="3872"/>
                  <a:ext cx="1466" cy="943"/>
                </a:xfrm>
                <a:prstGeom prst="rect">
                  <a:avLst/>
                </a:prstGeom>
              </p:spPr>
              <p:txBody>
                <a:bodyPr wrap="square" lIns="0" tIns="0" rIns="0" bIns="0">
                  <a:spAutoFit/>
                </a:bodyPr>
                <a:lstStyle/>
                <a:p>
                  <a:pPr marL="0"/>
                  <a:r>
                    <a:rPr lang="zh-CN" altLang="en-US" sz="1600" b="1" spc="0" baseline="0" dirty="0">
                      <a:solidFill>
                        <a:srgbClr val="FFFFFF"/>
                      </a:solidFill>
                      <a:latin typeface="+mn-ea"/>
                    </a:rPr>
                    <a:t>技术突破</a:t>
                  </a:r>
                  <a:endParaRPr lang="zh-CN" altLang="en-US" sz="1600" b="1" spc="0" baseline="0" dirty="0">
                    <a:solidFill>
                      <a:srgbClr val="FFFFFF"/>
                    </a:solidFill>
                    <a:latin typeface="+mn-ea"/>
                  </a:endParaRPr>
                </a:p>
              </p:txBody>
            </p:sp>
            <p:grpSp>
              <p:nvGrpSpPr>
                <p:cNvPr id="152" name="组合 151"/>
                <p:cNvGrpSpPr/>
                <p:nvPr/>
              </p:nvGrpSpPr>
              <p:grpSpPr>
                <a:xfrm rot="5400000" flipV="1">
                  <a:off x="4116" y="2680"/>
                  <a:ext cx="681" cy="879"/>
                  <a:chOff x="9151401" y="4183641"/>
                  <a:chExt cx="1392925" cy="787821"/>
                </a:xfrm>
              </p:grpSpPr>
              <p:sp>
                <p:nvSpPr>
                  <p:cNvPr id="153" name="菱形 152"/>
                  <p:cNvSpPr/>
                  <p:nvPr/>
                </p:nvSpPr>
                <p:spPr>
                  <a:xfrm rot="5400000" flipH="1">
                    <a:off x="9523257" y="3811785"/>
                    <a:ext cx="649213" cy="1392925"/>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sz="1600" kern="0">
                      <a:solidFill>
                        <a:srgbClr val="FFFFFF"/>
                      </a:solidFill>
                      <a:latin typeface="+mn-ea"/>
                    </a:endParaRPr>
                  </a:p>
                </p:txBody>
              </p:sp>
              <p:sp>
                <p:nvSpPr>
                  <p:cNvPr id="154" name="菱形 153"/>
                  <p:cNvSpPr/>
                  <p:nvPr/>
                </p:nvSpPr>
                <p:spPr>
                  <a:xfrm rot="5400000" flipH="1">
                    <a:off x="9523257" y="3950393"/>
                    <a:ext cx="649213" cy="1392925"/>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sz="1600" kern="0" dirty="0">
                      <a:solidFill>
                        <a:srgbClr val="FFFFFF"/>
                      </a:solidFill>
                      <a:latin typeface="+mn-ea"/>
                    </a:endParaRPr>
                  </a:p>
                </p:txBody>
              </p:sp>
            </p:grpSp>
            <p:grpSp>
              <p:nvGrpSpPr>
                <p:cNvPr id="155" name="组合 154"/>
                <p:cNvGrpSpPr/>
                <p:nvPr/>
              </p:nvGrpSpPr>
              <p:grpSpPr>
                <a:xfrm rot="5400000" flipV="1">
                  <a:off x="7605" y="2680"/>
                  <a:ext cx="681" cy="879"/>
                  <a:chOff x="9151401" y="4183641"/>
                  <a:chExt cx="1392925" cy="787821"/>
                </a:xfrm>
              </p:grpSpPr>
              <p:sp>
                <p:nvSpPr>
                  <p:cNvPr id="156" name="菱形 155"/>
                  <p:cNvSpPr/>
                  <p:nvPr/>
                </p:nvSpPr>
                <p:spPr>
                  <a:xfrm rot="5400000" flipH="1">
                    <a:off x="9523257" y="3811785"/>
                    <a:ext cx="649213" cy="1392925"/>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sz="1600" kern="0">
                      <a:solidFill>
                        <a:srgbClr val="FFFFFF"/>
                      </a:solidFill>
                      <a:latin typeface="+mn-ea"/>
                    </a:endParaRPr>
                  </a:p>
                </p:txBody>
              </p:sp>
              <p:sp>
                <p:nvSpPr>
                  <p:cNvPr id="157" name="菱形 156"/>
                  <p:cNvSpPr/>
                  <p:nvPr/>
                </p:nvSpPr>
                <p:spPr>
                  <a:xfrm rot="5400000" flipH="1">
                    <a:off x="9523257" y="3950393"/>
                    <a:ext cx="649213" cy="1392925"/>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sz="1600" kern="0" dirty="0">
                      <a:solidFill>
                        <a:srgbClr val="FFFFFF"/>
                      </a:solidFill>
                      <a:latin typeface="+mn-ea"/>
                    </a:endParaRPr>
                  </a:p>
                </p:txBody>
              </p:sp>
            </p:grpSp>
            <p:grpSp>
              <p:nvGrpSpPr>
                <p:cNvPr id="158" name="组合 157"/>
                <p:cNvGrpSpPr/>
                <p:nvPr/>
              </p:nvGrpSpPr>
              <p:grpSpPr>
                <a:xfrm rot="5400000" flipV="1">
                  <a:off x="11022" y="2680"/>
                  <a:ext cx="681" cy="879"/>
                  <a:chOff x="9151401" y="4183641"/>
                  <a:chExt cx="1392925" cy="787821"/>
                </a:xfrm>
              </p:grpSpPr>
              <p:sp>
                <p:nvSpPr>
                  <p:cNvPr id="159" name="菱形 158"/>
                  <p:cNvSpPr/>
                  <p:nvPr/>
                </p:nvSpPr>
                <p:spPr>
                  <a:xfrm rot="5400000" flipH="1">
                    <a:off x="9523257" y="3811785"/>
                    <a:ext cx="649213" cy="1392925"/>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sz="1600" kern="0">
                      <a:solidFill>
                        <a:srgbClr val="FFFFFF"/>
                      </a:solidFill>
                      <a:latin typeface="+mn-ea"/>
                    </a:endParaRPr>
                  </a:p>
                </p:txBody>
              </p:sp>
              <p:sp>
                <p:nvSpPr>
                  <p:cNvPr id="160" name="菱形 159"/>
                  <p:cNvSpPr/>
                  <p:nvPr/>
                </p:nvSpPr>
                <p:spPr>
                  <a:xfrm rot="5400000" flipH="1">
                    <a:off x="9523257" y="3950393"/>
                    <a:ext cx="649213" cy="1392925"/>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sz="1600" kern="0" dirty="0">
                      <a:solidFill>
                        <a:srgbClr val="FFFFFF"/>
                      </a:solidFill>
                      <a:latin typeface="+mn-ea"/>
                    </a:endParaRPr>
                  </a:p>
                </p:txBody>
              </p:sp>
            </p:grpSp>
          </p:grpSp>
          <p:grpSp>
            <p:nvGrpSpPr>
              <p:cNvPr id="42" name="组合 41"/>
              <p:cNvGrpSpPr/>
              <p:nvPr/>
            </p:nvGrpSpPr>
            <p:grpSpPr>
              <a:xfrm>
                <a:off x="2271" y="3891"/>
                <a:ext cx="3105" cy="1552"/>
                <a:chOff x="2271" y="3891"/>
                <a:chExt cx="3105" cy="1552"/>
              </a:xfrm>
            </p:grpSpPr>
            <p:sp>
              <p:nvSpPr>
                <p:cNvPr id="21" name="圆角矩形 59"/>
                <p:cNvSpPr/>
                <p:nvPr>
                  <p:custDataLst>
                    <p:tags r:id="rId2"/>
                  </p:custDataLst>
                </p:nvPr>
              </p:nvSpPr>
              <p:spPr>
                <a:xfrm>
                  <a:off x="2271" y="3891"/>
                  <a:ext cx="3105" cy="1552"/>
                </a:xfrm>
                <a:prstGeom prst="roundRect">
                  <a:avLst>
                    <a:gd name="adj" fmla="val 2928"/>
                  </a:avLst>
                </a:prstGeom>
                <a:solidFill>
                  <a:schemeClr val="bg1"/>
                </a:solidFill>
                <a:ln w="8318">
                  <a:solidFill>
                    <a:schemeClr val="tx2">
                      <a:lumMod val="75000"/>
                      <a:alpha val="30000"/>
                    </a:schemeClr>
                  </a:solidFill>
                  <a:prstDash val="dash"/>
                </a:ln>
                <a:effectLst>
                  <a:outerShdw blurRad="499110" dist="249555" dir="5400000" sx="90000" sy="90000" algn="ctr" rotWithShape="0">
                    <a:schemeClr val="tx2">
                      <a:lumMod val="75000"/>
                      <a:alpha val="9735"/>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19786" tIns="59893" rIns="119786" bIns="59893" rtlCol="0" anchor="ctr"/>
                <a:lstStyle/>
                <a:p>
                  <a:pPr algn="ctr"/>
                  <a:endParaRPr kumimoji="1" lang="zh-CN" altLang="en-US" sz="2000">
                    <a:latin typeface="+mn-ea"/>
                  </a:endParaRPr>
                </a:p>
              </p:txBody>
            </p:sp>
            <p:sp>
              <p:nvSpPr>
                <p:cNvPr id="39" name="矩形 38"/>
                <p:cNvSpPr/>
                <p:nvPr/>
              </p:nvSpPr>
              <p:spPr>
                <a:xfrm>
                  <a:off x="2603" y="4087"/>
                  <a:ext cx="2551" cy="5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200" b="1" dirty="0">
                      <a:latin typeface="微软雅黑" panose="020B0503020204020204" pitchFamily="34" charset="-122"/>
                      <a:ea typeface="微软雅黑" panose="020B0503020204020204" pitchFamily="34" charset="-122"/>
                    </a:rPr>
                    <a:t>坚持四个面向</a:t>
                  </a:r>
                  <a:endParaRPr lang="zh-CN" altLang="en-US" sz="1200" b="1" dirty="0">
                    <a:latin typeface="微软雅黑" panose="020B0503020204020204" pitchFamily="34" charset="-122"/>
                    <a:ea typeface="微软雅黑" panose="020B0503020204020204" pitchFamily="34" charset="-122"/>
                  </a:endParaRPr>
                </a:p>
              </p:txBody>
            </p:sp>
            <p:sp>
              <p:nvSpPr>
                <p:cNvPr id="40" name="矩形 39"/>
                <p:cNvSpPr/>
                <p:nvPr/>
              </p:nvSpPr>
              <p:spPr>
                <a:xfrm>
                  <a:off x="2603" y="4743"/>
                  <a:ext cx="2572" cy="5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200" b="1" dirty="0">
                      <a:latin typeface="微软雅黑" panose="020B0503020204020204" pitchFamily="34" charset="-122"/>
                      <a:ea typeface="微软雅黑" panose="020B0503020204020204" pitchFamily="34" charset="-122"/>
                    </a:rPr>
                    <a:t>坚持四链融合</a:t>
                  </a:r>
                  <a:endParaRPr lang="zh-CN" altLang="en-US" sz="1200" b="1" dirty="0">
                    <a:latin typeface="微软雅黑" panose="020B0503020204020204" pitchFamily="34" charset="-122"/>
                    <a:ea typeface="微软雅黑" panose="020B0503020204020204" pitchFamily="34" charset="-122"/>
                  </a:endParaRPr>
                </a:p>
              </p:txBody>
            </p:sp>
          </p:grpSp>
          <p:grpSp>
            <p:nvGrpSpPr>
              <p:cNvPr id="43" name="组合 42"/>
              <p:cNvGrpSpPr/>
              <p:nvPr/>
            </p:nvGrpSpPr>
            <p:grpSpPr>
              <a:xfrm>
                <a:off x="6388" y="3890"/>
                <a:ext cx="3105" cy="1552"/>
                <a:chOff x="2271" y="3891"/>
                <a:chExt cx="3105" cy="1552"/>
              </a:xfrm>
            </p:grpSpPr>
            <p:sp>
              <p:nvSpPr>
                <p:cNvPr id="44" name="圆角矩形 59"/>
                <p:cNvSpPr/>
                <p:nvPr>
                  <p:custDataLst>
                    <p:tags r:id="rId3"/>
                  </p:custDataLst>
                </p:nvPr>
              </p:nvSpPr>
              <p:spPr>
                <a:xfrm>
                  <a:off x="2271" y="3891"/>
                  <a:ext cx="3105" cy="1552"/>
                </a:xfrm>
                <a:prstGeom prst="roundRect">
                  <a:avLst>
                    <a:gd name="adj" fmla="val 2928"/>
                  </a:avLst>
                </a:prstGeom>
                <a:solidFill>
                  <a:schemeClr val="bg1"/>
                </a:solidFill>
                <a:ln w="8318">
                  <a:solidFill>
                    <a:schemeClr val="tx2">
                      <a:lumMod val="75000"/>
                      <a:alpha val="30000"/>
                    </a:schemeClr>
                  </a:solidFill>
                  <a:prstDash val="dash"/>
                </a:ln>
                <a:effectLst>
                  <a:outerShdw blurRad="499110" dist="249555" dir="5400000" sx="90000" sy="90000" algn="ctr" rotWithShape="0">
                    <a:schemeClr val="tx2">
                      <a:lumMod val="75000"/>
                      <a:alpha val="9735"/>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19786" tIns="59893" rIns="119786" bIns="59893" rtlCol="0" anchor="ctr"/>
                <a:lstStyle/>
                <a:p>
                  <a:pPr algn="ctr"/>
                  <a:endParaRPr kumimoji="1" lang="zh-CN" altLang="en-US" sz="2000">
                    <a:latin typeface="+mn-ea"/>
                  </a:endParaRPr>
                </a:p>
              </p:txBody>
            </p:sp>
            <p:sp>
              <p:nvSpPr>
                <p:cNvPr id="45" name="矩形 44"/>
                <p:cNvSpPr/>
                <p:nvPr/>
              </p:nvSpPr>
              <p:spPr>
                <a:xfrm>
                  <a:off x="2603" y="4087"/>
                  <a:ext cx="2576" cy="5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200" b="1" dirty="0">
                      <a:latin typeface="微软雅黑" panose="020B0503020204020204" pitchFamily="34" charset="-122"/>
                      <a:ea typeface="微软雅黑" panose="020B0503020204020204" pitchFamily="34" charset="-122"/>
                    </a:rPr>
                    <a:t>传统产业升级</a:t>
                  </a:r>
                  <a:endParaRPr lang="zh-CN" altLang="en-US" sz="1200" b="1" dirty="0">
                    <a:latin typeface="微软雅黑" panose="020B0503020204020204" pitchFamily="34" charset="-122"/>
                    <a:ea typeface="微软雅黑" panose="020B0503020204020204" pitchFamily="34" charset="-122"/>
                  </a:endParaRPr>
                </a:p>
              </p:txBody>
            </p:sp>
            <p:sp>
              <p:nvSpPr>
                <p:cNvPr id="46" name="矩形 45"/>
                <p:cNvSpPr/>
                <p:nvPr/>
              </p:nvSpPr>
              <p:spPr>
                <a:xfrm>
                  <a:off x="2603" y="4743"/>
                  <a:ext cx="2576" cy="5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en-US" altLang="zh-CN" sz="1200" b="1" dirty="0">
                      <a:latin typeface="微软雅黑" panose="020B0503020204020204" pitchFamily="34" charset="-122"/>
                      <a:ea typeface="微软雅黑" panose="020B0503020204020204" pitchFamily="34" charset="-122"/>
                    </a:rPr>
                    <a:t>9+6</a:t>
                  </a:r>
                  <a:r>
                    <a:rPr lang="zh-CN" altLang="en-US" sz="1200" b="1" dirty="0">
                      <a:latin typeface="微软雅黑" panose="020B0503020204020204" pitchFamily="34" charset="-122"/>
                      <a:ea typeface="微软雅黑" panose="020B0503020204020204" pitchFamily="34" charset="-122"/>
                    </a:rPr>
                    <a:t>产业发展</a:t>
                  </a:r>
                  <a:endParaRPr lang="zh-CN" altLang="en-US" sz="1200" b="1" dirty="0">
                    <a:latin typeface="微软雅黑" panose="020B0503020204020204" pitchFamily="34" charset="-122"/>
                    <a:ea typeface="微软雅黑" panose="020B0503020204020204" pitchFamily="34" charset="-122"/>
                  </a:endParaRPr>
                </a:p>
              </p:txBody>
            </p:sp>
          </p:grpSp>
          <p:grpSp>
            <p:nvGrpSpPr>
              <p:cNvPr id="47" name="组合 46"/>
              <p:cNvGrpSpPr/>
              <p:nvPr/>
            </p:nvGrpSpPr>
            <p:grpSpPr>
              <a:xfrm>
                <a:off x="10439" y="3890"/>
                <a:ext cx="3105" cy="1552"/>
                <a:chOff x="2271" y="3891"/>
                <a:chExt cx="3105" cy="1552"/>
              </a:xfrm>
            </p:grpSpPr>
            <p:sp>
              <p:nvSpPr>
                <p:cNvPr id="48" name="圆角矩形 59"/>
                <p:cNvSpPr/>
                <p:nvPr>
                  <p:custDataLst>
                    <p:tags r:id="rId4"/>
                  </p:custDataLst>
                </p:nvPr>
              </p:nvSpPr>
              <p:spPr>
                <a:xfrm>
                  <a:off x="2271" y="3891"/>
                  <a:ext cx="3105" cy="1552"/>
                </a:xfrm>
                <a:prstGeom prst="roundRect">
                  <a:avLst>
                    <a:gd name="adj" fmla="val 2928"/>
                  </a:avLst>
                </a:prstGeom>
                <a:solidFill>
                  <a:schemeClr val="bg1"/>
                </a:solidFill>
                <a:ln w="8318">
                  <a:solidFill>
                    <a:schemeClr val="tx2">
                      <a:lumMod val="75000"/>
                      <a:alpha val="30000"/>
                    </a:schemeClr>
                  </a:solidFill>
                  <a:prstDash val="dash"/>
                </a:ln>
                <a:effectLst>
                  <a:outerShdw blurRad="499110" dist="249555" dir="5400000" sx="90000" sy="90000" algn="ctr" rotWithShape="0">
                    <a:schemeClr val="tx2">
                      <a:lumMod val="75000"/>
                      <a:alpha val="9735"/>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19786" tIns="59893" rIns="119786" bIns="59893" rtlCol="0" anchor="ctr"/>
                <a:lstStyle/>
                <a:p>
                  <a:pPr algn="ctr"/>
                  <a:endParaRPr kumimoji="1" lang="zh-CN" altLang="en-US" sz="2000">
                    <a:latin typeface="+mn-ea"/>
                  </a:endParaRPr>
                </a:p>
              </p:txBody>
            </p:sp>
            <p:sp>
              <p:nvSpPr>
                <p:cNvPr id="49" name="矩形 48"/>
                <p:cNvSpPr/>
                <p:nvPr/>
              </p:nvSpPr>
              <p:spPr>
                <a:xfrm>
                  <a:off x="2369" y="4055"/>
                  <a:ext cx="2906" cy="5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200" b="1" dirty="0">
                      <a:latin typeface="微软雅黑" panose="020B0503020204020204" pitchFamily="34" charset="-122"/>
                      <a:ea typeface="微软雅黑" panose="020B0503020204020204" pitchFamily="34" charset="-122"/>
                    </a:rPr>
                    <a:t>原创技术策源地</a:t>
                  </a:r>
                  <a:endParaRPr lang="zh-CN" altLang="en-US" sz="1200" b="1" dirty="0">
                    <a:latin typeface="微软雅黑" panose="020B0503020204020204" pitchFamily="34" charset="-122"/>
                    <a:ea typeface="微软雅黑" panose="020B0503020204020204" pitchFamily="34" charset="-122"/>
                  </a:endParaRPr>
                </a:p>
              </p:txBody>
            </p:sp>
            <p:sp>
              <p:nvSpPr>
                <p:cNvPr id="50" name="矩形 49"/>
                <p:cNvSpPr/>
                <p:nvPr/>
              </p:nvSpPr>
              <p:spPr>
                <a:xfrm>
                  <a:off x="2369" y="4743"/>
                  <a:ext cx="2906" cy="5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sz="1200" b="1" dirty="0">
                      <a:latin typeface="微软雅黑" panose="020B0503020204020204" pitchFamily="34" charset="-122"/>
                      <a:ea typeface="微软雅黑" panose="020B0503020204020204" pitchFamily="34" charset="-122"/>
                    </a:rPr>
                    <a:t>核心技术突破</a:t>
                  </a:r>
                  <a:endParaRPr lang="zh-CN" sz="1200" b="1" dirty="0">
                    <a:latin typeface="微软雅黑" panose="020B0503020204020204" pitchFamily="34" charset="-122"/>
                    <a:ea typeface="微软雅黑" panose="020B0503020204020204" pitchFamily="34" charset="-122"/>
                  </a:endParaRPr>
                </a:p>
              </p:txBody>
            </p:sp>
          </p:grpSp>
          <p:grpSp>
            <p:nvGrpSpPr>
              <p:cNvPr id="51" name="组合 50"/>
              <p:cNvGrpSpPr/>
              <p:nvPr/>
            </p:nvGrpSpPr>
            <p:grpSpPr>
              <a:xfrm>
                <a:off x="14293" y="3891"/>
                <a:ext cx="3105" cy="1552"/>
                <a:chOff x="2271" y="3891"/>
                <a:chExt cx="3105" cy="1552"/>
              </a:xfrm>
            </p:grpSpPr>
            <p:sp>
              <p:nvSpPr>
                <p:cNvPr id="52" name="圆角矩形 59"/>
                <p:cNvSpPr/>
                <p:nvPr>
                  <p:custDataLst>
                    <p:tags r:id="rId5"/>
                  </p:custDataLst>
                </p:nvPr>
              </p:nvSpPr>
              <p:spPr>
                <a:xfrm>
                  <a:off x="2271" y="3891"/>
                  <a:ext cx="3105" cy="1552"/>
                </a:xfrm>
                <a:prstGeom prst="roundRect">
                  <a:avLst>
                    <a:gd name="adj" fmla="val 2928"/>
                  </a:avLst>
                </a:prstGeom>
                <a:solidFill>
                  <a:schemeClr val="bg1"/>
                </a:solidFill>
                <a:ln w="8318">
                  <a:solidFill>
                    <a:schemeClr val="tx2">
                      <a:lumMod val="75000"/>
                      <a:alpha val="30000"/>
                    </a:schemeClr>
                  </a:solidFill>
                  <a:prstDash val="dash"/>
                </a:ln>
                <a:effectLst>
                  <a:outerShdw blurRad="499110" dist="249555" dir="5400000" sx="90000" sy="90000" algn="ctr" rotWithShape="0">
                    <a:schemeClr val="tx2">
                      <a:lumMod val="75000"/>
                      <a:alpha val="9735"/>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19786" tIns="59893" rIns="119786" bIns="59893" rtlCol="0" anchor="ctr"/>
                <a:lstStyle/>
                <a:p>
                  <a:pPr algn="ctr"/>
                  <a:endParaRPr kumimoji="1" lang="zh-CN" altLang="en-US" sz="2000">
                    <a:latin typeface="+mn-ea"/>
                  </a:endParaRPr>
                </a:p>
              </p:txBody>
            </p:sp>
            <p:sp>
              <p:nvSpPr>
                <p:cNvPr id="53" name="矩形 52"/>
                <p:cNvSpPr/>
                <p:nvPr/>
              </p:nvSpPr>
              <p:spPr>
                <a:xfrm>
                  <a:off x="2461" y="4087"/>
                  <a:ext cx="2810" cy="5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200" b="1" dirty="0">
                      <a:latin typeface="微软雅黑" panose="020B0503020204020204" pitchFamily="34" charset="-122"/>
                      <a:ea typeface="微软雅黑" panose="020B0503020204020204" pitchFamily="34" charset="-122"/>
                    </a:rPr>
                    <a:t>增强核心功能</a:t>
                  </a:r>
                  <a:endParaRPr lang="zh-CN" altLang="en-US" sz="1200" b="1" dirty="0">
                    <a:latin typeface="微软雅黑" panose="020B0503020204020204" pitchFamily="34" charset="-122"/>
                    <a:ea typeface="微软雅黑" panose="020B0503020204020204" pitchFamily="34" charset="-122"/>
                  </a:endParaRPr>
                </a:p>
              </p:txBody>
            </p:sp>
            <p:sp>
              <p:nvSpPr>
                <p:cNvPr id="54" name="矩形 53"/>
                <p:cNvSpPr/>
                <p:nvPr/>
              </p:nvSpPr>
              <p:spPr>
                <a:xfrm>
                  <a:off x="2463" y="4743"/>
                  <a:ext cx="2808" cy="5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sz="1200" b="1" dirty="0">
                      <a:latin typeface="微软雅黑" panose="020B0503020204020204" pitchFamily="34" charset="-122"/>
                      <a:ea typeface="微软雅黑" panose="020B0503020204020204" pitchFamily="34" charset="-122"/>
                    </a:rPr>
                    <a:t>提高核心竞争力</a:t>
                  </a:r>
                  <a:endParaRPr lang="zh-CN" sz="1200" b="1" dirty="0">
                    <a:latin typeface="微软雅黑" panose="020B0503020204020204" pitchFamily="34" charset="-122"/>
                    <a:ea typeface="微软雅黑" panose="020B0503020204020204" pitchFamily="34" charset="-122"/>
                  </a:endParaRPr>
                </a:p>
              </p:txBody>
            </p:sp>
          </p:grpSp>
          <p:sp>
            <p:nvSpPr>
              <p:cNvPr id="56" name="圆角矩形 55"/>
              <p:cNvSpPr/>
              <p:nvPr/>
            </p:nvSpPr>
            <p:spPr>
              <a:xfrm>
                <a:off x="2272" y="5657"/>
                <a:ext cx="15023" cy="904"/>
              </a:xfrm>
              <a:prstGeom prst="roundRect">
                <a:avLst/>
              </a:prstGeom>
              <a:noFill/>
              <a:ln>
                <a:solidFill>
                  <a:schemeClr val="accent1"/>
                </a:solidFill>
                <a:prstDash val="dash"/>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200" b="1" dirty="0">
                  <a:latin typeface="微软雅黑" panose="020B0503020204020204" pitchFamily="34" charset="-122"/>
                  <a:ea typeface="微软雅黑" panose="020B0503020204020204" pitchFamily="34" charset="-122"/>
                </a:endParaRPr>
              </a:p>
            </p:txBody>
          </p:sp>
          <p:sp>
            <p:nvSpPr>
              <p:cNvPr id="61" name="文本框 60"/>
              <p:cNvSpPr txBox="1"/>
              <p:nvPr/>
            </p:nvSpPr>
            <p:spPr>
              <a:xfrm>
                <a:off x="6531" y="5866"/>
                <a:ext cx="6400" cy="639"/>
              </a:xfrm>
              <a:prstGeom prst="rect">
                <a:avLst/>
              </a:prstGeom>
              <a:noFill/>
            </p:spPr>
            <p:txBody>
              <a:bodyPr wrap="square" rtlCol="0">
                <a:spAutoFit/>
              </a:bodyPr>
              <a:p>
                <a:pPr algn="ctr">
                  <a:lnSpc>
                    <a:spcPct val="130000"/>
                  </a:lnSpc>
                </a:pPr>
                <a:r>
                  <a:rPr lang="zh-CN" altLang="en-US" sz="1400" b="1" dirty="0" smtClean="0">
                    <a:latin typeface="+mn-ea"/>
                  </a:rPr>
                  <a:t>绘制</a:t>
                </a:r>
                <a:r>
                  <a:rPr lang="en-US" altLang="zh-CN" sz="1400" b="1" dirty="0" smtClean="0">
                    <a:latin typeface="+mn-ea"/>
                  </a:rPr>
                  <a:t>“</a:t>
                </a:r>
                <a:r>
                  <a:rPr lang="zh-CN" altLang="en-US" sz="1400" b="1" dirty="0" smtClean="0">
                    <a:latin typeface="+mn-ea"/>
                  </a:rPr>
                  <a:t>产业</a:t>
                </a:r>
                <a:r>
                  <a:rPr lang="en-US" altLang="zh-CN" sz="1400" b="1" dirty="0" smtClean="0">
                    <a:latin typeface="+mn-ea"/>
                  </a:rPr>
                  <a:t>-</a:t>
                </a:r>
                <a:r>
                  <a:rPr lang="zh-CN" altLang="en-US" sz="1400" b="1" dirty="0" smtClean="0">
                    <a:latin typeface="+mn-ea"/>
                  </a:rPr>
                  <a:t>技术</a:t>
                </a:r>
                <a:r>
                  <a:rPr lang="en-US" altLang="zh-CN" sz="1400" b="1" dirty="0" smtClean="0">
                    <a:latin typeface="+mn-ea"/>
                  </a:rPr>
                  <a:t>-</a:t>
                </a:r>
                <a:r>
                  <a:rPr lang="zh-CN" altLang="en-US" sz="1400" b="1" dirty="0" smtClean="0">
                    <a:latin typeface="+mn-ea"/>
                  </a:rPr>
                  <a:t>人才</a:t>
                </a:r>
                <a:r>
                  <a:rPr lang="en-US" altLang="zh-CN" sz="1400" b="1" dirty="0" smtClean="0">
                    <a:latin typeface="+mn-ea"/>
                  </a:rPr>
                  <a:t>“</a:t>
                </a:r>
                <a:r>
                  <a:rPr lang="zh-CN" altLang="en-US" sz="1400" b="1" dirty="0" smtClean="0">
                    <a:latin typeface="+mn-ea"/>
                  </a:rPr>
                  <a:t>图谱</a:t>
                </a:r>
                <a:endParaRPr lang="zh-CN" altLang="en-US" sz="1400" b="1" dirty="0" smtClean="0">
                  <a:latin typeface="+mn-ea"/>
                </a:endParaRPr>
              </a:p>
            </p:txBody>
          </p:sp>
          <p:grpSp>
            <p:nvGrpSpPr>
              <p:cNvPr id="96" name="组合 95"/>
              <p:cNvGrpSpPr/>
              <p:nvPr/>
            </p:nvGrpSpPr>
            <p:grpSpPr>
              <a:xfrm>
                <a:off x="2263" y="7508"/>
                <a:ext cx="3112" cy="836"/>
                <a:chOff x="2263" y="7508"/>
                <a:chExt cx="3112" cy="883"/>
              </a:xfrm>
            </p:grpSpPr>
            <p:sp>
              <p:nvSpPr>
                <p:cNvPr id="231" name="圆角矩形 8"/>
                <p:cNvSpPr/>
                <p:nvPr/>
              </p:nvSpPr>
              <p:spPr>
                <a:xfrm>
                  <a:off x="2266" y="7508"/>
                  <a:ext cx="3109" cy="883"/>
                </a:xfrm>
                <a:prstGeom prst="roundRect">
                  <a:avLst>
                    <a:gd name="adj" fmla="val 2689"/>
                  </a:avLst>
                </a:prstGeom>
                <a:solidFill>
                  <a:schemeClr val="bg1"/>
                </a:solidFill>
                <a:ln>
                  <a:solidFill>
                    <a:schemeClr val="accent3">
                      <a:lumMod val="20000"/>
                      <a:lumOff val="80000"/>
                    </a:schemeClr>
                  </a:solidFill>
                </a:ln>
                <a:effectLst>
                  <a:outerShdw blurRad="520700" dist="254000" dir="54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n-ea"/>
                  </a:endParaRPr>
                </a:p>
              </p:txBody>
            </p:sp>
            <p:sp>
              <p:nvSpPr>
                <p:cNvPr id="63" name="文本框 62"/>
                <p:cNvSpPr txBox="1"/>
                <p:nvPr>
                  <p:custDataLst>
                    <p:tags r:id="rId6"/>
                  </p:custDataLst>
                </p:nvPr>
              </p:nvSpPr>
              <p:spPr>
                <a:xfrm>
                  <a:off x="2263" y="7508"/>
                  <a:ext cx="2835" cy="493"/>
                </a:xfrm>
                <a:prstGeom prst="rect">
                  <a:avLst/>
                </a:prstGeom>
                <a:noFill/>
              </p:spPr>
              <p:txBody>
                <a:bodyPr wrap="square" rtlCol="0">
                  <a:spAutoFit/>
                </a:bodyPr>
                <a:p>
                  <a:pPr algn="ctr">
                    <a:lnSpc>
                      <a:spcPct val="130000"/>
                    </a:lnSpc>
                  </a:pPr>
                  <a:r>
                    <a:rPr lang="zh-CN" altLang="en-US" sz="2000" b="1" dirty="0" smtClean="0">
                      <a:solidFill>
                        <a:schemeClr val="accent1"/>
                      </a:solidFill>
                      <a:latin typeface="+mn-ea"/>
                    </a:rPr>
                    <a:t>人才发现</a:t>
                  </a:r>
                  <a:endParaRPr lang="zh-CN" altLang="en-US" sz="2000" b="1" dirty="0" smtClean="0">
                    <a:solidFill>
                      <a:schemeClr val="accent1"/>
                    </a:solidFill>
                    <a:latin typeface="+mn-ea"/>
                  </a:endParaRPr>
                </a:p>
              </p:txBody>
            </p:sp>
          </p:grpSp>
          <p:grpSp>
            <p:nvGrpSpPr>
              <p:cNvPr id="97" name="组合 96"/>
              <p:cNvGrpSpPr/>
              <p:nvPr/>
            </p:nvGrpSpPr>
            <p:grpSpPr>
              <a:xfrm>
                <a:off x="6187" y="7492"/>
                <a:ext cx="3247" cy="883"/>
                <a:chOff x="2130" y="7508"/>
                <a:chExt cx="3247" cy="883"/>
              </a:xfrm>
            </p:grpSpPr>
            <p:sp>
              <p:nvSpPr>
                <p:cNvPr id="102" name="圆角矩形 8"/>
                <p:cNvSpPr/>
                <p:nvPr/>
              </p:nvSpPr>
              <p:spPr>
                <a:xfrm>
                  <a:off x="2266" y="7508"/>
                  <a:ext cx="3109" cy="883"/>
                </a:xfrm>
                <a:prstGeom prst="roundRect">
                  <a:avLst>
                    <a:gd name="adj" fmla="val 2689"/>
                  </a:avLst>
                </a:prstGeom>
                <a:solidFill>
                  <a:schemeClr val="bg1"/>
                </a:solidFill>
                <a:ln>
                  <a:solidFill>
                    <a:schemeClr val="accent3">
                      <a:lumMod val="20000"/>
                      <a:lumOff val="80000"/>
                    </a:schemeClr>
                  </a:solidFill>
                </a:ln>
                <a:effectLst>
                  <a:outerShdw blurRad="520700" dist="254000" dir="54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n-ea"/>
                  </a:endParaRPr>
                </a:p>
              </p:txBody>
            </p:sp>
            <p:sp>
              <p:nvSpPr>
                <p:cNvPr id="103" name="文本框 102"/>
                <p:cNvSpPr txBox="1"/>
                <p:nvPr>
                  <p:custDataLst>
                    <p:tags r:id="rId7"/>
                  </p:custDataLst>
                </p:nvPr>
              </p:nvSpPr>
              <p:spPr>
                <a:xfrm>
                  <a:off x="2130" y="7508"/>
                  <a:ext cx="3247" cy="830"/>
                </a:xfrm>
                <a:prstGeom prst="rect">
                  <a:avLst/>
                </a:prstGeom>
                <a:noFill/>
              </p:spPr>
              <p:txBody>
                <a:bodyPr wrap="square" rtlCol="0">
                  <a:noAutofit/>
                </a:bodyPr>
                <a:p>
                  <a:pPr algn="ctr">
                    <a:lnSpc>
                      <a:spcPct val="130000"/>
                    </a:lnSpc>
                  </a:pPr>
                  <a:r>
                    <a:rPr lang="zh-CN" altLang="en-US" sz="2000" b="1" dirty="0" smtClean="0">
                      <a:solidFill>
                        <a:schemeClr val="accent1"/>
                      </a:solidFill>
                      <a:latin typeface="+mn-ea"/>
                    </a:rPr>
                    <a:t>人才培养</a:t>
                  </a:r>
                  <a:endParaRPr lang="zh-CN" altLang="en-US" sz="2000" b="1" dirty="0" smtClean="0">
                    <a:solidFill>
                      <a:schemeClr val="accent1"/>
                    </a:solidFill>
                    <a:latin typeface="+mn-ea"/>
                  </a:endParaRPr>
                </a:p>
              </p:txBody>
            </p:sp>
          </p:grpSp>
          <p:grpSp>
            <p:nvGrpSpPr>
              <p:cNvPr id="104" name="组合 103"/>
              <p:cNvGrpSpPr/>
              <p:nvPr/>
            </p:nvGrpSpPr>
            <p:grpSpPr>
              <a:xfrm>
                <a:off x="10283" y="7508"/>
                <a:ext cx="3261" cy="883"/>
                <a:chOff x="2116" y="7508"/>
                <a:chExt cx="3261" cy="883"/>
              </a:xfrm>
            </p:grpSpPr>
            <p:sp>
              <p:nvSpPr>
                <p:cNvPr id="112" name="圆角矩形 8"/>
                <p:cNvSpPr/>
                <p:nvPr/>
              </p:nvSpPr>
              <p:spPr>
                <a:xfrm>
                  <a:off x="2266" y="7508"/>
                  <a:ext cx="3109" cy="883"/>
                </a:xfrm>
                <a:prstGeom prst="roundRect">
                  <a:avLst>
                    <a:gd name="adj" fmla="val 2689"/>
                  </a:avLst>
                </a:prstGeom>
                <a:solidFill>
                  <a:schemeClr val="bg1"/>
                </a:solidFill>
                <a:ln>
                  <a:noFill/>
                </a:ln>
                <a:effectLst>
                  <a:outerShdw blurRad="520700" dist="254000" dir="54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n-ea"/>
                  </a:endParaRPr>
                </a:p>
              </p:txBody>
            </p:sp>
            <p:sp>
              <p:nvSpPr>
                <p:cNvPr id="126" name="文本框 125"/>
                <p:cNvSpPr txBox="1"/>
                <p:nvPr>
                  <p:custDataLst>
                    <p:tags r:id="rId8"/>
                  </p:custDataLst>
                </p:nvPr>
              </p:nvSpPr>
              <p:spPr>
                <a:xfrm>
                  <a:off x="2116" y="7508"/>
                  <a:ext cx="3261" cy="866"/>
                </a:xfrm>
                <a:prstGeom prst="rect">
                  <a:avLst/>
                </a:prstGeom>
                <a:noFill/>
                <a:ln>
                  <a:solidFill>
                    <a:schemeClr val="accent3">
                      <a:lumMod val="20000"/>
                      <a:lumOff val="80000"/>
                    </a:schemeClr>
                  </a:solidFill>
                </a:ln>
              </p:spPr>
              <p:txBody>
                <a:bodyPr wrap="square" rtlCol="0">
                  <a:noAutofit/>
                </a:bodyPr>
                <a:p>
                  <a:pPr algn="ctr">
                    <a:lnSpc>
                      <a:spcPct val="130000"/>
                    </a:lnSpc>
                  </a:pPr>
                  <a:r>
                    <a:rPr lang="zh-CN" altLang="en-US" sz="2000" b="1" dirty="0" smtClean="0">
                      <a:solidFill>
                        <a:schemeClr val="accent1"/>
                      </a:solidFill>
                      <a:latin typeface="+mn-ea"/>
                    </a:rPr>
                    <a:t>人才使用</a:t>
                  </a:r>
                  <a:endParaRPr lang="zh-CN" altLang="en-US" sz="2000" b="1" dirty="0" smtClean="0">
                    <a:solidFill>
                      <a:schemeClr val="accent1"/>
                    </a:solidFill>
                    <a:latin typeface="+mn-ea"/>
                  </a:endParaRPr>
                </a:p>
              </p:txBody>
            </p:sp>
          </p:grpSp>
          <p:grpSp>
            <p:nvGrpSpPr>
              <p:cNvPr id="145" name="组合 144"/>
              <p:cNvGrpSpPr/>
              <p:nvPr/>
            </p:nvGrpSpPr>
            <p:grpSpPr>
              <a:xfrm>
                <a:off x="14294" y="7476"/>
                <a:ext cx="3116" cy="883"/>
                <a:chOff x="2259" y="7508"/>
                <a:chExt cx="3116" cy="883"/>
              </a:xfrm>
            </p:grpSpPr>
            <p:sp>
              <p:nvSpPr>
                <p:cNvPr id="146" name="圆角矩形 8"/>
                <p:cNvSpPr/>
                <p:nvPr/>
              </p:nvSpPr>
              <p:spPr>
                <a:xfrm>
                  <a:off x="2266" y="7508"/>
                  <a:ext cx="3109" cy="883"/>
                </a:xfrm>
                <a:prstGeom prst="roundRect">
                  <a:avLst>
                    <a:gd name="adj" fmla="val 2689"/>
                  </a:avLst>
                </a:prstGeom>
                <a:solidFill>
                  <a:schemeClr val="bg1"/>
                </a:solidFill>
                <a:ln>
                  <a:noFill/>
                </a:ln>
                <a:effectLst>
                  <a:outerShdw blurRad="520700" dist="254000" dir="5400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n-ea"/>
                  </a:endParaRPr>
                </a:p>
              </p:txBody>
            </p:sp>
            <p:sp>
              <p:nvSpPr>
                <p:cNvPr id="147" name="文本框 146"/>
                <p:cNvSpPr txBox="1"/>
                <p:nvPr>
                  <p:custDataLst>
                    <p:tags r:id="rId9"/>
                  </p:custDataLst>
                </p:nvPr>
              </p:nvSpPr>
              <p:spPr>
                <a:xfrm>
                  <a:off x="2259" y="7508"/>
                  <a:ext cx="2999" cy="868"/>
                </a:xfrm>
                <a:prstGeom prst="rect">
                  <a:avLst/>
                </a:prstGeom>
                <a:noFill/>
                <a:ln>
                  <a:solidFill>
                    <a:schemeClr val="accent3">
                      <a:lumMod val="20000"/>
                      <a:lumOff val="80000"/>
                    </a:schemeClr>
                  </a:solidFill>
                </a:ln>
              </p:spPr>
              <p:txBody>
                <a:bodyPr wrap="square" rtlCol="0">
                  <a:noAutofit/>
                </a:bodyPr>
                <a:p>
                  <a:pPr algn="ctr">
                    <a:lnSpc>
                      <a:spcPct val="130000"/>
                    </a:lnSpc>
                  </a:pPr>
                  <a:r>
                    <a:rPr lang="zh-CN" altLang="en-US" sz="2000" b="1" dirty="0" smtClean="0">
                      <a:solidFill>
                        <a:schemeClr val="accent1"/>
                      </a:solidFill>
                      <a:latin typeface="+mn-ea"/>
                    </a:rPr>
                    <a:t>人才激励</a:t>
                  </a:r>
                  <a:endParaRPr lang="zh-CN" altLang="en-US" sz="2000" b="1" dirty="0" smtClean="0">
                    <a:solidFill>
                      <a:schemeClr val="accent1"/>
                    </a:solidFill>
                    <a:latin typeface="+mn-ea"/>
                  </a:endParaRPr>
                </a:p>
              </p:txBody>
            </p:sp>
          </p:grpSp>
          <p:sp>
            <p:nvSpPr>
              <p:cNvPr id="148" name="圆角矩形 147"/>
              <p:cNvSpPr/>
              <p:nvPr/>
            </p:nvSpPr>
            <p:spPr>
              <a:xfrm>
                <a:off x="6769" y="6791"/>
                <a:ext cx="6775" cy="686"/>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p>
                <a:pPr algn="ctr">
                  <a:lnSpc>
                    <a:spcPct val="130000"/>
                  </a:lnSpc>
                </a:pPr>
                <a:r>
                  <a:rPr lang="zh-CN" altLang="en-US" sz="1400" b="1" dirty="0">
                    <a:latin typeface="微软雅黑" panose="020B0503020204020204" pitchFamily="34" charset="-122"/>
                    <a:ea typeface="微软雅黑" panose="020B0503020204020204" pitchFamily="34" charset="-122"/>
                  </a:rPr>
                  <a:t>科技人才管理机制体系</a:t>
                </a:r>
                <a:endParaRPr lang="zh-CN" altLang="en-US" sz="1400" b="1" dirty="0">
                  <a:latin typeface="微软雅黑" panose="020B0503020204020204" pitchFamily="34" charset="-122"/>
                  <a:ea typeface="微软雅黑" panose="020B0503020204020204" pitchFamily="34" charset="-122"/>
                </a:endParaRPr>
              </a:p>
            </p:txBody>
          </p:sp>
          <p:sp>
            <p:nvSpPr>
              <p:cNvPr id="151" name="椭圆 150"/>
              <p:cNvSpPr/>
              <p:nvPr/>
            </p:nvSpPr>
            <p:spPr>
              <a:xfrm>
                <a:off x="2963" y="8773"/>
                <a:ext cx="4636" cy="1050"/>
              </a:xfrm>
              <a:prstGeom prst="ellipse">
                <a:avLst/>
              </a:prstGeom>
              <a:noFill/>
              <a:ln>
                <a:solidFill>
                  <a:schemeClr val="accent1"/>
                </a:solidFill>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solidFill>
                      <a:schemeClr val="tx1"/>
                    </a:solidFill>
                    <a:latin typeface="微软雅黑" panose="020B0503020204020204" pitchFamily="34" charset="-122"/>
                    <a:ea typeface="微软雅黑" panose="020B0503020204020204" pitchFamily="34" charset="-122"/>
                  </a:rPr>
                  <a:t>建池子，找到人</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165" name="椭圆 164"/>
              <p:cNvSpPr/>
              <p:nvPr/>
            </p:nvSpPr>
            <p:spPr>
              <a:xfrm>
                <a:off x="11473" y="8773"/>
                <a:ext cx="4636" cy="1050"/>
              </a:xfrm>
              <a:prstGeom prst="ellipse">
                <a:avLst/>
              </a:prstGeom>
              <a:noFill/>
              <a:ln>
                <a:solidFill>
                  <a:schemeClr val="accent1"/>
                </a:solidFill>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solidFill>
                      <a:schemeClr val="tx1"/>
                    </a:solidFill>
                    <a:latin typeface="微软雅黑" panose="020B0503020204020204" pitchFamily="34" charset="-122"/>
                    <a:ea typeface="微软雅黑" panose="020B0503020204020204" pitchFamily="34" charset="-122"/>
                  </a:rPr>
                  <a:t>培养人，建梯队</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grpSp>
        <p:sp>
          <p:nvSpPr>
            <p:cNvPr id="172" name="圆角矩形 171"/>
            <p:cNvSpPr/>
            <p:nvPr/>
          </p:nvSpPr>
          <p:spPr>
            <a:xfrm>
              <a:off x="2300" y="10000"/>
              <a:ext cx="14611" cy="579"/>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200" b="1" dirty="0">
                  <a:latin typeface="微软雅黑" panose="020B0503020204020204" pitchFamily="34" charset="-122"/>
                  <a:ea typeface="微软雅黑" panose="020B0503020204020204" pitchFamily="34" charset="-122"/>
                </a:rPr>
                <a:t>数字化平台为手段：搭建人才管理数字化底座，实现人才画像、能力评估、发展跟踪全流程在线化</a:t>
              </a:r>
              <a:endParaRPr lang="zh-CN" altLang="en-US" sz="1200" b="1" dirty="0">
                <a:latin typeface="微软雅黑" panose="020B0503020204020204" pitchFamily="34" charset="-122"/>
                <a:ea typeface="微软雅黑" panose="020B0503020204020204" pitchFamily="34" charset="-122"/>
              </a:endParaRPr>
            </a:p>
          </p:txBody>
        </p:sp>
      </p:grpSp>
      <p:sp>
        <p:nvSpPr>
          <p:cNvPr id="15" name="下箭头 14"/>
          <p:cNvSpPr/>
          <p:nvPr/>
        </p:nvSpPr>
        <p:spPr>
          <a:xfrm>
            <a:off x="759460" y="3065145"/>
            <a:ext cx="353695" cy="316865"/>
          </a:xfrm>
          <a:prstGeom prst="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16" name="下箭头 15"/>
          <p:cNvSpPr/>
          <p:nvPr/>
        </p:nvSpPr>
        <p:spPr>
          <a:xfrm>
            <a:off x="759460" y="3874770"/>
            <a:ext cx="353695" cy="344170"/>
          </a:xfrm>
          <a:prstGeom prst="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17" name="下箭头 16"/>
          <p:cNvSpPr/>
          <p:nvPr/>
        </p:nvSpPr>
        <p:spPr>
          <a:xfrm>
            <a:off x="759460" y="4928870"/>
            <a:ext cx="353695" cy="345440"/>
          </a:xfrm>
          <a:prstGeom prst="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162560" y="2401570"/>
            <a:ext cx="408305" cy="2968625"/>
          </a:xfrm>
          <a:prstGeom prst="rect">
            <a:avLst/>
          </a:prstGeom>
          <a:noFill/>
        </p:spPr>
        <p:txBody>
          <a:bodyPr wrap="square" rtlCol="0">
            <a:spAutoFit/>
          </a:bodyPr>
          <a:p>
            <a:pPr algn="just">
              <a:lnSpc>
                <a:spcPct val="130000"/>
              </a:lnSpc>
            </a:pPr>
            <a:r>
              <a:rPr lang="zh-CN" altLang="en-US" sz="1200" dirty="0" smtClean="0">
                <a:latin typeface="+mn-ea"/>
              </a:rPr>
              <a:t>逐级明确要求，层层形成支撑</a:t>
            </a:r>
            <a:endParaRPr lang="zh-CN" altLang="en-US" sz="1200" dirty="0" smtClean="0">
              <a:latin typeface="+mn-ea"/>
            </a:endParaRPr>
          </a:p>
        </p:txBody>
      </p:sp>
      <p:sp>
        <p:nvSpPr>
          <p:cNvPr id="20" name="矩形 19"/>
          <p:cNvSpPr/>
          <p:nvPr/>
        </p:nvSpPr>
        <p:spPr>
          <a:xfrm>
            <a:off x="8639175" y="1683385"/>
            <a:ext cx="2880995" cy="4527550"/>
          </a:xfrm>
          <a:prstGeom prst="rect">
            <a:avLst/>
          </a:prstGeom>
          <a:noFill/>
          <a:ln>
            <a:solidFill>
              <a:schemeClr val="tx2">
                <a:lumMod val="40000"/>
                <a:lumOff val="60000"/>
              </a:schemeClr>
            </a:solidFill>
            <a:prstDash val="dash"/>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22" name="矩形 21"/>
          <p:cNvSpPr/>
          <p:nvPr/>
        </p:nvSpPr>
        <p:spPr>
          <a:xfrm>
            <a:off x="8638540" y="1281430"/>
            <a:ext cx="2880995" cy="31305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案例：华为人才规划</a:t>
            </a:r>
            <a:endParaRPr lang="zh-CN" altLang="en-US" sz="1400" b="1" dirty="0">
              <a:latin typeface="微软雅黑" panose="020B0503020204020204" pitchFamily="34" charset="-122"/>
              <a:ea typeface="微软雅黑" panose="020B0503020204020204" pitchFamily="34" charset="-122"/>
            </a:endParaRPr>
          </a:p>
        </p:txBody>
      </p:sp>
      <p:sp>
        <p:nvSpPr>
          <p:cNvPr id="23" name="流程图: 终止 22"/>
          <p:cNvSpPr/>
          <p:nvPr/>
        </p:nvSpPr>
        <p:spPr>
          <a:xfrm>
            <a:off x="9124315" y="1683385"/>
            <a:ext cx="1986915" cy="262890"/>
          </a:xfrm>
          <a:prstGeom prst="flowChartTerminator">
            <a:avLst/>
          </a:prstGeom>
          <a:noFill/>
          <a:ln>
            <a:solidFill>
              <a:schemeClr val="accent1"/>
            </a:solidFill>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solidFill>
                  <a:schemeClr val="tx1"/>
                </a:solidFill>
                <a:latin typeface="微软雅黑" panose="020B0503020204020204" pitchFamily="34" charset="-122"/>
                <a:ea typeface="微软雅黑" panose="020B0503020204020204" pitchFamily="34" charset="-122"/>
              </a:rPr>
              <a:t>明确业务战略</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24" name="流程图: 终止 23"/>
          <p:cNvSpPr/>
          <p:nvPr/>
        </p:nvSpPr>
        <p:spPr>
          <a:xfrm>
            <a:off x="9124315" y="3187065"/>
            <a:ext cx="1986915" cy="327660"/>
          </a:xfrm>
          <a:prstGeom prst="flowChartTerminator">
            <a:avLst/>
          </a:prstGeom>
          <a:noFill/>
          <a:ln>
            <a:solidFill>
              <a:schemeClr val="accent1"/>
            </a:solidFill>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solidFill>
                  <a:schemeClr val="tx1"/>
                </a:solidFill>
                <a:latin typeface="微软雅黑" panose="020B0503020204020204" pitchFamily="34" charset="-122"/>
                <a:ea typeface="微软雅黑" panose="020B0503020204020204" pitchFamily="34" charset="-122"/>
              </a:rPr>
              <a:t>识别关键人才</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25" name="流程图: 终止 24"/>
          <p:cNvSpPr/>
          <p:nvPr/>
        </p:nvSpPr>
        <p:spPr>
          <a:xfrm>
            <a:off x="9124315" y="4720590"/>
            <a:ext cx="1986915" cy="274955"/>
          </a:xfrm>
          <a:prstGeom prst="flowChartTerminator">
            <a:avLst/>
          </a:prstGeom>
          <a:noFill/>
          <a:ln>
            <a:solidFill>
              <a:schemeClr val="accent1"/>
            </a:solidFill>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solidFill>
                  <a:schemeClr val="tx1"/>
                </a:solidFill>
                <a:latin typeface="微软雅黑" panose="020B0503020204020204" pitchFamily="34" charset="-122"/>
                <a:ea typeface="微软雅黑" panose="020B0503020204020204" pitchFamily="34" charset="-122"/>
              </a:rPr>
              <a:t>设定合理机制</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27" name="下箭头 26"/>
          <p:cNvSpPr/>
          <p:nvPr/>
        </p:nvSpPr>
        <p:spPr>
          <a:xfrm>
            <a:off x="9967595" y="1951990"/>
            <a:ext cx="299720" cy="245110"/>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grpSp>
        <p:nvGrpSpPr>
          <p:cNvPr id="33" name="组合 32"/>
          <p:cNvGrpSpPr/>
          <p:nvPr/>
        </p:nvGrpSpPr>
        <p:grpSpPr>
          <a:xfrm>
            <a:off x="9007475" y="2197100"/>
            <a:ext cx="2258060" cy="744220"/>
            <a:chOff x="14185" y="3610"/>
            <a:chExt cx="3556" cy="1910"/>
          </a:xfrm>
        </p:grpSpPr>
        <p:sp>
          <p:nvSpPr>
            <p:cNvPr id="28" name="靖飞在肝PPT6-3"/>
            <p:cNvSpPr txBox="1"/>
            <p:nvPr/>
          </p:nvSpPr>
          <p:spPr>
            <a:xfrm>
              <a:off x="14369" y="3610"/>
              <a:ext cx="3129" cy="548"/>
            </a:xfrm>
            <a:prstGeom prst="rect">
              <a:avLst/>
            </a:prstGeom>
            <a:solidFill>
              <a:schemeClr val="accent4"/>
            </a:solidFill>
          </p:spPr>
          <p:txBody>
            <a:bodyPr wrap="square" anchor="ctr" anchorCtr="0">
              <a:noAutofit/>
            </a:bodyPr>
            <a:lstStyle/>
            <a:p>
              <a:pPr algn="ctr"/>
              <a:r>
                <a:rPr lang="zh-CN" altLang="en-US" sz="1400" b="1">
                  <a:solidFill>
                    <a:schemeClr val="tx1"/>
                  </a:solidFill>
                  <a:latin typeface="+mn-ea"/>
                  <a:cs typeface="+mn-ea"/>
                </a:rPr>
                <a:t>技术购买</a:t>
              </a:r>
              <a:endParaRPr lang="zh-CN" altLang="en-US" sz="1400" b="1">
                <a:solidFill>
                  <a:schemeClr val="tx1"/>
                </a:solidFill>
                <a:latin typeface="+mn-ea"/>
                <a:cs typeface="+mn-ea"/>
              </a:endParaRPr>
            </a:p>
          </p:txBody>
        </p:sp>
        <p:sp>
          <p:nvSpPr>
            <p:cNvPr id="30" name="靖飞在肝PPT6-3"/>
            <p:cNvSpPr txBox="1"/>
            <p:nvPr/>
          </p:nvSpPr>
          <p:spPr>
            <a:xfrm>
              <a:off x="14369" y="4318"/>
              <a:ext cx="3129" cy="548"/>
            </a:xfrm>
            <a:prstGeom prst="rect">
              <a:avLst/>
            </a:prstGeom>
            <a:solidFill>
              <a:schemeClr val="accent4"/>
            </a:solidFill>
          </p:spPr>
          <p:txBody>
            <a:bodyPr wrap="square" anchor="ctr" anchorCtr="0">
              <a:noAutofit/>
            </a:bodyPr>
            <a:lstStyle/>
            <a:p>
              <a:pPr algn="ctr"/>
              <a:r>
                <a:rPr lang="zh-CN" altLang="en-US" sz="1400" b="1">
                  <a:solidFill>
                    <a:schemeClr val="tx1"/>
                  </a:solidFill>
                  <a:latin typeface="+mn-ea"/>
                  <a:cs typeface="+mn-ea"/>
                </a:rPr>
                <a:t>自主研发</a:t>
              </a:r>
              <a:endParaRPr lang="zh-CN" altLang="en-US" sz="1400" b="1">
                <a:solidFill>
                  <a:schemeClr val="tx1"/>
                </a:solidFill>
                <a:latin typeface="+mn-ea"/>
                <a:cs typeface="+mn-ea"/>
              </a:endParaRPr>
            </a:p>
          </p:txBody>
        </p:sp>
        <p:sp>
          <p:nvSpPr>
            <p:cNvPr id="31" name="靖飞在肝PPT6-3"/>
            <p:cNvSpPr txBox="1"/>
            <p:nvPr/>
          </p:nvSpPr>
          <p:spPr>
            <a:xfrm>
              <a:off x="14369" y="4972"/>
              <a:ext cx="3129" cy="548"/>
            </a:xfrm>
            <a:prstGeom prst="rect">
              <a:avLst/>
            </a:prstGeom>
            <a:solidFill>
              <a:schemeClr val="accent4"/>
            </a:solidFill>
          </p:spPr>
          <p:txBody>
            <a:bodyPr wrap="square" anchor="ctr" anchorCtr="0">
              <a:noAutofit/>
            </a:bodyPr>
            <a:lstStyle/>
            <a:p>
              <a:pPr algn="ctr"/>
              <a:r>
                <a:rPr lang="zh-CN" altLang="en-US" sz="1400" b="1">
                  <a:solidFill>
                    <a:schemeClr val="tx1"/>
                  </a:solidFill>
                  <a:latin typeface="+mn-ea"/>
                  <a:cs typeface="+mn-ea"/>
                </a:rPr>
                <a:t>生态合作</a:t>
              </a:r>
              <a:endParaRPr lang="zh-CN" altLang="en-US" sz="1400" b="1">
                <a:solidFill>
                  <a:schemeClr val="tx1"/>
                </a:solidFill>
                <a:latin typeface="+mn-ea"/>
                <a:cs typeface="+mn-ea"/>
              </a:endParaRPr>
            </a:p>
          </p:txBody>
        </p:sp>
        <p:sp>
          <p:nvSpPr>
            <p:cNvPr id="32" name="圆角矩形 31"/>
            <p:cNvSpPr/>
            <p:nvPr/>
          </p:nvSpPr>
          <p:spPr>
            <a:xfrm>
              <a:off x="14185" y="4274"/>
              <a:ext cx="3557" cy="664"/>
            </a:xfrm>
            <a:prstGeom prst="roundRect">
              <a:avLst/>
            </a:prstGeom>
            <a:noFill/>
            <a:ln>
              <a:solidFill>
                <a:srgbClr val="FF0000"/>
              </a:solidFill>
              <a:prstDash val="sysDot"/>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grpSp>
      <p:sp>
        <p:nvSpPr>
          <p:cNvPr id="41" name="下箭头 40"/>
          <p:cNvSpPr/>
          <p:nvPr/>
        </p:nvSpPr>
        <p:spPr>
          <a:xfrm>
            <a:off x="9967595" y="2941955"/>
            <a:ext cx="299720" cy="245110"/>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55" name="流程图: 终止 54"/>
          <p:cNvSpPr/>
          <p:nvPr/>
        </p:nvSpPr>
        <p:spPr>
          <a:xfrm>
            <a:off x="9124315" y="5799455"/>
            <a:ext cx="1986915" cy="274955"/>
          </a:xfrm>
          <a:prstGeom prst="flowChartTerminator">
            <a:avLst/>
          </a:prstGeom>
          <a:noFill/>
          <a:ln>
            <a:solidFill>
              <a:schemeClr val="accent1"/>
            </a:solidFill>
          </a:ln>
          <a:extLst>
            <a:ext uri="{909E8E84-426E-40DD-AFC4-6F175D3DCCD1}">
              <a14:hiddenFill xmlns:a14="http://schemas.microsoft.com/office/drawing/2010/main">
                <a:solidFill>
                  <a:schemeClr val="accent2"/>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solidFill>
                  <a:schemeClr val="tx1"/>
                </a:solidFill>
                <a:latin typeface="微软雅黑" panose="020B0503020204020204" pitchFamily="34" charset="-122"/>
                <a:ea typeface="微软雅黑" panose="020B0503020204020204" pitchFamily="34" charset="-122"/>
              </a:rPr>
              <a:t>依托数字化平台</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57" name="矩形 56"/>
          <p:cNvSpPr/>
          <p:nvPr/>
        </p:nvSpPr>
        <p:spPr>
          <a:xfrm>
            <a:off x="8639175" y="4147185"/>
            <a:ext cx="906780" cy="25844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业务场景</a:t>
            </a:r>
            <a:endParaRPr lang="zh-CN" altLang="en-US" sz="1400" b="1" dirty="0">
              <a:latin typeface="微软雅黑" panose="020B0503020204020204" pitchFamily="34" charset="-122"/>
              <a:ea typeface="微软雅黑" panose="020B0503020204020204" pitchFamily="34" charset="-122"/>
            </a:endParaRPr>
          </a:p>
        </p:txBody>
      </p:sp>
      <p:sp>
        <p:nvSpPr>
          <p:cNvPr id="58" name="矩形 57"/>
          <p:cNvSpPr/>
          <p:nvPr/>
        </p:nvSpPr>
        <p:spPr>
          <a:xfrm>
            <a:off x="9630410" y="4147185"/>
            <a:ext cx="897890" cy="25844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能力要求</a:t>
            </a:r>
            <a:endParaRPr lang="zh-CN" altLang="en-US" sz="1400" b="1" dirty="0">
              <a:latin typeface="微软雅黑" panose="020B0503020204020204" pitchFamily="34" charset="-122"/>
              <a:ea typeface="微软雅黑" panose="020B0503020204020204" pitchFamily="34" charset="-122"/>
            </a:endParaRPr>
          </a:p>
        </p:txBody>
      </p:sp>
      <p:sp>
        <p:nvSpPr>
          <p:cNvPr id="59" name="矩形 58"/>
          <p:cNvSpPr/>
          <p:nvPr/>
        </p:nvSpPr>
        <p:spPr>
          <a:xfrm>
            <a:off x="10622280" y="4147185"/>
            <a:ext cx="897890" cy="25844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数量结构</a:t>
            </a:r>
            <a:endParaRPr lang="zh-CN" altLang="en-US" sz="1400" b="1" dirty="0">
              <a:latin typeface="微软雅黑" panose="020B0503020204020204" pitchFamily="34" charset="-122"/>
              <a:ea typeface="微软雅黑" panose="020B0503020204020204" pitchFamily="34" charset="-122"/>
            </a:endParaRPr>
          </a:p>
        </p:txBody>
      </p:sp>
      <p:sp>
        <p:nvSpPr>
          <p:cNvPr id="67" name="下箭头 66"/>
          <p:cNvSpPr/>
          <p:nvPr/>
        </p:nvSpPr>
        <p:spPr>
          <a:xfrm>
            <a:off x="9967595" y="4493895"/>
            <a:ext cx="299720" cy="245110"/>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68" name="下箭头 67"/>
          <p:cNvSpPr/>
          <p:nvPr/>
        </p:nvSpPr>
        <p:spPr>
          <a:xfrm>
            <a:off x="9967595" y="5554345"/>
            <a:ext cx="299720" cy="245110"/>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endParaRPr lang="zh-CN" altLang="en-US" sz="1400" b="1" dirty="0">
              <a:latin typeface="微软雅黑" panose="020B0503020204020204" pitchFamily="34" charset="-122"/>
              <a:ea typeface="微软雅黑" panose="020B0503020204020204" pitchFamily="34" charset="-122"/>
            </a:endParaRPr>
          </a:p>
        </p:txBody>
      </p:sp>
      <p:sp>
        <p:nvSpPr>
          <p:cNvPr id="69" name="Rectangle 2516"/>
          <p:cNvSpPr/>
          <p:nvPr/>
        </p:nvSpPr>
        <p:spPr>
          <a:xfrm>
            <a:off x="5355846" y="1940589"/>
            <a:ext cx="948936" cy="245745"/>
          </a:xfrm>
          <a:prstGeom prst="rect">
            <a:avLst/>
          </a:prstGeom>
        </p:spPr>
        <p:txBody>
          <a:bodyPr wrap="square" lIns="0" tIns="0" rIns="0" bIns="0">
            <a:spAutoFit/>
          </a:bodyPr>
          <a:lstStyle/>
          <a:p>
            <a:pPr marL="0"/>
            <a:r>
              <a:rPr lang="zh-CN" altLang="en-US" sz="1600" b="1" spc="0" baseline="0" dirty="0">
                <a:solidFill>
                  <a:srgbClr val="FFFFFF"/>
                </a:solidFill>
                <a:latin typeface="+mn-ea"/>
              </a:rPr>
              <a:t>技术突破</a:t>
            </a:r>
            <a:endParaRPr lang="zh-CN" altLang="en-US" sz="1600" b="1" spc="0" baseline="0" dirty="0">
              <a:solidFill>
                <a:srgbClr val="FFFFFF"/>
              </a:solidFill>
              <a:latin typeface="+mn-ea"/>
            </a:endParaRPr>
          </a:p>
        </p:txBody>
      </p:sp>
      <p:sp>
        <p:nvSpPr>
          <p:cNvPr id="70" name="文本框 69"/>
          <p:cNvSpPr txBox="1"/>
          <p:nvPr/>
        </p:nvSpPr>
        <p:spPr>
          <a:xfrm>
            <a:off x="8723630" y="5026025"/>
            <a:ext cx="2796540" cy="528320"/>
          </a:xfrm>
          <a:prstGeom prst="rect">
            <a:avLst/>
          </a:prstGeom>
          <a:noFill/>
        </p:spPr>
        <p:txBody>
          <a:bodyPr wrap="square" rtlCol="0" anchor="t">
            <a:noAutofit/>
          </a:bodyPr>
          <a:p>
            <a:pPr algn="ctr">
              <a:lnSpc>
                <a:spcPct val="110000"/>
              </a:lnSpc>
            </a:pPr>
            <a:r>
              <a:rPr lang="en-US" sz="1200" dirty="0">
                <a:solidFill>
                  <a:srgbClr val="1A202C"/>
                </a:solidFill>
                <a:latin typeface="微软雅黑" panose="020B0503020204020204" pitchFamily="34" charset="-122"/>
                <a:ea typeface="微软雅黑" panose="020B0503020204020204" pitchFamily="34" charset="-122"/>
                <a:cs typeface="微软雅黑" panose="020B0503020204020204" pitchFamily="34" charset="-122"/>
                <a:sym typeface="+mn-ea"/>
              </a:rPr>
              <a:t>"以岗定级、以级定薪"，虚拟受限股长期激励，末位淘汰保持活力</a:t>
            </a:r>
            <a:endParaRPr lang="en-US" altLang="en-US" sz="1200" dirty="0" smtClean="0">
              <a:solidFill>
                <a:srgbClr val="1A202C"/>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1" name="文本框 70"/>
          <p:cNvSpPr txBox="1"/>
          <p:nvPr/>
        </p:nvSpPr>
        <p:spPr>
          <a:xfrm>
            <a:off x="8505190" y="3630930"/>
            <a:ext cx="3110230" cy="409575"/>
          </a:xfrm>
          <a:prstGeom prst="rect">
            <a:avLst/>
          </a:prstGeom>
          <a:noFill/>
        </p:spPr>
        <p:txBody>
          <a:bodyPr wrap="square" rtlCol="0" anchor="t">
            <a:noAutofit/>
          </a:bodyPr>
          <a:p>
            <a:pPr algn="ctr">
              <a:lnSpc>
                <a:spcPct val="110000"/>
              </a:lnSpc>
            </a:pPr>
            <a:r>
              <a:rPr lang="en-US" sz="1200" dirty="0">
                <a:solidFill>
                  <a:srgbClr val="1A202C"/>
                </a:solidFill>
                <a:latin typeface="微软雅黑" panose="020B0503020204020204" pitchFamily="34" charset="-122"/>
                <a:ea typeface="微软雅黑" panose="020B0503020204020204" pitchFamily="34" charset="-122"/>
                <a:cs typeface="微软雅黑" panose="020B0503020204020204" pitchFamily="34" charset="-122"/>
                <a:sym typeface="+mn-ea"/>
              </a:rPr>
              <a:t>"天才少年计划"全球招募顶尖博士，三类人才画像精准定位</a:t>
            </a:r>
            <a:endParaRPr lang="en-US" altLang="en-US" sz="1200" dirty="0" smtClean="0">
              <a:solidFill>
                <a:srgbClr val="1A202C"/>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八、国有企业科技创新规划步骤五：建立考核、转化、容错、激励四位一体的创新制度保障体系</a:t>
            </a:r>
            <a:endParaRPr lang="zh-CN" altLang="en-US"/>
          </a:p>
        </p:txBody>
      </p:sp>
      <p:sp>
        <p:nvSpPr>
          <p:cNvPr id="7" name="灯片编号占位符 6"/>
          <p:cNvSpPr>
            <a:spLocks noGrp="1"/>
          </p:cNvSpPr>
          <p:nvPr>
            <p:ph type="sldNum" sz="quarter" idx="4"/>
          </p:nvPr>
        </p:nvSpPr>
        <p:spPr/>
        <p:txBody>
          <a:bodyPr/>
          <a:p>
            <a:fld id="{7F65B630-C7FF-41C0-9923-C5E5E29EED81}" type="slidenum">
              <a:rPr lang="en-US" altLang="zh-CN" smtClean="0"/>
            </a:fld>
            <a:endParaRPr lang="en-US" altLang="zh-CN" dirty="0"/>
          </a:p>
        </p:txBody>
      </p:sp>
      <p:grpSp>
        <p:nvGrpSpPr>
          <p:cNvPr id="42" name="组合 41"/>
          <p:cNvGrpSpPr/>
          <p:nvPr/>
        </p:nvGrpSpPr>
        <p:grpSpPr>
          <a:xfrm>
            <a:off x="660400" y="1216660"/>
            <a:ext cx="10450830" cy="3489325"/>
            <a:chOff x="959" y="2290"/>
            <a:chExt cx="16931" cy="6969"/>
          </a:xfrm>
        </p:grpSpPr>
        <p:sp>
          <p:nvSpPr>
            <p:cNvPr id="60" name="圆角矩形 59"/>
            <p:cNvSpPr/>
            <p:nvPr/>
          </p:nvSpPr>
          <p:spPr>
            <a:xfrm>
              <a:off x="959" y="2938"/>
              <a:ext cx="4070" cy="6321"/>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8" name="矩形 7"/>
            <p:cNvSpPr/>
            <p:nvPr/>
          </p:nvSpPr>
          <p:spPr>
            <a:xfrm>
              <a:off x="1223" y="3496"/>
              <a:ext cx="3542" cy="697"/>
            </a:xfrm>
            <a:prstGeom prst="rect">
              <a:avLst/>
            </a:prstGeom>
            <a:noFill/>
          </p:spPr>
          <p:txBody>
            <a:bodyPr wrap="square" lIns="0" tIns="0" rIns="0" bIns="0" rtlCol="0" anchor="b" anchorCtr="0">
              <a:noAutofit/>
            </a:bodyPr>
            <a:p>
              <a:pPr algn="ctr">
                <a:spcBef>
                  <a:spcPct val="0"/>
                </a:spcBef>
                <a:spcAft>
                  <a:spcPct val="0"/>
                </a:spcAft>
              </a:pPr>
              <a:r>
                <a:rPr lang="zh-CN" altLang="en-US" b="1" kern="0">
                  <a:solidFill>
                    <a:schemeClr val="accent1"/>
                  </a:solidFill>
                  <a:latin typeface="+mn-ea"/>
                  <a:cs typeface="+mn-ea"/>
                </a:rPr>
                <a:t>考核评价机制</a:t>
              </a:r>
              <a:endParaRPr lang="zh-CN" altLang="en-US" b="1" kern="0">
                <a:solidFill>
                  <a:schemeClr val="accent1"/>
                </a:solidFill>
                <a:latin typeface="+mn-ea"/>
                <a:cs typeface="+mn-ea"/>
              </a:endParaRPr>
            </a:p>
          </p:txBody>
        </p:sp>
        <p:sp>
          <p:nvSpPr>
            <p:cNvPr id="67" name="椭圆 66"/>
            <p:cNvSpPr/>
            <p:nvPr/>
          </p:nvSpPr>
          <p:spPr>
            <a:xfrm>
              <a:off x="2391" y="2291"/>
              <a:ext cx="1205" cy="1205"/>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68" name="椭圆 67"/>
            <p:cNvSpPr/>
            <p:nvPr/>
          </p:nvSpPr>
          <p:spPr>
            <a:xfrm>
              <a:off x="2432" y="2290"/>
              <a:ext cx="1123" cy="1123"/>
            </a:xfrm>
            <a:prstGeom prst="ellipse">
              <a:avLst/>
            </a:prstGeom>
            <a:solidFill>
              <a:schemeClr val="accent1"/>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cxnSp>
          <p:nvCxnSpPr>
            <p:cNvPr id="46" name="直接连接符 45"/>
            <p:cNvCxnSpPr/>
            <p:nvPr/>
          </p:nvCxnSpPr>
          <p:spPr>
            <a:xfrm>
              <a:off x="6935" y="9117"/>
              <a:ext cx="601" cy="0"/>
            </a:xfrm>
            <a:prstGeom prst="line">
              <a:avLst/>
            </a:prstGeom>
            <a:ln w="44450" cap="rnd">
              <a:solidFill>
                <a:schemeClr val="accent2"/>
              </a:solidFill>
            </a:ln>
          </p:spPr>
          <p:style>
            <a:lnRef idx="2">
              <a:schemeClr val="accent1"/>
            </a:lnRef>
            <a:fillRef idx="0">
              <a:srgbClr val="FFFFFF"/>
            </a:fillRef>
            <a:effectRef idx="0">
              <a:srgbClr val="FFFFFF"/>
            </a:effectRef>
            <a:fontRef idx="minor">
              <a:schemeClr val="tx1"/>
            </a:fontRef>
          </p:style>
        </p:cxnSp>
        <p:sp>
          <p:nvSpPr>
            <p:cNvPr id="61" name="圆角矩形 60"/>
            <p:cNvSpPr/>
            <p:nvPr/>
          </p:nvSpPr>
          <p:spPr>
            <a:xfrm>
              <a:off x="5246" y="2938"/>
              <a:ext cx="4070" cy="6321"/>
            </a:xfrm>
            <a:prstGeom prst="roundRect">
              <a:avLst>
                <a:gd name="adj" fmla="val 2258"/>
              </a:avLst>
            </a:prstGeom>
            <a:noFill/>
            <a:ln w="25400">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74" name="椭圆 73"/>
            <p:cNvSpPr/>
            <p:nvPr/>
          </p:nvSpPr>
          <p:spPr>
            <a:xfrm>
              <a:off x="6679" y="2291"/>
              <a:ext cx="1205" cy="1205"/>
            </a:xfrm>
            <a:prstGeom prst="ellipse">
              <a:avLst/>
            </a:prstGeom>
            <a:solidFill>
              <a:schemeClr val="accent2">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75" name="椭圆 74"/>
            <p:cNvSpPr/>
            <p:nvPr/>
          </p:nvSpPr>
          <p:spPr>
            <a:xfrm>
              <a:off x="6720" y="2290"/>
              <a:ext cx="1123" cy="1123"/>
            </a:xfrm>
            <a:prstGeom prst="ellipse">
              <a:avLst/>
            </a:prstGeom>
            <a:solidFill>
              <a:schemeClr val="accent2"/>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矩形 9"/>
            <p:cNvSpPr/>
            <p:nvPr/>
          </p:nvSpPr>
          <p:spPr>
            <a:xfrm>
              <a:off x="5510" y="3496"/>
              <a:ext cx="3542" cy="697"/>
            </a:xfrm>
            <a:prstGeom prst="rect">
              <a:avLst/>
            </a:prstGeom>
            <a:noFill/>
          </p:spPr>
          <p:txBody>
            <a:bodyPr wrap="square" lIns="0" tIns="0" rIns="0" bIns="0" rtlCol="0" anchor="b" anchorCtr="0">
              <a:noAutofit/>
            </a:bodyPr>
            <a:p>
              <a:pPr algn="ctr">
                <a:spcBef>
                  <a:spcPct val="0"/>
                </a:spcBef>
                <a:spcAft>
                  <a:spcPct val="0"/>
                </a:spcAft>
              </a:pPr>
              <a:r>
                <a:rPr lang="zh-CN" altLang="en-US" b="1" kern="0">
                  <a:solidFill>
                    <a:schemeClr val="accent2"/>
                  </a:solidFill>
                  <a:latin typeface="+mn-ea"/>
                  <a:cs typeface="+mn-ea"/>
                </a:rPr>
                <a:t>成果转化机制</a:t>
              </a:r>
              <a:endParaRPr lang="zh-CN" altLang="en-US" b="1" kern="0">
                <a:solidFill>
                  <a:schemeClr val="accent2"/>
                </a:solidFill>
                <a:latin typeface="+mn-ea"/>
                <a:cs typeface="+mn-ea"/>
              </a:endParaRPr>
            </a:p>
          </p:txBody>
        </p:sp>
        <p:cxnSp>
          <p:nvCxnSpPr>
            <p:cNvPr id="51" name="直接连接符 50"/>
            <p:cNvCxnSpPr/>
            <p:nvPr/>
          </p:nvCxnSpPr>
          <p:spPr>
            <a:xfrm>
              <a:off x="11313" y="9117"/>
              <a:ext cx="601" cy="0"/>
            </a:xfrm>
            <a:prstGeom prst="line">
              <a:avLst/>
            </a:prstGeom>
            <a:ln w="44450" cap="rnd">
              <a:solidFill>
                <a:schemeClr val="accent1"/>
              </a:solidFill>
            </a:ln>
          </p:spPr>
          <p:style>
            <a:lnRef idx="2">
              <a:schemeClr val="accent1"/>
            </a:lnRef>
            <a:fillRef idx="0">
              <a:srgbClr val="FFFFFF"/>
            </a:fillRef>
            <a:effectRef idx="0">
              <a:srgbClr val="FFFFFF"/>
            </a:effectRef>
            <a:fontRef idx="minor">
              <a:schemeClr val="tx1"/>
            </a:fontRef>
          </p:style>
        </p:cxnSp>
        <p:sp>
          <p:nvSpPr>
            <p:cNvPr id="62" name="圆角矩形 61"/>
            <p:cNvSpPr/>
            <p:nvPr/>
          </p:nvSpPr>
          <p:spPr>
            <a:xfrm>
              <a:off x="9533" y="2938"/>
              <a:ext cx="4070" cy="6321"/>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80" name="椭圆 79"/>
            <p:cNvSpPr/>
            <p:nvPr/>
          </p:nvSpPr>
          <p:spPr>
            <a:xfrm>
              <a:off x="10966" y="2291"/>
              <a:ext cx="1205" cy="1205"/>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81" name="椭圆 80"/>
            <p:cNvSpPr/>
            <p:nvPr/>
          </p:nvSpPr>
          <p:spPr>
            <a:xfrm>
              <a:off x="11007" y="2290"/>
              <a:ext cx="1123" cy="1123"/>
            </a:xfrm>
            <a:prstGeom prst="ellipse">
              <a:avLst/>
            </a:prstGeom>
            <a:solidFill>
              <a:schemeClr val="accent1"/>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2" name="矩形 11"/>
            <p:cNvSpPr/>
            <p:nvPr/>
          </p:nvSpPr>
          <p:spPr>
            <a:xfrm>
              <a:off x="9797" y="3496"/>
              <a:ext cx="3542" cy="697"/>
            </a:xfrm>
            <a:prstGeom prst="rect">
              <a:avLst/>
            </a:prstGeom>
            <a:noFill/>
          </p:spPr>
          <p:txBody>
            <a:bodyPr wrap="square" lIns="0" tIns="0" rIns="0" bIns="0" rtlCol="0" anchor="b" anchorCtr="0">
              <a:noAutofit/>
            </a:bodyPr>
            <a:p>
              <a:pPr algn="ctr">
                <a:spcBef>
                  <a:spcPct val="0"/>
                </a:spcBef>
                <a:spcAft>
                  <a:spcPct val="0"/>
                </a:spcAft>
              </a:pPr>
              <a:r>
                <a:rPr lang="zh-CN" altLang="en-US" b="1" kern="0">
                  <a:solidFill>
                    <a:schemeClr val="accent1"/>
                  </a:solidFill>
                  <a:latin typeface="+mn-ea"/>
                  <a:cs typeface="+mn-ea"/>
                </a:rPr>
                <a:t>容错免责机制</a:t>
              </a:r>
              <a:endParaRPr lang="zh-CN" altLang="en-US" b="1" kern="0">
                <a:solidFill>
                  <a:schemeClr val="accent1"/>
                </a:solidFill>
                <a:latin typeface="+mn-ea"/>
                <a:cs typeface="+mn-ea"/>
              </a:endParaRPr>
            </a:p>
          </p:txBody>
        </p:sp>
        <p:cxnSp>
          <p:nvCxnSpPr>
            <p:cNvPr id="55" name="直接连接符 54"/>
            <p:cNvCxnSpPr/>
            <p:nvPr/>
          </p:nvCxnSpPr>
          <p:spPr>
            <a:xfrm>
              <a:off x="15555" y="9117"/>
              <a:ext cx="601" cy="0"/>
            </a:xfrm>
            <a:prstGeom prst="line">
              <a:avLst/>
            </a:prstGeom>
            <a:ln w="44450" cap="rnd">
              <a:solidFill>
                <a:schemeClr val="accent2"/>
              </a:solidFill>
            </a:ln>
          </p:spPr>
          <p:style>
            <a:lnRef idx="2">
              <a:schemeClr val="accent1"/>
            </a:lnRef>
            <a:fillRef idx="0">
              <a:srgbClr val="FFFFFF"/>
            </a:fillRef>
            <a:effectRef idx="0">
              <a:srgbClr val="FFFFFF"/>
            </a:effectRef>
            <a:fontRef idx="minor">
              <a:schemeClr val="tx1"/>
            </a:fontRef>
          </p:style>
        </p:cxnSp>
        <p:sp>
          <p:nvSpPr>
            <p:cNvPr id="63" name="圆角矩形 62"/>
            <p:cNvSpPr/>
            <p:nvPr/>
          </p:nvSpPr>
          <p:spPr>
            <a:xfrm>
              <a:off x="13820" y="2938"/>
              <a:ext cx="4070" cy="6321"/>
            </a:xfrm>
            <a:prstGeom prst="roundRect">
              <a:avLst>
                <a:gd name="adj" fmla="val 2258"/>
              </a:avLst>
            </a:prstGeom>
            <a:noFill/>
            <a:ln w="25400">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86" name="椭圆 85"/>
            <p:cNvSpPr/>
            <p:nvPr/>
          </p:nvSpPr>
          <p:spPr>
            <a:xfrm>
              <a:off x="15253" y="2291"/>
              <a:ext cx="1205" cy="1205"/>
            </a:xfrm>
            <a:prstGeom prst="ellipse">
              <a:avLst/>
            </a:prstGeom>
            <a:solidFill>
              <a:schemeClr val="accent2">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87" name="椭圆 86"/>
            <p:cNvSpPr/>
            <p:nvPr/>
          </p:nvSpPr>
          <p:spPr>
            <a:xfrm>
              <a:off x="15294" y="2290"/>
              <a:ext cx="1123" cy="1123"/>
            </a:xfrm>
            <a:prstGeom prst="ellipse">
              <a:avLst/>
            </a:prstGeom>
            <a:solidFill>
              <a:schemeClr val="accent2"/>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dirty="0">
                <a:solidFill>
                  <a:schemeClr val="lt1"/>
                </a:solidFill>
              </a:endParaRPr>
            </a:p>
          </p:txBody>
        </p:sp>
        <p:sp>
          <p:nvSpPr>
            <p:cNvPr id="14" name="矩形 13"/>
            <p:cNvSpPr/>
            <p:nvPr/>
          </p:nvSpPr>
          <p:spPr>
            <a:xfrm>
              <a:off x="14084" y="3496"/>
              <a:ext cx="3542" cy="697"/>
            </a:xfrm>
            <a:prstGeom prst="rect">
              <a:avLst/>
            </a:prstGeom>
            <a:noFill/>
          </p:spPr>
          <p:txBody>
            <a:bodyPr wrap="square" lIns="0" tIns="0" rIns="0" bIns="0" rtlCol="0" anchor="b" anchorCtr="0">
              <a:noAutofit/>
            </a:bodyPr>
            <a:p>
              <a:pPr algn="ctr">
                <a:spcBef>
                  <a:spcPct val="0"/>
                </a:spcBef>
                <a:spcAft>
                  <a:spcPct val="0"/>
                </a:spcAft>
              </a:pPr>
              <a:r>
                <a:rPr lang="zh-CN" altLang="en-US" b="1" kern="0">
                  <a:solidFill>
                    <a:schemeClr val="accent2"/>
                  </a:solidFill>
                  <a:latin typeface="+mn-ea"/>
                  <a:cs typeface="+mn-ea"/>
                </a:rPr>
                <a:t>人员激励机制</a:t>
              </a:r>
              <a:endParaRPr lang="zh-CN" altLang="en-US" b="1" kern="0">
                <a:solidFill>
                  <a:schemeClr val="accent2"/>
                </a:solidFill>
                <a:latin typeface="+mn-ea"/>
                <a:cs typeface="+mn-ea"/>
              </a:endParaRPr>
            </a:p>
          </p:txBody>
        </p:sp>
        <p:pic>
          <p:nvPicPr>
            <p:cNvPr id="31" name="图形 30" descr="333438303937363b333438313038303bd7e9d6afbcdcb9b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66" y="2625"/>
              <a:ext cx="454" cy="454"/>
            </a:xfrm>
            <a:prstGeom prst="rect">
              <a:avLst/>
            </a:prstGeom>
          </p:spPr>
        </p:pic>
        <p:pic>
          <p:nvPicPr>
            <p:cNvPr id="32" name="图形 31" descr="333438303937363b333438313039323bcfeec4bfbcc6bba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26" y="2596"/>
              <a:ext cx="510" cy="510"/>
            </a:xfrm>
            <a:prstGeom prst="rect">
              <a:avLst/>
            </a:prstGeom>
          </p:spPr>
        </p:pic>
        <p:pic>
          <p:nvPicPr>
            <p:cNvPr id="33" name="图形 32" descr="333438303937363b333438313037333bcad0b3a1bebad5f9"/>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13" y="2596"/>
              <a:ext cx="510" cy="510"/>
            </a:xfrm>
            <a:prstGeom prst="rect">
              <a:avLst/>
            </a:prstGeom>
          </p:spPr>
        </p:pic>
        <p:pic>
          <p:nvPicPr>
            <p:cNvPr id="34" name="图形 33" descr="333438303937363b333438313038383bcfeec4bfd0a7c2ca"/>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00" y="2596"/>
              <a:ext cx="510" cy="510"/>
            </a:xfrm>
            <a:prstGeom prst="rect">
              <a:avLst/>
            </a:prstGeom>
          </p:spPr>
        </p:pic>
        <p:grpSp>
          <p:nvGrpSpPr>
            <p:cNvPr id="19" name="组合 18"/>
            <p:cNvGrpSpPr/>
            <p:nvPr>
              <p:custDataLst>
                <p:tags r:id="rId9"/>
              </p:custDataLst>
            </p:nvPr>
          </p:nvGrpSpPr>
          <p:grpSpPr>
            <a:xfrm>
              <a:off x="1023" y="4449"/>
              <a:ext cx="4023" cy="4667"/>
              <a:chOff x="1023" y="4929"/>
              <a:chExt cx="4023" cy="4188"/>
            </a:xfrm>
          </p:grpSpPr>
          <p:cxnSp>
            <p:nvCxnSpPr>
              <p:cNvPr id="50" name="直接连接符 49"/>
              <p:cNvCxnSpPr/>
              <p:nvPr/>
            </p:nvCxnSpPr>
            <p:spPr>
              <a:xfrm>
                <a:off x="2648" y="9117"/>
                <a:ext cx="601" cy="0"/>
              </a:xfrm>
              <a:prstGeom prst="line">
                <a:avLst/>
              </a:prstGeom>
              <a:ln w="44450" cap="rnd">
                <a:solidFill>
                  <a:schemeClr val="accent1"/>
                </a:solidFill>
              </a:ln>
            </p:spPr>
            <p:style>
              <a:lnRef idx="2">
                <a:schemeClr val="accent1"/>
              </a:lnRef>
              <a:fillRef idx="0">
                <a:srgbClr val="FFFFFF"/>
              </a:fillRef>
              <a:effectRef idx="0">
                <a:srgbClr val="FFFFFF"/>
              </a:effectRef>
              <a:fontRef idx="minor">
                <a:schemeClr val="tx1"/>
              </a:fontRef>
            </p:style>
          </p:cxnSp>
          <p:sp>
            <p:nvSpPr>
              <p:cNvPr id="15" name="圆角矩形 14"/>
              <p:cNvSpPr/>
              <p:nvPr/>
            </p:nvSpPr>
            <p:spPr>
              <a:xfrm>
                <a:off x="1222" y="4929"/>
                <a:ext cx="3542" cy="617"/>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项目评价考核机制</a:t>
                </a:r>
                <a:endParaRPr lang="zh-CN" altLang="en-US" sz="1400" b="1" dirty="0">
                  <a:latin typeface="微软雅黑" panose="020B0503020204020204" pitchFamily="34" charset="-122"/>
                  <a:ea typeface="微软雅黑" panose="020B0503020204020204" pitchFamily="34" charset="-122"/>
                </a:endParaRPr>
              </a:p>
            </p:txBody>
          </p:sp>
          <p:sp>
            <p:nvSpPr>
              <p:cNvPr id="16" name="圆角矩形 15"/>
              <p:cNvSpPr/>
              <p:nvPr/>
            </p:nvSpPr>
            <p:spPr>
              <a:xfrm>
                <a:off x="1222" y="7083"/>
                <a:ext cx="3542" cy="607"/>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个人评价考核机制</a:t>
                </a:r>
                <a:endParaRPr lang="zh-CN" altLang="en-US" sz="1400" b="1"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1040" y="5549"/>
                <a:ext cx="4006" cy="1452"/>
              </a:xfrm>
              <a:prstGeom prst="rect">
                <a:avLst/>
              </a:prstGeom>
              <a:noFill/>
            </p:spPr>
            <p:txBody>
              <a:bodyPr wrap="square" rtlCol="0">
                <a:spAutoFit/>
              </a:bodyPr>
              <a:p>
                <a:pPr algn="just">
                  <a:lnSpc>
                    <a:spcPct val="130000"/>
                  </a:lnSpc>
                </a:pPr>
                <a:r>
                  <a:rPr lang="zh-CN" altLang="en-US" sz="1200" dirty="0" smtClean="0">
                    <a:latin typeface="+mn-ea"/>
                  </a:rPr>
                  <a:t>建立</a:t>
                </a:r>
                <a:r>
                  <a:rPr lang="zh-CN" altLang="en-US" sz="1200" b="1" dirty="0" smtClean="0">
                    <a:solidFill>
                      <a:srgbClr val="FF0000"/>
                    </a:solidFill>
                    <a:latin typeface="+mn-ea"/>
                  </a:rPr>
                  <a:t>全周期评价模型</a:t>
                </a:r>
                <a:r>
                  <a:rPr lang="zh-CN" altLang="en-US" sz="1200" dirty="0" smtClean="0">
                    <a:latin typeface="+mn-ea"/>
                  </a:rPr>
                  <a:t>，围绕技术突破度、进度达成率、经费执行率三维指标量化评分</a:t>
                </a:r>
                <a:endParaRPr lang="zh-CN" altLang="en-US" sz="1200" dirty="0" smtClean="0">
                  <a:latin typeface="+mn-ea"/>
                </a:endParaRPr>
              </a:p>
            </p:txBody>
          </p:sp>
          <p:sp>
            <p:nvSpPr>
              <p:cNvPr id="18" name="文本框 17"/>
              <p:cNvSpPr txBox="1"/>
              <p:nvPr/>
            </p:nvSpPr>
            <p:spPr>
              <a:xfrm>
                <a:off x="1023" y="7673"/>
                <a:ext cx="4006" cy="1081"/>
              </a:xfrm>
              <a:prstGeom prst="rect">
                <a:avLst/>
              </a:prstGeom>
              <a:noFill/>
            </p:spPr>
            <p:txBody>
              <a:bodyPr wrap="square" rtlCol="0">
                <a:noAutofit/>
              </a:bodyPr>
              <a:p>
                <a:pPr algn="just">
                  <a:lnSpc>
                    <a:spcPct val="130000"/>
                  </a:lnSpc>
                </a:pPr>
                <a:r>
                  <a:rPr lang="zh-CN" altLang="en-US" sz="1200" dirty="0" smtClean="0">
                    <a:latin typeface="+mn-ea"/>
                  </a:rPr>
                  <a:t>实行</a:t>
                </a:r>
                <a:r>
                  <a:rPr lang="zh-CN" altLang="en-US" sz="1200" b="1" dirty="0" smtClean="0">
                    <a:solidFill>
                      <a:srgbClr val="FF0000"/>
                    </a:solidFill>
                    <a:latin typeface="+mn-ea"/>
                  </a:rPr>
                  <a:t>"创新积分制"</a:t>
                </a:r>
                <a:r>
                  <a:rPr lang="zh-CN" altLang="en-US" sz="1200" dirty="0" smtClean="0">
                    <a:latin typeface="+mn-ea"/>
                  </a:rPr>
                  <a:t>，将专利、论文、技术攻关贡献纳入绩效考核，与职称晋升直接挂钩</a:t>
                </a:r>
                <a:endParaRPr lang="zh-CN" altLang="en-US" sz="1200" dirty="0" smtClean="0">
                  <a:latin typeface="+mn-ea"/>
                </a:endParaRPr>
              </a:p>
            </p:txBody>
          </p:sp>
        </p:grpSp>
        <p:grpSp>
          <p:nvGrpSpPr>
            <p:cNvPr id="20" name="组合 19"/>
            <p:cNvGrpSpPr/>
            <p:nvPr/>
          </p:nvGrpSpPr>
          <p:grpSpPr>
            <a:xfrm>
              <a:off x="5246" y="4450"/>
              <a:ext cx="4037" cy="4668"/>
              <a:chOff x="992" y="4929"/>
              <a:chExt cx="4037" cy="4188"/>
            </a:xfrm>
          </p:grpSpPr>
          <p:cxnSp>
            <p:nvCxnSpPr>
              <p:cNvPr id="21" name="直接连接符 20"/>
              <p:cNvCxnSpPr/>
              <p:nvPr/>
            </p:nvCxnSpPr>
            <p:spPr>
              <a:xfrm>
                <a:off x="2648" y="9117"/>
                <a:ext cx="601" cy="0"/>
              </a:xfrm>
              <a:prstGeom prst="line">
                <a:avLst/>
              </a:prstGeom>
              <a:ln w="44450" cap="rnd">
                <a:solidFill>
                  <a:schemeClr val="accent1"/>
                </a:solidFill>
              </a:ln>
            </p:spPr>
            <p:style>
              <a:lnRef idx="2">
                <a:schemeClr val="accent1"/>
              </a:lnRef>
              <a:fillRef idx="0">
                <a:srgbClr val="FFFFFF"/>
              </a:fillRef>
              <a:effectRef idx="0">
                <a:srgbClr val="FFFFFF"/>
              </a:effectRef>
              <a:fontRef idx="minor">
                <a:schemeClr val="tx1"/>
              </a:fontRef>
            </p:style>
          </p:cxnSp>
          <p:sp>
            <p:nvSpPr>
              <p:cNvPr id="22" name="圆角矩形 21"/>
              <p:cNvSpPr/>
              <p:nvPr/>
            </p:nvSpPr>
            <p:spPr>
              <a:xfrm>
                <a:off x="1222" y="4929"/>
                <a:ext cx="3542" cy="616"/>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内部转化机制</a:t>
                </a:r>
                <a:endParaRPr lang="zh-CN" altLang="en-US" sz="1400" b="1" dirty="0">
                  <a:latin typeface="微软雅黑" panose="020B0503020204020204" pitchFamily="34" charset="-122"/>
                  <a:ea typeface="微软雅黑" panose="020B0503020204020204" pitchFamily="34" charset="-122"/>
                </a:endParaRPr>
              </a:p>
            </p:txBody>
          </p:sp>
          <p:sp>
            <p:nvSpPr>
              <p:cNvPr id="23" name="圆角矩形 22"/>
              <p:cNvSpPr/>
              <p:nvPr/>
            </p:nvSpPr>
            <p:spPr>
              <a:xfrm>
                <a:off x="1222" y="7082"/>
                <a:ext cx="3542" cy="60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外部产业化机制</a:t>
                </a:r>
                <a:endParaRPr lang="zh-CN" altLang="en-US" sz="1400" b="1"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992" y="5548"/>
                <a:ext cx="4006" cy="1452"/>
              </a:xfrm>
              <a:prstGeom prst="rect">
                <a:avLst/>
              </a:prstGeom>
              <a:noFill/>
            </p:spPr>
            <p:txBody>
              <a:bodyPr wrap="square" rtlCol="0">
                <a:spAutoFit/>
              </a:bodyPr>
              <a:p>
                <a:pPr algn="just">
                  <a:lnSpc>
                    <a:spcPct val="130000"/>
                  </a:lnSpc>
                </a:pPr>
                <a:r>
                  <a:rPr lang="zh-CN" altLang="en-US" sz="1200" dirty="0" smtClean="0">
                    <a:latin typeface="+mn-ea"/>
                  </a:rPr>
                  <a:t>搭建</a:t>
                </a:r>
                <a:r>
                  <a:rPr lang="zh-CN" altLang="en-US" sz="1200" b="1" dirty="0" smtClean="0">
                    <a:solidFill>
                      <a:srgbClr val="FF0000"/>
                    </a:solidFill>
                    <a:latin typeface="+mn-ea"/>
                  </a:rPr>
                  <a:t>内部转化通道</a:t>
                </a:r>
                <a:r>
                  <a:rPr lang="zh-CN" altLang="en-US" sz="1200" dirty="0" smtClean="0">
                    <a:latin typeface="+mn-ea"/>
                  </a:rPr>
                  <a:t>，设立专项转化基金，推动科技成果在集团内部优先落地应用</a:t>
                </a:r>
                <a:endParaRPr lang="zh-CN" altLang="en-US" sz="1200" dirty="0" smtClean="0">
                  <a:latin typeface="+mn-ea"/>
                </a:endParaRPr>
              </a:p>
            </p:txBody>
          </p:sp>
          <p:sp>
            <p:nvSpPr>
              <p:cNvPr id="25" name="文本框 24"/>
              <p:cNvSpPr txBox="1"/>
              <p:nvPr/>
            </p:nvSpPr>
            <p:spPr>
              <a:xfrm>
                <a:off x="1023" y="7673"/>
                <a:ext cx="4006" cy="1081"/>
              </a:xfrm>
              <a:prstGeom prst="rect">
                <a:avLst/>
              </a:prstGeom>
              <a:noFill/>
            </p:spPr>
            <p:txBody>
              <a:bodyPr wrap="square" rtlCol="0">
                <a:noAutofit/>
              </a:bodyPr>
              <a:p>
                <a:pPr algn="just">
                  <a:lnSpc>
                    <a:spcPct val="130000"/>
                  </a:lnSpc>
                </a:pPr>
                <a:r>
                  <a:rPr lang="zh-CN" altLang="en-US" sz="1200" dirty="0" smtClean="0">
                    <a:latin typeface="+mn-ea"/>
                  </a:rPr>
                  <a:t>建立</a:t>
                </a:r>
                <a:r>
                  <a:rPr lang="zh-CN" altLang="en-US" sz="1200" b="1" dirty="0" smtClean="0">
                    <a:solidFill>
                      <a:srgbClr val="FF0000"/>
                    </a:solidFill>
                    <a:latin typeface="+mn-ea"/>
                  </a:rPr>
                  <a:t>技术许可、作价入股、联合开发</a:t>
                </a:r>
                <a:r>
                  <a:rPr lang="zh-CN" altLang="en-US" sz="1200" dirty="0" smtClean="0">
                    <a:latin typeface="+mn-ea"/>
                  </a:rPr>
                  <a:t>等多元化外部转化路径，对接产业园区与资本市场加速产业化</a:t>
                </a:r>
                <a:endParaRPr lang="zh-CN" altLang="en-US" sz="1200" dirty="0" smtClean="0">
                  <a:latin typeface="+mn-ea"/>
                </a:endParaRPr>
              </a:p>
            </p:txBody>
          </p:sp>
        </p:grpSp>
        <p:grpSp>
          <p:nvGrpSpPr>
            <p:cNvPr id="26" name="组合 25"/>
            <p:cNvGrpSpPr/>
            <p:nvPr>
              <p:custDataLst>
                <p:tags r:id="rId10"/>
              </p:custDataLst>
            </p:nvPr>
          </p:nvGrpSpPr>
          <p:grpSpPr>
            <a:xfrm>
              <a:off x="9598" y="4453"/>
              <a:ext cx="4007" cy="4665"/>
              <a:chOff x="1023" y="4931"/>
              <a:chExt cx="4007" cy="4186"/>
            </a:xfrm>
          </p:grpSpPr>
          <p:cxnSp>
            <p:nvCxnSpPr>
              <p:cNvPr id="27" name="直接连接符 26"/>
              <p:cNvCxnSpPr/>
              <p:nvPr/>
            </p:nvCxnSpPr>
            <p:spPr>
              <a:xfrm>
                <a:off x="2648" y="9117"/>
                <a:ext cx="601" cy="0"/>
              </a:xfrm>
              <a:prstGeom prst="line">
                <a:avLst/>
              </a:prstGeom>
              <a:ln w="44450" cap="rnd">
                <a:solidFill>
                  <a:schemeClr val="accent1"/>
                </a:solidFill>
              </a:ln>
            </p:spPr>
            <p:style>
              <a:lnRef idx="2">
                <a:schemeClr val="accent1"/>
              </a:lnRef>
              <a:fillRef idx="0">
                <a:srgbClr val="FFFFFF"/>
              </a:fillRef>
              <a:effectRef idx="0">
                <a:srgbClr val="FFFFFF"/>
              </a:effectRef>
              <a:fontRef idx="minor">
                <a:schemeClr val="tx1"/>
              </a:fontRef>
            </p:style>
          </p:cxnSp>
          <p:sp>
            <p:nvSpPr>
              <p:cNvPr id="28" name="圆角矩形 27"/>
              <p:cNvSpPr/>
              <p:nvPr/>
            </p:nvSpPr>
            <p:spPr>
              <a:xfrm>
                <a:off x="1222" y="4931"/>
                <a:ext cx="3542" cy="6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容错情形认定</a:t>
                </a:r>
                <a:endParaRPr lang="zh-CN" altLang="en-US" sz="1400" b="1" dirty="0">
                  <a:latin typeface="微软雅黑" panose="020B0503020204020204" pitchFamily="34" charset="-122"/>
                  <a:ea typeface="微软雅黑" panose="020B0503020204020204" pitchFamily="34" charset="-122"/>
                </a:endParaRPr>
              </a:p>
            </p:txBody>
          </p:sp>
          <p:sp>
            <p:nvSpPr>
              <p:cNvPr id="29" name="圆角矩形 28"/>
              <p:cNvSpPr/>
              <p:nvPr/>
            </p:nvSpPr>
            <p:spPr>
              <a:xfrm>
                <a:off x="1222" y="7083"/>
                <a:ext cx="3542" cy="607"/>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免责程序与保障</a:t>
                </a:r>
                <a:endParaRPr lang="zh-CN" altLang="en-US" sz="1400" b="1"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1024" y="5547"/>
                <a:ext cx="4006" cy="1452"/>
              </a:xfrm>
              <a:prstGeom prst="rect">
                <a:avLst/>
              </a:prstGeom>
              <a:noFill/>
            </p:spPr>
            <p:txBody>
              <a:bodyPr wrap="square" rtlCol="0">
                <a:spAutoFit/>
              </a:bodyPr>
              <a:p>
                <a:pPr algn="just">
                  <a:lnSpc>
                    <a:spcPct val="130000"/>
                  </a:lnSpc>
                </a:pPr>
                <a:r>
                  <a:rPr lang="zh-CN" altLang="en-US" sz="1200" dirty="0" smtClean="0">
                    <a:latin typeface="+mn-ea"/>
                  </a:rPr>
                  <a:t>明确</a:t>
                </a:r>
                <a:r>
                  <a:rPr lang="zh-CN" altLang="en-US" sz="1200" b="1" dirty="0" smtClean="0">
                    <a:solidFill>
                      <a:srgbClr val="FF0000"/>
                    </a:solidFill>
                    <a:latin typeface="+mn-ea"/>
                  </a:rPr>
                  <a:t>因技术路线偏差、市场变化、不可抗力导致的创新失败可纳入容错范围</a:t>
                </a:r>
                <a:r>
                  <a:rPr lang="zh-CN" altLang="en-US" sz="1200" dirty="0" smtClean="0">
                    <a:latin typeface="+mn-ea"/>
                  </a:rPr>
                  <a:t>，建立"尽职免责"认定标准</a:t>
                </a:r>
                <a:endParaRPr lang="zh-CN" altLang="en-US" sz="1200" dirty="0" smtClean="0">
                  <a:latin typeface="+mn-ea"/>
                </a:endParaRPr>
              </a:p>
            </p:txBody>
          </p:sp>
          <p:sp>
            <p:nvSpPr>
              <p:cNvPr id="35" name="文本框 34"/>
              <p:cNvSpPr txBox="1"/>
              <p:nvPr/>
            </p:nvSpPr>
            <p:spPr>
              <a:xfrm>
                <a:off x="1023" y="7673"/>
                <a:ext cx="4006" cy="1081"/>
              </a:xfrm>
              <a:prstGeom prst="rect">
                <a:avLst/>
              </a:prstGeom>
              <a:noFill/>
            </p:spPr>
            <p:txBody>
              <a:bodyPr wrap="square" rtlCol="0">
                <a:noAutofit/>
              </a:bodyPr>
              <a:p>
                <a:pPr algn="just">
                  <a:lnSpc>
                    <a:spcPct val="130000"/>
                  </a:lnSpc>
                </a:pPr>
                <a:r>
                  <a:rPr lang="zh-CN" altLang="en-US" sz="1200" b="1" dirty="0" smtClean="0">
                    <a:solidFill>
                      <a:srgbClr val="FF0000"/>
                    </a:solidFill>
                    <a:latin typeface="+mn-ea"/>
                  </a:rPr>
                  <a:t>规范容错申请、审核、认定程序</a:t>
                </a:r>
                <a:r>
                  <a:rPr lang="zh-CN" altLang="en-US" sz="1200" dirty="0" smtClean="0">
                    <a:latin typeface="+mn-ea"/>
                  </a:rPr>
                  <a:t>，结果运用于绩效考核和干部选拔，消除创新者后顾之忧</a:t>
                </a:r>
                <a:endParaRPr lang="zh-CN" altLang="en-US" sz="1200" dirty="0" smtClean="0">
                  <a:latin typeface="+mn-ea"/>
                </a:endParaRPr>
              </a:p>
            </p:txBody>
          </p:sp>
        </p:grpSp>
        <p:grpSp>
          <p:nvGrpSpPr>
            <p:cNvPr id="36" name="组合 35"/>
            <p:cNvGrpSpPr/>
            <p:nvPr>
              <p:custDataLst>
                <p:tags r:id="rId11"/>
              </p:custDataLst>
            </p:nvPr>
          </p:nvGrpSpPr>
          <p:grpSpPr>
            <a:xfrm>
              <a:off x="13883" y="4454"/>
              <a:ext cx="4007" cy="4664"/>
              <a:chOff x="1023" y="4933"/>
              <a:chExt cx="4007" cy="4184"/>
            </a:xfrm>
          </p:grpSpPr>
          <p:cxnSp>
            <p:nvCxnSpPr>
              <p:cNvPr id="37" name="直接连接符 36"/>
              <p:cNvCxnSpPr/>
              <p:nvPr/>
            </p:nvCxnSpPr>
            <p:spPr>
              <a:xfrm>
                <a:off x="2648" y="9117"/>
                <a:ext cx="601" cy="0"/>
              </a:xfrm>
              <a:prstGeom prst="line">
                <a:avLst/>
              </a:prstGeom>
              <a:ln w="44450" cap="rnd">
                <a:solidFill>
                  <a:schemeClr val="accent1"/>
                </a:solidFill>
              </a:ln>
            </p:spPr>
            <p:style>
              <a:lnRef idx="2">
                <a:schemeClr val="accent1"/>
              </a:lnRef>
              <a:fillRef idx="0">
                <a:srgbClr val="FFFFFF"/>
              </a:fillRef>
              <a:effectRef idx="0">
                <a:srgbClr val="FFFFFF"/>
              </a:effectRef>
              <a:fontRef idx="minor">
                <a:schemeClr val="tx1"/>
              </a:fontRef>
            </p:style>
          </p:cxnSp>
          <p:sp>
            <p:nvSpPr>
              <p:cNvPr id="38" name="圆角矩形 37"/>
              <p:cNvSpPr/>
              <p:nvPr/>
            </p:nvSpPr>
            <p:spPr>
              <a:xfrm>
                <a:off x="1222" y="4933"/>
                <a:ext cx="3542" cy="61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物质激励</a:t>
                </a:r>
                <a:endParaRPr lang="zh-CN" altLang="en-US" sz="1400" b="1" dirty="0">
                  <a:latin typeface="微软雅黑" panose="020B0503020204020204" pitchFamily="34" charset="-122"/>
                  <a:ea typeface="微软雅黑" panose="020B0503020204020204" pitchFamily="34" charset="-122"/>
                </a:endParaRPr>
              </a:p>
            </p:txBody>
          </p:sp>
          <p:sp>
            <p:nvSpPr>
              <p:cNvPr id="39" name="圆角矩形 38"/>
              <p:cNvSpPr/>
              <p:nvPr/>
            </p:nvSpPr>
            <p:spPr>
              <a:xfrm>
                <a:off x="1222" y="7082"/>
                <a:ext cx="3542" cy="609"/>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lnSpc>
                    <a:spcPct val="130000"/>
                  </a:lnSpc>
                </a:pPr>
                <a:r>
                  <a:rPr lang="zh-CN" altLang="en-US" sz="1400" b="1" dirty="0">
                    <a:latin typeface="微软雅黑" panose="020B0503020204020204" pitchFamily="34" charset="-122"/>
                    <a:ea typeface="微软雅黑" panose="020B0503020204020204" pitchFamily="34" charset="-122"/>
                  </a:rPr>
                  <a:t>非物质激励</a:t>
                </a:r>
                <a:endParaRPr lang="zh-CN" altLang="en-US" sz="1400" b="1" dirty="0">
                  <a:latin typeface="微软雅黑" panose="020B0503020204020204" pitchFamily="34" charset="-122"/>
                  <a:ea typeface="微软雅黑" panose="020B0503020204020204" pitchFamily="34" charset="-122"/>
                </a:endParaRPr>
              </a:p>
            </p:txBody>
          </p:sp>
          <p:sp>
            <p:nvSpPr>
              <p:cNvPr id="40" name="文本框 39"/>
              <p:cNvSpPr txBox="1"/>
              <p:nvPr/>
            </p:nvSpPr>
            <p:spPr>
              <a:xfrm>
                <a:off x="1024" y="5546"/>
                <a:ext cx="4006" cy="1452"/>
              </a:xfrm>
              <a:prstGeom prst="rect">
                <a:avLst/>
              </a:prstGeom>
              <a:noFill/>
            </p:spPr>
            <p:txBody>
              <a:bodyPr wrap="square" rtlCol="0">
                <a:spAutoFit/>
              </a:bodyPr>
              <a:p>
                <a:pPr algn="just">
                  <a:lnSpc>
                    <a:spcPct val="130000"/>
                  </a:lnSpc>
                </a:pPr>
                <a:r>
                  <a:rPr lang="zh-CN" altLang="en-US" sz="1200" dirty="0" smtClean="0">
                    <a:latin typeface="+mn-ea"/>
                  </a:rPr>
                  <a:t>设立</a:t>
                </a:r>
                <a:r>
                  <a:rPr lang="zh-CN" altLang="en-US" sz="1200" b="1" dirty="0" smtClean="0">
                    <a:solidFill>
                      <a:srgbClr val="FF0000"/>
                    </a:solidFill>
                    <a:latin typeface="+mn-ea"/>
                  </a:rPr>
                  <a:t>科技创新专项奖金</a:t>
                </a:r>
                <a:r>
                  <a:rPr lang="zh-CN" altLang="en-US" sz="1200" dirty="0" smtClean="0">
                    <a:latin typeface="+mn-ea"/>
                  </a:rPr>
                  <a:t>、项目收益分红、股权期权等中长期激励工具，核心骨干薪酬与市场接轨</a:t>
                </a:r>
                <a:endParaRPr lang="zh-CN" altLang="en-US" sz="1200" dirty="0" smtClean="0">
                  <a:latin typeface="+mn-ea"/>
                </a:endParaRPr>
              </a:p>
            </p:txBody>
          </p:sp>
          <p:sp>
            <p:nvSpPr>
              <p:cNvPr id="41" name="文本框 40"/>
              <p:cNvSpPr txBox="1"/>
              <p:nvPr/>
            </p:nvSpPr>
            <p:spPr>
              <a:xfrm>
                <a:off x="1023" y="7673"/>
                <a:ext cx="4006" cy="1081"/>
              </a:xfrm>
              <a:prstGeom prst="rect">
                <a:avLst/>
              </a:prstGeom>
              <a:noFill/>
            </p:spPr>
            <p:txBody>
              <a:bodyPr wrap="square" rtlCol="0">
                <a:noAutofit/>
              </a:bodyPr>
              <a:p>
                <a:pPr indent="0" algn="ctr">
                  <a:lnSpc>
                    <a:spcPct val="130000"/>
                  </a:lnSpc>
                  <a:buFont typeface="Arial" panose="020B0604020202020204" pitchFamily="34" charset="0"/>
                  <a:buNone/>
                </a:pPr>
                <a:r>
                  <a:rPr lang="zh-CN" altLang="en-US" sz="1200" dirty="0" smtClean="0">
                    <a:latin typeface="+mn-ea"/>
                  </a:rPr>
                  <a:t>灵活运用</a:t>
                </a:r>
                <a:r>
                  <a:rPr lang="zh-CN" altLang="en-US" sz="1200" b="1" dirty="0" smtClean="0">
                    <a:solidFill>
                      <a:srgbClr val="FF0000"/>
                    </a:solidFill>
                    <a:latin typeface="+mn-ea"/>
                  </a:rPr>
                  <a:t>荣誉激励、成就激励、认可激励</a:t>
                </a:r>
                <a:r>
                  <a:rPr lang="zh-CN" altLang="en-US" sz="1200" dirty="0" smtClean="0">
                    <a:latin typeface="+mn-ea"/>
                  </a:rPr>
                  <a:t>等非物质激励，留住人才</a:t>
                </a:r>
                <a:endParaRPr lang="zh-CN" altLang="en-US" sz="1200" dirty="0" smtClean="0">
                  <a:latin typeface="+mn-ea"/>
                </a:endParaRPr>
              </a:p>
            </p:txBody>
          </p:sp>
        </p:grpSp>
      </p:grpSp>
      <p:grpSp>
        <p:nvGrpSpPr>
          <p:cNvPr id="5" name="组合 4"/>
          <p:cNvGrpSpPr/>
          <p:nvPr/>
        </p:nvGrpSpPr>
        <p:grpSpPr>
          <a:xfrm>
            <a:off x="660400" y="5060315"/>
            <a:ext cx="10450195" cy="1260692"/>
            <a:chOff x="9665" y="4055"/>
            <a:chExt cx="8791" cy="2395"/>
          </a:xfrm>
        </p:grpSpPr>
        <p:sp>
          <p:nvSpPr>
            <p:cNvPr id="3" name="Shape 26"/>
            <p:cNvSpPr/>
            <p:nvPr>
              <p:custDataLst>
                <p:tags r:id="rId12"/>
              </p:custDataLst>
            </p:nvPr>
          </p:nvSpPr>
          <p:spPr>
            <a:xfrm>
              <a:off x="9665" y="4055"/>
              <a:ext cx="8791" cy="2395"/>
            </a:xfrm>
            <a:prstGeom prst="rect">
              <a:avLst/>
            </a:prstGeom>
            <a:solidFill>
              <a:srgbClr val="FFFFFF"/>
            </a:solidFill>
            <a:ln w="12700">
              <a:solidFill>
                <a:schemeClr val="tx2">
                  <a:lumMod val="40000"/>
                  <a:lumOff val="60000"/>
                </a:schemeClr>
              </a:solidFill>
              <a:prstDash val="dash"/>
            </a:ln>
            <a:effectLst>
              <a:outerShdw blurRad="76200" dist="25400" dir="5400000" algn="bl" rotWithShape="0">
                <a:srgbClr val="000000">
                  <a:alpha val="3922"/>
                </a:srgbClr>
              </a:outerShdw>
            </a:effectLst>
          </p:spPr>
        </p:sp>
        <p:sp>
          <p:nvSpPr>
            <p:cNvPr id="9" name="Text 29"/>
            <p:cNvSpPr/>
            <p:nvPr>
              <p:custDataLst>
                <p:tags r:id="rId13"/>
              </p:custDataLst>
            </p:nvPr>
          </p:nvSpPr>
          <p:spPr>
            <a:xfrm>
              <a:off x="9707" y="4245"/>
              <a:ext cx="8273" cy="560"/>
            </a:xfrm>
            <a:prstGeom prst="rect">
              <a:avLst/>
            </a:prstGeom>
            <a:noFill/>
          </p:spPr>
          <p:txBody>
            <a:bodyPr wrap="none" lIns="0" tIns="0" rIns="0" bIns="0" rtlCol="0" anchor="ctr"/>
            <a:lstStyle/>
            <a:p>
              <a:pPr>
                <a:lnSpc>
                  <a:spcPct val="100000"/>
                </a:lnSpc>
              </a:pPr>
              <a:r>
                <a:rPr lang="zh-CN" altLang="en-US" sz="1600" b="1" dirty="0">
                  <a:solidFill>
                    <a:srgbClr val="0F2B5C"/>
                  </a:solidFill>
                  <a:latin typeface="微软雅黑" panose="020B0503020204020204" pitchFamily="34" charset="-122"/>
                  <a:ea typeface="微软雅黑" panose="020B0503020204020204" pitchFamily="34" charset="-122"/>
                  <a:cs typeface="微软雅黑" panose="020B0503020204020204" pitchFamily="34" charset="-122"/>
                </a:rPr>
                <a:t>案例分享：</a:t>
              </a:r>
              <a:r>
                <a:rPr lang="en-US" sz="1600" b="1" dirty="0">
                  <a:solidFill>
                    <a:srgbClr val="0F2B5C"/>
                  </a:solidFill>
                  <a:latin typeface="微软雅黑" panose="020B0503020204020204" pitchFamily="34" charset="-122"/>
                  <a:ea typeface="微软雅黑" panose="020B0503020204020204" pitchFamily="34" charset="-122"/>
                  <a:cs typeface="微软雅黑" panose="020B0503020204020204" pitchFamily="34" charset="-122"/>
                </a:rPr>
                <a:t>"创新积分制"量化激励创新贡献</a:t>
              </a:r>
              <a:endParaRPr lang="en-US" sz="1600" b="1" dirty="0">
                <a:solidFill>
                  <a:srgbClr val="0F2B5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Text 30"/>
            <p:cNvSpPr/>
            <p:nvPr>
              <p:custDataLst>
                <p:tags r:id="rId14"/>
              </p:custDataLst>
            </p:nvPr>
          </p:nvSpPr>
          <p:spPr>
            <a:xfrm>
              <a:off x="9803" y="5023"/>
              <a:ext cx="8522" cy="1140"/>
            </a:xfrm>
            <a:prstGeom prst="rect">
              <a:avLst/>
            </a:prstGeom>
            <a:noFill/>
          </p:spPr>
          <p:txBody>
            <a:bodyPr wrap="square" lIns="0" tIns="0" rIns="0" bIns="0" rtlCol="0" anchor="t"/>
            <a:lstStyle/>
            <a:p>
              <a:pPr>
                <a:lnSpc>
                  <a:spcPct val="130000"/>
                </a:lnSpc>
              </a:pPr>
              <a:r>
                <a:rPr lang="en-US" sz="1400" dirty="0">
                  <a:solidFill>
                    <a:srgbClr val="1A2332"/>
                  </a:solidFill>
                  <a:latin typeface="微软雅黑" panose="020B0503020204020204" pitchFamily="34" charset="-122"/>
                  <a:ea typeface="微软雅黑" panose="020B0503020204020204" pitchFamily="34" charset="-122"/>
                  <a:cs typeface="微软雅黑" panose="020B0503020204020204" pitchFamily="34" charset="-122"/>
                </a:rPr>
                <a:t>某能源央企</a:t>
              </a:r>
              <a:r>
                <a:rPr 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建立"创新积分制"，将论文、专利、项目、成果转化等贡献量化积分，积分直接与职级晋升、薪酬激励挂钩。</a:t>
              </a:r>
              <a:r>
                <a:rPr lang="en-US" sz="1400" dirty="0">
                  <a:solidFill>
                    <a:srgbClr val="1A2332"/>
                  </a:solidFill>
                  <a:latin typeface="微软雅黑" panose="020B0503020204020204" pitchFamily="34" charset="-122"/>
                  <a:ea typeface="微软雅黑" panose="020B0503020204020204" pitchFamily="34" charset="-122"/>
                  <a:cs typeface="微软雅黑" panose="020B0503020204020204" pitchFamily="34" charset="-122"/>
                </a:rPr>
                <a:t>实施后，科研人员专利申请量增长62%，成果转化周期缩短40%，创新积极性显著提升。</a:t>
              </a:r>
              <a:endParaRPr lang="en-US" sz="1400" dirty="0">
                <a:solidFill>
                  <a:srgbClr val="1A2332"/>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九、国有企业科技创新规划步骤六：从业务、产品、技术三维度，量化评估国企科技创新产出成果</a:t>
            </a:r>
            <a:endParaRPr lang="zh-CN" altLang="en-US"/>
          </a:p>
        </p:txBody>
      </p:sp>
      <p:sp>
        <p:nvSpPr>
          <p:cNvPr id="3" name="文本占位符 2"/>
          <p:cNvSpPr>
            <a:spLocks noGrp="1"/>
          </p:cNvSpPr>
          <p:nvPr>
            <p:ph type="body" sz="quarter" idx="13"/>
          </p:nvPr>
        </p:nvSpPr>
        <p:spPr/>
        <p:txBody>
          <a:bodyPr/>
          <a:p>
            <a:r>
              <a:rPr lang="zh-CN" altLang="en-US"/>
              <a:t>创新产出衡量企业科技创新活动的最终结果，涵盖业务、产品与技术三个维度</a:t>
            </a:r>
            <a:endParaRPr lang="zh-CN" altLang="en-US"/>
          </a:p>
        </p:txBody>
      </p:sp>
      <p:sp>
        <p:nvSpPr>
          <p:cNvPr id="4" name="文本占位符 3"/>
          <p:cNvSpPr>
            <a:spLocks noGrp="1"/>
          </p:cNvSpPr>
          <p:nvPr>
            <p:ph type="body" sz="quarter" idx="16"/>
          </p:nvPr>
        </p:nvSpPr>
        <p:spPr/>
        <p:txBody>
          <a:bodyPr/>
          <a:p>
            <a:r>
              <a:rPr lang="zh-CN" altLang="en-US"/>
              <a:t>创新产出评估需定量与定性相结合，建立"季度跟踪+年度评估"机制，确保创新活动与战略目标对齐</a:t>
            </a:r>
            <a:endParaRPr lang="zh-CN" altLang="en-US"/>
          </a:p>
        </p:txBody>
      </p:sp>
      <p:sp>
        <p:nvSpPr>
          <p:cNvPr id="7" name="灯片编号占位符 6"/>
          <p:cNvSpPr>
            <a:spLocks noGrp="1"/>
          </p:cNvSpPr>
          <p:nvPr>
            <p:ph type="sldNum" sz="quarter" idx="4"/>
          </p:nvPr>
        </p:nvSpPr>
        <p:spPr/>
        <p:txBody>
          <a:bodyPr/>
          <a:p>
            <a:fld id="{7F65B630-C7FF-41C0-9923-C5E5E29EED81}" type="slidenum">
              <a:rPr lang="en-US" altLang="zh-CN" smtClean="0"/>
            </a:fld>
            <a:endParaRPr lang="en-US" altLang="zh-CN" dirty="0"/>
          </a:p>
        </p:txBody>
      </p:sp>
      <p:sp>
        <p:nvSpPr>
          <p:cNvPr id="8" name="任意多边形 7"/>
          <p:cNvSpPr/>
          <p:nvPr>
            <p:custDataLst>
              <p:tags r:id="rId1"/>
            </p:custDataLst>
          </p:nvPr>
        </p:nvSpPr>
        <p:spPr>
          <a:xfrm>
            <a:off x="5003483" y="2019618"/>
            <a:ext cx="2027555" cy="2027555"/>
          </a:xfrm>
          <a:custGeom>
            <a:avLst/>
            <a:gdLst>
              <a:gd name="connsiteX0" fmla="*/ 1989 w 3929"/>
              <a:gd name="connsiteY0" fmla="*/ 3929 h 3929"/>
              <a:gd name="connsiteX1" fmla="*/ 1965 w 3929"/>
              <a:gd name="connsiteY1" fmla="*/ 3929 h 3929"/>
              <a:gd name="connsiteX2" fmla="*/ 0 w 3929"/>
              <a:gd name="connsiteY2" fmla="*/ 1965 h 3929"/>
              <a:gd name="connsiteX3" fmla="*/ 1965 w 3929"/>
              <a:gd name="connsiteY3" fmla="*/ 0 h 3929"/>
              <a:gd name="connsiteX4" fmla="*/ 3929 w 3929"/>
              <a:gd name="connsiteY4" fmla="*/ 1965 h 3929"/>
              <a:gd name="connsiteX5" fmla="*/ 3775 w 3929"/>
              <a:gd name="connsiteY5" fmla="*/ 2729 h 3929"/>
              <a:gd name="connsiteX6" fmla="*/ 3759 w 3929"/>
              <a:gd name="connsiteY6" fmla="*/ 2764 h 3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9" h="3929">
                <a:moveTo>
                  <a:pt x="1989" y="3929"/>
                </a:moveTo>
                <a:lnTo>
                  <a:pt x="1965" y="3929"/>
                </a:lnTo>
                <a:cubicBezTo>
                  <a:pt x="880" y="3929"/>
                  <a:pt x="0" y="3049"/>
                  <a:pt x="0" y="1965"/>
                </a:cubicBezTo>
                <a:cubicBezTo>
                  <a:pt x="0" y="880"/>
                  <a:pt x="880" y="0"/>
                  <a:pt x="1965" y="0"/>
                </a:cubicBezTo>
                <a:cubicBezTo>
                  <a:pt x="3049" y="0"/>
                  <a:pt x="3929" y="880"/>
                  <a:pt x="3929" y="1965"/>
                </a:cubicBezTo>
                <a:cubicBezTo>
                  <a:pt x="3929" y="2236"/>
                  <a:pt x="3874" y="2494"/>
                  <a:pt x="3775" y="2729"/>
                </a:cubicBezTo>
                <a:lnTo>
                  <a:pt x="3759" y="2764"/>
                </a:lnTo>
              </a:path>
            </a:pathLst>
          </a:custGeom>
          <a:noFill/>
          <a:ln w="50800" cap="rnd">
            <a:gradFill>
              <a:gsLst>
                <a:gs pos="0">
                  <a:schemeClr val="accent1">
                    <a:alpha val="60000"/>
                  </a:schemeClr>
                </a:gs>
                <a:gs pos="80000">
                  <a:schemeClr val="accent1">
                    <a:alpha val="100000"/>
                  </a:schemeClr>
                </a:gs>
              </a:gsLst>
              <a:lin ang="8100000" scaled="1"/>
            </a:gradFill>
            <a:tailEnd type="arrow" w="lg" len="sm"/>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solidFill>
                <a:schemeClr val="lt1"/>
              </a:solidFill>
            </a:endParaRPr>
          </a:p>
        </p:txBody>
      </p:sp>
      <p:sp>
        <p:nvSpPr>
          <p:cNvPr id="9" name="任意多边形 8"/>
          <p:cNvSpPr/>
          <p:nvPr>
            <p:custDataLst>
              <p:tags r:id="rId2"/>
            </p:custDataLst>
          </p:nvPr>
        </p:nvSpPr>
        <p:spPr>
          <a:xfrm rot="7200000">
            <a:off x="5908993" y="3532823"/>
            <a:ext cx="2027555" cy="2027555"/>
          </a:xfrm>
          <a:custGeom>
            <a:avLst/>
            <a:gdLst>
              <a:gd name="connsiteX0" fmla="*/ 1989 w 3929"/>
              <a:gd name="connsiteY0" fmla="*/ 3929 h 3929"/>
              <a:gd name="connsiteX1" fmla="*/ 1965 w 3929"/>
              <a:gd name="connsiteY1" fmla="*/ 3929 h 3929"/>
              <a:gd name="connsiteX2" fmla="*/ 0 w 3929"/>
              <a:gd name="connsiteY2" fmla="*/ 1965 h 3929"/>
              <a:gd name="connsiteX3" fmla="*/ 1965 w 3929"/>
              <a:gd name="connsiteY3" fmla="*/ 0 h 3929"/>
              <a:gd name="connsiteX4" fmla="*/ 3929 w 3929"/>
              <a:gd name="connsiteY4" fmla="*/ 1965 h 3929"/>
              <a:gd name="connsiteX5" fmla="*/ 3775 w 3929"/>
              <a:gd name="connsiteY5" fmla="*/ 2729 h 3929"/>
              <a:gd name="connsiteX6" fmla="*/ 3759 w 3929"/>
              <a:gd name="connsiteY6" fmla="*/ 2764 h 3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9" h="3929">
                <a:moveTo>
                  <a:pt x="1989" y="3929"/>
                </a:moveTo>
                <a:lnTo>
                  <a:pt x="1965" y="3929"/>
                </a:lnTo>
                <a:cubicBezTo>
                  <a:pt x="880" y="3929"/>
                  <a:pt x="0" y="3049"/>
                  <a:pt x="0" y="1965"/>
                </a:cubicBezTo>
                <a:cubicBezTo>
                  <a:pt x="0" y="880"/>
                  <a:pt x="880" y="0"/>
                  <a:pt x="1965" y="0"/>
                </a:cubicBezTo>
                <a:cubicBezTo>
                  <a:pt x="3049" y="0"/>
                  <a:pt x="3929" y="880"/>
                  <a:pt x="3929" y="1965"/>
                </a:cubicBezTo>
                <a:cubicBezTo>
                  <a:pt x="3929" y="2236"/>
                  <a:pt x="3874" y="2494"/>
                  <a:pt x="3775" y="2729"/>
                </a:cubicBezTo>
                <a:lnTo>
                  <a:pt x="3759" y="2764"/>
                </a:lnTo>
              </a:path>
            </a:pathLst>
          </a:custGeom>
          <a:noFill/>
          <a:ln w="50800" cap="rnd">
            <a:gradFill>
              <a:gsLst>
                <a:gs pos="0">
                  <a:schemeClr val="accent2">
                    <a:alpha val="40000"/>
                  </a:schemeClr>
                </a:gs>
                <a:gs pos="80000">
                  <a:schemeClr val="accent2">
                    <a:alpha val="100000"/>
                  </a:schemeClr>
                </a:gs>
              </a:gsLst>
              <a:lin ang="8100000" scaled="1"/>
            </a:gradFill>
            <a:tailEnd type="arrow" w="lg" len="sm"/>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solidFill>
                <a:schemeClr val="lt1"/>
              </a:solidFill>
            </a:endParaRPr>
          </a:p>
        </p:txBody>
      </p:sp>
      <p:sp>
        <p:nvSpPr>
          <p:cNvPr id="10" name="任意多边形 9"/>
          <p:cNvSpPr/>
          <p:nvPr>
            <p:custDataLst>
              <p:tags r:id="rId3"/>
            </p:custDataLst>
          </p:nvPr>
        </p:nvSpPr>
        <p:spPr>
          <a:xfrm rot="14400000">
            <a:off x="4151948" y="3555682"/>
            <a:ext cx="2027555" cy="2027555"/>
          </a:xfrm>
          <a:custGeom>
            <a:avLst/>
            <a:gdLst>
              <a:gd name="connsiteX0" fmla="*/ 1989 w 3929"/>
              <a:gd name="connsiteY0" fmla="*/ 3929 h 3929"/>
              <a:gd name="connsiteX1" fmla="*/ 1965 w 3929"/>
              <a:gd name="connsiteY1" fmla="*/ 3929 h 3929"/>
              <a:gd name="connsiteX2" fmla="*/ 0 w 3929"/>
              <a:gd name="connsiteY2" fmla="*/ 1965 h 3929"/>
              <a:gd name="connsiteX3" fmla="*/ 1965 w 3929"/>
              <a:gd name="connsiteY3" fmla="*/ 0 h 3929"/>
              <a:gd name="connsiteX4" fmla="*/ 3929 w 3929"/>
              <a:gd name="connsiteY4" fmla="*/ 1965 h 3929"/>
              <a:gd name="connsiteX5" fmla="*/ 3775 w 3929"/>
              <a:gd name="connsiteY5" fmla="*/ 2729 h 3929"/>
              <a:gd name="connsiteX6" fmla="*/ 3759 w 3929"/>
              <a:gd name="connsiteY6" fmla="*/ 2764 h 3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9" h="3929">
                <a:moveTo>
                  <a:pt x="1989" y="3929"/>
                </a:moveTo>
                <a:lnTo>
                  <a:pt x="1965" y="3929"/>
                </a:lnTo>
                <a:cubicBezTo>
                  <a:pt x="880" y="3929"/>
                  <a:pt x="0" y="3049"/>
                  <a:pt x="0" y="1965"/>
                </a:cubicBezTo>
                <a:cubicBezTo>
                  <a:pt x="0" y="880"/>
                  <a:pt x="880" y="0"/>
                  <a:pt x="1965" y="0"/>
                </a:cubicBezTo>
                <a:cubicBezTo>
                  <a:pt x="3049" y="0"/>
                  <a:pt x="3929" y="880"/>
                  <a:pt x="3929" y="1965"/>
                </a:cubicBezTo>
                <a:cubicBezTo>
                  <a:pt x="3929" y="2236"/>
                  <a:pt x="3874" y="2494"/>
                  <a:pt x="3775" y="2729"/>
                </a:cubicBezTo>
                <a:lnTo>
                  <a:pt x="3759" y="2764"/>
                </a:lnTo>
              </a:path>
            </a:pathLst>
          </a:custGeom>
          <a:noFill/>
          <a:ln w="50800" cap="rnd">
            <a:gradFill>
              <a:gsLst>
                <a:gs pos="0">
                  <a:schemeClr val="accent1">
                    <a:alpha val="60000"/>
                  </a:schemeClr>
                </a:gs>
                <a:gs pos="80000">
                  <a:schemeClr val="accent1">
                    <a:alpha val="100000"/>
                  </a:schemeClr>
                </a:gs>
              </a:gsLst>
              <a:lin ang="8100000" scaled="1"/>
            </a:gradFill>
            <a:tailEnd type="arrow" w="lg" len="sm"/>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b="1">
              <a:solidFill>
                <a:schemeClr val="lt1"/>
              </a:solidFill>
            </a:endParaRPr>
          </a:p>
        </p:txBody>
      </p:sp>
      <p:sp>
        <p:nvSpPr>
          <p:cNvPr id="18" name="矩形 17"/>
          <p:cNvSpPr/>
          <p:nvPr>
            <p:custDataLst>
              <p:tags r:id="rId4"/>
            </p:custDataLst>
          </p:nvPr>
        </p:nvSpPr>
        <p:spPr>
          <a:xfrm>
            <a:off x="7617143" y="2138998"/>
            <a:ext cx="2894965" cy="6184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oAutofit/>
          </a:bodyPr>
          <a:p>
            <a:pPr marL="285750" indent="-285750" algn="l">
              <a:lnSpc>
                <a:spcPct val="70000"/>
              </a:lnSpc>
              <a:spcBef>
                <a:spcPct val="0"/>
              </a:spcBef>
              <a:spcAft>
                <a:spcPct val="0"/>
              </a:spcAft>
              <a:buFont typeface="Arial" panose="020B0604020202020204" pitchFamily="34" charset="0"/>
              <a:buChar char="•"/>
            </a:pPr>
            <a:r>
              <a:rPr lang="zh-CN" altLang="en-US" sz="1400" b="1" kern="0" spc="0" dirty="0">
                <a:ln>
                  <a:noFill/>
                  <a:prstDash val="sysDot"/>
                </a:ln>
                <a:solidFill>
                  <a:srgbClr val="FF0000"/>
                </a:solidFill>
                <a:latin typeface="+mn-ea"/>
                <a:ea typeface="+mn-ea"/>
                <a:sym typeface="+mn-ea"/>
              </a:rPr>
              <a:t>一利五率综合指标达成情况</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科技投入产出比与</a:t>
            </a:r>
            <a:r>
              <a:rPr lang="en-US" altLang="zh-CN" sz="1400" kern="0" spc="0" dirty="0">
                <a:ln>
                  <a:noFill/>
                  <a:prstDash val="sysDot"/>
                </a:ln>
                <a:solidFill>
                  <a:schemeClr val="tx1">
                    <a:lumMod val="85000"/>
                    <a:lumOff val="15000"/>
                  </a:schemeClr>
                </a:solidFill>
                <a:latin typeface="+mn-ea"/>
                <a:ea typeface="+mn-ea"/>
                <a:sym typeface="+mn-ea"/>
              </a:rPr>
              <a:t>ROI</a:t>
            </a: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创新收入占总收入比重</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新产品/新服务销售收入</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创新对经营效益的贡献度</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科技成果转化收益率</a:t>
            </a:r>
            <a:endParaRPr lang="zh-CN" altLang="en-US" sz="1400" kern="0" spc="0" dirty="0">
              <a:ln>
                <a:noFill/>
                <a:prstDash val="sysDot"/>
              </a:ln>
              <a:solidFill>
                <a:schemeClr val="tx1">
                  <a:lumMod val="85000"/>
                  <a:lumOff val="15000"/>
                </a:schemeClr>
              </a:solidFill>
              <a:latin typeface="+mn-ea"/>
              <a:ea typeface="+mn-ea"/>
              <a:sym typeface="+mn-ea"/>
            </a:endParaRPr>
          </a:p>
        </p:txBody>
      </p:sp>
      <p:sp>
        <p:nvSpPr>
          <p:cNvPr id="19" name="矩形 18"/>
          <p:cNvSpPr/>
          <p:nvPr>
            <p:custDataLst>
              <p:tags r:id="rId5"/>
            </p:custDataLst>
          </p:nvPr>
        </p:nvSpPr>
        <p:spPr>
          <a:xfrm>
            <a:off x="8454073" y="4529138"/>
            <a:ext cx="2894965" cy="6184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oAutofit/>
          </a:bodyPr>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与规划目标的一致性</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b="1" kern="0" spc="0" dirty="0">
                <a:ln>
                  <a:noFill/>
                  <a:prstDash val="sysDot"/>
                </a:ln>
                <a:solidFill>
                  <a:srgbClr val="FF0000"/>
                </a:solidFill>
                <a:latin typeface="+mn-ea"/>
                <a:ea typeface="+mn-ea"/>
                <a:sym typeface="+mn-ea"/>
              </a:rPr>
              <a:t>技术的先进性与创新性</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研发成果的经济性</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专利申请数与授权率</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b="1" kern="0" spc="0" dirty="0">
                <a:ln>
                  <a:noFill/>
                  <a:prstDash val="sysDot"/>
                </a:ln>
                <a:solidFill>
                  <a:srgbClr val="FF0000"/>
                </a:solidFill>
                <a:latin typeface="+mn-ea"/>
                <a:ea typeface="+mn-ea"/>
                <a:sym typeface="+mn-ea"/>
              </a:rPr>
              <a:t>核心技术自主可控程度</a:t>
            </a:r>
            <a:endParaRPr lang="zh-CN" altLang="en-US" sz="1400" b="1" kern="0" spc="0" dirty="0">
              <a:ln>
                <a:noFill/>
                <a:prstDash val="sysDot"/>
              </a:ln>
              <a:solidFill>
                <a:srgbClr val="FF0000"/>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技术标准化与行业影响力</a:t>
            </a:r>
            <a:endParaRPr lang="zh-CN" altLang="en-US" sz="1400" kern="0" spc="0" dirty="0">
              <a:ln>
                <a:noFill/>
                <a:prstDash val="sysDot"/>
              </a:ln>
              <a:solidFill>
                <a:schemeClr val="tx1">
                  <a:lumMod val="85000"/>
                  <a:lumOff val="15000"/>
                </a:schemeClr>
              </a:solidFill>
              <a:latin typeface="+mn-ea"/>
              <a:ea typeface="+mn-ea"/>
              <a:sym typeface="+mn-ea"/>
            </a:endParaRPr>
          </a:p>
        </p:txBody>
      </p:sp>
      <p:sp>
        <p:nvSpPr>
          <p:cNvPr id="20" name="矩形 19"/>
          <p:cNvSpPr/>
          <p:nvPr>
            <p:custDataLst>
              <p:tags r:id="rId6"/>
            </p:custDataLst>
          </p:nvPr>
        </p:nvSpPr>
        <p:spPr>
          <a:xfrm>
            <a:off x="1842770" y="3466465"/>
            <a:ext cx="2085340" cy="61849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oAutofit/>
          </a:bodyPr>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收入规模与利润率增长</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市场占有率与行业排名</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b="1" kern="0" spc="0" dirty="0">
                <a:ln>
                  <a:noFill/>
                  <a:prstDash val="sysDot"/>
                </a:ln>
                <a:solidFill>
                  <a:srgbClr val="FF0000"/>
                </a:solidFill>
                <a:latin typeface="+mn-ea"/>
                <a:ea typeface="+mn-ea"/>
                <a:sym typeface="+mn-ea"/>
              </a:rPr>
              <a:t>客户复购率与满意度</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产品迭代周期缩短率</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kern="0" spc="0" dirty="0">
                <a:ln>
                  <a:noFill/>
                  <a:prstDash val="sysDot"/>
                </a:ln>
                <a:solidFill>
                  <a:schemeClr val="tx1">
                    <a:lumMod val="85000"/>
                    <a:lumOff val="15000"/>
                  </a:schemeClr>
                </a:solidFill>
                <a:latin typeface="+mn-ea"/>
                <a:ea typeface="+mn-ea"/>
                <a:sym typeface="+mn-ea"/>
              </a:rPr>
              <a:t>高附加值产品占比提升</a:t>
            </a:r>
            <a:endParaRPr lang="zh-CN" altLang="en-US"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endParaRPr lang="en-US" altLang="zh-CN" sz="1400" kern="0" spc="0" dirty="0">
              <a:ln>
                <a:noFill/>
                <a:prstDash val="sysDot"/>
              </a:ln>
              <a:solidFill>
                <a:schemeClr val="tx1">
                  <a:lumMod val="85000"/>
                  <a:lumOff val="15000"/>
                </a:schemeClr>
              </a:solidFill>
              <a:latin typeface="+mn-ea"/>
              <a:ea typeface="+mn-ea"/>
              <a:sym typeface="+mn-ea"/>
            </a:endParaRPr>
          </a:p>
          <a:p>
            <a:pPr marL="285750" indent="-285750" algn="l">
              <a:lnSpc>
                <a:spcPct val="70000"/>
              </a:lnSpc>
              <a:spcBef>
                <a:spcPct val="0"/>
              </a:spcBef>
              <a:spcAft>
                <a:spcPct val="0"/>
              </a:spcAft>
              <a:buFont typeface="Arial" panose="020B0604020202020204" pitchFamily="34" charset="0"/>
              <a:buChar char="•"/>
            </a:pPr>
            <a:r>
              <a:rPr lang="zh-CN" altLang="en-US" sz="1400" b="1" kern="0" spc="0" dirty="0">
                <a:ln>
                  <a:noFill/>
                  <a:prstDash val="sysDot"/>
                </a:ln>
                <a:solidFill>
                  <a:srgbClr val="FF0000"/>
                </a:solidFill>
                <a:latin typeface="+mn-ea"/>
                <a:ea typeface="+mn-ea"/>
                <a:sym typeface="+mn-ea"/>
              </a:rPr>
              <a:t>产品线完整度与竞争力</a:t>
            </a:r>
            <a:endParaRPr lang="zh-CN" altLang="en-US" sz="1400" b="1" kern="0" spc="0" dirty="0">
              <a:ln>
                <a:noFill/>
                <a:prstDash val="sysDot"/>
              </a:ln>
              <a:solidFill>
                <a:srgbClr val="FF0000"/>
              </a:solidFill>
              <a:latin typeface="+mn-ea"/>
              <a:ea typeface="+mn-ea"/>
              <a:sym typeface="+mn-ea"/>
            </a:endParaRPr>
          </a:p>
        </p:txBody>
      </p:sp>
      <p:sp>
        <p:nvSpPr>
          <p:cNvPr id="31" name="矩形 30"/>
          <p:cNvSpPr/>
          <p:nvPr>
            <p:custDataLst>
              <p:tags r:id="rId7"/>
            </p:custDataLst>
          </p:nvPr>
        </p:nvSpPr>
        <p:spPr>
          <a:xfrm>
            <a:off x="7031038" y="1747838"/>
            <a:ext cx="2894330" cy="271145"/>
          </a:xfrm>
          <a:prstGeom prst="rect">
            <a:avLst/>
          </a:prstGeom>
          <a:noFill/>
        </p:spPr>
        <p:txBody>
          <a:bodyPr wrap="square" lIns="0" tIns="0" rIns="0" bIns="0" rtlCol="0" anchor="b" anchorCtr="0">
            <a:noAutofit/>
          </a:bodyPr>
          <a:p>
            <a:pPr algn="just">
              <a:spcBef>
                <a:spcPct val="0"/>
              </a:spcBef>
              <a:spcAft>
                <a:spcPct val="0"/>
              </a:spcAft>
            </a:pPr>
            <a:r>
              <a:rPr lang="zh-CN" altLang="en-US" sz="2000" b="1">
                <a:solidFill>
                  <a:schemeClr val="accent1"/>
                </a:solidFill>
                <a:latin typeface="+mn-ea"/>
                <a:cs typeface="+mn-ea"/>
                <a:sym typeface="+mn-ea"/>
              </a:rPr>
              <a:t>业务实现</a:t>
            </a:r>
            <a:endParaRPr lang="zh-CN" altLang="en-US" sz="2000" b="1">
              <a:solidFill>
                <a:schemeClr val="accent1"/>
              </a:solidFill>
              <a:latin typeface="+mn-ea"/>
              <a:cs typeface="+mn-ea"/>
              <a:sym typeface="+mn-ea"/>
            </a:endParaRPr>
          </a:p>
        </p:txBody>
      </p:sp>
      <p:sp>
        <p:nvSpPr>
          <p:cNvPr id="22" name="矩形 21"/>
          <p:cNvSpPr/>
          <p:nvPr>
            <p:custDataLst>
              <p:tags r:id="rId8"/>
            </p:custDataLst>
          </p:nvPr>
        </p:nvSpPr>
        <p:spPr>
          <a:xfrm>
            <a:off x="1547178" y="2984818"/>
            <a:ext cx="2899410" cy="271145"/>
          </a:xfrm>
          <a:prstGeom prst="rect">
            <a:avLst/>
          </a:prstGeom>
          <a:noFill/>
        </p:spPr>
        <p:txBody>
          <a:bodyPr wrap="square" lIns="0" tIns="0" rIns="0" bIns="0" rtlCol="0" anchor="b" anchorCtr="0">
            <a:noAutofit/>
          </a:bodyPr>
          <a:p>
            <a:pPr algn="l">
              <a:spcBef>
                <a:spcPct val="0"/>
              </a:spcBef>
              <a:spcAft>
                <a:spcPct val="0"/>
              </a:spcAft>
            </a:pPr>
            <a:r>
              <a:rPr lang="zh-CN" altLang="en-US" sz="2000" b="1">
                <a:solidFill>
                  <a:schemeClr val="accent1"/>
                </a:solidFill>
                <a:latin typeface="+mn-ea"/>
                <a:cs typeface="+mn-ea"/>
                <a:sym typeface="+mn-ea"/>
              </a:rPr>
              <a:t>产品实现</a:t>
            </a:r>
            <a:endParaRPr lang="zh-CN" altLang="en-US" sz="2000" b="1">
              <a:solidFill>
                <a:schemeClr val="accent1"/>
              </a:solidFill>
              <a:latin typeface="+mn-ea"/>
              <a:cs typeface="+mn-ea"/>
              <a:sym typeface="+mn-ea"/>
            </a:endParaRPr>
          </a:p>
        </p:txBody>
      </p:sp>
      <p:sp>
        <p:nvSpPr>
          <p:cNvPr id="24" name="矩形 23"/>
          <p:cNvSpPr/>
          <p:nvPr>
            <p:custDataLst>
              <p:tags r:id="rId9"/>
            </p:custDataLst>
          </p:nvPr>
        </p:nvSpPr>
        <p:spPr>
          <a:xfrm>
            <a:off x="8114348" y="4135438"/>
            <a:ext cx="2882265" cy="271145"/>
          </a:xfrm>
          <a:prstGeom prst="rect">
            <a:avLst/>
          </a:prstGeom>
          <a:noFill/>
        </p:spPr>
        <p:txBody>
          <a:bodyPr wrap="square" lIns="0" tIns="0" rIns="0" bIns="0" rtlCol="0" anchor="b" anchorCtr="0">
            <a:noAutofit/>
          </a:bodyPr>
          <a:p>
            <a:pPr algn="just">
              <a:spcBef>
                <a:spcPct val="0"/>
              </a:spcBef>
              <a:spcAft>
                <a:spcPct val="0"/>
              </a:spcAft>
            </a:pPr>
            <a:r>
              <a:rPr lang="zh-CN" altLang="en-US" sz="2000" b="1">
                <a:solidFill>
                  <a:schemeClr val="accent2"/>
                </a:solidFill>
                <a:latin typeface="+mn-ea"/>
                <a:cs typeface="+mn-ea"/>
                <a:sym typeface="+mn-ea"/>
              </a:rPr>
              <a:t>技术实现</a:t>
            </a:r>
            <a:endParaRPr lang="zh-CN" altLang="en-US" sz="2000" b="1">
              <a:solidFill>
                <a:schemeClr val="accent2"/>
              </a:solidFill>
              <a:latin typeface="+mn-ea"/>
              <a:cs typeface="+mn-ea"/>
              <a:sym typeface="+mn-ea"/>
            </a:endParaRPr>
          </a:p>
        </p:txBody>
      </p:sp>
      <p:pic>
        <p:nvPicPr>
          <p:cNvPr id="12" name="图形 11"/>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13743" y="2733993"/>
            <a:ext cx="436720" cy="535770"/>
          </a:xfrm>
          <a:prstGeom prst="rect">
            <a:avLst/>
          </a:prstGeom>
        </p:spPr>
      </p:pic>
      <p:pic>
        <p:nvPicPr>
          <p:cNvPr id="11" name="图形 4"/>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929188" y="4271328"/>
            <a:ext cx="470184" cy="528957"/>
          </a:xfrm>
          <a:prstGeom prst="rect">
            <a:avLst/>
          </a:prstGeom>
        </p:spPr>
      </p:pic>
      <p:pic>
        <p:nvPicPr>
          <p:cNvPr id="14" name="图形 13"/>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04648" y="4250373"/>
            <a:ext cx="444192" cy="5384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十、小结：复盘创新全生命周期管理，形成国企科技创新规划整体解决方案</a:t>
            </a:r>
            <a:endParaRPr lang="zh-CN" altLang="en-US" dirty="0"/>
          </a:p>
        </p:txBody>
      </p:sp>
      <p:sp>
        <p:nvSpPr>
          <p:cNvPr id="5" name="灯片编号占位符 4"/>
          <p:cNvSpPr>
            <a:spLocks noGrp="1"/>
          </p:cNvSpPr>
          <p:nvPr>
            <p:ph type="sldNum" sz="quarter" idx="4"/>
          </p:nvPr>
        </p:nvSpPr>
        <p:spPr/>
        <p:txBody>
          <a:bodyPr/>
          <a:lstStyle/>
          <a:p>
            <a:fld id="{7F65B630-C7FF-41C0-9923-C5E5E29EED81}" type="slidenum">
              <a:rPr lang="en-US" altLang="zh-CN" smtClean="0"/>
            </a:fld>
            <a:endParaRPr lang="en-US" altLang="zh-CN" dirty="0"/>
          </a:p>
        </p:txBody>
      </p:sp>
      <p:grpSp>
        <p:nvGrpSpPr>
          <p:cNvPr id="62" name="组合 61"/>
          <p:cNvGrpSpPr/>
          <p:nvPr/>
        </p:nvGrpSpPr>
        <p:grpSpPr>
          <a:xfrm>
            <a:off x="229235" y="1028065"/>
            <a:ext cx="11677015" cy="5208905"/>
            <a:chOff x="361" y="1256"/>
            <a:chExt cx="18839" cy="9544"/>
          </a:xfrm>
        </p:grpSpPr>
        <p:sp>
          <p:nvSpPr>
            <p:cNvPr id="8" name="靖飞在肝PPT3"/>
            <p:cNvSpPr/>
            <p:nvPr/>
          </p:nvSpPr>
          <p:spPr>
            <a:xfrm rot="10800000" flipH="1">
              <a:off x="5584" y="1316"/>
              <a:ext cx="13616" cy="9484"/>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3">
                <a:lumMod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sp>
          <p:nvSpPr>
            <p:cNvPr id="9" name="靖飞在肝PPT4"/>
            <p:cNvSpPr/>
            <p:nvPr/>
          </p:nvSpPr>
          <p:spPr>
            <a:xfrm rot="10800000" flipH="1">
              <a:off x="8892" y="1316"/>
              <a:ext cx="10308" cy="7180"/>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4">
                <a:lumMod val="60000"/>
                <a:lumOff val="4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sp>
          <p:nvSpPr>
            <p:cNvPr id="10" name="靖飞在肝PPT5"/>
            <p:cNvSpPr/>
            <p:nvPr/>
          </p:nvSpPr>
          <p:spPr>
            <a:xfrm rot="10800000" flipH="1">
              <a:off x="12820" y="1316"/>
              <a:ext cx="6380" cy="4444"/>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mn-ea"/>
                <a:cs typeface="OPPOSans M" panose="00020600040101010101" pitchFamily="18" charset="-122"/>
              </a:endParaRPr>
            </a:p>
          </p:txBody>
        </p:sp>
        <p:sp>
          <p:nvSpPr>
            <p:cNvPr id="11" name="靖飞在肝PPT6"/>
            <p:cNvSpPr/>
            <p:nvPr/>
          </p:nvSpPr>
          <p:spPr>
            <a:xfrm rot="10800000" flipH="1">
              <a:off x="15852" y="1316"/>
              <a:ext cx="3348" cy="2332"/>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mn-ea"/>
                <a:cs typeface="OPPOSans M" panose="00020600040101010101" pitchFamily="18" charset="-122"/>
              </a:endParaRPr>
            </a:p>
          </p:txBody>
        </p:sp>
        <p:cxnSp>
          <p:nvCxnSpPr>
            <p:cNvPr id="12" name="靖飞在肝PPT7"/>
            <p:cNvCxnSpPr/>
            <p:nvPr>
              <p:custDataLst>
                <p:tags r:id="rId1"/>
              </p:custDataLst>
            </p:nvPr>
          </p:nvCxnSpPr>
          <p:spPr>
            <a:xfrm rot="16200000" flipH="1" flipV="1">
              <a:off x="4988" y="4839"/>
              <a:ext cx="0" cy="7313"/>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3" name="靖飞在肝PPT8"/>
            <p:cNvCxnSpPr/>
            <p:nvPr>
              <p:custDataLst>
                <p:tags r:id="rId2"/>
              </p:custDataLst>
            </p:nvPr>
          </p:nvCxnSpPr>
          <p:spPr>
            <a:xfrm rot="16200000" flipH="1" flipV="1">
              <a:off x="7228" y="-136"/>
              <a:ext cx="0" cy="11792"/>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4" name="靖飞在肝PPT9"/>
            <p:cNvCxnSpPr/>
            <p:nvPr>
              <p:custDataLst>
                <p:tags r:id="rId3"/>
              </p:custDataLst>
            </p:nvPr>
          </p:nvCxnSpPr>
          <p:spPr>
            <a:xfrm rot="16200000" flipH="1" flipV="1">
              <a:off x="8758" y="-3803"/>
              <a:ext cx="0" cy="14854"/>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5" name="靖飞在肝PPT11"/>
            <p:cNvSpPr/>
            <p:nvPr/>
          </p:nvSpPr>
          <p:spPr>
            <a:xfrm>
              <a:off x="1417" y="8568"/>
              <a:ext cx="2511" cy="5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latin typeface="+mn-ea"/>
                  <a:cs typeface="OPPOSans M" panose="00020600040101010101" pitchFamily="18" charset="-122"/>
                </a:rPr>
                <a:t>业务规划</a:t>
              </a:r>
              <a:endParaRPr lang="zh-CN" altLang="en-US" sz="1600" b="1">
                <a:latin typeface="+mn-ea"/>
                <a:cs typeface="OPPOSans M" panose="00020600040101010101" pitchFamily="18" charset="-122"/>
              </a:endParaRPr>
            </a:p>
          </p:txBody>
        </p:sp>
        <p:sp>
          <p:nvSpPr>
            <p:cNvPr id="16" name="靖飞在肝PPT12"/>
            <p:cNvSpPr txBox="1"/>
            <p:nvPr/>
          </p:nvSpPr>
          <p:spPr>
            <a:xfrm>
              <a:off x="1258" y="9440"/>
              <a:ext cx="3334" cy="640"/>
            </a:xfrm>
            <a:prstGeom prst="rect">
              <a:avLst/>
            </a:prstGeom>
            <a:noFill/>
          </p:spPr>
          <p:txBody>
            <a:bodyPr wrap="square" rtlCol="0">
              <a:spAutoFit/>
            </a:bodyPr>
            <a:lstStyle/>
            <a:p>
              <a:pPr>
                <a:lnSpc>
                  <a:spcPct val="120000"/>
                </a:lnSpc>
              </a:pPr>
              <a:endParaRPr lang="zh-CN" altLang="en-US" sz="1400">
                <a:latin typeface="+mn-ea"/>
                <a:cs typeface="OPPOSans M" panose="00020600040101010101" pitchFamily="18" charset="-122"/>
              </a:endParaRPr>
            </a:p>
          </p:txBody>
        </p:sp>
        <p:sp>
          <p:nvSpPr>
            <p:cNvPr id="17" name="靖飞在肝PPT13"/>
            <p:cNvSpPr/>
            <p:nvPr/>
          </p:nvSpPr>
          <p:spPr>
            <a:xfrm rot="3314525" flipH="1">
              <a:off x="6360" y="8087"/>
              <a:ext cx="960" cy="2394"/>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cs typeface="OPPOSans M" panose="00020600040101010101" pitchFamily="18" charset="-122"/>
              </a:endParaRPr>
            </a:p>
          </p:txBody>
        </p:sp>
        <p:sp>
          <p:nvSpPr>
            <p:cNvPr id="18" name="靖飞在肝PPT14"/>
            <p:cNvSpPr/>
            <p:nvPr/>
          </p:nvSpPr>
          <p:spPr>
            <a:xfrm rot="3314525" flipH="1">
              <a:off x="9769" y="5715"/>
              <a:ext cx="960" cy="2394"/>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cs typeface="OPPOSans M" panose="00020600040101010101" pitchFamily="18" charset="-122"/>
              </a:endParaRPr>
            </a:p>
          </p:txBody>
        </p:sp>
        <p:sp>
          <p:nvSpPr>
            <p:cNvPr id="19" name="靖飞在肝PPT15"/>
            <p:cNvSpPr/>
            <p:nvPr/>
          </p:nvSpPr>
          <p:spPr>
            <a:xfrm rot="3314525" flipH="1">
              <a:off x="13349" y="3220"/>
              <a:ext cx="960" cy="2394"/>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cs typeface="OPPOSans M" panose="00020600040101010101" pitchFamily="18" charset="-122"/>
              </a:endParaRPr>
            </a:p>
          </p:txBody>
        </p:sp>
        <p:sp>
          <p:nvSpPr>
            <p:cNvPr id="20" name="靖飞在肝PPT16"/>
            <p:cNvSpPr/>
            <p:nvPr/>
          </p:nvSpPr>
          <p:spPr>
            <a:xfrm rot="3314525" flipH="1">
              <a:off x="16209" y="1253"/>
              <a:ext cx="1009" cy="2394"/>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cs typeface="OPPOSans M" panose="00020600040101010101" pitchFamily="18" charset="-122"/>
              </a:endParaRPr>
            </a:p>
          </p:txBody>
        </p:sp>
        <p:sp>
          <p:nvSpPr>
            <p:cNvPr id="21" name="靖飞在肝PPT17"/>
            <p:cNvSpPr txBox="1"/>
            <p:nvPr/>
          </p:nvSpPr>
          <p:spPr>
            <a:xfrm rot="19530696">
              <a:off x="6031" y="8973"/>
              <a:ext cx="2166" cy="731"/>
            </a:xfrm>
            <a:prstGeom prst="rect">
              <a:avLst/>
            </a:prstGeom>
            <a:noFill/>
          </p:spPr>
          <p:txBody>
            <a:bodyPr wrap="square" rtlCol="0">
              <a:spAutoFit/>
            </a:bodyPr>
            <a:lstStyle/>
            <a:p>
              <a:r>
                <a:rPr lang="zh-CN" altLang="en-US" sz="2000" b="1">
                  <a:solidFill>
                    <a:schemeClr val="bg1"/>
                  </a:solidFill>
                  <a:latin typeface="+mj-ea"/>
                  <a:ea typeface="+mj-ea"/>
                  <a:cs typeface="OPPOSans M" panose="00020600040101010101" pitchFamily="18" charset="-122"/>
                </a:rPr>
                <a:t>创新规划</a:t>
              </a:r>
              <a:endParaRPr lang="zh-CN" altLang="en-US" sz="2000" b="1">
                <a:solidFill>
                  <a:schemeClr val="bg1"/>
                </a:solidFill>
                <a:latin typeface="+mj-ea"/>
                <a:ea typeface="+mj-ea"/>
                <a:cs typeface="OPPOSans M" panose="00020600040101010101" pitchFamily="18" charset="-122"/>
              </a:endParaRPr>
            </a:p>
          </p:txBody>
        </p:sp>
        <p:sp>
          <p:nvSpPr>
            <p:cNvPr id="22" name="靖飞在肝PPT18"/>
            <p:cNvSpPr txBox="1"/>
            <p:nvPr/>
          </p:nvSpPr>
          <p:spPr>
            <a:xfrm rot="19530696">
              <a:off x="9367" y="6699"/>
              <a:ext cx="1995" cy="731"/>
            </a:xfrm>
            <a:prstGeom prst="rect">
              <a:avLst/>
            </a:prstGeom>
            <a:noFill/>
          </p:spPr>
          <p:txBody>
            <a:bodyPr wrap="square" rtlCol="0">
              <a:spAutoFit/>
            </a:bodyPr>
            <a:lstStyle/>
            <a:p>
              <a:r>
                <a:rPr lang="zh-CN" altLang="en-US" sz="2000" b="1">
                  <a:solidFill>
                    <a:schemeClr val="bg1"/>
                  </a:solidFill>
                  <a:latin typeface="+mj-ea"/>
                  <a:ea typeface="+mj-ea"/>
                  <a:cs typeface="OPPOSans M" panose="00020600040101010101" pitchFamily="18" charset="-122"/>
                </a:rPr>
                <a:t>创新投入</a:t>
              </a:r>
              <a:endParaRPr lang="zh-CN" altLang="en-US" sz="2000" b="1">
                <a:solidFill>
                  <a:schemeClr val="bg1"/>
                </a:solidFill>
                <a:latin typeface="+mj-ea"/>
                <a:ea typeface="+mj-ea"/>
                <a:cs typeface="OPPOSans M" panose="00020600040101010101" pitchFamily="18" charset="-122"/>
              </a:endParaRPr>
            </a:p>
          </p:txBody>
        </p:sp>
        <p:sp>
          <p:nvSpPr>
            <p:cNvPr id="23" name="靖飞在肝PPT19"/>
            <p:cNvSpPr txBox="1"/>
            <p:nvPr/>
          </p:nvSpPr>
          <p:spPr>
            <a:xfrm rot="19530696">
              <a:off x="12929" y="4215"/>
              <a:ext cx="2020" cy="731"/>
            </a:xfrm>
            <a:prstGeom prst="rect">
              <a:avLst/>
            </a:prstGeom>
            <a:noFill/>
          </p:spPr>
          <p:txBody>
            <a:bodyPr wrap="square" rtlCol="0">
              <a:spAutoFit/>
            </a:bodyPr>
            <a:lstStyle/>
            <a:p>
              <a:r>
                <a:rPr lang="zh-CN" altLang="en-US" sz="2000" b="1">
                  <a:solidFill>
                    <a:schemeClr val="bg1"/>
                  </a:solidFill>
                  <a:latin typeface="+mj-ea"/>
                  <a:ea typeface="+mj-ea"/>
                  <a:cs typeface="OPPOSans M" panose="00020600040101010101" pitchFamily="18" charset="-122"/>
                </a:rPr>
                <a:t>创新过程</a:t>
              </a:r>
              <a:endParaRPr lang="zh-CN" altLang="en-US" sz="2000" b="1">
                <a:solidFill>
                  <a:schemeClr val="bg1"/>
                </a:solidFill>
                <a:latin typeface="+mj-ea"/>
                <a:ea typeface="+mj-ea"/>
                <a:cs typeface="OPPOSans M" panose="00020600040101010101" pitchFamily="18" charset="-122"/>
              </a:endParaRPr>
            </a:p>
          </p:txBody>
        </p:sp>
        <p:sp>
          <p:nvSpPr>
            <p:cNvPr id="24" name="靖飞在肝PPT20"/>
            <p:cNvSpPr txBox="1"/>
            <p:nvPr/>
          </p:nvSpPr>
          <p:spPr>
            <a:xfrm rot="19530696">
              <a:off x="15857" y="2260"/>
              <a:ext cx="1967" cy="731"/>
            </a:xfrm>
            <a:prstGeom prst="rect">
              <a:avLst/>
            </a:prstGeom>
            <a:noFill/>
          </p:spPr>
          <p:txBody>
            <a:bodyPr wrap="square" rtlCol="0">
              <a:spAutoFit/>
            </a:bodyPr>
            <a:lstStyle/>
            <a:p>
              <a:r>
                <a:rPr lang="zh-CN" altLang="en-US" sz="2000" b="1">
                  <a:solidFill>
                    <a:schemeClr val="bg1"/>
                  </a:solidFill>
                  <a:latin typeface="+mj-ea"/>
                  <a:ea typeface="+mj-ea"/>
                  <a:cs typeface="OPPOSans M" panose="00020600040101010101" pitchFamily="18" charset="-122"/>
                </a:rPr>
                <a:t>创新产出</a:t>
              </a:r>
              <a:endParaRPr lang="zh-CN" altLang="en-US" sz="2000" b="1">
                <a:solidFill>
                  <a:schemeClr val="bg1"/>
                </a:solidFill>
                <a:latin typeface="+mj-ea"/>
                <a:ea typeface="+mj-ea"/>
                <a:cs typeface="OPPOSans M" panose="00020600040101010101" pitchFamily="18" charset="-122"/>
              </a:endParaRPr>
            </a:p>
          </p:txBody>
        </p:sp>
        <p:sp>
          <p:nvSpPr>
            <p:cNvPr id="25" name="靖飞在肝PPT21"/>
            <p:cNvSpPr/>
            <p:nvPr/>
          </p:nvSpPr>
          <p:spPr>
            <a:xfrm>
              <a:off x="1417" y="6275"/>
              <a:ext cx="2512" cy="585"/>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mn-ea"/>
                  <a:cs typeface="OPPOSans M" panose="00020600040101010101" pitchFamily="18" charset="-122"/>
                </a:rPr>
                <a:t>财务资源投入</a:t>
              </a:r>
              <a:endParaRPr lang="zh-CN" altLang="en-US" sz="1600" b="1">
                <a:solidFill>
                  <a:schemeClr val="tx1"/>
                </a:solidFill>
                <a:latin typeface="+mn-ea"/>
                <a:cs typeface="OPPOSans M" panose="00020600040101010101" pitchFamily="18" charset="-122"/>
              </a:endParaRPr>
            </a:p>
          </p:txBody>
        </p:sp>
        <p:sp>
          <p:nvSpPr>
            <p:cNvPr id="26" name="靖飞在肝PPT22"/>
            <p:cNvSpPr txBox="1"/>
            <p:nvPr/>
          </p:nvSpPr>
          <p:spPr>
            <a:xfrm>
              <a:off x="1258" y="6861"/>
              <a:ext cx="3334" cy="1587"/>
            </a:xfrm>
            <a:prstGeom prst="rect">
              <a:avLst/>
            </a:prstGeom>
            <a:noFill/>
          </p:spPr>
          <p:txBody>
            <a:bodyPr wrap="square" rtlCol="0">
              <a:spAutoFit/>
            </a:bodyPr>
            <a:lstStyle/>
            <a:p>
              <a:pPr>
                <a:lnSpc>
                  <a:spcPct val="120000"/>
                </a:lnSpc>
              </a:pPr>
              <a:r>
                <a:rPr lang="zh-CN" altLang="en-US" sz="1400">
                  <a:latin typeface="+mn-ea"/>
                  <a:cs typeface="OPPOSans M" panose="00020600040101010101" pitchFamily="18" charset="-122"/>
                </a:rPr>
                <a:t>多元化研发投入渠道</a:t>
              </a:r>
              <a:endParaRPr lang="zh-CN" altLang="en-US" sz="1400">
                <a:latin typeface="+mn-ea"/>
                <a:cs typeface="OPPOSans M" panose="00020600040101010101" pitchFamily="18" charset="-122"/>
              </a:endParaRPr>
            </a:p>
            <a:p>
              <a:pPr>
                <a:lnSpc>
                  <a:spcPct val="120000"/>
                </a:lnSpc>
              </a:pPr>
              <a:r>
                <a:rPr lang="zh-CN" altLang="en-US" sz="1400">
                  <a:latin typeface="+mn-ea"/>
                  <a:cs typeface="OPPOSans M" panose="00020600040101010101" pitchFamily="18" charset="-122"/>
                </a:rPr>
                <a:t>适配研发特点的工资总额预算与管理</a:t>
              </a:r>
              <a:endParaRPr lang="zh-CN" altLang="en-US" sz="1400">
                <a:latin typeface="+mn-ea"/>
                <a:cs typeface="OPPOSans M" panose="00020600040101010101" pitchFamily="18" charset="-122"/>
              </a:endParaRPr>
            </a:p>
          </p:txBody>
        </p:sp>
        <p:sp>
          <p:nvSpPr>
            <p:cNvPr id="27" name="靖飞在肝PPT23"/>
            <p:cNvSpPr/>
            <p:nvPr/>
          </p:nvSpPr>
          <p:spPr>
            <a:xfrm>
              <a:off x="5030" y="1875"/>
              <a:ext cx="2937" cy="5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mn-ea"/>
                  <a:cs typeface="OPPOSans M" panose="00020600040101010101" pitchFamily="18" charset="-122"/>
                </a:rPr>
                <a:t>产品目标实现</a:t>
              </a:r>
              <a:endParaRPr lang="zh-CN" altLang="en-US" sz="1600" b="1">
                <a:solidFill>
                  <a:schemeClr val="tx1"/>
                </a:solidFill>
                <a:latin typeface="+mn-ea"/>
                <a:cs typeface="OPPOSans M" panose="00020600040101010101" pitchFamily="18" charset="-122"/>
              </a:endParaRPr>
            </a:p>
          </p:txBody>
        </p:sp>
        <p:sp>
          <p:nvSpPr>
            <p:cNvPr id="28" name="靖飞在肝PPT24"/>
            <p:cNvSpPr txBox="1"/>
            <p:nvPr/>
          </p:nvSpPr>
          <p:spPr>
            <a:xfrm>
              <a:off x="4871" y="2462"/>
              <a:ext cx="3334" cy="1113"/>
            </a:xfrm>
            <a:prstGeom prst="rect">
              <a:avLst/>
            </a:prstGeom>
            <a:noFill/>
          </p:spPr>
          <p:txBody>
            <a:bodyPr wrap="square" rtlCol="0">
              <a:spAutoFit/>
            </a:bodyPr>
            <a:lstStyle/>
            <a:p>
              <a:pPr>
                <a:lnSpc>
                  <a:spcPct val="120000"/>
                </a:lnSpc>
              </a:pPr>
              <a:r>
                <a:rPr lang="zh-CN" altLang="en-US" sz="1400">
                  <a:latin typeface="+mn-ea"/>
                  <a:cs typeface="OPPOSans M" panose="00020600040101010101" pitchFamily="18" charset="-122"/>
                </a:rPr>
                <a:t>收入和利润率</a:t>
              </a:r>
              <a:endParaRPr lang="zh-CN" altLang="en-US" sz="1400">
                <a:latin typeface="+mn-ea"/>
                <a:cs typeface="OPPOSans M" panose="00020600040101010101" pitchFamily="18" charset="-122"/>
              </a:endParaRPr>
            </a:p>
            <a:p>
              <a:pPr>
                <a:lnSpc>
                  <a:spcPct val="120000"/>
                </a:lnSpc>
              </a:pPr>
              <a:r>
                <a:rPr lang="zh-CN" altLang="en-US" sz="1400">
                  <a:latin typeface="+mn-ea"/>
                  <a:cs typeface="OPPOSans M" panose="00020600040101010101" pitchFamily="18" charset="-122"/>
                </a:rPr>
                <a:t>市场占有率、复购率</a:t>
              </a:r>
              <a:r>
                <a:rPr lang="en-US" altLang="zh-CN" sz="1400">
                  <a:latin typeface="+mn-ea"/>
                  <a:cs typeface="OPPOSans M" panose="00020600040101010101" pitchFamily="18" charset="-122"/>
                </a:rPr>
                <a:t>...</a:t>
              </a:r>
              <a:endParaRPr lang="en-US" altLang="zh-CN" sz="1400">
                <a:latin typeface="+mn-ea"/>
                <a:cs typeface="OPPOSans M" panose="00020600040101010101" pitchFamily="18" charset="-122"/>
              </a:endParaRPr>
            </a:p>
          </p:txBody>
        </p:sp>
        <p:sp>
          <p:nvSpPr>
            <p:cNvPr id="29" name="靖飞在肝PPT25"/>
            <p:cNvSpPr/>
            <p:nvPr/>
          </p:nvSpPr>
          <p:spPr>
            <a:xfrm>
              <a:off x="8643" y="1875"/>
              <a:ext cx="2913" cy="5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mn-ea"/>
                  <a:cs typeface="OPPOSans M" panose="00020600040101010101" pitchFamily="18" charset="-122"/>
                </a:rPr>
                <a:t>业务目标实现</a:t>
              </a:r>
              <a:endParaRPr lang="zh-CN" altLang="en-US" sz="1600" b="1">
                <a:solidFill>
                  <a:schemeClr val="tx1"/>
                </a:solidFill>
                <a:latin typeface="+mn-ea"/>
                <a:cs typeface="OPPOSans M" panose="00020600040101010101" pitchFamily="18" charset="-122"/>
              </a:endParaRPr>
            </a:p>
          </p:txBody>
        </p:sp>
        <p:sp>
          <p:nvSpPr>
            <p:cNvPr id="30" name="靖飞在肝PPT26"/>
            <p:cNvSpPr txBox="1"/>
            <p:nvPr/>
          </p:nvSpPr>
          <p:spPr>
            <a:xfrm>
              <a:off x="8484" y="2462"/>
              <a:ext cx="3334" cy="1113"/>
            </a:xfrm>
            <a:prstGeom prst="rect">
              <a:avLst/>
            </a:prstGeom>
            <a:noFill/>
          </p:spPr>
          <p:txBody>
            <a:bodyPr wrap="square" rtlCol="0">
              <a:spAutoFit/>
            </a:bodyPr>
            <a:lstStyle/>
            <a:p>
              <a:pPr>
                <a:lnSpc>
                  <a:spcPct val="120000"/>
                </a:lnSpc>
              </a:pPr>
              <a:r>
                <a:rPr lang="zh-CN" altLang="en-US" sz="1400">
                  <a:latin typeface="+mn-ea"/>
                  <a:cs typeface="OPPOSans M" panose="00020600040101010101" pitchFamily="18" charset="-122"/>
                </a:rPr>
                <a:t>科技投入产出</a:t>
              </a:r>
              <a:endParaRPr lang="zh-CN" altLang="en-US" sz="1400">
                <a:latin typeface="+mn-ea"/>
                <a:cs typeface="OPPOSans M" panose="00020600040101010101" pitchFamily="18" charset="-122"/>
              </a:endParaRPr>
            </a:p>
            <a:p>
              <a:pPr>
                <a:lnSpc>
                  <a:spcPct val="120000"/>
                </a:lnSpc>
              </a:pPr>
              <a:r>
                <a:rPr lang="en-US" altLang="zh-CN" sz="1400">
                  <a:latin typeface="+mn-ea"/>
                  <a:cs typeface="OPPOSans M" panose="00020600040101010101" pitchFamily="18" charset="-122"/>
                </a:rPr>
                <a:t>...</a:t>
              </a:r>
              <a:endParaRPr lang="en-US" altLang="zh-CN" sz="1400">
                <a:latin typeface="+mn-ea"/>
                <a:cs typeface="OPPOSans M" panose="00020600040101010101" pitchFamily="18" charset="-122"/>
              </a:endParaRPr>
            </a:p>
          </p:txBody>
        </p:sp>
        <p:sp>
          <p:nvSpPr>
            <p:cNvPr id="31" name="靖飞在肝PPT27"/>
            <p:cNvSpPr/>
            <p:nvPr/>
          </p:nvSpPr>
          <p:spPr>
            <a:xfrm>
              <a:off x="12229" y="1875"/>
              <a:ext cx="2509" cy="5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mn-ea"/>
                  <a:cs typeface="OPPOSans M" panose="00020600040101010101" pitchFamily="18" charset="-122"/>
                </a:rPr>
                <a:t>整体复盘</a:t>
              </a:r>
              <a:endParaRPr lang="zh-CN" altLang="en-US" sz="1600" b="1">
                <a:solidFill>
                  <a:schemeClr val="tx1"/>
                </a:solidFill>
                <a:latin typeface="+mn-ea"/>
                <a:cs typeface="OPPOSans M" panose="00020600040101010101" pitchFamily="18" charset="-122"/>
              </a:endParaRPr>
            </a:p>
          </p:txBody>
        </p:sp>
        <p:sp>
          <p:nvSpPr>
            <p:cNvPr id="32" name="靖飞在肝PPT28"/>
            <p:cNvSpPr txBox="1"/>
            <p:nvPr/>
          </p:nvSpPr>
          <p:spPr>
            <a:xfrm>
              <a:off x="12070" y="2462"/>
              <a:ext cx="3334" cy="640"/>
            </a:xfrm>
            <a:prstGeom prst="rect">
              <a:avLst/>
            </a:prstGeom>
            <a:noFill/>
          </p:spPr>
          <p:txBody>
            <a:bodyPr wrap="square" rtlCol="0">
              <a:spAutoFit/>
            </a:bodyPr>
            <a:lstStyle/>
            <a:p>
              <a:pPr>
                <a:lnSpc>
                  <a:spcPct val="120000"/>
                </a:lnSpc>
              </a:pPr>
              <a:r>
                <a:rPr lang="zh-CN" altLang="en-US" sz="1400">
                  <a:latin typeface="+mn-ea"/>
                  <a:cs typeface="OPPOSans M" panose="00020600040101010101" pitchFamily="18" charset="-122"/>
                </a:rPr>
                <a:t>创新规划全过程复盘</a:t>
              </a:r>
              <a:endParaRPr lang="zh-CN" altLang="en-US" sz="1400">
                <a:latin typeface="+mn-ea"/>
                <a:cs typeface="OPPOSans M" panose="00020600040101010101" pitchFamily="18" charset="-122"/>
              </a:endParaRPr>
            </a:p>
          </p:txBody>
        </p:sp>
        <p:sp>
          <p:nvSpPr>
            <p:cNvPr id="33" name="靖飞在肝PPT29"/>
            <p:cNvSpPr/>
            <p:nvPr/>
          </p:nvSpPr>
          <p:spPr>
            <a:xfrm>
              <a:off x="5030" y="6275"/>
              <a:ext cx="2935" cy="585"/>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mn-ea"/>
                  <a:cs typeface="OPPOSans M" panose="00020600040101010101" pitchFamily="18" charset="-122"/>
                </a:rPr>
                <a:t>人力资源投入</a:t>
              </a:r>
              <a:endParaRPr lang="zh-CN" altLang="en-US" sz="1600" b="1">
                <a:solidFill>
                  <a:schemeClr val="tx1"/>
                </a:solidFill>
                <a:latin typeface="+mn-ea"/>
                <a:cs typeface="OPPOSans M" panose="00020600040101010101" pitchFamily="18" charset="-122"/>
              </a:endParaRPr>
            </a:p>
          </p:txBody>
        </p:sp>
        <p:sp>
          <p:nvSpPr>
            <p:cNvPr id="34" name="靖飞在肝PPT30"/>
            <p:cNvSpPr txBox="1"/>
            <p:nvPr/>
          </p:nvSpPr>
          <p:spPr>
            <a:xfrm>
              <a:off x="4871" y="6861"/>
              <a:ext cx="3334" cy="1113"/>
            </a:xfrm>
            <a:prstGeom prst="rect">
              <a:avLst/>
            </a:prstGeom>
            <a:noFill/>
          </p:spPr>
          <p:txBody>
            <a:bodyPr wrap="square" rtlCol="0">
              <a:spAutoFit/>
            </a:bodyPr>
            <a:lstStyle/>
            <a:p>
              <a:pPr>
                <a:lnSpc>
                  <a:spcPct val="120000"/>
                </a:lnSpc>
              </a:pPr>
              <a:r>
                <a:rPr lang="zh-CN" altLang="en-US" sz="1400">
                  <a:latin typeface="+mn-ea"/>
                  <a:cs typeface="OPPOSans M" panose="00020600040101010101" pitchFamily="18" charset="-122"/>
                </a:rPr>
                <a:t>不同发展阶段适配不同的人力资源投入</a:t>
              </a:r>
              <a:endParaRPr lang="zh-CN" altLang="en-US" sz="1400">
                <a:latin typeface="+mn-ea"/>
                <a:cs typeface="OPPOSans M" panose="00020600040101010101" pitchFamily="18" charset="-122"/>
              </a:endParaRPr>
            </a:p>
          </p:txBody>
        </p:sp>
        <p:sp>
          <p:nvSpPr>
            <p:cNvPr id="35" name="靖飞在肝PPT31"/>
            <p:cNvSpPr/>
            <p:nvPr/>
          </p:nvSpPr>
          <p:spPr>
            <a:xfrm>
              <a:off x="1417" y="1875"/>
              <a:ext cx="2511" cy="5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chemeClr val="tx1"/>
                  </a:solidFill>
                  <a:latin typeface="+mn-ea"/>
                  <a:cs typeface="OPPOSans M" panose="00020600040101010101" pitchFamily="18" charset="-122"/>
                </a:rPr>
                <a:t>技术目标实现</a:t>
              </a:r>
              <a:endParaRPr lang="zh-CN" altLang="en-US" sz="1600" b="1">
                <a:solidFill>
                  <a:schemeClr val="tx1"/>
                </a:solidFill>
                <a:latin typeface="+mn-ea"/>
                <a:cs typeface="OPPOSans M" panose="00020600040101010101" pitchFamily="18" charset="-122"/>
              </a:endParaRPr>
            </a:p>
          </p:txBody>
        </p:sp>
        <p:sp>
          <p:nvSpPr>
            <p:cNvPr id="36" name="靖飞在肝PPT32"/>
            <p:cNvSpPr txBox="1"/>
            <p:nvPr/>
          </p:nvSpPr>
          <p:spPr>
            <a:xfrm>
              <a:off x="1258" y="2463"/>
              <a:ext cx="3612" cy="1113"/>
            </a:xfrm>
            <a:prstGeom prst="rect">
              <a:avLst/>
            </a:prstGeom>
            <a:noFill/>
          </p:spPr>
          <p:txBody>
            <a:bodyPr wrap="square" rtlCol="0">
              <a:spAutoFit/>
            </a:bodyPr>
            <a:lstStyle/>
            <a:p>
              <a:pPr>
                <a:lnSpc>
                  <a:spcPct val="120000"/>
                </a:lnSpc>
              </a:pPr>
              <a:r>
                <a:rPr lang="zh-CN" altLang="en-US" sz="1400">
                  <a:latin typeface="+mn-ea"/>
                  <a:cs typeface="OPPOSans M" panose="00020600040101010101" pitchFamily="18" charset="-122"/>
                </a:rPr>
                <a:t>与规划目标的一致性</a:t>
              </a:r>
              <a:endParaRPr lang="zh-CN" altLang="en-US" sz="1400">
                <a:latin typeface="+mn-ea"/>
                <a:cs typeface="OPPOSans M" panose="00020600040101010101" pitchFamily="18" charset="-122"/>
              </a:endParaRPr>
            </a:p>
            <a:p>
              <a:pPr>
                <a:lnSpc>
                  <a:spcPct val="120000"/>
                </a:lnSpc>
              </a:pPr>
              <a:r>
                <a:rPr lang="zh-CN" altLang="en-US" sz="1400">
                  <a:latin typeface="+mn-ea"/>
                  <a:cs typeface="OPPOSans M" panose="00020600040101010101" pitchFamily="18" charset="-122"/>
                </a:rPr>
                <a:t>先进性与创新性、先进性</a:t>
              </a:r>
              <a:r>
                <a:rPr lang="en-US" altLang="zh-CN" sz="1400">
                  <a:latin typeface="+mn-ea"/>
                  <a:cs typeface="OPPOSans M" panose="00020600040101010101" pitchFamily="18" charset="-122"/>
                </a:rPr>
                <a:t>...</a:t>
              </a:r>
              <a:endParaRPr lang="en-US" altLang="zh-CN" sz="1400">
                <a:latin typeface="+mn-ea"/>
                <a:cs typeface="OPPOSans M" panose="00020600040101010101" pitchFamily="18" charset="-122"/>
              </a:endParaRPr>
            </a:p>
          </p:txBody>
        </p:sp>
        <p:sp>
          <p:nvSpPr>
            <p:cNvPr id="37" name="靖飞在肝PPT33"/>
            <p:cNvSpPr/>
            <p:nvPr/>
          </p:nvSpPr>
          <p:spPr>
            <a:xfrm>
              <a:off x="8643" y="3892"/>
              <a:ext cx="2913" cy="5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latin typeface="+mn-ea"/>
                  <a:cs typeface="OPPOSans M" panose="00020600040101010101" pitchFamily="18" charset="-122"/>
                </a:rPr>
                <a:t>管理机制</a:t>
              </a:r>
              <a:endParaRPr lang="zh-CN" altLang="en-US" sz="1600" b="1">
                <a:latin typeface="+mn-ea"/>
                <a:cs typeface="OPPOSans M" panose="00020600040101010101" pitchFamily="18" charset="-122"/>
              </a:endParaRPr>
            </a:p>
          </p:txBody>
        </p:sp>
        <p:sp>
          <p:nvSpPr>
            <p:cNvPr id="38" name="靖飞在肝PPT34"/>
            <p:cNvSpPr txBox="1"/>
            <p:nvPr/>
          </p:nvSpPr>
          <p:spPr>
            <a:xfrm>
              <a:off x="8484" y="4480"/>
              <a:ext cx="3745" cy="1587"/>
            </a:xfrm>
            <a:prstGeom prst="rect">
              <a:avLst/>
            </a:prstGeom>
            <a:noFill/>
          </p:spPr>
          <p:txBody>
            <a:bodyPr wrap="square" rtlCol="0">
              <a:spAutoFit/>
            </a:bodyPr>
            <a:lstStyle/>
            <a:p>
              <a:pPr>
                <a:lnSpc>
                  <a:spcPct val="120000"/>
                </a:lnSpc>
              </a:pPr>
              <a:r>
                <a:rPr lang="zh-CN" altLang="en-US" sz="1400">
                  <a:latin typeface="+mn-ea"/>
                  <a:cs typeface="OPPOSans M" panose="00020600040101010101" pitchFamily="18" charset="-122"/>
                </a:rPr>
                <a:t>激活创新的制度保障，构建鼓励创新的企业文化氛围</a:t>
              </a:r>
              <a:endParaRPr lang="zh-CN" altLang="en-US" sz="1400">
                <a:latin typeface="+mn-ea"/>
                <a:cs typeface="OPPOSans M" panose="00020600040101010101" pitchFamily="18" charset="-122"/>
              </a:endParaRPr>
            </a:p>
            <a:p>
              <a:pPr>
                <a:lnSpc>
                  <a:spcPct val="120000"/>
                </a:lnSpc>
              </a:pPr>
              <a:endParaRPr lang="zh-CN" altLang="en-US" sz="1400">
                <a:latin typeface="+mn-ea"/>
                <a:cs typeface="OPPOSans M" panose="00020600040101010101" pitchFamily="18" charset="-122"/>
              </a:endParaRPr>
            </a:p>
          </p:txBody>
        </p:sp>
        <p:sp>
          <p:nvSpPr>
            <p:cNvPr id="39" name="靖飞在肝PPT35"/>
            <p:cNvSpPr/>
            <p:nvPr/>
          </p:nvSpPr>
          <p:spPr>
            <a:xfrm>
              <a:off x="1417" y="3892"/>
              <a:ext cx="2511" cy="5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latin typeface="+mn-ea"/>
                  <a:cs typeface="OPPOSans M" panose="00020600040101010101" pitchFamily="18" charset="-122"/>
                </a:rPr>
                <a:t>组织建设</a:t>
              </a:r>
              <a:endParaRPr lang="zh-CN" altLang="en-US" sz="1600" b="1">
                <a:latin typeface="+mn-ea"/>
                <a:cs typeface="OPPOSans M" panose="00020600040101010101" pitchFamily="18" charset="-122"/>
              </a:endParaRPr>
            </a:p>
          </p:txBody>
        </p:sp>
        <p:sp>
          <p:nvSpPr>
            <p:cNvPr id="40" name="靖飞在肝PPT36"/>
            <p:cNvSpPr txBox="1"/>
            <p:nvPr/>
          </p:nvSpPr>
          <p:spPr>
            <a:xfrm>
              <a:off x="1258" y="4480"/>
              <a:ext cx="3611" cy="1113"/>
            </a:xfrm>
            <a:prstGeom prst="rect">
              <a:avLst/>
            </a:prstGeom>
            <a:noFill/>
          </p:spPr>
          <p:txBody>
            <a:bodyPr wrap="square" rtlCol="0">
              <a:spAutoFit/>
            </a:bodyPr>
            <a:lstStyle/>
            <a:p>
              <a:pPr>
                <a:lnSpc>
                  <a:spcPct val="120000"/>
                </a:lnSpc>
              </a:pPr>
              <a:r>
                <a:rPr lang="zh-CN" altLang="en-US" sz="1400">
                  <a:latin typeface="+mn-ea"/>
                  <a:cs typeface="OPPOSans M" panose="00020600040101010101" pitchFamily="18" charset="-122"/>
                </a:rPr>
                <a:t>差异化适配策略，不同类型企业适用不同组织形态</a:t>
              </a:r>
              <a:endParaRPr lang="zh-CN" altLang="en-US" sz="1400">
                <a:latin typeface="+mn-ea"/>
                <a:cs typeface="OPPOSans M" panose="00020600040101010101" pitchFamily="18" charset="-122"/>
              </a:endParaRPr>
            </a:p>
          </p:txBody>
        </p:sp>
        <p:sp>
          <p:nvSpPr>
            <p:cNvPr id="41" name="靖飞在肝PPT37"/>
            <p:cNvSpPr/>
            <p:nvPr/>
          </p:nvSpPr>
          <p:spPr>
            <a:xfrm>
              <a:off x="5030" y="3892"/>
              <a:ext cx="2937" cy="5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latin typeface="+mn-ea"/>
                  <a:cs typeface="OPPOSans M" panose="00020600040101010101" pitchFamily="18" charset="-122"/>
                </a:rPr>
                <a:t>人才队伍</a:t>
              </a:r>
              <a:endParaRPr lang="zh-CN" altLang="en-US" sz="1600" b="1">
                <a:latin typeface="+mn-ea"/>
                <a:cs typeface="OPPOSans M" panose="00020600040101010101" pitchFamily="18" charset="-122"/>
              </a:endParaRPr>
            </a:p>
          </p:txBody>
        </p:sp>
        <p:sp>
          <p:nvSpPr>
            <p:cNvPr id="42" name="靖飞在肝PPT38"/>
            <p:cNvSpPr txBox="1"/>
            <p:nvPr/>
          </p:nvSpPr>
          <p:spPr>
            <a:xfrm>
              <a:off x="5030" y="4433"/>
              <a:ext cx="3334" cy="1113"/>
            </a:xfrm>
            <a:prstGeom prst="rect">
              <a:avLst/>
            </a:prstGeom>
            <a:noFill/>
          </p:spPr>
          <p:txBody>
            <a:bodyPr wrap="square" rtlCol="0">
              <a:spAutoFit/>
            </a:bodyPr>
            <a:lstStyle/>
            <a:p>
              <a:pPr>
                <a:lnSpc>
                  <a:spcPct val="120000"/>
                </a:lnSpc>
              </a:pPr>
              <a:r>
                <a:rPr lang="zh-CN" altLang="en-US" sz="1400">
                  <a:latin typeface="+mn-ea"/>
                  <a:cs typeface="OPPOSans M" panose="00020600040101010101" pitchFamily="18" charset="-122"/>
                </a:rPr>
                <a:t>实现战略、人才、机制、平台的完整链条</a:t>
              </a:r>
              <a:endParaRPr lang="zh-CN" altLang="en-US" sz="1400">
                <a:latin typeface="+mn-ea"/>
                <a:cs typeface="OPPOSans M" panose="00020600040101010101" pitchFamily="18" charset="-122"/>
              </a:endParaRPr>
            </a:p>
          </p:txBody>
        </p:sp>
        <p:sp>
          <p:nvSpPr>
            <p:cNvPr id="43" name="靖飞在肝PPT39"/>
            <p:cNvSpPr txBox="1"/>
            <p:nvPr/>
          </p:nvSpPr>
          <p:spPr>
            <a:xfrm>
              <a:off x="7966" y="9386"/>
              <a:ext cx="10439" cy="1113"/>
            </a:xfrm>
            <a:prstGeom prst="rect">
              <a:avLst/>
            </a:prstGeom>
            <a:noFill/>
          </p:spPr>
          <p:txBody>
            <a:bodyPr wrap="square" rtlCol="0">
              <a:spAutoFit/>
            </a:bodyPr>
            <a:lstStyle/>
            <a:p>
              <a:pPr>
                <a:lnSpc>
                  <a:spcPct val="120000"/>
                </a:lnSpc>
              </a:pPr>
              <a:r>
                <a:rPr lang="zh-CN" altLang="en-US" sz="1400" b="1">
                  <a:solidFill>
                    <a:schemeClr val="bg1"/>
                  </a:solidFill>
                  <a:latin typeface="+mn-ea"/>
                  <a:cs typeface="OPPOSans M" panose="00020600040101010101" pitchFamily="18" charset="-122"/>
                </a:rPr>
                <a:t>从国家需要、产业发展、技术突破出发，沿业务-产品-技术三维度制定创新规划</a:t>
              </a:r>
              <a:endParaRPr lang="zh-CN" altLang="en-US" sz="1400" b="1">
                <a:solidFill>
                  <a:schemeClr val="bg1"/>
                </a:solidFill>
                <a:latin typeface="+mn-ea"/>
                <a:cs typeface="OPPOSans M" panose="00020600040101010101" pitchFamily="18" charset="-122"/>
              </a:endParaRPr>
            </a:p>
            <a:p>
              <a:pPr>
                <a:lnSpc>
                  <a:spcPct val="120000"/>
                </a:lnSpc>
              </a:pPr>
              <a:endParaRPr lang="zh-CN" altLang="en-US" sz="1400" b="1">
                <a:solidFill>
                  <a:schemeClr val="bg1"/>
                </a:solidFill>
                <a:latin typeface="+mn-ea"/>
                <a:cs typeface="OPPOSans M" panose="00020600040101010101" pitchFamily="18" charset="-122"/>
              </a:endParaRPr>
            </a:p>
          </p:txBody>
        </p:sp>
        <p:sp>
          <p:nvSpPr>
            <p:cNvPr id="44" name="靖飞在肝PPT40"/>
            <p:cNvSpPr txBox="1"/>
            <p:nvPr/>
          </p:nvSpPr>
          <p:spPr>
            <a:xfrm>
              <a:off x="11556" y="6614"/>
              <a:ext cx="7020" cy="1113"/>
            </a:xfrm>
            <a:prstGeom prst="rect">
              <a:avLst/>
            </a:prstGeom>
            <a:noFill/>
          </p:spPr>
          <p:txBody>
            <a:bodyPr wrap="square" rtlCol="0">
              <a:spAutoFit/>
            </a:bodyPr>
            <a:lstStyle/>
            <a:p>
              <a:pPr>
                <a:lnSpc>
                  <a:spcPct val="120000"/>
                </a:lnSpc>
              </a:pPr>
              <a:r>
                <a:rPr lang="zh-CN" altLang="en-US" sz="1400" b="1">
                  <a:solidFill>
                    <a:schemeClr val="tx1"/>
                  </a:solidFill>
                  <a:latin typeface="+mn-ea"/>
                  <a:cs typeface="OPPOSans M" panose="00020600040101010101" pitchFamily="18" charset="-122"/>
                </a:rPr>
                <a:t>国有企业科技创新规划投入主要体现在财务资源投入和人力资源投入两方面，二者共同满足创新规划要求</a:t>
              </a:r>
              <a:endParaRPr lang="zh-CN" altLang="en-US" sz="1400" b="1">
                <a:solidFill>
                  <a:schemeClr val="tx1"/>
                </a:solidFill>
                <a:latin typeface="+mn-ea"/>
                <a:cs typeface="OPPOSans M" panose="00020600040101010101" pitchFamily="18" charset="-122"/>
              </a:endParaRPr>
            </a:p>
          </p:txBody>
        </p:sp>
        <p:sp>
          <p:nvSpPr>
            <p:cNvPr id="45" name="靖飞在肝PPT41"/>
            <p:cNvSpPr txBox="1"/>
            <p:nvPr/>
          </p:nvSpPr>
          <p:spPr>
            <a:xfrm>
              <a:off x="14739" y="4347"/>
              <a:ext cx="4461" cy="1113"/>
            </a:xfrm>
            <a:prstGeom prst="rect">
              <a:avLst/>
            </a:prstGeom>
            <a:noFill/>
          </p:spPr>
          <p:txBody>
            <a:bodyPr wrap="square" rtlCol="0">
              <a:spAutoFit/>
            </a:bodyPr>
            <a:lstStyle/>
            <a:p>
              <a:pPr>
                <a:lnSpc>
                  <a:spcPct val="120000"/>
                </a:lnSpc>
              </a:pPr>
              <a:r>
                <a:rPr lang="zh-CN" altLang="en-US" sz="1400" b="1">
                  <a:solidFill>
                    <a:schemeClr val="bg1"/>
                  </a:solidFill>
                  <a:latin typeface="+mn-ea"/>
                  <a:cs typeface="OPPOSans M" panose="00020600040101010101" pitchFamily="18" charset="-122"/>
                </a:rPr>
                <a:t>通过组织建设、人才队伍建设、管理机制建设推动创新过程管理</a:t>
              </a:r>
              <a:endParaRPr lang="zh-CN" altLang="en-US" sz="1400" b="1">
                <a:solidFill>
                  <a:schemeClr val="bg1"/>
                </a:solidFill>
                <a:latin typeface="+mn-ea"/>
                <a:cs typeface="OPPOSans M" panose="00020600040101010101" pitchFamily="18" charset="-122"/>
              </a:endParaRPr>
            </a:p>
          </p:txBody>
        </p:sp>
        <p:sp>
          <p:nvSpPr>
            <p:cNvPr id="46" name="靖飞在肝PPT42"/>
            <p:cNvSpPr txBox="1"/>
            <p:nvPr/>
          </p:nvSpPr>
          <p:spPr>
            <a:xfrm>
              <a:off x="17169" y="2461"/>
              <a:ext cx="2031" cy="1113"/>
            </a:xfrm>
            <a:prstGeom prst="rect">
              <a:avLst/>
            </a:prstGeom>
            <a:noFill/>
          </p:spPr>
          <p:txBody>
            <a:bodyPr wrap="square" rtlCol="0">
              <a:spAutoFit/>
            </a:bodyPr>
            <a:lstStyle/>
            <a:p>
              <a:pPr>
                <a:lnSpc>
                  <a:spcPct val="120000"/>
                </a:lnSpc>
              </a:pPr>
              <a:r>
                <a:rPr lang="zh-CN" altLang="en-US" sz="1400" b="1">
                  <a:solidFill>
                    <a:schemeClr val="tx1"/>
                  </a:solidFill>
                  <a:latin typeface="+mn-ea"/>
                  <a:cs typeface="OPPOSans M" panose="00020600040101010101" pitchFamily="18" charset="-122"/>
                </a:rPr>
                <a:t>衡量创新规划最终成果</a:t>
              </a:r>
              <a:endParaRPr lang="zh-CN" altLang="en-US" sz="1400" b="1">
                <a:solidFill>
                  <a:schemeClr val="tx1"/>
                </a:solidFill>
                <a:latin typeface="+mn-ea"/>
                <a:cs typeface="OPPOSans M" panose="00020600040101010101" pitchFamily="18" charset="-122"/>
              </a:endParaRPr>
            </a:p>
          </p:txBody>
        </p:sp>
        <p:sp>
          <p:nvSpPr>
            <p:cNvPr id="54" name="靖飞在肝PPT43"/>
            <p:cNvSpPr/>
            <p:nvPr/>
          </p:nvSpPr>
          <p:spPr>
            <a:xfrm rot="10800000" flipV="1">
              <a:off x="361" y="1430"/>
              <a:ext cx="485" cy="9072"/>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cs typeface="OPPOSans M" panose="00020600040101010101" pitchFamily="18" charset="-122"/>
              </a:endParaRPr>
            </a:p>
          </p:txBody>
        </p:sp>
        <p:sp>
          <p:nvSpPr>
            <p:cNvPr id="56" name="靖飞在肝PPT44"/>
            <p:cNvSpPr/>
            <p:nvPr/>
          </p:nvSpPr>
          <p:spPr>
            <a:xfrm>
              <a:off x="8075" y="7911"/>
              <a:ext cx="1130" cy="838"/>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sp>
          <p:nvSpPr>
            <p:cNvPr id="57" name="靖飞在肝PPT45"/>
            <p:cNvSpPr/>
            <p:nvPr/>
          </p:nvSpPr>
          <p:spPr>
            <a:xfrm>
              <a:off x="11688" y="5406"/>
              <a:ext cx="1130" cy="838"/>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sp>
          <p:nvSpPr>
            <p:cNvPr id="58" name="靖飞在肝PPT46"/>
            <p:cNvSpPr/>
            <p:nvPr/>
          </p:nvSpPr>
          <p:spPr>
            <a:xfrm>
              <a:off x="15077" y="3342"/>
              <a:ext cx="728" cy="540"/>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sp>
          <p:nvSpPr>
            <p:cNvPr id="59" name="靖飞在肝PPT47"/>
            <p:cNvSpPr/>
            <p:nvPr/>
          </p:nvSpPr>
          <p:spPr>
            <a:xfrm flipH="1">
              <a:off x="17002" y="1256"/>
              <a:ext cx="2198" cy="9544"/>
            </a:xfrm>
            <a:prstGeom prst="rtTriangle">
              <a:avLst/>
            </a:prstGeom>
            <a:solidFill>
              <a:schemeClr val="accent6">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OPPOSans M" panose="00020600040101010101" pitchFamily="18" charset="-122"/>
              </a:endParaRPr>
            </a:p>
          </p:txBody>
        </p:sp>
      </p:grpSp>
      <p:sp>
        <p:nvSpPr>
          <p:cNvPr id="64" name="靖飞在肝PPT11"/>
          <p:cNvSpPr/>
          <p:nvPr/>
        </p:nvSpPr>
        <p:spPr>
          <a:xfrm>
            <a:off x="899795" y="5494655"/>
            <a:ext cx="1540510" cy="320675"/>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latin typeface="+mn-ea"/>
                <a:cs typeface="OPPOSans M" panose="00020600040101010101" pitchFamily="18" charset="-122"/>
              </a:rPr>
              <a:t>产品规划</a:t>
            </a:r>
            <a:endParaRPr lang="zh-CN" altLang="en-US" sz="1600" b="1">
              <a:latin typeface="+mn-ea"/>
              <a:cs typeface="OPPOSans M" panose="00020600040101010101" pitchFamily="18" charset="-122"/>
            </a:endParaRPr>
          </a:p>
        </p:txBody>
      </p:sp>
      <p:sp>
        <p:nvSpPr>
          <p:cNvPr id="65" name="靖飞在肝PPT11"/>
          <p:cNvSpPr/>
          <p:nvPr/>
        </p:nvSpPr>
        <p:spPr>
          <a:xfrm>
            <a:off x="899795" y="5916295"/>
            <a:ext cx="1540510" cy="320675"/>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a:latin typeface="+mn-ea"/>
                <a:cs typeface="OPPOSans M" panose="00020600040101010101" pitchFamily="18" charset="-122"/>
              </a:rPr>
              <a:t>技术规划</a:t>
            </a:r>
            <a:endParaRPr lang="zh-CN" altLang="en-US" sz="1600" b="1">
              <a:latin typeface="+mn-ea"/>
              <a:cs typeface="OPPOSans M" panose="00020600040101010101" pitchFamily="18"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11784013" y="6237288"/>
            <a:ext cx="407987" cy="215900"/>
          </a:xfrm>
        </p:spPr>
        <p:txBody>
          <a:bodyPr/>
          <a:lstStyle/>
          <a:p>
            <a:fld id="{7F65B630-C7FF-41C0-9923-C5E5E29EED81}" type="slidenum">
              <a:rPr lang="en-US" altLang="zh-CN" smtClean="0"/>
            </a:fld>
            <a:endParaRPr lang="en-US" altLang="zh-CN" dirty="0"/>
          </a:p>
        </p:txBody>
      </p:sp>
    </p:spTree>
  </p:cSld>
  <p:clrMapOvr>
    <a:masterClrMapping/>
  </p:clrMapOvr>
</p:sld>
</file>

<file path=ppt/tags/tag1.xml><?xml version="1.0" encoding="utf-8"?>
<p:tagLst xmlns:p="http://schemas.openxmlformats.org/presentationml/2006/main">
  <p:tag name="KSO_WM_AICARD_INVALID" val="Invalid"/>
</p:tagLst>
</file>

<file path=ppt/tags/tag2.xml><?xml version="1.0" encoding="utf-8"?>
<p:tagLst xmlns:p="http://schemas.openxmlformats.org/presentationml/2006/main">
  <p:tag name="KSO_WM_DIAGRAM_VIRTUALLY_FRAME" val="{&quot;height&quot;:593.5623718261719,&quot;left&quot;:54.775039370078744,&quot;top&quot;:44.29381408691406,&quot;width&quot;:456.7749606299212}"/>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7_2*l_h_i*1_1_1"/>
  <p:tag name="KSO_WM_TEMPLATE_CATEGORY" val="diagram"/>
  <p:tag name="KSO_WM_TEMPLATE_INDEX" val="202318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3"/>
  <p:tag name="KSO_WM_DIAGRAM_MIN_ITEMCNT" val="2"/>
  <p:tag name="KSO_WM_DIAGRAM_VIRTUALLY_FRAME" val="{&quot;height&quot;:593.5623718261719,&quot;left&quot;:54.775039370078744,&quot;top&quot;:44.29381408691406,&quot;width&quot;:456.7749606299212}"/>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839999973773956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867_2*l_h_f*1_1_1"/>
  <p:tag name="KSO_WM_TEMPLATE_CATEGORY" val="diagram"/>
  <p:tag name="KSO_WM_TEMPLATE_INDEX" val="20231867"/>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MAX_ITEMCNT" val="3"/>
  <p:tag name="KSO_WM_DIAGRAM_MIN_ITEMCNT" val="2"/>
  <p:tag name="KSO_WM_DIAGRAM_VIRTUALLY_FRAME" val="{&quot;height&quot;:593.5623718261719,&quot;left&quot;:54.775039370078744,&quot;top&quot;:44.29381408691406,&quot;width&quot;:456.77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文字，以便观者准确地理解您传达的思想。单击此处添加您文本的具体内容，简明扼要地阐述您的观点"/>
  <p:tag name="KSO_WM_DIAGRAM_USE_COLOR_VALUE" val="{&quot;color_scheme&quot;:1,&quot;color_type&quot;:1,&quot;theme_color_indexes&quot;:[5,6,5,6,5,6]}"/>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7_2*l_h_a*1_1_1"/>
  <p:tag name="KSO_WM_TEMPLATE_CATEGORY" val="diagram"/>
  <p:tag name="KSO_WM_TEMPLATE_INDEX" val="20231867"/>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DIAGRAM_MAX_ITEMCNT" val="3"/>
  <p:tag name="KSO_WM_DIAGRAM_MIN_ITEMCNT" val="2"/>
  <p:tag name="KSO_WM_DIAGRAM_VIRTUALLY_FRAME" val="{&quot;height&quot;:593.5623718261719,&quot;left&quot;:54.775039370078744,&quot;top&quot;:44.29381408691406,&quot;width&quot;:456.7749606299212}"/>
  <p:tag name="KSO_WM_DIAGRAM_COLOR_MATCH_VALUE" val="{&quot;shape&quot;:{&quot;fill&quot;:{&quot;gradient&quot;:[{&quot;brightness&quot;:0,&quot;colorType&quot;:1,&quot;foreColorIndex&quot;:5,&quot;pos&quot;:0.6899999976158142,&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gradient&quot;:[{&quot;brightness&quot;:0.800000011920929,&quot;colorType&quot;:1,&quot;foreColorIndex&quot;:5,&quot;pos&quot;:0.6899999976158142,&quot;transparency&quot;:0},{&quot;brightness&quot;:0,&quot;colorType&quot;:2,&quot;pos&quot;:0,&quot;rgb&quot;:&quot;#ffffff&quot;,&quot;transparency&quot;:0}],&quot;type&quot;:3},&quot;glow&quot;:{&quot;colorType&quot;:0},&quot;line&quot;:{&quot;type&quot;:0},&quot;shadow&quot;:{&quot;colorType&quot;:0},&quot;threeD&quot;:{&quot;curvedSurface&quot;:{&quot;brightness&quot;:0,&quot;colorType&quot;:2,&quot;rgb&quot;:&quot;#000000&quot;},&quot;depth&quot;:{&quot;colorType&quot;:0}}}}"/>
  <p:tag name="KSO_WM_UNIT_VALUE" val="16"/>
  <p:tag name="KSO_WM_UNIT_TEXT_TYPE" val="1"/>
  <p:tag name="KSO_WM_UNIT_PRESET_TEXT" val="单击此处添加项标题"/>
  <p:tag name="KSO_WM_UNIT_FILL_TYPE" val="3"/>
  <p:tag name="KSO_WM_UNIT_TEXT_FILL_TYPE" val="3"/>
  <p:tag name="KSO_WM_DIAGRAM_USE_COLOR_VALUE" val="{&quot;color_scheme&quot;:1,&quot;color_type&quot;:1,&quot;theme_color_indexes&quot;:[5,6,5,6,5,6]}"/>
</p:tagLst>
</file>

<file path=ppt/tags/tag6.xml><?xml version="1.0" encoding="utf-8"?>
<p:tagLst xmlns:p="http://schemas.openxmlformats.org/presentationml/2006/main">
  <p:tag name="KSO_WM_DIAGRAM_VIRTUALLY_FRAME" val="{&quot;height&quot;:593.5623718261719,&quot;left&quot;:54.775039370078744,&quot;top&quot;:44.29381408691406,&quot;width&quot;:456.7749606299212}"/>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7_2*l_h_i*1_1_1"/>
  <p:tag name="KSO_WM_TEMPLATE_CATEGORY" val="diagram"/>
  <p:tag name="KSO_WM_TEMPLATE_INDEX" val="20231867"/>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3"/>
  <p:tag name="KSO_WM_DIAGRAM_MIN_ITEMCNT" val="2"/>
  <p:tag name="KSO_WM_DIAGRAM_VIRTUALLY_FRAME" val="{&quot;height&quot;:593.5623718261719,&quot;left&quot;:54.775039370078744,&quot;top&quot;:44.29381408691406,&quot;width&quot;:456.7749606299212}"/>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839999973773956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867_2*l_h_f*1_1_1"/>
  <p:tag name="KSO_WM_TEMPLATE_CATEGORY" val="diagram"/>
  <p:tag name="KSO_WM_TEMPLATE_INDEX" val="20231867"/>
  <p:tag name="KSO_WM_UNIT_LAYERLEVEL" val="1_1_1"/>
  <p:tag name="KSO_WM_TAG_VERSION" val="3.0"/>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MAX_ITEMCNT" val="3"/>
  <p:tag name="KSO_WM_DIAGRAM_MIN_ITEMCNT" val="2"/>
  <p:tag name="KSO_WM_DIAGRAM_VIRTUALLY_FRAME" val="{&quot;height&quot;:593.5623718261719,&quot;left&quot;:54.775039370078744,&quot;top&quot;:44.29381408691406,&quot;width&quot;:456.77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文字，以便观者准确地理解您传达的思想。单击此处添加您文本的具体内容，简明扼要地阐述您的观点"/>
  <p:tag name="KSO_WM_DIAGRAM_USE_COLOR_VALUE" val="{&quot;color_scheme&quot;:1,&quot;color_type&quot;:1,&quot;theme_color_indexes&quot;:[5,6,5,6,5,6]}"/>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7_2*l_h_a*1_1_1"/>
  <p:tag name="KSO_WM_TEMPLATE_CATEGORY" val="diagram"/>
  <p:tag name="KSO_WM_TEMPLATE_INDEX" val="20231867"/>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DIAGRAM_MAX_ITEMCNT" val="3"/>
  <p:tag name="KSO_WM_DIAGRAM_MIN_ITEMCNT" val="2"/>
  <p:tag name="KSO_WM_DIAGRAM_VIRTUALLY_FRAME" val="{&quot;height&quot;:593.5623718261719,&quot;left&quot;:54.775039370078744,&quot;top&quot;:44.29381408691406,&quot;width&quot;:456.7749606299212}"/>
  <p:tag name="KSO_WM_DIAGRAM_COLOR_MATCH_VALUE" val="{&quot;shape&quot;:{&quot;fill&quot;:{&quot;gradient&quot;:[{&quot;brightness&quot;:0,&quot;colorType&quot;:1,&quot;foreColorIndex&quot;:5,&quot;pos&quot;:0.6899999976158142,&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gradient&quot;:[{&quot;brightness&quot;:0.800000011920929,&quot;colorType&quot;:1,&quot;foreColorIndex&quot;:5,&quot;pos&quot;:0.6899999976158142,&quot;transparency&quot;:0},{&quot;brightness&quot;:0,&quot;colorType&quot;:2,&quot;pos&quot;:0,&quot;rgb&quot;:&quot;#ffffff&quot;,&quot;transparency&quot;:0}],&quot;type&quot;:3},&quot;glow&quot;:{&quot;colorType&quot;:0},&quot;line&quot;:{&quot;type&quot;:0},&quot;shadow&quot;:{&quot;colorType&quot;:0},&quot;threeD&quot;:{&quot;curvedSurface&quot;:{&quot;brightness&quot;:0,&quot;colorType&quot;:2,&quot;rgb&quot;:&quot;#000000&quot;},&quot;depth&quot;:{&quot;colorType&quot;:0}}}}"/>
  <p:tag name="KSO_WM_UNIT_VALUE" val="16"/>
  <p:tag name="KSO_WM_UNIT_TEXT_TYPE" val="1"/>
  <p:tag name="KSO_WM_UNIT_PRESET_TEXT" val="单击此处添加项标题"/>
  <p:tag name="KSO_WM_UNIT_FILL_TYPE" val="3"/>
  <p:tag name="KSO_WM_UNIT_TEXT_FILL_TYPE" val="3"/>
  <p:tag name="KSO_WM_DIAGRAM_USE_COLOR_VALUE" val="{&quot;color_scheme&quot;:1,&quot;color_type&quot;:1,&quot;theme_color_indexes&quot;:[5,6,5,6,5,6]}"/>
</p:tagLst>
</file>

<file path=ppt/tags/tag10.xml><?xml version="1.0" encoding="utf-8"?>
<p:tagLst xmlns:p="http://schemas.openxmlformats.org/presentationml/2006/main">
  <p:tag name="KSO_WM_DIAGRAM_VIRTUALLY_FRAME" val="{&quot;height&quot;:593.5623718261719,&quot;left&quot;:54.775039370078744,&quot;top&quot;:44.29381408691406,&quot;width&quot;:456.7749606299212}"/>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7_2*l_h_i*1_1_1"/>
  <p:tag name="KSO_WM_TEMPLATE_CATEGORY" val="diagram"/>
  <p:tag name="KSO_WM_TEMPLATE_INDEX" val="20231867"/>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3"/>
  <p:tag name="KSO_WM_DIAGRAM_MIN_ITEMCNT" val="2"/>
  <p:tag name="KSO_WM_DIAGRAM_VIRTUALLY_FRAME" val="{&quot;height&quot;:593.5623718261719,&quot;left&quot;:54.775039370078744,&quot;top&quot;:44.29381408691406,&quot;width&quot;:456.7749606299212}"/>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839999973773956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867_2*l_h_f*1_1_1"/>
  <p:tag name="KSO_WM_TEMPLATE_CATEGORY" val="diagram"/>
  <p:tag name="KSO_WM_TEMPLATE_INDEX" val="20231867"/>
  <p:tag name="KSO_WM_UNIT_LAYERLEVEL" val="1_1_1"/>
  <p:tag name="KSO_WM_TAG_VERSION" val="3.0"/>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MAX_ITEMCNT" val="3"/>
  <p:tag name="KSO_WM_DIAGRAM_MIN_ITEMCNT" val="2"/>
  <p:tag name="KSO_WM_DIAGRAM_VIRTUALLY_FRAME" val="{&quot;height&quot;:593.5623718261719,&quot;left&quot;:54.775039370078744,&quot;top&quot;:44.29381408691406,&quot;width&quot;:456.77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文字，以便观者准确地理解您传达的思想。单击此处添加您文本的具体内容，简明扼要地阐述您的观点"/>
  <p:tag name="KSO_WM_DIAGRAM_USE_COLOR_VALUE" val="{&quot;color_scheme&quot;:1,&quot;color_type&quot;:1,&quot;theme_color_indexes&quot;:[5,6,5,6,5,6]}"/>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867_2*l_h_a*1_1_1"/>
  <p:tag name="KSO_WM_TEMPLATE_CATEGORY" val="diagram"/>
  <p:tag name="KSO_WM_TEMPLATE_INDEX" val="20231867"/>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DIAGRAM_MAX_ITEMCNT" val="3"/>
  <p:tag name="KSO_WM_DIAGRAM_MIN_ITEMCNT" val="2"/>
  <p:tag name="KSO_WM_DIAGRAM_VIRTUALLY_FRAME" val="{&quot;height&quot;:593.5623718261719,&quot;left&quot;:54.775039370078744,&quot;top&quot;:44.29381408691406,&quot;width&quot;:456.7749606299212}"/>
  <p:tag name="KSO_WM_DIAGRAM_COLOR_MATCH_VALUE" val="{&quot;shape&quot;:{&quot;fill&quot;:{&quot;gradient&quot;:[{&quot;brightness&quot;:0,&quot;colorType&quot;:1,&quot;foreColorIndex&quot;:5,&quot;pos&quot;:0.6899999976158142,&quot;transparency&quot;:0},{&quot;brightness&quot;:0.4000000059604645,&quot;colorType&quot;:1,&quot;foreColorIndex&quot;:5,&quot;pos&quot;:0,&quot;transparency&quot;:0}],&quot;type&quot;:3},&quot;glow&quot;:{&quot;colorType&quot;:0},&quot;line&quot;:{&quot;type&quot;:0},&quot;shadow&quot;:{&quot;colorType&quot;:0},&quot;threeD&quot;:{&quot;curvedSurface&quot;:{&quot;brightness&quot;:0,&quot;colorType&quot;:2,&quot;rgb&quot;:&quot;#000000&quot;},&quot;depth&quot;:{&quot;colorType&quot;:0}}},&quot;text&quot;:{&quot;fill&quot;:{&quot;gradient&quot;:[{&quot;brightness&quot;:0.800000011920929,&quot;colorType&quot;:1,&quot;foreColorIndex&quot;:5,&quot;pos&quot;:0.6899999976158142,&quot;transparency&quot;:0},{&quot;brightness&quot;:0,&quot;colorType&quot;:2,&quot;pos&quot;:0,&quot;rgb&quot;:&quot;#ffffff&quot;,&quot;transparency&quot;:0}],&quot;type&quot;:3},&quot;glow&quot;:{&quot;colorType&quot;:0},&quot;line&quot;:{&quot;type&quot;:0},&quot;shadow&quot;:{&quot;colorType&quot;:0},&quot;threeD&quot;:{&quot;curvedSurface&quot;:{&quot;brightness&quot;:0,&quot;colorType&quot;:2,&quot;rgb&quot;:&quot;#000000&quot;},&quot;depth&quot;:{&quot;colorType&quot;:0}}}}"/>
  <p:tag name="KSO_WM_UNIT_VALUE" val="16"/>
  <p:tag name="KSO_WM_UNIT_TEXT_TYPE" val="1"/>
  <p:tag name="KSO_WM_UNIT_PRESET_TEXT" val="单击此处添加项标题"/>
  <p:tag name="KSO_WM_UNIT_FILL_TYPE" val="3"/>
  <p:tag name="KSO_WM_UNIT_TEXT_FILL_TYPE" val="3"/>
  <p:tag name="KSO_WM_DIAGRAM_USE_COLOR_VALUE" val="{&quot;color_scheme&quot;:1,&quot;color_type&quot;:1,&quot;theme_color_indexes&quot;:[5,6,5,6,5,6]}"/>
</p:tagLst>
</file>

<file path=ppt/tags/tag14.xml><?xml version="1.0" encoding="utf-8"?>
<p:tagLst xmlns:p="http://schemas.openxmlformats.org/presentationml/2006/main">
  <p:tag name="KSO_WM_AICARD_INVALID" val="Invalid"/>
  <p:tag name="resource_record_key" val="{&quot;70&quot;:[3315857,3428344,3325541,3312563]}"/>
</p:tagLst>
</file>

<file path=ppt/tags/tag1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30939_5*m_h_f*1_1_1"/>
  <p:tag name="KSO_WM_TEMPLATE_CATEGORY" val="diagram"/>
  <p:tag name="KSO_WM_TEMPLATE_INDEX" val="20230939"/>
  <p:tag name="KSO_WM_UNIT_LAYERLEVEL" val="1_1_1"/>
  <p:tag name="KSO_WM_TAG_VERSION" val="3.0"/>
  <p:tag name="KSO_WM_UNIT_VALUE" val="60"/>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52.45,&quot;top&quot;:96.8499969482422,&quot;width&quot;:853.575039370078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请输入你的智能图形项正文"/>
  <p:tag name="KSO_WM_UNIT_TEXT_FILL_FORE_SCHEMECOLOR_INDEX" val="1"/>
  <p:tag name="KSO_WM_UNIT_TEXT_FILL_TYPE" val="1"/>
  <p:tag name="KSO_WM_DIAGRAM_USE_COLOR_VALUE" val="{&quot;color_scheme&quot;:1,&quot;color_type&quot;:1,&quot;theme_color_indexes&quot;:[5,6,5,6,5,6]}"/>
</p:tagLst>
</file>

<file path=ppt/tags/tag1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30939_5*m_h_f*1_1_1"/>
  <p:tag name="KSO_WM_TEMPLATE_CATEGORY" val="diagram"/>
  <p:tag name="KSO_WM_TEMPLATE_INDEX" val="20230939"/>
  <p:tag name="KSO_WM_UNIT_LAYERLEVEL" val="1_1_1"/>
  <p:tag name="KSO_WM_TAG_VERSION" val="3.0"/>
  <p:tag name="KSO_WM_UNIT_VALUE" val="60"/>
  <p:tag name="KSO_WM_DIAGRAM_VERSION" val="3"/>
  <p:tag name="KSO_WM_DIAGRAM_COLOR_TRICK" val="4"/>
  <p:tag name="KSO_WM_DIAGRAM_COLOR_TEXT_CAN_REMOVE" val="n"/>
  <p:tag name="KSO_WM_DIAGRAM_MAX_ITEMCNT" val="6"/>
  <p:tag name="KSO_WM_DIAGRAM_MIN_ITEMCNT" val="2"/>
  <p:tag name="KSO_WM_DIAGRAM_VIRTUALLY_FRAME" val="{&quot;height&quot;:321.1000061035156,&quot;left&quot;:52.45,&quot;top&quot;:96.8499969482422,&quot;width&quot;:853.575039370078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请输入你的智能图形项正文"/>
  <p:tag name="KSO_WM_UNIT_TEXT_FILL_FORE_SCHEMECOLOR_INDEX" val="1"/>
  <p:tag name="KSO_WM_UNIT_TEXT_FILL_TYPE" val="1"/>
  <p:tag name="KSO_WM_DIAGRAM_USE_COLOR_VALUE" val="{&quot;color_scheme&quot;:1,&quot;color_type&quot;:1,&quot;theme_color_indexes&quot;:[5,6,5,6,5,6]}"/>
</p:tagLst>
</file>

<file path=ppt/tags/tag1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3217_1*l_h_i*1_1_2"/>
  <p:tag name="KSO_WM_TEMPLATE_CATEGORY" val="diagram"/>
  <p:tag name="KSO_WM_TEMPLATE_INDEX" val="20233217"/>
  <p:tag name="KSO_WM_UNIT_LAYERLEVEL" val="1_1_1"/>
  <p:tag name="KSO_WM_TAG_VERSION" val="3.0"/>
  <p:tag name="KSO_WM_BEAUTIFY_FLAG" val="#wm#"/>
  <p:tag name="KSO_WM_UNIT_FILL_FORE_SCHEMECOLOR_INDEX" val="14"/>
  <p:tag name="KSO_WM_UNIT_FILL_FORE_SCHEMECOLOR_INDEX_BRIGHTNESS" val="0"/>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1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17_1*l_h_f*1_1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UNIT_PRESET_TEXT" val="单击此处添加文本具体内容，简明扼要地阐述您的内容观点。根据需要可酌情增减正文内容文字，以便观者准确地理解您传达的思想。单击此处添加你的文本内容"/>
  <p:tag name="KSO_WM_UNIT_TEXT_TYPE" val="1"/>
  <p:tag name="KSO_WM_DIAGRAM_USE_COLOR_VALUE" val="{&quot;color_scheme&quot;:1,&quot;color_type&quot;:1,&quot;theme_color_indexes&quot;:[]}"/>
</p:tagLst>
</file>

<file path=ppt/tags/tag1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217_1*l_h_a*1_1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PRESET_TEXT" val="此处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3217_1*l_h_i*1_1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FORE_SCHEMECOLOR_INDEX" val="1"/>
  <p:tag name="KSO_WM_UNIT_TEXT_FILL_TYPE" val="1"/>
  <p:tag name="KSO_WM_DIAGRAM_USE_COLOR_VALUE" val="{&quot;color_scheme&quot;:1,&quot;color_type&quot;:1,&quot;theme_color_indexes&quot;:[]}"/>
</p:tagLst>
</file>

<file path=ppt/tags/tag2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3217_1*l_h_i*1_2_2"/>
  <p:tag name="KSO_WM_TEMPLATE_CATEGORY" val="diagram"/>
  <p:tag name="KSO_WM_TEMPLATE_INDEX" val="20233217"/>
  <p:tag name="KSO_WM_UNIT_LAYERLEVEL" val="1_1_1"/>
  <p:tag name="KSO_WM_TAG_VERSION" val="3.0"/>
  <p:tag name="KSO_WM_BEAUTIFY_FLAG" val="#wm#"/>
  <p:tag name="KSO_WM_UNIT_FILL_FORE_SCHEMECOLOR_INDEX" val="14"/>
  <p:tag name="KSO_WM_UNIT_FILL_FORE_SCHEMECOLOR_INDEX_BRIGHTNESS" val="0"/>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2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17_1*l_h_f*1_2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UNIT_PRESET_TEXT" val="单击此处添加文本具体内容，简明扼要地阐述您的内容观点。根据需要可酌情增减正文内容文字，以便观者准确地理解您传达的思想。单击此处添加你的文本内容"/>
  <p:tag name="KSO_WM_UNIT_TEXT_TYPE" val="1"/>
  <p:tag name="KSO_WM_DIAGRAM_USE_COLOR_VALUE" val="{&quot;color_scheme&quot;:1,&quot;color_type&quot;:1,&quot;theme_color_indexes&quot;:[]}"/>
</p:tagLst>
</file>

<file path=ppt/tags/tag2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217_1*l_h_a*1_2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PRESET_TEXT" val="此处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3217_1*l_h_i*1_2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FORE_SCHEMECOLOR_INDEX" val="1"/>
  <p:tag name="KSO_WM_UNIT_TEXT_FILL_TYPE" val="1"/>
  <p:tag name="KSO_WM_DIAGRAM_USE_COLOR_VALUE" val="{&quot;color_scheme&quot;:1,&quot;color_type&quot;:1,&quot;theme_color_indexes&quot;:[]}"/>
</p:tagLst>
</file>

<file path=ppt/tags/tag2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3217_1*l_h_i*1_3_2"/>
  <p:tag name="KSO_WM_TEMPLATE_CATEGORY" val="diagram"/>
  <p:tag name="KSO_WM_TEMPLATE_INDEX" val="20233217"/>
  <p:tag name="KSO_WM_UNIT_LAYERLEVEL" val="1_1_1"/>
  <p:tag name="KSO_WM_TAG_VERSION" val="3.0"/>
  <p:tag name="KSO_WM_BEAUTIFY_FLAG" val="#wm#"/>
  <p:tag name="KSO_WM_UNIT_FILL_FORE_SCHEMECOLOR_INDEX" val="14"/>
  <p:tag name="KSO_WM_UNIT_FILL_FORE_SCHEMECOLOR_INDEX_BRIGHTNESS" val="0"/>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2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217_1*l_h_f*1_3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UNIT_PRESET_TEXT" val="单击此处添加文本具体内容，简明扼要地阐述您的内容观点。根据需要可酌情增减正文内容文字，以便观者准确地理解您传达的思想。单击此处添加你的文本内容"/>
  <p:tag name="KSO_WM_UNIT_TEXT_TYPE" val="1"/>
  <p:tag name="KSO_WM_DIAGRAM_USE_COLOR_VALUE" val="{&quot;color_scheme&quot;:1,&quot;color_type&quot;:1,&quot;theme_color_indexes&quot;:[]}"/>
</p:tagLst>
</file>

<file path=ppt/tags/tag27.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217_1*l_h_a*1_3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PRESET_TEXT" val="此处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3217_1*l_h_i*1_3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FORE_SCHEMECOLOR_INDEX" val="1"/>
  <p:tag name="KSO_WM_UNIT_TEXT_FILL_TYPE" val="1"/>
  <p:tag name="KSO_WM_DIAGRAM_USE_COLOR_VALUE" val="{&quot;color_scheme&quot;:1,&quot;color_type&quot;:1,&quot;theme_color_indexes&quot;:[]}"/>
</p:tagLst>
</file>

<file path=ppt/tags/tag2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3217_1*l_h_i*1_4_2"/>
  <p:tag name="KSO_WM_TEMPLATE_CATEGORY" val="diagram"/>
  <p:tag name="KSO_WM_TEMPLATE_INDEX" val="20233217"/>
  <p:tag name="KSO_WM_UNIT_LAYERLEVEL" val="1_1_1"/>
  <p:tag name="KSO_WM_TAG_VERSION" val="3.0"/>
  <p:tag name="KSO_WM_BEAUTIFY_FLAG" val="#wm#"/>
  <p:tag name="KSO_WM_UNIT_FILL_FORE_SCHEMECOLOR_INDEX" val="14"/>
  <p:tag name="KSO_WM_UNIT_FILL_FORE_SCHEMECOLOR_INDEX_BRIGHTNESS" val="0"/>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30.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3217_1*l_h_f*1_4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UNIT_PRESET_TEXT" val="单击此处添加文本具体内容，简明扼要地阐述您的内容观点。根据需要可酌情增减正文内容文字，以便观者准确地理解您传达的思想。单击此处添加你的文本内容"/>
  <p:tag name="KSO_WM_UNIT_TEXT_TYPE" val="1"/>
  <p:tag name="KSO_WM_DIAGRAM_USE_COLOR_VALUE" val="{&quot;color_scheme&quot;:1,&quot;color_type&quot;:1,&quot;theme_color_indexes&quot;:[]}"/>
</p:tagLst>
</file>

<file path=ppt/tags/tag3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217_1*l_h_a*1_4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PRESET_TEXT" val="此处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3217_1*l_h_i*1_4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FORE_SCHEMECOLOR_INDEX" val="1"/>
  <p:tag name="KSO_WM_UNIT_TEXT_FILL_TYPE" val="1"/>
  <p:tag name="KSO_WM_DIAGRAM_USE_COLOR_VALUE" val="{&quot;color_scheme&quot;:1,&quot;color_type&quot;:1,&quot;theme_color_indexes&quot;:[]}"/>
</p:tagLst>
</file>

<file path=ppt/tags/tag3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233217_1*l_h_i*1_5_2"/>
  <p:tag name="KSO_WM_TEMPLATE_CATEGORY" val="diagram"/>
  <p:tag name="KSO_WM_TEMPLATE_INDEX" val="20233217"/>
  <p:tag name="KSO_WM_UNIT_LAYERLEVEL" val="1_1_1"/>
  <p:tag name="KSO_WM_TAG_VERSION" val="3.0"/>
  <p:tag name="KSO_WM_BEAUTIFY_FLAG" val="#wm#"/>
  <p:tag name="KSO_WM_UNIT_FILL_FORE_SCHEMECOLOR_INDEX" val="14"/>
  <p:tag name="KSO_WM_UNIT_FILL_FORE_SCHEMECOLOR_INDEX_BRIGHTNESS" val="0"/>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3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3217_1*l_h_f*1_5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UNIT_PRESET_TEXT" val="单击此处添加文本具体内容，简明扼要地阐述您的内容观点。根据需要可酌情增减正文内容文字，以便观者准确地理解您传达的思想。单击此处添加你的文本内容"/>
  <p:tag name="KSO_WM_UNIT_TEXT_TYPE" val="1"/>
  <p:tag name="KSO_WM_DIAGRAM_USE_COLOR_VALUE" val="{&quot;color_scheme&quot;:1,&quot;color_type&quot;:1,&quot;theme_color_indexes&quot;:[]}"/>
</p:tagLst>
</file>

<file path=ppt/tags/tag3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3217_1*l_h_a*1_5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PRESET_TEXT" val="此处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33217_1*l_h_i*1_5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FORE_SCHEMECOLOR_INDEX" val="1"/>
  <p:tag name="KSO_WM_UNIT_TEXT_FILL_TYPE" val="1"/>
  <p:tag name="KSO_WM_DIAGRAM_USE_COLOR_VALUE" val="{&quot;color_scheme&quot;:1,&quot;color_type&quot;:1,&quot;theme_color_indexes&quot;:[]}"/>
</p:tagLst>
</file>

<file path=ppt/tags/tag3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6_2"/>
  <p:tag name="KSO_WM_UNIT_ID" val="diagram20233217_1*l_h_i*1_6_2"/>
  <p:tag name="KSO_WM_TEMPLATE_CATEGORY" val="diagram"/>
  <p:tag name="KSO_WM_TEMPLATE_INDEX" val="20233217"/>
  <p:tag name="KSO_WM_UNIT_LAYERLEVEL" val="1_1_1"/>
  <p:tag name="KSO_WM_TAG_VERSION" val="3.0"/>
  <p:tag name="KSO_WM_BEAUTIFY_FLAG" val="#wm#"/>
  <p:tag name="KSO_WM_UNIT_FILL_FORE_SCHEMECOLOR_INDEX" val="14"/>
  <p:tag name="KSO_WM_UNIT_FILL_FORE_SCHEMECOLOR_INDEX_BRIGHTNESS" val="0"/>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3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33217_1*l_h_f*1_6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UNIT_PRESET_TEXT" val="单击此处添加文本具体内容，简明扼要地阐述您的内容观点。根据需要可酌情增减正文内容文字，以便观者准确地理解您传达的思想。单击此处添加你的文本内容"/>
  <p:tag name="KSO_WM_UNIT_TEXT_TYPE" val="1"/>
  <p:tag name="KSO_WM_DIAGRAM_USE_COLOR_VALUE" val="{&quot;color_scheme&quot;:1,&quot;color_type&quot;:1,&quot;theme_color_indexes&quot;:[]}"/>
</p:tagLst>
</file>

<file path=ppt/tags/tag3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6_1"/>
  <p:tag name="KSO_WM_UNIT_ID" val="diagram20233217_1*l_h_a*1_6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6"/>
  <p:tag name="KSO_WM_UNIT_PRESET_TEXT" val="此处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4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diagram20233217_1*l_h_i*1_6_1"/>
  <p:tag name="KSO_WM_TEMPLATE_CATEGORY" val="diagram"/>
  <p:tag name="KSO_WM_TEMPLATE_INDEX" val="20233217"/>
  <p:tag name="KSO_WM_UNIT_LAYERLEVEL" val="1_1_1"/>
  <p:tag name="KSO_WM_TAG_VERSION" val="3.0"/>
  <p:tag name="KSO_WM_BEAUTIFY_FLAG" val="#wm#"/>
  <p:tag name="KSO_WM_DIAGRAM_MAX_ITEMCNT" val="6"/>
  <p:tag name="KSO_WM_DIAGRAM_MIN_ITEMCNT" val="6"/>
  <p:tag name="KSO_WM_DIAGRAM_VIRTUALLY_FRAME" val="{&quot;height&quot;:363.5822834645669,&quot;left&quot;:54.4462890625,&quot;top&quot;:110.6,&quot;width&quot;:841.12764794537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TEXT_FILL_FORE_SCHEMECOLOR_INDEX" val="1"/>
  <p:tag name="KSO_WM_UNIT_TEXT_FILL_TYPE" val="1"/>
  <p:tag name="KSO_WM_DIAGRAM_USE_COLOR_VALUE" val="{&quot;color_scheme&quot;:1,&quot;color_type&quot;:1,&quot;theme_color_indexes&quot;:[]}"/>
</p:tagLst>
</file>

<file path=ppt/tags/tag41.xml><?xml version="1.0" encoding="utf-8"?>
<p:tagLst xmlns:p="http://schemas.openxmlformats.org/presentationml/2006/main">
  <p:tag name="KSO_WM_DIAGRAM_VIRTUALLY_FRAME" val="{&quot;height&quot;:65.55,&quot;left&quot;:52.75,&quot;top&quot;:107.95,&quot;width&quot;:811.3}"/>
</p:tagLst>
</file>

<file path=ppt/tags/tag42.xml><?xml version="1.0" encoding="utf-8"?>
<p:tagLst xmlns:p="http://schemas.openxmlformats.org/presentationml/2006/main">
  <p:tag name="KSO_WM_DIAGRAM_VIRTUALLY_FRAME" val="{&quot;height&quot;:65.55,&quot;left&quot;:52.75,&quot;top&quot;:107.95,&quot;width&quot;:811.3}"/>
</p:tagLst>
</file>

<file path=ppt/tags/tag43.xml><?xml version="1.0" encoding="utf-8"?>
<p:tagLst xmlns:p="http://schemas.openxmlformats.org/presentationml/2006/main">
  <p:tag name="KSO_WM_DIAGRAM_VIRTUALLY_FRAME" val="{&quot;height&quot;:65.55,&quot;left&quot;:52.75,&quot;top&quot;:107.95,&quot;width&quot;:811.3}"/>
</p:tagLst>
</file>

<file path=ppt/tags/tag44.xml><?xml version="1.0" encoding="utf-8"?>
<p:tagLst xmlns:p="http://schemas.openxmlformats.org/presentationml/2006/main">
  <p:tag name="KSO_WM_DIAGRAM_VIRTUALLY_FRAME" val="{&quot;height&quot;:65.55,&quot;left&quot;:52.75,&quot;top&quot;:107.95,&quot;width&quot;:811.3}"/>
</p:tagLst>
</file>

<file path=ppt/tags/tag45.xml><?xml version="1.0" encoding="utf-8"?>
<p:tagLst xmlns:p="http://schemas.openxmlformats.org/presentationml/2006/main">
  <p:tag name="KSO_WM_DIAGRAM_VIRTUALLY_FRAME" val="{&quot;height&quot;:65.55,&quot;left&quot;:52.75,&quot;top&quot;:107.95,&quot;width&quot;:811.3}"/>
</p:tagLst>
</file>

<file path=ppt/tags/tag46.xml><?xml version="1.0" encoding="utf-8"?>
<p:tagLst xmlns:p="http://schemas.openxmlformats.org/presentationml/2006/main">
  <p:tag name="KSO_WM_DIAGRAM_VIRTUALLY_FRAME" val="{&quot;height&quot;:65.55,&quot;left&quot;:52.75,&quot;top&quot;:107.95,&quot;width&quot;:811.3}"/>
</p:tagLst>
</file>

<file path=ppt/tags/tag47.xml><?xml version="1.0" encoding="utf-8"?>
<p:tagLst xmlns:p="http://schemas.openxmlformats.org/presentationml/2006/main">
  <p:tag name="KSO_WM_DIAGRAM_VIRTUALLY_FRAME" val="{&quot;height&quot;:65.55,&quot;left&quot;:52.75,&quot;top&quot;:107.95,&quot;width&quot;:811.3}"/>
</p:tagLst>
</file>

<file path=ppt/tags/tag48.xml><?xml version="1.0" encoding="utf-8"?>
<p:tagLst xmlns:p="http://schemas.openxmlformats.org/presentationml/2006/main">
  <p:tag name="KSO_WM_DIAGRAM_VIRTUALLY_FRAME" val="{&quot;height&quot;:65.55,&quot;left&quot;:52.75,&quot;top&quot;:107.95,&quot;width&quot;:811.3}"/>
</p:tagLst>
</file>

<file path=ppt/tags/tag49.xml><?xml version="1.0" encoding="utf-8"?>
<p:tagLst xmlns:p="http://schemas.openxmlformats.org/presentationml/2006/main">
  <p:tag name="KSO_WM_DIAGRAM_VIRTUALLY_FRAME" val="{&quot;height&quot;:65.55,&quot;left&quot;:52.75,&quot;top&quot;:107.95,&quot;width&quot;:811.3}"/>
</p:tagLst>
</file>

<file path=ppt/tags/tag50.xml><?xml version="1.0" encoding="utf-8"?>
<p:tagLst xmlns:p="http://schemas.openxmlformats.org/presentationml/2006/main">
  <p:tag name="KSO_WM_DIAGRAM_VIRTUALLY_FRAME" val="{&quot;height&quot;:65.55,&quot;left&quot;:52.75,&quot;top&quot;:107.95,&quot;width&quot;:811.3}"/>
</p:tagLst>
</file>

<file path=ppt/tags/tag51.xml><?xml version="1.0" encoding="utf-8"?>
<p:tagLst xmlns:p="http://schemas.openxmlformats.org/presentationml/2006/main">
  <p:tag name="KSO_WM_DIAGRAM_VIRTUALLY_FRAME" val="{&quot;height&quot;:65.55,&quot;left&quot;:52.75,&quot;top&quot;:107.95,&quot;width&quot;:811.3}"/>
</p:tagLst>
</file>

<file path=ppt/tags/tag52.xml><?xml version="1.0" encoding="utf-8"?>
<p:tagLst xmlns:p="http://schemas.openxmlformats.org/presentationml/2006/main">
  <p:tag name="KSO_WM_AICARD_INVALID" val="Invalid"/>
</p:tagLst>
</file>

<file path=ppt/tags/tag53.xml><?xml version="1.0" encoding="utf-8"?>
<p:tagLst xmlns:p="http://schemas.openxmlformats.org/presentationml/2006/main">
  <p:tag name="KSO_WM_DIAGRAM_VIRTUALLY_FRAME" val="{&quot;height&quot;:378.7399024634238,&quot;left&quot;:60.75,&quot;top&quot;:132.84999999999997,&quot;width&quot;:846.2}"/>
</p:tagLst>
</file>

<file path=ppt/tags/tag54.xml><?xml version="1.0" encoding="utf-8"?>
<p:tagLst xmlns:p="http://schemas.openxmlformats.org/presentationml/2006/main">
  <p:tag name="KSO_WM_DIAGRAM_VIRTUALLY_FRAME" val="{&quot;height&quot;:389.73330708661416,&quot;left&quot;:337.7,&quot;top&quot;:98.46669291338583,&quot;width&quot;:561.3}"/>
</p:tagLst>
</file>

<file path=ppt/tags/tag55.xml><?xml version="1.0" encoding="utf-8"?>
<p:tagLst xmlns:p="http://schemas.openxmlformats.org/presentationml/2006/main">
  <p:tag name="KSO_WM_DIAGRAM_VIRTUALLY_FRAME" val="{&quot;height&quot;:389.73330708661416,&quot;left&quot;:337.7,&quot;top&quot;:98.46669291338583,&quot;width&quot;:561.3}"/>
</p:tagLst>
</file>

<file path=ppt/tags/tag56.xml><?xml version="1.0" encoding="utf-8"?>
<p:tagLst xmlns:p="http://schemas.openxmlformats.org/presentationml/2006/main">
  <p:tag name="KSO_WM_DIAGRAM_VIRTUALLY_FRAME" val="{&quot;height&quot;:389.73330708661416,&quot;left&quot;:337.7,&quot;top&quot;:98.46669291338583,&quot;width&quot;:561.3}"/>
</p:tagLst>
</file>

<file path=ppt/tags/tag57.xml><?xml version="1.0" encoding="utf-8"?>
<p:tagLst xmlns:p="http://schemas.openxmlformats.org/presentationml/2006/main">
  <p:tag name="KSO_WM_DIAGRAM_VIRTUALLY_FRAME" val="{&quot;height&quot;:378.7399024634238,&quot;left&quot;:60.75,&quot;top&quot;:132.84999999999997,&quot;width&quot;:846.2}"/>
</p:tagLst>
</file>

<file path=ppt/tags/tag58.xml><?xml version="1.0" encoding="utf-8"?>
<p:tagLst xmlns:p="http://schemas.openxmlformats.org/presentationml/2006/main">
  <p:tag name="KSO_WM_DIAGRAM_VIRTUALLY_FRAME" val="{&quot;height&quot;:378.7399024634238,&quot;left&quot;:60.75,&quot;top&quot;:132.84999999999997,&quot;width&quot;:846.2}"/>
</p:tagLst>
</file>

<file path=ppt/tags/tag59.xml><?xml version="1.0" encoding="utf-8"?>
<p:tagLst xmlns:p="http://schemas.openxmlformats.org/presentationml/2006/main">
  <p:tag name="KSO_WM_DIAGRAM_VIRTUALLY_FRAME" val="{&quot;height&quot;:378.7399024634238,&quot;left&quot;:60.75,&quot;top&quot;:132.84999999999997,&quot;width&quot;:846.2}"/>
</p:tagLst>
</file>

<file path=ppt/tags/tag60.xml><?xml version="1.0" encoding="utf-8"?>
<p:tagLst xmlns:p="http://schemas.openxmlformats.org/presentationml/2006/main">
  <p:tag name="KSO_WM_DIAGRAM_VIRTUALLY_FRAME" val="{&quot;height&quot;:378.7399024634238,&quot;left&quot;:60.75,&quot;top&quot;:132.84999999999997,&quot;width&quot;:846.2}"/>
</p:tagLst>
</file>

<file path=ppt/tags/tag61.xml><?xml version="1.0" encoding="utf-8"?>
<p:tagLst xmlns:p="http://schemas.openxmlformats.org/presentationml/2006/main">
  <p:tag name="KSO_WM_DIAGRAM_VIRTUALLY_FRAME" val="{&quot;height&quot;:378.7399024634238,&quot;left&quot;:60.75,&quot;top&quot;:132.84999999999997,&quot;width&quot;:846.2}"/>
</p:tagLst>
</file>

<file path=ppt/tags/tag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5_2*n_h_h_f*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78.7399024634238,&quot;left&quot;:60.75,&quot;top&quot;:132.84999999999997,&quot;width&quot;:84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文字是您思想的提炼，请尽量言简意赅的阐述观点。"/>
  <p:tag name="KSO_WM_UNIT_TEXT_FILL_FORE_SCHEMECOLOR_INDEX" val="1"/>
  <p:tag name="KSO_WM_UNIT_TEXT_FILL_TYPE" val="1"/>
  <p:tag name="KSO_WM_UNIT_USESOURCEFORMAT_APPLY" val="1"/>
</p:tagLst>
</file>

<file path=ppt/tags/tag63.xml><?xml version="1.0" encoding="utf-8"?>
<p:tagLst xmlns:p="http://schemas.openxmlformats.org/presentationml/2006/main">
  <p:tag name="KSO_WM_DIAGRAM_VIRTUALLY_FRAME" val="{&quot;height&quot;:378.7399024634238,&quot;left&quot;:60.75,&quot;top&quot;:132.84999999999997,&quot;width&quot;:846.2}"/>
</p:tagLst>
</file>

<file path=ppt/tags/tag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5_2*n_h_h_f*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78.7399024634238,&quot;left&quot;:60.75,&quot;top&quot;:132.84999999999997,&quot;width&quot;:84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文字是您思想的提炼，请尽量言简意赅的阐述观点。"/>
  <p:tag name="KSO_WM_UNIT_TEXT_FILL_FORE_SCHEMECOLOR_INDEX" val="1"/>
  <p:tag name="KSO_WM_UNIT_TEXT_FILL_TYPE" val="1"/>
  <p:tag name="KSO_WM_UNIT_USESOURCEFORMAT_APPLY" val="1"/>
</p:tagLst>
</file>

<file path=ppt/tags/tag6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45_2*n_h_h_f*1_2_3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78.7399024634238,&quot;left&quot;:60.75,&quot;top&quot;:132.84999999999997,&quot;width&quot;:846.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文字是您思想的提炼，请尽量言简意赅的阐述观点。"/>
  <p:tag name="KSO_WM_UNIT_TEXT_FILL_FORE_SCHEMECOLOR_INDEX" val="1"/>
  <p:tag name="KSO_WM_UNIT_TEXT_FILL_TYPE" val="1"/>
  <p:tag name="KSO_WM_UNIT_USESOURCEFORMAT_APPLY" val="1"/>
</p:tagLst>
</file>

<file path=ppt/tags/tag66.xml><?xml version="1.0" encoding="utf-8"?>
<p:tagLst xmlns:p="http://schemas.openxmlformats.org/presentationml/2006/main">
  <p:tag name="KSO_WM_DIAGRAM_VIRTUALLY_FRAME" val="{&quot;height&quot;:389.73330708661416,&quot;left&quot;:337.7,&quot;top&quot;:98.46669291338583,&quot;width&quot;:561.3}"/>
</p:tagLst>
</file>

<file path=ppt/tags/tag67.xml><?xml version="1.0" encoding="utf-8"?>
<p:tagLst xmlns:p="http://schemas.openxmlformats.org/presentationml/2006/main">
  <p:tag name="KSO_WM_DIAGRAM_VIRTUALLY_FRAME" val="{&quot;height&quot;:389.73330708661416,&quot;left&quot;:337.7,&quot;top&quot;:98.46669291338583,&quot;width&quot;:561.3}"/>
</p:tagLst>
</file>

<file path=ppt/tags/tag68.xml><?xml version="1.0" encoding="utf-8"?>
<p:tagLst xmlns:p="http://schemas.openxmlformats.org/presentationml/2006/main">
  <p:tag name="KSO_WM_DIAGRAM_VIRTUALLY_FRAME" val="{&quot;height&quot;:389.73330708661416,&quot;left&quot;:337.7,&quot;top&quot;:98.46669291338583,&quot;width&quot;:561.3}"/>
</p:tagLst>
</file>

<file path=ppt/tags/tag69.xml><?xml version="1.0" encoding="utf-8"?>
<p:tagLst xmlns:p="http://schemas.openxmlformats.org/presentationml/2006/main">
  <p:tag name="KSO_WM_DIAGRAM_VIRTUALLY_FRAME" val="{&quot;height&quot;:319.5540180257549,&quot;left&quot;:63.9,&quot;top&quot;:156.54896449704148,&quot;width&quot;:831.2}"/>
</p:tagLst>
</file>

<file path=ppt/tags/tag70.xml><?xml version="1.0" encoding="utf-8"?>
<p:tagLst xmlns:p="http://schemas.openxmlformats.org/presentationml/2006/main">
  <p:tag name="KSO_WM_DIAGRAM_VIRTUALLY_FRAME" val="{&quot;height&quot;:319.5540180257549,&quot;left&quot;:63.9,&quot;top&quot;:156.54896449704148,&quot;width&quot;:831.2}"/>
</p:tagLst>
</file>

<file path=ppt/tags/tag71.xml><?xml version="1.0" encoding="utf-8"?>
<p:tagLst xmlns:p="http://schemas.openxmlformats.org/presentationml/2006/main">
  <p:tag name="KSO_WM_DIAGRAM_VIRTUALLY_FRAME" val="{&quot;height&quot;:319.5540180257549,&quot;left&quot;:63.9,&quot;top&quot;:156.54896449704148,&quot;width&quot;:831.2}"/>
</p:tagLst>
</file>

<file path=ppt/tags/tag72.xml><?xml version="1.0" encoding="utf-8"?>
<p:tagLst xmlns:p="http://schemas.openxmlformats.org/presentationml/2006/main">
  <p:tag name="KSO_WM_DIAGRAM_VIRTUALLY_FRAME" val="{&quot;height&quot;:319.5540180257549,&quot;left&quot;:63.9,&quot;top&quot;:156.54896449704148,&quot;width&quot;:831.2}"/>
</p:tagLst>
</file>

<file path=ppt/tags/tag73.xml><?xml version="1.0" encoding="utf-8"?>
<p:tagLst xmlns:p="http://schemas.openxmlformats.org/presentationml/2006/main">
  <p:tag name="KSO_WM_DIAGRAM_VIRTUALLY_FRAME" val="{&quot;height&quot;:319.5540180257549,&quot;left&quot;:63.9,&quot;top&quot;:156.54896449704148,&quot;width&quot;:831.2}"/>
</p:tagLst>
</file>

<file path=ppt/tags/tag74.xml><?xml version="1.0" encoding="utf-8"?>
<p:tagLst xmlns:p="http://schemas.openxmlformats.org/presentationml/2006/main">
  <p:tag name="KSO_WM_DIAGRAM_VIRTUALLY_FRAME" val="{&quot;height&quot;:319.5540180257549,&quot;left&quot;:63.9,&quot;top&quot;:156.54896449704148,&quot;width&quot;:831.2}"/>
</p:tagLst>
</file>

<file path=ppt/tags/tag75.xml><?xml version="1.0" encoding="utf-8"?>
<p:tagLst xmlns:p="http://schemas.openxmlformats.org/presentationml/2006/main">
  <p:tag name="KSO_WM_DIAGRAM_VIRTUALLY_FRAME" val="{&quot;height&quot;:319.5540180257549,&quot;left&quot;:63.9,&quot;top&quot;:156.54896449704148,&quot;width&quot;:831.2}"/>
</p:tagLst>
</file>

<file path=ppt/tags/tag76.xml><?xml version="1.0" encoding="utf-8"?>
<p:tagLst xmlns:p="http://schemas.openxmlformats.org/presentationml/2006/main">
  <p:tag name="KSO_WM_DIAGRAM_VIRTUALLY_FRAME" val="{&quot;height&quot;:319.5540180257549,&quot;left&quot;:63.9,&quot;top&quot;:156.54896449704148,&quot;width&quot;:831.2}"/>
</p:tagLst>
</file>

<file path=ppt/tags/tag77.xml><?xml version="1.0" encoding="utf-8"?>
<p:tagLst xmlns:p="http://schemas.openxmlformats.org/presentationml/2006/main">
  <p:tag name="KSO_WM_DIAGRAM_VIRTUALLY_FRAME" val="{&quot;height&quot;:319.5540180257549,&quot;left&quot;:63.9,&quot;top&quot;:156.54896449704148,&quot;width&quot;:831.2}"/>
</p:tagLst>
</file>

<file path=ppt/tags/tag78.xml><?xml version="1.0" encoding="utf-8"?>
<p:tagLst xmlns:p="http://schemas.openxmlformats.org/presentationml/2006/main">
  <p:tag name="KSO_WM_DIAGRAM_VIRTUALLY_FRAME" val="{&quot;height&quot;:319.5540180257549,&quot;left&quot;:63.9,&quot;top&quot;:156.54896449704148,&quot;width&quot;:831.2}"/>
</p:tagLst>
</file>

<file path=ppt/tags/tag79.xml><?xml version="1.0" encoding="utf-8"?>
<p:tagLst xmlns:p="http://schemas.openxmlformats.org/presentationml/2006/main">
  <p:tag name="KSO_WM_DIAGRAM_VIRTUALLY_FRAME" val="{&quot;height&quot;:319.5540180257549,&quot;left&quot;:63.9,&quot;top&quot;:156.54896449704148,&quot;width&quot;:831.2}"/>
</p:tagLst>
</file>

<file path=ppt/tags/tag80.xml><?xml version="1.0" encoding="utf-8"?>
<p:tagLst xmlns:p="http://schemas.openxmlformats.org/presentationml/2006/main">
  <p:tag name="KSO_WM_DIAGRAM_VIRTUALLY_FRAME" val="{&quot;height&quot;:319.5540180257549,&quot;left&quot;:63.9,&quot;top&quot;:156.54896449704148,&quot;width&quot;:831.2}"/>
</p:tagLst>
</file>

<file path=ppt/tags/tag81.xml><?xml version="1.0" encoding="utf-8"?>
<p:tagLst xmlns:p="http://schemas.openxmlformats.org/presentationml/2006/main">
  <p:tag name="KSO_WM_DIAGRAM_VIRTUALLY_FRAME" val="{&quot;height&quot;:319.5540180257549,&quot;left&quot;:63.9,&quot;top&quot;:156.54896449704148,&quot;width&quot;:831.2}"/>
</p:tagLst>
</file>

<file path=ppt/tags/tag82.xml><?xml version="1.0" encoding="utf-8"?>
<p:tagLst xmlns:p="http://schemas.openxmlformats.org/presentationml/2006/main">
  <p:tag name="KSO_WM_DIAGRAM_VIRTUALLY_FRAME" val="{&quot;height&quot;:319.5540180257549,&quot;left&quot;:63.9,&quot;top&quot;:156.54896449704148,&quot;width&quot;:831.2}"/>
</p:tagLst>
</file>

<file path=ppt/tags/tag83.xml><?xml version="1.0" encoding="utf-8"?>
<p:tagLst xmlns:p="http://schemas.openxmlformats.org/presentationml/2006/main">
  <p:tag name="KSO_WM_DIAGRAM_VIRTUALLY_FRAME" val="{&quot;height&quot;:319.5540180257549,&quot;left&quot;:63.9,&quot;top&quot;:156.54896449704148,&quot;width&quot;:831.2}"/>
</p:tagLst>
</file>

<file path=ppt/tags/tag84.xml><?xml version="1.0" encoding="utf-8"?>
<p:tagLst xmlns:p="http://schemas.openxmlformats.org/presentationml/2006/main">
  <p:tag name="KSO_WM_DIAGRAM_VIRTUALLY_FRAME" val="{&quot;height&quot;:319.5540180257549,&quot;left&quot;:63.9,&quot;top&quot;:156.54896449704148,&quot;width&quot;:831.2}"/>
</p:tagLst>
</file>

<file path=ppt/tags/tag85.xml><?xml version="1.0" encoding="utf-8"?>
<p:tagLst xmlns:p="http://schemas.openxmlformats.org/presentationml/2006/main">
  <p:tag name="KSO_WM_DIAGRAM_VIRTUALLY_FRAME" val="{&quot;height&quot;:319.5540180257549,&quot;left&quot;:63.9,&quot;top&quot;:156.54896449704148,&quot;width&quot;:831.2}"/>
</p:tagLst>
</file>

<file path=ppt/tags/tag86.xml><?xml version="1.0" encoding="utf-8"?>
<p:tagLst xmlns:p="http://schemas.openxmlformats.org/presentationml/2006/main">
  <p:tag name="KSO_WM_DIAGRAM_VIRTUALLY_FRAME" val="{&quot;height&quot;:319.5540180257549,&quot;left&quot;:63.9,&quot;top&quot;:156.54896449704148,&quot;width&quot;:831.2}"/>
</p:tagLst>
</file>

<file path=ppt/tags/tag87.xml><?xml version="1.0" encoding="utf-8"?>
<p:tagLst xmlns:p="http://schemas.openxmlformats.org/presentationml/2006/main">
  <p:tag name="KSO_WM_DIAGRAM_VIRTUALLY_FRAME" val="{&quot;height&quot;:319.5540180257549,&quot;left&quot;:63.9,&quot;top&quot;:156.54896449704148,&quot;width&quot;:831.2}"/>
</p:tagLst>
</file>

<file path=ppt/tags/tag88.xml><?xml version="1.0" encoding="utf-8"?>
<p:tagLst xmlns:p="http://schemas.openxmlformats.org/presentationml/2006/main">
  <p:tag name="KSO_WM_DIAGRAM_VIRTUALLY_FRAME" val="{&quot;height&quot;:319.5540180257549,&quot;left&quot;:63.9,&quot;top&quot;:156.54896449704148,&quot;width&quot;:831.2}"/>
</p:tagLst>
</file>

<file path=ppt/tags/tag89.xml><?xml version="1.0" encoding="utf-8"?>
<p:tagLst xmlns:p="http://schemas.openxmlformats.org/presentationml/2006/main">
  <p:tag name="KSO_WM_AICARD_INVALID" val="Invalid"/>
</p:tagLst>
</file>

<file path=ppt/tags/tag90.xml><?xml version="1.0" encoding="utf-8"?>
<p:tagLst xmlns:p="http://schemas.openxmlformats.org/presentationml/2006/main">
  <p:tag name="SHADOWSIZE" val="90"/>
  <p:tag name="ADJUSTMENTS" val="6.765331"/>
</p:tagLst>
</file>

<file path=ppt/tags/tag91.xml><?xml version="1.0" encoding="utf-8"?>
<p:tagLst xmlns:p="http://schemas.openxmlformats.org/presentationml/2006/main">
  <p:tag name="SHADOWSIZE" val="90"/>
  <p:tag name="ADJUSTMENTS" val="6.765331"/>
</p:tagLst>
</file>

<file path=ppt/tags/tag92.xml><?xml version="1.0" encoding="utf-8"?>
<p:tagLst xmlns:p="http://schemas.openxmlformats.org/presentationml/2006/main">
  <p:tag name="SHADOWSIZE" val="90"/>
  <p:tag name="ADJUSTMENTS" val="6.765331"/>
</p:tagLst>
</file>

<file path=ppt/tags/tag93.xml><?xml version="1.0" encoding="utf-8"?>
<p:tagLst xmlns:p="http://schemas.openxmlformats.org/presentationml/2006/main">
  <p:tag name="SHADOWSIZE" val="90"/>
  <p:tag name="ADJUSTMENTS" val="6.765331"/>
</p:tagLst>
</file>

<file path=ppt/tags/tag94.xml><?xml version="1.0" encoding="utf-8"?>
<p:tagLst xmlns:p="http://schemas.openxmlformats.org/presentationml/2006/main">
  <p:tag name="KSO_WM_DIAGRAM_VIRTUALLY_FRAME" val="{&quot;height&quot;:65.55,&quot;left&quot;:52.75,&quot;top&quot;:107.95,&quot;width&quot;:811.3}"/>
</p:tagLst>
</file>

<file path=ppt/tags/tag95.xml><?xml version="1.0" encoding="utf-8"?>
<p:tagLst xmlns:p="http://schemas.openxmlformats.org/presentationml/2006/main">
  <p:tag name="KSO_WM_DIAGRAM_VIRTUALLY_FRAME" val="{&quot;height&quot;:65.55,&quot;left&quot;:52.75,&quot;top&quot;:107.95,&quot;width&quot;:811.3}"/>
</p:tagLst>
</file>

<file path=ppt/tags/tag96.xml><?xml version="1.0" encoding="utf-8"?>
<p:tagLst xmlns:p="http://schemas.openxmlformats.org/presentationml/2006/main">
  <p:tag name="KSO_WM_DIAGRAM_VIRTUALLY_FRAME" val="{&quot;height&quot;:65.55,&quot;left&quot;:52.75,&quot;top&quot;:107.95,&quot;width&quot;:811.3}"/>
</p:tagLst>
</file>

<file path=ppt/tags/tag97.xml><?xml version="1.0" encoding="utf-8"?>
<p:tagLst xmlns:p="http://schemas.openxmlformats.org/presentationml/2006/main">
  <p:tag name="KSO_WM_DIAGRAM_VIRTUALLY_FRAME" val="{&quot;height&quot;:65.55,&quot;left&quot;:52.75,&quot;top&quot;:107.95,&quot;width&quot;:811.3}"/>
</p:tagLst>
</file>

<file path=ppt/tags/tag98.xml><?xml version="1.0" encoding="utf-8"?>
<p:tagLst xmlns:p="http://schemas.openxmlformats.org/presentationml/2006/main">
  <p:tag name="KSO_WM_DIAGRAM_VIRTUALLY_FRAME" val="{&quot;height&quot;:376.54998779296875,&quot;left&quot;:47.95,&quot;top&quot;:100.42500610351563,&quot;width&quot;:846.5749938964843}"/>
</p:tagLst>
</file>

<file path=ppt/tags/tag99.xml><?xml version="1.0" encoding="utf-8"?>
<p:tagLst xmlns:p="http://schemas.openxmlformats.org/presentationml/2006/main">
  <p:tag name="KSO_WM_DIAGRAM_VIRTUALLY_FRAME" val="{&quot;height&quot;:376.54998779296875,&quot;left&quot;:47.95,&quot;top&quot;:100.42500610351563,&quot;width&quot;:846.5749938964843}"/>
</p:tagLst>
</file>

<file path=ppt/tags/tag100.xml><?xml version="1.0" encoding="utf-8"?>
<p:tagLst xmlns:p="http://schemas.openxmlformats.org/presentationml/2006/main">
  <p:tag name="KSO_WM_DIAGRAM_VIRTUALLY_FRAME" val="{&quot;height&quot;:376.54998779296875,&quot;left&quot;:47.95,&quot;top&quot;:100.42500610351563,&quot;width&quot;:846.5749938964843}"/>
</p:tagLst>
</file>

<file path=ppt/tags/tag101.xml><?xml version="1.0" encoding="utf-8"?>
<p:tagLst xmlns:p="http://schemas.openxmlformats.org/presentationml/2006/main">
  <p:tag name="KSO_WM_DIAGRAM_VIRTUALLY_FRAME" val="{&quot;height&quot;:222,&quot;left&quot;:16.15,&quot;top&quot;:169.25,&quot;width&quot;:913.95}"/>
</p:tagLst>
</file>

<file path=ppt/tags/tag102.xml><?xml version="1.0" encoding="utf-8"?>
<p:tagLst xmlns:p="http://schemas.openxmlformats.org/presentationml/2006/main">
  <p:tag name="KSO_WM_DIAGRAM_VIRTUALLY_FRAME" val="{&quot;height&quot;:222,&quot;left&quot;:16.15,&quot;top&quot;:169.25,&quot;width&quot;:913.95}"/>
</p:tagLst>
</file>

<file path=ppt/tags/tag103.xml><?xml version="1.0" encoding="utf-8"?>
<p:tagLst xmlns:p="http://schemas.openxmlformats.org/presentationml/2006/main">
  <p:tag name="KSO_WM_DIAGRAM_VIRTUALLY_FRAME" val="{&quot;height&quot;:222,&quot;left&quot;:16.15,&quot;top&quot;:169.25,&quot;width&quot;:913.95}"/>
</p:tagLst>
</file>

<file path=ppt/tags/tag104.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q1-1"/>
  <p:tag name="KSO_WM_UNIT_TYPE" val="q_h_i"/>
  <p:tag name="KSO_WM_UNIT_INDEX" val="1_1_1"/>
  <p:tag name="KSO_WM_UNIT_ID" val="diagram20234927_2*q_h_i*1_1_1"/>
  <p:tag name="KSO_WM_TEMPLATE_CATEGORY" val="diagram"/>
  <p:tag name="KSO_WM_TEMPLATE_INDEX" val="20234927"/>
  <p:tag name="KSO_WM_UNIT_LAYERLEVEL" val="1_1_1"/>
  <p:tag name="KSO_WM_TAG_VERSION" val="3.0"/>
  <p:tag name="KSO_WM_BEAUTIFY_FLAG" val="#wm#"/>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type&quot;:0},&quot;glow&quot;:{&quot;colorType&quot;:0},&quot;line&quot;:{&quot;gradient&quot;:[{&quot;brightness&quot;:0,&quot;colorType&quot;:1,&quot;foreColorIndex&quot;:5,&quot;pos&quot;:0,&quot;transparency&quot;:0.4000000059604645},{&quot;brightness&quot;:0,&quot;colorType&quot;:1,&quot;foreColorIndex&quot;:5,&quot;pos&quot;:0.800000011920929,&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5.xml><?xml version="1.0" encoding="utf-8"?>
<p:tagLst xmlns:p="http://schemas.openxmlformats.org/presentationml/2006/main">
  <p:tag name="KSO_WM_BEAUTIFY_FLAG" val="#wm#"/>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q1-1"/>
  <p:tag name="KSO_WM_UNIT_TYPE" val="q_h_i"/>
  <p:tag name="KSO_WM_UNIT_INDEX" val="1_2_1"/>
  <p:tag name="KSO_WM_UNIT_ID" val="diagram20234927_2*q_h_i*1_2_1"/>
  <p:tag name="KSO_WM_TEMPLATE_CATEGORY" val="diagram"/>
  <p:tag name="KSO_WM_TEMPLATE_INDEX" val="20234927"/>
  <p:tag name="KSO_WM_UNIT_LAYERLEVEL" val="1_1_1"/>
  <p:tag name="KSO_WM_TAG_VERSION" val="3.0"/>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type&quot;:0},&quot;glow&quot;:{&quot;colorType&quot;:0},&quot;line&quot;:{&quot;gradient&quot;:[{&quot;brightness&quot;:0,&quot;colorType&quot;:1,&quot;foreColorIndex&quot;:6,&quot;pos&quot;:0,&quot;transparency&quot;:0.6000000238418579},{&quot;brightness&quot;:0,&quot;colorType&quot;:1,&quot;foreColorIndex&quot;:6,&quot;pos&quot;:0.800000011920929,&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6.xml><?xml version="1.0" encoding="utf-8"?>
<p:tagLst xmlns:p="http://schemas.openxmlformats.org/presentationml/2006/main">
  <p:tag name="KSO_WM_BEAUTIFY_FLAG" val="#wm#"/>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DIAGRAM_GROUP_CODE" val="q1-1"/>
  <p:tag name="KSO_WM_UNIT_TYPE" val="q_h_i"/>
  <p:tag name="KSO_WM_UNIT_INDEX" val="1_3_1"/>
  <p:tag name="KSO_WM_UNIT_ID" val="diagram20234927_2*q_h_i*1_3_1"/>
  <p:tag name="KSO_WM_TEMPLATE_CATEGORY" val="diagram"/>
  <p:tag name="KSO_WM_TEMPLATE_INDEX" val="20234927"/>
  <p:tag name="KSO_WM_UNIT_LAYERLEVEL" val="1_1_1"/>
  <p:tag name="KSO_WM_TAG_VERSION" val="3.0"/>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type&quot;:0},&quot;glow&quot;:{&quot;colorType&quot;:0},&quot;line&quot;:{&quot;gradient&quot;:[{&quot;brightness&quot;:0,&quot;colorType&quot;:1,&quot;foreColorIndex&quot;:7,&quot;pos&quot;:0,&quot;transparency&quot;:0.4000000059604645},{&quot;brightness&quot;:0,&quot;colorType&quot;:1,&quot;foreColorIndex&quot;:7,&quot;pos&quot;:0.800000011920929,&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4927_2*q_h_f*1_1_1"/>
  <p:tag name="KSO_WM_TEMPLATE_CATEGORY" val="diagram"/>
  <p:tag name="KSO_WM_TEMPLATE_INDEX" val="20234927"/>
  <p:tag name="KSO_WM_UNIT_LAYERLEVEL" val="1_1_1"/>
  <p:tag name="KSO_WM_TAG_VERSION" val="3.0"/>
  <p:tag name="KSO_WM_UNIT_TEXT_FILL_FORE_SCHEMECOLOR_INDEX_BRIGHTNESS" val="0.25"/>
  <p:tag name="KSO_WM_DIAGRAM_VERSION" val="3"/>
  <p:tag name="KSO_WM_DIAGRAM_COLOR_TRICK" val="4"/>
  <p:tag name="KSO_WM_DIAGRAM_COLOR_TEXT_CAN_REMOVE" val="n"/>
  <p:tag name="KSO_WM_DIAGRAM_GROUP_CODE" val="q1-1"/>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1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2_1"/>
  <p:tag name="KSO_WM_UNIT_ID" val="diagram20234927_2*q_h_f*1_2_1"/>
  <p:tag name="KSO_WM_TEMPLATE_CATEGORY" val="diagram"/>
  <p:tag name="KSO_WM_TEMPLATE_INDEX" val="20234927"/>
  <p:tag name="KSO_WM_UNIT_LAYERLEVEL" val="1_1_1"/>
  <p:tag name="KSO_WM_TAG_VERSION" val="3.0"/>
  <p:tag name="KSO_WM_UNIT_TEXT_FILL_FORE_SCHEMECOLOR_INDEX_BRIGHTNESS" val="0.25"/>
  <p:tag name="KSO_WM_DIAGRAM_VERSION" val="3"/>
  <p:tag name="KSO_WM_DIAGRAM_COLOR_TRICK" val="4"/>
  <p:tag name="KSO_WM_DIAGRAM_COLOR_TEXT_CAN_REMOVE" val="n"/>
  <p:tag name="KSO_WM_DIAGRAM_GROUP_CODE" val="q1-1"/>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10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3_1"/>
  <p:tag name="KSO_WM_UNIT_ID" val="diagram20234927_2*q_h_f*1_3_1"/>
  <p:tag name="KSO_WM_TEMPLATE_CATEGORY" val="diagram"/>
  <p:tag name="KSO_WM_TEMPLATE_INDEX" val="20234927"/>
  <p:tag name="KSO_WM_UNIT_LAYERLEVEL" val="1_1_1"/>
  <p:tag name="KSO_WM_TAG_VERSION" val="3.0"/>
  <p:tag name="KSO_WM_UNIT_TEXT_FILL_FORE_SCHEMECOLOR_INDEX_BRIGHTNESS" val="0.25"/>
  <p:tag name="KSO_WM_DIAGRAM_VERSION" val="3"/>
  <p:tag name="KSO_WM_DIAGRAM_COLOR_TRICK" val="4"/>
  <p:tag name="KSO_WM_DIAGRAM_COLOR_TEXT_CAN_REMOVE" val="n"/>
  <p:tag name="KSO_WM_DIAGRAM_GROUP_CODE" val="q1-1"/>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TYPE" val="1"/>
  <p:tag name="KSO_WM_UNIT_TEXT_LAYER_COUNT" val="1"/>
  <p:tag name="KSO_WM_UNIT_PRESET_TEXT" val="单击此处添加文本具体内容，简明扼要地阐述您的观点"/>
  <p:tag name="KSO_WM_UNIT_TEXT_FILL_FORE_SCHEMECOLOR_INDEX" val="1"/>
  <p:tag name="KSO_WM_UNIT_TEXT_FILL_TYPE" val="1"/>
  <p:tag name="KSO_WM_DIAGRAM_USE_COLOR_VALUE" val="{&quot;color_scheme&quot;:1,&quot;color_type&quot;:1,&quot;theme_color_indexes&quot;:[5,6,5,6,5,6]}"/>
</p:tagLst>
</file>

<file path=ppt/tags/tag11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q1-1"/>
  <p:tag name="KSO_WM_UNIT_TYPE" val="q_h_a"/>
  <p:tag name="KSO_WM_UNIT_INDEX" val="1_1_1"/>
  <p:tag name="KSO_WM_UNIT_ID" val="diagram20234927_2*q_h_a*1_1_1"/>
  <p:tag name="KSO_WM_TEMPLATE_CATEGORY" val="diagram"/>
  <p:tag name="KSO_WM_TEMPLATE_INDEX" val="20234927"/>
  <p:tag name="KSO_WM_UNIT_LAYERLEVEL" val="1_1_1"/>
  <p:tag name="KSO_WM_TAG_VERSION" val="3.0"/>
  <p:tag name="KSO_WM_DIAGRAM_VERSION" val="3"/>
  <p:tag name="KSO_WM_DIAGRAM_COLOR_TRICK" val="4"/>
  <p:tag name="KSO_WM_DIAGRAM_COLOR_TEXT_CAN_REMOVE" val="n"/>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1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q1-1"/>
  <p:tag name="KSO_WM_UNIT_TYPE" val="q_h_a"/>
  <p:tag name="KSO_WM_UNIT_INDEX" val="1_3_1"/>
  <p:tag name="KSO_WM_UNIT_ID" val="diagram20234927_2*q_h_a*1_3_1"/>
  <p:tag name="KSO_WM_TEMPLATE_CATEGORY" val="diagram"/>
  <p:tag name="KSO_WM_TEMPLATE_INDEX" val="20234927"/>
  <p:tag name="KSO_WM_UNIT_LAYERLEVEL" val="1_1_1"/>
  <p:tag name="KSO_WM_TAG_VERSION" val="3.0"/>
  <p:tag name="KSO_WM_DIAGRAM_VERSION" val="3"/>
  <p:tag name="KSO_WM_DIAGRAM_COLOR_TRICK" val="4"/>
  <p:tag name="KSO_WM_DIAGRAM_COLOR_TEXT_CAN_REMOVE" val="n"/>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VALUE" val="12"/>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1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q1-1"/>
  <p:tag name="KSO_WM_UNIT_TYPE" val="q_h_a"/>
  <p:tag name="KSO_WM_UNIT_INDEX" val="1_2_1"/>
  <p:tag name="KSO_WM_UNIT_ID" val="diagram20234927_2*q_h_a*1_2_1"/>
  <p:tag name="KSO_WM_TEMPLATE_CATEGORY" val="diagram"/>
  <p:tag name="KSO_WM_TEMPLATE_INDEX" val="20234927"/>
  <p:tag name="KSO_WM_UNIT_LAYERLEVEL" val="1_1_1"/>
  <p:tag name="KSO_WM_TAG_VERSION" val="3.0"/>
  <p:tag name="KSO_WM_DIAGRAM_VERSION" val="3"/>
  <p:tag name="KSO_WM_DIAGRAM_COLOR_TRICK" val="4"/>
  <p:tag name="KSO_WM_DIAGRAM_COLOR_TEXT_CAN_REMOVE" val="n"/>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BEAUTIFY_FLAG" val="#wm#"/>
  <p:tag name="KSO_WM_UNIT_VALUE" val="12"/>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13.xml><?xml version="1.0" encoding="utf-8"?>
<p:tagLst xmlns:p="http://schemas.openxmlformats.org/presentationml/2006/main">
  <p:tag name="KSO_WM_DIAGRAM_VERSION" val="3"/>
  <p:tag name="KSO_WM_DIAGRAM_COLOR_TRICK" val="4"/>
  <p:tag name="KSO_WM_DIAGRAM_COLOR_TEXT_CAN_REMOVE" val="n"/>
  <p:tag name="KSO_WM_UNIT_VALUE" val="149*121"/>
  <p:tag name="KSO_WM_UNIT_HIGHLIGHT" val="0"/>
  <p:tag name="KSO_WM_UNIT_COMPATIBLE" val="0"/>
  <p:tag name="KSO_WM_UNIT_DIAGRAM_ISNUMVISUAL" val="0"/>
  <p:tag name="KSO_WM_UNIT_DIAGRAM_ISREFERUNIT" val="0"/>
  <p:tag name="KSO_WM_DIAGRAM_GROUP_CODE" val="q1-1"/>
  <p:tag name="KSO_WM_UNIT_TYPE" val="q_h_x"/>
  <p:tag name="KSO_WM_UNIT_INDEX" val="1_1_1"/>
  <p:tag name="KSO_WM_UNIT_ID" val="diagram20234927_2*q_h_x*1_1_1"/>
  <p:tag name="KSO_WM_TEMPLATE_CATEGORY" val="diagram"/>
  <p:tag name="KSO_WM_TEMPLATE_INDEX" val="20234927"/>
  <p:tag name="KSO_WM_UNIT_LAYERLEVEL" val="1_1_1"/>
  <p:tag name="KSO_WM_TAG_VERSION" val="3.0"/>
  <p:tag name="KSO_WM_BEAUTIFY_FLAG" val="#wm#"/>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14.xml><?xml version="1.0" encoding="utf-8"?>
<p:tagLst xmlns:p="http://schemas.openxmlformats.org/presentationml/2006/main">
  <p:tag name="KSO_WM_DIAGRAM_VERSION" val="3"/>
  <p:tag name="KSO_WM_DIAGRAM_COLOR_TRICK" val="4"/>
  <p:tag name="KSO_WM_DIAGRAM_COLOR_TEXT_CAN_REMOVE" val="n"/>
  <p:tag name="KSO_WM_UNIT_VALUE" val="147*130"/>
  <p:tag name="KSO_WM_UNIT_HIGHLIGHT" val="0"/>
  <p:tag name="KSO_WM_UNIT_COMPATIBLE" val="0"/>
  <p:tag name="KSO_WM_UNIT_DIAGRAM_ISNUMVISUAL" val="0"/>
  <p:tag name="KSO_WM_UNIT_DIAGRAM_ISREFERUNIT" val="0"/>
  <p:tag name="KSO_WM_DIAGRAM_GROUP_CODE" val="q1-1"/>
  <p:tag name="KSO_WM_UNIT_TYPE" val="q_h_x"/>
  <p:tag name="KSO_WM_UNIT_INDEX" val="1_3_1"/>
  <p:tag name="KSO_WM_UNIT_ID" val="diagram20234927_2*q_h_x*1_3_1"/>
  <p:tag name="KSO_WM_TEMPLATE_CATEGORY" val="diagram"/>
  <p:tag name="KSO_WM_TEMPLATE_INDEX" val="20234927"/>
  <p:tag name="KSO_WM_UNIT_LAYERLEVEL" val="1_1_1"/>
  <p:tag name="KSO_WM_TAG_VERSION" val="3.0"/>
  <p:tag name="KSO_WM_BEAUTIFY_FLAG" val="#wm#"/>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15.xml><?xml version="1.0" encoding="utf-8"?>
<p:tagLst xmlns:p="http://schemas.openxmlformats.org/presentationml/2006/main">
  <p:tag name="KSO_WM_DIAGRAM_VERSION" val="3"/>
  <p:tag name="KSO_WM_DIAGRAM_COLOR_TRICK" val="4"/>
  <p:tag name="KSO_WM_DIAGRAM_COLOR_TEXT_CAN_REMOVE" val="n"/>
  <p:tag name="KSO_WM_UNIT_VALUE" val="149*124"/>
  <p:tag name="KSO_WM_UNIT_HIGHLIGHT" val="0"/>
  <p:tag name="KSO_WM_UNIT_COMPATIBLE" val="0"/>
  <p:tag name="KSO_WM_UNIT_DIAGRAM_ISNUMVISUAL" val="0"/>
  <p:tag name="KSO_WM_UNIT_DIAGRAM_ISREFERUNIT" val="0"/>
  <p:tag name="KSO_WM_DIAGRAM_GROUP_CODE" val="q1-1"/>
  <p:tag name="KSO_WM_UNIT_TYPE" val="q_h_x"/>
  <p:tag name="KSO_WM_UNIT_INDEX" val="1_2_1"/>
  <p:tag name="KSO_WM_UNIT_ID" val="diagram20234927_2*q_h_x*1_2_1"/>
  <p:tag name="KSO_WM_TEMPLATE_CATEGORY" val="diagram"/>
  <p:tag name="KSO_WM_TEMPLATE_INDEX" val="20234927"/>
  <p:tag name="KSO_WM_UNIT_LAYERLEVEL" val="1_1_1"/>
  <p:tag name="KSO_WM_TAG_VERSION" val="3.0"/>
  <p:tag name="KSO_WM_BEAUTIFY_FLAG" val="#wm#"/>
  <p:tag name="KSO_WM_DIAGRAM_MAX_ITEMCNT" val="4"/>
  <p:tag name="KSO_WM_DIAGRAM_MIN_ITEMCNT" val="2"/>
  <p:tag name="KSO_WM_DIAGRAM_VIRTUALLY_FRAME" val="{&quot;height&quot;:373.3249667334369,&quot;left&quot;:65.64999389648438,&quot;top&quot;:103.37503937007872,&quot;width&quot;:827.9750454735944}"/>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 name="COMMONDATA" val="eyJoZGlkIjoiZTNjYjViNzI5Yjc5ZTU5YTZiODIzOGMwYWVkZjAzNTcifQ=="/>
  <p:tag name="resource_record_key" val="{&quot;70&quot;:[3315857,3428344,3325541,3312563,3314181,3333628,3312361,3312130,3314169,3321646,3322237,3327378,3331400,3322269,3321412]}"/>
</p:tagLst>
</file>

<file path=ppt/theme/theme1.xml><?xml version="1.0" encoding="utf-8"?>
<a:theme xmlns:a="http://schemas.openxmlformats.org/drawingml/2006/main" name="中智咨询2023-16x9">
  <a:themeElements>
    <a:clrScheme name="中智v5.21">
      <a:dk1>
        <a:srgbClr val="383838"/>
      </a:dk1>
      <a:lt1>
        <a:srgbClr val="FFFFFF"/>
      </a:lt1>
      <a:dk2>
        <a:srgbClr val="FF4200"/>
      </a:dk2>
      <a:lt2>
        <a:srgbClr val="E7E6E6"/>
      </a:lt2>
      <a:accent1>
        <a:srgbClr val="1C55FE"/>
      </a:accent1>
      <a:accent2>
        <a:srgbClr val="547FFE"/>
      </a:accent2>
      <a:accent3>
        <a:srgbClr val="8DAAFE"/>
      </a:accent3>
      <a:accent4>
        <a:srgbClr val="CFDBFF"/>
      </a:accent4>
      <a:accent5>
        <a:srgbClr val="B3D4FE"/>
      </a:accent5>
      <a:accent6>
        <a:srgbClr val="DCDCDC"/>
      </a:accent6>
      <a:hlink>
        <a:srgbClr val="126BF7"/>
      </a:hlink>
      <a:folHlink>
        <a:srgbClr val="E0E0E0"/>
      </a:folHlink>
    </a:clrScheme>
    <a:fontScheme name="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lnSpc>
            <a:spcPct val="130000"/>
          </a:lnSpc>
          <a:defRPr sz="1400" b="1" dirty="0">
            <a:latin typeface="微软雅黑" panose="020B0503020204020204" pitchFamily="34" charset="-122"/>
            <a:ea typeface="微软雅黑" panose="020B0503020204020204" pitchFamily="34" charset="-122"/>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just">
          <a:lnSpc>
            <a:spcPct val="130000"/>
          </a:lnSpc>
          <a:defRPr sz="1400" dirty="0" smtClean="0">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中智管理咨询有限公司简介-通用版本2024</Template>
  <TotalTime>0</TotalTime>
  <Words>3896</Words>
  <Application>WPS 演示</Application>
  <PresentationFormat>宽屏</PresentationFormat>
  <Paragraphs>531</Paragraphs>
  <Slides>12</Slides>
  <Notes>2</Notes>
  <HiddenSlides>0</HiddenSlides>
  <MMClips>0</MMClips>
  <ScaleCrop>false</ScaleCrop>
  <HeadingPairs>
    <vt:vector size="6" baseType="variant">
      <vt:variant>
        <vt:lpstr>已用的字体</vt:lpstr>
      </vt:variant>
      <vt:variant>
        <vt:i4>36</vt:i4>
      </vt:variant>
      <vt:variant>
        <vt:lpstr>主题</vt:lpstr>
      </vt:variant>
      <vt:variant>
        <vt:i4>1</vt:i4>
      </vt:variant>
      <vt:variant>
        <vt:lpstr>幻灯片标题</vt:lpstr>
      </vt:variant>
      <vt:variant>
        <vt:i4>12</vt:i4>
      </vt:variant>
    </vt:vector>
  </HeadingPairs>
  <TitlesOfParts>
    <vt:vector size="49" baseType="lpstr">
      <vt:lpstr>Arial</vt:lpstr>
      <vt:lpstr>宋体</vt:lpstr>
      <vt:lpstr>Wingdings</vt:lpstr>
      <vt:lpstr>微软雅黑</vt:lpstr>
      <vt:lpstr>Arial</vt:lpstr>
      <vt:lpstr>Songti SC</vt:lpstr>
      <vt:lpstr>+中文正文</vt:lpstr>
      <vt:lpstr>Segoe Print</vt:lpstr>
      <vt:lpstr>mn-cs</vt:lpstr>
      <vt:lpstr>OPPOSans M</vt:lpstr>
      <vt:lpstr>思源黑体 CN Regular</vt:lpstr>
      <vt:lpstr>Liter</vt:lpstr>
      <vt:lpstr>PMingLiU-ExtB</vt:lpstr>
      <vt:lpstr>Arial Unicode MS</vt:lpstr>
      <vt:lpstr>等线</vt:lpstr>
      <vt:lpstr>黑体</vt:lpstr>
      <vt:lpstr>Aptos</vt:lpstr>
      <vt:lpstr>Segoe UI</vt:lpstr>
      <vt:lpstr>Liter</vt:lpstr>
      <vt:lpstr>OPPOSans M</vt:lpstr>
      <vt:lpstr>Songti SC</vt:lpstr>
      <vt:lpstr>mn-cs</vt:lpstr>
      <vt:lpstr>MiSans</vt:lpstr>
      <vt:lpstr>MiSans</vt:lpstr>
      <vt:lpstr>MingLiU-ExtB</vt:lpstr>
      <vt:lpstr>MiSans</vt:lpstr>
      <vt:lpstr>MiSans Medium</vt:lpstr>
      <vt:lpstr>MiSans Normal</vt:lpstr>
      <vt:lpstr>思源宋体 CN</vt:lpstr>
      <vt:lpstr>思源宋体 CN Heavy</vt:lpstr>
      <vt:lpstr>思源宋体 CN Medium</vt:lpstr>
      <vt:lpstr>OPPOSans R</vt:lpstr>
      <vt:lpstr>Poppins</vt:lpstr>
      <vt:lpstr>Noto Sans SC</vt:lpstr>
      <vt:lpstr>Poppins</vt:lpstr>
      <vt:lpstr>Wingdings</vt:lpstr>
      <vt:lpstr>中智咨询2023-16x9</vt:lpstr>
      <vt:lpstr>国有企业科技创新规划方案</vt:lpstr>
      <vt:lpstr>国有企业科技创新改革背景与总体要求</vt:lpstr>
      <vt:lpstr>国有企业科技创新规划的难题与痛点</vt:lpstr>
      <vt:lpstr>国有企业需要科技创新活动全生命周期管理</vt:lpstr>
      <vt:lpstr>一、国有企业科技创新规划的方向</vt:lpstr>
      <vt:lpstr>PowerPoint 演示文稿</vt:lpstr>
      <vt:lpstr>三、国有企业科技创新规划过程管理：构建适配创新的组织形态</vt:lpstr>
      <vt:lpstr>三、国有企业科技创新规划过程管理：打造支撑创新的人才队伍</vt:lpstr>
      <vt:lpstr>三、国有企业科技创新规划过程管理：激活创新的制度保障，构建鼓励创新的企业文化氛围</vt:lpstr>
      <vt:lpstr>四、国有企业创新活动过程管理：创新产出</vt:lpstr>
      <vt:lpstr>小结：创新活动全生命周期的整体解决方案及评估体系</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weibin zeng</dc:creator>
  <cp:lastModifiedBy>蓝珊珊</cp:lastModifiedBy>
  <cp:revision>16</cp:revision>
  <dcterms:created xsi:type="dcterms:W3CDTF">2025-07-07T01:24:00Z</dcterms:created>
  <dcterms:modified xsi:type="dcterms:W3CDTF">2026-05-25T01:45:35Z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D2E0A35CB3314660B82C48784EAE126A_13</vt:lpwstr>
  </property>
  <property fmtid="{D5CDD505-2E9C-101B-9397-08002B2CF9AE}" pid="3" name="KSOProductBuildVer">
    <vt:lpwstr>2052-12.1.0.26375</vt:lpwstr>
  </property>
</Properties>
</file>