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52913e720f4891" /><Relationship Type="http://schemas.openxmlformats.org/officeDocument/2006/relationships/extended-properties" Target="/docProps/app.xml" Id="R82d32a5654b74461" /><Relationship Type="http://schemas.openxmlformats.org/officeDocument/2006/relationships/officeDocument" Target="/ppt/presentation.xml" Id="R29ca9cfceb764d08" /></Relationships>
</file>

<file path=ppt/presentation.xml><?xml version="1.0" encoding="utf-8"?>
<p:presentation xmlns:p="http://schemas.openxmlformats.org/presentationml/2006/main">
  <p:sldMasterIdLst>
    <p:sldMasterId xmlns:r="http://schemas.openxmlformats.org/officeDocument/2006/relationships" id="2147483648" r:id="R21dbe27a258e46e6"/>
  </p:sldMasterIdLst>
  <p:notesMasterIdLst>
    <p:notesMasterId xmlns:r="http://schemas.openxmlformats.org/officeDocument/2006/relationships" r:id="R46bc6dc6611c4973"/>
  </p:notesMasterIdLst>
  <p:sldIdLst>
    <p:sldId xmlns:r="http://schemas.openxmlformats.org/officeDocument/2006/relationships" id="256" r:id="R6a7d6efa5cc84973"/>
    <p:sldId xmlns:r="http://schemas.openxmlformats.org/officeDocument/2006/relationships" id="257" r:id="R28fe3f3316384ae3"/>
    <p:sldId xmlns:r="http://schemas.openxmlformats.org/officeDocument/2006/relationships" id="258" r:id="Rb86e5337e0d841de"/>
    <p:sldId xmlns:r="http://schemas.openxmlformats.org/officeDocument/2006/relationships" id="259" r:id="R42115dcaddb744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bd4c171e2e4fe8" /><Relationship Type="http://schemas.openxmlformats.org/officeDocument/2006/relationships/slideMaster" Target="/ppt/slideMasters/slideMaster1.xml" Id="R21dbe27a258e46e6" /><Relationship Type="http://schemas.openxmlformats.org/officeDocument/2006/relationships/notesMaster" Target="/ppt/notesMasters/notesMaster1.xml" Id="R46bc6dc6611c4973" /><Relationship Type="http://schemas.openxmlformats.org/officeDocument/2006/relationships/presProps" Target="/ppt/presProps.xml" Id="R83ab942694a14e13" /><Relationship Type="http://schemas.openxmlformats.org/officeDocument/2006/relationships/tableStyles" Target="/ppt/tableStyles.xml" Id="R58ad9a976bec4368" /><Relationship Type="http://schemas.openxmlformats.org/officeDocument/2006/relationships/slide" Target="/ppt/slides/slide1.xml" Id="R6a7d6efa5cc84973" /><Relationship Type="http://schemas.openxmlformats.org/officeDocument/2006/relationships/slide" Target="/ppt/slides/slide2.xml" Id="R28fe3f3316384ae3" /><Relationship Type="http://schemas.openxmlformats.org/officeDocument/2006/relationships/slide" Target="/ppt/slides/slide3.xml" Id="Rb86e5337e0d841de" /><Relationship Type="http://schemas.openxmlformats.org/officeDocument/2006/relationships/slide" Target="/ppt/slides/slide4.xml" Id="R42115dcaddb744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02ffb594b844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IIC">
      <a:dk1>
        <a:srgbClr val="383838"/>
      </a:dk1>
      <a:lt1>
        <a:srgbClr val="FFFFFF"/>
      </a:lt1>
      <a:dk2>
        <a:srgbClr val="1C55FE"/>
      </a:dk2>
      <a:lt2>
        <a:srgbClr val="F5F8FF"/>
      </a:lt2>
      <a:accent1>
        <a:srgbClr val="1C55FE"/>
      </a:accent1>
      <a:accent2>
        <a:srgbClr val="547FFE"/>
      </a:accent2>
      <a:accent3>
        <a:srgbClr val="8DAAFE"/>
      </a:accent3>
      <a:accent4>
        <a:srgbClr val="CFDBFF"/>
      </a:accent4>
      <a:accent5>
        <a:srgbClr val="FF4200"/>
      </a:accent5>
      <a:accent6>
        <a:srgbClr val="E7E6E6"/>
      </a:accent6>
      <a:hlink>
        <a:srgbClr val="1C55FE"/>
      </a:hlink>
      <a:folHlink>
        <a:srgbClr val="547FFE"/>
      </a:folHlink>
    </a:clrScheme>
    <a:fontScheme name="Office">
      <a:majorFont>
        <a:latin typeface="Calibri Light"/>
        <a:ea typeface="Calibri Light"/>
        <a:cs typeface="Calibri Light"/>
      </a:majorFont>
      <a:minorFont>
        <a:latin typeface="Calibri"/>
        <a:ea typeface="Calibri"/>
        <a:cs typeface="Calibri"/>
      </a:minorFont>
    </a:fontScheme>
    <a:fmtScheme name="CI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b3f66d76c74a8e" /><Relationship Type="http://schemas.openxmlformats.org/officeDocument/2006/relationships/notesMaster" Target="/ppt/notesMasters/notesMaster1.xml" Id="Rec69bbf957b140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ae0ddbd824479c" /><Relationship Type="http://schemas.openxmlformats.org/officeDocument/2006/relationships/notesMaster" Target="/ppt/notesMasters/notesMaster1.xml" Id="R71fdd28f334641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9f5bfd009b44f6" /><Relationship Type="http://schemas.openxmlformats.org/officeDocument/2006/relationships/notesMaster" Target="/ppt/notesMasters/notesMaster1.xml" Id="R708a10692bfd4f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1728bfd30c4811" /><Relationship Type="http://schemas.openxmlformats.org/officeDocument/2006/relationships/notesMaster" Target="/ppt/notesMasters/notesMaster1.xml" Id="Rf27f242fbffe4b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e06c4b9d14d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a0e47964d44950" /><Relationship Type="http://schemas.openxmlformats.org/officeDocument/2006/relationships/slideLayout" Target="/ppt/slideLayouts/slideLayout1.xml" Id="Ra0c0a88ee84842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c0a88ee84842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IIC">
      <a:dk1>
        <a:srgbClr val="383838"/>
      </a:dk1>
      <a:lt1>
        <a:srgbClr val="FFFFFF"/>
      </a:lt1>
      <a:dk2>
        <a:srgbClr val="1C55FE"/>
      </a:dk2>
      <a:lt2>
        <a:srgbClr val="F5F8FF"/>
      </a:lt2>
      <a:accent1>
        <a:srgbClr val="1C55FE"/>
      </a:accent1>
      <a:accent2>
        <a:srgbClr val="547FFE"/>
      </a:accent2>
      <a:accent3>
        <a:srgbClr val="8DAAFE"/>
      </a:accent3>
      <a:accent4>
        <a:srgbClr val="CFDBFF"/>
      </a:accent4>
      <a:accent5>
        <a:srgbClr val="FF4200"/>
      </a:accent5>
      <a:accent6>
        <a:srgbClr val="E7E6E6"/>
      </a:accent6>
      <a:hlink>
        <a:srgbClr val="1C55FE"/>
      </a:hlink>
      <a:folHlink>
        <a:srgbClr val="547FFE"/>
      </a:folHlink>
    </a:clrScheme>
    <a:fontScheme name="Office">
      <a:majorFont>
        <a:latin typeface="Calibri Light"/>
        <a:ea typeface="Calibri Light"/>
        <a:cs typeface="Calibri Light"/>
      </a:majorFont>
      <a:minorFont>
        <a:latin typeface="Calibri"/>
        <a:ea typeface="Calibri"/>
        <a:cs typeface="Calibri"/>
      </a:minorFont>
    </a:fontScheme>
    <a:fmtScheme name="CI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81d4416f984b2e" /><Relationship Type="http://schemas.openxmlformats.org/officeDocument/2006/relationships/notesSlide" Target="/ppt/notesSlides/notesSlide1.xml" Id="R1e70fdc89e1b48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0f43fd07a24c41" /><Relationship Type="http://schemas.openxmlformats.org/officeDocument/2006/relationships/notesSlide" Target="/ppt/notesSlides/notesSlide2.xml" Id="Rfca27907c75e41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099336174a49cd" /><Relationship Type="http://schemas.openxmlformats.org/officeDocument/2006/relationships/notesSlide" Target="/ppt/notesSlides/notesSlide3.xml" Id="R9c61880ee3e748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913b6f2b924da5" /><Relationship Type="http://schemas.openxmlformats.org/officeDocument/2006/relationships/notesSlide" Target="/ppt/notesSlides/notesSlide4.xml" Id="R256d062099f046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4" name="g1">
            <a:extLst xmlns:a="http://schemas.openxmlformats.org/drawingml/2006/main">
              <a:ext uri="{FF2B5EF4-FFF2-40B4-BE49-F238E27FC236}">
                <a16:creationId xmlns:a16="http://schemas.microsoft.com/office/drawing/2014/main" id="{893BFBE6-A478-4FE1-A9A9-D2C5199EBE3E}"/>
              </a:ext>
            </a:extLst>
          </p:cNvPr>
          <p:cNvSpPr>
            <a:spLocks xmlns:a="http://schemas.openxmlformats.org/drawingml/2006/main" noGrp="1"/>
          </p:cNvSpPr>
          <p:nvPr/>
        </p:nvSpPr>
        <p:spPr>
          <a:xfrm xmlns:a="http://schemas.openxmlformats.org/drawingml/2006/main">
            <a:off x="742950" y="266700"/>
            <a:ext cx="10839450" cy="717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288" b="1">
                <a:solidFill>
                  <a:srgbClr val="383838"/>
                </a:solidFill>
                <a:latin typeface="Microsoft YaHei UI"/>
                <a:ea typeface="Microsoft YaHei UI"/>
                <a:cs typeface="Microsoft YaHei UI"/>
              </a:defRPr>
            </a:pPr>
            <a:r>
              <a:rPr sz="2288" b="1">
                <a:solidFill>
                  <a:srgbClr val="383838"/>
                </a:solidFill>
                <a:latin typeface="Microsoft YaHei UI"/>
                <a:ea typeface="Microsoft YaHei UI"/>
                <a:cs typeface="Microsoft YaHei UI"/>
              </a:rPr>
              <a:t>三、国有企业科技创新规划总体思路：构建国企科技创新活动全生命周期闭环</a:t>
            </a:r>
          </a:p>
          <a:p xmlns:a="http://schemas.openxmlformats.org/drawingml/2006/main">
            <a:pPr algn="l">
              <a:lnSpc>
                <a:spcPct val="112000"/>
              </a:lnSpc>
              <a:buNone/>
              <a:defRPr sz="2288" b="1">
                <a:solidFill>
                  <a:srgbClr val="383838"/>
                </a:solidFill>
                <a:latin typeface="Microsoft YaHei UI"/>
                <a:ea typeface="Microsoft YaHei UI"/>
                <a:cs typeface="Microsoft YaHei UI"/>
              </a:defRPr>
            </a:pPr>
            <a:r>
              <a:rPr sz="2288" b="1">
                <a:solidFill>
                  <a:srgbClr val="383838"/>
                </a:solidFill>
                <a:latin typeface="Microsoft YaHei UI"/>
                <a:ea typeface="Microsoft YaHei UI"/>
                <a:cs typeface="Microsoft YaHei UI"/>
              </a:rPr>
              <a:t>管理体系</a:t>
            </a:r>
          </a:p>
        </p:txBody>
      </p:sp>
      <p:sp>
        <p:nvSpPr>
          <p:cNvPr id="2" name="g2">
            <a:extLst xmlns:a="http://schemas.openxmlformats.org/drawingml/2006/main">
              <a:ext uri="{FF2B5EF4-FFF2-40B4-BE49-F238E27FC236}">
                <a16:creationId xmlns:a16="http://schemas.microsoft.com/office/drawing/2014/main" id="{4D87A0B3-B734-4FAA-90B9-164817C8BA2C}"/>
              </a:ext>
            </a:extLst>
          </p:cNvPr>
          <p:cNvSpPr>
            <a:spLocks xmlns:a="http://schemas.openxmlformats.org/drawingml/2006/main" noGrp="1"/>
          </p:cNvSpPr>
          <p:nvPr/>
        </p:nvSpPr>
        <p:spPr>
          <a:xfrm xmlns:a="http://schemas.openxmlformats.org/drawingml/2006/main">
            <a:off x="742950" y="1362075"/>
            <a:ext cx="10782300" cy="2912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5000"/>
              </a:lnSpc>
              <a:buNone/>
              <a:defRPr sz="1538" b="1">
                <a:solidFill>
                  <a:srgbClr val="383838"/>
                </a:solidFill>
                <a:latin typeface="Microsoft YaHei UI"/>
                <a:ea typeface="Microsoft YaHei UI"/>
                <a:cs typeface="Microsoft YaHei UI"/>
              </a:defRPr>
            </a:pPr>
            <a:r>
              <a:rPr sz="1538" b="1">
                <a:solidFill>
                  <a:srgbClr val="383838"/>
                </a:solidFill>
                <a:latin typeface="Microsoft YaHei UI"/>
                <a:ea typeface="Microsoft YaHei UI"/>
                <a:cs typeface="Microsoft YaHei UI"/>
              </a:rPr>
              <a:t>以创新规划为引领，匹配资源投入为保障，以体系化创新过程管理为支撑，实现规划到产出的闭环</a:t>
            </a:r>
          </a:p>
        </p:txBody>
      </p:sp>
      <p:sp>
        <p:nvSpPr>
          <p:cNvPr id="3" name="g3">
            <a:extLst xmlns:a="http://schemas.openxmlformats.org/drawingml/2006/main">
              <a:ext uri="{FF2B5EF4-FFF2-40B4-BE49-F238E27FC236}">
                <a16:creationId xmlns:a16="http://schemas.microsoft.com/office/drawing/2014/main" id="{56CA7102-0B4A-4727-9D77-421B48174C86}"/>
              </a:ext>
            </a:extLst>
          </p:cNvPr>
          <p:cNvSpPr>
            <a:spLocks xmlns:a="http://schemas.openxmlformats.org/drawingml/2006/main" noGrp="1"/>
          </p:cNvSpPr>
          <p:nvPr/>
        </p:nvSpPr>
        <p:spPr>
          <a:xfrm xmlns:a="http://schemas.openxmlformats.org/drawingml/2006/main">
            <a:off x="762000" y="1838325"/>
            <a:ext cx="1905000" cy="4327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2363" b="1">
                <a:solidFill>
                  <a:srgbClr val="1C55FE"/>
                </a:solidFill>
                <a:latin typeface="Microsoft YaHei UI"/>
                <a:ea typeface="Microsoft YaHei UI"/>
                <a:cs typeface="Microsoft YaHei UI"/>
              </a:defRPr>
            </a:pPr>
            <a:r>
              <a:rPr sz="2363" b="1">
                <a:solidFill>
                  <a:srgbClr val="1C55FE"/>
                </a:solidFill>
                <a:latin typeface="Microsoft YaHei UI"/>
                <a:ea typeface="Microsoft YaHei UI"/>
                <a:cs typeface="Microsoft YaHei UI"/>
              </a:rPr>
              <a:t>创新规划</a:t>
            </a:r>
          </a:p>
        </p:txBody>
      </p:sp>
      <p:sp>
        <p:nvSpPr>
          <p:cNvPr id="4" name="g4">
            <a:extLst xmlns:a="http://schemas.openxmlformats.org/drawingml/2006/main">
              <a:ext uri="{FF2B5EF4-FFF2-40B4-BE49-F238E27FC236}">
                <a16:creationId xmlns:a16="http://schemas.microsoft.com/office/drawing/2014/main" id="{626EB7BC-DCB6-43EB-A96E-61FD57AD278C}"/>
              </a:ext>
            </a:extLst>
          </p:cNvPr>
          <p:cNvSpPr>
            <a:spLocks xmlns:a="http://schemas.openxmlformats.org/drawingml/2006/main" noGrp="1"/>
          </p:cNvSpPr>
          <p:nvPr/>
        </p:nvSpPr>
        <p:spPr>
          <a:xfrm xmlns:a="http://schemas.openxmlformats.org/drawingml/2006/main">
            <a:off x="3619500" y="1838325"/>
            <a:ext cx="2143125" cy="4327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2363" b="1">
                <a:solidFill>
                  <a:srgbClr val="1C55FE"/>
                </a:solidFill>
                <a:latin typeface="Microsoft YaHei UI"/>
                <a:ea typeface="Microsoft YaHei UI"/>
                <a:cs typeface="Microsoft YaHei UI"/>
              </a:defRPr>
            </a:pPr>
            <a:r>
              <a:rPr sz="2363" b="1">
                <a:solidFill>
                  <a:srgbClr val="1C55FE"/>
                </a:solidFill>
                <a:latin typeface="Microsoft YaHei UI"/>
                <a:ea typeface="Microsoft YaHei UI"/>
                <a:cs typeface="Microsoft YaHei UI"/>
              </a:rPr>
              <a:t>创新投入</a:t>
            </a:r>
          </a:p>
        </p:txBody>
      </p:sp>
      <p:sp>
        <p:nvSpPr>
          <p:cNvPr id="5" name="g5">
            <a:extLst xmlns:a="http://schemas.openxmlformats.org/drawingml/2006/main">
              <a:ext uri="{FF2B5EF4-FFF2-40B4-BE49-F238E27FC236}">
                <a16:creationId xmlns:a16="http://schemas.microsoft.com/office/drawing/2014/main" id="{E57D93B4-84CB-4B3B-ABF2-F01894D37F83}"/>
              </a:ext>
            </a:extLst>
          </p:cNvPr>
          <p:cNvSpPr>
            <a:spLocks xmlns:a="http://schemas.openxmlformats.org/drawingml/2006/main" noGrp="1"/>
          </p:cNvSpPr>
          <p:nvPr/>
        </p:nvSpPr>
        <p:spPr>
          <a:xfrm xmlns:a="http://schemas.openxmlformats.org/drawingml/2006/main">
            <a:off x="6438900" y="1838325"/>
            <a:ext cx="2162175" cy="4327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2363" b="1">
                <a:solidFill>
                  <a:srgbClr val="1C55FE"/>
                </a:solidFill>
                <a:latin typeface="Microsoft YaHei UI"/>
                <a:ea typeface="Microsoft YaHei UI"/>
                <a:cs typeface="Microsoft YaHei UI"/>
              </a:defRPr>
            </a:pPr>
            <a:r>
              <a:rPr sz="2363" b="1">
                <a:solidFill>
                  <a:srgbClr val="1C55FE"/>
                </a:solidFill>
                <a:latin typeface="Microsoft YaHei UI"/>
                <a:ea typeface="Microsoft YaHei UI"/>
                <a:cs typeface="Microsoft YaHei UI"/>
              </a:rPr>
              <a:t>创新过程</a:t>
            </a:r>
          </a:p>
        </p:txBody>
      </p:sp>
      <p:sp>
        <p:nvSpPr>
          <p:cNvPr id="6" name="g6">
            <a:extLst xmlns:a="http://schemas.openxmlformats.org/drawingml/2006/main">
              <a:ext uri="{FF2B5EF4-FFF2-40B4-BE49-F238E27FC236}">
                <a16:creationId xmlns:a16="http://schemas.microsoft.com/office/drawing/2014/main" id="{E0A2BADC-99FC-47EA-983D-F1131593E8AB}"/>
              </a:ext>
            </a:extLst>
          </p:cNvPr>
          <p:cNvSpPr>
            <a:spLocks xmlns:a="http://schemas.openxmlformats.org/drawingml/2006/main" noGrp="1"/>
          </p:cNvSpPr>
          <p:nvPr/>
        </p:nvSpPr>
        <p:spPr>
          <a:xfrm xmlns:a="http://schemas.openxmlformats.org/drawingml/2006/main">
            <a:off x="9267825" y="1838325"/>
            <a:ext cx="2171700" cy="4327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2363" b="1">
                <a:solidFill>
                  <a:srgbClr val="1C55FE"/>
                </a:solidFill>
                <a:latin typeface="Microsoft YaHei UI"/>
                <a:ea typeface="Microsoft YaHei UI"/>
                <a:cs typeface="Microsoft YaHei UI"/>
              </a:defRPr>
            </a:pPr>
            <a:r>
              <a:rPr sz="2363" b="1">
                <a:solidFill>
                  <a:srgbClr val="1C55FE"/>
                </a:solidFill>
                <a:latin typeface="Microsoft YaHei UI"/>
                <a:ea typeface="Microsoft YaHei UI"/>
                <a:cs typeface="Microsoft YaHei UI"/>
              </a:rPr>
              <a:t>创新产出</a:t>
            </a:r>
          </a:p>
        </p:txBody>
      </p:sp>
      <p:sp>
        <p:nvSpPr>
          <p:cNvPr id="7" name="g7">
            <a:extLst xmlns:a="http://schemas.openxmlformats.org/drawingml/2006/main">
              <a:ext uri="{FF2B5EF4-FFF2-40B4-BE49-F238E27FC236}">
                <a16:creationId xmlns:a16="http://schemas.microsoft.com/office/drawing/2014/main" id="{EEE8AE86-2BA4-436E-8F82-CB55D584092E}"/>
              </a:ext>
            </a:extLst>
          </p:cNvPr>
          <p:cNvSpPr>
            <a:spLocks xmlns:a="http://schemas.openxmlformats.org/drawingml/2006/main" noGrp="1"/>
          </p:cNvSpPr>
          <p:nvPr/>
        </p:nvSpPr>
        <p:spPr>
          <a:xfrm xmlns:a="http://schemas.openxmlformats.org/drawingml/2006/main">
            <a:off x="752475" y="2228850"/>
            <a:ext cx="1905000" cy="3397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63" b="0">
                <a:solidFill>
                  <a:srgbClr val="383838"/>
                </a:solidFill>
                <a:latin typeface="Microsoft YaHei UI"/>
                <a:ea typeface="Microsoft YaHei UI"/>
                <a:cs typeface="Microsoft YaHei UI"/>
              </a:defRPr>
            </a:pPr>
            <a:r>
              <a:rPr sz="1763" b="0">
                <a:solidFill>
                  <a:srgbClr val="383838"/>
                </a:solidFill>
                <a:latin typeface="Microsoft YaHei UI"/>
                <a:ea typeface="Microsoft YaHei UI"/>
                <a:cs typeface="Microsoft YaHei UI"/>
              </a:rPr>
              <a:t>体现引领作用</a:t>
            </a:r>
          </a:p>
        </p:txBody>
      </p:sp>
      <p:sp>
        <p:nvSpPr>
          <p:cNvPr id="8" name="g8">
            <a:extLst xmlns:a="http://schemas.openxmlformats.org/drawingml/2006/main">
              <a:ext uri="{FF2B5EF4-FFF2-40B4-BE49-F238E27FC236}">
                <a16:creationId xmlns:a16="http://schemas.microsoft.com/office/drawing/2014/main" id="{425E66E9-1621-4D37-A386-46C486B2F4E6}"/>
              </a:ext>
            </a:extLst>
          </p:cNvPr>
          <p:cNvSpPr>
            <a:spLocks xmlns:a="http://schemas.openxmlformats.org/drawingml/2006/main" noGrp="1"/>
          </p:cNvSpPr>
          <p:nvPr/>
        </p:nvSpPr>
        <p:spPr>
          <a:xfrm xmlns:a="http://schemas.openxmlformats.org/drawingml/2006/main">
            <a:off x="3609975" y="2228850"/>
            <a:ext cx="2143125" cy="3397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63" b="0">
                <a:solidFill>
                  <a:srgbClr val="383838"/>
                </a:solidFill>
                <a:latin typeface="Microsoft YaHei UI"/>
                <a:ea typeface="Microsoft YaHei UI"/>
                <a:cs typeface="Microsoft YaHei UI"/>
              </a:defRPr>
            </a:pPr>
            <a:r>
              <a:rPr sz="1763" b="0">
                <a:solidFill>
                  <a:srgbClr val="383838"/>
                </a:solidFill>
                <a:latin typeface="Microsoft YaHei UI"/>
                <a:ea typeface="Microsoft YaHei UI"/>
                <a:cs typeface="Microsoft YaHei UI"/>
              </a:rPr>
              <a:t>体现保障作用</a:t>
            </a:r>
          </a:p>
        </p:txBody>
      </p:sp>
      <p:sp>
        <p:nvSpPr>
          <p:cNvPr id="9" name="g9">
            <a:extLst xmlns:a="http://schemas.openxmlformats.org/drawingml/2006/main">
              <a:ext uri="{FF2B5EF4-FFF2-40B4-BE49-F238E27FC236}">
                <a16:creationId xmlns:a16="http://schemas.microsoft.com/office/drawing/2014/main" id="{36ED4DD0-8D5A-485F-9887-96429C4CF191}"/>
              </a:ext>
            </a:extLst>
          </p:cNvPr>
          <p:cNvSpPr>
            <a:spLocks xmlns:a="http://schemas.openxmlformats.org/drawingml/2006/main" noGrp="1"/>
          </p:cNvSpPr>
          <p:nvPr/>
        </p:nvSpPr>
        <p:spPr>
          <a:xfrm xmlns:a="http://schemas.openxmlformats.org/drawingml/2006/main">
            <a:off x="6429375" y="2228850"/>
            <a:ext cx="2171700" cy="3397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63" b="0">
                <a:solidFill>
                  <a:srgbClr val="383838"/>
                </a:solidFill>
                <a:latin typeface="Microsoft YaHei UI"/>
                <a:ea typeface="Microsoft YaHei UI"/>
                <a:cs typeface="Microsoft YaHei UI"/>
              </a:defRPr>
            </a:pPr>
            <a:r>
              <a:rPr sz="1763" b="0">
                <a:solidFill>
                  <a:srgbClr val="383838"/>
                </a:solidFill>
                <a:latin typeface="Microsoft YaHei UI"/>
                <a:ea typeface="Microsoft YaHei UI"/>
                <a:cs typeface="Microsoft YaHei UI"/>
              </a:rPr>
              <a:t>体现支撑作用</a:t>
            </a:r>
          </a:p>
        </p:txBody>
      </p:sp>
      <p:sp>
        <p:nvSpPr>
          <p:cNvPr id="10" name="g10">
            <a:extLst xmlns:a="http://schemas.openxmlformats.org/drawingml/2006/main">
              <a:ext uri="{FF2B5EF4-FFF2-40B4-BE49-F238E27FC236}">
                <a16:creationId xmlns:a16="http://schemas.microsoft.com/office/drawing/2014/main" id="{E79DFFE2-F432-4E96-9329-6D7E43202389}"/>
              </a:ext>
            </a:extLst>
          </p:cNvPr>
          <p:cNvSpPr>
            <a:spLocks xmlns:a="http://schemas.openxmlformats.org/drawingml/2006/main" noGrp="1"/>
          </p:cNvSpPr>
          <p:nvPr/>
        </p:nvSpPr>
        <p:spPr>
          <a:xfrm xmlns:a="http://schemas.openxmlformats.org/drawingml/2006/main">
            <a:off x="9239250" y="2228850"/>
            <a:ext cx="2238375" cy="3397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63" b="0">
                <a:solidFill>
                  <a:srgbClr val="383838"/>
                </a:solidFill>
                <a:latin typeface="Microsoft YaHei UI"/>
                <a:ea typeface="Microsoft YaHei UI"/>
                <a:cs typeface="Microsoft YaHei UI"/>
              </a:defRPr>
            </a:pPr>
            <a:r>
              <a:rPr sz="1763" b="0">
                <a:solidFill>
                  <a:srgbClr val="383838"/>
                </a:solidFill>
                <a:latin typeface="Microsoft YaHei UI"/>
                <a:ea typeface="Microsoft YaHei UI"/>
                <a:cs typeface="Microsoft YaHei UI"/>
              </a:rPr>
              <a:t>体现创新成果</a:t>
            </a:r>
          </a:p>
        </p:txBody>
      </p:sp>
      <p:sp>
        <p:nvSpPr>
          <p:cNvPr id="11" name="g11">
            <a:extLst xmlns:a="http://schemas.openxmlformats.org/drawingml/2006/main">
              <a:ext uri="{FF2B5EF4-FFF2-40B4-BE49-F238E27FC236}">
                <a16:creationId xmlns:a16="http://schemas.microsoft.com/office/drawing/2014/main" id="{C12F53C6-4E65-485A-B174-C668EDD4B725}"/>
              </a:ext>
            </a:extLst>
          </p:cNvPr>
          <p:cNvSpPr>
            <a:spLocks xmlns:a="http://schemas.openxmlformats.org/drawingml/2006/main" noGrp="1"/>
          </p:cNvSpPr>
          <p:nvPr/>
        </p:nvSpPr>
        <p:spPr>
          <a:xfrm xmlns:a="http://schemas.openxmlformats.org/drawingml/2006/main">
            <a:off x="2352675" y="2047875"/>
            <a:ext cx="1257300" cy="953"/>
          </a:xfrm>
          <a:custGeom xmlns:a="http://schemas.openxmlformats.org/drawingml/2006/main">
            <a:pathLst>
              <a:path w="1257300" h="953">
                <a:moveTo>
                  <a:pt x="0" y="0"/>
                </a:moveTo>
                <a:lnTo>
                  <a:pt x="1257300" y="0"/>
                </a:lnTo>
              </a:path>
            </a:pathLst>
          </a:custGeom>
          <a:noFill xmlns:a="http://schemas.openxmlformats.org/drawingml/2006/main"/>
          <a:ln xmlns:a="http://schemas.openxmlformats.org/drawingml/2006/main" w="11906">
            <a:solidFill>
              <a:srgbClr val="595959"/>
            </a:solidFill>
          </a:ln>
        </p:spPr>
      </p:sp>
      <p:sp>
        <p:nvSpPr>
          <p:cNvPr id="12" name="g12">
            <a:extLst xmlns:a="http://schemas.openxmlformats.org/drawingml/2006/main">
              <a:ext uri="{FF2B5EF4-FFF2-40B4-BE49-F238E27FC236}">
                <a16:creationId xmlns:a16="http://schemas.microsoft.com/office/drawing/2014/main" id="{46A476D7-40D5-47C7-A3E1-B974FA8D4AAC}"/>
              </a:ext>
            </a:extLst>
          </p:cNvPr>
          <p:cNvSpPr>
            <a:spLocks xmlns:a="http://schemas.openxmlformats.org/drawingml/2006/main" noGrp="1"/>
          </p:cNvSpPr>
          <p:nvPr/>
        </p:nvSpPr>
        <p:spPr>
          <a:xfrm xmlns:a="http://schemas.openxmlformats.org/drawingml/2006/main">
            <a:off x="3549938" y="2018874"/>
            <a:ext cx="60037" cy="58003"/>
          </a:xfrm>
          <a:custGeom xmlns:a="http://schemas.openxmlformats.org/drawingml/2006/main">
            <a:pathLst>
              <a:path w="60037" h="58003">
                <a:moveTo>
                  <a:pt x="0" y="58003"/>
                </a:moveTo>
                <a:lnTo>
                  <a:pt x="60037" y="29001"/>
                </a:lnTo>
                <a:lnTo>
                  <a:pt x="0" y="0"/>
                </a:lnTo>
              </a:path>
            </a:pathLst>
          </a:custGeom>
          <a:noFill xmlns:a="http://schemas.openxmlformats.org/drawingml/2006/main"/>
          <a:ln xmlns:a="http://schemas.openxmlformats.org/drawingml/2006/main" w="11906">
            <a:solidFill>
              <a:srgbClr val="595959"/>
            </a:solidFill>
          </a:ln>
        </p:spPr>
      </p:sp>
      <p:sp>
        <p:nvSpPr>
          <p:cNvPr id="13" name="g13">
            <a:extLst xmlns:a="http://schemas.openxmlformats.org/drawingml/2006/main">
              <a:ext uri="{FF2B5EF4-FFF2-40B4-BE49-F238E27FC236}">
                <a16:creationId xmlns:a16="http://schemas.microsoft.com/office/drawing/2014/main" id="{1E66F563-2AF3-47B2-BD1E-4C8DB9F75299}"/>
              </a:ext>
            </a:extLst>
          </p:cNvPr>
          <p:cNvSpPr>
            <a:spLocks xmlns:a="http://schemas.openxmlformats.org/drawingml/2006/main" noGrp="1"/>
          </p:cNvSpPr>
          <p:nvPr/>
        </p:nvSpPr>
        <p:spPr>
          <a:xfrm xmlns:a="http://schemas.openxmlformats.org/drawingml/2006/main">
            <a:off x="5295900" y="2047875"/>
            <a:ext cx="1133475" cy="953"/>
          </a:xfrm>
          <a:custGeom xmlns:a="http://schemas.openxmlformats.org/drawingml/2006/main">
            <a:pathLst>
              <a:path w="1133475" h="953">
                <a:moveTo>
                  <a:pt x="0" y="0"/>
                </a:moveTo>
                <a:lnTo>
                  <a:pt x="1133475" y="0"/>
                </a:lnTo>
              </a:path>
            </a:pathLst>
          </a:custGeom>
          <a:noFill xmlns:a="http://schemas.openxmlformats.org/drawingml/2006/main"/>
          <a:ln xmlns:a="http://schemas.openxmlformats.org/drawingml/2006/main" w="11906">
            <a:solidFill>
              <a:srgbClr val="595959"/>
            </a:solidFill>
          </a:ln>
        </p:spPr>
      </p:sp>
      <p:sp>
        <p:nvSpPr>
          <p:cNvPr id="14" name="g14">
            <a:extLst xmlns:a="http://schemas.openxmlformats.org/drawingml/2006/main">
              <a:ext uri="{FF2B5EF4-FFF2-40B4-BE49-F238E27FC236}">
                <a16:creationId xmlns:a16="http://schemas.microsoft.com/office/drawing/2014/main" id="{9165DBA5-8891-4047-9F52-956A1B111452}"/>
              </a:ext>
            </a:extLst>
          </p:cNvPr>
          <p:cNvSpPr>
            <a:spLocks xmlns:a="http://schemas.openxmlformats.org/drawingml/2006/main" noGrp="1"/>
          </p:cNvSpPr>
          <p:nvPr/>
        </p:nvSpPr>
        <p:spPr>
          <a:xfrm xmlns:a="http://schemas.openxmlformats.org/drawingml/2006/main">
            <a:off x="6369338" y="2018874"/>
            <a:ext cx="60037" cy="58003"/>
          </a:xfrm>
          <a:custGeom xmlns:a="http://schemas.openxmlformats.org/drawingml/2006/main">
            <a:pathLst>
              <a:path w="60037" h="58003">
                <a:moveTo>
                  <a:pt x="0" y="58003"/>
                </a:moveTo>
                <a:lnTo>
                  <a:pt x="60037" y="29001"/>
                </a:lnTo>
                <a:lnTo>
                  <a:pt x="0" y="0"/>
                </a:lnTo>
              </a:path>
            </a:pathLst>
          </a:custGeom>
          <a:noFill xmlns:a="http://schemas.openxmlformats.org/drawingml/2006/main"/>
          <a:ln xmlns:a="http://schemas.openxmlformats.org/drawingml/2006/main" w="11906">
            <a:solidFill>
              <a:srgbClr val="595959"/>
            </a:solidFill>
          </a:ln>
        </p:spPr>
      </p:sp>
      <p:sp>
        <p:nvSpPr>
          <p:cNvPr id="15" name="g15">
            <a:extLst xmlns:a="http://schemas.openxmlformats.org/drawingml/2006/main">
              <a:ext uri="{FF2B5EF4-FFF2-40B4-BE49-F238E27FC236}">
                <a16:creationId xmlns:a16="http://schemas.microsoft.com/office/drawing/2014/main" id="{D5CAC76C-B6C1-43A0-8B26-C58BDB73731B}"/>
              </a:ext>
            </a:extLst>
          </p:cNvPr>
          <p:cNvSpPr>
            <a:spLocks xmlns:a="http://schemas.openxmlformats.org/drawingml/2006/main" noGrp="1"/>
          </p:cNvSpPr>
          <p:nvPr/>
        </p:nvSpPr>
        <p:spPr>
          <a:xfrm xmlns:a="http://schemas.openxmlformats.org/drawingml/2006/main">
            <a:off x="8134350" y="2047875"/>
            <a:ext cx="1095375" cy="953"/>
          </a:xfrm>
          <a:custGeom xmlns:a="http://schemas.openxmlformats.org/drawingml/2006/main">
            <a:pathLst>
              <a:path w="1095375" h="953">
                <a:moveTo>
                  <a:pt x="0" y="0"/>
                </a:moveTo>
                <a:lnTo>
                  <a:pt x="1095375" y="0"/>
                </a:lnTo>
              </a:path>
            </a:pathLst>
          </a:custGeom>
          <a:noFill xmlns:a="http://schemas.openxmlformats.org/drawingml/2006/main"/>
          <a:ln xmlns:a="http://schemas.openxmlformats.org/drawingml/2006/main" w="11906">
            <a:solidFill>
              <a:srgbClr val="595959"/>
            </a:solidFill>
          </a:ln>
        </p:spPr>
      </p:sp>
      <p:sp>
        <p:nvSpPr>
          <p:cNvPr id="16" name="g16">
            <a:extLst xmlns:a="http://schemas.openxmlformats.org/drawingml/2006/main">
              <a:ext uri="{FF2B5EF4-FFF2-40B4-BE49-F238E27FC236}">
                <a16:creationId xmlns:a16="http://schemas.microsoft.com/office/drawing/2014/main" id="{AB3E5277-6BFE-46E8-9286-527C7C50A069}"/>
              </a:ext>
            </a:extLst>
          </p:cNvPr>
          <p:cNvSpPr>
            <a:spLocks xmlns:a="http://schemas.openxmlformats.org/drawingml/2006/main" noGrp="1"/>
          </p:cNvSpPr>
          <p:nvPr/>
        </p:nvSpPr>
        <p:spPr>
          <a:xfrm xmlns:a="http://schemas.openxmlformats.org/drawingml/2006/main">
            <a:off x="9169688" y="2018874"/>
            <a:ext cx="60037" cy="58003"/>
          </a:xfrm>
          <a:custGeom xmlns:a="http://schemas.openxmlformats.org/drawingml/2006/main">
            <a:pathLst>
              <a:path w="60037" h="58003">
                <a:moveTo>
                  <a:pt x="0" y="58003"/>
                </a:moveTo>
                <a:lnTo>
                  <a:pt x="60037" y="29001"/>
                </a:lnTo>
                <a:lnTo>
                  <a:pt x="0" y="0"/>
                </a:lnTo>
              </a:path>
            </a:pathLst>
          </a:custGeom>
          <a:noFill xmlns:a="http://schemas.openxmlformats.org/drawingml/2006/main"/>
          <a:ln xmlns:a="http://schemas.openxmlformats.org/drawingml/2006/main" w="11906">
            <a:solidFill>
              <a:srgbClr val="595959"/>
            </a:solidFill>
          </a:ln>
        </p:spPr>
      </p:sp>
      <p:sp>
        <p:nvSpPr>
          <p:cNvPr id="17" name="g17">
            <a:extLst xmlns:a="http://schemas.openxmlformats.org/drawingml/2006/main">
              <a:ext uri="{FF2B5EF4-FFF2-40B4-BE49-F238E27FC236}">
                <a16:creationId xmlns:a16="http://schemas.microsoft.com/office/drawing/2014/main" id="{74E1C716-0CE0-4062-A867-4BF0139063FB}"/>
              </a:ext>
            </a:extLst>
          </p:cNvPr>
          <p:cNvSpPr>
            <a:spLocks xmlns:a="http://schemas.openxmlformats.org/drawingml/2006/main" noGrp="1"/>
          </p:cNvSpPr>
          <p:nvPr/>
        </p:nvSpPr>
        <p:spPr>
          <a:xfrm xmlns:a="http://schemas.openxmlformats.org/drawingml/2006/main">
            <a:off x="78105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 name="g18">
            <a:extLst xmlns:a="http://schemas.openxmlformats.org/drawingml/2006/main">
              <a:ext uri="{FF2B5EF4-FFF2-40B4-BE49-F238E27FC236}">
                <a16:creationId xmlns:a16="http://schemas.microsoft.com/office/drawing/2014/main" id="{653C4255-27EC-474D-BD55-10AFBE1FA50F}"/>
              </a:ext>
            </a:extLst>
          </p:cNvPr>
          <p:cNvSpPr>
            <a:spLocks xmlns:a="http://schemas.openxmlformats.org/drawingml/2006/main" noGrp="1"/>
          </p:cNvSpPr>
          <p:nvPr/>
        </p:nvSpPr>
        <p:spPr>
          <a:xfrm xmlns:a="http://schemas.openxmlformats.org/drawingml/2006/main">
            <a:off x="86677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 name="g19">
            <a:extLst xmlns:a="http://schemas.openxmlformats.org/drawingml/2006/main">
              <a:ext uri="{FF2B5EF4-FFF2-40B4-BE49-F238E27FC236}">
                <a16:creationId xmlns:a16="http://schemas.microsoft.com/office/drawing/2014/main" id="{EE16D55D-5DBA-4ADB-9ADE-5B10AA6F2F20}"/>
              </a:ext>
            </a:extLst>
          </p:cNvPr>
          <p:cNvSpPr>
            <a:spLocks xmlns:a="http://schemas.openxmlformats.org/drawingml/2006/main" noGrp="1"/>
          </p:cNvSpPr>
          <p:nvPr/>
        </p:nvSpPr>
        <p:spPr>
          <a:xfrm xmlns:a="http://schemas.openxmlformats.org/drawingml/2006/main">
            <a:off x="95250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0" name="g20">
            <a:extLst xmlns:a="http://schemas.openxmlformats.org/drawingml/2006/main">
              <a:ext uri="{FF2B5EF4-FFF2-40B4-BE49-F238E27FC236}">
                <a16:creationId xmlns:a16="http://schemas.microsoft.com/office/drawing/2014/main" id="{097EABD3-2EA7-4D98-9958-A6A8EE53E714}"/>
              </a:ext>
            </a:extLst>
          </p:cNvPr>
          <p:cNvSpPr>
            <a:spLocks xmlns:a="http://schemas.openxmlformats.org/drawingml/2006/main" noGrp="1"/>
          </p:cNvSpPr>
          <p:nvPr/>
        </p:nvSpPr>
        <p:spPr>
          <a:xfrm xmlns:a="http://schemas.openxmlformats.org/drawingml/2006/main">
            <a:off x="103822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1" name="g21">
            <a:extLst xmlns:a="http://schemas.openxmlformats.org/drawingml/2006/main">
              <a:ext uri="{FF2B5EF4-FFF2-40B4-BE49-F238E27FC236}">
                <a16:creationId xmlns:a16="http://schemas.microsoft.com/office/drawing/2014/main" id="{8BC4F222-B31F-452A-90D8-8AC1824213CD}"/>
              </a:ext>
            </a:extLst>
          </p:cNvPr>
          <p:cNvSpPr>
            <a:spLocks xmlns:a="http://schemas.openxmlformats.org/drawingml/2006/main" noGrp="1"/>
          </p:cNvSpPr>
          <p:nvPr/>
        </p:nvSpPr>
        <p:spPr>
          <a:xfrm xmlns:a="http://schemas.openxmlformats.org/drawingml/2006/main">
            <a:off x="112395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2" name="g22">
            <a:extLst xmlns:a="http://schemas.openxmlformats.org/drawingml/2006/main">
              <a:ext uri="{FF2B5EF4-FFF2-40B4-BE49-F238E27FC236}">
                <a16:creationId xmlns:a16="http://schemas.microsoft.com/office/drawing/2014/main" id="{7F222C64-1EB4-482B-B164-0ADC5D33CB3B}"/>
              </a:ext>
            </a:extLst>
          </p:cNvPr>
          <p:cNvSpPr>
            <a:spLocks xmlns:a="http://schemas.openxmlformats.org/drawingml/2006/main" noGrp="1"/>
          </p:cNvSpPr>
          <p:nvPr/>
        </p:nvSpPr>
        <p:spPr>
          <a:xfrm xmlns:a="http://schemas.openxmlformats.org/drawingml/2006/main">
            <a:off x="120967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3" name="g23">
            <a:extLst xmlns:a="http://schemas.openxmlformats.org/drawingml/2006/main">
              <a:ext uri="{FF2B5EF4-FFF2-40B4-BE49-F238E27FC236}">
                <a16:creationId xmlns:a16="http://schemas.microsoft.com/office/drawing/2014/main" id="{A7C14323-6E06-4731-8859-ABF02355A9E8}"/>
              </a:ext>
            </a:extLst>
          </p:cNvPr>
          <p:cNvSpPr>
            <a:spLocks xmlns:a="http://schemas.openxmlformats.org/drawingml/2006/main" noGrp="1"/>
          </p:cNvSpPr>
          <p:nvPr/>
        </p:nvSpPr>
        <p:spPr>
          <a:xfrm xmlns:a="http://schemas.openxmlformats.org/drawingml/2006/main">
            <a:off x="129540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4" name="g24">
            <a:extLst xmlns:a="http://schemas.openxmlformats.org/drawingml/2006/main">
              <a:ext uri="{FF2B5EF4-FFF2-40B4-BE49-F238E27FC236}">
                <a16:creationId xmlns:a16="http://schemas.microsoft.com/office/drawing/2014/main" id="{748D0D7B-60CD-4A5E-A99D-1DA95B955504}"/>
              </a:ext>
            </a:extLst>
          </p:cNvPr>
          <p:cNvSpPr>
            <a:spLocks xmlns:a="http://schemas.openxmlformats.org/drawingml/2006/main" noGrp="1"/>
          </p:cNvSpPr>
          <p:nvPr/>
        </p:nvSpPr>
        <p:spPr>
          <a:xfrm xmlns:a="http://schemas.openxmlformats.org/drawingml/2006/main">
            <a:off x="138112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5" name="g25">
            <a:extLst xmlns:a="http://schemas.openxmlformats.org/drawingml/2006/main">
              <a:ext uri="{FF2B5EF4-FFF2-40B4-BE49-F238E27FC236}">
                <a16:creationId xmlns:a16="http://schemas.microsoft.com/office/drawing/2014/main" id="{104FA5B7-184C-4940-90B0-B3FD42AF927D}"/>
              </a:ext>
            </a:extLst>
          </p:cNvPr>
          <p:cNvSpPr>
            <a:spLocks xmlns:a="http://schemas.openxmlformats.org/drawingml/2006/main" noGrp="1"/>
          </p:cNvSpPr>
          <p:nvPr/>
        </p:nvSpPr>
        <p:spPr>
          <a:xfrm xmlns:a="http://schemas.openxmlformats.org/drawingml/2006/main">
            <a:off x="146685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6" name="g26">
            <a:extLst xmlns:a="http://schemas.openxmlformats.org/drawingml/2006/main">
              <a:ext uri="{FF2B5EF4-FFF2-40B4-BE49-F238E27FC236}">
                <a16:creationId xmlns:a16="http://schemas.microsoft.com/office/drawing/2014/main" id="{15837F1E-2EFE-4506-9BC0-DFE5A716BB29}"/>
              </a:ext>
            </a:extLst>
          </p:cNvPr>
          <p:cNvSpPr>
            <a:spLocks xmlns:a="http://schemas.openxmlformats.org/drawingml/2006/main" noGrp="1"/>
          </p:cNvSpPr>
          <p:nvPr/>
        </p:nvSpPr>
        <p:spPr>
          <a:xfrm xmlns:a="http://schemas.openxmlformats.org/drawingml/2006/main">
            <a:off x="155257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7" name="g27">
            <a:extLst xmlns:a="http://schemas.openxmlformats.org/drawingml/2006/main">
              <a:ext uri="{FF2B5EF4-FFF2-40B4-BE49-F238E27FC236}">
                <a16:creationId xmlns:a16="http://schemas.microsoft.com/office/drawing/2014/main" id="{EBEDF214-03C5-4396-B417-0D714675F9AF}"/>
              </a:ext>
            </a:extLst>
          </p:cNvPr>
          <p:cNvSpPr>
            <a:spLocks xmlns:a="http://schemas.openxmlformats.org/drawingml/2006/main" noGrp="1"/>
          </p:cNvSpPr>
          <p:nvPr/>
        </p:nvSpPr>
        <p:spPr>
          <a:xfrm xmlns:a="http://schemas.openxmlformats.org/drawingml/2006/main">
            <a:off x="163830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8" name="g28">
            <a:extLst xmlns:a="http://schemas.openxmlformats.org/drawingml/2006/main">
              <a:ext uri="{FF2B5EF4-FFF2-40B4-BE49-F238E27FC236}">
                <a16:creationId xmlns:a16="http://schemas.microsoft.com/office/drawing/2014/main" id="{67DC9773-766B-49FE-A2A1-E0374DE13ACA}"/>
              </a:ext>
            </a:extLst>
          </p:cNvPr>
          <p:cNvSpPr>
            <a:spLocks xmlns:a="http://schemas.openxmlformats.org/drawingml/2006/main" noGrp="1"/>
          </p:cNvSpPr>
          <p:nvPr/>
        </p:nvSpPr>
        <p:spPr>
          <a:xfrm xmlns:a="http://schemas.openxmlformats.org/drawingml/2006/main">
            <a:off x="172402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29" name="g29">
            <a:extLst xmlns:a="http://schemas.openxmlformats.org/drawingml/2006/main">
              <a:ext uri="{FF2B5EF4-FFF2-40B4-BE49-F238E27FC236}">
                <a16:creationId xmlns:a16="http://schemas.microsoft.com/office/drawing/2014/main" id="{2FCCA7AE-60B3-4D89-9446-3A3C9A7EC137}"/>
              </a:ext>
            </a:extLst>
          </p:cNvPr>
          <p:cNvSpPr>
            <a:spLocks xmlns:a="http://schemas.openxmlformats.org/drawingml/2006/main" noGrp="1"/>
          </p:cNvSpPr>
          <p:nvPr/>
        </p:nvSpPr>
        <p:spPr>
          <a:xfrm xmlns:a="http://schemas.openxmlformats.org/drawingml/2006/main">
            <a:off x="180975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0" name="g30">
            <a:extLst xmlns:a="http://schemas.openxmlformats.org/drawingml/2006/main">
              <a:ext uri="{FF2B5EF4-FFF2-40B4-BE49-F238E27FC236}">
                <a16:creationId xmlns:a16="http://schemas.microsoft.com/office/drawing/2014/main" id="{2B7E64B3-9DF7-4EB5-8FBF-004E60305EFB}"/>
              </a:ext>
            </a:extLst>
          </p:cNvPr>
          <p:cNvSpPr>
            <a:spLocks xmlns:a="http://schemas.openxmlformats.org/drawingml/2006/main" noGrp="1"/>
          </p:cNvSpPr>
          <p:nvPr/>
        </p:nvSpPr>
        <p:spPr>
          <a:xfrm xmlns:a="http://schemas.openxmlformats.org/drawingml/2006/main">
            <a:off x="189547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1" name="g31">
            <a:extLst xmlns:a="http://schemas.openxmlformats.org/drawingml/2006/main">
              <a:ext uri="{FF2B5EF4-FFF2-40B4-BE49-F238E27FC236}">
                <a16:creationId xmlns:a16="http://schemas.microsoft.com/office/drawing/2014/main" id="{349BA312-2CBF-4F1E-A158-C543AE961EB7}"/>
              </a:ext>
            </a:extLst>
          </p:cNvPr>
          <p:cNvSpPr>
            <a:spLocks xmlns:a="http://schemas.openxmlformats.org/drawingml/2006/main" noGrp="1"/>
          </p:cNvSpPr>
          <p:nvPr/>
        </p:nvSpPr>
        <p:spPr>
          <a:xfrm xmlns:a="http://schemas.openxmlformats.org/drawingml/2006/main">
            <a:off x="198120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2" name="g32">
            <a:extLst xmlns:a="http://schemas.openxmlformats.org/drawingml/2006/main">
              <a:ext uri="{FF2B5EF4-FFF2-40B4-BE49-F238E27FC236}">
                <a16:creationId xmlns:a16="http://schemas.microsoft.com/office/drawing/2014/main" id="{FC645EE8-0ACB-4483-987D-2FA61BE780D1}"/>
              </a:ext>
            </a:extLst>
          </p:cNvPr>
          <p:cNvSpPr>
            <a:spLocks xmlns:a="http://schemas.openxmlformats.org/drawingml/2006/main" noGrp="1"/>
          </p:cNvSpPr>
          <p:nvPr/>
        </p:nvSpPr>
        <p:spPr>
          <a:xfrm xmlns:a="http://schemas.openxmlformats.org/drawingml/2006/main">
            <a:off x="206692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3" name="g33">
            <a:extLst xmlns:a="http://schemas.openxmlformats.org/drawingml/2006/main">
              <a:ext uri="{FF2B5EF4-FFF2-40B4-BE49-F238E27FC236}">
                <a16:creationId xmlns:a16="http://schemas.microsoft.com/office/drawing/2014/main" id="{7C9078BC-AC1A-4DD1-B06A-A0D037200CE8}"/>
              </a:ext>
            </a:extLst>
          </p:cNvPr>
          <p:cNvSpPr>
            <a:spLocks xmlns:a="http://schemas.openxmlformats.org/drawingml/2006/main" noGrp="1"/>
          </p:cNvSpPr>
          <p:nvPr/>
        </p:nvSpPr>
        <p:spPr>
          <a:xfrm xmlns:a="http://schemas.openxmlformats.org/drawingml/2006/main">
            <a:off x="215265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4" name="g34">
            <a:extLst xmlns:a="http://schemas.openxmlformats.org/drawingml/2006/main">
              <a:ext uri="{FF2B5EF4-FFF2-40B4-BE49-F238E27FC236}">
                <a16:creationId xmlns:a16="http://schemas.microsoft.com/office/drawing/2014/main" id="{16D69BD4-F929-4B99-A369-5D8AF3B7DC52}"/>
              </a:ext>
            </a:extLst>
          </p:cNvPr>
          <p:cNvSpPr>
            <a:spLocks xmlns:a="http://schemas.openxmlformats.org/drawingml/2006/main" noGrp="1"/>
          </p:cNvSpPr>
          <p:nvPr/>
        </p:nvSpPr>
        <p:spPr>
          <a:xfrm xmlns:a="http://schemas.openxmlformats.org/drawingml/2006/main">
            <a:off x="223837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5" name="g35">
            <a:extLst xmlns:a="http://schemas.openxmlformats.org/drawingml/2006/main">
              <a:ext uri="{FF2B5EF4-FFF2-40B4-BE49-F238E27FC236}">
                <a16:creationId xmlns:a16="http://schemas.microsoft.com/office/drawing/2014/main" id="{1998B6D8-282A-4123-8E06-A2A4B0460B39}"/>
              </a:ext>
            </a:extLst>
          </p:cNvPr>
          <p:cNvSpPr>
            <a:spLocks xmlns:a="http://schemas.openxmlformats.org/drawingml/2006/main" noGrp="1"/>
          </p:cNvSpPr>
          <p:nvPr/>
        </p:nvSpPr>
        <p:spPr>
          <a:xfrm xmlns:a="http://schemas.openxmlformats.org/drawingml/2006/main">
            <a:off x="2324100"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6" name="g36">
            <a:extLst xmlns:a="http://schemas.openxmlformats.org/drawingml/2006/main">
              <a:ext uri="{FF2B5EF4-FFF2-40B4-BE49-F238E27FC236}">
                <a16:creationId xmlns:a16="http://schemas.microsoft.com/office/drawing/2014/main" id="{17AD8D3E-88BD-46C3-9A21-EBB2AEF414E1}"/>
              </a:ext>
            </a:extLst>
          </p:cNvPr>
          <p:cNvSpPr>
            <a:spLocks xmlns:a="http://schemas.openxmlformats.org/drawingml/2006/main" noGrp="1"/>
          </p:cNvSpPr>
          <p:nvPr/>
        </p:nvSpPr>
        <p:spPr>
          <a:xfrm xmlns:a="http://schemas.openxmlformats.org/drawingml/2006/main">
            <a:off x="2409825" y="26955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37" name="g37">
            <a:extLst xmlns:a="http://schemas.openxmlformats.org/drawingml/2006/main">
              <a:ext uri="{FF2B5EF4-FFF2-40B4-BE49-F238E27FC236}">
                <a16:creationId xmlns:a16="http://schemas.microsoft.com/office/drawing/2014/main" id="{43852D9D-2129-40E1-A8CA-85FD7B3D24CB}"/>
              </a:ext>
            </a:extLst>
          </p:cNvPr>
          <p:cNvSpPr>
            <a:spLocks xmlns:a="http://schemas.openxmlformats.org/drawingml/2006/main" noGrp="1"/>
          </p:cNvSpPr>
          <p:nvPr/>
        </p:nvSpPr>
        <p:spPr>
          <a:xfrm xmlns:a="http://schemas.openxmlformats.org/drawingml/2006/main">
            <a:off x="2466975" y="2695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38" name="g38">
            <a:extLst xmlns:a="http://schemas.openxmlformats.org/drawingml/2006/main">
              <a:ext uri="{FF2B5EF4-FFF2-40B4-BE49-F238E27FC236}">
                <a16:creationId xmlns:a16="http://schemas.microsoft.com/office/drawing/2014/main" id="{C1F4E84C-B9F1-40DD-92A8-FD43EAC8EE1F}"/>
              </a:ext>
            </a:extLst>
          </p:cNvPr>
          <p:cNvSpPr>
            <a:spLocks xmlns:a="http://schemas.openxmlformats.org/drawingml/2006/main" noGrp="1"/>
          </p:cNvSpPr>
          <p:nvPr/>
        </p:nvSpPr>
        <p:spPr>
          <a:xfrm xmlns:a="http://schemas.openxmlformats.org/drawingml/2006/main">
            <a:off x="2466975" y="27813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39" name="g39">
            <a:extLst xmlns:a="http://schemas.openxmlformats.org/drawingml/2006/main">
              <a:ext uri="{FF2B5EF4-FFF2-40B4-BE49-F238E27FC236}">
                <a16:creationId xmlns:a16="http://schemas.microsoft.com/office/drawing/2014/main" id="{BA7EC591-5DF3-406F-9598-1E14DADC66C4}"/>
              </a:ext>
            </a:extLst>
          </p:cNvPr>
          <p:cNvSpPr>
            <a:spLocks xmlns:a="http://schemas.openxmlformats.org/drawingml/2006/main" noGrp="1"/>
          </p:cNvSpPr>
          <p:nvPr/>
        </p:nvSpPr>
        <p:spPr>
          <a:xfrm xmlns:a="http://schemas.openxmlformats.org/drawingml/2006/main">
            <a:off x="2466975" y="28670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0" name="g40">
            <a:extLst xmlns:a="http://schemas.openxmlformats.org/drawingml/2006/main">
              <a:ext uri="{FF2B5EF4-FFF2-40B4-BE49-F238E27FC236}">
                <a16:creationId xmlns:a16="http://schemas.microsoft.com/office/drawing/2014/main" id="{2A433C09-325B-4574-B11C-B510B4C258B7}"/>
              </a:ext>
            </a:extLst>
          </p:cNvPr>
          <p:cNvSpPr>
            <a:spLocks xmlns:a="http://schemas.openxmlformats.org/drawingml/2006/main" noGrp="1"/>
          </p:cNvSpPr>
          <p:nvPr/>
        </p:nvSpPr>
        <p:spPr>
          <a:xfrm xmlns:a="http://schemas.openxmlformats.org/drawingml/2006/main">
            <a:off x="2466975" y="29527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1" name="g41">
            <a:extLst xmlns:a="http://schemas.openxmlformats.org/drawingml/2006/main">
              <a:ext uri="{FF2B5EF4-FFF2-40B4-BE49-F238E27FC236}">
                <a16:creationId xmlns:a16="http://schemas.microsoft.com/office/drawing/2014/main" id="{B01E27A3-0DD5-4B66-B75D-E38D9F8D77E2}"/>
              </a:ext>
            </a:extLst>
          </p:cNvPr>
          <p:cNvSpPr>
            <a:spLocks xmlns:a="http://schemas.openxmlformats.org/drawingml/2006/main" noGrp="1"/>
          </p:cNvSpPr>
          <p:nvPr/>
        </p:nvSpPr>
        <p:spPr>
          <a:xfrm xmlns:a="http://schemas.openxmlformats.org/drawingml/2006/main">
            <a:off x="2466975" y="30384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2" name="g42">
            <a:extLst xmlns:a="http://schemas.openxmlformats.org/drawingml/2006/main">
              <a:ext uri="{FF2B5EF4-FFF2-40B4-BE49-F238E27FC236}">
                <a16:creationId xmlns:a16="http://schemas.microsoft.com/office/drawing/2014/main" id="{8EAE4934-6A51-49C5-925B-95116E85285D}"/>
              </a:ext>
            </a:extLst>
          </p:cNvPr>
          <p:cNvSpPr>
            <a:spLocks xmlns:a="http://schemas.openxmlformats.org/drawingml/2006/main" noGrp="1"/>
          </p:cNvSpPr>
          <p:nvPr/>
        </p:nvSpPr>
        <p:spPr>
          <a:xfrm xmlns:a="http://schemas.openxmlformats.org/drawingml/2006/main">
            <a:off x="2466975" y="31242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3" name="g43">
            <a:extLst xmlns:a="http://schemas.openxmlformats.org/drawingml/2006/main">
              <a:ext uri="{FF2B5EF4-FFF2-40B4-BE49-F238E27FC236}">
                <a16:creationId xmlns:a16="http://schemas.microsoft.com/office/drawing/2014/main" id="{C3941B02-8B63-402A-8514-ED07B242062B}"/>
              </a:ext>
            </a:extLst>
          </p:cNvPr>
          <p:cNvSpPr>
            <a:spLocks xmlns:a="http://schemas.openxmlformats.org/drawingml/2006/main" noGrp="1"/>
          </p:cNvSpPr>
          <p:nvPr/>
        </p:nvSpPr>
        <p:spPr>
          <a:xfrm xmlns:a="http://schemas.openxmlformats.org/drawingml/2006/main">
            <a:off x="2466975" y="32099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4" name="g44">
            <a:extLst xmlns:a="http://schemas.openxmlformats.org/drawingml/2006/main">
              <a:ext uri="{FF2B5EF4-FFF2-40B4-BE49-F238E27FC236}">
                <a16:creationId xmlns:a16="http://schemas.microsoft.com/office/drawing/2014/main" id="{63A7FD59-4CB4-4298-B194-FE588E4E2272}"/>
              </a:ext>
            </a:extLst>
          </p:cNvPr>
          <p:cNvSpPr>
            <a:spLocks xmlns:a="http://schemas.openxmlformats.org/drawingml/2006/main" noGrp="1"/>
          </p:cNvSpPr>
          <p:nvPr/>
        </p:nvSpPr>
        <p:spPr>
          <a:xfrm xmlns:a="http://schemas.openxmlformats.org/drawingml/2006/main">
            <a:off x="2466975" y="32956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5" name="g45">
            <a:extLst xmlns:a="http://schemas.openxmlformats.org/drawingml/2006/main">
              <a:ext uri="{FF2B5EF4-FFF2-40B4-BE49-F238E27FC236}">
                <a16:creationId xmlns:a16="http://schemas.microsoft.com/office/drawing/2014/main" id="{2420B096-3FC6-4649-92EA-FEBA801BCCD0}"/>
              </a:ext>
            </a:extLst>
          </p:cNvPr>
          <p:cNvSpPr>
            <a:spLocks xmlns:a="http://schemas.openxmlformats.org/drawingml/2006/main" noGrp="1"/>
          </p:cNvSpPr>
          <p:nvPr/>
        </p:nvSpPr>
        <p:spPr>
          <a:xfrm xmlns:a="http://schemas.openxmlformats.org/drawingml/2006/main">
            <a:off x="2466975" y="33813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6" name="g46">
            <a:extLst xmlns:a="http://schemas.openxmlformats.org/drawingml/2006/main">
              <a:ext uri="{FF2B5EF4-FFF2-40B4-BE49-F238E27FC236}">
                <a16:creationId xmlns:a16="http://schemas.microsoft.com/office/drawing/2014/main" id="{3553E124-D44F-40CB-99C8-F7ACDE71081B}"/>
              </a:ext>
            </a:extLst>
          </p:cNvPr>
          <p:cNvSpPr>
            <a:spLocks xmlns:a="http://schemas.openxmlformats.org/drawingml/2006/main" noGrp="1"/>
          </p:cNvSpPr>
          <p:nvPr/>
        </p:nvSpPr>
        <p:spPr>
          <a:xfrm xmlns:a="http://schemas.openxmlformats.org/drawingml/2006/main">
            <a:off x="2466975" y="34671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7" name="g47">
            <a:extLst xmlns:a="http://schemas.openxmlformats.org/drawingml/2006/main">
              <a:ext uri="{FF2B5EF4-FFF2-40B4-BE49-F238E27FC236}">
                <a16:creationId xmlns:a16="http://schemas.microsoft.com/office/drawing/2014/main" id="{479EABBC-59D9-4662-BD91-2CC434631CE8}"/>
              </a:ext>
            </a:extLst>
          </p:cNvPr>
          <p:cNvSpPr>
            <a:spLocks xmlns:a="http://schemas.openxmlformats.org/drawingml/2006/main" noGrp="1"/>
          </p:cNvSpPr>
          <p:nvPr/>
        </p:nvSpPr>
        <p:spPr>
          <a:xfrm xmlns:a="http://schemas.openxmlformats.org/drawingml/2006/main">
            <a:off x="2466975" y="35528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8" name="g48">
            <a:extLst xmlns:a="http://schemas.openxmlformats.org/drawingml/2006/main">
              <a:ext uri="{FF2B5EF4-FFF2-40B4-BE49-F238E27FC236}">
                <a16:creationId xmlns:a16="http://schemas.microsoft.com/office/drawing/2014/main" id="{E04AE7DF-BDF6-478B-BCC9-0288229D0DF3}"/>
              </a:ext>
            </a:extLst>
          </p:cNvPr>
          <p:cNvSpPr>
            <a:spLocks xmlns:a="http://schemas.openxmlformats.org/drawingml/2006/main" noGrp="1"/>
          </p:cNvSpPr>
          <p:nvPr/>
        </p:nvSpPr>
        <p:spPr>
          <a:xfrm xmlns:a="http://schemas.openxmlformats.org/drawingml/2006/main">
            <a:off x="2466975" y="36385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49" name="g49">
            <a:extLst xmlns:a="http://schemas.openxmlformats.org/drawingml/2006/main">
              <a:ext uri="{FF2B5EF4-FFF2-40B4-BE49-F238E27FC236}">
                <a16:creationId xmlns:a16="http://schemas.microsoft.com/office/drawing/2014/main" id="{626938B2-FEE1-4214-B396-94D661DAFFAF}"/>
              </a:ext>
            </a:extLst>
          </p:cNvPr>
          <p:cNvSpPr>
            <a:spLocks xmlns:a="http://schemas.openxmlformats.org/drawingml/2006/main" noGrp="1"/>
          </p:cNvSpPr>
          <p:nvPr/>
        </p:nvSpPr>
        <p:spPr>
          <a:xfrm xmlns:a="http://schemas.openxmlformats.org/drawingml/2006/main">
            <a:off x="2466975" y="37242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0" name="g50">
            <a:extLst xmlns:a="http://schemas.openxmlformats.org/drawingml/2006/main">
              <a:ext uri="{FF2B5EF4-FFF2-40B4-BE49-F238E27FC236}">
                <a16:creationId xmlns:a16="http://schemas.microsoft.com/office/drawing/2014/main" id="{77FC2393-F15E-42E3-91CE-D0B5A97DBD66}"/>
              </a:ext>
            </a:extLst>
          </p:cNvPr>
          <p:cNvSpPr>
            <a:spLocks xmlns:a="http://schemas.openxmlformats.org/drawingml/2006/main" noGrp="1"/>
          </p:cNvSpPr>
          <p:nvPr/>
        </p:nvSpPr>
        <p:spPr>
          <a:xfrm xmlns:a="http://schemas.openxmlformats.org/drawingml/2006/main">
            <a:off x="2466975" y="38100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1" name="g51">
            <a:extLst xmlns:a="http://schemas.openxmlformats.org/drawingml/2006/main">
              <a:ext uri="{FF2B5EF4-FFF2-40B4-BE49-F238E27FC236}">
                <a16:creationId xmlns:a16="http://schemas.microsoft.com/office/drawing/2014/main" id="{6C2DA319-ED56-4E23-B87A-762C9483B980}"/>
              </a:ext>
            </a:extLst>
          </p:cNvPr>
          <p:cNvSpPr>
            <a:spLocks xmlns:a="http://schemas.openxmlformats.org/drawingml/2006/main" noGrp="1"/>
          </p:cNvSpPr>
          <p:nvPr/>
        </p:nvSpPr>
        <p:spPr>
          <a:xfrm xmlns:a="http://schemas.openxmlformats.org/drawingml/2006/main">
            <a:off x="2466975" y="38957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2" name="g52">
            <a:extLst xmlns:a="http://schemas.openxmlformats.org/drawingml/2006/main">
              <a:ext uri="{FF2B5EF4-FFF2-40B4-BE49-F238E27FC236}">
                <a16:creationId xmlns:a16="http://schemas.microsoft.com/office/drawing/2014/main" id="{D8353D26-3384-46D9-BDAE-731B22359879}"/>
              </a:ext>
            </a:extLst>
          </p:cNvPr>
          <p:cNvSpPr>
            <a:spLocks xmlns:a="http://schemas.openxmlformats.org/drawingml/2006/main" noGrp="1"/>
          </p:cNvSpPr>
          <p:nvPr/>
        </p:nvSpPr>
        <p:spPr>
          <a:xfrm xmlns:a="http://schemas.openxmlformats.org/drawingml/2006/main">
            <a:off x="2466975" y="39814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3" name="g53">
            <a:extLst xmlns:a="http://schemas.openxmlformats.org/drawingml/2006/main">
              <a:ext uri="{FF2B5EF4-FFF2-40B4-BE49-F238E27FC236}">
                <a16:creationId xmlns:a16="http://schemas.microsoft.com/office/drawing/2014/main" id="{C5A1A5F9-4D49-47FC-A47C-49A77B71013E}"/>
              </a:ext>
            </a:extLst>
          </p:cNvPr>
          <p:cNvSpPr>
            <a:spLocks xmlns:a="http://schemas.openxmlformats.org/drawingml/2006/main" noGrp="1"/>
          </p:cNvSpPr>
          <p:nvPr/>
        </p:nvSpPr>
        <p:spPr>
          <a:xfrm xmlns:a="http://schemas.openxmlformats.org/drawingml/2006/main">
            <a:off x="2466975" y="40671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4" name="g54">
            <a:extLst xmlns:a="http://schemas.openxmlformats.org/drawingml/2006/main">
              <a:ext uri="{FF2B5EF4-FFF2-40B4-BE49-F238E27FC236}">
                <a16:creationId xmlns:a16="http://schemas.microsoft.com/office/drawing/2014/main" id="{96BA237B-C6DD-455D-8DBE-229E9DB30F3C}"/>
              </a:ext>
            </a:extLst>
          </p:cNvPr>
          <p:cNvSpPr>
            <a:spLocks xmlns:a="http://schemas.openxmlformats.org/drawingml/2006/main" noGrp="1"/>
          </p:cNvSpPr>
          <p:nvPr/>
        </p:nvSpPr>
        <p:spPr>
          <a:xfrm xmlns:a="http://schemas.openxmlformats.org/drawingml/2006/main">
            <a:off x="2466975" y="41529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5" name="g55">
            <a:extLst xmlns:a="http://schemas.openxmlformats.org/drawingml/2006/main">
              <a:ext uri="{FF2B5EF4-FFF2-40B4-BE49-F238E27FC236}">
                <a16:creationId xmlns:a16="http://schemas.microsoft.com/office/drawing/2014/main" id="{A72A0953-D8A5-4D08-812F-BB22DEDCBFC4}"/>
              </a:ext>
            </a:extLst>
          </p:cNvPr>
          <p:cNvSpPr>
            <a:spLocks xmlns:a="http://schemas.openxmlformats.org/drawingml/2006/main" noGrp="1"/>
          </p:cNvSpPr>
          <p:nvPr/>
        </p:nvSpPr>
        <p:spPr>
          <a:xfrm xmlns:a="http://schemas.openxmlformats.org/drawingml/2006/main">
            <a:off x="2466975" y="42386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6" name="g56">
            <a:extLst xmlns:a="http://schemas.openxmlformats.org/drawingml/2006/main">
              <a:ext uri="{FF2B5EF4-FFF2-40B4-BE49-F238E27FC236}">
                <a16:creationId xmlns:a16="http://schemas.microsoft.com/office/drawing/2014/main" id="{47ED0482-054A-444F-A0DB-44DFF19D83A6}"/>
              </a:ext>
            </a:extLst>
          </p:cNvPr>
          <p:cNvSpPr>
            <a:spLocks xmlns:a="http://schemas.openxmlformats.org/drawingml/2006/main" noGrp="1"/>
          </p:cNvSpPr>
          <p:nvPr/>
        </p:nvSpPr>
        <p:spPr>
          <a:xfrm xmlns:a="http://schemas.openxmlformats.org/drawingml/2006/main">
            <a:off x="2466975" y="43243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7" name="g57">
            <a:extLst xmlns:a="http://schemas.openxmlformats.org/drawingml/2006/main">
              <a:ext uri="{FF2B5EF4-FFF2-40B4-BE49-F238E27FC236}">
                <a16:creationId xmlns:a16="http://schemas.microsoft.com/office/drawing/2014/main" id="{1E67EA3A-D8C9-4DC5-A63C-3A3072062B21}"/>
              </a:ext>
            </a:extLst>
          </p:cNvPr>
          <p:cNvSpPr>
            <a:spLocks xmlns:a="http://schemas.openxmlformats.org/drawingml/2006/main" noGrp="1"/>
          </p:cNvSpPr>
          <p:nvPr/>
        </p:nvSpPr>
        <p:spPr>
          <a:xfrm xmlns:a="http://schemas.openxmlformats.org/drawingml/2006/main">
            <a:off x="2466975" y="44100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8" name="g58">
            <a:extLst xmlns:a="http://schemas.openxmlformats.org/drawingml/2006/main">
              <a:ext uri="{FF2B5EF4-FFF2-40B4-BE49-F238E27FC236}">
                <a16:creationId xmlns:a16="http://schemas.microsoft.com/office/drawing/2014/main" id="{31E657AB-3BDB-4576-8CB6-103833D23B84}"/>
              </a:ext>
            </a:extLst>
          </p:cNvPr>
          <p:cNvSpPr>
            <a:spLocks xmlns:a="http://schemas.openxmlformats.org/drawingml/2006/main" noGrp="1"/>
          </p:cNvSpPr>
          <p:nvPr/>
        </p:nvSpPr>
        <p:spPr>
          <a:xfrm xmlns:a="http://schemas.openxmlformats.org/drawingml/2006/main">
            <a:off x="2466975" y="44958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59" name="g59">
            <a:extLst xmlns:a="http://schemas.openxmlformats.org/drawingml/2006/main">
              <a:ext uri="{FF2B5EF4-FFF2-40B4-BE49-F238E27FC236}">
                <a16:creationId xmlns:a16="http://schemas.microsoft.com/office/drawing/2014/main" id="{BFC58FED-523C-4259-BF8B-AF2A44927AB0}"/>
              </a:ext>
            </a:extLst>
          </p:cNvPr>
          <p:cNvSpPr>
            <a:spLocks xmlns:a="http://schemas.openxmlformats.org/drawingml/2006/main" noGrp="1"/>
          </p:cNvSpPr>
          <p:nvPr/>
        </p:nvSpPr>
        <p:spPr>
          <a:xfrm xmlns:a="http://schemas.openxmlformats.org/drawingml/2006/main">
            <a:off x="2466975" y="45815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0" name="g60">
            <a:extLst xmlns:a="http://schemas.openxmlformats.org/drawingml/2006/main">
              <a:ext uri="{FF2B5EF4-FFF2-40B4-BE49-F238E27FC236}">
                <a16:creationId xmlns:a16="http://schemas.microsoft.com/office/drawing/2014/main" id="{3027C2E5-4365-495F-B974-E7B0043D8F37}"/>
              </a:ext>
            </a:extLst>
          </p:cNvPr>
          <p:cNvSpPr>
            <a:spLocks xmlns:a="http://schemas.openxmlformats.org/drawingml/2006/main" noGrp="1"/>
          </p:cNvSpPr>
          <p:nvPr/>
        </p:nvSpPr>
        <p:spPr>
          <a:xfrm xmlns:a="http://schemas.openxmlformats.org/drawingml/2006/main">
            <a:off x="2466975" y="46672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1" name="g61">
            <a:extLst xmlns:a="http://schemas.openxmlformats.org/drawingml/2006/main">
              <a:ext uri="{FF2B5EF4-FFF2-40B4-BE49-F238E27FC236}">
                <a16:creationId xmlns:a16="http://schemas.microsoft.com/office/drawing/2014/main" id="{76282CC7-9C6C-43B9-BB9D-565948FE52FD}"/>
              </a:ext>
            </a:extLst>
          </p:cNvPr>
          <p:cNvSpPr>
            <a:spLocks xmlns:a="http://schemas.openxmlformats.org/drawingml/2006/main" noGrp="1"/>
          </p:cNvSpPr>
          <p:nvPr/>
        </p:nvSpPr>
        <p:spPr>
          <a:xfrm xmlns:a="http://schemas.openxmlformats.org/drawingml/2006/main">
            <a:off x="2466975" y="47529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2" name="g62">
            <a:extLst xmlns:a="http://schemas.openxmlformats.org/drawingml/2006/main">
              <a:ext uri="{FF2B5EF4-FFF2-40B4-BE49-F238E27FC236}">
                <a16:creationId xmlns:a16="http://schemas.microsoft.com/office/drawing/2014/main" id="{154E7CDA-3902-44B2-BB44-1C9172BF66F8}"/>
              </a:ext>
            </a:extLst>
          </p:cNvPr>
          <p:cNvSpPr>
            <a:spLocks xmlns:a="http://schemas.openxmlformats.org/drawingml/2006/main" noGrp="1"/>
          </p:cNvSpPr>
          <p:nvPr/>
        </p:nvSpPr>
        <p:spPr>
          <a:xfrm xmlns:a="http://schemas.openxmlformats.org/drawingml/2006/main">
            <a:off x="2466975" y="48387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3" name="g63">
            <a:extLst xmlns:a="http://schemas.openxmlformats.org/drawingml/2006/main">
              <a:ext uri="{FF2B5EF4-FFF2-40B4-BE49-F238E27FC236}">
                <a16:creationId xmlns:a16="http://schemas.microsoft.com/office/drawing/2014/main" id="{76623739-6E45-45F0-8DF4-D3C5BB1EDBFD}"/>
              </a:ext>
            </a:extLst>
          </p:cNvPr>
          <p:cNvSpPr>
            <a:spLocks xmlns:a="http://schemas.openxmlformats.org/drawingml/2006/main" noGrp="1"/>
          </p:cNvSpPr>
          <p:nvPr/>
        </p:nvSpPr>
        <p:spPr>
          <a:xfrm xmlns:a="http://schemas.openxmlformats.org/drawingml/2006/main">
            <a:off x="2466975" y="49244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4" name="g64">
            <a:extLst xmlns:a="http://schemas.openxmlformats.org/drawingml/2006/main">
              <a:ext uri="{FF2B5EF4-FFF2-40B4-BE49-F238E27FC236}">
                <a16:creationId xmlns:a16="http://schemas.microsoft.com/office/drawing/2014/main" id="{7FB8761B-9598-4F07-B9C1-EB9E4556F97A}"/>
              </a:ext>
            </a:extLst>
          </p:cNvPr>
          <p:cNvSpPr>
            <a:spLocks xmlns:a="http://schemas.openxmlformats.org/drawingml/2006/main" noGrp="1"/>
          </p:cNvSpPr>
          <p:nvPr/>
        </p:nvSpPr>
        <p:spPr>
          <a:xfrm xmlns:a="http://schemas.openxmlformats.org/drawingml/2006/main">
            <a:off x="2466975" y="50101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5" name="g65">
            <a:extLst xmlns:a="http://schemas.openxmlformats.org/drawingml/2006/main">
              <a:ext uri="{FF2B5EF4-FFF2-40B4-BE49-F238E27FC236}">
                <a16:creationId xmlns:a16="http://schemas.microsoft.com/office/drawing/2014/main" id="{FBB53F3F-BAFA-4AC6-AEA0-4ABBAE3B04A6}"/>
              </a:ext>
            </a:extLst>
          </p:cNvPr>
          <p:cNvSpPr>
            <a:spLocks xmlns:a="http://schemas.openxmlformats.org/drawingml/2006/main" noGrp="1"/>
          </p:cNvSpPr>
          <p:nvPr/>
        </p:nvSpPr>
        <p:spPr>
          <a:xfrm xmlns:a="http://schemas.openxmlformats.org/drawingml/2006/main">
            <a:off x="2466975" y="50958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6" name="g66">
            <a:extLst xmlns:a="http://schemas.openxmlformats.org/drawingml/2006/main">
              <a:ext uri="{FF2B5EF4-FFF2-40B4-BE49-F238E27FC236}">
                <a16:creationId xmlns:a16="http://schemas.microsoft.com/office/drawing/2014/main" id="{F674E1CE-2A55-44F0-A56D-E7CF1896AAD7}"/>
              </a:ext>
            </a:extLst>
          </p:cNvPr>
          <p:cNvSpPr>
            <a:spLocks xmlns:a="http://schemas.openxmlformats.org/drawingml/2006/main" noGrp="1"/>
          </p:cNvSpPr>
          <p:nvPr/>
        </p:nvSpPr>
        <p:spPr>
          <a:xfrm xmlns:a="http://schemas.openxmlformats.org/drawingml/2006/main">
            <a:off x="2466975" y="51816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7" name="g67">
            <a:extLst xmlns:a="http://schemas.openxmlformats.org/drawingml/2006/main">
              <a:ext uri="{FF2B5EF4-FFF2-40B4-BE49-F238E27FC236}">
                <a16:creationId xmlns:a16="http://schemas.microsoft.com/office/drawing/2014/main" id="{B8C97E63-2AC6-4E05-A1DF-7F303C21A3AE}"/>
              </a:ext>
            </a:extLst>
          </p:cNvPr>
          <p:cNvSpPr>
            <a:spLocks xmlns:a="http://schemas.openxmlformats.org/drawingml/2006/main" noGrp="1"/>
          </p:cNvSpPr>
          <p:nvPr/>
        </p:nvSpPr>
        <p:spPr>
          <a:xfrm xmlns:a="http://schemas.openxmlformats.org/drawingml/2006/main">
            <a:off x="2466975" y="52673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8" name="g68">
            <a:extLst xmlns:a="http://schemas.openxmlformats.org/drawingml/2006/main">
              <a:ext uri="{FF2B5EF4-FFF2-40B4-BE49-F238E27FC236}">
                <a16:creationId xmlns:a16="http://schemas.microsoft.com/office/drawing/2014/main" id="{FF96DC1B-5E51-4608-A3B6-D7F59EA0C8CC}"/>
              </a:ext>
            </a:extLst>
          </p:cNvPr>
          <p:cNvSpPr>
            <a:spLocks xmlns:a="http://schemas.openxmlformats.org/drawingml/2006/main" noGrp="1"/>
          </p:cNvSpPr>
          <p:nvPr/>
        </p:nvSpPr>
        <p:spPr>
          <a:xfrm xmlns:a="http://schemas.openxmlformats.org/drawingml/2006/main">
            <a:off x="2466975" y="53530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69" name="g69">
            <a:extLst xmlns:a="http://schemas.openxmlformats.org/drawingml/2006/main">
              <a:ext uri="{FF2B5EF4-FFF2-40B4-BE49-F238E27FC236}">
                <a16:creationId xmlns:a16="http://schemas.microsoft.com/office/drawing/2014/main" id="{CBEAFE96-CA7B-434D-9493-C00550220EC5}"/>
              </a:ext>
            </a:extLst>
          </p:cNvPr>
          <p:cNvSpPr>
            <a:spLocks xmlns:a="http://schemas.openxmlformats.org/drawingml/2006/main" noGrp="1"/>
          </p:cNvSpPr>
          <p:nvPr/>
        </p:nvSpPr>
        <p:spPr>
          <a:xfrm xmlns:a="http://schemas.openxmlformats.org/drawingml/2006/main">
            <a:off x="2466975" y="54387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0" name="g70">
            <a:extLst xmlns:a="http://schemas.openxmlformats.org/drawingml/2006/main">
              <a:ext uri="{FF2B5EF4-FFF2-40B4-BE49-F238E27FC236}">
                <a16:creationId xmlns:a16="http://schemas.microsoft.com/office/drawing/2014/main" id="{BE3D0908-B7F4-4B56-967A-AD0E5F6B5E6A}"/>
              </a:ext>
            </a:extLst>
          </p:cNvPr>
          <p:cNvSpPr>
            <a:spLocks xmlns:a="http://schemas.openxmlformats.org/drawingml/2006/main" noGrp="1"/>
          </p:cNvSpPr>
          <p:nvPr/>
        </p:nvSpPr>
        <p:spPr>
          <a:xfrm xmlns:a="http://schemas.openxmlformats.org/drawingml/2006/main">
            <a:off x="2466975" y="55245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1" name="g71">
            <a:extLst xmlns:a="http://schemas.openxmlformats.org/drawingml/2006/main">
              <a:ext uri="{FF2B5EF4-FFF2-40B4-BE49-F238E27FC236}">
                <a16:creationId xmlns:a16="http://schemas.microsoft.com/office/drawing/2014/main" id="{2A57B8BF-3D5B-49B1-B11E-F9F7A16C5A1D}"/>
              </a:ext>
            </a:extLst>
          </p:cNvPr>
          <p:cNvSpPr>
            <a:spLocks xmlns:a="http://schemas.openxmlformats.org/drawingml/2006/main" noGrp="1"/>
          </p:cNvSpPr>
          <p:nvPr/>
        </p:nvSpPr>
        <p:spPr>
          <a:xfrm xmlns:a="http://schemas.openxmlformats.org/drawingml/2006/main">
            <a:off x="2466975" y="56102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2" name="g72">
            <a:extLst xmlns:a="http://schemas.openxmlformats.org/drawingml/2006/main">
              <a:ext uri="{FF2B5EF4-FFF2-40B4-BE49-F238E27FC236}">
                <a16:creationId xmlns:a16="http://schemas.microsoft.com/office/drawing/2014/main" id="{AB887A7F-656C-4844-8749-F6CAD724DF76}"/>
              </a:ext>
            </a:extLst>
          </p:cNvPr>
          <p:cNvSpPr>
            <a:spLocks xmlns:a="http://schemas.openxmlformats.org/drawingml/2006/main" noGrp="1"/>
          </p:cNvSpPr>
          <p:nvPr/>
        </p:nvSpPr>
        <p:spPr>
          <a:xfrm xmlns:a="http://schemas.openxmlformats.org/drawingml/2006/main">
            <a:off x="2466975" y="56959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3" name="g73">
            <a:extLst xmlns:a="http://schemas.openxmlformats.org/drawingml/2006/main">
              <a:ext uri="{FF2B5EF4-FFF2-40B4-BE49-F238E27FC236}">
                <a16:creationId xmlns:a16="http://schemas.microsoft.com/office/drawing/2014/main" id="{6F6F11BE-D00C-45A8-9305-07B8C141EFA4}"/>
              </a:ext>
            </a:extLst>
          </p:cNvPr>
          <p:cNvSpPr>
            <a:spLocks xmlns:a="http://schemas.openxmlformats.org/drawingml/2006/main" noGrp="1"/>
          </p:cNvSpPr>
          <p:nvPr/>
        </p:nvSpPr>
        <p:spPr>
          <a:xfrm xmlns:a="http://schemas.openxmlformats.org/drawingml/2006/main">
            <a:off x="2466975" y="5781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4" name="g74">
            <a:extLst xmlns:a="http://schemas.openxmlformats.org/drawingml/2006/main">
              <a:ext uri="{FF2B5EF4-FFF2-40B4-BE49-F238E27FC236}">
                <a16:creationId xmlns:a16="http://schemas.microsoft.com/office/drawing/2014/main" id="{2194AD3C-B18B-43CB-83A5-06300499D26D}"/>
              </a:ext>
            </a:extLst>
          </p:cNvPr>
          <p:cNvSpPr>
            <a:spLocks xmlns:a="http://schemas.openxmlformats.org/drawingml/2006/main" noGrp="1"/>
          </p:cNvSpPr>
          <p:nvPr/>
        </p:nvSpPr>
        <p:spPr>
          <a:xfrm xmlns:a="http://schemas.openxmlformats.org/drawingml/2006/main">
            <a:off x="2466975" y="5867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5" name="g75">
            <a:extLst xmlns:a="http://schemas.openxmlformats.org/drawingml/2006/main">
              <a:ext uri="{FF2B5EF4-FFF2-40B4-BE49-F238E27FC236}">
                <a16:creationId xmlns:a16="http://schemas.microsoft.com/office/drawing/2014/main" id="{A7C96D54-3866-4B47-A5CA-D87876767ECF}"/>
              </a:ext>
            </a:extLst>
          </p:cNvPr>
          <p:cNvSpPr>
            <a:spLocks xmlns:a="http://schemas.openxmlformats.org/drawingml/2006/main" noGrp="1"/>
          </p:cNvSpPr>
          <p:nvPr/>
        </p:nvSpPr>
        <p:spPr>
          <a:xfrm xmlns:a="http://schemas.openxmlformats.org/drawingml/2006/main">
            <a:off x="2466975" y="5953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6" name="g76">
            <a:extLst xmlns:a="http://schemas.openxmlformats.org/drawingml/2006/main">
              <a:ext uri="{FF2B5EF4-FFF2-40B4-BE49-F238E27FC236}">
                <a16:creationId xmlns:a16="http://schemas.microsoft.com/office/drawing/2014/main" id="{5958A9D6-20ED-48F0-A693-8B2D41A27B6F}"/>
              </a:ext>
            </a:extLst>
          </p:cNvPr>
          <p:cNvSpPr>
            <a:spLocks xmlns:a="http://schemas.openxmlformats.org/drawingml/2006/main" noGrp="1"/>
          </p:cNvSpPr>
          <p:nvPr/>
        </p:nvSpPr>
        <p:spPr>
          <a:xfrm xmlns:a="http://schemas.openxmlformats.org/drawingml/2006/main">
            <a:off x="2466975" y="6038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77" name="g77">
            <a:extLst xmlns:a="http://schemas.openxmlformats.org/drawingml/2006/main">
              <a:ext uri="{FF2B5EF4-FFF2-40B4-BE49-F238E27FC236}">
                <a16:creationId xmlns:a16="http://schemas.microsoft.com/office/drawing/2014/main" id="{3115F13F-454B-429C-A7CE-47A4C91FAC82}"/>
              </a:ext>
            </a:extLst>
          </p:cNvPr>
          <p:cNvSpPr>
            <a:spLocks xmlns:a="http://schemas.openxmlformats.org/drawingml/2006/main" noGrp="1"/>
          </p:cNvSpPr>
          <p:nvPr/>
        </p:nvSpPr>
        <p:spPr>
          <a:xfrm xmlns:a="http://schemas.openxmlformats.org/drawingml/2006/main">
            <a:off x="2466975" y="6124575"/>
            <a:ext cx="953" cy="38100"/>
          </a:xfrm>
          <a:custGeom xmlns:a="http://schemas.openxmlformats.org/drawingml/2006/main">
            <a:pathLst>
              <a:path w="953" h="38100">
                <a:moveTo>
                  <a:pt x="0" y="0"/>
                </a:moveTo>
                <a:lnTo>
                  <a:pt x="0" y="38100"/>
                </a:lnTo>
              </a:path>
            </a:pathLst>
          </a:custGeom>
          <a:noFill xmlns:a="http://schemas.openxmlformats.org/drawingml/2006/main"/>
          <a:ln xmlns:a="http://schemas.openxmlformats.org/drawingml/2006/main" w="10478">
            <a:solidFill>
              <a:srgbClr val="CDCDCD"/>
            </a:solidFill>
          </a:ln>
        </p:spPr>
      </p:sp>
      <p:sp>
        <p:nvSpPr>
          <p:cNvPr id="78" name="g78">
            <a:extLst xmlns:a="http://schemas.openxmlformats.org/drawingml/2006/main">
              <a:ext uri="{FF2B5EF4-FFF2-40B4-BE49-F238E27FC236}">
                <a16:creationId xmlns:a16="http://schemas.microsoft.com/office/drawing/2014/main" id="{67F4769C-E620-408B-A394-837288A13F08}"/>
              </a:ext>
            </a:extLst>
          </p:cNvPr>
          <p:cNvSpPr>
            <a:spLocks xmlns:a="http://schemas.openxmlformats.org/drawingml/2006/main" noGrp="1"/>
          </p:cNvSpPr>
          <p:nvPr/>
        </p:nvSpPr>
        <p:spPr>
          <a:xfrm xmlns:a="http://schemas.openxmlformats.org/drawingml/2006/main">
            <a:off x="241935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79" name="g79">
            <a:extLst xmlns:a="http://schemas.openxmlformats.org/drawingml/2006/main">
              <a:ext uri="{FF2B5EF4-FFF2-40B4-BE49-F238E27FC236}">
                <a16:creationId xmlns:a16="http://schemas.microsoft.com/office/drawing/2014/main" id="{BD643B6A-F438-4F3A-A76A-FC298E648DD0}"/>
              </a:ext>
            </a:extLst>
          </p:cNvPr>
          <p:cNvSpPr>
            <a:spLocks xmlns:a="http://schemas.openxmlformats.org/drawingml/2006/main" noGrp="1"/>
          </p:cNvSpPr>
          <p:nvPr/>
        </p:nvSpPr>
        <p:spPr>
          <a:xfrm xmlns:a="http://schemas.openxmlformats.org/drawingml/2006/main">
            <a:off x="233362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0" name="g80">
            <a:extLst xmlns:a="http://schemas.openxmlformats.org/drawingml/2006/main">
              <a:ext uri="{FF2B5EF4-FFF2-40B4-BE49-F238E27FC236}">
                <a16:creationId xmlns:a16="http://schemas.microsoft.com/office/drawing/2014/main" id="{C8365DF9-AC8E-41DD-B609-84C9B185858B}"/>
              </a:ext>
            </a:extLst>
          </p:cNvPr>
          <p:cNvSpPr>
            <a:spLocks xmlns:a="http://schemas.openxmlformats.org/drawingml/2006/main" noGrp="1"/>
          </p:cNvSpPr>
          <p:nvPr/>
        </p:nvSpPr>
        <p:spPr>
          <a:xfrm xmlns:a="http://schemas.openxmlformats.org/drawingml/2006/main">
            <a:off x="224790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1" name="g81">
            <a:extLst xmlns:a="http://schemas.openxmlformats.org/drawingml/2006/main">
              <a:ext uri="{FF2B5EF4-FFF2-40B4-BE49-F238E27FC236}">
                <a16:creationId xmlns:a16="http://schemas.microsoft.com/office/drawing/2014/main" id="{BDEAA6A9-B12D-4258-890B-DEAA9EAA33F8}"/>
              </a:ext>
            </a:extLst>
          </p:cNvPr>
          <p:cNvSpPr>
            <a:spLocks xmlns:a="http://schemas.openxmlformats.org/drawingml/2006/main" noGrp="1"/>
          </p:cNvSpPr>
          <p:nvPr/>
        </p:nvSpPr>
        <p:spPr>
          <a:xfrm xmlns:a="http://schemas.openxmlformats.org/drawingml/2006/main">
            <a:off x="216217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2" name="g82">
            <a:extLst xmlns:a="http://schemas.openxmlformats.org/drawingml/2006/main">
              <a:ext uri="{FF2B5EF4-FFF2-40B4-BE49-F238E27FC236}">
                <a16:creationId xmlns:a16="http://schemas.microsoft.com/office/drawing/2014/main" id="{24FE636E-8A2F-40BE-B18A-7743F5EEDEBE}"/>
              </a:ext>
            </a:extLst>
          </p:cNvPr>
          <p:cNvSpPr>
            <a:spLocks xmlns:a="http://schemas.openxmlformats.org/drawingml/2006/main" noGrp="1"/>
          </p:cNvSpPr>
          <p:nvPr/>
        </p:nvSpPr>
        <p:spPr>
          <a:xfrm xmlns:a="http://schemas.openxmlformats.org/drawingml/2006/main">
            <a:off x="207645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3" name="g83">
            <a:extLst xmlns:a="http://schemas.openxmlformats.org/drawingml/2006/main">
              <a:ext uri="{FF2B5EF4-FFF2-40B4-BE49-F238E27FC236}">
                <a16:creationId xmlns:a16="http://schemas.microsoft.com/office/drawing/2014/main" id="{AF99BEEE-0F48-4CA9-B83B-9F36BD8E89D7}"/>
              </a:ext>
            </a:extLst>
          </p:cNvPr>
          <p:cNvSpPr>
            <a:spLocks xmlns:a="http://schemas.openxmlformats.org/drawingml/2006/main" noGrp="1"/>
          </p:cNvSpPr>
          <p:nvPr/>
        </p:nvSpPr>
        <p:spPr>
          <a:xfrm xmlns:a="http://schemas.openxmlformats.org/drawingml/2006/main">
            <a:off x="199072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4" name="g84">
            <a:extLst xmlns:a="http://schemas.openxmlformats.org/drawingml/2006/main">
              <a:ext uri="{FF2B5EF4-FFF2-40B4-BE49-F238E27FC236}">
                <a16:creationId xmlns:a16="http://schemas.microsoft.com/office/drawing/2014/main" id="{926C9A6E-960F-4791-BE07-52C29015A50C}"/>
              </a:ext>
            </a:extLst>
          </p:cNvPr>
          <p:cNvSpPr>
            <a:spLocks xmlns:a="http://schemas.openxmlformats.org/drawingml/2006/main" noGrp="1"/>
          </p:cNvSpPr>
          <p:nvPr/>
        </p:nvSpPr>
        <p:spPr>
          <a:xfrm xmlns:a="http://schemas.openxmlformats.org/drawingml/2006/main">
            <a:off x="190500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5" name="g85">
            <a:extLst xmlns:a="http://schemas.openxmlformats.org/drawingml/2006/main">
              <a:ext uri="{FF2B5EF4-FFF2-40B4-BE49-F238E27FC236}">
                <a16:creationId xmlns:a16="http://schemas.microsoft.com/office/drawing/2014/main" id="{B5BCFB96-2EC4-4038-AD86-8FC3AA83E8C3}"/>
              </a:ext>
            </a:extLst>
          </p:cNvPr>
          <p:cNvSpPr>
            <a:spLocks xmlns:a="http://schemas.openxmlformats.org/drawingml/2006/main" noGrp="1"/>
          </p:cNvSpPr>
          <p:nvPr/>
        </p:nvSpPr>
        <p:spPr>
          <a:xfrm xmlns:a="http://schemas.openxmlformats.org/drawingml/2006/main">
            <a:off x="181927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6" name="g86">
            <a:extLst xmlns:a="http://schemas.openxmlformats.org/drawingml/2006/main">
              <a:ext uri="{FF2B5EF4-FFF2-40B4-BE49-F238E27FC236}">
                <a16:creationId xmlns:a16="http://schemas.microsoft.com/office/drawing/2014/main" id="{7CA87172-7A01-4034-BBBB-186FD7967A21}"/>
              </a:ext>
            </a:extLst>
          </p:cNvPr>
          <p:cNvSpPr>
            <a:spLocks xmlns:a="http://schemas.openxmlformats.org/drawingml/2006/main" noGrp="1"/>
          </p:cNvSpPr>
          <p:nvPr/>
        </p:nvSpPr>
        <p:spPr>
          <a:xfrm xmlns:a="http://schemas.openxmlformats.org/drawingml/2006/main">
            <a:off x="173355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7" name="g87">
            <a:extLst xmlns:a="http://schemas.openxmlformats.org/drawingml/2006/main">
              <a:ext uri="{FF2B5EF4-FFF2-40B4-BE49-F238E27FC236}">
                <a16:creationId xmlns:a16="http://schemas.microsoft.com/office/drawing/2014/main" id="{F9A3A3BA-5699-439E-B3B8-A9555E7DA3E7}"/>
              </a:ext>
            </a:extLst>
          </p:cNvPr>
          <p:cNvSpPr>
            <a:spLocks xmlns:a="http://schemas.openxmlformats.org/drawingml/2006/main" noGrp="1"/>
          </p:cNvSpPr>
          <p:nvPr/>
        </p:nvSpPr>
        <p:spPr>
          <a:xfrm xmlns:a="http://schemas.openxmlformats.org/drawingml/2006/main">
            <a:off x="164782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8" name="g88">
            <a:extLst xmlns:a="http://schemas.openxmlformats.org/drawingml/2006/main">
              <a:ext uri="{FF2B5EF4-FFF2-40B4-BE49-F238E27FC236}">
                <a16:creationId xmlns:a16="http://schemas.microsoft.com/office/drawing/2014/main" id="{5FF86238-983B-47ED-8504-756C2C66B0B4}"/>
              </a:ext>
            </a:extLst>
          </p:cNvPr>
          <p:cNvSpPr>
            <a:spLocks xmlns:a="http://schemas.openxmlformats.org/drawingml/2006/main" noGrp="1"/>
          </p:cNvSpPr>
          <p:nvPr/>
        </p:nvSpPr>
        <p:spPr>
          <a:xfrm xmlns:a="http://schemas.openxmlformats.org/drawingml/2006/main">
            <a:off x="156210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89" name="g89">
            <a:extLst xmlns:a="http://schemas.openxmlformats.org/drawingml/2006/main">
              <a:ext uri="{FF2B5EF4-FFF2-40B4-BE49-F238E27FC236}">
                <a16:creationId xmlns:a16="http://schemas.microsoft.com/office/drawing/2014/main" id="{1A329938-A1E4-44E3-BC06-6C2575EF4F9F}"/>
              </a:ext>
            </a:extLst>
          </p:cNvPr>
          <p:cNvSpPr>
            <a:spLocks xmlns:a="http://schemas.openxmlformats.org/drawingml/2006/main" noGrp="1"/>
          </p:cNvSpPr>
          <p:nvPr/>
        </p:nvSpPr>
        <p:spPr>
          <a:xfrm xmlns:a="http://schemas.openxmlformats.org/drawingml/2006/main">
            <a:off x="147637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0" name="g90">
            <a:extLst xmlns:a="http://schemas.openxmlformats.org/drawingml/2006/main">
              <a:ext uri="{FF2B5EF4-FFF2-40B4-BE49-F238E27FC236}">
                <a16:creationId xmlns:a16="http://schemas.microsoft.com/office/drawing/2014/main" id="{D1D8E4A2-3C37-4C15-B76D-D12880E03717}"/>
              </a:ext>
            </a:extLst>
          </p:cNvPr>
          <p:cNvSpPr>
            <a:spLocks xmlns:a="http://schemas.openxmlformats.org/drawingml/2006/main" noGrp="1"/>
          </p:cNvSpPr>
          <p:nvPr/>
        </p:nvSpPr>
        <p:spPr>
          <a:xfrm xmlns:a="http://schemas.openxmlformats.org/drawingml/2006/main">
            <a:off x="139065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1" name="g91">
            <a:extLst xmlns:a="http://schemas.openxmlformats.org/drawingml/2006/main">
              <a:ext uri="{FF2B5EF4-FFF2-40B4-BE49-F238E27FC236}">
                <a16:creationId xmlns:a16="http://schemas.microsoft.com/office/drawing/2014/main" id="{0C79F40D-7F76-4792-8BB0-A525108D19CA}"/>
              </a:ext>
            </a:extLst>
          </p:cNvPr>
          <p:cNvSpPr>
            <a:spLocks xmlns:a="http://schemas.openxmlformats.org/drawingml/2006/main" noGrp="1"/>
          </p:cNvSpPr>
          <p:nvPr/>
        </p:nvSpPr>
        <p:spPr>
          <a:xfrm xmlns:a="http://schemas.openxmlformats.org/drawingml/2006/main">
            <a:off x="130492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2" name="g92">
            <a:extLst xmlns:a="http://schemas.openxmlformats.org/drawingml/2006/main">
              <a:ext uri="{FF2B5EF4-FFF2-40B4-BE49-F238E27FC236}">
                <a16:creationId xmlns:a16="http://schemas.microsoft.com/office/drawing/2014/main" id="{83C2025F-C48C-4E5A-A827-CA35B6EDDD7C}"/>
              </a:ext>
            </a:extLst>
          </p:cNvPr>
          <p:cNvSpPr>
            <a:spLocks xmlns:a="http://schemas.openxmlformats.org/drawingml/2006/main" noGrp="1"/>
          </p:cNvSpPr>
          <p:nvPr/>
        </p:nvSpPr>
        <p:spPr>
          <a:xfrm xmlns:a="http://schemas.openxmlformats.org/drawingml/2006/main">
            <a:off x="121920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3" name="g93">
            <a:extLst xmlns:a="http://schemas.openxmlformats.org/drawingml/2006/main">
              <a:ext uri="{FF2B5EF4-FFF2-40B4-BE49-F238E27FC236}">
                <a16:creationId xmlns:a16="http://schemas.microsoft.com/office/drawing/2014/main" id="{299D0341-FD9B-454A-9602-B572382F67ED}"/>
              </a:ext>
            </a:extLst>
          </p:cNvPr>
          <p:cNvSpPr>
            <a:spLocks xmlns:a="http://schemas.openxmlformats.org/drawingml/2006/main" noGrp="1"/>
          </p:cNvSpPr>
          <p:nvPr/>
        </p:nvSpPr>
        <p:spPr>
          <a:xfrm xmlns:a="http://schemas.openxmlformats.org/drawingml/2006/main">
            <a:off x="113347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4" name="g94">
            <a:extLst xmlns:a="http://schemas.openxmlformats.org/drawingml/2006/main">
              <a:ext uri="{FF2B5EF4-FFF2-40B4-BE49-F238E27FC236}">
                <a16:creationId xmlns:a16="http://schemas.microsoft.com/office/drawing/2014/main" id="{0133CE20-AC79-44F1-92C7-6B7696ED0E21}"/>
              </a:ext>
            </a:extLst>
          </p:cNvPr>
          <p:cNvSpPr>
            <a:spLocks xmlns:a="http://schemas.openxmlformats.org/drawingml/2006/main" noGrp="1"/>
          </p:cNvSpPr>
          <p:nvPr/>
        </p:nvSpPr>
        <p:spPr>
          <a:xfrm xmlns:a="http://schemas.openxmlformats.org/drawingml/2006/main">
            <a:off x="104775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5" name="g95">
            <a:extLst xmlns:a="http://schemas.openxmlformats.org/drawingml/2006/main">
              <a:ext uri="{FF2B5EF4-FFF2-40B4-BE49-F238E27FC236}">
                <a16:creationId xmlns:a16="http://schemas.microsoft.com/office/drawing/2014/main" id="{E30CFC22-E38C-4C9A-9998-38F3C00A5521}"/>
              </a:ext>
            </a:extLst>
          </p:cNvPr>
          <p:cNvSpPr>
            <a:spLocks xmlns:a="http://schemas.openxmlformats.org/drawingml/2006/main" noGrp="1"/>
          </p:cNvSpPr>
          <p:nvPr/>
        </p:nvSpPr>
        <p:spPr>
          <a:xfrm xmlns:a="http://schemas.openxmlformats.org/drawingml/2006/main">
            <a:off x="96202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6" name="g96">
            <a:extLst xmlns:a="http://schemas.openxmlformats.org/drawingml/2006/main">
              <a:ext uri="{FF2B5EF4-FFF2-40B4-BE49-F238E27FC236}">
                <a16:creationId xmlns:a16="http://schemas.microsoft.com/office/drawing/2014/main" id="{FBEAE604-3CE9-4567-8BA6-931B49525E3A}"/>
              </a:ext>
            </a:extLst>
          </p:cNvPr>
          <p:cNvSpPr>
            <a:spLocks xmlns:a="http://schemas.openxmlformats.org/drawingml/2006/main" noGrp="1"/>
          </p:cNvSpPr>
          <p:nvPr/>
        </p:nvSpPr>
        <p:spPr>
          <a:xfrm xmlns:a="http://schemas.openxmlformats.org/drawingml/2006/main">
            <a:off x="876300"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7" name="g97">
            <a:extLst xmlns:a="http://schemas.openxmlformats.org/drawingml/2006/main">
              <a:ext uri="{FF2B5EF4-FFF2-40B4-BE49-F238E27FC236}">
                <a16:creationId xmlns:a16="http://schemas.microsoft.com/office/drawing/2014/main" id="{656A7246-142F-4FCA-9B77-E72B5BE3DE8A}"/>
              </a:ext>
            </a:extLst>
          </p:cNvPr>
          <p:cNvSpPr>
            <a:spLocks xmlns:a="http://schemas.openxmlformats.org/drawingml/2006/main" noGrp="1"/>
          </p:cNvSpPr>
          <p:nvPr/>
        </p:nvSpPr>
        <p:spPr>
          <a:xfrm xmlns:a="http://schemas.openxmlformats.org/drawingml/2006/main">
            <a:off x="790575" y="616267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98" name="g98">
            <a:extLst xmlns:a="http://schemas.openxmlformats.org/drawingml/2006/main">
              <a:ext uri="{FF2B5EF4-FFF2-40B4-BE49-F238E27FC236}">
                <a16:creationId xmlns:a16="http://schemas.microsoft.com/office/drawing/2014/main" id="{5C1FEE70-BA6B-4296-8F00-4E2018A49C85}"/>
              </a:ext>
            </a:extLst>
          </p:cNvPr>
          <p:cNvSpPr>
            <a:spLocks xmlns:a="http://schemas.openxmlformats.org/drawingml/2006/main" noGrp="1"/>
          </p:cNvSpPr>
          <p:nvPr/>
        </p:nvSpPr>
        <p:spPr>
          <a:xfrm xmlns:a="http://schemas.openxmlformats.org/drawingml/2006/main">
            <a:off x="781050" y="61150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99" name="g99">
            <a:extLst xmlns:a="http://schemas.openxmlformats.org/drawingml/2006/main">
              <a:ext uri="{FF2B5EF4-FFF2-40B4-BE49-F238E27FC236}">
                <a16:creationId xmlns:a16="http://schemas.microsoft.com/office/drawing/2014/main" id="{E8098678-3A3C-46A6-A3EC-3D41A00B9191}"/>
              </a:ext>
            </a:extLst>
          </p:cNvPr>
          <p:cNvSpPr>
            <a:spLocks xmlns:a="http://schemas.openxmlformats.org/drawingml/2006/main" noGrp="1"/>
          </p:cNvSpPr>
          <p:nvPr/>
        </p:nvSpPr>
        <p:spPr>
          <a:xfrm xmlns:a="http://schemas.openxmlformats.org/drawingml/2006/main">
            <a:off x="781050" y="60293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0" name="g100">
            <a:extLst xmlns:a="http://schemas.openxmlformats.org/drawingml/2006/main">
              <a:ext uri="{FF2B5EF4-FFF2-40B4-BE49-F238E27FC236}">
                <a16:creationId xmlns:a16="http://schemas.microsoft.com/office/drawing/2014/main" id="{7EA5D800-0D89-469B-83A7-3CCE212925CB}"/>
              </a:ext>
            </a:extLst>
          </p:cNvPr>
          <p:cNvSpPr>
            <a:spLocks xmlns:a="http://schemas.openxmlformats.org/drawingml/2006/main" noGrp="1"/>
          </p:cNvSpPr>
          <p:nvPr/>
        </p:nvSpPr>
        <p:spPr>
          <a:xfrm xmlns:a="http://schemas.openxmlformats.org/drawingml/2006/main">
            <a:off x="781050" y="59436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1" name="g101">
            <a:extLst xmlns:a="http://schemas.openxmlformats.org/drawingml/2006/main">
              <a:ext uri="{FF2B5EF4-FFF2-40B4-BE49-F238E27FC236}">
                <a16:creationId xmlns:a16="http://schemas.microsoft.com/office/drawing/2014/main" id="{09024D26-A386-430E-B7ED-1DC2E9EEBB89}"/>
              </a:ext>
            </a:extLst>
          </p:cNvPr>
          <p:cNvSpPr>
            <a:spLocks xmlns:a="http://schemas.openxmlformats.org/drawingml/2006/main" noGrp="1"/>
          </p:cNvSpPr>
          <p:nvPr/>
        </p:nvSpPr>
        <p:spPr>
          <a:xfrm xmlns:a="http://schemas.openxmlformats.org/drawingml/2006/main">
            <a:off x="781050" y="58578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2" name="g102">
            <a:extLst xmlns:a="http://schemas.openxmlformats.org/drawingml/2006/main">
              <a:ext uri="{FF2B5EF4-FFF2-40B4-BE49-F238E27FC236}">
                <a16:creationId xmlns:a16="http://schemas.microsoft.com/office/drawing/2014/main" id="{23DAEEF3-400A-4A6F-BDB4-8F91D1B79955}"/>
              </a:ext>
            </a:extLst>
          </p:cNvPr>
          <p:cNvSpPr>
            <a:spLocks xmlns:a="http://schemas.openxmlformats.org/drawingml/2006/main" noGrp="1"/>
          </p:cNvSpPr>
          <p:nvPr/>
        </p:nvSpPr>
        <p:spPr>
          <a:xfrm xmlns:a="http://schemas.openxmlformats.org/drawingml/2006/main">
            <a:off x="781050" y="57721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3" name="g103">
            <a:extLst xmlns:a="http://schemas.openxmlformats.org/drawingml/2006/main">
              <a:ext uri="{FF2B5EF4-FFF2-40B4-BE49-F238E27FC236}">
                <a16:creationId xmlns:a16="http://schemas.microsoft.com/office/drawing/2014/main" id="{2EDD1669-DF39-4217-B5E9-55C06EA269D5}"/>
              </a:ext>
            </a:extLst>
          </p:cNvPr>
          <p:cNvSpPr>
            <a:spLocks xmlns:a="http://schemas.openxmlformats.org/drawingml/2006/main" noGrp="1"/>
          </p:cNvSpPr>
          <p:nvPr/>
        </p:nvSpPr>
        <p:spPr>
          <a:xfrm xmlns:a="http://schemas.openxmlformats.org/drawingml/2006/main">
            <a:off x="781050" y="56864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4" name="g104">
            <a:extLst xmlns:a="http://schemas.openxmlformats.org/drawingml/2006/main">
              <a:ext uri="{FF2B5EF4-FFF2-40B4-BE49-F238E27FC236}">
                <a16:creationId xmlns:a16="http://schemas.microsoft.com/office/drawing/2014/main" id="{0B7428A0-04CB-4EE6-B498-36D2ADC81B3A}"/>
              </a:ext>
            </a:extLst>
          </p:cNvPr>
          <p:cNvSpPr>
            <a:spLocks xmlns:a="http://schemas.openxmlformats.org/drawingml/2006/main" noGrp="1"/>
          </p:cNvSpPr>
          <p:nvPr/>
        </p:nvSpPr>
        <p:spPr>
          <a:xfrm xmlns:a="http://schemas.openxmlformats.org/drawingml/2006/main">
            <a:off x="781050" y="56007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5" name="g105">
            <a:extLst xmlns:a="http://schemas.openxmlformats.org/drawingml/2006/main">
              <a:ext uri="{FF2B5EF4-FFF2-40B4-BE49-F238E27FC236}">
                <a16:creationId xmlns:a16="http://schemas.microsoft.com/office/drawing/2014/main" id="{1C59FD41-7824-4B77-915D-67C7BA2C4270}"/>
              </a:ext>
            </a:extLst>
          </p:cNvPr>
          <p:cNvSpPr>
            <a:spLocks xmlns:a="http://schemas.openxmlformats.org/drawingml/2006/main" noGrp="1"/>
          </p:cNvSpPr>
          <p:nvPr/>
        </p:nvSpPr>
        <p:spPr>
          <a:xfrm xmlns:a="http://schemas.openxmlformats.org/drawingml/2006/main">
            <a:off x="781050" y="55149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6" name="g106">
            <a:extLst xmlns:a="http://schemas.openxmlformats.org/drawingml/2006/main">
              <a:ext uri="{FF2B5EF4-FFF2-40B4-BE49-F238E27FC236}">
                <a16:creationId xmlns:a16="http://schemas.microsoft.com/office/drawing/2014/main" id="{75339553-CE5C-4E05-A4B0-D93D29B30AF9}"/>
              </a:ext>
            </a:extLst>
          </p:cNvPr>
          <p:cNvSpPr>
            <a:spLocks xmlns:a="http://schemas.openxmlformats.org/drawingml/2006/main" noGrp="1"/>
          </p:cNvSpPr>
          <p:nvPr/>
        </p:nvSpPr>
        <p:spPr>
          <a:xfrm xmlns:a="http://schemas.openxmlformats.org/drawingml/2006/main">
            <a:off x="781050" y="54292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7" name="g107">
            <a:extLst xmlns:a="http://schemas.openxmlformats.org/drawingml/2006/main">
              <a:ext uri="{FF2B5EF4-FFF2-40B4-BE49-F238E27FC236}">
                <a16:creationId xmlns:a16="http://schemas.microsoft.com/office/drawing/2014/main" id="{8B0B7B19-EB25-430C-8207-6ECBA616D6E8}"/>
              </a:ext>
            </a:extLst>
          </p:cNvPr>
          <p:cNvSpPr>
            <a:spLocks xmlns:a="http://schemas.openxmlformats.org/drawingml/2006/main" noGrp="1"/>
          </p:cNvSpPr>
          <p:nvPr/>
        </p:nvSpPr>
        <p:spPr>
          <a:xfrm xmlns:a="http://schemas.openxmlformats.org/drawingml/2006/main">
            <a:off x="781050" y="53435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8" name="g108">
            <a:extLst xmlns:a="http://schemas.openxmlformats.org/drawingml/2006/main">
              <a:ext uri="{FF2B5EF4-FFF2-40B4-BE49-F238E27FC236}">
                <a16:creationId xmlns:a16="http://schemas.microsoft.com/office/drawing/2014/main" id="{1811E934-B7AE-4BE5-9CE0-C906E51DAACB}"/>
              </a:ext>
            </a:extLst>
          </p:cNvPr>
          <p:cNvSpPr>
            <a:spLocks xmlns:a="http://schemas.openxmlformats.org/drawingml/2006/main" noGrp="1"/>
          </p:cNvSpPr>
          <p:nvPr/>
        </p:nvSpPr>
        <p:spPr>
          <a:xfrm xmlns:a="http://schemas.openxmlformats.org/drawingml/2006/main">
            <a:off x="781050" y="52578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09" name="g109">
            <a:extLst xmlns:a="http://schemas.openxmlformats.org/drawingml/2006/main">
              <a:ext uri="{FF2B5EF4-FFF2-40B4-BE49-F238E27FC236}">
                <a16:creationId xmlns:a16="http://schemas.microsoft.com/office/drawing/2014/main" id="{C175A22F-CDF8-4497-A665-89087BEA45F4}"/>
              </a:ext>
            </a:extLst>
          </p:cNvPr>
          <p:cNvSpPr>
            <a:spLocks xmlns:a="http://schemas.openxmlformats.org/drawingml/2006/main" noGrp="1"/>
          </p:cNvSpPr>
          <p:nvPr/>
        </p:nvSpPr>
        <p:spPr>
          <a:xfrm xmlns:a="http://schemas.openxmlformats.org/drawingml/2006/main">
            <a:off x="781050" y="51720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0" name="g110">
            <a:extLst xmlns:a="http://schemas.openxmlformats.org/drawingml/2006/main">
              <a:ext uri="{FF2B5EF4-FFF2-40B4-BE49-F238E27FC236}">
                <a16:creationId xmlns:a16="http://schemas.microsoft.com/office/drawing/2014/main" id="{759A5354-9B13-43E5-85BC-C59A39D49B3B}"/>
              </a:ext>
            </a:extLst>
          </p:cNvPr>
          <p:cNvSpPr>
            <a:spLocks xmlns:a="http://schemas.openxmlformats.org/drawingml/2006/main" noGrp="1"/>
          </p:cNvSpPr>
          <p:nvPr/>
        </p:nvSpPr>
        <p:spPr>
          <a:xfrm xmlns:a="http://schemas.openxmlformats.org/drawingml/2006/main">
            <a:off x="781050" y="50863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1" name="g111">
            <a:extLst xmlns:a="http://schemas.openxmlformats.org/drawingml/2006/main">
              <a:ext uri="{FF2B5EF4-FFF2-40B4-BE49-F238E27FC236}">
                <a16:creationId xmlns:a16="http://schemas.microsoft.com/office/drawing/2014/main" id="{B7C84384-49C7-4AB7-92C2-07625472D030}"/>
              </a:ext>
            </a:extLst>
          </p:cNvPr>
          <p:cNvSpPr>
            <a:spLocks xmlns:a="http://schemas.openxmlformats.org/drawingml/2006/main" noGrp="1"/>
          </p:cNvSpPr>
          <p:nvPr/>
        </p:nvSpPr>
        <p:spPr>
          <a:xfrm xmlns:a="http://schemas.openxmlformats.org/drawingml/2006/main">
            <a:off x="781050" y="50006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2" name="g112">
            <a:extLst xmlns:a="http://schemas.openxmlformats.org/drawingml/2006/main">
              <a:ext uri="{FF2B5EF4-FFF2-40B4-BE49-F238E27FC236}">
                <a16:creationId xmlns:a16="http://schemas.microsoft.com/office/drawing/2014/main" id="{6C9BDD88-DC61-49F9-9679-878568D031DA}"/>
              </a:ext>
            </a:extLst>
          </p:cNvPr>
          <p:cNvSpPr>
            <a:spLocks xmlns:a="http://schemas.openxmlformats.org/drawingml/2006/main" noGrp="1"/>
          </p:cNvSpPr>
          <p:nvPr/>
        </p:nvSpPr>
        <p:spPr>
          <a:xfrm xmlns:a="http://schemas.openxmlformats.org/drawingml/2006/main">
            <a:off x="781050" y="49149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3" name="g113">
            <a:extLst xmlns:a="http://schemas.openxmlformats.org/drawingml/2006/main">
              <a:ext uri="{FF2B5EF4-FFF2-40B4-BE49-F238E27FC236}">
                <a16:creationId xmlns:a16="http://schemas.microsoft.com/office/drawing/2014/main" id="{4DFFC3EC-A9E4-4D14-9747-F6B91AEAA7B3}"/>
              </a:ext>
            </a:extLst>
          </p:cNvPr>
          <p:cNvSpPr>
            <a:spLocks xmlns:a="http://schemas.openxmlformats.org/drawingml/2006/main" noGrp="1"/>
          </p:cNvSpPr>
          <p:nvPr/>
        </p:nvSpPr>
        <p:spPr>
          <a:xfrm xmlns:a="http://schemas.openxmlformats.org/drawingml/2006/main">
            <a:off x="781050" y="48291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4" name="g114">
            <a:extLst xmlns:a="http://schemas.openxmlformats.org/drawingml/2006/main">
              <a:ext uri="{FF2B5EF4-FFF2-40B4-BE49-F238E27FC236}">
                <a16:creationId xmlns:a16="http://schemas.microsoft.com/office/drawing/2014/main" id="{130B6614-C26F-43C8-A9CE-C010362F24B3}"/>
              </a:ext>
            </a:extLst>
          </p:cNvPr>
          <p:cNvSpPr>
            <a:spLocks xmlns:a="http://schemas.openxmlformats.org/drawingml/2006/main" noGrp="1"/>
          </p:cNvSpPr>
          <p:nvPr/>
        </p:nvSpPr>
        <p:spPr>
          <a:xfrm xmlns:a="http://schemas.openxmlformats.org/drawingml/2006/main">
            <a:off x="781050" y="47434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5" name="g115">
            <a:extLst xmlns:a="http://schemas.openxmlformats.org/drawingml/2006/main">
              <a:ext uri="{FF2B5EF4-FFF2-40B4-BE49-F238E27FC236}">
                <a16:creationId xmlns:a16="http://schemas.microsoft.com/office/drawing/2014/main" id="{09BBB45B-278B-4AB1-935C-A2B141CB3D7B}"/>
              </a:ext>
            </a:extLst>
          </p:cNvPr>
          <p:cNvSpPr>
            <a:spLocks xmlns:a="http://schemas.openxmlformats.org/drawingml/2006/main" noGrp="1"/>
          </p:cNvSpPr>
          <p:nvPr/>
        </p:nvSpPr>
        <p:spPr>
          <a:xfrm xmlns:a="http://schemas.openxmlformats.org/drawingml/2006/main">
            <a:off x="781050" y="46577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6" name="g116">
            <a:extLst xmlns:a="http://schemas.openxmlformats.org/drawingml/2006/main">
              <a:ext uri="{FF2B5EF4-FFF2-40B4-BE49-F238E27FC236}">
                <a16:creationId xmlns:a16="http://schemas.microsoft.com/office/drawing/2014/main" id="{3CD3E0EB-2F44-4B52-895A-03992EF21AC2}"/>
              </a:ext>
            </a:extLst>
          </p:cNvPr>
          <p:cNvSpPr>
            <a:spLocks xmlns:a="http://schemas.openxmlformats.org/drawingml/2006/main" noGrp="1"/>
          </p:cNvSpPr>
          <p:nvPr/>
        </p:nvSpPr>
        <p:spPr>
          <a:xfrm xmlns:a="http://schemas.openxmlformats.org/drawingml/2006/main">
            <a:off x="781050" y="45720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7" name="g117">
            <a:extLst xmlns:a="http://schemas.openxmlformats.org/drawingml/2006/main">
              <a:ext uri="{FF2B5EF4-FFF2-40B4-BE49-F238E27FC236}">
                <a16:creationId xmlns:a16="http://schemas.microsoft.com/office/drawing/2014/main" id="{25004746-3601-49D0-A7C4-987A5881761E}"/>
              </a:ext>
            </a:extLst>
          </p:cNvPr>
          <p:cNvSpPr>
            <a:spLocks xmlns:a="http://schemas.openxmlformats.org/drawingml/2006/main" noGrp="1"/>
          </p:cNvSpPr>
          <p:nvPr/>
        </p:nvSpPr>
        <p:spPr>
          <a:xfrm xmlns:a="http://schemas.openxmlformats.org/drawingml/2006/main">
            <a:off x="781050" y="44862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8" name="g118">
            <a:extLst xmlns:a="http://schemas.openxmlformats.org/drawingml/2006/main">
              <a:ext uri="{FF2B5EF4-FFF2-40B4-BE49-F238E27FC236}">
                <a16:creationId xmlns:a16="http://schemas.microsoft.com/office/drawing/2014/main" id="{4F7B64E5-AD24-47F4-8C7E-A62FC376541E}"/>
              </a:ext>
            </a:extLst>
          </p:cNvPr>
          <p:cNvSpPr>
            <a:spLocks xmlns:a="http://schemas.openxmlformats.org/drawingml/2006/main" noGrp="1"/>
          </p:cNvSpPr>
          <p:nvPr/>
        </p:nvSpPr>
        <p:spPr>
          <a:xfrm xmlns:a="http://schemas.openxmlformats.org/drawingml/2006/main">
            <a:off x="781050" y="44005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19" name="g119">
            <a:extLst xmlns:a="http://schemas.openxmlformats.org/drawingml/2006/main">
              <a:ext uri="{FF2B5EF4-FFF2-40B4-BE49-F238E27FC236}">
                <a16:creationId xmlns:a16="http://schemas.microsoft.com/office/drawing/2014/main" id="{C0A1F5AF-1250-45B6-9EA6-DFB944E56010}"/>
              </a:ext>
            </a:extLst>
          </p:cNvPr>
          <p:cNvSpPr>
            <a:spLocks xmlns:a="http://schemas.openxmlformats.org/drawingml/2006/main" noGrp="1"/>
          </p:cNvSpPr>
          <p:nvPr/>
        </p:nvSpPr>
        <p:spPr>
          <a:xfrm xmlns:a="http://schemas.openxmlformats.org/drawingml/2006/main">
            <a:off x="781050" y="43148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0" name="g120">
            <a:extLst xmlns:a="http://schemas.openxmlformats.org/drawingml/2006/main">
              <a:ext uri="{FF2B5EF4-FFF2-40B4-BE49-F238E27FC236}">
                <a16:creationId xmlns:a16="http://schemas.microsoft.com/office/drawing/2014/main" id="{135AA380-AEB6-4E68-9523-725731C9F477}"/>
              </a:ext>
            </a:extLst>
          </p:cNvPr>
          <p:cNvSpPr>
            <a:spLocks xmlns:a="http://schemas.openxmlformats.org/drawingml/2006/main" noGrp="1"/>
          </p:cNvSpPr>
          <p:nvPr/>
        </p:nvSpPr>
        <p:spPr>
          <a:xfrm xmlns:a="http://schemas.openxmlformats.org/drawingml/2006/main">
            <a:off x="781050" y="42291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1" name="g121">
            <a:extLst xmlns:a="http://schemas.openxmlformats.org/drawingml/2006/main">
              <a:ext uri="{FF2B5EF4-FFF2-40B4-BE49-F238E27FC236}">
                <a16:creationId xmlns:a16="http://schemas.microsoft.com/office/drawing/2014/main" id="{E21BAD54-350D-4107-BAF5-DB0EE79C92F5}"/>
              </a:ext>
            </a:extLst>
          </p:cNvPr>
          <p:cNvSpPr>
            <a:spLocks xmlns:a="http://schemas.openxmlformats.org/drawingml/2006/main" noGrp="1"/>
          </p:cNvSpPr>
          <p:nvPr/>
        </p:nvSpPr>
        <p:spPr>
          <a:xfrm xmlns:a="http://schemas.openxmlformats.org/drawingml/2006/main">
            <a:off x="781050" y="41433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2" name="g122">
            <a:extLst xmlns:a="http://schemas.openxmlformats.org/drawingml/2006/main">
              <a:ext uri="{FF2B5EF4-FFF2-40B4-BE49-F238E27FC236}">
                <a16:creationId xmlns:a16="http://schemas.microsoft.com/office/drawing/2014/main" id="{79AAEB7F-5FF0-49C9-AE84-33F6628CC421}"/>
              </a:ext>
            </a:extLst>
          </p:cNvPr>
          <p:cNvSpPr>
            <a:spLocks xmlns:a="http://schemas.openxmlformats.org/drawingml/2006/main" noGrp="1"/>
          </p:cNvSpPr>
          <p:nvPr/>
        </p:nvSpPr>
        <p:spPr>
          <a:xfrm xmlns:a="http://schemas.openxmlformats.org/drawingml/2006/main">
            <a:off x="781050" y="40576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3" name="g123">
            <a:extLst xmlns:a="http://schemas.openxmlformats.org/drawingml/2006/main">
              <a:ext uri="{FF2B5EF4-FFF2-40B4-BE49-F238E27FC236}">
                <a16:creationId xmlns:a16="http://schemas.microsoft.com/office/drawing/2014/main" id="{63C3D55E-7A74-4456-A557-4420909F7A92}"/>
              </a:ext>
            </a:extLst>
          </p:cNvPr>
          <p:cNvSpPr>
            <a:spLocks xmlns:a="http://schemas.openxmlformats.org/drawingml/2006/main" noGrp="1"/>
          </p:cNvSpPr>
          <p:nvPr/>
        </p:nvSpPr>
        <p:spPr>
          <a:xfrm xmlns:a="http://schemas.openxmlformats.org/drawingml/2006/main">
            <a:off x="781050" y="39719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4" name="g124">
            <a:extLst xmlns:a="http://schemas.openxmlformats.org/drawingml/2006/main">
              <a:ext uri="{FF2B5EF4-FFF2-40B4-BE49-F238E27FC236}">
                <a16:creationId xmlns:a16="http://schemas.microsoft.com/office/drawing/2014/main" id="{85617A22-1857-483F-ABD2-08FF44B5C96B}"/>
              </a:ext>
            </a:extLst>
          </p:cNvPr>
          <p:cNvSpPr>
            <a:spLocks xmlns:a="http://schemas.openxmlformats.org/drawingml/2006/main" noGrp="1"/>
          </p:cNvSpPr>
          <p:nvPr/>
        </p:nvSpPr>
        <p:spPr>
          <a:xfrm xmlns:a="http://schemas.openxmlformats.org/drawingml/2006/main">
            <a:off x="781050" y="38862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5" name="g125">
            <a:extLst xmlns:a="http://schemas.openxmlformats.org/drawingml/2006/main">
              <a:ext uri="{FF2B5EF4-FFF2-40B4-BE49-F238E27FC236}">
                <a16:creationId xmlns:a16="http://schemas.microsoft.com/office/drawing/2014/main" id="{73626533-377B-4B07-AC4D-08D597208526}"/>
              </a:ext>
            </a:extLst>
          </p:cNvPr>
          <p:cNvSpPr>
            <a:spLocks xmlns:a="http://schemas.openxmlformats.org/drawingml/2006/main" noGrp="1"/>
          </p:cNvSpPr>
          <p:nvPr/>
        </p:nvSpPr>
        <p:spPr>
          <a:xfrm xmlns:a="http://schemas.openxmlformats.org/drawingml/2006/main">
            <a:off x="781050" y="38004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6" name="g126">
            <a:extLst xmlns:a="http://schemas.openxmlformats.org/drawingml/2006/main">
              <a:ext uri="{FF2B5EF4-FFF2-40B4-BE49-F238E27FC236}">
                <a16:creationId xmlns:a16="http://schemas.microsoft.com/office/drawing/2014/main" id="{79E55C44-5E70-4EC3-84C6-2C5135A54D9F}"/>
              </a:ext>
            </a:extLst>
          </p:cNvPr>
          <p:cNvSpPr>
            <a:spLocks xmlns:a="http://schemas.openxmlformats.org/drawingml/2006/main" noGrp="1"/>
          </p:cNvSpPr>
          <p:nvPr/>
        </p:nvSpPr>
        <p:spPr>
          <a:xfrm xmlns:a="http://schemas.openxmlformats.org/drawingml/2006/main">
            <a:off x="781050" y="37147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7" name="g127">
            <a:extLst xmlns:a="http://schemas.openxmlformats.org/drawingml/2006/main">
              <a:ext uri="{FF2B5EF4-FFF2-40B4-BE49-F238E27FC236}">
                <a16:creationId xmlns:a16="http://schemas.microsoft.com/office/drawing/2014/main" id="{042F83F0-2510-4947-8C4D-F239AEDB46B0}"/>
              </a:ext>
            </a:extLst>
          </p:cNvPr>
          <p:cNvSpPr>
            <a:spLocks xmlns:a="http://schemas.openxmlformats.org/drawingml/2006/main" noGrp="1"/>
          </p:cNvSpPr>
          <p:nvPr/>
        </p:nvSpPr>
        <p:spPr>
          <a:xfrm xmlns:a="http://schemas.openxmlformats.org/drawingml/2006/main">
            <a:off x="781050" y="36290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8" name="g128">
            <a:extLst xmlns:a="http://schemas.openxmlformats.org/drawingml/2006/main">
              <a:ext uri="{FF2B5EF4-FFF2-40B4-BE49-F238E27FC236}">
                <a16:creationId xmlns:a16="http://schemas.microsoft.com/office/drawing/2014/main" id="{7DA08CC7-6402-42FC-AABE-A964A54CD583}"/>
              </a:ext>
            </a:extLst>
          </p:cNvPr>
          <p:cNvSpPr>
            <a:spLocks xmlns:a="http://schemas.openxmlformats.org/drawingml/2006/main" noGrp="1"/>
          </p:cNvSpPr>
          <p:nvPr/>
        </p:nvSpPr>
        <p:spPr>
          <a:xfrm xmlns:a="http://schemas.openxmlformats.org/drawingml/2006/main">
            <a:off x="781050" y="35433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29" name="g129">
            <a:extLst xmlns:a="http://schemas.openxmlformats.org/drawingml/2006/main">
              <a:ext uri="{FF2B5EF4-FFF2-40B4-BE49-F238E27FC236}">
                <a16:creationId xmlns:a16="http://schemas.microsoft.com/office/drawing/2014/main" id="{7F22AB08-57F0-45FB-8035-30067290FAEF}"/>
              </a:ext>
            </a:extLst>
          </p:cNvPr>
          <p:cNvSpPr>
            <a:spLocks xmlns:a="http://schemas.openxmlformats.org/drawingml/2006/main" noGrp="1"/>
          </p:cNvSpPr>
          <p:nvPr/>
        </p:nvSpPr>
        <p:spPr>
          <a:xfrm xmlns:a="http://schemas.openxmlformats.org/drawingml/2006/main">
            <a:off x="781050" y="34575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0" name="g130">
            <a:extLst xmlns:a="http://schemas.openxmlformats.org/drawingml/2006/main">
              <a:ext uri="{FF2B5EF4-FFF2-40B4-BE49-F238E27FC236}">
                <a16:creationId xmlns:a16="http://schemas.microsoft.com/office/drawing/2014/main" id="{034B1965-FD07-4F61-9F41-FBD38C08415F}"/>
              </a:ext>
            </a:extLst>
          </p:cNvPr>
          <p:cNvSpPr>
            <a:spLocks xmlns:a="http://schemas.openxmlformats.org/drawingml/2006/main" noGrp="1"/>
          </p:cNvSpPr>
          <p:nvPr/>
        </p:nvSpPr>
        <p:spPr>
          <a:xfrm xmlns:a="http://schemas.openxmlformats.org/drawingml/2006/main">
            <a:off x="781050" y="33718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1" name="g131">
            <a:extLst xmlns:a="http://schemas.openxmlformats.org/drawingml/2006/main">
              <a:ext uri="{FF2B5EF4-FFF2-40B4-BE49-F238E27FC236}">
                <a16:creationId xmlns:a16="http://schemas.microsoft.com/office/drawing/2014/main" id="{31E78601-3157-4485-AE72-5A5F5C19F8BF}"/>
              </a:ext>
            </a:extLst>
          </p:cNvPr>
          <p:cNvSpPr>
            <a:spLocks xmlns:a="http://schemas.openxmlformats.org/drawingml/2006/main" noGrp="1"/>
          </p:cNvSpPr>
          <p:nvPr/>
        </p:nvSpPr>
        <p:spPr>
          <a:xfrm xmlns:a="http://schemas.openxmlformats.org/drawingml/2006/main">
            <a:off x="781050" y="32861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2" name="g132">
            <a:extLst xmlns:a="http://schemas.openxmlformats.org/drawingml/2006/main">
              <a:ext uri="{FF2B5EF4-FFF2-40B4-BE49-F238E27FC236}">
                <a16:creationId xmlns:a16="http://schemas.microsoft.com/office/drawing/2014/main" id="{04282392-8EF0-4EEF-9311-12156E22163F}"/>
              </a:ext>
            </a:extLst>
          </p:cNvPr>
          <p:cNvSpPr>
            <a:spLocks xmlns:a="http://schemas.openxmlformats.org/drawingml/2006/main" noGrp="1"/>
          </p:cNvSpPr>
          <p:nvPr/>
        </p:nvSpPr>
        <p:spPr>
          <a:xfrm xmlns:a="http://schemas.openxmlformats.org/drawingml/2006/main">
            <a:off x="781050" y="32004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3" name="g133">
            <a:extLst xmlns:a="http://schemas.openxmlformats.org/drawingml/2006/main">
              <a:ext uri="{FF2B5EF4-FFF2-40B4-BE49-F238E27FC236}">
                <a16:creationId xmlns:a16="http://schemas.microsoft.com/office/drawing/2014/main" id="{8823B5D0-F7C3-4709-B8F3-EED8F3783BEA}"/>
              </a:ext>
            </a:extLst>
          </p:cNvPr>
          <p:cNvSpPr>
            <a:spLocks xmlns:a="http://schemas.openxmlformats.org/drawingml/2006/main" noGrp="1"/>
          </p:cNvSpPr>
          <p:nvPr/>
        </p:nvSpPr>
        <p:spPr>
          <a:xfrm xmlns:a="http://schemas.openxmlformats.org/drawingml/2006/main">
            <a:off x="781050" y="31146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4" name="g134">
            <a:extLst xmlns:a="http://schemas.openxmlformats.org/drawingml/2006/main">
              <a:ext uri="{FF2B5EF4-FFF2-40B4-BE49-F238E27FC236}">
                <a16:creationId xmlns:a16="http://schemas.microsoft.com/office/drawing/2014/main" id="{8F4736C0-8278-4202-BF48-3A482D9702D6}"/>
              </a:ext>
            </a:extLst>
          </p:cNvPr>
          <p:cNvSpPr>
            <a:spLocks xmlns:a="http://schemas.openxmlformats.org/drawingml/2006/main" noGrp="1"/>
          </p:cNvSpPr>
          <p:nvPr/>
        </p:nvSpPr>
        <p:spPr>
          <a:xfrm xmlns:a="http://schemas.openxmlformats.org/drawingml/2006/main">
            <a:off x="781050" y="30289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5" name="g135">
            <a:extLst xmlns:a="http://schemas.openxmlformats.org/drawingml/2006/main">
              <a:ext uri="{FF2B5EF4-FFF2-40B4-BE49-F238E27FC236}">
                <a16:creationId xmlns:a16="http://schemas.microsoft.com/office/drawing/2014/main" id="{D3F26FC7-7119-4CCA-9485-5D4CFC29D83E}"/>
              </a:ext>
            </a:extLst>
          </p:cNvPr>
          <p:cNvSpPr>
            <a:spLocks xmlns:a="http://schemas.openxmlformats.org/drawingml/2006/main" noGrp="1"/>
          </p:cNvSpPr>
          <p:nvPr/>
        </p:nvSpPr>
        <p:spPr>
          <a:xfrm xmlns:a="http://schemas.openxmlformats.org/drawingml/2006/main">
            <a:off x="781050" y="29432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6" name="g136">
            <a:extLst xmlns:a="http://schemas.openxmlformats.org/drawingml/2006/main">
              <a:ext uri="{FF2B5EF4-FFF2-40B4-BE49-F238E27FC236}">
                <a16:creationId xmlns:a16="http://schemas.microsoft.com/office/drawing/2014/main" id="{115A28CB-F62E-42BC-AC5B-95E68E9773D0}"/>
              </a:ext>
            </a:extLst>
          </p:cNvPr>
          <p:cNvSpPr>
            <a:spLocks xmlns:a="http://schemas.openxmlformats.org/drawingml/2006/main" noGrp="1"/>
          </p:cNvSpPr>
          <p:nvPr/>
        </p:nvSpPr>
        <p:spPr>
          <a:xfrm xmlns:a="http://schemas.openxmlformats.org/drawingml/2006/main">
            <a:off x="781050" y="28575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7" name="g137">
            <a:extLst xmlns:a="http://schemas.openxmlformats.org/drawingml/2006/main">
              <a:ext uri="{FF2B5EF4-FFF2-40B4-BE49-F238E27FC236}">
                <a16:creationId xmlns:a16="http://schemas.microsoft.com/office/drawing/2014/main" id="{31D58136-674D-449A-B36F-8B0C24EFB9BC}"/>
              </a:ext>
            </a:extLst>
          </p:cNvPr>
          <p:cNvSpPr>
            <a:spLocks xmlns:a="http://schemas.openxmlformats.org/drawingml/2006/main" noGrp="1"/>
          </p:cNvSpPr>
          <p:nvPr/>
        </p:nvSpPr>
        <p:spPr>
          <a:xfrm xmlns:a="http://schemas.openxmlformats.org/drawingml/2006/main">
            <a:off x="781050" y="27717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138" name="g138">
            <a:extLst xmlns:a="http://schemas.openxmlformats.org/drawingml/2006/main">
              <a:ext uri="{FF2B5EF4-FFF2-40B4-BE49-F238E27FC236}">
                <a16:creationId xmlns:a16="http://schemas.microsoft.com/office/drawing/2014/main" id="{7BF9F3D5-6247-41D7-821B-AD9DF4C4E3D2}"/>
              </a:ext>
            </a:extLst>
          </p:cNvPr>
          <p:cNvSpPr>
            <a:spLocks xmlns:a="http://schemas.openxmlformats.org/drawingml/2006/main" noGrp="1"/>
          </p:cNvSpPr>
          <p:nvPr/>
        </p:nvSpPr>
        <p:spPr>
          <a:xfrm xmlns:a="http://schemas.openxmlformats.org/drawingml/2006/main">
            <a:off x="781050" y="2695575"/>
            <a:ext cx="953" cy="38100"/>
          </a:xfrm>
          <a:custGeom xmlns:a="http://schemas.openxmlformats.org/drawingml/2006/main">
            <a:pathLst>
              <a:path w="953" h="38100">
                <a:moveTo>
                  <a:pt x="0" y="38100"/>
                </a:moveTo>
                <a:lnTo>
                  <a:pt x="0" y="0"/>
                </a:lnTo>
              </a:path>
            </a:pathLst>
          </a:custGeom>
          <a:noFill xmlns:a="http://schemas.openxmlformats.org/drawingml/2006/main"/>
          <a:ln xmlns:a="http://schemas.openxmlformats.org/drawingml/2006/main" w="10478">
            <a:solidFill>
              <a:srgbClr val="CDCDCD"/>
            </a:solidFill>
          </a:ln>
        </p:spPr>
      </p:sp>
      <p:sp>
        <p:nvSpPr>
          <p:cNvPr id="139" name="g139">
            <a:extLst xmlns:a="http://schemas.openxmlformats.org/drawingml/2006/main">
              <a:ext uri="{FF2B5EF4-FFF2-40B4-BE49-F238E27FC236}">
                <a16:creationId xmlns:a16="http://schemas.microsoft.com/office/drawing/2014/main" id="{AA7863FD-016F-44A1-A763-9E6FA59AC880}"/>
              </a:ext>
            </a:extLst>
          </p:cNvPr>
          <p:cNvSpPr>
            <a:spLocks xmlns:a="http://schemas.openxmlformats.org/drawingml/2006/main" noGrp="1"/>
          </p:cNvSpPr>
          <p:nvPr/>
        </p:nvSpPr>
        <p:spPr>
          <a:xfrm xmlns:a="http://schemas.openxmlformats.org/drawingml/2006/main">
            <a:off x="990600" y="2876550"/>
            <a:ext cx="1362075" cy="523875"/>
          </a:xfrm>
          <a:prstGeom xmlns:a="http://schemas.openxmlformats.org/drawingml/2006/main" prst="roundRect">
            <a:avLst>
              <a:gd name="adj" fmla="val 18182"/>
            </a:avLst>
          </a:prstGeom>
          <a:solidFill xmlns:a="http://schemas.openxmlformats.org/drawingml/2006/main">
            <a:srgbClr val="BDCCFF"/>
          </a:solidFill>
          <a:ln xmlns:a="http://schemas.openxmlformats.org/drawingml/2006/main" w="0">
            <a:noFill/>
          </a:ln>
        </p:spPr>
      </p:sp>
      <p:sp>
        <p:nvSpPr>
          <p:cNvPr id="140" name="g140">
            <a:extLst xmlns:a="http://schemas.openxmlformats.org/drawingml/2006/main">
              <a:ext uri="{FF2B5EF4-FFF2-40B4-BE49-F238E27FC236}">
                <a16:creationId xmlns:a16="http://schemas.microsoft.com/office/drawing/2014/main" id="{3CDAF8B1-2248-49B1-A84D-8B90B266878F}"/>
              </a:ext>
            </a:extLst>
          </p:cNvPr>
          <p:cNvSpPr>
            <a:spLocks xmlns:a="http://schemas.openxmlformats.org/drawingml/2006/main" noGrp="1"/>
          </p:cNvSpPr>
          <p:nvPr/>
        </p:nvSpPr>
        <p:spPr>
          <a:xfrm xmlns:a="http://schemas.openxmlformats.org/drawingml/2006/main">
            <a:off x="1019175" y="2990850"/>
            <a:ext cx="1304925" cy="3397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63" b="1">
                <a:solidFill>
                  <a:srgbClr val="383838"/>
                </a:solidFill>
                <a:latin typeface="Microsoft YaHei UI"/>
                <a:ea typeface="Microsoft YaHei UI"/>
                <a:cs typeface="Microsoft YaHei UI"/>
              </a:defRPr>
            </a:pPr>
            <a:r>
              <a:rPr sz="1763" b="1">
                <a:solidFill>
                  <a:srgbClr val="383838"/>
                </a:solidFill>
                <a:latin typeface="Microsoft YaHei UI"/>
                <a:ea typeface="Microsoft YaHei UI"/>
                <a:cs typeface="Microsoft YaHei UI"/>
              </a:rPr>
              <a:t>业务规划</a:t>
            </a:r>
          </a:p>
        </p:txBody>
      </p:sp>
      <p:sp>
        <p:nvSpPr>
          <p:cNvPr id="141" name="g141">
            <a:extLst xmlns:a="http://schemas.openxmlformats.org/drawingml/2006/main">
              <a:ext uri="{FF2B5EF4-FFF2-40B4-BE49-F238E27FC236}">
                <a16:creationId xmlns:a16="http://schemas.microsoft.com/office/drawing/2014/main" id="{7D15E80C-BD32-43F1-A48F-0265CAA0BC94}"/>
              </a:ext>
            </a:extLst>
          </p:cNvPr>
          <p:cNvSpPr>
            <a:spLocks xmlns:a="http://schemas.openxmlformats.org/drawingml/2006/main" noGrp="1"/>
          </p:cNvSpPr>
          <p:nvPr/>
        </p:nvSpPr>
        <p:spPr>
          <a:xfrm xmlns:a="http://schemas.openxmlformats.org/drawingml/2006/main">
            <a:off x="990600" y="4200525"/>
            <a:ext cx="1362075" cy="523875"/>
          </a:xfrm>
          <a:prstGeom xmlns:a="http://schemas.openxmlformats.org/drawingml/2006/main" prst="roundRect">
            <a:avLst>
              <a:gd name="adj" fmla="val 18182"/>
            </a:avLst>
          </a:prstGeom>
          <a:solidFill xmlns:a="http://schemas.openxmlformats.org/drawingml/2006/main">
            <a:srgbClr val="BDCCFF"/>
          </a:solidFill>
          <a:ln xmlns:a="http://schemas.openxmlformats.org/drawingml/2006/main" w="0">
            <a:noFill/>
          </a:ln>
        </p:spPr>
      </p:sp>
      <p:sp>
        <p:nvSpPr>
          <p:cNvPr id="142" name="g142">
            <a:extLst xmlns:a="http://schemas.openxmlformats.org/drawingml/2006/main">
              <a:ext uri="{FF2B5EF4-FFF2-40B4-BE49-F238E27FC236}">
                <a16:creationId xmlns:a16="http://schemas.microsoft.com/office/drawing/2014/main" id="{5794AE58-D5D4-4AF6-A410-4A2505034D9E}"/>
              </a:ext>
            </a:extLst>
          </p:cNvPr>
          <p:cNvSpPr>
            <a:spLocks xmlns:a="http://schemas.openxmlformats.org/drawingml/2006/main" noGrp="1"/>
          </p:cNvSpPr>
          <p:nvPr/>
        </p:nvSpPr>
        <p:spPr>
          <a:xfrm xmlns:a="http://schemas.openxmlformats.org/drawingml/2006/main">
            <a:off x="1019175" y="4314825"/>
            <a:ext cx="1304925" cy="3397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63" b="1">
                <a:solidFill>
                  <a:srgbClr val="383838"/>
                </a:solidFill>
                <a:latin typeface="Microsoft YaHei UI"/>
                <a:ea typeface="Microsoft YaHei UI"/>
                <a:cs typeface="Microsoft YaHei UI"/>
              </a:defRPr>
            </a:pPr>
            <a:r>
              <a:rPr sz="1763" b="1">
                <a:solidFill>
                  <a:srgbClr val="383838"/>
                </a:solidFill>
                <a:latin typeface="Microsoft YaHei UI"/>
                <a:ea typeface="Microsoft YaHei UI"/>
                <a:cs typeface="Microsoft YaHei UI"/>
              </a:rPr>
              <a:t>产品规划</a:t>
            </a:r>
          </a:p>
        </p:txBody>
      </p:sp>
      <p:sp>
        <p:nvSpPr>
          <p:cNvPr id="143" name="g143">
            <a:extLst xmlns:a="http://schemas.openxmlformats.org/drawingml/2006/main">
              <a:ext uri="{FF2B5EF4-FFF2-40B4-BE49-F238E27FC236}">
                <a16:creationId xmlns:a16="http://schemas.microsoft.com/office/drawing/2014/main" id="{A357CF32-ED5A-4738-951D-A91B81857330}"/>
              </a:ext>
            </a:extLst>
          </p:cNvPr>
          <p:cNvSpPr>
            <a:spLocks xmlns:a="http://schemas.openxmlformats.org/drawingml/2006/main" noGrp="1"/>
          </p:cNvSpPr>
          <p:nvPr/>
        </p:nvSpPr>
        <p:spPr>
          <a:xfrm xmlns:a="http://schemas.openxmlformats.org/drawingml/2006/main">
            <a:off x="990600" y="5524500"/>
            <a:ext cx="1362075" cy="523875"/>
          </a:xfrm>
          <a:prstGeom xmlns:a="http://schemas.openxmlformats.org/drawingml/2006/main" prst="roundRect">
            <a:avLst>
              <a:gd name="adj" fmla="val 18182"/>
            </a:avLst>
          </a:prstGeom>
          <a:solidFill xmlns:a="http://schemas.openxmlformats.org/drawingml/2006/main">
            <a:srgbClr val="BDCCFF"/>
          </a:solidFill>
          <a:ln xmlns:a="http://schemas.openxmlformats.org/drawingml/2006/main" w="0">
            <a:noFill/>
          </a:ln>
        </p:spPr>
      </p:sp>
      <p:sp>
        <p:nvSpPr>
          <p:cNvPr id="144" name="g144">
            <a:extLst xmlns:a="http://schemas.openxmlformats.org/drawingml/2006/main">
              <a:ext uri="{FF2B5EF4-FFF2-40B4-BE49-F238E27FC236}">
                <a16:creationId xmlns:a16="http://schemas.microsoft.com/office/drawing/2014/main" id="{852CB8BE-EB38-484F-B571-3B9146C38680}"/>
              </a:ext>
            </a:extLst>
          </p:cNvPr>
          <p:cNvSpPr>
            <a:spLocks xmlns:a="http://schemas.openxmlformats.org/drawingml/2006/main" noGrp="1"/>
          </p:cNvSpPr>
          <p:nvPr/>
        </p:nvSpPr>
        <p:spPr>
          <a:xfrm xmlns:a="http://schemas.openxmlformats.org/drawingml/2006/main">
            <a:off x="1019175" y="5638800"/>
            <a:ext cx="1304925" cy="3397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63" b="1">
                <a:solidFill>
                  <a:srgbClr val="383838"/>
                </a:solidFill>
                <a:latin typeface="Microsoft YaHei UI"/>
                <a:ea typeface="Microsoft YaHei UI"/>
                <a:cs typeface="Microsoft YaHei UI"/>
              </a:defRPr>
            </a:pPr>
            <a:r>
              <a:rPr sz="1763" b="1">
                <a:solidFill>
                  <a:srgbClr val="383838"/>
                </a:solidFill>
                <a:latin typeface="Microsoft YaHei UI"/>
                <a:ea typeface="Microsoft YaHei UI"/>
                <a:cs typeface="Microsoft YaHei UI"/>
              </a:rPr>
              <a:t>技术规划</a:t>
            </a:r>
          </a:p>
        </p:txBody>
      </p:sp>
      <p:sp>
        <p:nvSpPr>
          <p:cNvPr id="145" name="g145">
            <a:extLst xmlns:a="http://schemas.openxmlformats.org/drawingml/2006/main">
              <a:ext uri="{FF2B5EF4-FFF2-40B4-BE49-F238E27FC236}">
                <a16:creationId xmlns:a16="http://schemas.microsoft.com/office/drawing/2014/main" id="{CCEFF103-0C97-4461-95E8-4B8E9CDC5E8A}"/>
              </a:ext>
            </a:extLst>
          </p:cNvPr>
          <p:cNvSpPr>
            <a:spLocks xmlns:a="http://schemas.openxmlformats.org/drawingml/2006/main" noGrp="1"/>
          </p:cNvSpPr>
          <p:nvPr/>
        </p:nvSpPr>
        <p:spPr>
          <a:xfrm xmlns:a="http://schemas.openxmlformats.org/drawingml/2006/main">
            <a:off x="1485900" y="3581400"/>
            <a:ext cx="361950" cy="447675"/>
          </a:xfrm>
          <a:custGeom xmlns:a="http://schemas.openxmlformats.org/drawingml/2006/main">
            <a:pathLst>
              <a:path w="361950" h="447675">
                <a:moveTo>
                  <a:pt x="97726" y="0"/>
                </a:moveTo>
                <a:lnTo>
                  <a:pt x="264224" y="0"/>
                </a:lnTo>
                <a:lnTo>
                  <a:pt x="264224" y="255175"/>
                </a:lnTo>
                <a:lnTo>
                  <a:pt x="361950" y="255175"/>
                </a:lnTo>
                <a:lnTo>
                  <a:pt x="180975" y="447675"/>
                </a:lnTo>
                <a:lnTo>
                  <a:pt x="0" y="255175"/>
                </a:lnTo>
                <a:lnTo>
                  <a:pt x="97726" y="255175"/>
                </a:lnTo>
                <a:close/>
              </a:path>
            </a:pathLst>
          </a:custGeom>
          <a:solidFill xmlns:a="http://schemas.openxmlformats.org/drawingml/2006/main">
            <a:srgbClr val="FFD7C9"/>
          </a:solidFill>
          <a:ln xmlns:a="http://schemas.openxmlformats.org/drawingml/2006/main" w="0">
            <a:noFill/>
          </a:ln>
        </p:spPr>
      </p:sp>
      <p:sp>
        <p:nvSpPr>
          <p:cNvPr id="146" name="g146">
            <a:extLst xmlns:a="http://schemas.openxmlformats.org/drawingml/2006/main">
              <a:ext uri="{FF2B5EF4-FFF2-40B4-BE49-F238E27FC236}">
                <a16:creationId xmlns:a16="http://schemas.microsoft.com/office/drawing/2014/main" id="{C8948036-A750-4925-8574-859FE1E00249}"/>
              </a:ext>
            </a:extLst>
          </p:cNvPr>
          <p:cNvSpPr>
            <a:spLocks xmlns:a="http://schemas.openxmlformats.org/drawingml/2006/main" noGrp="1"/>
          </p:cNvSpPr>
          <p:nvPr/>
        </p:nvSpPr>
        <p:spPr>
          <a:xfrm xmlns:a="http://schemas.openxmlformats.org/drawingml/2006/main">
            <a:off x="1485900" y="4953000"/>
            <a:ext cx="361950" cy="447675"/>
          </a:xfrm>
          <a:custGeom xmlns:a="http://schemas.openxmlformats.org/drawingml/2006/main">
            <a:pathLst>
              <a:path w="361950" h="447675">
                <a:moveTo>
                  <a:pt x="97726" y="0"/>
                </a:moveTo>
                <a:lnTo>
                  <a:pt x="264224" y="0"/>
                </a:lnTo>
                <a:lnTo>
                  <a:pt x="264224" y="255175"/>
                </a:lnTo>
                <a:lnTo>
                  <a:pt x="361950" y="255175"/>
                </a:lnTo>
                <a:lnTo>
                  <a:pt x="180975" y="447675"/>
                </a:lnTo>
                <a:lnTo>
                  <a:pt x="0" y="255175"/>
                </a:lnTo>
                <a:lnTo>
                  <a:pt x="97726" y="255175"/>
                </a:lnTo>
                <a:close/>
              </a:path>
            </a:pathLst>
          </a:custGeom>
          <a:solidFill xmlns:a="http://schemas.openxmlformats.org/drawingml/2006/main">
            <a:srgbClr val="FFD7C9"/>
          </a:solidFill>
          <a:ln xmlns:a="http://schemas.openxmlformats.org/drawingml/2006/main" w="0">
            <a:noFill/>
          </a:ln>
        </p:spPr>
      </p:sp>
      <p:sp>
        <p:nvSpPr>
          <p:cNvPr id="147" name="g147">
            <a:extLst xmlns:a="http://schemas.openxmlformats.org/drawingml/2006/main">
              <a:ext uri="{FF2B5EF4-FFF2-40B4-BE49-F238E27FC236}">
                <a16:creationId xmlns:a16="http://schemas.microsoft.com/office/drawing/2014/main" id="{FC4ECC09-D66C-48AA-866E-9D108AFD8346}"/>
              </a:ext>
            </a:extLst>
          </p:cNvPr>
          <p:cNvSpPr>
            <a:spLocks xmlns:a="http://schemas.openxmlformats.org/drawingml/2006/main" noGrp="1"/>
          </p:cNvSpPr>
          <p:nvPr/>
        </p:nvSpPr>
        <p:spPr>
          <a:xfrm xmlns:a="http://schemas.openxmlformats.org/drawingml/2006/main">
            <a:off x="3676650" y="2762250"/>
            <a:ext cx="1381125" cy="34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800" b="1">
                <a:solidFill>
                  <a:srgbClr val="383838"/>
                </a:solidFill>
                <a:latin typeface="Microsoft YaHei UI"/>
                <a:ea typeface="Microsoft YaHei UI"/>
                <a:cs typeface="Microsoft YaHei UI"/>
              </a:defRPr>
            </a:pPr>
            <a:r>
              <a:rPr sz="1800" b="1">
                <a:solidFill>
                  <a:srgbClr val="383838"/>
                </a:solidFill>
                <a:latin typeface="Microsoft YaHei UI"/>
                <a:ea typeface="Microsoft YaHei UI"/>
                <a:cs typeface="Microsoft YaHei UI"/>
              </a:rPr>
              <a:t>规划目标</a:t>
            </a:r>
          </a:p>
        </p:txBody>
      </p:sp>
      <p:sp>
        <p:nvSpPr>
          <p:cNvPr id="148" name="g148">
            <a:extLst xmlns:a="http://schemas.openxmlformats.org/drawingml/2006/main">
              <a:ext uri="{FF2B5EF4-FFF2-40B4-BE49-F238E27FC236}">
                <a16:creationId xmlns:a16="http://schemas.microsoft.com/office/drawing/2014/main" id="{C0CED90A-AC61-461C-B2D5-5F92BA259497}"/>
              </a:ext>
            </a:extLst>
          </p:cNvPr>
          <p:cNvSpPr>
            <a:spLocks xmlns:a="http://schemas.openxmlformats.org/drawingml/2006/main" noGrp="1"/>
          </p:cNvSpPr>
          <p:nvPr/>
        </p:nvSpPr>
        <p:spPr>
          <a:xfrm xmlns:a="http://schemas.openxmlformats.org/drawingml/2006/main">
            <a:off x="4143375" y="3133725"/>
            <a:ext cx="400050" cy="400050"/>
          </a:xfrm>
          <a:prstGeom xmlns:a="http://schemas.openxmlformats.org/drawingml/2006/main" prst="ellipse">
            <a:avLst/>
          </a:prstGeom>
          <a:solidFill xmlns:a="http://schemas.openxmlformats.org/drawingml/2006/main">
            <a:srgbClr val="E7E6E6"/>
          </a:solidFill>
          <a:ln xmlns:a="http://schemas.openxmlformats.org/drawingml/2006/main" w="0">
            <a:noFill/>
          </a:ln>
        </p:spPr>
      </p:sp>
      <p:sp>
        <p:nvSpPr>
          <p:cNvPr id="149" name="g149">
            <a:extLst xmlns:a="http://schemas.openxmlformats.org/drawingml/2006/main">
              <a:ext uri="{FF2B5EF4-FFF2-40B4-BE49-F238E27FC236}">
                <a16:creationId xmlns:a16="http://schemas.microsoft.com/office/drawing/2014/main" id="{CB853122-E5BD-4E80-9E73-208018F7B45B}"/>
              </a:ext>
            </a:extLst>
          </p:cNvPr>
          <p:cNvSpPr>
            <a:spLocks xmlns:a="http://schemas.openxmlformats.org/drawingml/2006/main" noGrp="1"/>
          </p:cNvSpPr>
          <p:nvPr/>
        </p:nvSpPr>
        <p:spPr>
          <a:xfrm xmlns:a="http://schemas.openxmlformats.org/drawingml/2006/main">
            <a:off x="3286125" y="3533775"/>
            <a:ext cx="1057275" cy="2295525"/>
          </a:xfrm>
          <a:custGeom xmlns:a="http://schemas.openxmlformats.org/drawingml/2006/main">
            <a:pathLst>
              <a:path w="1057275" h="2295525">
                <a:moveTo>
                  <a:pt x="1057275" y="0"/>
                </a:moveTo>
                <a:lnTo>
                  <a:pt x="0" y="2295525"/>
                </a:lnTo>
              </a:path>
            </a:pathLst>
          </a:custGeom>
          <a:noFill xmlns:a="http://schemas.openxmlformats.org/drawingml/2006/main"/>
          <a:ln xmlns:a="http://schemas.openxmlformats.org/drawingml/2006/main" w="12383">
            <a:solidFill>
              <a:srgbClr val="AAAAAA"/>
            </a:solidFill>
          </a:ln>
        </p:spPr>
      </p:sp>
      <p:sp>
        <p:nvSpPr>
          <p:cNvPr id="150" name="g150">
            <a:extLst xmlns:a="http://schemas.openxmlformats.org/drawingml/2006/main">
              <a:ext uri="{FF2B5EF4-FFF2-40B4-BE49-F238E27FC236}">
                <a16:creationId xmlns:a16="http://schemas.microsoft.com/office/drawing/2014/main" id="{7542873B-B99C-47D5-9219-A39218FBFEC6}"/>
              </a:ext>
            </a:extLst>
          </p:cNvPr>
          <p:cNvSpPr>
            <a:spLocks xmlns:a="http://schemas.openxmlformats.org/drawingml/2006/main" noGrp="1"/>
          </p:cNvSpPr>
          <p:nvPr/>
        </p:nvSpPr>
        <p:spPr>
          <a:xfrm xmlns:a="http://schemas.openxmlformats.org/drawingml/2006/main">
            <a:off x="4343400" y="3533775"/>
            <a:ext cx="1085850" cy="2295525"/>
          </a:xfrm>
          <a:custGeom xmlns:a="http://schemas.openxmlformats.org/drawingml/2006/main">
            <a:pathLst>
              <a:path w="1085850" h="2295525">
                <a:moveTo>
                  <a:pt x="0" y="0"/>
                </a:moveTo>
                <a:lnTo>
                  <a:pt x="1085850" y="2295525"/>
                </a:lnTo>
              </a:path>
            </a:pathLst>
          </a:custGeom>
          <a:noFill xmlns:a="http://schemas.openxmlformats.org/drawingml/2006/main"/>
          <a:ln xmlns:a="http://schemas.openxmlformats.org/drawingml/2006/main" w="12383">
            <a:solidFill>
              <a:srgbClr val="AAAAAA"/>
            </a:solidFill>
          </a:ln>
        </p:spPr>
      </p:sp>
      <p:sp>
        <p:nvSpPr>
          <p:cNvPr id="151" name="g151">
            <a:extLst xmlns:a="http://schemas.openxmlformats.org/drawingml/2006/main">
              <a:ext uri="{FF2B5EF4-FFF2-40B4-BE49-F238E27FC236}">
                <a16:creationId xmlns:a16="http://schemas.microsoft.com/office/drawing/2014/main" id="{E2CD1596-DC59-4F47-98E5-0B5BE10A4E95}"/>
              </a:ext>
            </a:extLst>
          </p:cNvPr>
          <p:cNvSpPr>
            <a:spLocks xmlns:a="http://schemas.openxmlformats.org/drawingml/2006/main" noGrp="1"/>
          </p:cNvSpPr>
          <p:nvPr/>
        </p:nvSpPr>
        <p:spPr>
          <a:xfrm xmlns:a="http://schemas.openxmlformats.org/drawingml/2006/main">
            <a:off x="3286125" y="5495925"/>
            <a:ext cx="2143125" cy="666750"/>
          </a:xfrm>
          <a:custGeom xmlns:a="http://schemas.openxmlformats.org/drawingml/2006/main">
            <a:pathLst>
              <a:path w="2143125" h="666750">
                <a:moveTo>
                  <a:pt x="0" y="333375"/>
                </a:moveTo>
                <a:lnTo>
                  <a:pt x="1076325" y="0"/>
                </a:lnTo>
                <a:lnTo>
                  <a:pt x="2143125" y="333375"/>
                </a:lnTo>
                <a:lnTo>
                  <a:pt x="1076325" y="666750"/>
                </a:lnTo>
                <a:close/>
              </a:path>
            </a:pathLst>
          </a:custGeom>
          <a:solidFill xmlns:a="http://schemas.openxmlformats.org/drawingml/2006/main">
            <a:srgbClr val="547FFE"/>
          </a:solidFill>
          <a:ln xmlns:a="http://schemas.openxmlformats.org/drawingml/2006/main" w="0">
            <a:noFill/>
          </a:ln>
        </p:spPr>
      </p:sp>
      <p:sp>
        <p:nvSpPr>
          <p:cNvPr id="152" name="g152">
            <a:extLst xmlns:a="http://schemas.openxmlformats.org/drawingml/2006/main">
              <a:ext uri="{FF2B5EF4-FFF2-40B4-BE49-F238E27FC236}">
                <a16:creationId xmlns:a16="http://schemas.microsoft.com/office/drawing/2014/main" id="{C6B50809-67A0-4588-B6C0-07A8C6A3470B}"/>
              </a:ext>
            </a:extLst>
          </p:cNvPr>
          <p:cNvSpPr>
            <a:spLocks xmlns:a="http://schemas.openxmlformats.org/drawingml/2006/main" noGrp="1"/>
          </p:cNvSpPr>
          <p:nvPr/>
        </p:nvSpPr>
        <p:spPr>
          <a:xfrm xmlns:a="http://schemas.openxmlformats.org/drawingml/2006/main">
            <a:off x="3057525" y="4410075"/>
            <a:ext cx="762000" cy="328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688" b="1">
                <a:solidFill>
                  <a:srgbClr val="383838"/>
                </a:solidFill>
                <a:latin typeface="Microsoft YaHei UI"/>
                <a:ea typeface="Microsoft YaHei UI"/>
                <a:cs typeface="Microsoft YaHei UI"/>
              </a:defRPr>
            </a:pPr>
            <a:r>
              <a:rPr sz="1688" b="1">
                <a:solidFill>
                  <a:srgbClr val="383838"/>
                </a:solidFill>
                <a:latin typeface="Microsoft YaHei UI"/>
                <a:ea typeface="Microsoft YaHei UI"/>
                <a:cs typeface="Microsoft YaHei UI"/>
              </a:rPr>
              <a:t>财力</a:t>
            </a:r>
          </a:p>
        </p:txBody>
      </p:sp>
      <p:sp>
        <p:nvSpPr>
          <p:cNvPr id="153" name="g153">
            <a:extLst xmlns:a="http://schemas.openxmlformats.org/drawingml/2006/main">
              <a:ext uri="{FF2B5EF4-FFF2-40B4-BE49-F238E27FC236}">
                <a16:creationId xmlns:a16="http://schemas.microsoft.com/office/drawing/2014/main" id="{E7BD3CF0-127D-4263-8D50-7E3D3CF7D8A2}"/>
              </a:ext>
            </a:extLst>
          </p:cNvPr>
          <p:cNvSpPr>
            <a:spLocks xmlns:a="http://schemas.openxmlformats.org/drawingml/2006/main" noGrp="1"/>
          </p:cNvSpPr>
          <p:nvPr/>
        </p:nvSpPr>
        <p:spPr>
          <a:xfrm xmlns:a="http://schemas.openxmlformats.org/drawingml/2006/main">
            <a:off x="4914900" y="4410075"/>
            <a:ext cx="762000" cy="328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688" b="1">
                <a:solidFill>
                  <a:srgbClr val="383838"/>
                </a:solidFill>
                <a:latin typeface="Microsoft YaHei UI"/>
                <a:ea typeface="Microsoft YaHei UI"/>
                <a:cs typeface="Microsoft YaHei UI"/>
              </a:defRPr>
            </a:pPr>
            <a:r>
              <a:rPr sz="1688" b="1">
                <a:solidFill>
                  <a:srgbClr val="383838"/>
                </a:solidFill>
                <a:latin typeface="Microsoft YaHei UI"/>
                <a:ea typeface="Microsoft YaHei UI"/>
                <a:cs typeface="Microsoft YaHei UI"/>
              </a:rPr>
              <a:t>人力</a:t>
            </a:r>
          </a:p>
        </p:txBody>
      </p:sp>
      <p:sp>
        <p:nvSpPr>
          <p:cNvPr id="154" name="g154">
            <a:extLst xmlns:a="http://schemas.openxmlformats.org/drawingml/2006/main">
              <a:ext uri="{FF2B5EF4-FFF2-40B4-BE49-F238E27FC236}">
                <a16:creationId xmlns:a16="http://schemas.microsoft.com/office/drawing/2014/main" id="{5A3A5C50-06D5-4EFF-81AC-DBAE40ABB2D4}"/>
              </a:ext>
            </a:extLst>
          </p:cNvPr>
          <p:cNvSpPr>
            <a:spLocks xmlns:a="http://schemas.openxmlformats.org/drawingml/2006/main" noGrp="1"/>
          </p:cNvSpPr>
          <p:nvPr/>
        </p:nvSpPr>
        <p:spPr>
          <a:xfrm xmlns:a="http://schemas.openxmlformats.org/drawingml/2006/main">
            <a:off x="2938906" y="4838357"/>
            <a:ext cx="426285" cy="571843"/>
          </a:xfrm>
          <a:custGeom xmlns:a="http://schemas.openxmlformats.org/drawingml/2006/main">
            <a:pathLst>
              <a:path w="426285" h="571843">
                <a:moveTo>
                  <a:pt x="211003" y="0"/>
                </a:moveTo>
                <a:lnTo>
                  <a:pt x="94186" y="327088"/>
                </a:lnTo>
                <a:lnTo>
                  <a:pt x="0" y="293450"/>
                </a:lnTo>
                <a:lnTo>
                  <a:pt x="128144" y="571843"/>
                </a:lnTo>
                <a:lnTo>
                  <a:pt x="403654" y="437612"/>
                </a:lnTo>
                <a:lnTo>
                  <a:pt x="309468" y="403974"/>
                </a:lnTo>
                <a:lnTo>
                  <a:pt x="426285" y="76887"/>
                </a:lnTo>
                <a:close/>
              </a:path>
            </a:pathLst>
          </a:custGeom>
          <a:solidFill xmlns:a="http://schemas.openxmlformats.org/drawingml/2006/main">
            <a:srgbClr val="D7D7D7"/>
          </a:solidFill>
          <a:ln xmlns:a="http://schemas.openxmlformats.org/drawingml/2006/main" w="0">
            <a:noFill/>
          </a:ln>
        </p:spPr>
      </p:sp>
      <p:sp>
        <p:nvSpPr>
          <p:cNvPr id="155" name="g155">
            <a:extLst xmlns:a="http://schemas.openxmlformats.org/drawingml/2006/main">
              <a:ext uri="{FF2B5EF4-FFF2-40B4-BE49-F238E27FC236}">
                <a16:creationId xmlns:a16="http://schemas.microsoft.com/office/drawing/2014/main" id="{B80706FA-5F9C-4372-B75C-D1B886DC9235}"/>
              </a:ext>
            </a:extLst>
          </p:cNvPr>
          <p:cNvSpPr>
            <a:spLocks xmlns:a="http://schemas.openxmlformats.org/drawingml/2006/main" noGrp="1"/>
          </p:cNvSpPr>
          <p:nvPr/>
        </p:nvSpPr>
        <p:spPr>
          <a:xfrm xmlns:a="http://schemas.openxmlformats.org/drawingml/2006/main">
            <a:off x="5246665" y="4835006"/>
            <a:ext cx="435301" cy="575194"/>
          </a:xfrm>
          <a:custGeom xmlns:a="http://schemas.openxmlformats.org/drawingml/2006/main">
            <a:pathLst>
              <a:path w="435301" h="575194">
                <a:moveTo>
                  <a:pt x="0" y="83588"/>
                </a:moveTo>
                <a:lnTo>
                  <a:pt x="129445" y="413084"/>
                </a:lnTo>
                <a:lnTo>
                  <a:pt x="36358" y="449654"/>
                </a:lnTo>
                <a:lnTo>
                  <a:pt x="315935" y="575194"/>
                </a:lnTo>
                <a:lnTo>
                  <a:pt x="435301" y="292926"/>
                </a:lnTo>
                <a:lnTo>
                  <a:pt x="342214" y="329496"/>
                </a:lnTo>
                <a:lnTo>
                  <a:pt x="212770" y="0"/>
                </a:lnTo>
                <a:close/>
              </a:path>
            </a:pathLst>
          </a:custGeom>
          <a:solidFill xmlns:a="http://schemas.openxmlformats.org/drawingml/2006/main">
            <a:srgbClr val="D7D7D7"/>
          </a:solidFill>
          <a:ln xmlns:a="http://schemas.openxmlformats.org/drawingml/2006/main" w="0">
            <a:noFill/>
          </a:ln>
        </p:spPr>
      </p:sp>
      <p:sp>
        <p:nvSpPr>
          <p:cNvPr id="156" name="g156">
            <a:extLst xmlns:a="http://schemas.openxmlformats.org/drawingml/2006/main">
              <a:ext uri="{FF2B5EF4-FFF2-40B4-BE49-F238E27FC236}">
                <a16:creationId xmlns:a16="http://schemas.microsoft.com/office/drawing/2014/main" id="{DB95AA66-8486-4A11-AF98-4932701CCE45}"/>
              </a:ext>
            </a:extLst>
          </p:cNvPr>
          <p:cNvSpPr>
            <a:spLocks xmlns:a="http://schemas.openxmlformats.org/drawingml/2006/main" noGrp="1"/>
          </p:cNvSpPr>
          <p:nvPr/>
        </p:nvSpPr>
        <p:spPr>
          <a:xfrm xmlns:a="http://schemas.openxmlformats.org/drawingml/2006/main">
            <a:off x="3152775" y="4886325"/>
            <a:ext cx="200025" cy="76200"/>
          </a:xfrm>
          <a:custGeom xmlns:a="http://schemas.openxmlformats.org/drawingml/2006/main">
            <a:pathLst>
              <a:path w="200025" h="76200">
                <a:moveTo>
                  <a:pt x="0" y="0"/>
                </a:moveTo>
                <a:lnTo>
                  <a:pt x="200025" y="76200"/>
                </a:lnTo>
              </a:path>
            </a:pathLst>
          </a:custGeom>
          <a:noFill xmlns:a="http://schemas.openxmlformats.org/drawingml/2006/main"/>
          <a:ln xmlns:a="http://schemas.openxmlformats.org/drawingml/2006/main" w="13335">
            <a:solidFill>
              <a:srgbClr val="FFFFFF"/>
            </a:solidFill>
          </a:ln>
        </p:spPr>
      </p:sp>
      <p:sp>
        <p:nvSpPr>
          <p:cNvPr id="157" name="g157">
            <a:extLst xmlns:a="http://schemas.openxmlformats.org/drawingml/2006/main">
              <a:ext uri="{FF2B5EF4-FFF2-40B4-BE49-F238E27FC236}">
                <a16:creationId xmlns:a16="http://schemas.microsoft.com/office/drawing/2014/main" id="{9E84D5CB-B052-47A6-9ED4-693908D7DA43}"/>
              </a:ext>
            </a:extLst>
          </p:cNvPr>
          <p:cNvSpPr>
            <a:spLocks xmlns:a="http://schemas.openxmlformats.org/drawingml/2006/main" noGrp="1"/>
          </p:cNvSpPr>
          <p:nvPr/>
        </p:nvSpPr>
        <p:spPr>
          <a:xfrm xmlns:a="http://schemas.openxmlformats.org/drawingml/2006/main">
            <a:off x="3143250" y="4933950"/>
            <a:ext cx="190500" cy="76200"/>
          </a:xfrm>
          <a:custGeom xmlns:a="http://schemas.openxmlformats.org/drawingml/2006/main">
            <a:pathLst>
              <a:path w="190500" h="76200">
                <a:moveTo>
                  <a:pt x="0" y="0"/>
                </a:moveTo>
                <a:lnTo>
                  <a:pt x="190500" y="76200"/>
                </a:lnTo>
              </a:path>
            </a:pathLst>
          </a:custGeom>
          <a:noFill xmlns:a="http://schemas.openxmlformats.org/drawingml/2006/main"/>
          <a:ln xmlns:a="http://schemas.openxmlformats.org/drawingml/2006/main" w="13335">
            <a:solidFill>
              <a:srgbClr val="FFFFFF"/>
            </a:solidFill>
          </a:ln>
        </p:spPr>
      </p:sp>
      <p:sp>
        <p:nvSpPr>
          <p:cNvPr id="158" name="g158">
            <a:extLst xmlns:a="http://schemas.openxmlformats.org/drawingml/2006/main">
              <a:ext uri="{FF2B5EF4-FFF2-40B4-BE49-F238E27FC236}">
                <a16:creationId xmlns:a16="http://schemas.microsoft.com/office/drawing/2014/main" id="{124922F3-6CA6-4BD1-8AAB-9CCCED0B49FD}"/>
              </a:ext>
            </a:extLst>
          </p:cNvPr>
          <p:cNvSpPr>
            <a:spLocks xmlns:a="http://schemas.openxmlformats.org/drawingml/2006/main" noGrp="1"/>
          </p:cNvSpPr>
          <p:nvPr/>
        </p:nvSpPr>
        <p:spPr>
          <a:xfrm xmlns:a="http://schemas.openxmlformats.org/drawingml/2006/main">
            <a:off x="5248275" y="4876800"/>
            <a:ext cx="200025" cy="76200"/>
          </a:xfrm>
          <a:custGeom xmlns:a="http://schemas.openxmlformats.org/drawingml/2006/main">
            <a:pathLst>
              <a:path w="200025" h="76200">
                <a:moveTo>
                  <a:pt x="0" y="76200"/>
                </a:moveTo>
                <a:lnTo>
                  <a:pt x="200025" y="0"/>
                </a:lnTo>
              </a:path>
            </a:pathLst>
          </a:custGeom>
          <a:noFill xmlns:a="http://schemas.openxmlformats.org/drawingml/2006/main"/>
          <a:ln xmlns:a="http://schemas.openxmlformats.org/drawingml/2006/main" w="13335">
            <a:solidFill>
              <a:srgbClr val="FFFFFF"/>
            </a:solidFill>
          </a:ln>
        </p:spPr>
      </p:sp>
      <p:sp>
        <p:nvSpPr>
          <p:cNvPr id="159" name="g159">
            <a:extLst xmlns:a="http://schemas.openxmlformats.org/drawingml/2006/main">
              <a:ext uri="{FF2B5EF4-FFF2-40B4-BE49-F238E27FC236}">
                <a16:creationId xmlns:a16="http://schemas.microsoft.com/office/drawing/2014/main" id="{2E8A1040-28D4-4895-AD37-5F01638721E7}"/>
              </a:ext>
            </a:extLst>
          </p:cNvPr>
          <p:cNvSpPr>
            <a:spLocks xmlns:a="http://schemas.openxmlformats.org/drawingml/2006/main" noGrp="1"/>
          </p:cNvSpPr>
          <p:nvPr/>
        </p:nvSpPr>
        <p:spPr>
          <a:xfrm xmlns:a="http://schemas.openxmlformats.org/drawingml/2006/main">
            <a:off x="5267325" y="4924425"/>
            <a:ext cx="200025" cy="76200"/>
          </a:xfrm>
          <a:custGeom xmlns:a="http://schemas.openxmlformats.org/drawingml/2006/main">
            <a:pathLst>
              <a:path w="200025" h="76200">
                <a:moveTo>
                  <a:pt x="0" y="76200"/>
                </a:moveTo>
                <a:lnTo>
                  <a:pt x="200025" y="0"/>
                </a:lnTo>
              </a:path>
            </a:pathLst>
          </a:custGeom>
          <a:noFill xmlns:a="http://schemas.openxmlformats.org/drawingml/2006/main"/>
          <a:ln xmlns:a="http://schemas.openxmlformats.org/drawingml/2006/main" w="13335">
            <a:solidFill>
              <a:srgbClr val="FFFFFF"/>
            </a:solidFill>
          </a:ln>
        </p:spPr>
      </p:sp>
      <p:sp>
        <p:nvSpPr>
          <p:cNvPr id="160" name="g160">
            <a:extLst xmlns:a="http://schemas.openxmlformats.org/drawingml/2006/main">
              <a:ext uri="{FF2B5EF4-FFF2-40B4-BE49-F238E27FC236}">
                <a16:creationId xmlns:a16="http://schemas.microsoft.com/office/drawing/2014/main" id="{D2A2A6EE-8BA7-4A16-AA74-FD00DA3C8181}"/>
              </a:ext>
            </a:extLst>
          </p:cNvPr>
          <p:cNvSpPr>
            <a:spLocks xmlns:a="http://schemas.openxmlformats.org/drawingml/2006/main" noGrp="1"/>
          </p:cNvSpPr>
          <p:nvPr/>
        </p:nvSpPr>
        <p:spPr>
          <a:xfrm xmlns:a="http://schemas.openxmlformats.org/drawingml/2006/main">
            <a:off x="5486400" y="2628900"/>
            <a:ext cx="3486150" cy="3562350"/>
          </a:xfrm>
          <a:custGeom xmlns:a="http://schemas.openxmlformats.org/drawingml/2006/main">
            <a:pathLst>
              <a:path w="3486150" h="3562350">
                <a:moveTo>
                  <a:pt x="1743075" y="0"/>
                </a:moveTo>
                <a:lnTo>
                  <a:pt x="0" y="3562350"/>
                </a:lnTo>
                <a:lnTo>
                  <a:pt x="3486150" y="3562350"/>
                </a:lnTo>
                <a:close/>
              </a:path>
            </a:pathLst>
          </a:custGeom>
          <a:noFill xmlns:a="http://schemas.openxmlformats.org/drawingml/2006/main"/>
          <a:ln xmlns:a="http://schemas.openxmlformats.org/drawingml/2006/main" w="10954">
            <a:solidFill>
              <a:srgbClr val="547FFE"/>
            </a:solidFill>
          </a:ln>
        </p:spPr>
      </p:sp>
      <p:sp>
        <p:nvSpPr>
          <p:cNvPr id="161" name="g161">
            <a:extLst xmlns:a="http://schemas.openxmlformats.org/drawingml/2006/main">
              <a:ext uri="{FF2B5EF4-FFF2-40B4-BE49-F238E27FC236}">
                <a16:creationId xmlns:a16="http://schemas.microsoft.com/office/drawing/2014/main" id="{AEB8780A-59E8-4C1B-94F9-472DA9EEEE68}"/>
              </a:ext>
            </a:extLst>
          </p:cNvPr>
          <p:cNvSpPr>
            <a:spLocks xmlns:a="http://schemas.openxmlformats.org/drawingml/2006/main" noGrp="1"/>
          </p:cNvSpPr>
          <p:nvPr/>
        </p:nvSpPr>
        <p:spPr>
          <a:xfrm xmlns:a="http://schemas.openxmlformats.org/drawingml/2006/main">
            <a:off x="6357938" y="4410075"/>
            <a:ext cx="1743075" cy="953"/>
          </a:xfrm>
          <a:custGeom xmlns:a="http://schemas.openxmlformats.org/drawingml/2006/main">
            <a:pathLst>
              <a:path w="1743075" h="953">
                <a:moveTo>
                  <a:pt x="0" y="0"/>
                </a:moveTo>
                <a:lnTo>
                  <a:pt x="1743075" y="0"/>
                </a:lnTo>
              </a:path>
            </a:pathLst>
          </a:custGeom>
          <a:noFill xmlns:a="http://schemas.openxmlformats.org/drawingml/2006/main"/>
          <a:ln xmlns:a="http://schemas.openxmlformats.org/drawingml/2006/main" w="10954">
            <a:solidFill>
              <a:srgbClr val="547FFE"/>
            </a:solidFill>
          </a:ln>
        </p:spPr>
      </p:sp>
      <p:sp>
        <p:nvSpPr>
          <p:cNvPr id="162" name="g162">
            <a:extLst xmlns:a="http://schemas.openxmlformats.org/drawingml/2006/main">
              <a:ext uri="{FF2B5EF4-FFF2-40B4-BE49-F238E27FC236}">
                <a16:creationId xmlns:a16="http://schemas.microsoft.com/office/drawing/2014/main" id="{8F7A7263-31E2-450E-8AC6-90C36ECE9EC0}"/>
              </a:ext>
            </a:extLst>
          </p:cNvPr>
          <p:cNvSpPr>
            <a:spLocks xmlns:a="http://schemas.openxmlformats.org/drawingml/2006/main" noGrp="1"/>
          </p:cNvSpPr>
          <p:nvPr/>
        </p:nvSpPr>
        <p:spPr>
          <a:xfrm xmlns:a="http://schemas.openxmlformats.org/drawingml/2006/main">
            <a:off x="6357938" y="4410075"/>
            <a:ext cx="871538" cy="1781175"/>
          </a:xfrm>
          <a:custGeom xmlns:a="http://schemas.openxmlformats.org/drawingml/2006/main">
            <a:pathLst>
              <a:path w="871538" h="1781175">
                <a:moveTo>
                  <a:pt x="0" y="0"/>
                </a:moveTo>
                <a:lnTo>
                  <a:pt x="871538" y="1781175"/>
                </a:lnTo>
              </a:path>
            </a:pathLst>
          </a:custGeom>
          <a:noFill xmlns:a="http://schemas.openxmlformats.org/drawingml/2006/main"/>
          <a:ln xmlns:a="http://schemas.openxmlformats.org/drawingml/2006/main" w="10954">
            <a:solidFill>
              <a:srgbClr val="547FFE"/>
            </a:solidFill>
          </a:ln>
        </p:spPr>
      </p:sp>
      <p:sp>
        <p:nvSpPr>
          <p:cNvPr id="163" name="g163">
            <a:extLst xmlns:a="http://schemas.openxmlformats.org/drawingml/2006/main">
              <a:ext uri="{FF2B5EF4-FFF2-40B4-BE49-F238E27FC236}">
                <a16:creationId xmlns:a16="http://schemas.microsoft.com/office/drawing/2014/main" id="{C32FD06F-0036-4D68-AAC3-906F365A1FD7}"/>
              </a:ext>
            </a:extLst>
          </p:cNvPr>
          <p:cNvSpPr>
            <a:spLocks xmlns:a="http://schemas.openxmlformats.org/drawingml/2006/main" noGrp="1"/>
          </p:cNvSpPr>
          <p:nvPr/>
        </p:nvSpPr>
        <p:spPr>
          <a:xfrm xmlns:a="http://schemas.openxmlformats.org/drawingml/2006/main">
            <a:off x="7229475" y="4410075"/>
            <a:ext cx="871538" cy="1781175"/>
          </a:xfrm>
          <a:custGeom xmlns:a="http://schemas.openxmlformats.org/drawingml/2006/main">
            <a:pathLst>
              <a:path w="871538" h="1781175">
                <a:moveTo>
                  <a:pt x="871538" y="0"/>
                </a:moveTo>
                <a:lnTo>
                  <a:pt x="0" y="1781175"/>
                </a:lnTo>
              </a:path>
            </a:pathLst>
          </a:custGeom>
          <a:noFill xmlns:a="http://schemas.openxmlformats.org/drawingml/2006/main"/>
          <a:ln xmlns:a="http://schemas.openxmlformats.org/drawingml/2006/main" w="10954">
            <a:solidFill>
              <a:srgbClr val="547FFE"/>
            </a:solidFill>
          </a:ln>
        </p:spPr>
      </p:sp>
      <p:sp>
        <p:nvSpPr>
          <p:cNvPr id="164" name="g164">
            <a:extLst xmlns:a="http://schemas.openxmlformats.org/drawingml/2006/main">
              <a:ext uri="{FF2B5EF4-FFF2-40B4-BE49-F238E27FC236}">
                <a16:creationId xmlns:a16="http://schemas.microsoft.com/office/drawing/2014/main" id="{F718FB0D-9788-49B1-9540-9C2884C9D757}"/>
              </a:ext>
            </a:extLst>
          </p:cNvPr>
          <p:cNvSpPr>
            <a:spLocks xmlns:a="http://schemas.openxmlformats.org/drawingml/2006/main" noGrp="1"/>
          </p:cNvSpPr>
          <p:nvPr/>
        </p:nvSpPr>
        <p:spPr>
          <a:xfrm xmlns:a="http://schemas.openxmlformats.org/drawingml/2006/main">
            <a:off x="7143750" y="3381375"/>
            <a:ext cx="257175" cy="304800"/>
          </a:xfrm>
          <a:prstGeom xmlns:a="http://schemas.openxmlformats.org/drawingml/2006/main" prst="rect">
            <a:avLst/>
          </a:prstGeom>
          <a:solidFill xmlns:a="http://schemas.openxmlformats.org/drawingml/2006/main">
            <a:srgbClr val="547FFE"/>
          </a:solidFill>
          <a:ln xmlns:a="http://schemas.openxmlformats.org/drawingml/2006/main" w="0">
            <a:noFill/>
          </a:ln>
        </p:spPr>
      </p:sp>
      <p:sp>
        <p:nvSpPr>
          <p:cNvPr id="165" name="g165">
            <a:extLst xmlns:a="http://schemas.openxmlformats.org/drawingml/2006/main">
              <a:ext uri="{FF2B5EF4-FFF2-40B4-BE49-F238E27FC236}">
                <a16:creationId xmlns:a16="http://schemas.microsoft.com/office/drawing/2014/main" id="{CFBCC68D-E406-458C-8D14-1C982FEAF191}"/>
              </a:ext>
            </a:extLst>
          </p:cNvPr>
          <p:cNvSpPr>
            <a:spLocks xmlns:a="http://schemas.openxmlformats.org/drawingml/2006/main" noGrp="1"/>
          </p:cNvSpPr>
          <p:nvPr/>
        </p:nvSpPr>
        <p:spPr>
          <a:xfrm xmlns:a="http://schemas.openxmlformats.org/drawingml/2006/main">
            <a:off x="7143750" y="3409950"/>
            <a:ext cx="257175" cy="2990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500" b="1">
                <a:solidFill>
                  <a:srgbClr val="FFFFFF"/>
                </a:solidFill>
                <a:latin typeface="Microsoft YaHei UI"/>
                <a:ea typeface="Microsoft YaHei UI"/>
                <a:cs typeface="Microsoft YaHei UI"/>
              </a:defRPr>
            </a:pPr>
            <a:r>
              <a:rPr sz="1500" b="1">
                <a:solidFill>
                  <a:srgbClr val="FFFFFF"/>
                </a:solidFill>
                <a:latin typeface="Microsoft YaHei UI"/>
                <a:ea typeface="Microsoft YaHei UI"/>
                <a:cs typeface="Microsoft YaHei UI"/>
              </a:rPr>
              <a:t>1</a:t>
            </a:r>
          </a:p>
        </p:txBody>
      </p:sp>
      <p:sp>
        <p:nvSpPr>
          <p:cNvPr id="166" name="g166">
            <a:extLst xmlns:a="http://schemas.openxmlformats.org/drawingml/2006/main">
              <a:ext uri="{FF2B5EF4-FFF2-40B4-BE49-F238E27FC236}">
                <a16:creationId xmlns:a16="http://schemas.microsoft.com/office/drawing/2014/main" id="{334C4EAB-0189-4DF9-AA49-E763CE5D1C59}"/>
              </a:ext>
            </a:extLst>
          </p:cNvPr>
          <p:cNvSpPr>
            <a:spLocks xmlns:a="http://schemas.openxmlformats.org/drawingml/2006/main" noGrp="1"/>
          </p:cNvSpPr>
          <p:nvPr/>
        </p:nvSpPr>
        <p:spPr>
          <a:xfrm xmlns:a="http://schemas.openxmlformats.org/drawingml/2006/main">
            <a:off x="6629400" y="3857625"/>
            <a:ext cx="1200150" cy="29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463" b="1">
                <a:solidFill>
                  <a:srgbClr val="383838"/>
                </a:solidFill>
                <a:latin typeface="Microsoft YaHei UI"/>
                <a:ea typeface="Microsoft YaHei UI"/>
                <a:cs typeface="Microsoft YaHei UI"/>
              </a:defRPr>
            </a:pPr>
            <a:r>
              <a:rPr sz="1463" b="1">
                <a:solidFill>
                  <a:srgbClr val="383838"/>
                </a:solidFill>
                <a:latin typeface="Microsoft YaHei UI"/>
                <a:ea typeface="Microsoft YaHei UI"/>
                <a:cs typeface="Microsoft YaHei UI"/>
              </a:rPr>
              <a:t>组织形态</a:t>
            </a:r>
          </a:p>
        </p:txBody>
      </p:sp>
      <p:sp>
        <p:nvSpPr>
          <p:cNvPr id="167" name="g167">
            <a:extLst xmlns:a="http://schemas.openxmlformats.org/drawingml/2006/main">
              <a:ext uri="{FF2B5EF4-FFF2-40B4-BE49-F238E27FC236}">
                <a16:creationId xmlns:a16="http://schemas.microsoft.com/office/drawing/2014/main" id="{7096AE59-24C3-4352-BF84-5DA70E3C5C8D}"/>
              </a:ext>
            </a:extLst>
          </p:cNvPr>
          <p:cNvSpPr>
            <a:spLocks xmlns:a="http://schemas.openxmlformats.org/drawingml/2006/main" noGrp="1"/>
          </p:cNvSpPr>
          <p:nvPr/>
        </p:nvSpPr>
        <p:spPr>
          <a:xfrm xmlns:a="http://schemas.openxmlformats.org/drawingml/2006/main">
            <a:off x="6115050" y="5267325"/>
            <a:ext cx="257175" cy="304800"/>
          </a:xfrm>
          <a:prstGeom xmlns:a="http://schemas.openxmlformats.org/drawingml/2006/main" prst="rect">
            <a:avLst/>
          </a:prstGeom>
          <a:solidFill xmlns:a="http://schemas.openxmlformats.org/drawingml/2006/main">
            <a:srgbClr val="547FFE"/>
          </a:solidFill>
          <a:ln xmlns:a="http://schemas.openxmlformats.org/drawingml/2006/main" w="0">
            <a:noFill/>
          </a:ln>
        </p:spPr>
      </p:sp>
      <p:sp>
        <p:nvSpPr>
          <p:cNvPr id="168" name="g168">
            <a:extLst xmlns:a="http://schemas.openxmlformats.org/drawingml/2006/main">
              <a:ext uri="{FF2B5EF4-FFF2-40B4-BE49-F238E27FC236}">
                <a16:creationId xmlns:a16="http://schemas.microsoft.com/office/drawing/2014/main" id="{C9B98656-0B23-4EB8-AC34-6E3F7E10904B}"/>
              </a:ext>
            </a:extLst>
          </p:cNvPr>
          <p:cNvSpPr>
            <a:spLocks xmlns:a="http://schemas.openxmlformats.org/drawingml/2006/main" noGrp="1"/>
          </p:cNvSpPr>
          <p:nvPr/>
        </p:nvSpPr>
        <p:spPr>
          <a:xfrm xmlns:a="http://schemas.openxmlformats.org/drawingml/2006/main">
            <a:off x="6115050" y="5295900"/>
            <a:ext cx="257175" cy="2990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500" b="1">
                <a:solidFill>
                  <a:srgbClr val="FFFFFF"/>
                </a:solidFill>
                <a:latin typeface="Microsoft YaHei UI"/>
                <a:ea typeface="Microsoft YaHei UI"/>
                <a:cs typeface="Microsoft YaHei UI"/>
              </a:defRPr>
            </a:pPr>
            <a:r>
              <a:rPr sz="1500" b="1">
                <a:solidFill>
                  <a:srgbClr val="FFFFFF"/>
                </a:solidFill>
                <a:latin typeface="Microsoft YaHei UI"/>
                <a:ea typeface="Microsoft YaHei UI"/>
                <a:cs typeface="Microsoft YaHei UI"/>
              </a:rPr>
              <a:t>2</a:t>
            </a:r>
          </a:p>
        </p:txBody>
      </p:sp>
      <p:sp>
        <p:nvSpPr>
          <p:cNvPr id="169" name="g169">
            <a:extLst xmlns:a="http://schemas.openxmlformats.org/drawingml/2006/main">
              <a:ext uri="{FF2B5EF4-FFF2-40B4-BE49-F238E27FC236}">
                <a16:creationId xmlns:a16="http://schemas.microsoft.com/office/drawing/2014/main" id="{8B698491-03AC-4353-BC78-837CA3D92F12}"/>
              </a:ext>
            </a:extLst>
          </p:cNvPr>
          <p:cNvSpPr>
            <a:spLocks xmlns:a="http://schemas.openxmlformats.org/drawingml/2006/main" noGrp="1"/>
          </p:cNvSpPr>
          <p:nvPr/>
        </p:nvSpPr>
        <p:spPr>
          <a:xfrm xmlns:a="http://schemas.openxmlformats.org/drawingml/2006/main">
            <a:off x="5734050" y="5638800"/>
            <a:ext cx="1066800" cy="29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463" b="1">
                <a:solidFill>
                  <a:srgbClr val="383838"/>
                </a:solidFill>
                <a:latin typeface="Microsoft YaHei UI"/>
                <a:ea typeface="Microsoft YaHei UI"/>
                <a:cs typeface="Microsoft YaHei UI"/>
              </a:defRPr>
            </a:pPr>
            <a:r>
              <a:rPr sz="1463" b="1">
                <a:solidFill>
                  <a:srgbClr val="383838"/>
                </a:solidFill>
                <a:latin typeface="Microsoft YaHei UI"/>
                <a:ea typeface="Microsoft YaHei UI"/>
                <a:cs typeface="Microsoft YaHei UI"/>
              </a:rPr>
              <a:t>人才管理</a:t>
            </a:r>
          </a:p>
        </p:txBody>
      </p:sp>
      <p:sp>
        <p:nvSpPr>
          <p:cNvPr id="170" name="g170">
            <a:extLst xmlns:a="http://schemas.openxmlformats.org/drawingml/2006/main">
              <a:ext uri="{FF2B5EF4-FFF2-40B4-BE49-F238E27FC236}">
                <a16:creationId xmlns:a16="http://schemas.microsoft.com/office/drawing/2014/main" id="{C87E5F88-F704-4C06-BD30-8F52669E1A47}"/>
              </a:ext>
            </a:extLst>
          </p:cNvPr>
          <p:cNvSpPr>
            <a:spLocks xmlns:a="http://schemas.openxmlformats.org/drawingml/2006/main" noGrp="1"/>
          </p:cNvSpPr>
          <p:nvPr/>
        </p:nvSpPr>
        <p:spPr>
          <a:xfrm xmlns:a="http://schemas.openxmlformats.org/drawingml/2006/main">
            <a:off x="7924800" y="5267325"/>
            <a:ext cx="257175" cy="304800"/>
          </a:xfrm>
          <a:prstGeom xmlns:a="http://schemas.openxmlformats.org/drawingml/2006/main" prst="rect">
            <a:avLst/>
          </a:prstGeom>
          <a:solidFill xmlns:a="http://schemas.openxmlformats.org/drawingml/2006/main">
            <a:srgbClr val="547FFE"/>
          </a:solidFill>
          <a:ln xmlns:a="http://schemas.openxmlformats.org/drawingml/2006/main" w="0">
            <a:noFill/>
          </a:ln>
        </p:spPr>
      </p:sp>
      <p:sp>
        <p:nvSpPr>
          <p:cNvPr id="171" name="g171">
            <a:extLst xmlns:a="http://schemas.openxmlformats.org/drawingml/2006/main">
              <a:ext uri="{FF2B5EF4-FFF2-40B4-BE49-F238E27FC236}">
                <a16:creationId xmlns:a16="http://schemas.microsoft.com/office/drawing/2014/main" id="{226E00E2-3B75-47EE-BD2D-B44950F37D86}"/>
              </a:ext>
            </a:extLst>
          </p:cNvPr>
          <p:cNvSpPr>
            <a:spLocks xmlns:a="http://schemas.openxmlformats.org/drawingml/2006/main" noGrp="1"/>
          </p:cNvSpPr>
          <p:nvPr/>
        </p:nvSpPr>
        <p:spPr>
          <a:xfrm xmlns:a="http://schemas.openxmlformats.org/drawingml/2006/main">
            <a:off x="7924800" y="5295900"/>
            <a:ext cx="257175" cy="2990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500" b="1">
                <a:solidFill>
                  <a:srgbClr val="FFFFFF"/>
                </a:solidFill>
                <a:latin typeface="Microsoft YaHei UI"/>
                <a:ea typeface="Microsoft YaHei UI"/>
                <a:cs typeface="Microsoft YaHei UI"/>
              </a:defRPr>
            </a:pPr>
            <a:r>
              <a:rPr sz="1500" b="1">
                <a:solidFill>
                  <a:srgbClr val="FFFFFF"/>
                </a:solidFill>
                <a:latin typeface="Microsoft YaHei UI"/>
                <a:ea typeface="Microsoft YaHei UI"/>
                <a:cs typeface="Microsoft YaHei UI"/>
              </a:rPr>
              <a:t>3</a:t>
            </a:r>
          </a:p>
        </p:txBody>
      </p:sp>
      <p:sp>
        <p:nvSpPr>
          <p:cNvPr id="172" name="g172">
            <a:extLst xmlns:a="http://schemas.openxmlformats.org/drawingml/2006/main">
              <a:ext uri="{FF2B5EF4-FFF2-40B4-BE49-F238E27FC236}">
                <a16:creationId xmlns:a16="http://schemas.microsoft.com/office/drawing/2014/main" id="{71BC527D-FBC0-43B5-A6D0-6E99A7DF0292}"/>
              </a:ext>
            </a:extLst>
          </p:cNvPr>
          <p:cNvSpPr>
            <a:spLocks xmlns:a="http://schemas.openxmlformats.org/drawingml/2006/main" noGrp="1"/>
          </p:cNvSpPr>
          <p:nvPr/>
        </p:nvSpPr>
        <p:spPr>
          <a:xfrm xmlns:a="http://schemas.openxmlformats.org/drawingml/2006/main">
            <a:off x="7524750" y="5638800"/>
            <a:ext cx="1066800" cy="29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463" b="1">
                <a:solidFill>
                  <a:srgbClr val="383838"/>
                </a:solidFill>
                <a:latin typeface="Microsoft YaHei UI"/>
                <a:ea typeface="Microsoft YaHei UI"/>
                <a:cs typeface="Microsoft YaHei UI"/>
              </a:defRPr>
            </a:pPr>
            <a:r>
              <a:rPr sz="1463" b="1">
                <a:solidFill>
                  <a:srgbClr val="383838"/>
                </a:solidFill>
                <a:latin typeface="Microsoft YaHei UI"/>
                <a:ea typeface="Microsoft YaHei UI"/>
                <a:cs typeface="Microsoft YaHei UI"/>
              </a:rPr>
              <a:t>保障机制</a:t>
            </a:r>
          </a:p>
        </p:txBody>
      </p:sp>
      <p:sp>
        <p:nvSpPr>
          <p:cNvPr id="173" name="g173">
            <a:extLst xmlns:a="http://schemas.openxmlformats.org/drawingml/2006/main">
              <a:ext uri="{FF2B5EF4-FFF2-40B4-BE49-F238E27FC236}">
                <a16:creationId xmlns:a16="http://schemas.microsoft.com/office/drawing/2014/main" id="{5B0AA21A-8CEA-42F5-8356-3FE79A2F24C5}"/>
              </a:ext>
            </a:extLst>
          </p:cNvPr>
          <p:cNvSpPr>
            <a:spLocks xmlns:a="http://schemas.openxmlformats.org/drawingml/2006/main" noGrp="1"/>
          </p:cNvSpPr>
          <p:nvPr/>
        </p:nvSpPr>
        <p:spPr>
          <a:xfrm xmlns:a="http://schemas.openxmlformats.org/drawingml/2006/main">
            <a:off x="6486525" y="4714875"/>
            <a:ext cx="14859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950" b="1">
                <a:solidFill>
                  <a:srgbClr val="383838"/>
                </a:solidFill>
                <a:latin typeface="Microsoft YaHei UI"/>
                <a:ea typeface="Microsoft YaHei UI"/>
                <a:cs typeface="Microsoft YaHei UI"/>
              </a:defRPr>
            </a:pPr>
            <a:r>
              <a:rPr sz="1950" b="1">
                <a:solidFill>
                  <a:srgbClr val="383838"/>
                </a:solidFill>
                <a:latin typeface="Microsoft YaHei UI"/>
                <a:ea typeface="Microsoft YaHei UI"/>
                <a:cs typeface="Microsoft YaHei UI"/>
              </a:rPr>
              <a:t>创新过程</a:t>
            </a:r>
          </a:p>
        </p:txBody>
      </p:sp>
      <p:sp>
        <p:nvSpPr>
          <p:cNvPr id="174" name="g174">
            <a:extLst xmlns:a="http://schemas.openxmlformats.org/drawingml/2006/main">
              <a:ext uri="{FF2B5EF4-FFF2-40B4-BE49-F238E27FC236}">
                <a16:creationId xmlns:a16="http://schemas.microsoft.com/office/drawing/2014/main" id="{555E6E61-0FFD-4AB4-8563-A6C6621115CC}"/>
              </a:ext>
            </a:extLst>
          </p:cNvPr>
          <p:cNvSpPr>
            <a:spLocks xmlns:a="http://schemas.openxmlformats.org/drawingml/2006/main" noGrp="1"/>
          </p:cNvSpPr>
          <p:nvPr/>
        </p:nvSpPr>
        <p:spPr>
          <a:xfrm xmlns:a="http://schemas.openxmlformats.org/drawingml/2006/main">
            <a:off x="920115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75" name="g175">
            <a:extLst xmlns:a="http://schemas.openxmlformats.org/drawingml/2006/main">
              <a:ext uri="{FF2B5EF4-FFF2-40B4-BE49-F238E27FC236}">
                <a16:creationId xmlns:a16="http://schemas.microsoft.com/office/drawing/2014/main" id="{649FDADF-0260-404C-BE02-723F9E646229}"/>
              </a:ext>
            </a:extLst>
          </p:cNvPr>
          <p:cNvSpPr>
            <a:spLocks xmlns:a="http://schemas.openxmlformats.org/drawingml/2006/main" noGrp="1"/>
          </p:cNvSpPr>
          <p:nvPr/>
        </p:nvSpPr>
        <p:spPr>
          <a:xfrm xmlns:a="http://schemas.openxmlformats.org/drawingml/2006/main">
            <a:off x="928687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76" name="g176">
            <a:extLst xmlns:a="http://schemas.openxmlformats.org/drawingml/2006/main">
              <a:ext uri="{FF2B5EF4-FFF2-40B4-BE49-F238E27FC236}">
                <a16:creationId xmlns:a16="http://schemas.microsoft.com/office/drawing/2014/main" id="{B4DB6628-9CA5-4E59-85AF-4E36B810C137}"/>
              </a:ext>
            </a:extLst>
          </p:cNvPr>
          <p:cNvSpPr>
            <a:spLocks xmlns:a="http://schemas.openxmlformats.org/drawingml/2006/main" noGrp="1"/>
          </p:cNvSpPr>
          <p:nvPr/>
        </p:nvSpPr>
        <p:spPr>
          <a:xfrm xmlns:a="http://schemas.openxmlformats.org/drawingml/2006/main">
            <a:off x="937260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77" name="g177">
            <a:extLst xmlns:a="http://schemas.openxmlformats.org/drawingml/2006/main">
              <a:ext uri="{FF2B5EF4-FFF2-40B4-BE49-F238E27FC236}">
                <a16:creationId xmlns:a16="http://schemas.microsoft.com/office/drawing/2014/main" id="{94E6BDA4-3BE7-403A-A8DD-A8F3E2B8B8F2}"/>
              </a:ext>
            </a:extLst>
          </p:cNvPr>
          <p:cNvSpPr>
            <a:spLocks xmlns:a="http://schemas.openxmlformats.org/drawingml/2006/main" noGrp="1"/>
          </p:cNvSpPr>
          <p:nvPr/>
        </p:nvSpPr>
        <p:spPr>
          <a:xfrm xmlns:a="http://schemas.openxmlformats.org/drawingml/2006/main">
            <a:off x="945832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78" name="g178">
            <a:extLst xmlns:a="http://schemas.openxmlformats.org/drawingml/2006/main">
              <a:ext uri="{FF2B5EF4-FFF2-40B4-BE49-F238E27FC236}">
                <a16:creationId xmlns:a16="http://schemas.microsoft.com/office/drawing/2014/main" id="{223FD093-B554-4CF6-8EF3-89864A361033}"/>
              </a:ext>
            </a:extLst>
          </p:cNvPr>
          <p:cNvSpPr>
            <a:spLocks xmlns:a="http://schemas.openxmlformats.org/drawingml/2006/main" noGrp="1"/>
          </p:cNvSpPr>
          <p:nvPr/>
        </p:nvSpPr>
        <p:spPr>
          <a:xfrm xmlns:a="http://schemas.openxmlformats.org/drawingml/2006/main">
            <a:off x="954405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79" name="g179">
            <a:extLst xmlns:a="http://schemas.openxmlformats.org/drawingml/2006/main">
              <a:ext uri="{FF2B5EF4-FFF2-40B4-BE49-F238E27FC236}">
                <a16:creationId xmlns:a16="http://schemas.microsoft.com/office/drawing/2014/main" id="{1C9F7A70-F0EA-401D-9349-49FE2EE6AA34}"/>
              </a:ext>
            </a:extLst>
          </p:cNvPr>
          <p:cNvSpPr>
            <a:spLocks xmlns:a="http://schemas.openxmlformats.org/drawingml/2006/main" noGrp="1"/>
          </p:cNvSpPr>
          <p:nvPr/>
        </p:nvSpPr>
        <p:spPr>
          <a:xfrm xmlns:a="http://schemas.openxmlformats.org/drawingml/2006/main">
            <a:off x="962977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0" name="g180">
            <a:extLst xmlns:a="http://schemas.openxmlformats.org/drawingml/2006/main">
              <a:ext uri="{FF2B5EF4-FFF2-40B4-BE49-F238E27FC236}">
                <a16:creationId xmlns:a16="http://schemas.microsoft.com/office/drawing/2014/main" id="{B9E99A38-1851-4377-AC35-BE99F4345B26}"/>
              </a:ext>
            </a:extLst>
          </p:cNvPr>
          <p:cNvSpPr>
            <a:spLocks xmlns:a="http://schemas.openxmlformats.org/drawingml/2006/main" noGrp="1"/>
          </p:cNvSpPr>
          <p:nvPr/>
        </p:nvSpPr>
        <p:spPr>
          <a:xfrm xmlns:a="http://schemas.openxmlformats.org/drawingml/2006/main">
            <a:off x="971550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1" name="g181">
            <a:extLst xmlns:a="http://schemas.openxmlformats.org/drawingml/2006/main">
              <a:ext uri="{FF2B5EF4-FFF2-40B4-BE49-F238E27FC236}">
                <a16:creationId xmlns:a16="http://schemas.microsoft.com/office/drawing/2014/main" id="{2A507DEC-AF56-4065-9392-09546AFC9499}"/>
              </a:ext>
            </a:extLst>
          </p:cNvPr>
          <p:cNvSpPr>
            <a:spLocks xmlns:a="http://schemas.openxmlformats.org/drawingml/2006/main" noGrp="1"/>
          </p:cNvSpPr>
          <p:nvPr/>
        </p:nvSpPr>
        <p:spPr>
          <a:xfrm xmlns:a="http://schemas.openxmlformats.org/drawingml/2006/main">
            <a:off x="980122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2" name="g182">
            <a:extLst xmlns:a="http://schemas.openxmlformats.org/drawingml/2006/main">
              <a:ext uri="{FF2B5EF4-FFF2-40B4-BE49-F238E27FC236}">
                <a16:creationId xmlns:a16="http://schemas.microsoft.com/office/drawing/2014/main" id="{63F7FCC5-476C-4494-AEC8-DFD43EE194ED}"/>
              </a:ext>
            </a:extLst>
          </p:cNvPr>
          <p:cNvSpPr>
            <a:spLocks xmlns:a="http://schemas.openxmlformats.org/drawingml/2006/main" noGrp="1"/>
          </p:cNvSpPr>
          <p:nvPr/>
        </p:nvSpPr>
        <p:spPr>
          <a:xfrm xmlns:a="http://schemas.openxmlformats.org/drawingml/2006/main">
            <a:off x="988695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3" name="g183">
            <a:extLst xmlns:a="http://schemas.openxmlformats.org/drawingml/2006/main">
              <a:ext uri="{FF2B5EF4-FFF2-40B4-BE49-F238E27FC236}">
                <a16:creationId xmlns:a16="http://schemas.microsoft.com/office/drawing/2014/main" id="{5BE62CD4-E58D-4656-B092-D9D64BFE7798}"/>
              </a:ext>
            </a:extLst>
          </p:cNvPr>
          <p:cNvSpPr>
            <a:spLocks xmlns:a="http://schemas.openxmlformats.org/drawingml/2006/main" noGrp="1"/>
          </p:cNvSpPr>
          <p:nvPr/>
        </p:nvSpPr>
        <p:spPr>
          <a:xfrm xmlns:a="http://schemas.openxmlformats.org/drawingml/2006/main">
            <a:off x="997267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4" name="g184">
            <a:extLst xmlns:a="http://schemas.openxmlformats.org/drawingml/2006/main">
              <a:ext uri="{FF2B5EF4-FFF2-40B4-BE49-F238E27FC236}">
                <a16:creationId xmlns:a16="http://schemas.microsoft.com/office/drawing/2014/main" id="{057A7954-CB39-4FC9-A089-BBF945161BBD}"/>
              </a:ext>
            </a:extLst>
          </p:cNvPr>
          <p:cNvSpPr>
            <a:spLocks xmlns:a="http://schemas.openxmlformats.org/drawingml/2006/main" noGrp="1"/>
          </p:cNvSpPr>
          <p:nvPr/>
        </p:nvSpPr>
        <p:spPr>
          <a:xfrm xmlns:a="http://schemas.openxmlformats.org/drawingml/2006/main">
            <a:off x="1005840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5" name="g185">
            <a:extLst xmlns:a="http://schemas.openxmlformats.org/drawingml/2006/main">
              <a:ext uri="{FF2B5EF4-FFF2-40B4-BE49-F238E27FC236}">
                <a16:creationId xmlns:a16="http://schemas.microsoft.com/office/drawing/2014/main" id="{2CCAEAF0-D803-4ECE-A14B-C2BDC6738D2F}"/>
              </a:ext>
            </a:extLst>
          </p:cNvPr>
          <p:cNvSpPr>
            <a:spLocks xmlns:a="http://schemas.openxmlformats.org/drawingml/2006/main" noGrp="1"/>
          </p:cNvSpPr>
          <p:nvPr/>
        </p:nvSpPr>
        <p:spPr>
          <a:xfrm xmlns:a="http://schemas.openxmlformats.org/drawingml/2006/main">
            <a:off x="1014412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6" name="g186">
            <a:extLst xmlns:a="http://schemas.openxmlformats.org/drawingml/2006/main">
              <a:ext uri="{FF2B5EF4-FFF2-40B4-BE49-F238E27FC236}">
                <a16:creationId xmlns:a16="http://schemas.microsoft.com/office/drawing/2014/main" id="{FB2E88A3-FF4B-46F4-9F6F-3FF444C4EEA1}"/>
              </a:ext>
            </a:extLst>
          </p:cNvPr>
          <p:cNvSpPr>
            <a:spLocks xmlns:a="http://schemas.openxmlformats.org/drawingml/2006/main" noGrp="1"/>
          </p:cNvSpPr>
          <p:nvPr/>
        </p:nvSpPr>
        <p:spPr>
          <a:xfrm xmlns:a="http://schemas.openxmlformats.org/drawingml/2006/main">
            <a:off x="1022985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7" name="g187">
            <a:extLst xmlns:a="http://schemas.openxmlformats.org/drawingml/2006/main">
              <a:ext uri="{FF2B5EF4-FFF2-40B4-BE49-F238E27FC236}">
                <a16:creationId xmlns:a16="http://schemas.microsoft.com/office/drawing/2014/main" id="{B6C7C19D-7A56-4E95-A9A0-69C02147A2B6}"/>
              </a:ext>
            </a:extLst>
          </p:cNvPr>
          <p:cNvSpPr>
            <a:spLocks xmlns:a="http://schemas.openxmlformats.org/drawingml/2006/main" noGrp="1"/>
          </p:cNvSpPr>
          <p:nvPr/>
        </p:nvSpPr>
        <p:spPr>
          <a:xfrm xmlns:a="http://schemas.openxmlformats.org/drawingml/2006/main">
            <a:off x="1031557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8" name="g188">
            <a:extLst xmlns:a="http://schemas.openxmlformats.org/drawingml/2006/main">
              <a:ext uri="{FF2B5EF4-FFF2-40B4-BE49-F238E27FC236}">
                <a16:creationId xmlns:a16="http://schemas.microsoft.com/office/drawing/2014/main" id="{0E1F9108-52C1-49A9-AFE3-CEF7E8AE890A}"/>
              </a:ext>
            </a:extLst>
          </p:cNvPr>
          <p:cNvSpPr>
            <a:spLocks xmlns:a="http://schemas.openxmlformats.org/drawingml/2006/main" noGrp="1"/>
          </p:cNvSpPr>
          <p:nvPr/>
        </p:nvSpPr>
        <p:spPr>
          <a:xfrm xmlns:a="http://schemas.openxmlformats.org/drawingml/2006/main">
            <a:off x="1040130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89" name="g189">
            <a:extLst xmlns:a="http://schemas.openxmlformats.org/drawingml/2006/main">
              <a:ext uri="{FF2B5EF4-FFF2-40B4-BE49-F238E27FC236}">
                <a16:creationId xmlns:a16="http://schemas.microsoft.com/office/drawing/2014/main" id="{E29974D5-7F54-499A-807B-F0F95BD94916}"/>
              </a:ext>
            </a:extLst>
          </p:cNvPr>
          <p:cNvSpPr>
            <a:spLocks xmlns:a="http://schemas.openxmlformats.org/drawingml/2006/main" noGrp="1"/>
          </p:cNvSpPr>
          <p:nvPr/>
        </p:nvSpPr>
        <p:spPr>
          <a:xfrm xmlns:a="http://schemas.openxmlformats.org/drawingml/2006/main">
            <a:off x="1048702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0" name="g190">
            <a:extLst xmlns:a="http://schemas.openxmlformats.org/drawingml/2006/main">
              <a:ext uri="{FF2B5EF4-FFF2-40B4-BE49-F238E27FC236}">
                <a16:creationId xmlns:a16="http://schemas.microsoft.com/office/drawing/2014/main" id="{0B6A6DD5-194F-4A37-8478-0D2D26FCDCB6}"/>
              </a:ext>
            </a:extLst>
          </p:cNvPr>
          <p:cNvSpPr>
            <a:spLocks xmlns:a="http://schemas.openxmlformats.org/drawingml/2006/main" noGrp="1"/>
          </p:cNvSpPr>
          <p:nvPr/>
        </p:nvSpPr>
        <p:spPr>
          <a:xfrm xmlns:a="http://schemas.openxmlformats.org/drawingml/2006/main">
            <a:off x="1057275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1" name="g191">
            <a:extLst xmlns:a="http://schemas.openxmlformats.org/drawingml/2006/main">
              <a:ext uri="{FF2B5EF4-FFF2-40B4-BE49-F238E27FC236}">
                <a16:creationId xmlns:a16="http://schemas.microsoft.com/office/drawing/2014/main" id="{16A47037-7EC1-47A9-95D1-8CD12C7C5D6F}"/>
              </a:ext>
            </a:extLst>
          </p:cNvPr>
          <p:cNvSpPr>
            <a:spLocks xmlns:a="http://schemas.openxmlformats.org/drawingml/2006/main" noGrp="1"/>
          </p:cNvSpPr>
          <p:nvPr/>
        </p:nvSpPr>
        <p:spPr>
          <a:xfrm xmlns:a="http://schemas.openxmlformats.org/drawingml/2006/main">
            <a:off x="1065847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2" name="g192">
            <a:extLst xmlns:a="http://schemas.openxmlformats.org/drawingml/2006/main">
              <a:ext uri="{FF2B5EF4-FFF2-40B4-BE49-F238E27FC236}">
                <a16:creationId xmlns:a16="http://schemas.microsoft.com/office/drawing/2014/main" id="{E656DE1B-A67F-4401-B48A-977BA26AC783}"/>
              </a:ext>
            </a:extLst>
          </p:cNvPr>
          <p:cNvSpPr>
            <a:spLocks xmlns:a="http://schemas.openxmlformats.org/drawingml/2006/main" noGrp="1"/>
          </p:cNvSpPr>
          <p:nvPr/>
        </p:nvSpPr>
        <p:spPr>
          <a:xfrm xmlns:a="http://schemas.openxmlformats.org/drawingml/2006/main">
            <a:off x="1074420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3" name="g193">
            <a:extLst xmlns:a="http://schemas.openxmlformats.org/drawingml/2006/main">
              <a:ext uri="{FF2B5EF4-FFF2-40B4-BE49-F238E27FC236}">
                <a16:creationId xmlns:a16="http://schemas.microsoft.com/office/drawing/2014/main" id="{7A51FB4E-78B3-4BFD-BDC5-76D83CDA7276}"/>
              </a:ext>
            </a:extLst>
          </p:cNvPr>
          <p:cNvSpPr>
            <a:spLocks xmlns:a="http://schemas.openxmlformats.org/drawingml/2006/main" noGrp="1"/>
          </p:cNvSpPr>
          <p:nvPr/>
        </p:nvSpPr>
        <p:spPr>
          <a:xfrm xmlns:a="http://schemas.openxmlformats.org/drawingml/2006/main">
            <a:off x="1082992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4" name="g194">
            <a:extLst xmlns:a="http://schemas.openxmlformats.org/drawingml/2006/main">
              <a:ext uri="{FF2B5EF4-FFF2-40B4-BE49-F238E27FC236}">
                <a16:creationId xmlns:a16="http://schemas.microsoft.com/office/drawing/2014/main" id="{801EA057-05B9-485D-A913-CF1A13E25036}"/>
              </a:ext>
            </a:extLst>
          </p:cNvPr>
          <p:cNvSpPr>
            <a:spLocks xmlns:a="http://schemas.openxmlformats.org/drawingml/2006/main" noGrp="1"/>
          </p:cNvSpPr>
          <p:nvPr/>
        </p:nvSpPr>
        <p:spPr>
          <a:xfrm xmlns:a="http://schemas.openxmlformats.org/drawingml/2006/main">
            <a:off x="1091565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5" name="g195">
            <a:extLst xmlns:a="http://schemas.openxmlformats.org/drawingml/2006/main">
              <a:ext uri="{FF2B5EF4-FFF2-40B4-BE49-F238E27FC236}">
                <a16:creationId xmlns:a16="http://schemas.microsoft.com/office/drawing/2014/main" id="{448BC543-BBD9-4A80-A88B-ED2177FBD035}"/>
              </a:ext>
            </a:extLst>
          </p:cNvPr>
          <p:cNvSpPr>
            <a:spLocks xmlns:a="http://schemas.openxmlformats.org/drawingml/2006/main" noGrp="1"/>
          </p:cNvSpPr>
          <p:nvPr/>
        </p:nvSpPr>
        <p:spPr>
          <a:xfrm xmlns:a="http://schemas.openxmlformats.org/drawingml/2006/main">
            <a:off x="1100137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6" name="g196">
            <a:extLst xmlns:a="http://schemas.openxmlformats.org/drawingml/2006/main">
              <a:ext uri="{FF2B5EF4-FFF2-40B4-BE49-F238E27FC236}">
                <a16:creationId xmlns:a16="http://schemas.microsoft.com/office/drawing/2014/main" id="{89C9FC54-1F53-4EBB-B38A-526C37F2E4F0}"/>
              </a:ext>
            </a:extLst>
          </p:cNvPr>
          <p:cNvSpPr>
            <a:spLocks xmlns:a="http://schemas.openxmlformats.org/drawingml/2006/main" noGrp="1"/>
          </p:cNvSpPr>
          <p:nvPr/>
        </p:nvSpPr>
        <p:spPr>
          <a:xfrm xmlns:a="http://schemas.openxmlformats.org/drawingml/2006/main">
            <a:off x="11087100"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7" name="g197">
            <a:extLst xmlns:a="http://schemas.openxmlformats.org/drawingml/2006/main">
              <a:ext uri="{FF2B5EF4-FFF2-40B4-BE49-F238E27FC236}">
                <a16:creationId xmlns:a16="http://schemas.microsoft.com/office/drawing/2014/main" id="{4E5680F7-B5ED-4C2D-AA06-F6050A399ACB}"/>
              </a:ext>
            </a:extLst>
          </p:cNvPr>
          <p:cNvSpPr>
            <a:spLocks xmlns:a="http://schemas.openxmlformats.org/drawingml/2006/main" noGrp="1"/>
          </p:cNvSpPr>
          <p:nvPr/>
        </p:nvSpPr>
        <p:spPr>
          <a:xfrm xmlns:a="http://schemas.openxmlformats.org/drawingml/2006/main">
            <a:off x="11172825" y="2752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10478">
            <a:solidFill>
              <a:srgbClr val="CDCDCD"/>
            </a:solidFill>
          </a:ln>
        </p:spPr>
      </p:sp>
      <p:sp>
        <p:nvSpPr>
          <p:cNvPr id="198" name="g198">
            <a:extLst xmlns:a="http://schemas.openxmlformats.org/drawingml/2006/main">
              <a:ext uri="{FF2B5EF4-FFF2-40B4-BE49-F238E27FC236}">
                <a16:creationId xmlns:a16="http://schemas.microsoft.com/office/drawing/2014/main" id="{F86E4FFA-EE42-4FE1-BE32-5C6FF75C2BC0}"/>
              </a:ext>
            </a:extLst>
          </p:cNvPr>
          <p:cNvSpPr>
            <a:spLocks xmlns:a="http://schemas.openxmlformats.org/drawingml/2006/main" noGrp="1"/>
          </p:cNvSpPr>
          <p:nvPr/>
        </p:nvSpPr>
        <p:spPr>
          <a:xfrm xmlns:a="http://schemas.openxmlformats.org/drawingml/2006/main">
            <a:off x="11249025" y="27527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199" name="g199">
            <a:extLst xmlns:a="http://schemas.openxmlformats.org/drawingml/2006/main">
              <a:ext uri="{FF2B5EF4-FFF2-40B4-BE49-F238E27FC236}">
                <a16:creationId xmlns:a16="http://schemas.microsoft.com/office/drawing/2014/main" id="{7471D7B5-EDD7-411A-99E4-95D51EA8CDB9}"/>
              </a:ext>
            </a:extLst>
          </p:cNvPr>
          <p:cNvSpPr>
            <a:spLocks xmlns:a="http://schemas.openxmlformats.org/drawingml/2006/main" noGrp="1"/>
          </p:cNvSpPr>
          <p:nvPr/>
        </p:nvSpPr>
        <p:spPr>
          <a:xfrm xmlns:a="http://schemas.openxmlformats.org/drawingml/2006/main">
            <a:off x="11249025" y="28384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0" name="g200">
            <a:extLst xmlns:a="http://schemas.openxmlformats.org/drawingml/2006/main">
              <a:ext uri="{FF2B5EF4-FFF2-40B4-BE49-F238E27FC236}">
                <a16:creationId xmlns:a16="http://schemas.microsoft.com/office/drawing/2014/main" id="{A7859F5F-BB72-425F-B01C-53681E37A4A1}"/>
              </a:ext>
            </a:extLst>
          </p:cNvPr>
          <p:cNvSpPr>
            <a:spLocks xmlns:a="http://schemas.openxmlformats.org/drawingml/2006/main" noGrp="1"/>
          </p:cNvSpPr>
          <p:nvPr/>
        </p:nvSpPr>
        <p:spPr>
          <a:xfrm xmlns:a="http://schemas.openxmlformats.org/drawingml/2006/main">
            <a:off x="11249025" y="29241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1" name="g201">
            <a:extLst xmlns:a="http://schemas.openxmlformats.org/drawingml/2006/main">
              <a:ext uri="{FF2B5EF4-FFF2-40B4-BE49-F238E27FC236}">
                <a16:creationId xmlns:a16="http://schemas.microsoft.com/office/drawing/2014/main" id="{9737D0CA-881C-4757-A6F2-E208A71614FB}"/>
              </a:ext>
            </a:extLst>
          </p:cNvPr>
          <p:cNvSpPr>
            <a:spLocks xmlns:a="http://schemas.openxmlformats.org/drawingml/2006/main" noGrp="1"/>
          </p:cNvSpPr>
          <p:nvPr/>
        </p:nvSpPr>
        <p:spPr>
          <a:xfrm xmlns:a="http://schemas.openxmlformats.org/drawingml/2006/main">
            <a:off x="11249025" y="30099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2" name="g202">
            <a:extLst xmlns:a="http://schemas.openxmlformats.org/drawingml/2006/main">
              <a:ext uri="{FF2B5EF4-FFF2-40B4-BE49-F238E27FC236}">
                <a16:creationId xmlns:a16="http://schemas.microsoft.com/office/drawing/2014/main" id="{325A2A05-21BB-405A-959A-E0EEBF4DDE30}"/>
              </a:ext>
            </a:extLst>
          </p:cNvPr>
          <p:cNvSpPr>
            <a:spLocks xmlns:a="http://schemas.openxmlformats.org/drawingml/2006/main" noGrp="1"/>
          </p:cNvSpPr>
          <p:nvPr/>
        </p:nvSpPr>
        <p:spPr>
          <a:xfrm xmlns:a="http://schemas.openxmlformats.org/drawingml/2006/main">
            <a:off x="11249025" y="30956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3" name="g203">
            <a:extLst xmlns:a="http://schemas.openxmlformats.org/drawingml/2006/main">
              <a:ext uri="{FF2B5EF4-FFF2-40B4-BE49-F238E27FC236}">
                <a16:creationId xmlns:a16="http://schemas.microsoft.com/office/drawing/2014/main" id="{56494AB9-4BAD-41E8-904E-37F3A5A37247}"/>
              </a:ext>
            </a:extLst>
          </p:cNvPr>
          <p:cNvSpPr>
            <a:spLocks xmlns:a="http://schemas.openxmlformats.org/drawingml/2006/main" noGrp="1"/>
          </p:cNvSpPr>
          <p:nvPr/>
        </p:nvSpPr>
        <p:spPr>
          <a:xfrm xmlns:a="http://schemas.openxmlformats.org/drawingml/2006/main">
            <a:off x="11249025" y="31813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4" name="g204">
            <a:extLst xmlns:a="http://schemas.openxmlformats.org/drawingml/2006/main">
              <a:ext uri="{FF2B5EF4-FFF2-40B4-BE49-F238E27FC236}">
                <a16:creationId xmlns:a16="http://schemas.microsoft.com/office/drawing/2014/main" id="{F0646FC4-167F-4810-BECF-8B5449E5BE99}"/>
              </a:ext>
            </a:extLst>
          </p:cNvPr>
          <p:cNvSpPr>
            <a:spLocks xmlns:a="http://schemas.openxmlformats.org/drawingml/2006/main" noGrp="1"/>
          </p:cNvSpPr>
          <p:nvPr/>
        </p:nvSpPr>
        <p:spPr>
          <a:xfrm xmlns:a="http://schemas.openxmlformats.org/drawingml/2006/main">
            <a:off x="11249025" y="32670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5" name="g205">
            <a:extLst xmlns:a="http://schemas.openxmlformats.org/drawingml/2006/main">
              <a:ext uri="{FF2B5EF4-FFF2-40B4-BE49-F238E27FC236}">
                <a16:creationId xmlns:a16="http://schemas.microsoft.com/office/drawing/2014/main" id="{BF385A2D-EFEF-49B2-B638-25ED94936214}"/>
              </a:ext>
            </a:extLst>
          </p:cNvPr>
          <p:cNvSpPr>
            <a:spLocks xmlns:a="http://schemas.openxmlformats.org/drawingml/2006/main" noGrp="1"/>
          </p:cNvSpPr>
          <p:nvPr/>
        </p:nvSpPr>
        <p:spPr>
          <a:xfrm xmlns:a="http://schemas.openxmlformats.org/drawingml/2006/main">
            <a:off x="11249025" y="33528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6" name="g206">
            <a:extLst xmlns:a="http://schemas.openxmlformats.org/drawingml/2006/main">
              <a:ext uri="{FF2B5EF4-FFF2-40B4-BE49-F238E27FC236}">
                <a16:creationId xmlns:a16="http://schemas.microsoft.com/office/drawing/2014/main" id="{6445D4C3-73C5-49C0-858E-E470CBB44708}"/>
              </a:ext>
            </a:extLst>
          </p:cNvPr>
          <p:cNvSpPr>
            <a:spLocks xmlns:a="http://schemas.openxmlformats.org/drawingml/2006/main" noGrp="1"/>
          </p:cNvSpPr>
          <p:nvPr/>
        </p:nvSpPr>
        <p:spPr>
          <a:xfrm xmlns:a="http://schemas.openxmlformats.org/drawingml/2006/main">
            <a:off x="11249025" y="34385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7" name="g207">
            <a:extLst xmlns:a="http://schemas.openxmlformats.org/drawingml/2006/main">
              <a:ext uri="{FF2B5EF4-FFF2-40B4-BE49-F238E27FC236}">
                <a16:creationId xmlns:a16="http://schemas.microsoft.com/office/drawing/2014/main" id="{21B2179D-8579-4D43-8CDB-B8EC105FB582}"/>
              </a:ext>
            </a:extLst>
          </p:cNvPr>
          <p:cNvSpPr>
            <a:spLocks xmlns:a="http://schemas.openxmlformats.org/drawingml/2006/main" noGrp="1"/>
          </p:cNvSpPr>
          <p:nvPr/>
        </p:nvSpPr>
        <p:spPr>
          <a:xfrm xmlns:a="http://schemas.openxmlformats.org/drawingml/2006/main">
            <a:off x="11249025" y="35242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8" name="g208">
            <a:extLst xmlns:a="http://schemas.openxmlformats.org/drawingml/2006/main">
              <a:ext uri="{FF2B5EF4-FFF2-40B4-BE49-F238E27FC236}">
                <a16:creationId xmlns:a16="http://schemas.microsoft.com/office/drawing/2014/main" id="{EEBFA55A-786B-48C5-87B2-24334FC7C092}"/>
              </a:ext>
            </a:extLst>
          </p:cNvPr>
          <p:cNvSpPr>
            <a:spLocks xmlns:a="http://schemas.openxmlformats.org/drawingml/2006/main" noGrp="1"/>
          </p:cNvSpPr>
          <p:nvPr/>
        </p:nvSpPr>
        <p:spPr>
          <a:xfrm xmlns:a="http://schemas.openxmlformats.org/drawingml/2006/main">
            <a:off x="11249025" y="36099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09" name="g209">
            <a:extLst xmlns:a="http://schemas.openxmlformats.org/drawingml/2006/main">
              <a:ext uri="{FF2B5EF4-FFF2-40B4-BE49-F238E27FC236}">
                <a16:creationId xmlns:a16="http://schemas.microsoft.com/office/drawing/2014/main" id="{DEAA366C-45BB-4F13-B0FB-3825A22AFF60}"/>
              </a:ext>
            </a:extLst>
          </p:cNvPr>
          <p:cNvSpPr>
            <a:spLocks xmlns:a="http://schemas.openxmlformats.org/drawingml/2006/main" noGrp="1"/>
          </p:cNvSpPr>
          <p:nvPr/>
        </p:nvSpPr>
        <p:spPr>
          <a:xfrm xmlns:a="http://schemas.openxmlformats.org/drawingml/2006/main">
            <a:off x="11249025" y="36957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0" name="g210">
            <a:extLst xmlns:a="http://schemas.openxmlformats.org/drawingml/2006/main">
              <a:ext uri="{FF2B5EF4-FFF2-40B4-BE49-F238E27FC236}">
                <a16:creationId xmlns:a16="http://schemas.microsoft.com/office/drawing/2014/main" id="{6F1F4BC1-16E0-4D7D-BD07-627EB06F4339}"/>
              </a:ext>
            </a:extLst>
          </p:cNvPr>
          <p:cNvSpPr>
            <a:spLocks xmlns:a="http://schemas.openxmlformats.org/drawingml/2006/main" noGrp="1"/>
          </p:cNvSpPr>
          <p:nvPr/>
        </p:nvSpPr>
        <p:spPr>
          <a:xfrm xmlns:a="http://schemas.openxmlformats.org/drawingml/2006/main">
            <a:off x="11249025" y="37814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1" name="g211">
            <a:extLst xmlns:a="http://schemas.openxmlformats.org/drawingml/2006/main">
              <a:ext uri="{FF2B5EF4-FFF2-40B4-BE49-F238E27FC236}">
                <a16:creationId xmlns:a16="http://schemas.microsoft.com/office/drawing/2014/main" id="{9D04DFE9-DC04-4916-AACD-0CD9C227C4B0}"/>
              </a:ext>
            </a:extLst>
          </p:cNvPr>
          <p:cNvSpPr>
            <a:spLocks xmlns:a="http://schemas.openxmlformats.org/drawingml/2006/main" noGrp="1"/>
          </p:cNvSpPr>
          <p:nvPr/>
        </p:nvSpPr>
        <p:spPr>
          <a:xfrm xmlns:a="http://schemas.openxmlformats.org/drawingml/2006/main">
            <a:off x="11249025" y="38671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2" name="g212">
            <a:extLst xmlns:a="http://schemas.openxmlformats.org/drawingml/2006/main">
              <a:ext uri="{FF2B5EF4-FFF2-40B4-BE49-F238E27FC236}">
                <a16:creationId xmlns:a16="http://schemas.microsoft.com/office/drawing/2014/main" id="{575C70BE-B769-4AB7-8B92-55347E9402BE}"/>
              </a:ext>
            </a:extLst>
          </p:cNvPr>
          <p:cNvSpPr>
            <a:spLocks xmlns:a="http://schemas.openxmlformats.org/drawingml/2006/main" noGrp="1"/>
          </p:cNvSpPr>
          <p:nvPr/>
        </p:nvSpPr>
        <p:spPr>
          <a:xfrm xmlns:a="http://schemas.openxmlformats.org/drawingml/2006/main">
            <a:off x="11249025" y="39528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3" name="g213">
            <a:extLst xmlns:a="http://schemas.openxmlformats.org/drawingml/2006/main">
              <a:ext uri="{FF2B5EF4-FFF2-40B4-BE49-F238E27FC236}">
                <a16:creationId xmlns:a16="http://schemas.microsoft.com/office/drawing/2014/main" id="{57E6C98E-225A-4E71-82C4-4EB516BC7A23}"/>
              </a:ext>
            </a:extLst>
          </p:cNvPr>
          <p:cNvSpPr>
            <a:spLocks xmlns:a="http://schemas.openxmlformats.org/drawingml/2006/main" noGrp="1"/>
          </p:cNvSpPr>
          <p:nvPr/>
        </p:nvSpPr>
        <p:spPr>
          <a:xfrm xmlns:a="http://schemas.openxmlformats.org/drawingml/2006/main">
            <a:off x="11249025" y="40386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4" name="g214">
            <a:extLst xmlns:a="http://schemas.openxmlformats.org/drawingml/2006/main">
              <a:ext uri="{FF2B5EF4-FFF2-40B4-BE49-F238E27FC236}">
                <a16:creationId xmlns:a16="http://schemas.microsoft.com/office/drawing/2014/main" id="{3AEDC225-F423-4CA6-A19C-9497CEA51330}"/>
              </a:ext>
            </a:extLst>
          </p:cNvPr>
          <p:cNvSpPr>
            <a:spLocks xmlns:a="http://schemas.openxmlformats.org/drawingml/2006/main" noGrp="1"/>
          </p:cNvSpPr>
          <p:nvPr/>
        </p:nvSpPr>
        <p:spPr>
          <a:xfrm xmlns:a="http://schemas.openxmlformats.org/drawingml/2006/main">
            <a:off x="11249025" y="41243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5" name="g215">
            <a:extLst xmlns:a="http://schemas.openxmlformats.org/drawingml/2006/main">
              <a:ext uri="{FF2B5EF4-FFF2-40B4-BE49-F238E27FC236}">
                <a16:creationId xmlns:a16="http://schemas.microsoft.com/office/drawing/2014/main" id="{79F93DEF-DF68-448C-9AEB-86AB85C07277}"/>
              </a:ext>
            </a:extLst>
          </p:cNvPr>
          <p:cNvSpPr>
            <a:spLocks xmlns:a="http://schemas.openxmlformats.org/drawingml/2006/main" noGrp="1"/>
          </p:cNvSpPr>
          <p:nvPr/>
        </p:nvSpPr>
        <p:spPr>
          <a:xfrm xmlns:a="http://schemas.openxmlformats.org/drawingml/2006/main">
            <a:off x="11249025" y="42100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6" name="g216">
            <a:extLst xmlns:a="http://schemas.openxmlformats.org/drawingml/2006/main">
              <a:ext uri="{FF2B5EF4-FFF2-40B4-BE49-F238E27FC236}">
                <a16:creationId xmlns:a16="http://schemas.microsoft.com/office/drawing/2014/main" id="{97442E91-7FEC-49A1-91E2-DE675250CA79}"/>
              </a:ext>
            </a:extLst>
          </p:cNvPr>
          <p:cNvSpPr>
            <a:spLocks xmlns:a="http://schemas.openxmlformats.org/drawingml/2006/main" noGrp="1"/>
          </p:cNvSpPr>
          <p:nvPr/>
        </p:nvSpPr>
        <p:spPr>
          <a:xfrm xmlns:a="http://schemas.openxmlformats.org/drawingml/2006/main">
            <a:off x="11249025" y="42957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7" name="g217">
            <a:extLst xmlns:a="http://schemas.openxmlformats.org/drawingml/2006/main">
              <a:ext uri="{FF2B5EF4-FFF2-40B4-BE49-F238E27FC236}">
                <a16:creationId xmlns:a16="http://schemas.microsoft.com/office/drawing/2014/main" id="{8FCC529E-FED5-437F-A16F-400D2C855843}"/>
              </a:ext>
            </a:extLst>
          </p:cNvPr>
          <p:cNvSpPr>
            <a:spLocks xmlns:a="http://schemas.openxmlformats.org/drawingml/2006/main" noGrp="1"/>
          </p:cNvSpPr>
          <p:nvPr/>
        </p:nvSpPr>
        <p:spPr>
          <a:xfrm xmlns:a="http://schemas.openxmlformats.org/drawingml/2006/main">
            <a:off x="11249025" y="43815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8" name="g218">
            <a:extLst xmlns:a="http://schemas.openxmlformats.org/drawingml/2006/main">
              <a:ext uri="{FF2B5EF4-FFF2-40B4-BE49-F238E27FC236}">
                <a16:creationId xmlns:a16="http://schemas.microsoft.com/office/drawing/2014/main" id="{DF2D6880-DA75-4DB5-857B-BA636C78D67C}"/>
              </a:ext>
            </a:extLst>
          </p:cNvPr>
          <p:cNvSpPr>
            <a:spLocks xmlns:a="http://schemas.openxmlformats.org/drawingml/2006/main" noGrp="1"/>
          </p:cNvSpPr>
          <p:nvPr/>
        </p:nvSpPr>
        <p:spPr>
          <a:xfrm xmlns:a="http://schemas.openxmlformats.org/drawingml/2006/main">
            <a:off x="11249025" y="44672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19" name="g219">
            <a:extLst xmlns:a="http://schemas.openxmlformats.org/drawingml/2006/main">
              <a:ext uri="{FF2B5EF4-FFF2-40B4-BE49-F238E27FC236}">
                <a16:creationId xmlns:a16="http://schemas.microsoft.com/office/drawing/2014/main" id="{56C17D47-EDC4-4350-BA7F-D9E7A7790C15}"/>
              </a:ext>
            </a:extLst>
          </p:cNvPr>
          <p:cNvSpPr>
            <a:spLocks xmlns:a="http://schemas.openxmlformats.org/drawingml/2006/main" noGrp="1"/>
          </p:cNvSpPr>
          <p:nvPr/>
        </p:nvSpPr>
        <p:spPr>
          <a:xfrm xmlns:a="http://schemas.openxmlformats.org/drawingml/2006/main">
            <a:off x="11249025" y="45529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0" name="g220">
            <a:extLst xmlns:a="http://schemas.openxmlformats.org/drawingml/2006/main">
              <a:ext uri="{FF2B5EF4-FFF2-40B4-BE49-F238E27FC236}">
                <a16:creationId xmlns:a16="http://schemas.microsoft.com/office/drawing/2014/main" id="{CA8ABBF4-BA33-43DB-8DE9-83C407E49D3C}"/>
              </a:ext>
            </a:extLst>
          </p:cNvPr>
          <p:cNvSpPr>
            <a:spLocks xmlns:a="http://schemas.openxmlformats.org/drawingml/2006/main" noGrp="1"/>
          </p:cNvSpPr>
          <p:nvPr/>
        </p:nvSpPr>
        <p:spPr>
          <a:xfrm xmlns:a="http://schemas.openxmlformats.org/drawingml/2006/main">
            <a:off x="11249025" y="4638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1" name="g221">
            <a:extLst xmlns:a="http://schemas.openxmlformats.org/drawingml/2006/main">
              <a:ext uri="{FF2B5EF4-FFF2-40B4-BE49-F238E27FC236}">
                <a16:creationId xmlns:a16="http://schemas.microsoft.com/office/drawing/2014/main" id="{3395D19F-A92E-4974-A6D2-4ED598977176}"/>
              </a:ext>
            </a:extLst>
          </p:cNvPr>
          <p:cNvSpPr>
            <a:spLocks xmlns:a="http://schemas.openxmlformats.org/drawingml/2006/main" noGrp="1"/>
          </p:cNvSpPr>
          <p:nvPr/>
        </p:nvSpPr>
        <p:spPr>
          <a:xfrm xmlns:a="http://schemas.openxmlformats.org/drawingml/2006/main">
            <a:off x="11249025" y="4724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2" name="g222">
            <a:extLst xmlns:a="http://schemas.openxmlformats.org/drawingml/2006/main">
              <a:ext uri="{FF2B5EF4-FFF2-40B4-BE49-F238E27FC236}">
                <a16:creationId xmlns:a16="http://schemas.microsoft.com/office/drawing/2014/main" id="{E1EB6859-8645-4411-82DF-6890CBEB11C0}"/>
              </a:ext>
            </a:extLst>
          </p:cNvPr>
          <p:cNvSpPr>
            <a:spLocks xmlns:a="http://schemas.openxmlformats.org/drawingml/2006/main" noGrp="1"/>
          </p:cNvSpPr>
          <p:nvPr/>
        </p:nvSpPr>
        <p:spPr>
          <a:xfrm xmlns:a="http://schemas.openxmlformats.org/drawingml/2006/main">
            <a:off x="11249025" y="4810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3" name="g223">
            <a:extLst xmlns:a="http://schemas.openxmlformats.org/drawingml/2006/main">
              <a:ext uri="{FF2B5EF4-FFF2-40B4-BE49-F238E27FC236}">
                <a16:creationId xmlns:a16="http://schemas.microsoft.com/office/drawing/2014/main" id="{5382F8FD-49B3-4DFD-B992-40FD780BE4F6}"/>
              </a:ext>
            </a:extLst>
          </p:cNvPr>
          <p:cNvSpPr>
            <a:spLocks xmlns:a="http://schemas.openxmlformats.org/drawingml/2006/main" noGrp="1"/>
          </p:cNvSpPr>
          <p:nvPr/>
        </p:nvSpPr>
        <p:spPr>
          <a:xfrm xmlns:a="http://schemas.openxmlformats.org/drawingml/2006/main">
            <a:off x="11249025" y="4895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4" name="g224">
            <a:extLst xmlns:a="http://schemas.openxmlformats.org/drawingml/2006/main">
              <a:ext uri="{FF2B5EF4-FFF2-40B4-BE49-F238E27FC236}">
                <a16:creationId xmlns:a16="http://schemas.microsoft.com/office/drawing/2014/main" id="{5F6BF107-FA30-43E3-86B7-E87F09AF0D32}"/>
              </a:ext>
            </a:extLst>
          </p:cNvPr>
          <p:cNvSpPr>
            <a:spLocks xmlns:a="http://schemas.openxmlformats.org/drawingml/2006/main" noGrp="1"/>
          </p:cNvSpPr>
          <p:nvPr/>
        </p:nvSpPr>
        <p:spPr>
          <a:xfrm xmlns:a="http://schemas.openxmlformats.org/drawingml/2006/main">
            <a:off x="11249025" y="4981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5" name="g225">
            <a:extLst xmlns:a="http://schemas.openxmlformats.org/drawingml/2006/main">
              <a:ext uri="{FF2B5EF4-FFF2-40B4-BE49-F238E27FC236}">
                <a16:creationId xmlns:a16="http://schemas.microsoft.com/office/drawing/2014/main" id="{395ECC40-ABA2-4433-ABB3-666E1FAD9D1A}"/>
              </a:ext>
            </a:extLst>
          </p:cNvPr>
          <p:cNvSpPr>
            <a:spLocks xmlns:a="http://schemas.openxmlformats.org/drawingml/2006/main" noGrp="1"/>
          </p:cNvSpPr>
          <p:nvPr/>
        </p:nvSpPr>
        <p:spPr>
          <a:xfrm xmlns:a="http://schemas.openxmlformats.org/drawingml/2006/main">
            <a:off x="11249025" y="50673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6" name="g226">
            <a:extLst xmlns:a="http://schemas.openxmlformats.org/drawingml/2006/main">
              <a:ext uri="{FF2B5EF4-FFF2-40B4-BE49-F238E27FC236}">
                <a16:creationId xmlns:a16="http://schemas.microsoft.com/office/drawing/2014/main" id="{6AA17039-6EC4-4908-9080-9893AD07BC07}"/>
              </a:ext>
            </a:extLst>
          </p:cNvPr>
          <p:cNvSpPr>
            <a:spLocks xmlns:a="http://schemas.openxmlformats.org/drawingml/2006/main" noGrp="1"/>
          </p:cNvSpPr>
          <p:nvPr/>
        </p:nvSpPr>
        <p:spPr>
          <a:xfrm xmlns:a="http://schemas.openxmlformats.org/drawingml/2006/main">
            <a:off x="11249025" y="51530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7" name="g227">
            <a:extLst xmlns:a="http://schemas.openxmlformats.org/drawingml/2006/main">
              <a:ext uri="{FF2B5EF4-FFF2-40B4-BE49-F238E27FC236}">
                <a16:creationId xmlns:a16="http://schemas.microsoft.com/office/drawing/2014/main" id="{CA0A345B-D62C-4943-A88E-87F510B2F481}"/>
              </a:ext>
            </a:extLst>
          </p:cNvPr>
          <p:cNvSpPr>
            <a:spLocks xmlns:a="http://schemas.openxmlformats.org/drawingml/2006/main" noGrp="1"/>
          </p:cNvSpPr>
          <p:nvPr/>
        </p:nvSpPr>
        <p:spPr>
          <a:xfrm xmlns:a="http://schemas.openxmlformats.org/drawingml/2006/main">
            <a:off x="11249025" y="52387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8" name="g228">
            <a:extLst xmlns:a="http://schemas.openxmlformats.org/drawingml/2006/main">
              <a:ext uri="{FF2B5EF4-FFF2-40B4-BE49-F238E27FC236}">
                <a16:creationId xmlns:a16="http://schemas.microsoft.com/office/drawing/2014/main" id="{A288233F-4A9F-42AE-B6F1-90165FEC910E}"/>
              </a:ext>
            </a:extLst>
          </p:cNvPr>
          <p:cNvSpPr>
            <a:spLocks xmlns:a="http://schemas.openxmlformats.org/drawingml/2006/main" noGrp="1"/>
          </p:cNvSpPr>
          <p:nvPr/>
        </p:nvSpPr>
        <p:spPr>
          <a:xfrm xmlns:a="http://schemas.openxmlformats.org/drawingml/2006/main">
            <a:off x="11249025" y="53244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29" name="g229">
            <a:extLst xmlns:a="http://schemas.openxmlformats.org/drawingml/2006/main">
              <a:ext uri="{FF2B5EF4-FFF2-40B4-BE49-F238E27FC236}">
                <a16:creationId xmlns:a16="http://schemas.microsoft.com/office/drawing/2014/main" id="{342EC5D0-000D-4A8A-A597-4D9691462D4F}"/>
              </a:ext>
            </a:extLst>
          </p:cNvPr>
          <p:cNvSpPr>
            <a:spLocks xmlns:a="http://schemas.openxmlformats.org/drawingml/2006/main" noGrp="1"/>
          </p:cNvSpPr>
          <p:nvPr/>
        </p:nvSpPr>
        <p:spPr>
          <a:xfrm xmlns:a="http://schemas.openxmlformats.org/drawingml/2006/main">
            <a:off x="11249025" y="54102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0" name="g230">
            <a:extLst xmlns:a="http://schemas.openxmlformats.org/drawingml/2006/main">
              <a:ext uri="{FF2B5EF4-FFF2-40B4-BE49-F238E27FC236}">
                <a16:creationId xmlns:a16="http://schemas.microsoft.com/office/drawing/2014/main" id="{7B4B9D5C-0961-4314-B6CA-8575D01C2433}"/>
              </a:ext>
            </a:extLst>
          </p:cNvPr>
          <p:cNvSpPr>
            <a:spLocks xmlns:a="http://schemas.openxmlformats.org/drawingml/2006/main" noGrp="1"/>
          </p:cNvSpPr>
          <p:nvPr/>
        </p:nvSpPr>
        <p:spPr>
          <a:xfrm xmlns:a="http://schemas.openxmlformats.org/drawingml/2006/main">
            <a:off x="11249025" y="54959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1" name="g231">
            <a:extLst xmlns:a="http://schemas.openxmlformats.org/drawingml/2006/main">
              <a:ext uri="{FF2B5EF4-FFF2-40B4-BE49-F238E27FC236}">
                <a16:creationId xmlns:a16="http://schemas.microsoft.com/office/drawing/2014/main" id="{5697FC1A-1018-4060-9196-2703C74B1D25}"/>
              </a:ext>
            </a:extLst>
          </p:cNvPr>
          <p:cNvSpPr>
            <a:spLocks xmlns:a="http://schemas.openxmlformats.org/drawingml/2006/main" noGrp="1"/>
          </p:cNvSpPr>
          <p:nvPr/>
        </p:nvSpPr>
        <p:spPr>
          <a:xfrm xmlns:a="http://schemas.openxmlformats.org/drawingml/2006/main">
            <a:off x="11249025" y="55816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2" name="g232">
            <a:extLst xmlns:a="http://schemas.openxmlformats.org/drawingml/2006/main">
              <a:ext uri="{FF2B5EF4-FFF2-40B4-BE49-F238E27FC236}">
                <a16:creationId xmlns:a16="http://schemas.microsoft.com/office/drawing/2014/main" id="{42F9739A-6D1A-499A-BDFC-591EA9D87074}"/>
              </a:ext>
            </a:extLst>
          </p:cNvPr>
          <p:cNvSpPr>
            <a:spLocks xmlns:a="http://schemas.openxmlformats.org/drawingml/2006/main" noGrp="1"/>
          </p:cNvSpPr>
          <p:nvPr/>
        </p:nvSpPr>
        <p:spPr>
          <a:xfrm xmlns:a="http://schemas.openxmlformats.org/drawingml/2006/main">
            <a:off x="11249025" y="56673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3" name="g233">
            <a:extLst xmlns:a="http://schemas.openxmlformats.org/drawingml/2006/main">
              <a:ext uri="{FF2B5EF4-FFF2-40B4-BE49-F238E27FC236}">
                <a16:creationId xmlns:a16="http://schemas.microsoft.com/office/drawing/2014/main" id="{BD6F14F8-4310-4656-A255-0220564A3E88}"/>
              </a:ext>
            </a:extLst>
          </p:cNvPr>
          <p:cNvSpPr>
            <a:spLocks xmlns:a="http://schemas.openxmlformats.org/drawingml/2006/main" noGrp="1"/>
          </p:cNvSpPr>
          <p:nvPr/>
        </p:nvSpPr>
        <p:spPr>
          <a:xfrm xmlns:a="http://schemas.openxmlformats.org/drawingml/2006/main">
            <a:off x="11249025" y="57531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4" name="g234">
            <a:extLst xmlns:a="http://schemas.openxmlformats.org/drawingml/2006/main">
              <a:ext uri="{FF2B5EF4-FFF2-40B4-BE49-F238E27FC236}">
                <a16:creationId xmlns:a16="http://schemas.microsoft.com/office/drawing/2014/main" id="{D3C9088D-08D9-4A9C-9C78-24BD9AD84FDC}"/>
              </a:ext>
            </a:extLst>
          </p:cNvPr>
          <p:cNvSpPr>
            <a:spLocks xmlns:a="http://schemas.openxmlformats.org/drawingml/2006/main" noGrp="1"/>
          </p:cNvSpPr>
          <p:nvPr/>
        </p:nvSpPr>
        <p:spPr>
          <a:xfrm xmlns:a="http://schemas.openxmlformats.org/drawingml/2006/main">
            <a:off x="11249025" y="58388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5" name="g235">
            <a:extLst xmlns:a="http://schemas.openxmlformats.org/drawingml/2006/main">
              <a:ext uri="{FF2B5EF4-FFF2-40B4-BE49-F238E27FC236}">
                <a16:creationId xmlns:a16="http://schemas.microsoft.com/office/drawing/2014/main" id="{B8EE8708-1E20-4C65-80C2-3C99636A02F6}"/>
              </a:ext>
            </a:extLst>
          </p:cNvPr>
          <p:cNvSpPr>
            <a:spLocks xmlns:a="http://schemas.openxmlformats.org/drawingml/2006/main" noGrp="1"/>
          </p:cNvSpPr>
          <p:nvPr/>
        </p:nvSpPr>
        <p:spPr>
          <a:xfrm xmlns:a="http://schemas.openxmlformats.org/drawingml/2006/main">
            <a:off x="11249025" y="59245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6" name="g236">
            <a:extLst xmlns:a="http://schemas.openxmlformats.org/drawingml/2006/main">
              <a:ext uri="{FF2B5EF4-FFF2-40B4-BE49-F238E27FC236}">
                <a16:creationId xmlns:a16="http://schemas.microsoft.com/office/drawing/2014/main" id="{4C4BA521-AF98-46C6-9140-E043F0FAC926}"/>
              </a:ext>
            </a:extLst>
          </p:cNvPr>
          <p:cNvSpPr>
            <a:spLocks xmlns:a="http://schemas.openxmlformats.org/drawingml/2006/main" noGrp="1"/>
          </p:cNvSpPr>
          <p:nvPr/>
        </p:nvSpPr>
        <p:spPr>
          <a:xfrm xmlns:a="http://schemas.openxmlformats.org/drawingml/2006/main">
            <a:off x="11249025" y="60102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7" name="g237">
            <a:extLst xmlns:a="http://schemas.openxmlformats.org/drawingml/2006/main">
              <a:ext uri="{FF2B5EF4-FFF2-40B4-BE49-F238E27FC236}">
                <a16:creationId xmlns:a16="http://schemas.microsoft.com/office/drawing/2014/main" id="{D834CBA0-CFFE-4449-BE3B-3166F679658C}"/>
              </a:ext>
            </a:extLst>
          </p:cNvPr>
          <p:cNvSpPr>
            <a:spLocks xmlns:a="http://schemas.openxmlformats.org/drawingml/2006/main" noGrp="1"/>
          </p:cNvSpPr>
          <p:nvPr/>
        </p:nvSpPr>
        <p:spPr>
          <a:xfrm xmlns:a="http://schemas.openxmlformats.org/drawingml/2006/main">
            <a:off x="11249025" y="60960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10478">
            <a:solidFill>
              <a:srgbClr val="CDCDCD"/>
            </a:solidFill>
          </a:ln>
        </p:spPr>
      </p:sp>
      <p:sp>
        <p:nvSpPr>
          <p:cNvPr id="238" name="g238">
            <a:extLst xmlns:a="http://schemas.openxmlformats.org/drawingml/2006/main">
              <a:ext uri="{FF2B5EF4-FFF2-40B4-BE49-F238E27FC236}">
                <a16:creationId xmlns:a16="http://schemas.microsoft.com/office/drawing/2014/main" id="{1B0197C4-AFCB-4408-B2FB-7C230A788DFB}"/>
              </a:ext>
            </a:extLst>
          </p:cNvPr>
          <p:cNvSpPr>
            <a:spLocks xmlns:a="http://schemas.openxmlformats.org/drawingml/2006/main" noGrp="1"/>
          </p:cNvSpPr>
          <p:nvPr/>
        </p:nvSpPr>
        <p:spPr>
          <a:xfrm xmlns:a="http://schemas.openxmlformats.org/drawingml/2006/main">
            <a:off x="11249025" y="6181725"/>
            <a:ext cx="953" cy="38100"/>
          </a:xfrm>
          <a:custGeom xmlns:a="http://schemas.openxmlformats.org/drawingml/2006/main">
            <a:pathLst>
              <a:path w="953" h="38100">
                <a:moveTo>
                  <a:pt x="0" y="0"/>
                </a:moveTo>
                <a:lnTo>
                  <a:pt x="0" y="38100"/>
                </a:lnTo>
              </a:path>
            </a:pathLst>
          </a:custGeom>
          <a:noFill xmlns:a="http://schemas.openxmlformats.org/drawingml/2006/main"/>
          <a:ln xmlns:a="http://schemas.openxmlformats.org/drawingml/2006/main" w="10478">
            <a:solidFill>
              <a:srgbClr val="CDCDCD"/>
            </a:solidFill>
          </a:ln>
        </p:spPr>
      </p:sp>
      <p:sp>
        <p:nvSpPr>
          <p:cNvPr id="239" name="g239">
            <a:extLst xmlns:a="http://schemas.openxmlformats.org/drawingml/2006/main">
              <a:ext uri="{FF2B5EF4-FFF2-40B4-BE49-F238E27FC236}">
                <a16:creationId xmlns:a16="http://schemas.microsoft.com/office/drawing/2014/main" id="{A5E16DBD-7F61-46BC-8ACF-A2C09E313A3B}"/>
              </a:ext>
            </a:extLst>
          </p:cNvPr>
          <p:cNvSpPr>
            <a:spLocks xmlns:a="http://schemas.openxmlformats.org/drawingml/2006/main" noGrp="1"/>
          </p:cNvSpPr>
          <p:nvPr/>
        </p:nvSpPr>
        <p:spPr>
          <a:xfrm xmlns:a="http://schemas.openxmlformats.org/drawingml/2006/main">
            <a:off x="112014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0" name="g240">
            <a:extLst xmlns:a="http://schemas.openxmlformats.org/drawingml/2006/main">
              <a:ext uri="{FF2B5EF4-FFF2-40B4-BE49-F238E27FC236}">
                <a16:creationId xmlns:a16="http://schemas.microsoft.com/office/drawing/2014/main" id="{2866159B-235E-4E14-865B-FD95EA16F0DF}"/>
              </a:ext>
            </a:extLst>
          </p:cNvPr>
          <p:cNvSpPr>
            <a:spLocks xmlns:a="http://schemas.openxmlformats.org/drawingml/2006/main" noGrp="1"/>
          </p:cNvSpPr>
          <p:nvPr/>
        </p:nvSpPr>
        <p:spPr>
          <a:xfrm xmlns:a="http://schemas.openxmlformats.org/drawingml/2006/main">
            <a:off x="111156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1" name="g241">
            <a:extLst xmlns:a="http://schemas.openxmlformats.org/drawingml/2006/main">
              <a:ext uri="{FF2B5EF4-FFF2-40B4-BE49-F238E27FC236}">
                <a16:creationId xmlns:a16="http://schemas.microsoft.com/office/drawing/2014/main" id="{687E0B95-FA6A-472E-8B2E-722AAFB784CA}"/>
              </a:ext>
            </a:extLst>
          </p:cNvPr>
          <p:cNvSpPr>
            <a:spLocks xmlns:a="http://schemas.openxmlformats.org/drawingml/2006/main" noGrp="1"/>
          </p:cNvSpPr>
          <p:nvPr/>
        </p:nvSpPr>
        <p:spPr>
          <a:xfrm xmlns:a="http://schemas.openxmlformats.org/drawingml/2006/main">
            <a:off x="110299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2" name="g242">
            <a:extLst xmlns:a="http://schemas.openxmlformats.org/drawingml/2006/main">
              <a:ext uri="{FF2B5EF4-FFF2-40B4-BE49-F238E27FC236}">
                <a16:creationId xmlns:a16="http://schemas.microsoft.com/office/drawing/2014/main" id="{DB7C0736-C833-40C0-A1E1-BC20FE6ABCCE}"/>
              </a:ext>
            </a:extLst>
          </p:cNvPr>
          <p:cNvSpPr>
            <a:spLocks xmlns:a="http://schemas.openxmlformats.org/drawingml/2006/main" noGrp="1"/>
          </p:cNvSpPr>
          <p:nvPr/>
        </p:nvSpPr>
        <p:spPr>
          <a:xfrm xmlns:a="http://schemas.openxmlformats.org/drawingml/2006/main">
            <a:off x="109442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3" name="g243">
            <a:extLst xmlns:a="http://schemas.openxmlformats.org/drawingml/2006/main">
              <a:ext uri="{FF2B5EF4-FFF2-40B4-BE49-F238E27FC236}">
                <a16:creationId xmlns:a16="http://schemas.microsoft.com/office/drawing/2014/main" id="{673E2D6A-5A80-4069-A3CA-A7FEB41B180A}"/>
              </a:ext>
            </a:extLst>
          </p:cNvPr>
          <p:cNvSpPr>
            <a:spLocks xmlns:a="http://schemas.openxmlformats.org/drawingml/2006/main" noGrp="1"/>
          </p:cNvSpPr>
          <p:nvPr/>
        </p:nvSpPr>
        <p:spPr>
          <a:xfrm xmlns:a="http://schemas.openxmlformats.org/drawingml/2006/main">
            <a:off x="108585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4" name="g244">
            <a:extLst xmlns:a="http://schemas.openxmlformats.org/drawingml/2006/main">
              <a:ext uri="{FF2B5EF4-FFF2-40B4-BE49-F238E27FC236}">
                <a16:creationId xmlns:a16="http://schemas.microsoft.com/office/drawing/2014/main" id="{961E9700-2EEB-4CCD-8820-60BEBB11F303}"/>
              </a:ext>
            </a:extLst>
          </p:cNvPr>
          <p:cNvSpPr>
            <a:spLocks xmlns:a="http://schemas.openxmlformats.org/drawingml/2006/main" noGrp="1"/>
          </p:cNvSpPr>
          <p:nvPr/>
        </p:nvSpPr>
        <p:spPr>
          <a:xfrm xmlns:a="http://schemas.openxmlformats.org/drawingml/2006/main">
            <a:off x="107727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5" name="g245">
            <a:extLst xmlns:a="http://schemas.openxmlformats.org/drawingml/2006/main">
              <a:ext uri="{FF2B5EF4-FFF2-40B4-BE49-F238E27FC236}">
                <a16:creationId xmlns:a16="http://schemas.microsoft.com/office/drawing/2014/main" id="{1CB13496-5768-4B21-876B-55D400EAF607}"/>
              </a:ext>
            </a:extLst>
          </p:cNvPr>
          <p:cNvSpPr>
            <a:spLocks xmlns:a="http://schemas.openxmlformats.org/drawingml/2006/main" noGrp="1"/>
          </p:cNvSpPr>
          <p:nvPr/>
        </p:nvSpPr>
        <p:spPr>
          <a:xfrm xmlns:a="http://schemas.openxmlformats.org/drawingml/2006/main">
            <a:off x="106870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6" name="g246">
            <a:extLst xmlns:a="http://schemas.openxmlformats.org/drawingml/2006/main">
              <a:ext uri="{FF2B5EF4-FFF2-40B4-BE49-F238E27FC236}">
                <a16:creationId xmlns:a16="http://schemas.microsoft.com/office/drawing/2014/main" id="{02FE1F75-7DA2-43AD-9F84-F5AA43D3C3D7}"/>
              </a:ext>
            </a:extLst>
          </p:cNvPr>
          <p:cNvSpPr>
            <a:spLocks xmlns:a="http://schemas.openxmlformats.org/drawingml/2006/main" noGrp="1"/>
          </p:cNvSpPr>
          <p:nvPr/>
        </p:nvSpPr>
        <p:spPr>
          <a:xfrm xmlns:a="http://schemas.openxmlformats.org/drawingml/2006/main">
            <a:off x="106013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7" name="g247">
            <a:extLst xmlns:a="http://schemas.openxmlformats.org/drawingml/2006/main">
              <a:ext uri="{FF2B5EF4-FFF2-40B4-BE49-F238E27FC236}">
                <a16:creationId xmlns:a16="http://schemas.microsoft.com/office/drawing/2014/main" id="{5BDF15B7-9ADF-4463-B2A8-33CBEED81D00}"/>
              </a:ext>
            </a:extLst>
          </p:cNvPr>
          <p:cNvSpPr>
            <a:spLocks xmlns:a="http://schemas.openxmlformats.org/drawingml/2006/main" noGrp="1"/>
          </p:cNvSpPr>
          <p:nvPr/>
        </p:nvSpPr>
        <p:spPr>
          <a:xfrm xmlns:a="http://schemas.openxmlformats.org/drawingml/2006/main">
            <a:off x="105156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8" name="g248">
            <a:extLst xmlns:a="http://schemas.openxmlformats.org/drawingml/2006/main">
              <a:ext uri="{FF2B5EF4-FFF2-40B4-BE49-F238E27FC236}">
                <a16:creationId xmlns:a16="http://schemas.microsoft.com/office/drawing/2014/main" id="{0E00B5B6-B4BD-44B7-81EA-EA02F0973E1A}"/>
              </a:ext>
            </a:extLst>
          </p:cNvPr>
          <p:cNvSpPr>
            <a:spLocks xmlns:a="http://schemas.openxmlformats.org/drawingml/2006/main" noGrp="1"/>
          </p:cNvSpPr>
          <p:nvPr/>
        </p:nvSpPr>
        <p:spPr>
          <a:xfrm xmlns:a="http://schemas.openxmlformats.org/drawingml/2006/main">
            <a:off x="104298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49" name="g249">
            <a:extLst xmlns:a="http://schemas.openxmlformats.org/drawingml/2006/main">
              <a:ext uri="{FF2B5EF4-FFF2-40B4-BE49-F238E27FC236}">
                <a16:creationId xmlns:a16="http://schemas.microsoft.com/office/drawing/2014/main" id="{FD36B2C1-DDC9-441F-AEA8-88C0018AA4B3}"/>
              </a:ext>
            </a:extLst>
          </p:cNvPr>
          <p:cNvSpPr>
            <a:spLocks xmlns:a="http://schemas.openxmlformats.org/drawingml/2006/main" noGrp="1"/>
          </p:cNvSpPr>
          <p:nvPr/>
        </p:nvSpPr>
        <p:spPr>
          <a:xfrm xmlns:a="http://schemas.openxmlformats.org/drawingml/2006/main">
            <a:off x="103441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0" name="g250">
            <a:extLst xmlns:a="http://schemas.openxmlformats.org/drawingml/2006/main">
              <a:ext uri="{FF2B5EF4-FFF2-40B4-BE49-F238E27FC236}">
                <a16:creationId xmlns:a16="http://schemas.microsoft.com/office/drawing/2014/main" id="{6D09D30B-C841-4693-A70A-4A363F71D366}"/>
              </a:ext>
            </a:extLst>
          </p:cNvPr>
          <p:cNvSpPr>
            <a:spLocks xmlns:a="http://schemas.openxmlformats.org/drawingml/2006/main" noGrp="1"/>
          </p:cNvSpPr>
          <p:nvPr/>
        </p:nvSpPr>
        <p:spPr>
          <a:xfrm xmlns:a="http://schemas.openxmlformats.org/drawingml/2006/main">
            <a:off x="102584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1" name="g251">
            <a:extLst xmlns:a="http://schemas.openxmlformats.org/drawingml/2006/main">
              <a:ext uri="{FF2B5EF4-FFF2-40B4-BE49-F238E27FC236}">
                <a16:creationId xmlns:a16="http://schemas.microsoft.com/office/drawing/2014/main" id="{BA0F109B-F67B-4EFA-B2A9-7ADB39DA6031}"/>
              </a:ext>
            </a:extLst>
          </p:cNvPr>
          <p:cNvSpPr>
            <a:spLocks xmlns:a="http://schemas.openxmlformats.org/drawingml/2006/main" noGrp="1"/>
          </p:cNvSpPr>
          <p:nvPr/>
        </p:nvSpPr>
        <p:spPr>
          <a:xfrm xmlns:a="http://schemas.openxmlformats.org/drawingml/2006/main">
            <a:off x="101727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2" name="g252">
            <a:extLst xmlns:a="http://schemas.openxmlformats.org/drawingml/2006/main">
              <a:ext uri="{FF2B5EF4-FFF2-40B4-BE49-F238E27FC236}">
                <a16:creationId xmlns:a16="http://schemas.microsoft.com/office/drawing/2014/main" id="{FE0E5756-0639-4DCD-8EF2-366B1054589F}"/>
              </a:ext>
            </a:extLst>
          </p:cNvPr>
          <p:cNvSpPr>
            <a:spLocks xmlns:a="http://schemas.openxmlformats.org/drawingml/2006/main" noGrp="1"/>
          </p:cNvSpPr>
          <p:nvPr/>
        </p:nvSpPr>
        <p:spPr>
          <a:xfrm xmlns:a="http://schemas.openxmlformats.org/drawingml/2006/main">
            <a:off x="100869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3" name="g253">
            <a:extLst xmlns:a="http://schemas.openxmlformats.org/drawingml/2006/main">
              <a:ext uri="{FF2B5EF4-FFF2-40B4-BE49-F238E27FC236}">
                <a16:creationId xmlns:a16="http://schemas.microsoft.com/office/drawing/2014/main" id="{59CEFF0A-8F33-4023-B61E-999FB8B10E3C}"/>
              </a:ext>
            </a:extLst>
          </p:cNvPr>
          <p:cNvSpPr>
            <a:spLocks xmlns:a="http://schemas.openxmlformats.org/drawingml/2006/main" noGrp="1"/>
          </p:cNvSpPr>
          <p:nvPr/>
        </p:nvSpPr>
        <p:spPr>
          <a:xfrm xmlns:a="http://schemas.openxmlformats.org/drawingml/2006/main">
            <a:off x="100012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4" name="g254">
            <a:extLst xmlns:a="http://schemas.openxmlformats.org/drawingml/2006/main">
              <a:ext uri="{FF2B5EF4-FFF2-40B4-BE49-F238E27FC236}">
                <a16:creationId xmlns:a16="http://schemas.microsoft.com/office/drawing/2014/main" id="{B70DB1AE-4183-474C-B4C5-59D26D49A50B}"/>
              </a:ext>
            </a:extLst>
          </p:cNvPr>
          <p:cNvSpPr>
            <a:spLocks xmlns:a="http://schemas.openxmlformats.org/drawingml/2006/main" noGrp="1"/>
          </p:cNvSpPr>
          <p:nvPr/>
        </p:nvSpPr>
        <p:spPr>
          <a:xfrm xmlns:a="http://schemas.openxmlformats.org/drawingml/2006/main">
            <a:off x="99155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5" name="g255">
            <a:extLst xmlns:a="http://schemas.openxmlformats.org/drawingml/2006/main">
              <a:ext uri="{FF2B5EF4-FFF2-40B4-BE49-F238E27FC236}">
                <a16:creationId xmlns:a16="http://schemas.microsoft.com/office/drawing/2014/main" id="{4E6005F2-5C76-4774-A71E-E68345C4D4DC}"/>
              </a:ext>
            </a:extLst>
          </p:cNvPr>
          <p:cNvSpPr>
            <a:spLocks xmlns:a="http://schemas.openxmlformats.org/drawingml/2006/main" noGrp="1"/>
          </p:cNvSpPr>
          <p:nvPr/>
        </p:nvSpPr>
        <p:spPr>
          <a:xfrm xmlns:a="http://schemas.openxmlformats.org/drawingml/2006/main">
            <a:off x="98298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6" name="g256">
            <a:extLst xmlns:a="http://schemas.openxmlformats.org/drawingml/2006/main">
              <a:ext uri="{FF2B5EF4-FFF2-40B4-BE49-F238E27FC236}">
                <a16:creationId xmlns:a16="http://schemas.microsoft.com/office/drawing/2014/main" id="{AF9C7B5D-AC40-4B4B-9434-664D51EC205B}"/>
              </a:ext>
            </a:extLst>
          </p:cNvPr>
          <p:cNvSpPr>
            <a:spLocks xmlns:a="http://schemas.openxmlformats.org/drawingml/2006/main" noGrp="1"/>
          </p:cNvSpPr>
          <p:nvPr/>
        </p:nvSpPr>
        <p:spPr>
          <a:xfrm xmlns:a="http://schemas.openxmlformats.org/drawingml/2006/main">
            <a:off x="97440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7" name="g257">
            <a:extLst xmlns:a="http://schemas.openxmlformats.org/drawingml/2006/main">
              <a:ext uri="{FF2B5EF4-FFF2-40B4-BE49-F238E27FC236}">
                <a16:creationId xmlns:a16="http://schemas.microsoft.com/office/drawing/2014/main" id="{5D3BF8D2-D955-4761-A084-3E0FEA46867C}"/>
              </a:ext>
            </a:extLst>
          </p:cNvPr>
          <p:cNvSpPr>
            <a:spLocks xmlns:a="http://schemas.openxmlformats.org/drawingml/2006/main" noGrp="1"/>
          </p:cNvSpPr>
          <p:nvPr/>
        </p:nvSpPr>
        <p:spPr>
          <a:xfrm xmlns:a="http://schemas.openxmlformats.org/drawingml/2006/main">
            <a:off x="96583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8" name="g258">
            <a:extLst xmlns:a="http://schemas.openxmlformats.org/drawingml/2006/main">
              <a:ext uri="{FF2B5EF4-FFF2-40B4-BE49-F238E27FC236}">
                <a16:creationId xmlns:a16="http://schemas.microsoft.com/office/drawing/2014/main" id="{7E3EAF01-B307-4FF9-9207-8FA9D0E99A2E}"/>
              </a:ext>
            </a:extLst>
          </p:cNvPr>
          <p:cNvSpPr>
            <a:spLocks xmlns:a="http://schemas.openxmlformats.org/drawingml/2006/main" noGrp="1"/>
          </p:cNvSpPr>
          <p:nvPr/>
        </p:nvSpPr>
        <p:spPr>
          <a:xfrm xmlns:a="http://schemas.openxmlformats.org/drawingml/2006/main">
            <a:off x="95726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59" name="g259">
            <a:extLst xmlns:a="http://schemas.openxmlformats.org/drawingml/2006/main">
              <a:ext uri="{FF2B5EF4-FFF2-40B4-BE49-F238E27FC236}">
                <a16:creationId xmlns:a16="http://schemas.microsoft.com/office/drawing/2014/main" id="{67FB7D1F-5ED1-4D6A-93EE-89C5BA0A1B95}"/>
              </a:ext>
            </a:extLst>
          </p:cNvPr>
          <p:cNvSpPr>
            <a:spLocks xmlns:a="http://schemas.openxmlformats.org/drawingml/2006/main" noGrp="1"/>
          </p:cNvSpPr>
          <p:nvPr/>
        </p:nvSpPr>
        <p:spPr>
          <a:xfrm xmlns:a="http://schemas.openxmlformats.org/drawingml/2006/main">
            <a:off x="94869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60" name="g260">
            <a:extLst xmlns:a="http://schemas.openxmlformats.org/drawingml/2006/main">
              <a:ext uri="{FF2B5EF4-FFF2-40B4-BE49-F238E27FC236}">
                <a16:creationId xmlns:a16="http://schemas.microsoft.com/office/drawing/2014/main" id="{6C9409A2-AEF8-46AF-BC39-B5980C12FEB5}"/>
              </a:ext>
            </a:extLst>
          </p:cNvPr>
          <p:cNvSpPr>
            <a:spLocks xmlns:a="http://schemas.openxmlformats.org/drawingml/2006/main" noGrp="1"/>
          </p:cNvSpPr>
          <p:nvPr/>
        </p:nvSpPr>
        <p:spPr>
          <a:xfrm xmlns:a="http://schemas.openxmlformats.org/drawingml/2006/main">
            <a:off x="94011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61" name="g261">
            <a:extLst xmlns:a="http://schemas.openxmlformats.org/drawingml/2006/main">
              <a:ext uri="{FF2B5EF4-FFF2-40B4-BE49-F238E27FC236}">
                <a16:creationId xmlns:a16="http://schemas.microsoft.com/office/drawing/2014/main" id="{509EC95F-7F90-459F-BE32-31F0CBDABD58}"/>
              </a:ext>
            </a:extLst>
          </p:cNvPr>
          <p:cNvSpPr>
            <a:spLocks xmlns:a="http://schemas.openxmlformats.org/drawingml/2006/main" noGrp="1"/>
          </p:cNvSpPr>
          <p:nvPr/>
        </p:nvSpPr>
        <p:spPr>
          <a:xfrm xmlns:a="http://schemas.openxmlformats.org/drawingml/2006/main">
            <a:off x="93154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62" name="g262">
            <a:extLst xmlns:a="http://schemas.openxmlformats.org/drawingml/2006/main">
              <a:ext uri="{FF2B5EF4-FFF2-40B4-BE49-F238E27FC236}">
                <a16:creationId xmlns:a16="http://schemas.microsoft.com/office/drawing/2014/main" id="{42AA9BF4-35F5-42BA-82AC-D4C6A448635F}"/>
              </a:ext>
            </a:extLst>
          </p:cNvPr>
          <p:cNvSpPr>
            <a:spLocks xmlns:a="http://schemas.openxmlformats.org/drawingml/2006/main" noGrp="1"/>
          </p:cNvSpPr>
          <p:nvPr/>
        </p:nvSpPr>
        <p:spPr>
          <a:xfrm xmlns:a="http://schemas.openxmlformats.org/drawingml/2006/main">
            <a:off x="92297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10478">
            <a:solidFill>
              <a:srgbClr val="CDCDCD"/>
            </a:solidFill>
          </a:ln>
        </p:spPr>
      </p:sp>
      <p:sp>
        <p:nvSpPr>
          <p:cNvPr id="263" name="g263">
            <a:extLst xmlns:a="http://schemas.openxmlformats.org/drawingml/2006/main">
              <a:ext uri="{FF2B5EF4-FFF2-40B4-BE49-F238E27FC236}">
                <a16:creationId xmlns:a16="http://schemas.microsoft.com/office/drawing/2014/main" id="{CDDD37A4-35CC-4854-BC4D-A33A0D1DB406}"/>
              </a:ext>
            </a:extLst>
          </p:cNvPr>
          <p:cNvSpPr>
            <a:spLocks xmlns:a="http://schemas.openxmlformats.org/drawingml/2006/main" noGrp="1"/>
          </p:cNvSpPr>
          <p:nvPr/>
        </p:nvSpPr>
        <p:spPr>
          <a:xfrm xmlns:a="http://schemas.openxmlformats.org/drawingml/2006/main">
            <a:off x="9201150" y="61722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64" name="g264">
            <a:extLst xmlns:a="http://schemas.openxmlformats.org/drawingml/2006/main">
              <a:ext uri="{FF2B5EF4-FFF2-40B4-BE49-F238E27FC236}">
                <a16:creationId xmlns:a16="http://schemas.microsoft.com/office/drawing/2014/main" id="{2E955CD2-BCC2-4825-BD93-A5A530B1C13D}"/>
              </a:ext>
            </a:extLst>
          </p:cNvPr>
          <p:cNvSpPr>
            <a:spLocks xmlns:a="http://schemas.openxmlformats.org/drawingml/2006/main" noGrp="1"/>
          </p:cNvSpPr>
          <p:nvPr/>
        </p:nvSpPr>
        <p:spPr>
          <a:xfrm xmlns:a="http://schemas.openxmlformats.org/drawingml/2006/main">
            <a:off x="9201150" y="60864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65" name="g265">
            <a:extLst xmlns:a="http://schemas.openxmlformats.org/drawingml/2006/main">
              <a:ext uri="{FF2B5EF4-FFF2-40B4-BE49-F238E27FC236}">
                <a16:creationId xmlns:a16="http://schemas.microsoft.com/office/drawing/2014/main" id="{C6B4C662-DDB5-4230-9D7D-B56D52A27071}"/>
              </a:ext>
            </a:extLst>
          </p:cNvPr>
          <p:cNvSpPr>
            <a:spLocks xmlns:a="http://schemas.openxmlformats.org/drawingml/2006/main" noGrp="1"/>
          </p:cNvSpPr>
          <p:nvPr/>
        </p:nvSpPr>
        <p:spPr>
          <a:xfrm xmlns:a="http://schemas.openxmlformats.org/drawingml/2006/main">
            <a:off x="9201150" y="60007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66" name="g266">
            <a:extLst xmlns:a="http://schemas.openxmlformats.org/drawingml/2006/main">
              <a:ext uri="{FF2B5EF4-FFF2-40B4-BE49-F238E27FC236}">
                <a16:creationId xmlns:a16="http://schemas.microsoft.com/office/drawing/2014/main" id="{F2901CB9-F4F2-4850-941A-55A800FE5081}"/>
              </a:ext>
            </a:extLst>
          </p:cNvPr>
          <p:cNvSpPr>
            <a:spLocks xmlns:a="http://schemas.openxmlformats.org/drawingml/2006/main" noGrp="1"/>
          </p:cNvSpPr>
          <p:nvPr/>
        </p:nvSpPr>
        <p:spPr>
          <a:xfrm xmlns:a="http://schemas.openxmlformats.org/drawingml/2006/main">
            <a:off x="9201150" y="59150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67" name="g267">
            <a:extLst xmlns:a="http://schemas.openxmlformats.org/drawingml/2006/main">
              <a:ext uri="{FF2B5EF4-FFF2-40B4-BE49-F238E27FC236}">
                <a16:creationId xmlns:a16="http://schemas.microsoft.com/office/drawing/2014/main" id="{E328A58C-5F35-4688-914B-CC96EB364C9E}"/>
              </a:ext>
            </a:extLst>
          </p:cNvPr>
          <p:cNvSpPr>
            <a:spLocks xmlns:a="http://schemas.openxmlformats.org/drawingml/2006/main" noGrp="1"/>
          </p:cNvSpPr>
          <p:nvPr/>
        </p:nvSpPr>
        <p:spPr>
          <a:xfrm xmlns:a="http://schemas.openxmlformats.org/drawingml/2006/main">
            <a:off x="9201150" y="58293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68" name="g268">
            <a:extLst xmlns:a="http://schemas.openxmlformats.org/drawingml/2006/main">
              <a:ext uri="{FF2B5EF4-FFF2-40B4-BE49-F238E27FC236}">
                <a16:creationId xmlns:a16="http://schemas.microsoft.com/office/drawing/2014/main" id="{8BEF0B6E-B521-478E-A63D-807DD3CF9393}"/>
              </a:ext>
            </a:extLst>
          </p:cNvPr>
          <p:cNvSpPr>
            <a:spLocks xmlns:a="http://schemas.openxmlformats.org/drawingml/2006/main" noGrp="1"/>
          </p:cNvSpPr>
          <p:nvPr/>
        </p:nvSpPr>
        <p:spPr>
          <a:xfrm xmlns:a="http://schemas.openxmlformats.org/drawingml/2006/main">
            <a:off x="9201150" y="57435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69" name="g269">
            <a:extLst xmlns:a="http://schemas.openxmlformats.org/drawingml/2006/main">
              <a:ext uri="{FF2B5EF4-FFF2-40B4-BE49-F238E27FC236}">
                <a16:creationId xmlns:a16="http://schemas.microsoft.com/office/drawing/2014/main" id="{841B48B7-3A43-41C8-B073-2A193D614F3A}"/>
              </a:ext>
            </a:extLst>
          </p:cNvPr>
          <p:cNvSpPr>
            <a:spLocks xmlns:a="http://schemas.openxmlformats.org/drawingml/2006/main" noGrp="1"/>
          </p:cNvSpPr>
          <p:nvPr/>
        </p:nvSpPr>
        <p:spPr>
          <a:xfrm xmlns:a="http://schemas.openxmlformats.org/drawingml/2006/main">
            <a:off x="9201150" y="56578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0" name="g270">
            <a:extLst xmlns:a="http://schemas.openxmlformats.org/drawingml/2006/main">
              <a:ext uri="{FF2B5EF4-FFF2-40B4-BE49-F238E27FC236}">
                <a16:creationId xmlns:a16="http://schemas.microsoft.com/office/drawing/2014/main" id="{347FD440-2D09-409E-B612-70F8581DB64A}"/>
              </a:ext>
            </a:extLst>
          </p:cNvPr>
          <p:cNvSpPr>
            <a:spLocks xmlns:a="http://schemas.openxmlformats.org/drawingml/2006/main" noGrp="1"/>
          </p:cNvSpPr>
          <p:nvPr/>
        </p:nvSpPr>
        <p:spPr>
          <a:xfrm xmlns:a="http://schemas.openxmlformats.org/drawingml/2006/main">
            <a:off x="9201150" y="55721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1" name="g271">
            <a:extLst xmlns:a="http://schemas.openxmlformats.org/drawingml/2006/main">
              <a:ext uri="{FF2B5EF4-FFF2-40B4-BE49-F238E27FC236}">
                <a16:creationId xmlns:a16="http://schemas.microsoft.com/office/drawing/2014/main" id="{F4A9859B-99F5-4FDD-8662-F9E7C222F276}"/>
              </a:ext>
            </a:extLst>
          </p:cNvPr>
          <p:cNvSpPr>
            <a:spLocks xmlns:a="http://schemas.openxmlformats.org/drawingml/2006/main" noGrp="1"/>
          </p:cNvSpPr>
          <p:nvPr/>
        </p:nvSpPr>
        <p:spPr>
          <a:xfrm xmlns:a="http://schemas.openxmlformats.org/drawingml/2006/main">
            <a:off x="9201150" y="54864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2" name="g272">
            <a:extLst xmlns:a="http://schemas.openxmlformats.org/drawingml/2006/main">
              <a:ext uri="{FF2B5EF4-FFF2-40B4-BE49-F238E27FC236}">
                <a16:creationId xmlns:a16="http://schemas.microsoft.com/office/drawing/2014/main" id="{D92BCF53-1847-4D4E-8F13-2AD97B5A79AF}"/>
              </a:ext>
            </a:extLst>
          </p:cNvPr>
          <p:cNvSpPr>
            <a:spLocks xmlns:a="http://schemas.openxmlformats.org/drawingml/2006/main" noGrp="1"/>
          </p:cNvSpPr>
          <p:nvPr/>
        </p:nvSpPr>
        <p:spPr>
          <a:xfrm xmlns:a="http://schemas.openxmlformats.org/drawingml/2006/main">
            <a:off x="9201150" y="54006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3" name="g273">
            <a:extLst xmlns:a="http://schemas.openxmlformats.org/drawingml/2006/main">
              <a:ext uri="{FF2B5EF4-FFF2-40B4-BE49-F238E27FC236}">
                <a16:creationId xmlns:a16="http://schemas.microsoft.com/office/drawing/2014/main" id="{B3B0ABF1-1201-44EB-8DC2-C27014DFAABF}"/>
              </a:ext>
            </a:extLst>
          </p:cNvPr>
          <p:cNvSpPr>
            <a:spLocks xmlns:a="http://schemas.openxmlformats.org/drawingml/2006/main" noGrp="1"/>
          </p:cNvSpPr>
          <p:nvPr/>
        </p:nvSpPr>
        <p:spPr>
          <a:xfrm xmlns:a="http://schemas.openxmlformats.org/drawingml/2006/main">
            <a:off x="9201150" y="53149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4" name="g274">
            <a:extLst xmlns:a="http://schemas.openxmlformats.org/drawingml/2006/main">
              <a:ext uri="{FF2B5EF4-FFF2-40B4-BE49-F238E27FC236}">
                <a16:creationId xmlns:a16="http://schemas.microsoft.com/office/drawing/2014/main" id="{AFC062B0-8B99-423D-806D-55B4FCCCE0B9}"/>
              </a:ext>
            </a:extLst>
          </p:cNvPr>
          <p:cNvSpPr>
            <a:spLocks xmlns:a="http://schemas.openxmlformats.org/drawingml/2006/main" noGrp="1"/>
          </p:cNvSpPr>
          <p:nvPr/>
        </p:nvSpPr>
        <p:spPr>
          <a:xfrm xmlns:a="http://schemas.openxmlformats.org/drawingml/2006/main">
            <a:off x="9201150" y="52292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5" name="g275">
            <a:extLst xmlns:a="http://schemas.openxmlformats.org/drawingml/2006/main">
              <a:ext uri="{FF2B5EF4-FFF2-40B4-BE49-F238E27FC236}">
                <a16:creationId xmlns:a16="http://schemas.microsoft.com/office/drawing/2014/main" id="{A134F370-C703-42E6-8126-37D72BDEBA34}"/>
              </a:ext>
            </a:extLst>
          </p:cNvPr>
          <p:cNvSpPr>
            <a:spLocks xmlns:a="http://schemas.openxmlformats.org/drawingml/2006/main" noGrp="1"/>
          </p:cNvSpPr>
          <p:nvPr/>
        </p:nvSpPr>
        <p:spPr>
          <a:xfrm xmlns:a="http://schemas.openxmlformats.org/drawingml/2006/main">
            <a:off x="9201150" y="51435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6" name="g276">
            <a:extLst xmlns:a="http://schemas.openxmlformats.org/drawingml/2006/main">
              <a:ext uri="{FF2B5EF4-FFF2-40B4-BE49-F238E27FC236}">
                <a16:creationId xmlns:a16="http://schemas.microsoft.com/office/drawing/2014/main" id="{816FF97C-7FA4-4B87-A2BF-D9F017CC3C6C}"/>
              </a:ext>
            </a:extLst>
          </p:cNvPr>
          <p:cNvSpPr>
            <a:spLocks xmlns:a="http://schemas.openxmlformats.org/drawingml/2006/main" noGrp="1"/>
          </p:cNvSpPr>
          <p:nvPr/>
        </p:nvSpPr>
        <p:spPr>
          <a:xfrm xmlns:a="http://schemas.openxmlformats.org/drawingml/2006/main">
            <a:off x="9201150" y="50577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7" name="g277">
            <a:extLst xmlns:a="http://schemas.openxmlformats.org/drawingml/2006/main">
              <a:ext uri="{FF2B5EF4-FFF2-40B4-BE49-F238E27FC236}">
                <a16:creationId xmlns:a16="http://schemas.microsoft.com/office/drawing/2014/main" id="{0D1F2516-567F-47D7-9A2C-CC81F85BBF58}"/>
              </a:ext>
            </a:extLst>
          </p:cNvPr>
          <p:cNvSpPr>
            <a:spLocks xmlns:a="http://schemas.openxmlformats.org/drawingml/2006/main" noGrp="1"/>
          </p:cNvSpPr>
          <p:nvPr/>
        </p:nvSpPr>
        <p:spPr>
          <a:xfrm xmlns:a="http://schemas.openxmlformats.org/drawingml/2006/main">
            <a:off x="9201150" y="49720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8" name="g278">
            <a:extLst xmlns:a="http://schemas.openxmlformats.org/drawingml/2006/main">
              <a:ext uri="{FF2B5EF4-FFF2-40B4-BE49-F238E27FC236}">
                <a16:creationId xmlns:a16="http://schemas.microsoft.com/office/drawing/2014/main" id="{CDD82E3B-9704-4344-BF20-8CA87DA5CDE1}"/>
              </a:ext>
            </a:extLst>
          </p:cNvPr>
          <p:cNvSpPr>
            <a:spLocks xmlns:a="http://schemas.openxmlformats.org/drawingml/2006/main" noGrp="1"/>
          </p:cNvSpPr>
          <p:nvPr/>
        </p:nvSpPr>
        <p:spPr>
          <a:xfrm xmlns:a="http://schemas.openxmlformats.org/drawingml/2006/main">
            <a:off x="9201150" y="48863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79" name="g279">
            <a:extLst xmlns:a="http://schemas.openxmlformats.org/drawingml/2006/main">
              <a:ext uri="{FF2B5EF4-FFF2-40B4-BE49-F238E27FC236}">
                <a16:creationId xmlns:a16="http://schemas.microsoft.com/office/drawing/2014/main" id="{8421EC12-3838-4010-B6C7-096193FC1988}"/>
              </a:ext>
            </a:extLst>
          </p:cNvPr>
          <p:cNvSpPr>
            <a:spLocks xmlns:a="http://schemas.openxmlformats.org/drawingml/2006/main" noGrp="1"/>
          </p:cNvSpPr>
          <p:nvPr/>
        </p:nvSpPr>
        <p:spPr>
          <a:xfrm xmlns:a="http://schemas.openxmlformats.org/drawingml/2006/main">
            <a:off x="9201150" y="48006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0" name="g280">
            <a:extLst xmlns:a="http://schemas.openxmlformats.org/drawingml/2006/main">
              <a:ext uri="{FF2B5EF4-FFF2-40B4-BE49-F238E27FC236}">
                <a16:creationId xmlns:a16="http://schemas.microsoft.com/office/drawing/2014/main" id="{9DAA935F-1449-4E43-A23D-708B0D5FB6E3}"/>
              </a:ext>
            </a:extLst>
          </p:cNvPr>
          <p:cNvSpPr>
            <a:spLocks xmlns:a="http://schemas.openxmlformats.org/drawingml/2006/main" noGrp="1"/>
          </p:cNvSpPr>
          <p:nvPr/>
        </p:nvSpPr>
        <p:spPr>
          <a:xfrm xmlns:a="http://schemas.openxmlformats.org/drawingml/2006/main">
            <a:off x="9201150" y="47148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1" name="g281">
            <a:extLst xmlns:a="http://schemas.openxmlformats.org/drawingml/2006/main">
              <a:ext uri="{FF2B5EF4-FFF2-40B4-BE49-F238E27FC236}">
                <a16:creationId xmlns:a16="http://schemas.microsoft.com/office/drawing/2014/main" id="{49C5938A-BFD0-47D8-8B77-50EA9A0838EE}"/>
              </a:ext>
            </a:extLst>
          </p:cNvPr>
          <p:cNvSpPr>
            <a:spLocks xmlns:a="http://schemas.openxmlformats.org/drawingml/2006/main" noGrp="1"/>
          </p:cNvSpPr>
          <p:nvPr/>
        </p:nvSpPr>
        <p:spPr>
          <a:xfrm xmlns:a="http://schemas.openxmlformats.org/drawingml/2006/main">
            <a:off x="9201150" y="46291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2" name="g282">
            <a:extLst xmlns:a="http://schemas.openxmlformats.org/drawingml/2006/main">
              <a:ext uri="{FF2B5EF4-FFF2-40B4-BE49-F238E27FC236}">
                <a16:creationId xmlns:a16="http://schemas.microsoft.com/office/drawing/2014/main" id="{4EA78AEC-EA21-40BE-B37D-762789D6A66C}"/>
              </a:ext>
            </a:extLst>
          </p:cNvPr>
          <p:cNvSpPr>
            <a:spLocks xmlns:a="http://schemas.openxmlformats.org/drawingml/2006/main" noGrp="1"/>
          </p:cNvSpPr>
          <p:nvPr/>
        </p:nvSpPr>
        <p:spPr>
          <a:xfrm xmlns:a="http://schemas.openxmlformats.org/drawingml/2006/main">
            <a:off x="9201150" y="45434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3" name="g283">
            <a:extLst xmlns:a="http://schemas.openxmlformats.org/drawingml/2006/main">
              <a:ext uri="{FF2B5EF4-FFF2-40B4-BE49-F238E27FC236}">
                <a16:creationId xmlns:a16="http://schemas.microsoft.com/office/drawing/2014/main" id="{DAD4C7FA-1CAF-4AD8-8F61-D834C7C4E88A}"/>
              </a:ext>
            </a:extLst>
          </p:cNvPr>
          <p:cNvSpPr>
            <a:spLocks xmlns:a="http://schemas.openxmlformats.org/drawingml/2006/main" noGrp="1"/>
          </p:cNvSpPr>
          <p:nvPr/>
        </p:nvSpPr>
        <p:spPr>
          <a:xfrm xmlns:a="http://schemas.openxmlformats.org/drawingml/2006/main">
            <a:off x="9201150" y="44577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4" name="g284">
            <a:extLst xmlns:a="http://schemas.openxmlformats.org/drawingml/2006/main">
              <a:ext uri="{FF2B5EF4-FFF2-40B4-BE49-F238E27FC236}">
                <a16:creationId xmlns:a16="http://schemas.microsoft.com/office/drawing/2014/main" id="{B1C31298-087F-49B2-A5D8-1FAB020D4B27}"/>
              </a:ext>
            </a:extLst>
          </p:cNvPr>
          <p:cNvSpPr>
            <a:spLocks xmlns:a="http://schemas.openxmlformats.org/drawingml/2006/main" noGrp="1"/>
          </p:cNvSpPr>
          <p:nvPr/>
        </p:nvSpPr>
        <p:spPr>
          <a:xfrm xmlns:a="http://schemas.openxmlformats.org/drawingml/2006/main">
            <a:off x="9201150" y="43719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5" name="g285">
            <a:extLst xmlns:a="http://schemas.openxmlformats.org/drawingml/2006/main">
              <a:ext uri="{FF2B5EF4-FFF2-40B4-BE49-F238E27FC236}">
                <a16:creationId xmlns:a16="http://schemas.microsoft.com/office/drawing/2014/main" id="{3B286BC4-F5DB-4F76-AAEE-E6F3E45B238B}"/>
              </a:ext>
            </a:extLst>
          </p:cNvPr>
          <p:cNvSpPr>
            <a:spLocks xmlns:a="http://schemas.openxmlformats.org/drawingml/2006/main" noGrp="1"/>
          </p:cNvSpPr>
          <p:nvPr/>
        </p:nvSpPr>
        <p:spPr>
          <a:xfrm xmlns:a="http://schemas.openxmlformats.org/drawingml/2006/main">
            <a:off x="9201150" y="42862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6" name="g286">
            <a:extLst xmlns:a="http://schemas.openxmlformats.org/drawingml/2006/main">
              <a:ext uri="{FF2B5EF4-FFF2-40B4-BE49-F238E27FC236}">
                <a16:creationId xmlns:a16="http://schemas.microsoft.com/office/drawing/2014/main" id="{21811A04-D89A-4D73-9136-0F82F116BD6F}"/>
              </a:ext>
            </a:extLst>
          </p:cNvPr>
          <p:cNvSpPr>
            <a:spLocks xmlns:a="http://schemas.openxmlformats.org/drawingml/2006/main" noGrp="1"/>
          </p:cNvSpPr>
          <p:nvPr/>
        </p:nvSpPr>
        <p:spPr>
          <a:xfrm xmlns:a="http://schemas.openxmlformats.org/drawingml/2006/main">
            <a:off x="9201150" y="42005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7" name="g287">
            <a:extLst xmlns:a="http://schemas.openxmlformats.org/drawingml/2006/main">
              <a:ext uri="{FF2B5EF4-FFF2-40B4-BE49-F238E27FC236}">
                <a16:creationId xmlns:a16="http://schemas.microsoft.com/office/drawing/2014/main" id="{E8B25766-9953-4F5D-99C3-FBDB4C8A1504}"/>
              </a:ext>
            </a:extLst>
          </p:cNvPr>
          <p:cNvSpPr>
            <a:spLocks xmlns:a="http://schemas.openxmlformats.org/drawingml/2006/main" noGrp="1"/>
          </p:cNvSpPr>
          <p:nvPr/>
        </p:nvSpPr>
        <p:spPr>
          <a:xfrm xmlns:a="http://schemas.openxmlformats.org/drawingml/2006/main">
            <a:off x="9201150" y="41148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8" name="g288">
            <a:extLst xmlns:a="http://schemas.openxmlformats.org/drawingml/2006/main">
              <a:ext uri="{FF2B5EF4-FFF2-40B4-BE49-F238E27FC236}">
                <a16:creationId xmlns:a16="http://schemas.microsoft.com/office/drawing/2014/main" id="{83CF5FF9-BC1B-4C8D-85A6-75C95DEA9926}"/>
              </a:ext>
            </a:extLst>
          </p:cNvPr>
          <p:cNvSpPr>
            <a:spLocks xmlns:a="http://schemas.openxmlformats.org/drawingml/2006/main" noGrp="1"/>
          </p:cNvSpPr>
          <p:nvPr/>
        </p:nvSpPr>
        <p:spPr>
          <a:xfrm xmlns:a="http://schemas.openxmlformats.org/drawingml/2006/main">
            <a:off x="9201150" y="40290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89" name="g289">
            <a:extLst xmlns:a="http://schemas.openxmlformats.org/drawingml/2006/main">
              <a:ext uri="{FF2B5EF4-FFF2-40B4-BE49-F238E27FC236}">
                <a16:creationId xmlns:a16="http://schemas.microsoft.com/office/drawing/2014/main" id="{62AD66ED-FF32-43E4-B569-7A84D44AAB27}"/>
              </a:ext>
            </a:extLst>
          </p:cNvPr>
          <p:cNvSpPr>
            <a:spLocks xmlns:a="http://schemas.openxmlformats.org/drawingml/2006/main" noGrp="1"/>
          </p:cNvSpPr>
          <p:nvPr/>
        </p:nvSpPr>
        <p:spPr>
          <a:xfrm xmlns:a="http://schemas.openxmlformats.org/drawingml/2006/main">
            <a:off x="9201150" y="39433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0" name="g290">
            <a:extLst xmlns:a="http://schemas.openxmlformats.org/drawingml/2006/main">
              <a:ext uri="{FF2B5EF4-FFF2-40B4-BE49-F238E27FC236}">
                <a16:creationId xmlns:a16="http://schemas.microsoft.com/office/drawing/2014/main" id="{D910B8CB-03BC-4486-A37B-F65B245E6DD3}"/>
              </a:ext>
            </a:extLst>
          </p:cNvPr>
          <p:cNvSpPr>
            <a:spLocks xmlns:a="http://schemas.openxmlformats.org/drawingml/2006/main" noGrp="1"/>
          </p:cNvSpPr>
          <p:nvPr/>
        </p:nvSpPr>
        <p:spPr>
          <a:xfrm xmlns:a="http://schemas.openxmlformats.org/drawingml/2006/main">
            <a:off x="9201150" y="38576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1" name="g291">
            <a:extLst xmlns:a="http://schemas.openxmlformats.org/drawingml/2006/main">
              <a:ext uri="{FF2B5EF4-FFF2-40B4-BE49-F238E27FC236}">
                <a16:creationId xmlns:a16="http://schemas.microsoft.com/office/drawing/2014/main" id="{4FAC0219-0F6F-42F7-83B5-904EAD0BEADA}"/>
              </a:ext>
            </a:extLst>
          </p:cNvPr>
          <p:cNvSpPr>
            <a:spLocks xmlns:a="http://schemas.openxmlformats.org/drawingml/2006/main" noGrp="1"/>
          </p:cNvSpPr>
          <p:nvPr/>
        </p:nvSpPr>
        <p:spPr>
          <a:xfrm xmlns:a="http://schemas.openxmlformats.org/drawingml/2006/main">
            <a:off x="9201150" y="37719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2" name="g292">
            <a:extLst xmlns:a="http://schemas.openxmlformats.org/drawingml/2006/main">
              <a:ext uri="{FF2B5EF4-FFF2-40B4-BE49-F238E27FC236}">
                <a16:creationId xmlns:a16="http://schemas.microsoft.com/office/drawing/2014/main" id="{ECCFACEC-350F-4A6A-A8C1-70288C483266}"/>
              </a:ext>
            </a:extLst>
          </p:cNvPr>
          <p:cNvSpPr>
            <a:spLocks xmlns:a="http://schemas.openxmlformats.org/drawingml/2006/main" noGrp="1"/>
          </p:cNvSpPr>
          <p:nvPr/>
        </p:nvSpPr>
        <p:spPr>
          <a:xfrm xmlns:a="http://schemas.openxmlformats.org/drawingml/2006/main">
            <a:off x="9201150" y="36861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3" name="g293">
            <a:extLst xmlns:a="http://schemas.openxmlformats.org/drawingml/2006/main">
              <a:ext uri="{FF2B5EF4-FFF2-40B4-BE49-F238E27FC236}">
                <a16:creationId xmlns:a16="http://schemas.microsoft.com/office/drawing/2014/main" id="{6C1BD872-00F0-4DF4-A2F2-FA85F8C4B073}"/>
              </a:ext>
            </a:extLst>
          </p:cNvPr>
          <p:cNvSpPr>
            <a:spLocks xmlns:a="http://schemas.openxmlformats.org/drawingml/2006/main" noGrp="1"/>
          </p:cNvSpPr>
          <p:nvPr/>
        </p:nvSpPr>
        <p:spPr>
          <a:xfrm xmlns:a="http://schemas.openxmlformats.org/drawingml/2006/main">
            <a:off x="9201150" y="36004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4" name="g294">
            <a:extLst xmlns:a="http://schemas.openxmlformats.org/drawingml/2006/main">
              <a:ext uri="{FF2B5EF4-FFF2-40B4-BE49-F238E27FC236}">
                <a16:creationId xmlns:a16="http://schemas.microsoft.com/office/drawing/2014/main" id="{A3CF3D5C-E685-4762-8EC8-7A8F6AC417F0}"/>
              </a:ext>
            </a:extLst>
          </p:cNvPr>
          <p:cNvSpPr>
            <a:spLocks xmlns:a="http://schemas.openxmlformats.org/drawingml/2006/main" noGrp="1"/>
          </p:cNvSpPr>
          <p:nvPr/>
        </p:nvSpPr>
        <p:spPr>
          <a:xfrm xmlns:a="http://schemas.openxmlformats.org/drawingml/2006/main">
            <a:off x="9201150" y="35147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5" name="g295">
            <a:extLst xmlns:a="http://schemas.openxmlformats.org/drawingml/2006/main">
              <a:ext uri="{FF2B5EF4-FFF2-40B4-BE49-F238E27FC236}">
                <a16:creationId xmlns:a16="http://schemas.microsoft.com/office/drawing/2014/main" id="{C0CACE63-10C0-45FD-B1F5-ECDFB1EE6DD1}"/>
              </a:ext>
            </a:extLst>
          </p:cNvPr>
          <p:cNvSpPr>
            <a:spLocks xmlns:a="http://schemas.openxmlformats.org/drawingml/2006/main" noGrp="1"/>
          </p:cNvSpPr>
          <p:nvPr/>
        </p:nvSpPr>
        <p:spPr>
          <a:xfrm xmlns:a="http://schemas.openxmlformats.org/drawingml/2006/main">
            <a:off x="9201150" y="34290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6" name="g296">
            <a:extLst xmlns:a="http://schemas.openxmlformats.org/drawingml/2006/main">
              <a:ext uri="{FF2B5EF4-FFF2-40B4-BE49-F238E27FC236}">
                <a16:creationId xmlns:a16="http://schemas.microsoft.com/office/drawing/2014/main" id="{85C7D7D9-FFDC-4219-9F41-E24364356F99}"/>
              </a:ext>
            </a:extLst>
          </p:cNvPr>
          <p:cNvSpPr>
            <a:spLocks xmlns:a="http://schemas.openxmlformats.org/drawingml/2006/main" noGrp="1"/>
          </p:cNvSpPr>
          <p:nvPr/>
        </p:nvSpPr>
        <p:spPr>
          <a:xfrm xmlns:a="http://schemas.openxmlformats.org/drawingml/2006/main">
            <a:off x="9201150" y="33432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7" name="g297">
            <a:extLst xmlns:a="http://schemas.openxmlformats.org/drawingml/2006/main">
              <a:ext uri="{FF2B5EF4-FFF2-40B4-BE49-F238E27FC236}">
                <a16:creationId xmlns:a16="http://schemas.microsoft.com/office/drawing/2014/main" id="{082B2AB6-BFCD-4AA6-851B-281CFA05EEB4}"/>
              </a:ext>
            </a:extLst>
          </p:cNvPr>
          <p:cNvSpPr>
            <a:spLocks xmlns:a="http://schemas.openxmlformats.org/drawingml/2006/main" noGrp="1"/>
          </p:cNvSpPr>
          <p:nvPr/>
        </p:nvSpPr>
        <p:spPr>
          <a:xfrm xmlns:a="http://schemas.openxmlformats.org/drawingml/2006/main">
            <a:off x="9201150" y="32575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8" name="g298">
            <a:extLst xmlns:a="http://schemas.openxmlformats.org/drawingml/2006/main">
              <a:ext uri="{FF2B5EF4-FFF2-40B4-BE49-F238E27FC236}">
                <a16:creationId xmlns:a16="http://schemas.microsoft.com/office/drawing/2014/main" id="{82705035-7A18-4F86-9DEC-DC2650C2161B}"/>
              </a:ext>
            </a:extLst>
          </p:cNvPr>
          <p:cNvSpPr>
            <a:spLocks xmlns:a="http://schemas.openxmlformats.org/drawingml/2006/main" noGrp="1"/>
          </p:cNvSpPr>
          <p:nvPr/>
        </p:nvSpPr>
        <p:spPr>
          <a:xfrm xmlns:a="http://schemas.openxmlformats.org/drawingml/2006/main">
            <a:off x="9201150" y="31718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299" name="g299">
            <a:extLst xmlns:a="http://schemas.openxmlformats.org/drawingml/2006/main">
              <a:ext uri="{FF2B5EF4-FFF2-40B4-BE49-F238E27FC236}">
                <a16:creationId xmlns:a16="http://schemas.microsoft.com/office/drawing/2014/main" id="{88528401-72FD-412F-8C40-093DAA94DF47}"/>
              </a:ext>
            </a:extLst>
          </p:cNvPr>
          <p:cNvSpPr>
            <a:spLocks xmlns:a="http://schemas.openxmlformats.org/drawingml/2006/main" noGrp="1"/>
          </p:cNvSpPr>
          <p:nvPr/>
        </p:nvSpPr>
        <p:spPr>
          <a:xfrm xmlns:a="http://schemas.openxmlformats.org/drawingml/2006/main">
            <a:off x="9201150" y="30861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300" name="g300">
            <a:extLst xmlns:a="http://schemas.openxmlformats.org/drawingml/2006/main">
              <a:ext uri="{FF2B5EF4-FFF2-40B4-BE49-F238E27FC236}">
                <a16:creationId xmlns:a16="http://schemas.microsoft.com/office/drawing/2014/main" id="{987980E3-CF40-4A70-9B88-3F36B829F8F3}"/>
              </a:ext>
            </a:extLst>
          </p:cNvPr>
          <p:cNvSpPr>
            <a:spLocks xmlns:a="http://schemas.openxmlformats.org/drawingml/2006/main" noGrp="1"/>
          </p:cNvSpPr>
          <p:nvPr/>
        </p:nvSpPr>
        <p:spPr>
          <a:xfrm xmlns:a="http://schemas.openxmlformats.org/drawingml/2006/main">
            <a:off x="9201150" y="30003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301" name="g301">
            <a:extLst xmlns:a="http://schemas.openxmlformats.org/drawingml/2006/main">
              <a:ext uri="{FF2B5EF4-FFF2-40B4-BE49-F238E27FC236}">
                <a16:creationId xmlns:a16="http://schemas.microsoft.com/office/drawing/2014/main" id="{3F3030D0-08BA-45F5-8349-B545FDDB3171}"/>
              </a:ext>
            </a:extLst>
          </p:cNvPr>
          <p:cNvSpPr>
            <a:spLocks xmlns:a="http://schemas.openxmlformats.org/drawingml/2006/main" noGrp="1"/>
          </p:cNvSpPr>
          <p:nvPr/>
        </p:nvSpPr>
        <p:spPr>
          <a:xfrm xmlns:a="http://schemas.openxmlformats.org/drawingml/2006/main">
            <a:off x="9201150" y="29146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302" name="g302">
            <a:extLst xmlns:a="http://schemas.openxmlformats.org/drawingml/2006/main">
              <a:ext uri="{FF2B5EF4-FFF2-40B4-BE49-F238E27FC236}">
                <a16:creationId xmlns:a16="http://schemas.microsoft.com/office/drawing/2014/main" id="{E6C4DA11-8D32-436E-B4A0-D6DE1A63966E}"/>
              </a:ext>
            </a:extLst>
          </p:cNvPr>
          <p:cNvSpPr>
            <a:spLocks xmlns:a="http://schemas.openxmlformats.org/drawingml/2006/main" noGrp="1"/>
          </p:cNvSpPr>
          <p:nvPr/>
        </p:nvSpPr>
        <p:spPr>
          <a:xfrm xmlns:a="http://schemas.openxmlformats.org/drawingml/2006/main">
            <a:off x="9201150" y="28289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10478">
            <a:solidFill>
              <a:srgbClr val="CDCDCD"/>
            </a:solidFill>
          </a:ln>
        </p:spPr>
      </p:sp>
      <p:sp>
        <p:nvSpPr>
          <p:cNvPr id="303" name="g303">
            <a:extLst xmlns:a="http://schemas.openxmlformats.org/drawingml/2006/main">
              <a:ext uri="{FF2B5EF4-FFF2-40B4-BE49-F238E27FC236}">
                <a16:creationId xmlns:a16="http://schemas.microsoft.com/office/drawing/2014/main" id="{317C56B1-B217-4C95-9F17-2468B40A68EE}"/>
              </a:ext>
            </a:extLst>
          </p:cNvPr>
          <p:cNvSpPr>
            <a:spLocks xmlns:a="http://schemas.openxmlformats.org/drawingml/2006/main" noGrp="1"/>
          </p:cNvSpPr>
          <p:nvPr/>
        </p:nvSpPr>
        <p:spPr>
          <a:xfrm xmlns:a="http://schemas.openxmlformats.org/drawingml/2006/main">
            <a:off x="9201150" y="2752725"/>
            <a:ext cx="953" cy="38100"/>
          </a:xfrm>
          <a:custGeom xmlns:a="http://schemas.openxmlformats.org/drawingml/2006/main">
            <a:pathLst>
              <a:path w="953" h="38100">
                <a:moveTo>
                  <a:pt x="0" y="38100"/>
                </a:moveTo>
                <a:lnTo>
                  <a:pt x="0" y="0"/>
                </a:lnTo>
              </a:path>
            </a:pathLst>
          </a:custGeom>
          <a:noFill xmlns:a="http://schemas.openxmlformats.org/drawingml/2006/main"/>
          <a:ln xmlns:a="http://schemas.openxmlformats.org/drawingml/2006/main" w="10478">
            <a:solidFill>
              <a:srgbClr val="CDCDCD"/>
            </a:solidFill>
          </a:ln>
        </p:spPr>
      </p:sp>
      <p:sp>
        <p:nvSpPr>
          <p:cNvPr id="304" name="g304">
            <a:extLst xmlns:a="http://schemas.openxmlformats.org/drawingml/2006/main">
              <a:ext uri="{FF2B5EF4-FFF2-40B4-BE49-F238E27FC236}">
                <a16:creationId xmlns:a16="http://schemas.microsoft.com/office/drawing/2014/main" id="{E2E2CCD3-FC9E-4F38-A947-28F77A67B688}"/>
              </a:ext>
            </a:extLst>
          </p:cNvPr>
          <p:cNvSpPr>
            <a:spLocks xmlns:a="http://schemas.openxmlformats.org/drawingml/2006/main" noGrp="1"/>
          </p:cNvSpPr>
          <p:nvPr/>
        </p:nvSpPr>
        <p:spPr>
          <a:xfrm xmlns:a="http://schemas.openxmlformats.org/drawingml/2006/main">
            <a:off x="9448800" y="2933700"/>
            <a:ext cx="1666875" cy="523875"/>
          </a:xfrm>
          <a:prstGeom xmlns:a="http://schemas.openxmlformats.org/drawingml/2006/main" prst="roundRect">
            <a:avLst>
              <a:gd name="adj" fmla="val 16364"/>
            </a:avLst>
          </a:prstGeom>
          <a:solidFill xmlns:a="http://schemas.openxmlformats.org/drawingml/2006/main">
            <a:srgbClr val="FFB59F"/>
          </a:solidFill>
          <a:ln xmlns:a="http://schemas.openxmlformats.org/drawingml/2006/main" w="0">
            <a:noFill/>
          </a:ln>
        </p:spPr>
      </p:sp>
      <p:sp>
        <p:nvSpPr>
          <p:cNvPr id="305" name="g305">
            <a:extLst xmlns:a="http://schemas.openxmlformats.org/drawingml/2006/main">
              <a:ext uri="{FF2B5EF4-FFF2-40B4-BE49-F238E27FC236}">
                <a16:creationId xmlns:a16="http://schemas.microsoft.com/office/drawing/2014/main" id="{2CAB2AF1-22BA-4E6E-8A82-D02886195718}"/>
              </a:ext>
            </a:extLst>
          </p:cNvPr>
          <p:cNvSpPr>
            <a:spLocks xmlns:a="http://schemas.openxmlformats.org/drawingml/2006/main" noGrp="1"/>
          </p:cNvSpPr>
          <p:nvPr/>
        </p:nvSpPr>
        <p:spPr>
          <a:xfrm xmlns:a="http://schemas.openxmlformats.org/drawingml/2006/main">
            <a:off x="9496425" y="3048000"/>
            <a:ext cx="1571625" cy="3316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10" b="1">
                <a:solidFill>
                  <a:srgbClr val="FFFFFF"/>
                </a:solidFill>
                <a:latin typeface="Microsoft YaHei UI"/>
                <a:ea typeface="Microsoft YaHei UI"/>
                <a:cs typeface="Microsoft YaHei UI"/>
              </a:defRPr>
            </a:pPr>
            <a:r>
              <a:rPr sz="1710" b="1">
                <a:solidFill>
                  <a:srgbClr val="FFFFFF"/>
                </a:solidFill>
                <a:latin typeface="Microsoft YaHei UI"/>
                <a:ea typeface="Microsoft YaHei UI"/>
                <a:cs typeface="Microsoft YaHei UI"/>
              </a:rPr>
              <a:t>实现业务目标</a:t>
            </a:r>
          </a:p>
        </p:txBody>
      </p:sp>
      <p:sp>
        <p:nvSpPr>
          <p:cNvPr id="306" name="g306">
            <a:extLst xmlns:a="http://schemas.openxmlformats.org/drawingml/2006/main">
              <a:ext uri="{FF2B5EF4-FFF2-40B4-BE49-F238E27FC236}">
                <a16:creationId xmlns:a16="http://schemas.microsoft.com/office/drawing/2014/main" id="{AE71646C-B96E-4C60-8675-C4BBF7E4111C}"/>
              </a:ext>
            </a:extLst>
          </p:cNvPr>
          <p:cNvSpPr>
            <a:spLocks xmlns:a="http://schemas.openxmlformats.org/drawingml/2006/main" noGrp="1"/>
          </p:cNvSpPr>
          <p:nvPr/>
        </p:nvSpPr>
        <p:spPr>
          <a:xfrm xmlns:a="http://schemas.openxmlformats.org/drawingml/2006/main">
            <a:off x="9448800" y="4257675"/>
            <a:ext cx="1666875" cy="523875"/>
          </a:xfrm>
          <a:prstGeom xmlns:a="http://schemas.openxmlformats.org/drawingml/2006/main" prst="roundRect">
            <a:avLst>
              <a:gd name="adj" fmla="val 16364"/>
            </a:avLst>
          </a:prstGeom>
          <a:solidFill xmlns:a="http://schemas.openxmlformats.org/drawingml/2006/main">
            <a:srgbClr val="FFB59F"/>
          </a:solidFill>
          <a:ln xmlns:a="http://schemas.openxmlformats.org/drawingml/2006/main" w="0">
            <a:noFill/>
          </a:ln>
        </p:spPr>
      </p:sp>
      <p:sp>
        <p:nvSpPr>
          <p:cNvPr id="307" name="g307">
            <a:extLst xmlns:a="http://schemas.openxmlformats.org/drawingml/2006/main">
              <a:ext uri="{FF2B5EF4-FFF2-40B4-BE49-F238E27FC236}">
                <a16:creationId xmlns:a16="http://schemas.microsoft.com/office/drawing/2014/main" id="{BA2A7AB3-666D-4AA8-86BF-8E3322E5EA86}"/>
              </a:ext>
            </a:extLst>
          </p:cNvPr>
          <p:cNvSpPr>
            <a:spLocks xmlns:a="http://schemas.openxmlformats.org/drawingml/2006/main" noGrp="1"/>
          </p:cNvSpPr>
          <p:nvPr/>
        </p:nvSpPr>
        <p:spPr>
          <a:xfrm xmlns:a="http://schemas.openxmlformats.org/drawingml/2006/main">
            <a:off x="9496425" y="4371975"/>
            <a:ext cx="1571625" cy="3316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10" b="1">
                <a:solidFill>
                  <a:srgbClr val="FFFFFF"/>
                </a:solidFill>
                <a:latin typeface="Microsoft YaHei UI"/>
                <a:ea typeface="Microsoft YaHei UI"/>
                <a:cs typeface="Microsoft YaHei UI"/>
              </a:defRPr>
            </a:pPr>
            <a:r>
              <a:rPr sz="1710" b="1">
                <a:solidFill>
                  <a:srgbClr val="FFFFFF"/>
                </a:solidFill>
                <a:latin typeface="Microsoft YaHei UI"/>
                <a:ea typeface="Microsoft YaHei UI"/>
                <a:cs typeface="Microsoft YaHei UI"/>
              </a:rPr>
              <a:t>实现产品目标</a:t>
            </a:r>
          </a:p>
        </p:txBody>
      </p:sp>
      <p:sp>
        <p:nvSpPr>
          <p:cNvPr id="308" name="g308">
            <a:extLst xmlns:a="http://schemas.openxmlformats.org/drawingml/2006/main">
              <a:ext uri="{FF2B5EF4-FFF2-40B4-BE49-F238E27FC236}">
                <a16:creationId xmlns:a16="http://schemas.microsoft.com/office/drawing/2014/main" id="{D900673F-B42F-432C-BB1A-847F150C16B8}"/>
              </a:ext>
            </a:extLst>
          </p:cNvPr>
          <p:cNvSpPr>
            <a:spLocks xmlns:a="http://schemas.openxmlformats.org/drawingml/2006/main" noGrp="1"/>
          </p:cNvSpPr>
          <p:nvPr/>
        </p:nvSpPr>
        <p:spPr>
          <a:xfrm xmlns:a="http://schemas.openxmlformats.org/drawingml/2006/main">
            <a:off x="9448800" y="5581650"/>
            <a:ext cx="1666875" cy="523875"/>
          </a:xfrm>
          <a:prstGeom xmlns:a="http://schemas.openxmlformats.org/drawingml/2006/main" prst="roundRect">
            <a:avLst>
              <a:gd name="adj" fmla="val 16364"/>
            </a:avLst>
          </a:prstGeom>
          <a:solidFill xmlns:a="http://schemas.openxmlformats.org/drawingml/2006/main">
            <a:srgbClr val="FFB59F"/>
          </a:solidFill>
          <a:ln xmlns:a="http://schemas.openxmlformats.org/drawingml/2006/main" w="0">
            <a:noFill/>
          </a:ln>
        </p:spPr>
      </p:sp>
      <p:sp>
        <p:nvSpPr>
          <p:cNvPr id="309" name="g309">
            <a:extLst xmlns:a="http://schemas.openxmlformats.org/drawingml/2006/main">
              <a:ext uri="{FF2B5EF4-FFF2-40B4-BE49-F238E27FC236}">
                <a16:creationId xmlns:a16="http://schemas.microsoft.com/office/drawing/2014/main" id="{FB7DB4E6-F63A-4147-B60B-FABE340F6D37}"/>
              </a:ext>
            </a:extLst>
          </p:cNvPr>
          <p:cNvSpPr>
            <a:spLocks xmlns:a="http://schemas.openxmlformats.org/drawingml/2006/main" noGrp="1"/>
          </p:cNvSpPr>
          <p:nvPr/>
        </p:nvSpPr>
        <p:spPr>
          <a:xfrm xmlns:a="http://schemas.openxmlformats.org/drawingml/2006/main">
            <a:off x="9496425" y="5695950"/>
            <a:ext cx="1571625" cy="3316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10" b="1">
                <a:solidFill>
                  <a:srgbClr val="FFFFFF"/>
                </a:solidFill>
                <a:latin typeface="Microsoft YaHei UI"/>
                <a:ea typeface="Microsoft YaHei UI"/>
                <a:cs typeface="Microsoft YaHei UI"/>
              </a:defRPr>
            </a:pPr>
            <a:r>
              <a:rPr sz="1710" b="1">
                <a:solidFill>
                  <a:srgbClr val="FFFFFF"/>
                </a:solidFill>
                <a:latin typeface="Microsoft YaHei UI"/>
                <a:ea typeface="Microsoft YaHei UI"/>
                <a:cs typeface="Microsoft YaHei UI"/>
              </a:rPr>
              <a:t>实现技术目标</a:t>
            </a:r>
          </a:p>
        </p:txBody>
      </p:sp>
      <p:sp>
        <p:nvSpPr>
          <p:cNvPr id="310" name="g310">
            <a:extLst xmlns:a="http://schemas.openxmlformats.org/drawingml/2006/main">
              <a:ext uri="{FF2B5EF4-FFF2-40B4-BE49-F238E27FC236}">
                <a16:creationId xmlns:a16="http://schemas.microsoft.com/office/drawing/2014/main" id="{5425282D-F487-4908-94D9-52DD9D405281}"/>
              </a:ext>
            </a:extLst>
          </p:cNvPr>
          <p:cNvSpPr>
            <a:spLocks xmlns:a="http://schemas.openxmlformats.org/drawingml/2006/main" noGrp="1"/>
          </p:cNvSpPr>
          <p:nvPr/>
        </p:nvSpPr>
        <p:spPr>
          <a:xfrm xmlns:a="http://schemas.openxmlformats.org/drawingml/2006/main">
            <a:off x="10058400" y="3638550"/>
            <a:ext cx="428625" cy="447675"/>
          </a:xfrm>
          <a:custGeom xmlns:a="http://schemas.openxmlformats.org/drawingml/2006/main">
            <a:pathLst>
              <a:path w="428625" h="447675">
                <a:moveTo>
                  <a:pt x="115729" y="447675"/>
                </a:moveTo>
                <a:lnTo>
                  <a:pt x="312896" y="447675"/>
                </a:lnTo>
                <a:lnTo>
                  <a:pt x="312896" y="192500"/>
                </a:lnTo>
                <a:lnTo>
                  <a:pt x="428625" y="192500"/>
                </a:lnTo>
                <a:lnTo>
                  <a:pt x="214313" y="0"/>
                </a:lnTo>
                <a:lnTo>
                  <a:pt x="0" y="192500"/>
                </a:lnTo>
                <a:lnTo>
                  <a:pt x="115729" y="192500"/>
                </a:lnTo>
                <a:close/>
              </a:path>
            </a:pathLst>
          </a:custGeom>
          <a:solidFill xmlns:a="http://schemas.openxmlformats.org/drawingml/2006/main">
            <a:srgbClr val="CFDBFF"/>
          </a:solidFill>
          <a:ln xmlns:a="http://schemas.openxmlformats.org/drawingml/2006/main" w="0">
            <a:noFill/>
          </a:ln>
        </p:spPr>
      </p:sp>
      <p:sp>
        <p:nvSpPr>
          <p:cNvPr id="311" name="g311">
            <a:extLst xmlns:a="http://schemas.openxmlformats.org/drawingml/2006/main">
              <a:ext uri="{FF2B5EF4-FFF2-40B4-BE49-F238E27FC236}">
                <a16:creationId xmlns:a16="http://schemas.microsoft.com/office/drawing/2014/main" id="{44A7E552-14B0-4679-8381-0395281BEB47}"/>
              </a:ext>
            </a:extLst>
          </p:cNvPr>
          <p:cNvSpPr>
            <a:spLocks xmlns:a="http://schemas.openxmlformats.org/drawingml/2006/main" noGrp="1"/>
          </p:cNvSpPr>
          <p:nvPr/>
        </p:nvSpPr>
        <p:spPr>
          <a:xfrm xmlns:a="http://schemas.openxmlformats.org/drawingml/2006/main">
            <a:off x="10058400" y="5010150"/>
            <a:ext cx="428625" cy="447675"/>
          </a:xfrm>
          <a:custGeom xmlns:a="http://schemas.openxmlformats.org/drawingml/2006/main">
            <a:pathLst>
              <a:path w="428625" h="447675">
                <a:moveTo>
                  <a:pt x="115729" y="447675"/>
                </a:moveTo>
                <a:lnTo>
                  <a:pt x="312896" y="447675"/>
                </a:lnTo>
                <a:lnTo>
                  <a:pt x="312896" y="192500"/>
                </a:lnTo>
                <a:lnTo>
                  <a:pt x="428625" y="192500"/>
                </a:lnTo>
                <a:lnTo>
                  <a:pt x="214313" y="0"/>
                </a:lnTo>
                <a:lnTo>
                  <a:pt x="0" y="192500"/>
                </a:lnTo>
                <a:lnTo>
                  <a:pt x="115729" y="192500"/>
                </a:lnTo>
                <a:close/>
              </a:path>
            </a:pathLst>
          </a:custGeom>
          <a:solidFill xmlns:a="http://schemas.openxmlformats.org/drawingml/2006/main">
            <a:srgbClr val="CFDBFF"/>
          </a:solidFill>
          <a:ln xmlns:a="http://schemas.openxmlformats.org/drawingml/2006/main" w="0">
            <a:noFill/>
          </a:ln>
        </p:spPr>
      </p:sp>
      <p:sp>
        <p:nvSpPr>
          <p:cNvPr id="312" name="g312">
            <a:extLst xmlns:a="http://schemas.openxmlformats.org/drawingml/2006/main">
              <a:ext uri="{FF2B5EF4-FFF2-40B4-BE49-F238E27FC236}">
                <a16:creationId xmlns:a16="http://schemas.microsoft.com/office/drawing/2014/main" id="{4138BBA5-5EE2-4A06-8361-0FF2F7487261}"/>
              </a:ext>
            </a:extLst>
          </p:cNvPr>
          <p:cNvSpPr>
            <a:spLocks xmlns:a="http://schemas.openxmlformats.org/drawingml/2006/main" noGrp="1"/>
          </p:cNvSpPr>
          <p:nvPr/>
        </p:nvSpPr>
        <p:spPr>
          <a:xfrm xmlns:a="http://schemas.openxmlformats.org/drawingml/2006/main">
            <a:off x="11182350" y="6219825"/>
            <a:ext cx="238125" cy="238125"/>
          </a:xfrm>
          <a:prstGeom xmlns:a="http://schemas.openxmlformats.org/drawingml/2006/main" prst="rect">
            <a:avLst/>
          </a:prstGeom>
          <a:solidFill xmlns:a="http://schemas.openxmlformats.org/drawingml/2006/main">
            <a:srgbClr val="FF4200"/>
          </a:solidFill>
          <a:ln xmlns:a="http://schemas.openxmlformats.org/drawingml/2006/main" w="0">
            <a:noFill/>
          </a:ln>
        </p:spPr>
      </p:sp>
      <p:sp>
        <p:nvSpPr>
          <p:cNvPr id="313" name="g313">
            <a:extLst xmlns:a="http://schemas.openxmlformats.org/drawingml/2006/main">
              <a:ext uri="{FF2B5EF4-FFF2-40B4-BE49-F238E27FC236}">
                <a16:creationId xmlns:a16="http://schemas.microsoft.com/office/drawing/2014/main" id="{85938989-BB6D-4D82-A211-41C29951B727}"/>
              </a:ext>
            </a:extLst>
          </p:cNvPr>
          <p:cNvSpPr>
            <a:spLocks xmlns:a="http://schemas.openxmlformats.org/drawingml/2006/main" noGrp="1"/>
          </p:cNvSpPr>
          <p:nvPr/>
        </p:nvSpPr>
        <p:spPr>
          <a:xfrm xmlns:a="http://schemas.openxmlformats.org/drawingml/2006/main">
            <a:off x="10591800" y="6515100"/>
            <a:ext cx="952500" cy="171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2000"/>
              </a:lnSpc>
              <a:buNone/>
              <a:defRPr sz="675" b="0">
                <a:solidFill>
                  <a:srgbClr val="383838"/>
                </a:solidFill>
                <a:latin typeface="Microsoft YaHei UI"/>
                <a:ea typeface="Microsoft YaHei UI"/>
                <a:cs typeface="Microsoft YaHei UI"/>
              </a:defRPr>
            </a:pPr>
            <a:r>
              <a:rPr sz="675" b="0">
                <a:solidFill>
                  <a:srgbClr val="383838"/>
                </a:solidFill>
                <a:latin typeface="Microsoft YaHei UI"/>
                <a:ea typeface="Microsoft YaHei UI"/>
                <a:cs typeface="Microsoft YaHei UI"/>
              </a:rPr>
              <a:t>www.ciicmc.com</a:t>
            </a:r>
          </a:p>
        </p:txBody>
      </p:sp>
    </p:spTree>
    <p:extLst>
      <p:ext uri="{BB962C8B-B14F-4D97-AF65-F5344CB8AC3E}">
        <p14:creationId xmlns:p14="http://schemas.microsoft.com/office/powerpoint/2010/main" val="5816061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g314">
            <a:extLst xmlns:a="http://schemas.openxmlformats.org/drawingml/2006/main">
              <a:ext uri="{FF2B5EF4-FFF2-40B4-BE49-F238E27FC236}">
                <a16:creationId xmlns:a16="http://schemas.microsoft.com/office/drawing/2014/main" id="{9058701F-953E-4537-9918-759B4316B1D8}"/>
              </a:ext>
            </a:extLst>
          </p:cNvPr>
          <p:cNvSpPr>
            <a:spLocks xmlns:a="http://schemas.openxmlformats.org/drawingml/2006/main" noGrp="1"/>
          </p:cNvSpPr>
          <p:nvPr/>
        </p:nvSpPr>
        <p:spPr>
          <a:xfrm xmlns:a="http://schemas.openxmlformats.org/drawingml/2006/main">
            <a:off x="742950" y="266700"/>
            <a:ext cx="10839450" cy="717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288" b="1">
                <a:solidFill>
                  <a:srgbClr val="383838"/>
                </a:solidFill>
                <a:latin typeface="Microsoft YaHei UI"/>
                <a:ea typeface="Microsoft YaHei UI"/>
                <a:cs typeface="Microsoft YaHei UI"/>
              </a:defRPr>
            </a:pPr>
            <a:r>
              <a:rPr sz="2288" b="1">
                <a:solidFill>
                  <a:srgbClr val="383838"/>
                </a:solidFill>
                <a:latin typeface="Microsoft YaHei UI"/>
                <a:ea typeface="Microsoft YaHei UI"/>
                <a:cs typeface="Microsoft YaHei UI"/>
              </a:rPr>
              <a:t>五、国有企业科技创新规划步骤二：以财务资源稳定投入和人力资源分阶段配置，</a:t>
            </a:r>
          </a:p>
          <a:p xmlns:a="http://schemas.openxmlformats.org/drawingml/2006/main">
            <a:pPr algn="l">
              <a:lnSpc>
                <a:spcPct val="112000"/>
              </a:lnSpc>
              <a:buNone/>
              <a:defRPr sz="2288" b="1">
                <a:solidFill>
                  <a:srgbClr val="383838"/>
                </a:solidFill>
                <a:latin typeface="Microsoft YaHei UI"/>
                <a:ea typeface="Microsoft YaHei UI"/>
                <a:cs typeface="Microsoft YaHei UI"/>
              </a:defRPr>
            </a:pPr>
            <a:r>
              <a:rPr sz="2288" b="1">
                <a:solidFill>
                  <a:srgbClr val="383838"/>
                </a:solidFill>
                <a:latin typeface="Microsoft YaHei UI"/>
                <a:ea typeface="Microsoft YaHei UI"/>
                <a:cs typeface="Microsoft YaHei UI"/>
              </a:rPr>
              <a:t>为创新规划提供双保障</a:t>
            </a:r>
          </a:p>
        </p:txBody>
      </p:sp>
      <p:sp>
        <p:nvSpPr>
          <p:cNvPr id="2" name="g315">
            <a:extLst xmlns:a="http://schemas.openxmlformats.org/drawingml/2006/main">
              <a:ext uri="{FF2B5EF4-FFF2-40B4-BE49-F238E27FC236}">
                <a16:creationId xmlns:a16="http://schemas.microsoft.com/office/drawing/2014/main" id="{4A727E8F-F0F1-462C-9216-6B5288D32A73}"/>
              </a:ext>
            </a:extLst>
          </p:cNvPr>
          <p:cNvSpPr>
            <a:spLocks xmlns:a="http://schemas.openxmlformats.org/drawingml/2006/main" noGrp="1"/>
          </p:cNvSpPr>
          <p:nvPr/>
        </p:nvSpPr>
        <p:spPr>
          <a:xfrm xmlns:a="http://schemas.openxmlformats.org/drawingml/2006/main">
            <a:off x="742950" y="1362075"/>
            <a:ext cx="10801350" cy="2901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5000"/>
              </a:lnSpc>
              <a:buNone/>
              <a:defRPr sz="1530" b="1">
                <a:solidFill>
                  <a:srgbClr val="383838"/>
                </a:solidFill>
                <a:latin typeface="Microsoft YaHei UI"/>
                <a:ea typeface="Microsoft YaHei UI"/>
                <a:cs typeface="Microsoft YaHei UI"/>
              </a:defRPr>
            </a:pPr>
            <a:r>
              <a:rPr sz="1530" b="1">
                <a:solidFill>
                  <a:srgbClr val="383838"/>
                </a:solidFill>
                <a:latin typeface="Microsoft YaHei UI"/>
                <a:ea typeface="Microsoft YaHei UI"/>
                <a:cs typeface="Microsoft YaHei UI"/>
              </a:rPr>
              <a:t>国有企业科技创新规划投入主要体现在财务资源投入和人力资源投入两方面，二者共同满足创新规划要求</a:t>
            </a:r>
          </a:p>
        </p:txBody>
      </p:sp>
      <p:sp>
        <p:nvSpPr>
          <p:cNvPr id="3" name="g316">
            <a:extLst xmlns:a="http://schemas.openxmlformats.org/drawingml/2006/main">
              <a:ext uri="{FF2B5EF4-FFF2-40B4-BE49-F238E27FC236}">
                <a16:creationId xmlns:a16="http://schemas.microsoft.com/office/drawing/2014/main" id="{022905BC-2826-4D9E-8D45-2FF5853C38BB}"/>
              </a:ext>
            </a:extLst>
          </p:cNvPr>
          <p:cNvSpPr>
            <a:spLocks xmlns:a="http://schemas.openxmlformats.org/drawingml/2006/main" noGrp="1"/>
          </p:cNvSpPr>
          <p:nvPr/>
        </p:nvSpPr>
        <p:spPr>
          <a:xfrm xmlns:a="http://schemas.openxmlformats.org/drawingml/2006/main">
            <a:off x="771525" y="1695450"/>
            <a:ext cx="5029200" cy="381000"/>
          </a:xfrm>
          <a:custGeom xmlns:a="http://schemas.openxmlformats.org/drawingml/2006/main">
            <a:pathLst>
              <a:path w="5029200" h="381000">
                <a:moveTo>
                  <a:pt x="114300" y="0"/>
                </a:moveTo>
                <a:lnTo>
                  <a:pt x="4914900" y="0"/>
                </a:lnTo>
                <a:lnTo>
                  <a:pt x="5029200" y="190500"/>
                </a:lnTo>
                <a:lnTo>
                  <a:pt x="4914900" y="381000"/>
                </a:lnTo>
                <a:lnTo>
                  <a:pt x="114300" y="381000"/>
                </a:lnTo>
                <a:lnTo>
                  <a:pt x="0" y="190500"/>
                </a:lnTo>
                <a:close/>
              </a:path>
            </a:pathLst>
          </a:custGeom>
          <a:solidFill xmlns:a="http://schemas.openxmlformats.org/drawingml/2006/main">
            <a:srgbClr val="A7A7A7"/>
          </a:solidFill>
          <a:ln xmlns:a="http://schemas.openxmlformats.org/drawingml/2006/main" w="0">
            <a:noFill/>
          </a:ln>
        </p:spPr>
      </p:sp>
      <p:sp>
        <p:nvSpPr>
          <p:cNvPr id="4" name="g317">
            <a:extLst xmlns:a="http://schemas.openxmlformats.org/drawingml/2006/main">
              <a:ext uri="{FF2B5EF4-FFF2-40B4-BE49-F238E27FC236}">
                <a16:creationId xmlns:a16="http://schemas.microsoft.com/office/drawing/2014/main" id="{DC21C8BC-CC3A-4CA0-BF1A-55DDB085D33B}"/>
              </a:ext>
            </a:extLst>
          </p:cNvPr>
          <p:cNvSpPr>
            <a:spLocks xmlns:a="http://schemas.openxmlformats.org/drawingml/2006/main" noGrp="1"/>
          </p:cNvSpPr>
          <p:nvPr/>
        </p:nvSpPr>
        <p:spPr>
          <a:xfrm xmlns:a="http://schemas.openxmlformats.org/drawingml/2006/main">
            <a:off x="962025" y="1733550"/>
            <a:ext cx="464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695" b="1">
                <a:solidFill>
                  <a:srgbClr val="FFFFFF"/>
                </a:solidFill>
                <a:latin typeface="Microsoft YaHei UI"/>
                <a:ea typeface="Microsoft YaHei UI"/>
                <a:cs typeface="Microsoft YaHei UI"/>
              </a:defRPr>
            </a:pPr>
            <a:r>
              <a:rPr sz="1695" b="1">
                <a:solidFill>
                  <a:srgbClr val="FFFFFF"/>
                </a:solidFill>
                <a:latin typeface="Microsoft YaHei UI"/>
                <a:ea typeface="Microsoft YaHei UI"/>
                <a:cs typeface="Microsoft YaHei UI"/>
              </a:rPr>
              <a:t>财务资源投入</a:t>
            </a:r>
          </a:p>
        </p:txBody>
      </p:sp>
      <p:sp>
        <p:nvSpPr>
          <p:cNvPr id="5" name="g318">
            <a:extLst xmlns:a="http://schemas.openxmlformats.org/drawingml/2006/main">
              <a:ext uri="{FF2B5EF4-FFF2-40B4-BE49-F238E27FC236}">
                <a16:creationId xmlns:a16="http://schemas.microsoft.com/office/drawing/2014/main" id="{CC64A233-D7ED-42B8-9603-5C56A15EA051}"/>
              </a:ext>
            </a:extLst>
          </p:cNvPr>
          <p:cNvSpPr>
            <a:spLocks xmlns:a="http://schemas.openxmlformats.org/drawingml/2006/main" noGrp="1"/>
          </p:cNvSpPr>
          <p:nvPr/>
        </p:nvSpPr>
        <p:spPr>
          <a:xfrm xmlns:a="http://schemas.openxmlformats.org/drawingml/2006/main">
            <a:off x="6210300" y="1714500"/>
            <a:ext cx="5153025" cy="381000"/>
          </a:xfrm>
          <a:custGeom xmlns:a="http://schemas.openxmlformats.org/drawingml/2006/main">
            <a:pathLst>
              <a:path w="5153025" h="381000">
                <a:moveTo>
                  <a:pt x="114300" y="0"/>
                </a:moveTo>
                <a:lnTo>
                  <a:pt x="5038725" y="0"/>
                </a:lnTo>
                <a:lnTo>
                  <a:pt x="5153025" y="190500"/>
                </a:lnTo>
                <a:lnTo>
                  <a:pt x="5038725" y="381000"/>
                </a:lnTo>
                <a:lnTo>
                  <a:pt x="114300" y="381000"/>
                </a:lnTo>
                <a:lnTo>
                  <a:pt x="0" y="190500"/>
                </a:lnTo>
                <a:close/>
              </a:path>
            </a:pathLst>
          </a:custGeom>
          <a:solidFill xmlns:a="http://schemas.openxmlformats.org/drawingml/2006/main">
            <a:srgbClr val="1C55FE"/>
          </a:solidFill>
          <a:ln xmlns:a="http://schemas.openxmlformats.org/drawingml/2006/main" w="0">
            <a:noFill/>
          </a:ln>
        </p:spPr>
      </p:sp>
      <p:sp>
        <p:nvSpPr>
          <p:cNvPr id="6" name="g319">
            <a:extLst xmlns:a="http://schemas.openxmlformats.org/drawingml/2006/main">
              <a:ext uri="{FF2B5EF4-FFF2-40B4-BE49-F238E27FC236}">
                <a16:creationId xmlns:a16="http://schemas.microsoft.com/office/drawing/2014/main" id="{D1FB94B6-0766-4303-910F-F874BD75F2E3}"/>
              </a:ext>
            </a:extLst>
          </p:cNvPr>
          <p:cNvSpPr>
            <a:spLocks xmlns:a="http://schemas.openxmlformats.org/drawingml/2006/main" noGrp="1"/>
          </p:cNvSpPr>
          <p:nvPr/>
        </p:nvSpPr>
        <p:spPr>
          <a:xfrm xmlns:a="http://schemas.openxmlformats.org/drawingml/2006/main">
            <a:off x="6400800" y="1752600"/>
            <a:ext cx="47720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695" b="1">
                <a:solidFill>
                  <a:srgbClr val="FFFFFF"/>
                </a:solidFill>
                <a:latin typeface="Microsoft YaHei UI"/>
                <a:ea typeface="Microsoft YaHei UI"/>
                <a:cs typeface="Microsoft YaHei UI"/>
              </a:defRPr>
            </a:pPr>
            <a:r>
              <a:rPr sz="1695" b="1">
                <a:solidFill>
                  <a:srgbClr val="FFFFFF"/>
                </a:solidFill>
                <a:latin typeface="Microsoft YaHei UI"/>
                <a:ea typeface="Microsoft YaHei UI"/>
                <a:cs typeface="Microsoft YaHei UI"/>
              </a:rPr>
              <a:t>人力资源投入</a:t>
            </a:r>
          </a:p>
        </p:txBody>
      </p:sp>
      <p:sp>
        <p:nvSpPr>
          <p:cNvPr id="7" name="g320">
            <a:extLst xmlns:a="http://schemas.openxmlformats.org/drawingml/2006/main">
              <a:ext uri="{FF2B5EF4-FFF2-40B4-BE49-F238E27FC236}">
                <a16:creationId xmlns:a16="http://schemas.microsoft.com/office/drawing/2014/main" id="{678AE743-D678-4EFA-B692-FCA6C7B27357}"/>
              </a:ext>
            </a:extLst>
          </p:cNvPr>
          <p:cNvSpPr>
            <a:spLocks xmlns:a="http://schemas.openxmlformats.org/drawingml/2006/main" noGrp="1"/>
          </p:cNvSpPr>
          <p:nvPr/>
        </p:nvSpPr>
        <p:spPr>
          <a:xfrm xmlns:a="http://schemas.openxmlformats.org/drawingml/2006/main">
            <a:off x="819150" y="2219325"/>
            <a:ext cx="4905375" cy="160020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8" name="g321">
            <a:extLst xmlns:a="http://schemas.openxmlformats.org/drawingml/2006/main">
              <a:ext uri="{FF2B5EF4-FFF2-40B4-BE49-F238E27FC236}">
                <a16:creationId xmlns:a16="http://schemas.microsoft.com/office/drawing/2014/main" id="{44C82342-EE43-4B74-A3EE-EAFB75F2480A}"/>
              </a:ext>
            </a:extLst>
          </p:cNvPr>
          <p:cNvSpPr>
            <a:spLocks xmlns:a="http://schemas.openxmlformats.org/drawingml/2006/main" noGrp="1"/>
          </p:cNvSpPr>
          <p:nvPr/>
        </p:nvSpPr>
        <p:spPr>
          <a:xfrm xmlns:a="http://schemas.openxmlformats.org/drawingml/2006/main">
            <a:off x="928688" y="2338388"/>
            <a:ext cx="85725" cy="85725"/>
          </a:xfrm>
          <a:custGeom xmlns:a="http://schemas.openxmlformats.org/drawingml/2006/main">
            <a:pathLst>
              <a:path w="85725" h="85725">
                <a:moveTo>
                  <a:pt x="42863" y="0"/>
                </a:moveTo>
                <a:lnTo>
                  <a:pt x="85725" y="42863"/>
                </a:lnTo>
                <a:lnTo>
                  <a:pt x="42863" y="85725"/>
                </a:lnTo>
                <a:lnTo>
                  <a:pt x="0" y="42863"/>
                </a:lnTo>
                <a:close/>
              </a:path>
            </a:pathLst>
          </a:custGeom>
          <a:solidFill xmlns:a="http://schemas.openxmlformats.org/drawingml/2006/main">
            <a:srgbClr val="1C55FE"/>
          </a:solidFill>
          <a:ln xmlns:a="http://schemas.openxmlformats.org/drawingml/2006/main" w="0">
            <a:noFill/>
          </a:ln>
        </p:spPr>
      </p:sp>
      <p:sp>
        <p:nvSpPr>
          <p:cNvPr id="9" name="g322">
            <a:extLst xmlns:a="http://schemas.openxmlformats.org/drawingml/2006/main">
              <a:ext uri="{FF2B5EF4-FFF2-40B4-BE49-F238E27FC236}">
                <a16:creationId xmlns:a16="http://schemas.microsoft.com/office/drawing/2014/main" id="{F114206A-F8A1-4142-9039-48067CC81D28}"/>
              </a:ext>
            </a:extLst>
          </p:cNvPr>
          <p:cNvSpPr>
            <a:spLocks xmlns:a="http://schemas.openxmlformats.org/drawingml/2006/main" noGrp="1"/>
          </p:cNvSpPr>
          <p:nvPr/>
        </p:nvSpPr>
        <p:spPr>
          <a:xfrm xmlns:a="http://schemas.openxmlformats.org/drawingml/2006/main">
            <a:off x="1190625" y="2276475"/>
            <a:ext cx="4429125" cy="508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6000"/>
              </a:lnSpc>
              <a:buNone/>
              <a:defRPr sz="1380" b="0">
                <a:solidFill>
                  <a:srgbClr val="383838"/>
                </a:solidFill>
                <a:latin typeface="Microsoft YaHei UI"/>
                <a:ea typeface="Microsoft YaHei UI"/>
                <a:cs typeface="Microsoft YaHei UI"/>
              </a:defRPr>
            </a:pPr>
            <a:r>
              <a:rPr sz="1380" b="0">
                <a:solidFill>
                  <a:srgbClr val="383838"/>
                </a:solidFill>
                <a:latin typeface="Microsoft YaHei UI"/>
                <a:ea typeface="Microsoft YaHei UI"/>
                <a:cs typeface="Microsoft YaHei UI"/>
              </a:rPr>
              <a:t>科技创新的长周期特性决定了企业研发投入必须保持稳定</a:t>
            </a:r>
          </a:p>
          <a:p xmlns:a="http://schemas.openxmlformats.org/drawingml/2006/main">
            <a:pPr algn="l">
              <a:lnSpc>
                <a:spcPct val="126000"/>
              </a:lnSpc>
              <a:buNone/>
              <a:defRPr sz="1380" b="0">
                <a:solidFill>
                  <a:srgbClr val="383838"/>
                </a:solidFill>
                <a:latin typeface="Microsoft YaHei UI"/>
                <a:ea typeface="Microsoft YaHei UI"/>
                <a:cs typeface="Microsoft YaHei UI"/>
              </a:defRPr>
            </a:pPr>
            <a:r>
              <a:rPr sz="1380" b="0">
                <a:solidFill>
                  <a:srgbClr val="383838"/>
                </a:solidFill>
                <a:latin typeface="Microsoft YaHei UI"/>
                <a:ea typeface="Microsoft YaHei UI"/>
                <a:cs typeface="Microsoft YaHei UI"/>
              </a:rPr>
              <a:t>增长。</a:t>
            </a:r>
          </a:p>
        </p:txBody>
      </p:sp>
      <p:sp>
        <p:nvSpPr>
          <p:cNvPr id="10" name="g323">
            <a:extLst xmlns:a="http://schemas.openxmlformats.org/drawingml/2006/main">
              <a:ext uri="{FF2B5EF4-FFF2-40B4-BE49-F238E27FC236}">
                <a16:creationId xmlns:a16="http://schemas.microsoft.com/office/drawing/2014/main" id="{80C21F1E-EDCB-48AC-8702-3E647AE8691A}"/>
              </a:ext>
            </a:extLst>
          </p:cNvPr>
          <p:cNvSpPr>
            <a:spLocks xmlns:a="http://schemas.openxmlformats.org/drawingml/2006/main" noGrp="1"/>
          </p:cNvSpPr>
          <p:nvPr/>
        </p:nvSpPr>
        <p:spPr>
          <a:xfrm xmlns:a="http://schemas.openxmlformats.org/drawingml/2006/main">
            <a:off x="928688" y="2871788"/>
            <a:ext cx="85725" cy="85725"/>
          </a:xfrm>
          <a:custGeom xmlns:a="http://schemas.openxmlformats.org/drawingml/2006/main">
            <a:pathLst>
              <a:path w="85725" h="85725">
                <a:moveTo>
                  <a:pt x="42863" y="0"/>
                </a:moveTo>
                <a:lnTo>
                  <a:pt x="85725" y="42863"/>
                </a:lnTo>
                <a:lnTo>
                  <a:pt x="42863" y="85725"/>
                </a:lnTo>
                <a:lnTo>
                  <a:pt x="0" y="42863"/>
                </a:lnTo>
                <a:close/>
              </a:path>
            </a:pathLst>
          </a:custGeom>
          <a:solidFill xmlns:a="http://schemas.openxmlformats.org/drawingml/2006/main">
            <a:srgbClr val="1C55FE"/>
          </a:solidFill>
          <a:ln xmlns:a="http://schemas.openxmlformats.org/drawingml/2006/main" w="0">
            <a:noFill/>
          </a:ln>
        </p:spPr>
      </p:sp>
      <p:sp>
        <p:nvSpPr>
          <p:cNvPr id="11" name="g324">
            <a:extLst xmlns:a="http://schemas.openxmlformats.org/drawingml/2006/main">
              <a:ext uri="{FF2B5EF4-FFF2-40B4-BE49-F238E27FC236}">
                <a16:creationId xmlns:a16="http://schemas.microsoft.com/office/drawing/2014/main" id="{C20683E4-7EE3-457B-82CF-141A4AF44A5D}"/>
              </a:ext>
            </a:extLst>
          </p:cNvPr>
          <p:cNvSpPr>
            <a:spLocks xmlns:a="http://schemas.openxmlformats.org/drawingml/2006/main" noGrp="1"/>
          </p:cNvSpPr>
          <p:nvPr/>
        </p:nvSpPr>
        <p:spPr>
          <a:xfrm xmlns:a="http://schemas.openxmlformats.org/drawingml/2006/main">
            <a:off x="1190625" y="2809875"/>
            <a:ext cx="4429125" cy="508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6000"/>
              </a:lnSpc>
              <a:buNone/>
              <a:defRPr sz="1380" b="1">
                <a:solidFill>
                  <a:srgbClr val="FF0000"/>
                </a:solidFill>
                <a:latin typeface="Microsoft YaHei UI"/>
                <a:ea typeface="Microsoft YaHei UI"/>
                <a:cs typeface="Microsoft YaHei UI"/>
              </a:defRPr>
            </a:pPr>
            <a:r>
              <a:rPr sz="1380" b="1">
                <a:solidFill>
                  <a:srgbClr val="FF0000"/>
                </a:solidFill>
                <a:latin typeface="Microsoft YaHei UI"/>
                <a:ea typeface="Microsoft YaHei UI"/>
                <a:cs typeface="Microsoft YaHei UI"/>
              </a:rPr>
              <a:t>健全以企业投入为主，各类资金共同参与的国有企业科技</a:t>
            </a:r>
          </a:p>
          <a:p xmlns:a="http://schemas.openxmlformats.org/drawingml/2006/main">
            <a:pPr algn="l">
              <a:lnSpc>
                <a:spcPct val="126000"/>
              </a:lnSpc>
              <a:buNone/>
              <a:defRPr sz="1380" b="1">
                <a:solidFill>
                  <a:srgbClr val="FF0000"/>
                </a:solidFill>
                <a:latin typeface="Microsoft YaHei UI"/>
                <a:ea typeface="Microsoft YaHei UI"/>
                <a:cs typeface="Microsoft YaHei UI"/>
              </a:defRPr>
            </a:pPr>
            <a:r>
              <a:rPr sz="1380" b="1">
                <a:solidFill>
                  <a:srgbClr val="FF0000"/>
                </a:solidFill>
                <a:latin typeface="Microsoft YaHei UI"/>
                <a:ea typeface="Microsoft YaHei UI"/>
                <a:cs typeface="Microsoft YaHei UI"/>
              </a:rPr>
              <a:t>投入体系。</a:t>
            </a:r>
          </a:p>
        </p:txBody>
      </p:sp>
      <p:sp>
        <p:nvSpPr>
          <p:cNvPr id="12" name="g325">
            <a:extLst xmlns:a="http://schemas.openxmlformats.org/drawingml/2006/main">
              <a:ext uri="{FF2B5EF4-FFF2-40B4-BE49-F238E27FC236}">
                <a16:creationId xmlns:a16="http://schemas.microsoft.com/office/drawing/2014/main" id="{113D8FA5-67CA-4F39-8F4A-EC4935617FC8}"/>
              </a:ext>
            </a:extLst>
          </p:cNvPr>
          <p:cNvSpPr>
            <a:spLocks xmlns:a="http://schemas.openxmlformats.org/drawingml/2006/main" noGrp="1"/>
          </p:cNvSpPr>
          <p:nvPr/>
        </p:nvSpPr>
        <p:spPr>
          <a:xfrm xmlns:a="http://schemas.openxmlformats.org/drawingml/2006/main">
            <a:off x="928688" y="3405188"/>
            <a:ext cx="85725" cy="85725"/>
          </a:xfrm>
          <a:custGeom xmlns:a="http://schemas.openxmlformats.org/drawingml/2006/main">
            <a:pathLst>
              <a:path w="85725" h="85725">
                <a:moveTo>
                  <a:pt x="42863" y="0"/>
                </a:moveTo>
                <a:lnTo>
                  <a:pt x="85725" y="42863"/>
                </a:lnTo>
                <a:lnTo>
                  <a:pt x="42863" y="85725"/>
                </a:lnTo>
                <a:lnTo>
                  <a:pt x="0" y="42863"/>
                </a:lnTo>
                <a:close/>
              </a:path>
            </a:pathLst>
          </a:custGeom>
          <a:solidFill xmlns:a="http://schemas.openxmlformats.org/drawingml/2006/main">
            <a:srgbClr val="1C55FE"/>
          </a:solidFill>
          <a:ln xmlns:a="http://schemas.openxmlformats.org/drawingml/2006/main" w="0">
            <a:noFill/>
          </a:ln>
        </p:spPr>
      </p:sp>
      <p:sp>
        <p:nvSpPr>
          <p:cNvPr id="13" name="g326">
            <a:extLst xmlns:a="http://schemas.openxmlformats.org/drawingml/2006/main">
              <a:ext uri="{FF2B5EF4-FFF2-40B4-BE49-F238E27FC236}">
                <a16:creationId xmlns:a16="http://schemas.microsoft.com/office/drawing/2014/main" id="{C59FEE66-C3B5-43E3-8332-E0269324077D}"/>
              </a:ext>
            </a:extLst>
          </p:cNvPr>
          <p:cNvSpPr>
            <a:spLocks xmlns:a="http://schemas.openxmlformats.org/drawingml/2006/main" noGrp="1"/>
          </p:cNvSpPr>
          <p:nvPr/>
        </p:nvSpPr>
        <p:spPr>
          <a:xfrm xmlns:a="http://schemas.openxmlformats.org/drawingml/2006/main">
            <a:off x="1190625" y="3343275"/>
            <a:ext cx="4429125" cy="287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6000"/>
              </a:lnSpc>
              <a:buNone/>
              <a:defRPr sz="1380" b="0">
                <a:solidFill>
                  <a:srgbClr val="383838"/>
                </a:solidFill>
                <a:latin typeface="Microsoft YaHei UI"/>
                <a:ea typeface="Microsoft YaHei UI"/>
                <a:cs typeface="Microsoft YaHei UI"/>
              </a:defRPr>
            </a:pPr>
            <a:r>
              <a:rPr sz="1380" b="0">
                <a:solidFill>
                  <a:srgbClr val="383838"/>
                </a:solidFill>
                <a:latin typeface="Microsoft YaHei UI"/>
                <a:ea typeface="Microsoft YaHei UI"/>
                <a:cs typeface="Microsoft YaHei UI"/>
              </a:rPr>
              <a:t>提高基础研究和前沿性技术研究投入比重。</a:t>
            </a:r>
          </a:p>
        </p:txBody>
      </p:sp>
      <p:sp>
        <p:nvSpPr>
          <p:cNvPr id="14" name="g327">
            <a:extLst xmlns:a="http://schemas.openxmlformats.org/drawingml/2006/main">
              <a:ext uri="{FF2B5EF4-FFF2-40B4-BE49-F238E27FC236}">
                <a16:creationId xmlns:a16="http://schemas.microsoft.com/office/drawing/2014/main" id="{73F41A5C-A8D1-4D03-ACD9-11254CD2180E}"/>
              </a:ext>
            </a:extLst>
          </p:cNvPr>
          <p:cNvSpPr>
            <a:spLocks xmlns:a="http://schemas.openxmlformats.org/drawingml/2006/main" noGrp="1"/>
          </p:cNvSpPr>
          <p:nvPr/>
        </p:nvSpPr>
        <p:spPr>
          <a:xfrm xmlns:a="http://schemas.openxmlformats.org/drawingml/2006/main">
            <a:off x="928688" y="3662363"/>
            <a:ext cx="85725" cy="85725"/>
          </a:xfrm>
          <a:custGeom xmlns:a="http://schemas.openxmlformats.org/drawingml/2006/main">
            <a:pathLst>
              <a:path w="85725" h="85725">
                <a:moveTo>
                  <a:pt x="42863" y="0"/>
                </a:moveTo>
                <a:lnTo>
                  <a:pt x="85725" y="42863"/>
                </a:lnTo>
                <a:lnTo>
                  <a:pt x="42863" y="85725"/>
                </a:lnTo>
                <a:lnTo>
                  <a:pt x="0" y="42863"/>
                </a:lnTo>
                <a:close/>
              </a:path>
            </a:pathLst>
          </a:custGeom>
          <a:solidFill xmlns:a="http://schemas.openxmlformats.org/drawingml/2006/main">
            <a:srgbClr val="1C55FE"/>
          </a:solidFill>
          <a:ln xmlns:a="http://schemas.openxmlformats.org/drawingml/2006/main" w="0">
            <a:noFill/>
          </a:ln>
        </p:spPr>
      </p:sp>
      <p:sp>
        <p:nvSpPr>
          <p:cNvPr id="15" name="g328">
            <a:extLst xmlns:a="http://schemas.openxmlformats.org/drawingml/2006/main">
              <a:ext uri="{FF2B5EF4-FFF2-40B4-BE49-F238E27FC236}">
                <a16:creationId xmlns:a16="http://schemas.microsoft.com/office/drawing/2014/main" id="{539585B2-502C-4279-B103-1C4EE8451DF3}"/>
              </a:ext>
            </a:extLst>
          </p:cNvPr>
          <p:cNvSpPr>
            <a:spLocks xmlns:a="http://schemas.openxmlformats.org/drawingml/2006/main" noGrp="1"/>
          </p:cNvSpPr>
          <p:nvPr/>
        </p:nvSpPr>
        <p:spPr>
          <a:xfrm xmlns:a="http://schemas.openxmlformats.org/drawingml/2006/main">
            <a:off x="1190625" y="3600450"/>
            <a:ext cx="4429125" cy="287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6000"/>
              </a:lnSpc>
              <a:buNone/>
              <a:defRPr sz="1380" b="0">
                <a:solidFill>
                  <a:srgbClr val="383838"/>
                </a:solidFill>
                <a:latin typeface="Microsoft YaHei UI"/>
                <a:ea typeface="Microsoft YaHei UI"/>
                <a:cs typeface="Microsoft YaHei UI"/>
              </a:defRPr>
            </a:pPr>
            <a:r>
              <a:rPr sz="1380" b="0">
                <a:solidFill>
                  <a:srgbClr val="383838"/>
                </a:solidFill>
                <a:latin typeface="Microsoft YaHei UI"/>
                <a:ea typeface="Microsoft YaHei UI"/>
                <a:cs typeface="Microsoft YaHei UI"/>
              </a:rPr>
              <a:t>加强对企业研发投入产出的科学评价。</a:t>
            </a:r>
          </a:p>
        </p:txBody>
      </p:sp>
      <p:sp>
        <p:nvSpPr>
          <p:cNvPr id="16" name="g329">
            <a:extLst xmlns:a="http://schemas.openxmlformats.org/drawingml/2006/main">
              <a:ext uri="{FF2B5EF4-FFF2-40B4-BE49-F238E27FC236}">
                <a16:creationId xmlns:a16="http://schemas.microsoft.com/office/drawing/2014/main" id="{A7270C79-1C52-4557-8D99-2183782E44E9}"/>
              </a:ext>
            </a:extLst>
          </p:cNvPr>
          <p:cNvSpPr>
            <a:spLocks xmlns:a="http://schemas.openxmlformats.org/drawingml/2006/main" noGrp="1"/>
          </p:cNvSpPr>
          <p:nvPr/>
        </p:nvSpPr>
        <p:spPr>
          <a:xfrm xmlns:a="http://schemas.openxmlformats.org/drawingml/2006/main">
            <a:off x="2981325" y="3905250"/>
            <a:ext cx="361950" cy="276225"/>
          </a:xfrm>
          <a:custGeom xmlns:a="http://schemas.openxmlformats.org/drawingml/2006/main">
            <a:pathLst>
              <a:path w="361950" h="276225">
                <a:moveTo>
                  <a:pt x="0" y="0"/>
                </a:moveTo>
                <a:lnTo>
                  <a:pt x="361950" y="0"/>
                </a:lnTo>
                <a:lnTo>
                  <a:pt x="180975" y="276225"/>
                </a:lnTo>
                <a:close/>
              </a:path>
            </a:pathLst>
          </a:custGeom>
          <a:solidFill xmlns:a="http://schemas.openxmlformats.org/drawingml/2006/main">
            <a:srgbClr val="F0F0F0"/>
          </a:solidFill>
          <a:ln xmlns:a="http://schemas.openxmlformats.org/drawingml/2006/main" w="0">
            <a:noFill/>
          </a:ln>
        </p:spPr>
      </p:sp>
      <p:sp>
        <p:nvSpPr>
          <p:cNvPr id="17" name="g330">
            <a:extLst xmlns:a="http://schemas.openxmlformats.org/drawingml/2006/main">
              <a:ext uri="{FF2B5EF4-FFF2-40B4-BE49-F238E27FC236}">
                <a16:creationId xmlns:a16="http://schemas.microsoft.com/office/drawing/2014/main" id="{CC83A7B8-7F05-4121-8BBF-9C1765EE4A46}"/>
              </a:ext>
            </a:extLst>
          </p:cNvPr>
          <p:cNvSpPr>
            <a:spLocks xmlns:a="http://schemas.openxmlformats.org/drawingml/2006/main" noGrp="1"/>
          </p:cNvSpPr>
          <p:nvPr/>
        </p:nvSpPr>
        <p:spPr>
          <a:xfrm xmlns:a="http://schemas.openxmlformats.org/drawingml/2006/main">
            <a:off x="2000261" y="4238675"/>
            <a:ext cx="2305002" cy="2057331"/>
          </a:xfrm>
          <a:custGeom xmlns:a="http://schemas.openxmlformats.org/drawingml/2006/main">
            <a:pathLst>
              <a:path w="2305002" h="2057331">
                <a:moveTo>
                  <a:pt x="524804" y="165910"/>
                </a:moveTo>
                <a:lnTo>
                  <a:pt x="586808" y="132396"/>
                </a:lnTo>
                <a:lnTo>
                  <a:pt x="651050" y="102427"/>
                </a:lnTo>
                <a:lnTo>
                  <a:pt x="717276" y="76123"/>
                </a:lnTo>
                <a:lnTo>
                  <a:pt x="785223" y="53586"/>
                </a:lnTo>
                <a:lnTo>
                  <a:pt x="854623" y="34906"/>
                </a:lnTo>
                <a:lnTo>
                  <a:pt x="925202" y="20157"/>
                </a:lnTo>
                <a:lnTo>
                  <a:pt x="996680" y="9397"/>
                </a:lnTo>
                <a:lnTo>
                  <a:pt x="1068774" y="2669"/>
                </a:lnTo>
                <a:lnTo>
                  <a:pt x="1141199" y="0"/>
                </a:lnTo>
                <a:lnTo>
                  <a:pt x="1213670" y="1400"/>
                </a:lnTo>
                <a:lnTo>
                  <a:pt x="1285898" y="6863"/>
                </a:lnTo>
                <a:lnTo>
                  <a:pt x="1357598" y="16368"/>
                </a:lnTo>
                <a:lnTo>
                  <a:pt x="1428488" y="29877"/>
                </a:lnTo>
                <a:lnTo>
                  <a:pt x="1498286" y="47337"/>
                </a:lnTo>
                <a:lnTo>
                  <a:pt x="1566716" y="68679"/>
                </a:lnTo>
                <a:lnTo>
                  <a:pt x="1633507" y="93818"/>
                </a:lnTo>
                <a:lnTo>
                  <a:pt x="1698396" y="122655"/>
                </a:lnTo>
                <a:lnTo>
                  <a:pt x="1761125" y="155076"/>
                </a:lnTo>
                <a:lnTo>
                  <a:pt x="1821447" y="190953"/>
                </a:lnTo>
                <a:lnTo>
                  <a:pt x="1879123" y="230143"/>
                </a:lnTo>
                <a:lnTo>
                  <a:pt x="1933925" y="272492"/>
                </a:lnTo>
                <a:lnTo>
                  <a:pt x="1985636" y="317832"/>
                </a:lnTo>
                <a:lnTo>
                  <a:pt x="2034051" y="365983"/>
                </a:lnTo>
                <a:lnTo>
                  <a:pt x="2078979" y="416756"/>
                </a:lnTo>
                <a:lnTo>
                  <a:pt x="2120242" y="469950"/>
                </a:lnTo>
                <a:lnTo>
                  <a:pt x="2157678" y="525353"/>
                </a:lnTo>
                <a:lnTo>
                  <a:pt x="2191137" y="582748"/>
                </a:lnTo>
                <a:lnTo>
                  <a:pt x="2220488" y="641906"/>
                </a:lnTo>
                <a:lnTo>
                  <a:pt x="2245614" y="702594"/>
                </a:lnTo>
                <a:lnTo>
                  <a:pt x="2266416" y="764572"/>
                </a:lnTo>
                <a:lnTo>
                  <a:pt x="2282812" y="827594"/>
                </a:lnTo>
                <a:lnTo>
                  <a:pt x="2294737" y="891412"/>
                </a:lnTo>
                <a:lnTo>
                  <a:pt x="2302143" y="955773"/>
                </a:lnTo>
                <a:lnTo>
                  <a:pt x="2305002" y="1020422"/>
                </a:lnTo>
                <a:lnTo>
                  <a:pt x="2303302" y="1085103"/>
                </a:lnTo>
                <a:lnTo>
                  <a:pt x="2297050" y="1149561"/>
                </a:lnTo>
                <a:lnTo>
                  <a:pt x="2286271" y="1213541"/>
                </a:lnTo>
                <a:lnTo>
                  <a:pt x="2271007" y="1276790"/>
                </a:lnTo>
                <a:lnTo>
                  <a:pt x="2251318" y="1339056"/>
                </a:lnTo>
                <a:lnTo>
                  <a:pt x="2227283" y="1400096"/>
                </a:lnTo>
                <a:lnTo>
                  <a:pt x="2198996" y="1459665"/>
                </a:lnTo>
                <a:lnTo>
                  <a:pt x="2166570" y="1517530"/>
                </a:lnTo>
                <a:lnTo>
                  <a:pt x="2130133" y="1573461"/>
                </a:lnTo>
                <a:lnTo>
                  <a:pt x="2089828" y="1627237"/>
                </a:lnTo>
                <a:lnTo>
                  <a:pt x="2045816" y="1678645"/>
                </a:lnTo>
                <a:lnTo>
                  <a:pt x="1998270" y="1727482"/>
                </a:lnTo>
                <a:lnTo>
                  <a:pt x="1947378" y="1773554"/>
                </a:lnTo>
                <a:lnTo>
                  <a:pt x="1893343" y="1816680"/>
                </a:lnTo>
                <a:lnTo>
                  <a:pt x="1836377" y="1856689"/>
                </a:lnTo>
                <a:lnTo>
                  <a:pt x="1776705" y="1893422"/>
                </a:lnTo>
                <a:lnTo>
                  <a:pt x="1714565" y="1926735"/>
                </a:lnTo>
                <a:lnTo>
                  <a:pt x="1650201" y="1956495"/>
                </a:lnTo>
                <a:lnTo>
                  <a:pt x="1583869" y="1982585"/>
                </a:lnTo>
                <a:lnTo>
                  <a:pt x="1515830" y="2004901"/>
                </a:lnTo>
                <a:lnTo>
                  <a:pt x="1446354" y="2023355"/>
                </a:lnTo>
                <a:lnTo>
                  <a:pt x="1375716" y="2037875"/>
                </a:lnTo>
                <a:lnTo>
                  <a:pt x="1304195" y="2048403"/>
                </a:lnTo>
                <a:lnTo>
                  <a:pt x="1232074" y="2054896"/>
                </a:lnTo>
                <a:lnTo>
                  <a:pt x="1159638" y="2057331"/>
                </a:lnTo>
                <a:lnTo>
                  <a:pt x="1087174" y="2055696"/>
                </a:lnTo>
                <a:lnTo>
                  <a:pt x="1014969" y="2049998"/>
                </a:lnTo>
                <a:lnTo>
                  <a:pt x="943307" y="2040261"/>
                </a:lnTo>
                <a:lnTo>
                  <a:pt x="872473" y="2026522"/>
                </a:lnTo>
                <a:lnTo>
                  <a:pt x="802747" y="2008835"/>
                </a:lnTo>
                <a:lnTo>
                  <a:pt x="734405" y="1987271"/>
                </a:lnTo>
                <a:lnTo>
                  <a:pt x="667716" y="1961915"/>
                </a:lnTo>
                <a:lnTo>
                  <a:pt x="602945" y="1932868"/>
                </a:lnTo>
                <a:lnTo>
                  <a:pt x="540348" y="1900244"/>
                </a:lnTo>
                <a:lnTo>
                  <a:pt x="480172" y="1864172"/>
                </a:lnTo>
                <a:lnTo>
                  <a:pt x="422656" y="1824795"/>
                </a:lnTo>
                <a:lnTo>
                  <a:pt x="368028" y="1782268"/>
                </a:lnTo>
                <a:lnTo>
                  <a:pt x="316502" y="1736761"/>
                </a:lnTo>
                <a:lnTo>
                  <a:pt x="268283" y="1688452"/>
                </a:lnTo>
                <a:lnTo>
                  <a:pt x="223562" y="1637534"/>
                </a:lnTo>
                <a:lnTo>
                  <a:pt x="182516" y="1584207"/>
                </a:lnTo>
                <a:lnTo>
                  <a:pt x="145307" y="1528682"/>
                </a:lnTo>
                <a:lnTo>
                  <a:pt x="112082" y="1471180"/>
                </a:lnTo>
                <a:lnTo>
                  <a:pt x="82972" y="1411926"/>
                </a:lnTo>
                <a:lnTo>
                  <a:pt x="58093" y="1351157"/>
                </a:lnTo>
                <a:lnTo>
                  <a:pt x="37544" y="1289112"/>
                </a:lnTo>
                <a:lnTo>
                  <a:pt x="21405" y="1226037"/>
                </a:lnTo>
                <a:lnTo>
                  <a:pt x="9740" y="1162181"/>
                </a:lnTo>
                <a:lnTo>
                  <a:pt x="2596" y="1097797"/>
                </a:lnTo>
                <a:lnTo>
                  <a:pt x="0" y="1033139"/>
                </a:lnTo>
                <a:lnTo>
                  <a:pt x="1963" y="968463"/>
                </a:lnTo>
                <a:lnTo>
                  <a:pt x="8478" y="904026"/>
                </a:lnTo>
                <a:lnTo>
                  <a:pt x="19518" y="840082"/>
                </a:lnTo>
                <a:lnTo>
                  <a:pt x="35040" y="776883"/>
                </a:lnTo>
                <a:lnTo>
                  <a:pt x="54982" y="714680"/>
                </a:lnTo>
                <a:lnTo>
                  <a:pt x="79266" y="653720"/>
                </a:lnTo>
                <a:lnTo>
                  <a:pt x="107795" y="594242"/>
                </a:lnTo>
                <a:lnTo>
                  <a:pt x="140456" y="536483"/>
                </a:lnTo>
                <a:lnTo>
                  <a:pt x="177121" y="480671"/>
                </a:lnTo>
                <a:lnTo>
                  <a:pt x="217645" y="427026"/>
                </a:lnTo>
                <a:lnTo>
                  <a:pt x="261866" y="375761"/>
                </a:lnTo>
                <a:lnTo>
                  <a:pt x="309611" y="327079"/>
                </a:lnTo>
              </a:path>
            </a:pathLst>
          </a:custGeom>
          <a:noFill xmlns:a="http://schemas.openxmlformats.org/drawingml/2006/main"/>
          <a:ln xmlns:a="http://schemas.openxmlformats.org/drawingml/2006/main" w="114300">
            <a:solidFill>
              <a:srgbClr val="D7D7D7"/>
            </a:solidFill>
          </a:ln>
        </p:spPr>
      </p:sp>
      <p:sp>
        <p:nvSpPr>
          <p:cNvPr id="18" name="g331">
            <a:extLst xmlns:a="http://schemas.openxmlformats.org/drawingml/2006/main">
              <a:ext uri="{FF2B5EF4-FFF2-40B4-BE49-F238E27FC236}">
                <a16:creationId xmlns:a16="http://schemas.microsoft.com/office/drawing/2014/main" id="{FE3DB635-B13B-4A19-A941-E2ACA48E20E3}"/>
              </a:ext>
            </a:extLst>
          </p:cNvPr>
          <p:cNvSpPr>
            <a:spLocks xmlns:a="http://schemas.openxmlformats.org/drawingml/2006/main" noGrp="1"/>
          </p:cNvSpPr>
          <p:nvPr/>
        </p:nvSpPr>
        <p:spPr>
          <a:xfrm xmlns:a="http://schemas.openxmlformats.org/drawingml/2006/main">
            <a:off x="2343439" y="4333875"/>
            <a:ext cx="266411" cy="355872"/>
          </a:xfrm>
          <a:custGeom xmlns:a="http://schemas.openxmlformats.org/drawingml/2006/main">
            <a:pathLst>
              <a:path w="266411" h="355872">
                <a:moveTo>
                  <a:pt x="94673" y="355872"/>
                </a:moveTo>
                <a:lnTo>
                  <a:pt x="174987" y="237146"/>
                </a:lnTo>
                <a:lnTo>
                  <a:pt x="245992" y="285179"/>
                </a:lnTo>
                <a:lnTo>
                  <a:pt x="266411" y="0"/>
                </a:lnTo>
                <a:lnTo>
                  <a:pt x="9310" y="125070"/>
                </a:lnTo>
                <a:lnTo>
                  <a:pt x="80314" y="173103"/>
                </a:lnTo>
                <a:lnTo>
                  <a:pt x="0" y="291828"/>
                </a:lnTo>
                <a:close/>
              </a:path>
            </a:pathLst>
          </a:custGeom>
          <a:solidFill xmlns:a="http://schemas.openxmlformats.org/drawingml/2006/main">
            <a:srgbClr val="D7D7D7"/>
          </a:solidFill>
          <a:ln xmlns:a="http://schemas.openxmlformats.org/drawingml/2006/main" w="0">
            <a:noFill/>
          </a:ln>
        </p:spPr>
      </p:sp>
      <p:sp>
        <p:nvSpPr>
          <p:cNvPr id="19" name="g332">
            <a:extLst xmlns:a="http://schemas.openxmlformats.org/drawingml/2006/main">
              <a:ext uri="{FF2B5EF4-FFF2-40B4-BE49-F238E27FC236}">
                <a16:creationId xmlns:a16="http://schemas.microsoft.com/office/drawing/2014/main" id="{0AF328B3-E05C-4192-840A-45DD44C0C6C2}"/>
              </a:ext>
            </a:extLst>
          </p:cNvPr>
          <p:cNvSpPr>
            <a:spLocks xmlns:a="http://schemas.openxmlformats.org/drawingml/2006/main" noGrp="1"/>
          </p:cNvSpPr>
          <p:nvPr/>
        </p:nvSpPr>
        <p:spPr>
          <a:xfrm xmlns:a="http://schemas.openxmlformats.org/drawingml/2006/main">
            <a:off x="2609850" y="4781550"/>
            <a:ext cx="1047750" cy="933450"/>
          </a:xfrm>
          <a:prstGeom xmlns:a="http://schemas.openxmlformats.org/drawingml/2006/main" prst="ellipse">
            <a:avLst/>
          </a:prstGeom>
          <a:solidFill xmlns:a="http://schemas.openxmlformats.org/drawingml/2006/main">
            <a:srgbClr val="B2B2B2"/>
          </a:solidFill>
          <a:ln xmlns:a="http://schemas.openxmlformats.org/drawingml/2006/main" w="0">
            <a:noFill/>
          </a:ln>
        </p:spPr>
      </p:sp>
      <p:sp>
        <p:nvSpPr>
          <p:cNvPr id="20" name="g333">
            <a:extLst xmlns:a="http://schemas.openxmlformats.org/drawingml/2006/main">
              <a:ext uri="{FF2B5EF4-FFF2-40B4-BE49-F238E27FC236}">
                <a16:creationId xmlns:a16="http://schemas.microsoft.com/office/drawing/2014/main" id="{45701B0B-A5CB-467E-A643-F9CD5152EF52}"/>
              </a:ext>
            </a:extLst>
          </p:cNvPr>
          <p:cNvSpPr>
            <a:spLocks xmlns:a="http://schemas.openxmlformats.org/drawingml/2006/main" noGrp="1"/>
          </p:cNvSpPr>
          <p:nvPr/>
        </p:nvSpPr>
        <p:spPr>
          <a:xfrm xmlns:a="http://schemas.openxmlformats.org/drawingml/2006/main">
            <a:off x="2771775" y="5000625"/>
            <a:ext cx="723900" cy="601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725" b="1">
                <a:solidFill>
                  <a:srgbClr val="FFFFFF"/>
                </a:solidFill>
                <a:latin typeface="Microsoft YaHei UI"/>
                <a:ea typeface="Microsoft YaHei UI"/>
                <a:cs typeface="Microsoft YaHei UI"/>
              </a:defRPr>
            </a:pPr>
            <a:r>
              <a:rPr sz="1725" b="1">
                <a:solidFill>
                  <a:srgbClr val="FFFFFF"/>
                </a:solidFill>
                <a:latin typeface="Microsoft YaHei UI"/>
                <a:ea typeface="Microsoft YaHei UI"/>
                <a:cs typeface="Microsoft YaHei UI"/>
              </a:rPr>
              <a:t>四大</a:t>
            </a:r>
          </a:p>
          <a:p xmlns:a="http://schemas.openxmlformats.org/drawingml/2006/main">
            <a:pPr algn="ctr">
              <a:lnSpc>
                <a:spcPct val="122000"/>
              </a:lnSpc>
              <a:buNone/>
              <a:defRPr sz="1725" b="1">
                <a:solidFill>
                  <a:srgbClr val="FFFFFF"/>
                </a:solidFill>
                <a:latin typeface="Microsoft YaHei UI"/>
                <a:ea typeface="Microsoft YaHei UI"/>
                <a:cs typeface="Microsoft YaHei UI"/>
              </a:defRPr>
            </a:pPr>
            <a:r>
              <a:rPr sz="1725" b="1">
                <a:solidFill>
                  <a:srgbClr val="FFFFFF"/>
                </a:solidFill>
                <a:latin typeface="Microsoft YaHei UI"/>
                <a:ea typeface="Microsoft YaHei UI"/>
                <a:cs typeface="Microsoft YaHei UI"/>
              </a:rPr>
              <a:t>要求</a:t>
            </a:r>
          </a:p>
        </p:txBody>
      </p:sp>
      <p:sp>
        <p:nvSpPr>
          <p:cNvPr id="21" name="g334">
            <a:extLst xmlns:a="http://schemas.openxmlformats.org/drawingml/2006/main">
              <a:ext uri="{FF2B5EF4-FFF2-40B4-BE49-F238E27FC236}">
                <a16:creationId xmlns:a16="http://schemas.microsoft.com/office/drawing/2014/main" id="{8B01A8BA-93FA-426D-9772-CBDE8FF7DABE}"/>
              </a:ext>
            </a:extLst>
          </p:cNvPr>
          <p:cNvSpPr>
            <a:spLocks xmlns:a="http://schemas.openxmlformats.org/drawingml/2006/main" noGrp="1"/>
          </p:cNvSpPr>
          <p:nvPr/>
        </p:nvSpPr>
        <p:spPr>
          <a:xfrm xmlns:a="http://schemas.openxmlformats.org/drawingml/2006/main">
            <a:off x="2657475" y="4152900"/>
            <a:ext cx="962025" cy="476250"/>
          </a:xfrm>
          <a:prstGeom xmlns:a="http://schemas.openxmlformats.org/drawingml/2006/main" prst="rect">
            <a:avLst/>
          </a:prstGeom>
          <a:solidFill xmlns:a="http://schemas.openxmlformats.org/drawingml/2006/main">
            <a:srgbClr val="1C55FE"/>
          </a:solidFill>
          <a:ln xmlns:a="http://schemas.openxmlformats.org/drawingml/2006/main" w="0">
            <a:noFill/>
          </a:ln>
        </p:spPr>
      </p:sp>
      <p:sp>
        <p:nvSpPr>
          <p:cNvPr id="22" name="g335">
            <a:extLst xmlns:a="http://schemas.openxmlformats.org/drawingml/2006/main">
              <a:ext uri="{FF2B5EF4-FFF2-40B4-BE49-F238E27FC236}">
                <a16:creationId xmlns:a16="http://schemas.microsoft.com/office/drawing/2014/main" id="{1B02C3BB-34EB-46E3-8124-5943C2E6807F}"/>
              </a:ext>
            </a:extLst>
          </p:cNvPr>
          <p:cNvSpPr>
            <a:spLocks xmlns:a="http://schemas.openxmlformats.org/drawingml/2006/main" noGrp="1"/>
          </p:cNvSpPr>
          <p:nvPr/>
        </p:nvSpPr>
        <p:spPr>
          <a:xfrm xmlns:a="http://schemas.openxmlformats.org/drawingml/2006/main">
            <a:off x="2695575" y="4267200"/>
            <a:ext cx="885825" cy="2886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433" b="1">
                <a:solidFill>
                  <a:srgbClr val="FFFFFF"/>
                </a:solidFill>
                <a:latin typeface="Microsoft YaHei UI"/>
                <a:ea typeface="Microsoft YaHei UI"/>
                <a:cs typeface="Microsoft YaHei UI"/>
              </a:defRPr>
            </a:pPr>
            <a:r>
              <a:rPr sz="1433" b="1">
                <a:solidFill>
                  <a:srgbClr val="FFFFFF"/>
                </a:solidFill>
                <a:latin typeface="Microsoft YaHei UI"/>
                <a:ea typeface="Microsoft YaHei UI"/>
                <a:cs typeface="Microsoft YaHei UI"/>
              </a:rPr>
              <a:t>稳定提升</a:t>
            </a:r>
          </a:p>
        </p:txBody>
      </p:sp>
      <p:sp>
        <p:nvSpPr>
          <p:cNvPr id="23" name="g336">
            <a:extLst xmlns:a="http://schemas.openxmlformats.org/drawingml/2006/main">
              <a:ext uri="{FF2B5EF4-FFF2-40B4-BE49-F238E27FC236}">
                <a16:creationId xmlns:a16="http://schemas.microsoft.com/office/drawing/2014/main" id="{DD60B68B-C86F-4BE1-AAD1-FDCC9FA914B4}"/>
              </a:ext>
            </a:extLst>
          </p:cNvPr>
          <p:cNvSpPr>
            <a:spLocks xmlns:a="http://schemas.openxmlformats.org/drawingml/2006/main" noGrp="1"/>
          </p:cNvSpPr>
          <p:nvPr/>
        </p:nvSpPr>
        <p:spPr>
          <a:xfrm xmlns:a="http://schemas.openxmlformats.org/drawingml/2006/main">
            <a:off x="1562100" y="5019675"/>
            <a:ext cx="962025" cy="476250"/>
          </a:xfrm>
          <a:prstGeom xmlns:a="http://schemas.openxmlformats.org/drawingml/2006/main" prst="rect">
            <a:avLst/>
          </a:prstGeom>
          <a:solidFill xmlns:a="http://schemas.openxmlformats.org/drawingml/2006/main">
            <a:srgbClr val="BDCCFF"/>
          </a:solidFill>
          <a:ln xmlns:a="http://schemas.openxmlformats.org/drawingml/2006/main" w="0">
            <a:noFill/>
          </a:ln>
        </p:spPr>
      </p:sp>
      <p:sp>
        <p:nvSpPr>
          <p:cNvPr id="24" name="g337">
            <a:extLst xmlns:a="http://schemas.openxmlformats.org/drawingml/2006/main">
              <a:ext uri="{FF2B5EF4-FFF2-40B4-BE49-F238E27FC236}">
                <a16:creationId xmlns:a16="http://schemas.microsoft.com/office/drawing/2014/main" id="{E8A87B31-76C1-4026-9A2B-2DEDCA657AD9}"/>
              </a:ext>
            </a:extLst>
          </p:cNvPr>
          <p:cNvSpPr>
            <a:spLocks xmlns:a="http://schemas.openxmlformats.org/drawingml/2006/main" noGrp="1"/>
          </p:cNvSpPr>
          <p:nvPr/>
        </p:nvSpPr>
        <p:spPr>
          <a:xfrm xmlns:a="http://schemas.openxmlformats.org/drawingml/2006/main">
            <a:off x="1600200" y="5133975"/>
            <a:ext cx="885825" cy="2886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433" b="1">
                <a:solidFill>
                  <a:srgbClr val="FFFFFF"/>
                </a:solidFill>
                <a:latin typeface="Microsoft YaHei UI"/>
                <a:ea typeface="Microsoft YaHei UI"/>
                <a:cs typeface="Microsoft YaHei UI"/>
              </a:defRPr>
            </a:pPr>
            <a:r>
              <a:rPr sz="1433" b="1">
                <a:solidFill>
                  <a:srgbClr val="FFFFFF"/>
                </a:solidFill>
                <a:latin typeface="Microsoft YaHei UI"/>
                <a:ea typeface="Microsoft YaHei UI"/>
                <a:cs typeface="Microsoft YaHei UI"/>
              </a:rPr>
              <a:t>科学评价</a:t>
            </a:r>
          </a:p>
        </p:txBody>
      </p:sp>
      <p:sp>
        <p:nvSpPr>
          <p:cNvPr id="25" name="g338">
            <a:extLst xmlns:a="http://schemas.openxmlformats.org/drawingml/2006/main">
              <a:ext uri="{FF2B5EF4-FFF2-40B4-BE49-F238E27FC236}">
                <a16:creationId xmlns:a16="http://schemas.microsoft.com/office/drawing/2014/main" id="{2BA0ABDD-F30C-4BE5-A1D1-4C84E497DF03}"/>
              </a:ext>
            </a:extLst>
          </p:cNvPr>
          <p:cNvSpPr>
            <a:spLocks xmlns:a="http://schemas.openxmlformats.org/drawingml/2006/main" noGrp="1"/>
          </p:cNvSpPr>
          <p:nvPr/>
        </p:nvSpPr>
        <p:spPr>
          <a:xfrm xmlns:a="http://schemas.openxmlformats.org/drawingml/2006/main">
            <a:off x="3733800" y="5019675"/>
            <a:ext cx="962025" cy="476250"/>
          </a:xfrm>
          <a:prstGeom xmlns:a="http://schemas.openxmlformats.org/drawingml/2006/main" prst="rect">
            <a:avLst/>
          </a:prstGeom>
          <a:solidFill xmlns:a="http://schemas.openxmlformats.org/drawingml/2006/main">
            <a:srgbClr val="547FFE"/>
          </a:solidFill>
          <a:ln xmlns:a="http://schemas.openxmlformats.org/drawingml/2006/main" w="0">
            <a:noFill/>
          </a:ln>
        </p:spPr>
      </p:sp>
      <p:sp>
        <p:nvSpPr>
          <p:cNvPr id="26" name="g339">
            <a:extLst xmlns:a="http://schemas.openxmlformats.org/drawingml/2006/main">
              <a:ext uri="{FF2B5EF4-FFF2-40B4-BE49-F238E27FC236}">
                <a16:creationId xmlns:a16="http://schemas.microsoft.com/office/drawing/2014/main" id="{F792BD56-5748-4D9E-85CA-5EDDAFC6A28E}"/>
              </a:ext>
            </a:extLst>
          </p:cNvPr>
          <p:cNvSpPr>
            <a:spLocks xmlns:a="http://schemas.openxmlformats.org/drawingml/2006/main" noGrp="1"/>
          </p:cNvSpPr>
          <p:nvPr/>
        </p:nvSpPr>
        <p:spPr>
          <a:xfrm xmlns:a="http://schemas.openxmlformats.org/drawingml/2006/main">
            <a:off x="3771900" y="5133975"/>
            <a:ext cx="885825" cy="2886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433" b="1">
                <a:solidFill>
                  <a:srgbClr val="FFFFFF"/>
                </a:solidFill>
                <a:latin typeface="Microsoft YaHei UI"/>
                <a:ea typeface="Microsoft YaHei UI"/>
                <a:cs typeface="Microsoft YaHei UI"/>
              </a:defRPr>
            </a:pPr>
            <a:r>
              <a:rPr sz="1433" b="1">
                <a:solidFill>
                  <a:srgbClr val="FFFFFF"/>
                </a:solidFill>
                <a:latin typeface="Microsoft YaHei UI"/>
                <a:ea typeface="Microsoft YaHei UI"/>
                <a:cs typeface="Microsoft YaHei UI"/>
              </a:rPr>
              <a:t>多元投入</a:t>
            </a:r>
          </a:p>
        </p:txBody>
      </p:sp>
      <p:sp>
        <p:nvSpPr>
          <p:cNvPr id="27" name="g340">
            <a:extLst xmlns:a="http://schemas.openxmlformats.org/drawingml/2006/main">
              <a:ext uri="{FF2B5EF4-FFF2-40B4-BE49-F238E27FC236}">
                <a16:creationId xmlns:a16="http://schemas.microsoft.com/office/drawing/2014/main" id="{3164C039-9856-48EC-9F72-4BA8D373DA56}"/>
              </a:ext>
            </a:extLst>
          </p:cNvPr>
          <p:cNvSpPr>
            <a:spLocks xmlns:a="http://schemas.openxmlformats.org/drawingml/2006/main" noGrp="1"/>
          </p:cNvSpPr>
          <p:nvPr/>
        </p:nvSpPr>
        <p:spPr>
          <a:xfrm xmlns:a="http://schemas.openxmlformats.org/drawingml/2006/main">
            <a:off x="2657475" y="5943600"/>
            <a:ext cx="962025" cy="476250"/>
          </a:xfrm>
          <a:prstGeom xmlns:a="http://schemas.openxmlformats.org/drawingml/2006/main" prst="rect">
            <a:avLst/>
          </a:prstGeom>
          <a:solidFill xmlns:a="http://schemas.openxmlformats.org/drawingml/2006/main">
            <a:srgbClr val="8DAAFE"/>
          </a:solidFill>
          <a:ln xmlns:a="http://schemas.openxmlformats.org/drawingml/2006/main" w="0">
            <a:noFill/>
          </a:ln>
        </p:spPr>
      </p:sp>
      <p:sp>
        <p:nvSpPr>
          <p:cNvPr id="28" name="g341">
            <a:extLst xmlns:a="http://schemas.openxmlformats.org/drawingml/2006/main">
              <a:ext uri="{FF2B5EF4-FFF2-40B4-BE49-F238E27FC236}">
                <a16:creationId xmlns:a16="http://schemas.microsoft.com/office/drawing/2014/main" id="{62622E50-71FD-4576-94CD-E2AE11DE5277}"/>
              </a:ext>
            </a:extLst>
          </p:cNvPr>
          <p:cNvSpPr>
            <a:spLocks xmlns:a="http://schemas.openxmlformats.org/drawingml/2006/main" noGrp="1"/>
          </p:cNvSpPr>
          <p:nvPr/>
        </p:nvSpPr>
        <p:spPr>
          <a:xfrm xmlns:a="http://schemas.openxmlformats.org/drawingml/2006/main">
            <a:off x="2695575" y="6057900"/>
            <a:ext cx="885825" cy="2886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433" b="1">
                <a:solidFill>
                  <a:srgbClr val="FFFFFF"/>
                </a:solidFill>
                <a:latin typeface="Microsoft YaHei UI"/>
                <a:ea typeface="Microsoft YaHei UI"/>
                <a:cs typeface="Microsoft YaHei UI"/>
              </a:defRPr>
            </a:pPr>
            <a:r>
              <a:rPr sz="1433" b="1">
                <a:solidFill>
                  <a:srgbClr val="FFFFFF"/>
                </a:solidFill>
                <a:latin typeface="Microsoft YaHei UI"/>
                <a:ea typeface="Microsoft YaHei UI"/>
                <a:cs typeface="Microsoft YaHei UI"/>
              </a:rPr>
              <a:t>合理结构</a:t>
            </a:r>
          </a:p>
        </p:txBody>
      </p:sp>
      <p:sp>
        <p:nvSpPr>
          <p:cNvPr id="29" name="g342">
            <a:extLst xmlns:a="http://schemas.openxmlformats.org/drawingml/2006/main">
              <a:ext uri="{FF2B5EF4-FFF2-40B4-BE49-F238E27FC236}">
                <a16:creationId xmlns:a16="http://schemas.microsoft.com/office/drawing/2014/main" id="{D8CE6354-7EF0-451F-90F2-D197AE3995BE}"/>
              </a:ext>
            </a:extLst>
          </p:cNvPr>
          <p:cNvSpPr>
            <a:spLocks xmlns:a="http://schemas.openxmlformats.org/drawingml/2006/main" noGrp="1"/>
          </p:cNvSpPr>
          <p:nvPr/>
        </p:nvSpPr>
        <p:spPr>
          <a:xfrm xmlns:a="http://schemas.openxmlformats.org/drawingml/2006/main">
            <a:off x="5810250" y="2533650"/>
            <a:ext cx="285750" cy="3257550"/>
          </a:xfrm>
          <a:custGeom xmlns:a="http://schemas.openxmlformats.org/drawingml/2006/main">
            <a:pathLst>
              <a:path w="285750" h="3257550">
                <a:moveTo>
                  <a:pt x="0" y="0"/>
                </a:moveTo>
                <a:lnTo>
                  <a:pt x="285750" y="1638300"/>
                </a:lnTo>
                <a:lnTo>
                  <a:pt x="0" y="3257550"/>
                </a:lnTo>
                <a:close/>
              </a:path>
            </a:pathLst>
          </a:custGeom>
          <a:solidFill xmlns:a="http://schemas.openxmlformats.org/drawingml/2006/main">
            <a:srgbClr val="D7D7D7"/>
          </a:solidFill>
          <a:ln xmlns:a="http://schemas.openxmlformats.org/drawingml/2006/main" w="0">
            <a:noFill/>
          </a:ln>
        </p:spPr>
      </p:sp>
      <p:sp>
        <p:nvSpPr>
          <p:cNvPr id="30" name="g343">
            <a:extLst xmlns:a="http://schemas.openxmlformats.org/drawingml/2006/main">
              <a:ext uri="{FF2B5EF4-FFF2-40B4-BE49-F238E27FC236}">
                <a16:creationId xmlns:a16="http://schemas.microsoft.com/office/drawing/2014/main" id="{40835139-7643-4027-8F9D-7224BAED0B93}"/>
              </a:ext>
            </a:extLst>
          </p:cNvPr>
          <p:cNvSpPr>
            <a:spLocks xmlns:a="http://schemas.openxmlformats.org/drawingml/2006/main" noGrp="1"/>
          </p:cNvSpPr>
          <p:nvPr/>
        </p:nvSpPr>
        <p:spPr>
          <a:xfrm xmlns:a="http://schemas.openxmlformats.org/drawingml/2006/main">
            <a:off x="6524625" y="2219325"/>
            <a:ext cx="4714875" cy="1323975"/>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31" name="g344">
            <a:extLst xmlns:a="http://schemas.openxmlformats.org/drawingml/2006/main">
              <a:ext uri="{FF2B5EF4-FFF2-40B4-BE49-F238E27FC236}">
                <a16:creationId xmlns:a16="http://schemas.microsoft.com/office/drawing/2014/main" id="{AA7B7FEB-9486-4210-BEDD-646554DCA21D}"/>
              </a:ext>
            </a:extLst>
          </p:cNvPr>
          <p:cNvSpPr>
            <a:spLocks xmlns:a="http://schemas.openxmlformats.org/drawingml/2006/main" noGrp="1"/>
          </p:cNvSpPr>
          <p:nvPr/>
        </p:nvSpPr>
        <p:spPr>
          <a:xfrm xmlns:a="http://schemas.openxmlformats.org/drawingml/2006/main">
            <a:off x="6238875" y="2219325"/>
            <a:ext cx="295275" cy="1371600"/>
          </a:xfrm>
          <a:custGeom xmlns:a="http://schemas.openxmlformats.org/drawingml/2006/main">
            <a:pathLst>
              <a:path w="295275" h="1371600">
                <a:moveTo>
                  <a:pt x="0" y="0"/>
                </a:moveTo>
                <a:lnTo>
                  <a:pt x="295275" y="0"/>
                </a:lnTo>
                <a:lnTo>
                  <a:pt x="295275" y="1247775"/>
                </a:lnTo>
                <a:lnTo>
                  <a:pt x="147638" y="1371600"/>
                </a:lnTo>
                <a:lnTo>
                  <a:pt x="0" y="1247775"/>
                </a:lnTo>
                <a:close/>
              </a:path>
            </a:pathLst>
          </a:custGeom>
          <a:solidFill xmlns:a="http://schemas.openxmlformats.org/drawingml/2006/main">
            <a:srgbClr val="1C55FE"/>
          </a:solidFill>
          <a:ln xmlns:a="http://schemas.openxmlformats.org/drawingml/2006/main" w="0">
            <a:noFill/>
          </a:ln>
        </p:spPr>
      </p:sp>
      <p:sp>
        <p:nvSpPr>
          <p:cNvPr id="32" name="g345">
            <a:extLst xmlns:a="http://schemas.openxmlformats.org/drawingml/2006/main">
              <a:ext uri="{FF2B5EF4-FFF2-40B4-BE49-F238E27FC236}">
                <a16:creationId xmlns:a16="http://schemas.microsoft.com/office/drawing/2014/main" id="{2781DEEF-23C7-4BF3-82EB-9BC39900DFB1}"/>
              </a:ext>
            </a:extLst>
          </p:cNvPr>
          <p:cNvSpPr>
            <a:spLocks xmlns:a="http://schemas.openxmlformats.org/drawingml/2006/main" noGrp="1"/>
          </p:cNvSpPr>
          <p:nvPr/>
        </p:nvSpPr>
        <p:spPr>
          <a:xfrm xmlns:a="http://schemas.openxmlformats.org/drawingml/2006/main">
            <a:off x="6267450" y="2257425"/>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基</a:t>
            </a:r>
          </a:p>
        </p:txBody>
      </p:sp>
      <p:sp>
        <p:nvSpPr>
          <p:cNvPr id="33" name="g346">
            <a:extLst xmlns:a="http://schemas.openxmlformats.org/drawingml/2006/main">
              <a:ext uri="{FF2B5EF4-FFF2-40B4-BE49-F238E27FC236}">
                <a16:creationId xmlns:a16="http://schemas.microsoft.com/office/drawing/2014/main" id="{8F65C0AD-AFE2-4FF7-A5B5-D3D235ED2109}"/>
              </a:ext>
            </a:extLst>
          </p:cNvPr>
          <p:cNvSpPr>
            <a:spLocks xmlns:a="http://schemas.openxmlformats.org/drawingml/2006/main" noGrp="1"/>
          </p:cNvSpPr>
          <p:nvPr/>
        </p:nvSpPr>
        <p:spPr>
          <a:xfrm xmlns:a="http://schemas.openxmlformats.org/drawingml/2006/main">
            <a:off x="6267450" y="2424113"/>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础</a:t>
            </a:r>
          </a:p>
        </p:txBody>
      </p:sp>
      <p:sp>
        <p:nvSpPr>
          <p:cNvPr id="34" name="g347">
            <a:extLst xmlns:a="http://schemas.openxmlformats.org/drawingml/2006/main">
              <a:ext uri="{FF2B5EF4-FFF2-40B4-BE49-F238E27FC236}">
                <a16:creationId xmlns:a16="http://schemas.microsoft.com/office/drawing/2014/main" id="{40D2FCD0-78C6-4519-97A8-31F8DAF50193}"/>
              </a:ext>
            </a:extLst>
          </p:cNvPr>
          <p:cNvSpPr>
            <a:spLocks xmlns:a="http://schemas.openxmlformats.org/drawingml/2006/main" noGrp="1"/>
          </p:cNvSpPr>
          <p:nvPr/>
        </p:nvSpPr>
        <p:spPr>
          <a:xfrm xmlns:a="http://schemas.openxmlformats.org/drawingml/2006/main">
            <a:off x="6267450" y="259080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研</a:t>
            </a:r>
          </a:p>
        </p:txBody>
      </p:sp>
      <p:sp>
        <p:nvSpPr>
          <p:cNvPr id="35" name="g348">
            <a:extLst xmlns:a="http://schemas.openxmlformats.org/drawingml/2006/main">
              <a:ext uri="{FF2B5EF4-FFF2-40B4-BE49-F238E27FC236}">
                <a16:creationId xmlns:a16="http://schemas.microsoft.com/office/drawing/2014/main" id="{44B4E299-44D6-45DF-9AB1-E61A03A31118}"/>
              </a:ext>
            </a:extLst>
          </p:cNvPr>
          <p:cNvSpPr>
            <a:spLocks xmlns:a="http://schemas.openxmlformats.org/drawingml/2006/main" noGrp="1"/>
          </p:cNvSpPr>
          <p:nvPr/>
        </p:nvSpPr>
        <p:spPr>
          <a:xfrm xmlns:a="http://schemas.openxmlformats.org/drawingml/2006/main">
            <a:off x="6267450" y="2757488"/>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究</a:t>
            </a:r>
          </a:p>
        </p:txBody>
      </p:sp>
      <p:sp>
        <p:nvSpPr>
          <p:cNvPr id="36" name="g349">
            <a:extLst xmlns:a="http://schemas.openxmlformats.org/drawingml/2006/main">
              <a:ext uri="{FF2B5EF4-FFF2-40B4-BE49-F238E27FC236}">
                <a16:creationId xmlns:a16="http://schemas.microsoft.com/office/drawing/2014/main" id="{EE5D1655-0EDF-4616-98A0-E19FDA1C62B8}"/>
              </a:ext>
            </a:extLst>
          </p:cNvPr>
          <p:cNvSpPr>
            <a:spLocks xmlns:a="http://schemas.openxmlformats.org/drawingml/2006/main" noGrp="1"/>
          </p:cNvSpPr>
          <p:nvPr/>
        </p:nvSpPr>
        <p:spPr>
          <a:xfrm xmlns:a="http://schemas.openxmlformats.org/drawingml/2006/main">
            <a:off x="6267450" y="2924175"/>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阶</a:t>
            </a:r>
          </a:p>
        </p:txBody>
      </p:sp>
      <p:sp>
        <p:nvSpPr>
          <p:cNvPr id="37" name="g350">
            <a:extLst xmlns:a="http://schemas.openxmlformats.org/drawingml/2006/main">
              <a:ext uri="{FF2B5EF4-FFF2-40B4-BE49-F238E27FC236}">
                <a16:creationId xmlns:a16="http://schemas.microsoft.com/office/drawing/2014/main" id="{8F3FA0C4-777F-4C5A-9E22-3C94D1EE13E2}"/>
              </a:ext>
            </a:extLst>
          </p:cNvPr>
          <p:cNvSpPr>
            <a:spLocks xmlns:a="http://schemas.openxmlformats.org/drawingml/2006/main" noGrp="1"/>
          </p:cNvSpPr>
          <p:nvPr/>
        </p:nvSpPr>
        <p:spPr>
          <a:xfrm xmlns:a="http://schemas.openxmlformats.org/drawingml/2006/main">
            <a:off x="6267450" y="3090863"/>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段</a:t>
            </a:r>
          </a:p>
        </p:txBody>
      </p:sp>
      <p:sp>
        <p:nvSpPr>
          <p:cNvPr id="38" name="g351">
            <a:extLst xmlns:a="http://schemas.openxmlformats.org/drawingml/2006/main">
              <a:ext uri="{FF2B5EF4-FFF2-40B4-BE49-F238E27FC236}">
                <a16:creationId xmlns:a16="http://schemas.microsoft.com/office/drawing/2014/main" id="{8F64E25C-A7A9-4BA0-B956-DC219BC1C807}"/>
              </a:ext>
            </a:extLst>
          </p:cNvPr>
          <p:cNvSpPr>
            <a:spLocks xmlns:a="http://schemas.openxmlformats.org/drawingml/2006/main" noGrp="1"/>
          </p:cNvSpPr>
          <p:nvPr/>
        </p:nvSpPr>
        <p:spPr>
          <a:xfrm xmlns:a="http://schemas.openxmlformats.org/drawingml/2006/main">
            <a:off x="6524625" y="3686175"/>
            <a:ext cx="4714875" cy="1171575"/>
          </a:xfrm>
          <a:prstGeom xmlns:a="http://schemas.openxmlformats.org/drawingml/2006/main" prst="rect">
            <a:avLst/>
          </a:prstGeom>
          <a:solidFill xmlns:a="http://schemas.openxmlformats.org/drawingml/2006/main">
            <a:srgbClr val="EEF2FF"/>
          </a:solidFill>
          <a:ln xmlns:a="http://schemas.openxmlformats.org/drawingml/2006/main" w="0">
            <a:noFill/>
          </a:ln>
        </p:spPr>
      </p:sp>
      <p:sp>
        <p:nvSpPr>
          <p:cNvPr id="39" name="g352">
            <a:extLst xmlns:a="http://schemas.openxmlformats.org/drawingml/2006/main">
              <a:ext uri="{FF2B5EF4-FFF2-40B4-BE49-F238E27FC236}">
                <a16:creationId xmlns:a16="http://schemas.microsoft.com/office/drawing/2014/main" id="{7D76D857-C0C5-4A2B-9AB6-58A57266ACB6}"/>
              </a:ext>
            </a:extLst>
          </p:cNvPr>
          <p:cNvSpPr>
            <a:spLocks xmlns:a="http://schemas.openxmlformats.org/drawingml/2006/main" noGrp="1"/>
          </p:cNvSpPr>
          <p:nvPr/>
        </p:nvSpPr>
        <p:spPr>
          <a:xfrm xmlns:a="http://schemas.openxmlformats.org/drawingml/2006/main">
            <a:off x="6238875" y="3686175"/>
            <a:ext cx="295275" cy="1219200"/>
          </a:xfrm>
          <a:custGeom xmlns:a="http://schemas.openxmlformats.org/drawingml/2006/main">
            <a:pathLst>
              <a:path w="295275" h="1219200">
                <a:moveTo>
                  <a:pt x="0" y="0"/>
                </a:moveTo>
                <a:lnTo>
                  <a:pt x="295275" y="0"/>
                </a:lnTo>
                <a:lnTo>
                  <a:pt x="295275" y="1095375"/>
                </a:lnTo>
                <a:lnTo>
                  <a:pt x="147638" y="1219200"/>
                </a:lnTo>
                <a:lnTo>
                  <a:pt x="0" y="1095375"/>
                </a:lnTo>
                <a:close/>
              </a:path>
            </a:pathLst>
          </a:custGeom>
          <a:solidFill xmlns:a="http://schemas.openxmlformats.org/drawingml/2006/main">
            <a:srgbClr val="547FFE"/>
          </a:solidFill>
          <a:ln xmlns:a="http://schemas.openxmlformats.org/drawingml/2006/main" w="0">
            <a:noFill/>
          </a:ln>
        </p:spPr>
      </p:sp>
      <p:sp>
        <p:nvSpPr>
          <p:cNvPr id="40" name="g353">
            <a:extLst xmlns:a="http://schemas.openxmlformats.org/drawingml/2006/main">
              <a:ext uri="{FF2B5EF4-FFF2-40B4-BE49-F238E27FC236}">
                <a16:creationId xmlns:a16="http://schemas.microsoft.com/office/drawing/2014/main" id="{6E34AB32-3599-4EE5-A9FC-BAD5C2CAA193}"/>
              </a:ext>
            </a:extLst>
          </p:cNvPr>
          <p:cNvSpPr>
            <a:spLocks xmlns:a="http://schemas.openxmlformats.org/drawingml/2006/main" noGrp="1"/>
          </p:cNvSpPr>
          <p:nvPr/>
        </p:nvSpPr>
        <p:spPr>
          <a:xfrm xmlns:a="http://schemas.openxmlformats.org/drawingml/2006/main">
            <a:off x="6267450" y="3724275"/>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技</a:t>
            </a:r>
          </a:p>
        </p:txBody>
      </p:sp>
      <p:sp>
        <p:nvSpPr>
          <p:cNvPr id="41" name="g354">
            <a:extLst xmlns:a="http://schemas.openxmlformats.org/drawingml/2006/main">
              <a:ext uri="{FF2B5EF4-FFF2-40B4-BE49-F238E27FC236}">
                <a16:creationId xmlns:a16="http://schemas.microsoft.com/office/drawing/2014/main" id="{53E9A81C-F706-4F80-8E67-22B149966A3C}"/>
              </a:ext>
            </a:extLst>
          </p:cNvPr>
          <p:cNvSpPr>
            <a:spLocks xmlns:a="http://schemas.openxmlformats.org/drawingml/2006/main" noGrp="1"/>
          </p:cNvSpPr>
          <p:nvPr/>
        </p:nvSpPr>
        <p:spPr>
          <a:xfrm xmlns:a="http://schemas.openxmlformats.org/drawingml/2006/main">
            <a:off x="6267450" y="3890963"/>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术</a:t>
            </a:r>
          </a:p>
        </p:txBody>
      </p:sp>
      <p:sp>
        <p:nvSpPr>
          <p:cNvPr id="42" name="g355">
            <a:extLst xmlns:a="http://schemas.openxmlformats.org/drawingml/2006/main">
              <a:ext uri="{FF2B5EF4-FFF2-40B4-BE49-F238E27FC236}">
                <a16:creationId xmlns:a16="http://schemas.microsoft.com/office/drawing/2014/main" id="{20725406-A9A3-436E-AE61-23069372F40E}"/>
              </a:ext>
            </a:extLst>
          </p:cNvPr>
          <p:cNvSpPr>
            <a:spLocks xmlns:a="http://schemas.openxmlformats.org/drawingml/2006/main" noGrp="1"/>
          </p:cNvSpPr>
          <p:nvPr/>
        </p:nvSpPr>
        <p:spPr>
          <a:xfrm xmlns:a="http://schemas.openxmlformats.org/drawingml/2006/main">
            <a:off x="6267450" y="40576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开</a:t>
            </a:r>
          </a:p>
        </p:txBody>
      </p:sp>
      <p:sp>
        <p:nvSpPr>
          <p:cNvPr id="43" name="g356">
            <a:extLst xmlns:a="http://schemas.openxmlformats.org/drawingml/2006/main">
              <a:ext uri="{FF2B5EF4-FFF2-40B4-BE49-F238E27FC236}">
                <a16:creationId xmlns:a16="http://schemas.microsoft.com/office/drawing/2014/main" id="{3561479D-34AF-4312-9F65-9AD685F01590}"/>
              </a:ext>
            </a:extLst>
          </p:cNvPr>
          <p:cNvSpPr>
            <a:spLocks xmlns:a="http://schemas.openxmlformats.org/drawingml/2006/main" noGrp="1"/>
          </p:cNvSpPr>
          <p:nvPr/>
        </p:nvSpPr>
        <p:spPr>
          <a:xfrm xmlns:a="http://schemas.openxmlformats.org/drawingml/2006/main">
            <a:off x="6267450" y="4224338"/>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发</a:t>
            </a:r>
          </a:p>
        </p:txBody>
      </p:sp>
      <p:sp>
        <p:nvSpPr>
          <p:cNvPr id="44" name="g357">
            <a:extLst xmlns:a="http://schemas.openxmlformats.org/drawingml/2006/main">
              <a:ext uri="{FF2B5EF4-FFF2-40B4-BE49-F238E27FC236}">
                <a16:creationId xmlns:a16="http://schemas.microsoft.com/office/drawing/2014/main" id="{12176065-612F-42F0-B97C-57AA76CC3309}"/>
              </a:ext>
            </a:extLst>
          </p:cNvPr>
          <p:cNvSpPr>
            <a:spLocks xmlns:a="http://schemas.openxmlformats.org/drawingml/2006/main" noGrp="1"/>
          </p:cNvSpPr>
          <p:nvPr/>
        </p:nvSpPr>
        <p:spPr>
          <a:xfrm xmlns:a="http://schemas.openxmlformats.org/drawingml/2006/main">
            <a:off x="6267450" y="4391025"/>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阶</a:t>
            </a:r>
          </a:p>
        </p:txBody>
      </p:sp>
      <p:sp>
        <p:nvSpPr>
          <p:cNvPr id="45" name="g358">
            <a:extLst xmlns:a="http://schemas.openxmlformats.org/drawingml/2006/main">
              <a:ext uri="{FF2B5EF4-FFF2-40B4-BE49-F238E27FC236}">
                <a16:creationId xmlns:a16="http://schemas.microsoft.com/office/drawing/2014/main" id="{A6CE303B-B750-4CFC-BF11-C88262CBFEDA}"/>
              </a:ext>
            </a:extLst>
          </p:cNvPr>
          <p:cNvSpPr>
            <a:spLocks xmlns:a="http://schemas.openxmlformats.org/drawingml/2006/main" noGrp="1"/>
          </p:cNvSpPr>
          <p:nvPr/>
        </p:nvSpPr>
        <p:spPr>
          <a:xfrm xmlns:a="http://schemas.openxmlformats.org/drawingml/2006/main">
            <a:off x="6267450" y="4557713"/>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段</a:t>
            </a:r>
          </a:p>
        </p:txBody>
      </p:sp>
      <p:sp>
        <p:nvSpPr>
          <p:cNvPr id="46" name="g359">
            <a:extLst xmlns:a="http://schemas.openxmlformats.org/drawingml/2006/main">
              <a:ext uri="{FF2B5EF4-FFF2-40B4-BE49-F238E27FC236}">
                <a16:creationId xmlns:a16="http://schemas.microsoft.com/office/drawing/2014/main" id="{31EE5B83-29BD-47F2-91B0-33AC4495B39B}"/>
              </a:ext>
            </a:extLst>
          </p:cNvPr>
          <p:cNvSpPr>
            <a:spLocks xmlns:a="http://schemas.openxmlformats.org/drawingml/2006/main" noGrp="1"/>
          </p:cNvSpPr>
          <p:nvPr/>
        </p:nvSpPr>
        <p:spPr>
          <a:xfrm xmlns:a="http://schemas.openxmlformats.org/drawingml/2006/main">
            <a:off x="6524625" y="5105400"/>
            <a:ext cx="4714875" cy="1295400"/>
          </a:xfrm>
          <a:prstGeom xmlns:a="http://schemas.openxmlformats.org/drawingml/2006/main" prst="rect">
            <a:avLst/>
          </a:prstGeom>
          <a:solidFill xmlns:a="http://schemas.openxmlformats.org/drawingml/2006/main">
            <a:srgbClr val="F7F9FF"/>
          </a:solidFill>
          <a:ln xmlns:a="http://schemas.openxmlformats.org/drawingml/2006/main" w="0">
            <a:noFill/>
          </a:ln>
        </p:spPr>
      </p:sp>
      <p:sp>
        <p:nvSpPr>
          <p:cNvPr id="47" name="g360">
            <a:extLst xmlns:a="http://schemas.openxmlformats.org/drawingml/2006/main">
              <a:ext uri="{FF2B5EF4-FFF2-40B4-BE49-F238E27FC236}">
                <a16:creationId xmlns:a16="http://schemas.microsoft.com/office/drawing/2014/main" id="{85872026-E947-4C9A-9629-3985884B1BE2}"/>
              </a:ext>
            </a:extLst>
          </p:cNvPr>
          <p:cNvSpPr>
            <a:spLocks xmlns:a="http://schemas.openxmlformats.org/drawingml/2006/main" noGrp="1"/>
          </p:cNvSpPr>
          <p:nvPr/>
        </p:nvSpPr>
        <p:spPr>
          <a:xfrm xmlns:a="http://schemas.openxmlformats.org/drawingml/2006/main">
            <a:off x="6238875" y="5105400"/>
            <a:ext cx="295275" cy="1343025"/>
          </a:xfrm>
          <a:custGeom xmlns:a="http://schemas.openxmlformats.org/drawingml/2006/main">
            <a:pathLst>
              <a:path w="295275" h="1343025">
                <a:moveTo>
                  <a:pt x="0" y="0"/>
                </a:moveTo>
                <a:lnTo>
                  <a:pt x="295275" y="0"/>
                </a:lnTo>
                <a:lnTo>
                  <a:pt x="295275" y="1219200"/>
                </a:lnTo>
                <a:lnTo>
                  <a:pt x="147638" y="1343025"/>
                </a:lnTo>
                <a:lnTo>
                  <a:pt x="0" y="1219200"/>
                </a:lnTo>
                <a:close/>
              </a:path>
            </a:pathLst>
          </a:custGeom>
          <a:solidFill xmlns:a="http://schemas.openxmlformats.org/drawingml/2006/main">
            <a:srgbClr val="84B8FE"/>
          </a:solidFill>
          <a:ln xmlns:a="http://schemas.openxmlformats.org/drawingml/2006/main" w="0">
            <a:noFill/>
          </a:ln>
        </p:spPr>
      </p:sp>
      <p:sp>
        <p:nvSpPr>
          <p:cNvPr id="48" name="g361">
            <a:extLst xmlns:a="http://schemas.openxmlformats.org/drawingml/2006/main">
              <a:ext uri="{FF2B5EF4-FFF2-40B4-BE49-F238E27FC236}">
                <a16:creationId xmlns:a16="http://schemas.microsoft.com/office/drawing/2014/main" id="{3A15B94A-CD54-4558-B745-77BEAF04289B}"/>
              </a:ext>
            </a:extLst>
          </p:cNvPr>
          <p:cNvSpPr>
            <a:spLocks xmlns:a="http://schemas.openxmlformats.org/drawingml/2006/main" noGrp="1"/>
          </p:cNvSpPr>
          <p:nvPr/>
        </p:nvSpPr>
        <p:spPr>
          <a:xfrm xmlns:a="http://schemas.openxmlformats.org/drawingml/2006/main">
            <a:off x="6267450" y="514350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成</a:t>
            </a:r>
          </a:p>
        </p:txBody>
      </p:sp>
      <p:sp>
        <p:nvSpPr>
          <p:cNvPr id="49" name="g362">
            <a:extLst xmlns:a="http://schemas.openxmlformats.org/drawingml/2006/main">
              <a:ext uri="{FF2B5EF4-FFF2-40B4-BE49-F238E27FC236}">
                <a16:creationId xmlns:a16="http://schemas.microsoft.com/office/drawing/2014/main" id="{4726E089-FCD1-4CB7-ADDE-C8D1D7EA28F9}"/>
              </a:ext>
            </a:extLst>
          </p:cNvPr>
          <p:cNvSpPr>
            <a:spLocks xmlns:a="http://schemas.openxmlformats.org/drawingml/2006/main" noGrp="1"/>
          </p:cNvSpPr>
          <p:nvPr/>
        </p:nvSpPr>
        <p:spPr>
          <a:xfrm xmlns:a="http://schemas.openxmlformats.org/drawingml/2006/main">
            <a:off x="6267450" y="5310188"/>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果</a:t>
            </a:r>
          </a:p>
        </p:txBody>
      </p:sp>
      <p:sp>
        <p:nvSpPr>
          <p:cNvPr id="50" name="g363">
            <a:extLst xmlns:a="http://schemas.openxmlformats.org/drawingml/2006/main">
              <a:ext uri="{FF2B5EF4-FFF2-40B4-BE49-F238E27FC236}">
                <a16:creationId xmlns:a16="http://schemas.microsoft.com/office/drawing/2014/main" id="{D12B1759-7FAD-428D-93A2-959429CA1E46}"/>
              </a:ext>
            </a:extLst>
          </p:cNvPr>
          <p:cNvSpPr>
            <a:spLocks xmlns:a="http://schemas.openxmlformats.org/drawingml/2006/main" noGrp="1"/>
          </p:cNvSpPr>
          <p:nvPr/>
        </p:nvSpPr>
        <p:spPr>
          <a:xfrm xmlns:a="http://schemas.openxmlformats.org/drawingml/2006/main">
            <a:off x="6267450" y="5476875"/>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转</a:t>
            </a:r>
          </a:p>
        </p:txBody>
      </p:sp>
      <p:sp>
        <p:nvSpPr>
          <p:cNvPr id="51" name="g364">
            <a:extLst xmlns:a="http://schemas.openxmlformats.org/drawingml/2006/main">
              <a:ext uri="{FF2B5EF4-FFF2-40B4-BE49-F238E27FC236}">
                <a16:creationId xmlns:a16="http://schemas.microsoft.com/office/drawing/2014/main" id="{F47FC534-7597-4B10-95BB-30F93CB98965}"/>
              </a:ext>
            </a:extLst>
          </p:cNvPr>
          <p:cNvSpPr>
            <a:spLocks xmlns:a="http://schemas.openxmlformats.org/drawingml/2006/main" noGrp="1"/>
          </p:cNvSpPr>
          <p:nvPr/>
        </p:nvSpPr>
        <p:spPr>
          <a:xfrm xmlns:a="http://schemas.openxmlformats.org/drawingml/2006/main">
            <a:off x="6267450" y="5643563"/>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化</a:t>
            </a:r>
          </a:p>
        </p:txBody>
      </p:sp>
      <p:sp>
        <p:nvSpPr>
          <p:cNvPr id="52" name="g365">
            <a:extLst xmlns:a="http://schemas.openxmlformats.org/drawingml/2006/main">
              <a:ext uri="{FF2B5EF4-FFF2-40B4-BE49-F238E27FC236}">
                <a16:creationId xmlns:a16="http://schemas.microsoft.com/office/drawing/2014/main" id="{BB012A0E-90C4-4C6D-B6C7-2CEFC86FBCEF}"/>
              </a:ext>
            </a:extLst>
          </p:cNvPr>
          <p:cNvSpPr>
            <a:spLocks xmlns:a="http://schemas.openxmlformats.org/drawingml/2006/main" noGrp="1"/>
          </p:cNvSpPr>
          <p:nvPr/>
        </p:nvSpPr>
        <p:spPr>
          <a:xfrm xmlns:a="http://schemas.openxmlformats.org/drawingml/2006/main">
            <a:off x="6267450" y="58102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阶</a:t>
            </a:r>
          </a:p>
        </p:txBody>
      </p:sp>
      <p:sp>
        <p:nvSpPr>
          <p:cNvPr id="53" name="g366">
            <a:extLst xmlns:a="http://schemas.openxmlformats.org/drawingml/2006/main">
              <a:ext uri="{FF2B5EF4-FFF2-40B4-BE49-F238E27FC236}">
                <a16:creationId xmlns:a16="http://schemas.microsoft.com/office/drawing/2014/main" id="{744CFE6D-5197-4272-A903-FC42656DEAAF}"/>
              </a:ext>
            </a:extLst>
          </p:cNvPr>
          <p:cNvSpPr>
            <a:spLocks xmlns:a="http://schemas.openxmlformats.org/drawingml/2006/main" noGrp="1"/>
          </p:cNvSpPr>
          <p:nvPr/>
        </p:nvSpPr>
        <p:spPr>
          <a:xfrm xmlns:a="http://schemas.openxmlformats.org/drawingml/2006/main">
            <a:off x="6267450" y="5976938"/>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0000"/>
              </a:lnSpc>
              <a:buNone/>
              <a:defRPr sz="1290" b="1">
                <a:solidFill>
                  <a:srgbClr val="FFFFFF"/>
                </a:solidFill>
                <a:latin typeface="Microsoft YaHei UI"/>
                <a:ea typeface="Microsoft YaHei UI"/>
                <a:cs typeface="Microsoft YaHei UI"/>
              </a:defRPr>
            </a:pPr>
            <a:r>
              <a:rPr sz="1290" b="1">
                <a:solidFill>
                  <a:srgbClr val="FFFFFF"/>
                </a:solidFill>
                <a:latin typeface="Microsoft YaHei UI"/>
                <a:ea typeface="Microsoft YaHei UI"/>
                <a:cs typeface="Microsoft YaHei UI"/>
              </a:rPr>
              <a:t>段</a:t>
            </a:r>
          </a:p>
        </p:txBody>
      </p:sp>
      <p:sp>
        <p:nvSpPr>
          <p:cNvPr id="54" name="g367">
            <a:extLst xmlns:a="http://schemas.openxmlformats.org/drawingml/2006/main">
              <a:ext uri="{FF2B5EF4-FFF2-40B4-BE49-F238E27FC236}">
                <a16:creationId xmlns:a16="http://schemas.microsoft.com/office/drawing/2014/main" id="{1241353A-1F44-4E4C-9850-D239FA900604}"/>
              </a:ext>
            </a:extLst>
          </p:cNvPr>
          <p:cNvSpPr>
            <a:spLocks xmlns:a="http://schemas.openxmlformats.org/drawingml/2006/main" noGrp="1"/>
          </p:cNvSpPr>
          <p:nvPr/>
        </p:nvSpPr>
        <p:spPr>
          <a:xfrm xmlns:a="http://schemas.openxmlformats.org/drawingml/2006/main">
            <a:off x="6696075" y="2457450"/>
            <a:ext cx="38100" cy="38100"/>
          </a:xfrm>
          <a:prstGeom xmlns:a="http://schemas.openxmlformats.org/drawingml/2006/main" prst="ellipse">
            <a:avLst/>
          </a:prstGeom>
          <a:solidFill xmlns:a="http://schemas.openxmlformats.org/drawingml/2006/main">
            <a:srgbClr val="383838"/>
          </a:solidFill>
          <a:ln xmlns:a="http://schemas.openxmlformats.org/drawingml/2006/main" w="0">
            <a:noFill/>
          </a:ln>
        </p:spPr>
      </p:sp>
      <p:sp>
        <p:nvSpPr>
          <p:cNvPr id="55" name="g368">
            <a:extLst xmlns:a="http://schemas.openxmlformats.org/drawingml/2006/main">
              <a:ext uri="{FF2B5EF4-FFF2-40B4-BE49-F238E27FC236}">
                <a16:creationId xmlns:a16="http://schemas.microsoft.com/office/drawing/2014/main" id="{6FED5D78-F19F-4C39-A493-5552C2BC7910}"/>
              </a:ext>
            </a:extLst>
          </p:cNvPr>
          <p:cNvSpPr>
            <a:spLocks xmlns:a="http://schemas.openxmlformats.org/drawingml/2006/main" noGrp="1"/>
          </p:cNvSpPr>
          <p:nvPr/>
        </p:nvSpPr>
        <p:spPr>
          <a:xfrm xmlns:a="http://schemas.openxmlformats.org/drawingml/2006/main">
            <a:off x="6924675" y="2362200"/>
            <a:ext cx="2173605"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打造关键领域领军人才高地</a:t>
            </a:r>
          </a:p>
        </p:txBody>
      </p:sp>
      <p:sp>
        <p:nvSpPr>
          <p:cNvPr id="56" name="g369">
            <a:extLst xmlns:a="http://schemas.openxmlformats.org/drawingml/2006/main">
              <a:ext uri="{FF2B5EF4-FFF2-40B4-BE49-F238E27FC236}">
                <a16:creationId xmlns:a16="http://schemas.microsoft.com/office/drawing/2014/main" id="{B068EF63-6300-45AD-A0FC-80BD1B5B40EC}"/>
              </a:ext>
            </a:extLst>
          </p:cNvPr>
          <p:cNvSpPr>
            <a:spLocks xmlns:a="http://schemas.openxmlformats.org/drawingml/2006/main" noGrp="1"/>
          </p:cNvSpPr>
          <p:nvPr/>
        </p:nvSpPr>
        <p:spPr>
          <a:xfrm xmlns:a="http://schemas.openxmlformats.org/drawingml/2006/main">
            <a:off x="6696075" y="2743200"/>
            <a:ext cx="38100" cy="38100"/>
          </a:xfrm>
          <a:prstGeom xmlns:a="http://schemas.openxmlformats.org/drawingml/2006/main" prst="ellipse">
            <a:avLst/>
          </a:prstGeom>
          <a:solidFill xmlns:a="http://schemas.openxmlformats.org/drawingml/2006/main">
            <a:srgbClr val="383838"/>
          </a:solidFill>
          <a:ln xmlns:a="http://schemas.openxmlformats.org/drawingml/2006/main" w="0">
            <a:noFill/>
          </a:ln>
        </p:spPr>
      </p:sp>
      <p:sp>
        <p:nvSpPr>
          <p:cNvPr id="57" name="g370">
            <a:extLst xmlns:a="http://schemas.openxmlformats.org/drawingml/2006/main">
              <a:ext uri="{FF2B5EF4-FFF2-40B4-BE49-F238E27FC236}">
                <a16:creationId xmlns:a16="http://schemas.microsoft.com/office/drawing/2014/main" id="{F236AB6C-C2F8-4CC3-BFED-A73A86BDA93B}"/>
              </a:ext>
            </a:extLst>
          </p:cNvPr>
          <p:cNvSpPr>
            <a:spLocks xmlns:a="http://schemas.openxmlformats.org/drawingml/2006/main" noGrp="1"/>
          </p:cNvSpPr>
          <p:nvPr/>
        </p:nvSpPr>
        <p:spPr>
          <a:xfrm xmlns:a="http://schemas.openxmlformats.org/drawingml/2006/main">
            <a:off x="6924675" y="2647950"/>
            <a:ext cx="401955"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强化</a:t>
            </a:r>
          </a:p>
        </p:txBody>
      </p:sp>
      <p:sp>
        <p:nvSpPr>
          <p:cNvPr id="58" name="g371">
            <a:extLst xmlns:a="http://schemas.openxmlformats.org/drawingml/2006/main">
              <a:ext uri="{FF2B5EF4-FFF2-40B4-BE49-F238E27FC236}">
                <a16:creationId xmlns:a16="http://schemas.microsoft.com/office/drawing/2014/main" id="{475C7FA6-4AB6-4CE9-9DAC-C803C0399930}"/>
              </a:ext>
            </a:extLst>
          </p:cNvPr>
          <p:cNvSpPr>
            <a:spLocks xmlns:a="http://schemas.openxmlformats.org/drawingml/2006/main" noGrp="1"/>
          </p:cNvSpPr>
          <p:nvPr/>
        </p:nvSpPr>
        <p:spPr>
          <a:xfrm xmlns:a="http://schemas.openxmlformats.org/drawingml/2006/main">
            <a:off x="7279005" y="2647950"/>
            <a:ext cx="2350770"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1">
                <a:solidFill>
                  <a:srgbClr val="FF0000"/>
                </a:solidFill>
                <a:latin typeface="Microsoft YaHei UI"/>
                <a:ea typeface="Microsoft YaHei UI"/>
                <a:cs typeface="Microsoft YaHei UI"/>
              </a:defRPr>
            </a:pPr>
            <a:r>
              <a:rPr sz="1395" b="1">
                <a:solidFill>
                  <a:srgbClr val="FF0000"/>
                </a:solidFill>
                <a:latin typeface="Microsoft YaHei UI"/>
                <a:ea typeface="Microsoft YaHei UI"/>
                <a:cs typeface="Microsoft YaHei UI"/>
              </a:rPr>
              <a:t>青年力量源头储备和早期支持</a:t>
            </a:r>
          </a:p>
        </p:txBody>
      </p:sp>
      <p:sp>
        <p:nvSpPr>
          <p:cNvPr id="59" name="g372">
            <a:extLst xmlns:a="http://schemas.openxmlformats.org/drawingml/2006/main">
              <a:ext uri="{FF2B5EF4-FFF2-40B4-BE49-F238E27FC236}">
                <a16:creationId xmlns:a16="http://schemas.microsoft.com/office/drawing/2014/main" id="{C536A0A2-64EE-46C9-BFD5-0626C6FD23A4}"/>
              </a:ext>
            </a:extLst>
          </p:cNvPr>
          <p:cNvSpPr>
            <a:spLocks xmlns:a="http://schemas.openxmlformats.org/drawingml/2006/main" noGrp="1"/>
          </p:cNvSpPr>
          <p:nvPr/>
        </p:nvSpPr>
        <p:spPr>
          <a:xfrm xmlns:a="http://schemas.openxmlformats.org/drawingml/2006/main">
            <a:off x="9582150" y="2647950"/>
            <a:ext cx="1464945"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，塑造企业基础研</a:t>
            </a:r>
          </a:p>
        </p:txBody>
      </p:sp>
      <p:sp>
        <p:nvSpPr>
          <p:cNvPr id="60" name="g373">
            <a:extLst xmlns:a="http://schemas.openxmlformats.org/drawingml/2006/main">
              <a:ext uri="{FF2B5EF4-FFF2-40B4-BE49-F238E27FC236}">
                <a16:creationId xmlns:a16="http://schemas.microsoft.com/office/drawing/2014/main" id="{0B5485E1-C82B-4E75-A4AD-AA19CA9FE5C6}"/>
              </a:ext>
            </a:extLst>
          </p:cNvPr>
          <p:cNvSpPr>
            <a:spLocks xmlns:a="http://schemas.openxmlformats.org/drawingml/2006/main" noGrp="1"/>
          </p:cNvSpPr>
          <p:nvPr/>
        </p:nvSpPr>
        <p:spPr>
          <a:xfrm xmlns:a="http://schemas.openxmlformats.org/drawingml/2006/main">
            <a:off x="6924675" y="2888894"/>
            <a:ext cx="933450"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究内生动力</a:t>
            </a:r>
          </a:p>
        </p:txBody>
      </p:sp>
      <p:sp>
        <p:nvSpPr>
          <p:cNvPr id="61" name="g374">
            <a:extLst xmlns:a="http://schemas.openxmlformats.org/drawingml/2006/main">
              <a:ext uri="{FF2B5EF4-FFF2-40B4-BE49-F238E27FC236}">
                <a16:creationId xmlns:a16="http://schemas.microsoft.com/office/drawing/2014/main" id="{85926863-FB76-4E4D-A1A6-A856EB13EEC3}"/>
              </a:ext>
            </a:extLst>
          </p:cNvPr>
          <p:cNvSpPr>
            <a:spLocks xmlns:a="http://schemas.openxmlformats.org/drawingml/2006/main" noGrp="1"/>
          </p:cNvSpPr>
          <p:nvPr/>
        </p:nvSpPr>
        <p:spPr>
          <a:xfrm xmlns:a="http://schemas.openxmlformats.org/drawingml/2006/main">
            <a:off x="6696075" y="3981450"/>
            <a:ext cx="38100" cy="38100"/>
          </a:xfrm>
          <a:prstGeom xmlns:a="http://schemas.openxmlformats.org/drawingml/2006/main" prst="ellipse">
            <a:avLst/>
          </a:prstGeom>
          <a:solidFill xmlns:a="http://schemas.openxmlformats.org/drawingml/2006/main">
            <a:srgbClr val="383838"/>
          </a:solidFill>
          <a:ln xmlns:a="http://schemas.openxmlformats.org/drawingml/2006/main" w="0">
            <a:noFill/>
          </a:ln>
        </p:spPr>
      </p:sp>
      <p:sp>
        <p:nvSpPr>
          <p:cNvPr id="62" name="g375">
            <a:extLst xmlns:a="http://schemas.openxmlformats.org/drawingml/2006/main">
              <a:ext uri="{FF2B5EF4-FFF2-40B4-BE49-F238E27FC236}">
                <a16:creationId xmlns:a16="http://schemas.microsoft.com/office/drawing/2014/main" id="{E9BF1148-328E-4F31-BC9C-15F13B115B54}"/>
              </a:ext>
            </a:extLst>
          </p:cNvPr>
          <p:cNvSpPr>
            <a:spLocks xmlns:a="http://schemas.openxmlformats.org/drawingml/2006/main" noGrp="1"/>
          </p:cNvSpPr>
          <p:nvPr/>
        </p:nvSpPr>
        <p:spPr>
          <a:xfrm xmlns:a="http://schemas.openxmlformats.org/drawingml/2006/main">
            <a:off x="6924675" y="3886200"/>
            <a:ext cx="3590925"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此阶段研发风险降低，人才更能出成果，注重</a:t>
            </a:r>
          </a:p>
        </p:txBody>
      </p:sp>
      <p:sp>
        <p:nvSpPr>
          <p:cNvPr id="63" name="g376">
            <a:extLst xmlns:a="http://schemas.openxmlformats.org/drawingml/2006/main">
              <a:ext uri="{FF2B5EF4-FFF2-40B4-BE49-F238E27FC236}">
                <a16:creationId xmlns:a16="http://schemas.microsoft.com/office/drawing/2014/main" id="{B2F58B57-49A5-4094-8093-0336AE6315EB}"/>
              </a:ext>
            </a:extLst>
          </p:cNvPr>
          <p:cNvSpPr>
            <a:spLocks xmlns:a="http://schemas.openxmlformats.org/drawingml/2006/main" noGrp="1"/>
          </p:cNvSpPr>
          <p:nvPr/>
        </p:nvSpPr>
        <p:spPr>
          <a:xfrm xmlns:a="http://schemas.openxmlformats.org/drawingml/2006/main">
            <a:off x="10467975" y="3886200"/>
            <a:ext cx="579120"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1">
                <a:solidFill>
                  <a:srgbClr val="FF0000"/>
                </a:solidFill>
                <a:latin typeface="Microsoft YaHei UI"/>
                <a:ea typeface="Microsoft YaHei UI"/>
                <a:cs typeface="Microsoft YaHei UI"/>
              </a:defRPr>
            </a:pPr>
            <a:r>
              <a:rPr sz="1395" b="1">
                <a:solidFill>
                  <a:srgbClr val="FF0000"/>
                </a:solidFill>
                <a:latin typeface="Microsoft YaHei UI"/>
                <a:ea typeface="Microsoft YaHei UI"/>
                <a:cs typeface="Microsoft YaHei UI"/>
              </a:rPr>
              <a:t>支持科</a:t>
            </a:r>
          </a:p>
        </p:txBody>
      </p:sp>
      <p:sp>
        <p:nvSpPr>
          <p:cNvPr id="64" name="g377">
            <a:extLst xmlns:a="http://schemas.openxmlformats.org/drawingml/2006/main">
              <a:ext uri="{FF2B5EF4-FFF2-40B4-BE49-F238E27FC236}">
                <a16:creationId xmlns:a16="http://schemas.microsoft.com/office/drawing/2014/main" id="{C448370C-6029-4E4B-B757-CC43DFE76E44}"/>
              </a:ext>
            </a:extLst>
          </p:cNvPr>
          <p:cNvSpPr>
            <a:spLocks xmlns:a="http://schemas.openxmlformats.org/drawingml/2006/main" noGrp="1"/>
          </p:cNvSpPr>
          <p:nvPr/>
        </p:nvSpPr>
        <p:spPr>
          <a:xfrm xmlns:a="http://schemas.openxmlformats.org/drawingml/2006/main">
            <a:off x="6924675" y="4127144"/>
            <a:ext cx="3059430"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1">
                <a:solidFill>
                  <a:srgbClr val="FF0000"/>
                </a:solidFill>
                <a:latin typeface="Microsoft YaHei UI"/>
                <a:ea typeface="Microsoft YaHei UI"/>
                <a:cs typeface="Microsoft YaHei UI"/>
              </a:defRPr>
            </a:pPr>
            <a:r>
              <a:rPr sz="1395" b="1">
                <a:solidFill>
                  <a:srgbClr val="FF0000"/>
                </a:solidFill>
                <a:latin typeface="Microsoft YaHei UI"/>
                <a:ea typeface="Microsoft YaHei UI"/>
                <a:cs typeface="Microsoft YaHei UI"/>
              </a:rPr>
              <a:t>研骨干、青年科技人才挑大梁、当主角</a:t>
            </a:r>
          </a:p>
        </p:txBody>
      </p:sp>
      <p:sp>
        <p:nvSpPr>
          <p:cNvPr id="65" name="g378">
            <a:extLst xmlns:a="http://schemas.openxmlformats.org/drawingml/2006/main">
              <a:ext uri="{FF2B5EF4-FFF2-40B4-BE49-F238E27FC236}">
                <a16:creationId xmlns:a16="http://schemas.microsoft.com/office/drawing/2014/main" id="{1803C74E-4975-4ACA-85B7-94465ADEA1F3}"/>
              </a:ext>
            </a:extLst>
          </p:cNvPr>
          <p:cNvSpPr>
            <a:spLocks xmlns:a="http://schemas.openxmlformats.org/drawingml/2006/main" noGrp="1"/>
          </p:cNvSpPr>
          <p:nvPr/>
        </p:nvSpPr>
        <p:spPr>
          <a:xfrm xmlns:a="http://schemas.openxmlformats.org/drawingml/2006/main">
            <a:off x="6696075" y="5429250"/>
            <a:ext cx="38100" cy="38100"/>
          </a:xfrm>
          <a:prstGeom xmlns:a="http://schemas.openxmlformats.org/drawingml/2006/main" prst="ellipse">
            <a:avLst/>
          </a:prstGeom>
          <a:solidFill xmlns:a="http://schemas.openxmlformats.org/drawingml/2006/main">
            <a:srgbClr val="383838"/>
          </a:solidFill>
          <a:ln xmlns:a="http://schemas.openxmlformats.org/drawingml/2006/main" w="0">
            <a:noFill/>
          </a:ln>
        </p:spPr>
      </p:sp>
      <p:sp>
        <p:nvSpPr>
          <p:cNvPr id="66" name="g379">
            <a:extLst xmlns:a="http://schemas.openxmlformats.org/drawingml/2006/main">
              <a:ext uri="{FF2B5EF4-FFF2-40B4-BE49-F238E27FC236}">
                <a16:creationId xmlns:a16="http://schemas.microsoft.com/office/drawing/2014/main" id="{6712C38F-400C-4C1D-BB5F-BF888F5E1A18}"/>
              </a:ext>
            </a:extLst>
          </p:cNvPr>
          <p:cNvSpPr>
            <a:spLocks xmlns:a="http://schemas.openxmlformats.org/drawingml/2006/main" noGrp="1"/>
          </p:cNvSpPr>
          <p:nvPr/>
        </p:nvSpPr>
        <p:spPr>
          <a:xfrm xmlns:a="http://schemas.openxmlformats.org/drawingml/2006/main">
            <a:off x="6924675" y="5334000"/>
            <a:ext cx="1464945"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以研发人才为主向</a:t>
            </a:r>
          </a:p>
        </p:txBody>
      </p:sp>
      <p:sp>
        <p:nvSpPr>
          <p:cNvPr id="67" name="g380">
            <a:extLst xmlns:a="http://schemas.openxmlformats.org/drawingml/2006/main">
              <a:ext uri="{FF2B5EF4-FFF2-40B4-BE49-F238E27FC236}">
                <a16:creationId xmlns:a16="http://schemas.microsoft.com/office/drawing/2014/main" id="{DA2424E5-A3A0-40C5-87A3-D320B6D9D703}"/>
              </a:ext>
            </a:extLst>
          </p:cNvPr>
          <p:cNvSpPr>
            <a:spLocks xmlns:a="http://schemas.openxmlformats.org/drawingml/2006/main" noGrp="1"/>
          </p:cNvSpPr>
          <p:nvPr/>
        </p:nvSpPr>
        <p:spPr>
          <a:xfrm xmlns:a="http://schemas.openxmlformats.org/drawingml/2006/main">
            <a:off x="8341995" y="5334000"/>
            <a:ext cx="2350770"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1">
                <a:solidFill>
                  <a:srgbClr val="FF0000"/>
                </a:solidFill>
                <a:latin typeface="Microsoft YaHei UI"/>
                <a:ea typeface="Microsoft YaHei UI"/>
                <a:cs typeface="Microsoft YaHei UI"/>
              </a:defRPr>
            </a:pPr>
            <a:r>
              <a:rPr sz="1395" b="1">
                <a:solidFill>
                  <a:srgbClr val="FF0000"/>
                </a:solidFill>
                <a:latin typeface="Microsoft YaHei UI"/>
                <a:ea typeface="Microsoft YaHei UI"/>
                <a:cs typeface="Microsoft YaHei UI"/>
              </a:rPr>
              <a:t>科研管理、科研服务人才并重</a:t>
            </a:r>
          </a:p>
        </p:txBody>
      </p:sp>
      <p:sp>
        <p:nvSpPr>
          <p:cNvPr id="68" name="g381">
            <a:extLst xmlns:a="http://schemas.openxmlformats.org/drawingml/2006/main">
              <a:ext uri="{FF2B5EF4-FFF2-40B4-BE49-F238E27FC236}">
                <a16:creationId xmlns:a16="http://schemas.microsoft.com/office/drawing/2014/main" id="{C26E14FB-21B0-402D-84D4-205EB6FE0C7D}"/>
              </a:ext>
            </a:extLst>
          </p:cNvPr>
          <p:cNvSpPr>
            <a:spLocks xmlns:a="http://schemas.openxmlformats.org/drawingml/2006/main" noGrp="1"/>
          </p:cNvSpPr>
          <p:nvPr/>
        </p:nvSpPr>
        <p:spPr>
          <a:xfrm xmlns:a="http://schemas.openxmlformats.org/drawingml/2006/main">
            <a:off x="10645140" y="5334000"/>
            <a:ext cx="401955"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转变</a:t>
            </a:r>
          </a:p>
        </p:txBody>
      </p:sp>
      <p:sp>
        <p:nvSpPr>
          <p:cNvPr id="69" name="g382">
            <a:extLst xmlns:a="http://schemas.openxmlformats.org/drawingml/2006/main">
              <a:ext uri="{FF2B5EF4-FFF2-40B4-BE49-F238E27FC236}">
                <a16:creationId xmlns:a16="http://schemas.microsoft.com/office/drawing/2014/main" id="{48D5570D-DC93-4DE1-ABE8-D85F25E6DE8D}"/>
              </a:ext>
            </a:extLst>
          </p:cNvPr>
          <p:cNvSpPr>
            <a:spLocks xmlns:a="http://schemas.openxmlformats.org/drawingml/2006/main" noGrp="1"/>
          </p:cNvSpPr>
          <p:nvPr/>
        </p:nvSpPr>
        <p:spPr>
          <a:xfrm xmlns:a="http://schemas.openxmlformats.org/drawingml/2006/main">
            <a:off x="6696075" y="5981700"/>
            <a:ext cx="38100" cy="38100"/>
          </a:xfrm>
          <a:prstGeom xmlns:a="http://schemas.openxmlformats.org/drawingml/2006/main" prst="ellipse">
            <a:avLst/>
          </a:prstGeom>
          <a:solidFill xmlns:a="http://schemas.openxmlformats.org/drawingml/2006/main">
            <a:srgbClr val="383838"/>
          </a:solidFill>
          <a:ln xmlns:a="http://schemas.openxmlformats.org/drawingml/2006/main" w="0">
            <a:noFill/>
          </a:ln>
        </p:spPr>
      </p:sp>
      <p:sp>
        <p:nvSpPr>
          <p:cNvPr id="70" name="g383">
            <a:extLst xmlns:a="http://schemas.openxmlformats.org/drawingml/2006/main">
              <a:ext uri="{FF2B5EF4-FFF2-40B4-BE49-F238E27FC236}">
                <a16:creationId xmlns:a16="http://schemas.microsoft.com/office/drawing/2014/main" id="{B6693518-78D5-4792-8FB9-2EBE5E22D02A}"/>
              </a:ext>
            </a:extLst>
          </p:cNvPr>
          <p:cNvSpPr>
            <a:spLocks xmlns:a="http://schemas.openxmlformats.org/drawingml/2006/main" noGrp="1"/>
          </p:cNvSpPr>
          <p:nvPr/>
        </p:nvSpPr>
        <p:spPr>
          <a:xfrm xmlns:a="http://schemas.openxmlformats.org/drawingml/2006/main">
            <a:off x="6924675" y="5886450"/>
            <a:ext cx="2173605" cy="2885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395" b="0">
                <a:solidFill>
                  <a:srgbClr val="383838"/>
                </a:solidFill>
                <a:latin typeface="Microsoft YaHei UI"/>
                <a:ea typeface="Microsoft YaHei UI"/>
                <a:cs typeface="Microsoft YaHei UI"/>
              </a:defRPr>
            </a:pPr>
            <a:r>
              <a:rPr sz="1395" b="0">
                <a:solidFill>
                  <a:srgbClr val="383838"/>
                </a:solidFill>
                <a:latin typeface="Microsoft YaHei UI"/>
                <a:ea typeface="Microsoft YaHei UI"/>
                <a:cs typeface="Microsoft YaHei UI"/>
              </a:rPr>
              <a:t>各类科研相关人才紧密配合</a:t>
            </a:r>
          </a:p>
        </p:txBody>
      </p:sp>
      <p:sp>
        <p:nvSpPr>
          <p:cNvPr id="71" name="g384">
            <a:extLst xmlns:a="http://schemas.openxmlformats.org/drawingml/2006/main">
              <a:ext uri="{FF2B5EF4-FFF2-40B4-BE49-F238E27FC236}">
                <a16:creationId xmlns:a16="http://schemas.microsoft.com/office/drawing/2014/main" id="{772CA4D2-CF45-4764-8B4A-D93D2B0C8F8D}"/>
              </a:ext>
            </a:extLst>
          </p:cNvPr>
          <p:cNvSpPr>
            <a:spLocks xmlns:a="http://schemas.openxmlformats.org/drawingml/2006/main" noGrp="1"/>
          </p:cNvSpPr>
          <p:nvPr/>
        </p:nvSpPr>
        <p:spPr>
          <a:xfrm xmlns:a="http://schemas.openxmlformats.org/drawingml/2006/main">
            <a:off x="11182350" y="6219825"/>
            <a:ext cx="238125" cy="238125"/>
          </a:xfrm>
          <a:prstGeom xmlns:a="http://schemas.openxmlformats.org/drawingml/2006/main" prst="rect">
            <a:avLst/>
          </a:prstGeom>
          <a:solidFill xmlns:a="http://schemas.openxmlformats.org/drawingml/2006/main">
            <a:srgbClr val="FF4200"/>
          </a:solidFill>
          <a:ln xmlns:a="http://schemas.openxmlformats.org/drawingml/2006/main" w="0">
            <a:noFill/>
          </a:ln>
        </p:spPr>
      </p:sp>
      <p:sp>
        <p:nvSpPr>
          <p:cNvPr id="72" name="g385">
            <a:extLst xmlns:a="http://schemas.openxmlformats.org/drawingml/2006/main">
              <a:ext uri="{FF2B5EF4-FFF2-40B4-BE49-F238E27FC236}">
                <a16:creationId xmlns:a16="http://schemas.microsoft.com/office/drawing/2014/main" id="{A660F9F1-A89E-4D89-A850-A43A23844B4D}"/>
              </a:ext>
            </a:extLst>
          </p:cNvPr>
          <p:cNvSpPr>
            <a:spLocks xmlns:a="http://schemas.openxmlformats.org/drawingml/2006/main" noGrp="1"/>
          </p:cNvSpPr>
          <p:nvPr/>
        </p:nvSpPr>
        <p:spPr>
          <a:xfrm xmlns:a="http://schemas.openxmlformats.org/drawingml/2006/main">
            <a:off x="10591800" y="6515100"/>
            <a:ext cx="952500" cy="171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2000"/>
              </a:lnSpc>
              <a:buNone/>
              <a:defRPr sz="675" b="0">
                <a:solidFill>
                  <a:srgbClr val="383838"/>
                </a:solidFill>
                <a:latin typeface="Microsoft YaHei UI"/>
                <a:ea typeface="Microsoft YaHei UI"/>
                <a:cs typeface="Microsoft YaHei UI"/>
              </a:defRPr>
            </a:pPr>
            <a:r>
              <a:rPr sz="675" b="0">
                <a:solidFill>
                  <a:srgbClr val="383838"/>
                </a:solidFill>
                <a:latin typeface="Microsoft YaHei UI"/>
                <a:ea typeface="Microsoft YaHei UI"/>
                <a:cs typeface="Microsoft YaHei UI"/>
              </a:rPr>
              <a:t>www.ciicmc.com</a:t>
            </a:r>
          </a:p>
        </p:txBody>
      </p:sp>
    </p:spTree>
    <p:extLst>
      <p:ext uri="{BB962C8B-B14F-4D97-AF65-F5344CB8AC3E}">
        <p14:creationId xmlns:p14="http://schemas.microsoft.com/office/powerpoint/2010/main" val="12604539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25" name="g386">
            <a:extLst xmlns:a="http://schemas.openxmlformats.org/drawingml/2006/main">
              <a:ext uri="{FF2B5EF4-FFF2-40B4-BE49-F238E27FC236}">
                <a16:creationId xmlns:a16="http://schemas.microsoft.com/office/drawing/2014/main" id="{E8B56D61-9A6B-4843-AE9A-FD6CAB0EF2E4}"/>
              </a:ext>
            </a:extLst>
          </p:cNvPr>
          <p:cNvSpPr>
            <a:spLocks xmlns:a="http://schemas.openxmlformats.org/drawingml/2006/main" noGrp="1"/>
          </p:cNvSpPr>
          <p:nvPr/>
        </p:nvSpPr>
        <p:spPr>
          <a:xfrm xmlns:a="http://schemas.openxmlformats.org/drawingml/2006/main">
            <a:off x="72390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2" name="g387">
            <a:extLst xmlns:a="http://schemas.openxmlformats.org/drawingml/2006/main">
              <a:ext uri="{FF2B5EF4-FFF2-40B4-BE49-F238E27FC236}">
                <a16:creationId xmlns:a16="http://schemas.microsoft.com/office/drawing/2014/main" id="{5C13E9AD-9AAF-4CAC-ABA6-B8A3105688CA}"/>
              </a:ext>
            </a:extLst>
          </p:cNvPr>
          <p:cNvSpPr>
            <a:spLocks xmlns:a="http://schemas.openxmlformats.org/drawingml/2006/main" noGrp="1"/>
          </p:cNvSpPr>
          <p:nvPr/>
        </p:nvSpPr>
        <p:spPr>
          <a:xfrm xmlns:a="http://schemas.openxmlformats.org/drawingml/2006/main">
            <a:off x="72771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规划背景</a:t>
            </a:r>
          </a:p>
        </p:txBody>
      </p:sp>
      <p:sp>
        <p:nvSpPr>
          <p:cNvPr id="3" name="g388">
            <a:extLst xmlns:a="http://schemas.openxmlformats.org/drawingml/2006/main">
              <a:ext uri="{FF2B5EF4-FFF2-40B4-BE49-F238E27FC236}">
                <a16:creationId xmlns:a16="http://schemas.microsoft.com/office/drawing/2014/main" id="{9695B839-71CB-4F04-A7DB-3C126860DED1}"/>
              </a:ext>
            </a:extLst>
          </p:cNvPr>
          <p:cNvSpPr>
            <a:spLocks xmlns:a="http://schemas.openxmlformats.org/drawingml/2006/main" noGrp="1"/>
          </p:cNvSpPr>
          <p:nvPr/>
        </p:nvSpPr>
        <p:spPr>
          <a:xfrm xmlns:a="http://schemas.openxmlformats.org/drawingml/2006/main">
            <a:off x="8229600" y="0"/>
            <a:ext cx="981075" cy="257175"/>
          </a:xfrm>
          <a:prstGeom xmlns:a="http://schemas.openxmlformats.org/drawingml/2006/main" prst="rect">
            <a:avLst/>
          </a:prstGeom>
          <a:solidFill xmlns:a="http://schemas.openxmlformats.org/drawingml/2006/main">
            <a:srgbClr val="547FFE"/>
          </a:solidFill>
          <a:ln xmlns:a="http://schemas.openxmlformats.org/drawingml/2006/main" w="0">
            <a:noFill/>
          </a:ln>
        </p:spPr>
      </p:sp>
      <p:sp>
        <p:nvSpPr>
          <p:cNvPr id="4" name="g389">
            <a:extLst xmlns:a="http://schemas.openxmlformats.org/drawingml/2006/main">
              <a:ext uri="{FF2B5EF4-FFF2-40B4-BE49-F238E27FC236}">
                <a16:creationId xmlns:a16="http://schemas.microsoft.com/office/drawing/2014/main" id="{9EB24ED5-FDDB-46AA-906A-99C2FC8369D3}"/>
              </a:ext>
            </a:extLst>
          </p:cNvPr>
          <p:cNvSpPr>
            <a:spLocks xmlns:a="http://schemas.openxmlformats.org/drawingml/2006/main" noGrp="1"/>
          </p:cNvSpPr>
          <p:nvPr/>
        </p:nvSpPr>
        <p:spPr>
          <a:xfrm xmlns:a="http://schemas.openxmlformats.org/drawingml/2006/main">
            <a:off x="82677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顶层设计</a:t>
            </a:r>
          </a:p>
        </p:txBody>
      </p:sp>
      <p:sp>
        <p:nvSpPr>
          <p:cNvPr id="5" name="g390">
            <a:extLst xmlns:a="http://schemas.openxmlformats.org/drawingml/2006/main">
              <a:ext uri="{FF2B5EF4-FFF2-40B4-BE49-F238E27FC236}">
                <a16:creationId xmlns:a16="http://schemas.microsoft.com/office/drawing/2014/main" id="{2A369F5F-364B-47B0-B33A-C399AB09C27C}"/>
              </a:ext>
            </a:extLst>
          </p:cNvPr>
          <p:cNvSpPr>
            <a:spLocks xmlns:a="http://schemas.openxmlformats.org/drawingml/2006/main" noGrp="1"/>
          </p:cNvSpPr>
          <p:nvPr/>
        </p:nvSpPr>
        <p:spPr>
          <a:xfrm xmlns:a="http://schemas.openxmlformats.org/drawingml/2006/main">
            <a:off x="92202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6" name="g391">
            <a:extLst xmlns:a="http://schemas.openxmlformats.org/drawingml/2006/main">
              <a:ext uri="{FF2B5EF4-FFF2-40B4-BE49-F238E27FC236}">
                <a16:creationId xmlns:a16="http://schemas.microsoft.com/office/drawing/2014/main" id="{13490725-943D-4D3E-AC1F-66E2CBD6706B}"/>
              </a:ext>
            </a:extLst>
          </p:cNvPr>
          <p:cNvSpPr>
            <a:spLocks xmlns:a="http://schemas.openxmlformats.org/drawingml/2006/main" noGrp="1"/>
          </p:cNvSpPr>
          <p:nvPr/>
        </p:nvSpPr>
        <p:spPr>
          <a:xfrm xmlns:a="http://schemas.openxmlformats.org/drawingml/2006/main">
            <a:off x="92583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重点任务</a:t>
            </a:r>
          </a:p>
        </p:txBody>
      </p:sp>
      <p:sp>
        <p:nvSpPr>
          <p:cNvPr id="7" name="g392">
            <a:extLst xmlns:a="http://schemas.openxmlformats.org/drawingml/2006/main">
              <a:ext uri="{FF2B5EF4-FFF2-40B4-BE49-F238E27FC236}">
                <a16:creationId xmlns:a16="http://schemas.microsoft.com/office/drawing/2014/main" id="{372E5DD3-CA9E-4A46-B55E-9B635CE8927A}"/>
              </a:ext>
            </a:extLst>
          </p:cNvPr>
          <p:cNvSpPr>
            <a:spLocks xmlns:a="http://schemas.openxmlformats.org/drawingml/2006/main" noGrp="1"/>
          </p:cNvSpPr>
          <p:nvPr/>
        </p:nvSpPr>
        <p:spPr>
          <a:xfrm xmlns:a="http://schemas.openxmlformats.org/drawingml/2006/main">
            <a:off x="102108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8" name="g393">
            <a:extLst xmlns:a="http://schemas.openxmlformats.org/drawingml/2006/main">
              <a:ext uri="{FF2B5EF4-FFF2-40B4-BE49-F238E27FC236}">
                <a16:creationId xmlns:a16="http://schemas.microsoft.com/office/drawing/2014/main" id="{C9D920C3-FD20-4A4A-ABB4-0CA2AE28101E}"/>
              </a:ext>
            </a:extLst>
          </p:cNvPr>
          <p:cNvSpPr>
            <a:spLocks xmlns:a="http://schemas.openxmlformats.org/drawingml/2006/main" noGrp="1"/>
          </p:cNvSpPr>
          <p:nvPr/>
        </p:nvSpPr>
        <p:spPr>
          <a:xfrm xmlns:a="http://schemas.openxmlformats.org/drawingml/2006/main">
            <a:off x="102489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保障机制</a:t>
            </a:r>
          </a:p>
        </p:txBody>
      </p:sp>
      <p:sp>
        <p:nvSpPr>
          <p:cNvPr id="9" name="g394">
            <a:extLst xmlns:a="http://schemas.openxmlformats.org/drawingml/2006/main">
              <a:ext uri="{FF2B5EF4-FFF2-40B4-BE49-F238E27FC236}">
                <a16:creationId xmlns:a16="http://schemas.microsoft.com/office/drawing/2014/main" id="{CEA37F6C-4DDC-4582-AA7A-9A5B0D63F689}"/>
              </a:ext>
            </a:extLst>
          </p:cNvPr>
          <p:cNvSpPr>
            <a:spLocks xmlns:a="http://schemas.openxmlformats.org/drawingml/2006/main" noGrp="1"/>
          </p:cNvSpPr>
          <p:nvPr/>
        </p:nvSpPr>
        <p:spPr>
          <a:xfrm xmlns:a="http://schemas.openxmlformats.org/drawingml/2006/main">
            <a:off x="112014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10" name="g395">
            <a:extLst xmlns:a="http://schemas.openxmlformats.org/drawingml/2006/main">
              <a:ext uri="{FF2B5EF4-FFF2-40B4-BE49-F238E27FC236}">
                <a16:creationId xmlns:a16="http://schemas.microsoft.com/office/drawing/2014/main" id="{5B5D53CD-4686-4E19-8A60-3E60FFE23AD6}"/>
              </a:ext>
            </a:extLst>
          </p:cNvPr>
          <p:cNvSpPr>
            <a:spLocks xmlns:a="http://schemas.openxmlformats.org/drawingml/2006/main" noGrp="1"/>
          </p:cNvSpPr>
          <p:nvPr/>
        </p:nvSpPr>
        <p:spPr>
          <a:xfrm xmlns:a="http://schemas.openxmlformats.org/drawingml/2006/main">
            <a:off x="112395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实施路径</a:t>
            </a:r>
          </a:p>
        </p:txBody>
      </p:sp>
      <p:sp>
        <p:nvSpPr>
          <p:cNvPr id="11" name="g396">
            <a:extLst xmlns:a="http://schemas.openxmlformats.org/drawingml/2006/main">
              <a:ext uri="{FF2B5EF4-FFF2-40B4-BE49-F238E27FC236}">
                <a16:creationId xmlns:a16="http://schemas.microsoft.com/office/drawing/2014/main" id="{817D575D-2560-4392-8B02-74D8ACFEC177}"/>
              </a:ext>
            </a:extLst>
          </p:cNvPr>
          <p:cNvSpPr>
            <a:spLocks xmlns:a="http://schemas.openxmlformats.org/drawingml/2006/main" noGrp="1"/>
          </p:cNvSpPr>
          <p:nvPr/>
        </p:nvSpPr>
        <p:spPr>
          <a:xfrm xmlns:a="http://schemas.openxmlformats.org/drawingml/2006/main">
            <a:off x="742950" y="361950"/>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8" b="1">
                <a:solidFill>
                  <a:srgbClr val="383838"/>
                </a:solidFill>
                <a:latin typeface="Microsoft YaHei UI"/>
                <a:ea typeface="Microsoft YaHei UI"/>
                <a:cs typeface="Microsoft YaHei UI"/>
              </a:defRPr>
            </a:pPr>
            <a:r>
              <a:rPr sz="2198" b="1">
                <a:solidFill>
                  <a:srgbClr val="383838"/>
                </a:solidFill>
                <a:latin typeface="Microsoft YaHei UI"/>
                <a:ea typeface="Microsoft YaHei UI"/>
                <a:cs typeface="Microsoft YaHei UI"/>
              </a:rPr>
              <a:t>顶层设计 | 以全链条核心技术攻关为主线，以创新平台建设、成果转化体系、人才发</a:t>
            </a:r>
          </a:p>
        </p:txBody>
      </p:sp>
      <p:sp>
        <p:nvSpPr>
          <p:cNvPr id="12" name="g397">
            <a:extLst xmlns:a="http://schemas.openxmlformats.org/drawingml/2006/main">
              <a:ext uri="{FF2B5EF4-FFF2-40B4-BE49-F238E27FC236}">
                <a16:creationId xmlns:a16="http://schemas.microsoft.com/office/drawing/2014/main" id="{85118049-8F33-48F2-8E45-188639C1362F}"/>
              </a:ext>
            </a:extLst>
          </p:cNvPr>
          <p:cNvSpPr>
            <a:spLocks xmlns:a="http://schemas.openxmlformats.org/drawingml/2006/main" noGrp="1"/>
          </p:cNvSpPr>
          <p:nvPr/>
        </p:nvSpPr>
        <p:spPr>
          <a:xfrm xmlns:a="http://schemas.openxmlformats.org/drawingml/2006/main">
            <a:off x="742950" y="742950"/>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2198" b="1">
                <a:solidFill>
                  <a:srgbClr val="383838"/>
                </a:solidFill>
                <a:latin typeface="Microsoft YaHei UI"/>
                <a:ea typeface="Microsoft YaHei UI"/>
                <a:cs typeface="Microsoft YaHei UI"/>
              </a:defRPr>
            </a:pPr>
            <a:r>
              <a:rPr sz="2198" b="1">
                <a:solidFill>
                  <a:srgbClr val="383838"/>
                </a:solidFill>
                <a:latin typeface="Microsoft YaHei UI"/>
                <a:ea typeface="Microsoft YaHei UI"/>
                <a:cs typeface="Microsoft YaHei UI"/>
              </a:rPr>
              <a:t>展体系为三大核心抓手，配套五大保障机制，打造自主可控、安全高效的核心技术体系</a:t>
            </a:r>
          </a:p>
        </p:txBody>
      </p:sp>
      <p:sp>
        <p:nvSpPr>
          <p:cNvPr id="13" name="g398">
            <a:extLst xmlns:a="http://schemas.openxmlformats.org/drawingml/2006/main">
              <a:ext uri="{FF2B5EF4-FFF2-40B4-BE49-F238E27FC236}">
                <a16:creationId xmlns:a16="http://schemas.microsoft.com/office/drawing/2014/main" id="{B3BDACBD-4485-4600-B4FE-A6FD2FE820A1}"/>
              </a:ext>
            </a:extLst>
          </p:cNvPr>
          <p:cNvSpPr>
            <a:spLocks xmlns:a="http://schemas.openxmlformats.org/drawingml/2006/main" noGrp="1"/>
          </p:cNvSpPr>
          <p:nvPr/>
        </p:nvSpPr>
        <p:spPr>
          <a:xfrm xmlns:a="http://schemas.openxmlformats.org/drawingml/2006/main">
            <a:off x="447675" y="1181100"/>
            <a:ext cx="11172825" cy="723900"/>
          </a:xfrm>
          <a:custGeom xmlns:a="http://schemas.openxmlformats.org/drawingml/2006/main">
            <a:pathLst>
              <a:path w="11172825" h="723900">
                <a:moveTo>
                  <a:pt x="0" y="723900"/>
                </a:moveTo>
                <a:lnTo>
                  <a:pt x="5591175" y="0"/>
                </a:lnTo>
                <a:lnTo>
                  <a:pt x="11172825" y="723900"/>
                </a:lnTo>
                <a:close/>
              </a:path>
            </a:pathLst>
          </a:custGeom>
          <a:solidFill xmlns:a="http://schemas.openxmlformats.org/drawingml/2006/main">
            <a:srgbClr val="547FFE"/>
          </a:solidFill>
          <a:ln xmlns:a="http://schemas.openxmlformats.org/drawingml/2006/main" w="0">
            <a:noFill/>
          </a:ln>
        </p:spPr>
      </p:sp>
      <p:sp>
        <p:nvSpPr>
          <p:cNvPr id="14" name="g399">
            <a:extLst xmlns:a="http://schemas.openxmlformats.org/drawingml/2006/main">
              <a:ext uri="{FF2B5EF4-FFF2-40B4-BE49-F238E27FC236}">
                <a16:creationId xmlns:a16="http://schemas.microsoft.com/office/drawing/2014/main" id="{20A7ABBD-1747-4061-BD83-1E1455813F69}"/>
              </a:ext>
            </a:extLst>
          </p:cNvPr>
          <p:cNvSpPr>
            <a:spLocks xmlns:a="http://schemas.openxmlformats.org/drawingml/2006/main" noGrp="1"/>
          </p:cNvSpPr>
          <p:nvPr/>
        </p:nvSpPr>
        <p:spPr>
          <a:xfrm xmlns:a="http://schemas.openxmlformats.org/drawingml/2006/main">
            <a:off x="3238500" y="1381125"/>
            <a:ext cx="561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395" b="1">
                <a:solidFill>
                  <a:srgbClr val="FFFFFF"/>
                </a:solidFill>
                <a:latin typeface="Microsoft YaHei UI"/>
                <a:ea typeface="Microsoft YaHei UI"/>
                <a:cs typeface="Microsoft YaHei UI"/>
              </a:defRPr>
            </a:pPr>
            <a:r>
              <a:rPr sz="1395" b="1">
                <a:solidFill>
                  <a:srgbClr val="FFFFFF"/>
                </a:solidFill>
                <a:latin typeface="Microsoft YaHei UI"/>
                <a:ea typeface="Microsoft YaHei UI"/>
                <a:cs typeface="Microsoft YaHei UI"/>
              </a:rPr>
              <a:t>打造自主可控、安全高效的核心技术体系</a:t>
            </a:r>
          </a:p>
          <a:p xmlns:a="http://schemas.openxmlformats.org/drawingml/2006/main">
            <a:pPr algn="ctr">
              <a:lnSpc>
                <a:spcPct val="120000"/>
              </a:lnSpc>
              <a:buNone/>
              <a:defRPr sz="1395" b="1">
                <a:solidFill>
                  <a:srgbClr val="FFFFFF"/>
                </a:solidFill>
                <a:latin typeface="Microsoft YaHei UI"/>
                <a:ea typeface="Microsoft YaHei UI"/>
                <a:cs typeface="Microsoft YaHei UI"/>
              </a:defRPr>
            </a:pPr>
            <a:r>
              <a:rPr sz="1395" b="1">
                <a:solidFill>
                  <a:srgbClr val="FFFFFF"/>
                </a:solidFill>
                <a:latin typeface="Microsoft YaHei UI"/>
                <a:ea typeface="Microsoft YaHei UI"/>
                <a:cs typeface="Microsoft YaHei UI"/>
              </a:rPr>
              <a:t>成为行业领先的原创技术策源地与产业创新高地</a:t>
            </a:r>
          </a:p>
        </p:txBody>
      </p:sp>
      <p:sp>
        <p:nvSpPr>
          <p:cNvPr id="15" name="g400">
            <a:extLst xmlns:a="http://schemas.openxmlformats.org/drawingml/2006/main">
              <a:ext uri="{FF2B5EF4-FFF2-40B4-BE49-F238E27FC236}">
                <a16:creationId xmlns:a16="http://schemas.microsoft.com/office/drawing/2014/main" id="{A9CD3871-0D48-46EC-BCF6-E532C339CB50}"/>
              </a:ext>
            </a:extLst>
          </p:cNvPr>
          <p:cNvSpPr>
            <a:spLocks xmlns:a="http://schemas.openxmlformats.org/drawingml/2006/main" noGrp="1"/>
          </p:cNvSpPr>
          <p:nvPr/>
        </p:nvSpPr>
        <p:spPr>
          <a:xfrm xmlns:a="http://schemas.openxmlformats.org/drawingml/2006/main">
            <a:off x="447675" y="2009775"/>
            <a:ext cx="609600" cy="428625"/>
          </a:xfrm>
          <a:prstGeom xmlns:a="http://schemas.openxmlformats.org/drawingml/2006/main" prst="rect">
            <a:avLst/>
          </a:prstGeom>
          <a:solidFill xmlns:a="http://schemas.openxmlformats.org/drawingml/2006/main">
            <a:srgbClr val="F1F1F1"/>
          </a:solidFill>
          <a:ln xmlns:a="http://schemas.openxmlformats.org/drawingml/2006/main" w="0">
            <a:noFill/>
          </a:ln>
        </p:spPr>
      </p:sp>
      <p:sp>
        <p:nvSpPr>
          <p:cNvPr id="16" name="g401">
            <a:extLst xmlns:a="http://schemas.openxmlformats.org/drawingml/2006/main">
              <a:ext uri="{FF2B5EF4-FFF2-40B4-BE49-F238E27FC236}">
                <a16:creationId xmlns:a16="http://schemas.microsoft.com/office/drawing/2014/main" id="{A52E9A2B-2578-4567-A396-335FFC3A049C}"/>
              </a:ext>
            </a:extLst>
          </p:cNvPr>
          <p:cNvSpPr>
            <a:spLocks xmlns:a="http://schemas.openxmlformats.org/drawingml/2006/main" noGrp="1"/>
          </p:cNvSpPr>
          <p:nvPr/>
        </p:nvSpPr>
        <p:spPr>
          <a:xfrm xmlns:a="http://schemas.openxmlformats.org/drawingml/2006/main">
            <a:off x="447675" y="2028825"/>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原则</a:t>
            </a:r>
          </a:p>
        </p:txBody>
      </p:sp>
      <p:sp>
        <p:nvSpPr>
          <p:cNvPr id="17" name="g402">
            <a:extLst xmlns:a="http://schemas.openxmlformats.org/drawingml/2006/main">
              <a:ext uri="{FF2B5EF4-FFF2-40B4-BE49-F238E27FC236}">
                <a16:creationId xmlns:a16="http://schemas.microsoft.com/office/drawing/2014/main" id="{0D819B9D-6A5A-4C19-80DA-3B943D4D0E9D}"/>
              </a:ext>
            </a:extLst>
          </p:cNvPr>
          <p:cNvSpPr>
            <a:spLocks xmlns:a="http://schemas.openxmlformats.org/drawingml/2006/main" noGrp="1"/>
          </p:cNvSpPr>
          <p:nvPr/>
        </p:nvSpPr>
        <p:spPr>
          <a:xfrm xmlns:a="http://schemas.openxmlformats.org/drawingml/2006/main">
            <a:off x="1152525" y="1990725"/>
            <a:ext cx="10467975" cy="447675"/>
          </a:xfrm>
          <a:prstGeom xmlns:a="http://schemas.openxmlformats.org/drawingml/2006/main" prst="rect">
            <a:avLst/>
          </a:prstGeom>
          <a:solidFill xmlns:a="http://schemas.openxmlformats.org/drawingml/2006/main">
            <a:srgbClr val="F5F8FF"/>
          </a:solidFill>
          <a:ln xmlns:a="http://schemas.openxmlformats.org/drawingml/2006/main" w="0">
            <a:noFill/>
          </a:ln>
        </p:spPr>
      </p:sp>
      <p:sp>
        <p:nvSpPr>
          <p:cNvPr id="18" name="g403">
            <a:extLst xmlns:a="http://schemas.openxmlformats.org/drawingml/2006/main">
              <a:ext uri="{FF2B5EF4-FFF2-40B4-BE49-F238E27FC236}">
                <a16:creationId xmlns:a16="http://schemas.microsoft.com/office/drawing/2014/main" id="{D7054E5A-3C40-4F7D-A975-B59CB33C6F24}"/>
              </a:ext>
            </a:extLst>
          </p:cNvPr>
          <p:cNvSpPr>
            <a:spLocks xmlns:a="http://schemas.openxmlformats.org/drawingml/2006/main" noGrp="1"/>
          </p:cNvSpPr>
          <p:nvPr/>
        </p:nvSpPr>
        <p:spPr>
          <a:xfrm xmlns:a="http://schemas.openxmlformats.org/drawingml/2006/main">
            <a:off x="11525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9" name="g404">
            <a:extLst xmlns:a="http://schemas.openxmlformats.org/drawingml/2006/main">
              <a:ext uri="{FF2B5EF4-FFF2-40B4-BE49-F238E27FC236}">
                <a16:creationId xmlns:a16="http://schemas.microsoft.com/office/drawing/2014/main" id="{F051EB4E-66F6-4F89-8175-13F22636F6CE}"/>
              </a:ext>
            </a:extLst>
          </p:cNvPr>
          <p:cNvSpPr>
            <a:spLocks xmlns:a="http://schemas.openxmlformats.org/drawingml/2006/main" noGrp="1"/>
          </p:cNvSpPr>
          <p:nvPr/>
        </p:nvSpPr>
        <p:spPr>
          <a:xfrm xmlns:a="http://schemas.openxmlformats.org/drawingml/2006/main">
            <a:off x="12382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0" name="g405">
            <a:extLst xmlns:a="http://schemas.openxmlformats.org/drawingml/2006/main">
              <a:ext uri="{FF2B5EF4-FFF2-40B4-BE49-F238E27FC236}">
                <a16:creationId xmlns:a16="http://schemas.microsoft.com/office/drawing/2014/main" id="{06FBDE1C-A23B-49A1-82A0-646D92555D49}"/>
              </a:ext>
            </a:extLst>
          </p:cNvPr>
          <p:cNvSpPr>
            <a:spLocks xmlns:a="http://schemas.openxmlformats.org/drawingml/2006/main" noGrp="1"/>
          </p:cNvSpPr>
          <p:nvPr/>
        </p:nvSpPr>
        <p:spPr>
          <a:xfrm xmlns:a="http://schemas.openxmlformats.org/drawingml/2006/main">
            <a:off x="13239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1" name="g406">
            <a:extLst xmlns:a="http://schemas.openxmlformats.org/drawingml/2006/main">
              <a:ext uri="{FF2B5EF4-FFF2-40B4-BE49-F238E27FC236}">
                <a16:creationId xmlns:a16="http://schemas.microsoft.com/office/drawing/2014/main" id="{0A980001-8D3E-4C3D-A63D-FDE99C2C9D9D}"/>
              </a:ext>
            </a:extLst>
          </p:cNvPr>
          <p:cNvSpPr>
            <a:spLocks xmlns:a="http://schemas.openxmlformats.org/drawingml/2006/main" noGrp="1"/>
          </p:cNvSpPr>
          <p:nvPr/>
        </p:nvSpPr>
        <p:spPr>
          <a:xfrm xmlns:a="http://schemas.openxmlformats.org/drawingml/2006/main">
            <a:off x="14097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2" name="g407">
            <a:extLst xmlns:a="http://schemas.openxmlformats.org/drawingml/2006/main">
              <a:ext uri="{FF2B5EF4-FFF2-40B4-BE49-F238E27FC236}">
                <a16:creationId xmlns:a16="http://schemas.microsoft.com/office/drawing/2014/main" id="{AA908874-DB84-4115-ADCA-0C50EE72244A}"/>
              </a:ext>
            </a:extLst>
          </p:cNvPr>
          <p:cNvSpPr>
            <a:spLocks xmlns:a="http://schemas.openxmlformats.org/drawingml/2006/main" noGrp="1"/>
          </p:cNvSpPr>
          <p:nvPr/>
        </p:nvSpPr>
        <p:spPr>
          <a:xfrm xmlns:a="http://schemas.openxmlformats.org/drawingml/2006/main">
            <a:off x="14954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3" name="g408">
            <a:extLst xmlns:a="http://schemas.openxmlformats.org/drawingml/2006/main">
              <a:ext uri="{FF2B5EF4-FFF2-40B4-BE49-F238E27FC236}">
                <a16:creationId xmlns:a16="http://schemas.microsoft.com/office/drawing/2014/main" id="{112704C7-1672-4A8E-AFEA-6147945F571E}"/>
              </a:ext>
            </a:extLst>
          </p:cNvPr>
          <p:cNvSpPr>
            <a:spLocks xmlns:a="http://schemas.openxmlformats.org/drawingml/2006/main" noGrp="1"/>
          </p:cNvSpPr>
          <p:nvPr/>
        </p:nvSpPr>
        <p:spPr>
          <a:xfrm xmlns:a="http://schemas.openxmlformats.org/drawingml/2006/main">
            <a:off x="15811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4" name="g409">
            <a:extLst xmlns:a="http://schemas.openxmlformats.org/drawingml/2006/main">
              <a:ext uri="{FF2B5EF4-FFF2-40B4-BE49-F238E27FC236}">
                <a16:creationId xmlns:a16="http://schemas.microsoft.com/office/drawing/2014/main" id="{CF1BEF6E-1078-42C9-B0FC-B66B062799E4}"/>
              </a:ext>
            </a:extLst>
          </p:cNvPr>
          <p:cNvSpPr>
            <a:spLocks xmlns:a="http://schemas.openxmlformats.org/drawingml/2006/main" noGrp="1"/>
          </p:cNvSpPr>
          <p:nvPr/>
        </p:nvSpPr>
        <p:spPr>
          <a:xfrm xmlns:a="http://schemas.openxmlformats.org/drawingml/2006/main">
            <a:off x="16668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5" name="g410">
            <a:extLst xmlns:a="http://schemas.openxmlformats.org/drawingml/2006/main">
              <a:ext uri="{FF2B5EF4-FFF2-40B4-BE49-F238E27FC236}">
                <a16:creationId xmlns:a16="http://schemas.microsoft.com/office/drawing/2014/main" id="{91DDE604-57AF-4706-8729-AEA82D219EFA}"/>
              </a:ext>
            </a:extLst>
          </p:cNvPr>
          <p:cNvSpPr>
            <a:spLocks xmlns:a="http://schemas.openxmlformats.org/drawingml/2006/main" noGrp="1"/>
          </p:cNvSpPr>
          <p:nvPr/>
        </p:nvSpPr>
        <p:spPr>
          <a:xfrm xmlns:a="http://schemas.openxmlformats.org/drawingml/2006/main">
            <a:off x="17526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6" name="g411">
            <a:extLst xmlns:a="http://schemas.openxmlformats.org/drawingml/2006/main">
              <a:ext uri="{FF2B5EF4-FFF2-40B4-BE49-F238E27FC236}">
                <a16:creationId xmlns:a16="http://schemas.microsoft.com/office/drawing/2014/main" id="{E6D83D79-0567-4CE3-A84B-9806F8B2DFEE}"/>
              </a:ext>
            </a:extLst>
          </p:cNvPr>
          <p:cNvSpPr>
            <a:spLocks xmlns:a="http://schemas.openxmlformats.org/drawingml/2006/main" noGrp="1"/>
          </p:cNvSpPr>
          <p:nvPr/>
        </p:nvSpPr>
        <p:spPr>
          <a:xfrm xmlns:a="http://schemas.openxmlformats.org/drawingml/2006/main">
            <a:off x="18383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7" name="g412">
            <a:extLst xmlns:a="http://schemas.openxmlformats.org/drawingml/2006/main">
              <a:ext uri="{FF2B5EF4-FFF2-40B4-BE49-F238E27FC236}">
                <a16:creationId xmlns:a16="http://schemas.microsoft.com/office/drawing/2014/main" id="{8B56A0D8-2E3B-43AD-8629-52B2E23E5547}"/>
              </a:ext>
            </a:extLst>
          </p:cNvPr>
          <p:cNvSpPr>
            <a:spLocks xmlns:a="http://schemas.openxmlformats.org/drawingml/2006/main" noGrp="1"/>
          </p:cNvSpPr>
          <p:nvPr/>
        </p:nvSpPr>
        <p:spPr>
          <a:xfrm xmlns:a="http://schemas.openxmlformats.org/drawingml/2006/main">
            <a:off x="19240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8" name="g413">
            <a:extLst xmlns:a="http://schemas.openxmlformats.org/drawingml/2006/main">
              <a:ext uri="{FF2B5EF4-FFF2-40B4-BE49-F238E27FC236}">
                <a16:creationId xmlns:a16="http://schemas.microsoft.com/office/drawing/2014/main" id="{D6C78A0C-A4D2-49CA-AE80-8B03D3AB6043}"/>
              </a:ext>
            </a:extLst>
          </p:cNvPr>
          <p:cNvSpPr>
            <a:spLocks xmlns:a="http://schemas.openxmlformats.org/drawingml/2006/main" noGrp="1"/>
          </p:cNvSpPr>
          <p:nvPr/>
        </p:nvSpPr>
        <p:spPr>
          <a:xfrm xmlns:a="http://schemas.openxmlformats.org/drawingml/2006/main">
            <a:off x="20097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 name="g414">
            <a:extLst xmlns:a="http://schemas.openxmlformats.org/drawingml/2006/main">
              <a:ext uri="{FF2B5EF4-FFF2-40B4-BE49-F238E27FC236}">
                <a16:creationId xmlns:a16="http://schemas.microsoft.com/office/drawing/2014/main" id="{598579BC-3F2D-4073-9018-0E017EE10806}"/>
              </a:ext>
            </a:extLst>
          </p:cNvPr>
          <p:cNvSpPr>
            <a:spLocks xmlns:a="http://schemas.openxmlformats.org/drawingml/2006/main" noGrp="1"/>
          </p:cNvSpPr>
          <p:nvPr/>
        </p:nvSpPr>
        <p:spPr>
          <a:xfrm xmlns:a="http://schemas.openxmlformats.org/drawingml/2006/main">
            <a:off x="20955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 name="g415">
            <a:extLst xmlns:a="http://schemas.openxmlformats.org/drawingml/2006/main">
              <a:ext uri="{FF2B5EF4-FFF2-40B4-BE49-F238E27FC236}">
                <a16:creationId xmlns:a16="http://schemas.microsoft.com/office/drawing/2014/main" id="{D7C99EA2-F419-4C7B-B0D6-89A3DDB471DF}"/>
              </a:ext>
            </a:extLst>
          </p:cNvPr>
          <p:cNvSpPr>
            <a:spLocks xmlns:a="http://schemas.openxmlformats.org/drawingml/2006/main" noGrp="1"/>
          </p:cNvSpPr>
          <p:nvPr/>
        </p:nvSpPr>
        <p:spPr>
          <a:xfrm xmlns:a="http://schemas.openxmlformats.org/drawingml/2006/main">
            <a:off x="21812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 name="g416">
            <a:extLst xmlns:a="http://schemas.openxmlformats.org/drawingml/2006/main">
              <a:ext uri="{FF2B5EF4-FFF2-40B4-BE49-F238E27FC236}">
                <a16:creationId xmlns:a16="http://schemas.microsoft.com/office/drawing/2014/main" id="{580DBBFA-41DE-4BD2-8F77-AB075ECAAB8E}"/>
              </a:ext>
            </a:extLst>
          </p:cNvPr>
          <p:cNvSpPr>
            <a:spLocks xmlns:a="http://schemas.openxmlformats.org/drawingml/2006/main" noGrp="1"/>
          </p:cNvSpPr>
          <p:nvPr/>
        </p:nvSpPr>
        <p:spPr>
          <a:xfrm xmlns:a="http://schemas.openxmlformats.org/drawingml/2006/main">
            <a:off x="22669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 name="g417">
            <a:extLst xmlns:a="http://schemas.openxmlformats.org/drawingml/2006/main">
              <a:ext uri="{FF2B5EF4-FFF2-40B4-BE49-F238E27FC236}">
                <a16:creationId xmlns:a16="http://schemas.microsoft.com/office/drawing/2014/main" id="{ADC1EDD5-1883-4108-A8B0-82D6C588ECE9}"/>
              </a:ext>
            </a:extLst>
          </p:cNvPr>
          <p:cNvSpPr>
            <a:spLocks xmlns:a="http://schemas.openxmlformats.org/drawingml/2006/main" noGrp="1"/>
          </p:cNvSpPr>
          <p:nvPr/>
        </p:nvSpPr>
        <p:spPr>
          <a:xfrm xmlns:a="http://schemas.openxmlformats.org/drawingml/2006/main">
            <a:off x="23526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 name="g418">
            <a:extLst xmlns:a="http://schemas.openxmlformats.org/drawingml/2006/main">
              <a:ext uri="{FF2B5EF4-FFF2-40B4-BE49-F238E27FC236}">
                <a16:creationId xmlns:a16="http://schemas.microsoft.com/office/drawing/2014/main" id="{82C23292-B01B-421C-83A0-79A29D510BD4}"/>
              </a:ext>
            </a:extLst>
          </p:cNvPr>
          <p:cNvSpPr>
            <a:spLocks xmlns:a="http://schemas.openxmlformats.org/drawingml/2006/main" noGrp="1"/>
          </p:cNvSpPr>
          <p:nvPr/>
        </p:nvSpPr>
        <p:spPr>
          <a:xfrm xmlns:a="http://schemas.openxmlformats.org/drawingml/2006/main">
            <a:off x="24384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 name="g419">
            <a:extLst xmlns:a="http://schemas.openxmlformats.org/drawingml/2006/main">
              <a:ext uri="{FF2B5EF4-FFF2-40B4-BE49-F238E27FC236}">
                <a16:creationId xmlns:a16="http://schemas.microsoft.com/office/drawing/2014/main" id="{CF126180-0798-4C21-8309-E44D401122EA}"/>
              </a:ext>
            </a:extLst>
          </p:cNvPr>
          <p:cNvSpPr>
            <a:spLocks xmlns:a="http://schemas.openxmlformats.org/drawingml/2006/main" noGrp="1"/>
          </p:cNvSpPr>
          <p:nvPr/>
        </p:nvSpPr>
        <p:spPr>
          <a:xfrm xmlns:a="http://schemas.openxmlformats.org/drawingml/2006/main">
            <a:off x="25241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 name="g420">
            <a:extLst xmlns:a="http://schemas.openxmlformats.org/drawingml/2006/main">
              <a:ext uri="{FF2B5EF4-FFF2-40B4-BE49-F238E27FC236}">
                <a16:creationId xmlns:a16="http://schemas.microsoft.com/office/drawing/2014/main" id="{C95F7C43-E524-4115-A499-BB169345C3F7}"/>
              </a:ext>
            </a:extLst>
          </p:cNvPr>
          <p:cNvSpPr>
            <a:spLocks xmlns:a="http://schemas.openxmlformats.org/drawingml/2006/main" noGrp="1"/>
          </p:cNvSpPr>
          <p:nvPr/>
        </p:nvSpPr>
        <p:spPr>
          <a:xfrm xmlns:a="http://schemas.openxmlformats.org/drawingml/2006/main">
            <a:off x="26098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 name="g421">
            <a:extLst xmlns:a="http://schemas.openxmlformats.org/drawingml/2006/main">
              <a:ext uri="{FF2B5EF4-FFF2-40B4-BE49-F238E27FC236}">
                <a16:creationId xmlns:a16="http://schemas.microsoft.com/office/drawing/2014/main" id="{3EFBFBDE-0333-427E-946A-450CA7AAC756}"/>
              </a:ext>
            </a:extLst>
          </p:cNvPr>
          <p:cNvSpPr>
            <a:spLocks xmlns:a="http://schemas.openxmlformats.org/drawingml/2006/main" noGrp="1"/>
          </p:cNvSpPr>
          <p:nvPr/>
        </p:nvSpPr>
        <p:spPr>
          <a:xfrm xmlns:a="http://schemas.openxmlformats.org/drawingml/2006/main">
            <a:off x="26955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 name="g422">
            <a:extLst xmlns:a="http://schemas.openxmlformats.org/drawingml/2006/main">
              <a:ext uri="{FF2B5EF4-FFF2-40B4-BE49-F238E27FC236}">
                <a16:creationId xmlns:a16="http://schemas.microsoft.com/office/drawing/2014/main" id="{08133E58-F5ED-4F8E-B0D3-1F757620A430}"/>
              </a:ext>
            </a:extLst>
          </p:cNvPr>
          <p:cNvSpPr>
            <a:spLocks xmlns:a="http://schemas.openxmlformats.org/drawingml/2006/main" noGrp="1"/>
          </p:cNvSpPr>
          <p:nvPr/>
        </p:nvSpPr>
        <p:spPr>
          <a:xfrm xmlns:a="http://schemas.openxmlformats.org/drawingml/2006/main">
            <a:off x="27813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 name="g423">
            <a:extLst xmlns:a="http://schemas.openxmlformats.org/drawingml/2006/main">
              <a:ext uri="{FF2B5EF4-FFF2-40B4-BE49-F238E27FC236}">
                <a16:creationId xmlns:a16="http://schemas.microsoft.com/office/drawing/2014/main" id="{084986F2-8C0D-4E40-B97F-69A1E5BD99E4}"/>
              </a:ext>
            </a:extLst>
          </p:cNvPr>
          <p:cNvSpPr>
            <a:spLocks xmlns:a="http://schemas.openxmlformats.org/drawingml/2006/main" noGrp="1"/>
          </p:cNvSpPr>
          <p:nvPr/>
        </p:nvSpPr>
        <p:spPr>
          <a:xfrm xmlns:a="http://schemas.openxmlformats.org/drawingml/2006/main">
            <a:off x="28670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 name="g424">
            <a:extLst xmlns:a="http://schemas.openxmlformats.org/drawingml/2006/main">
              <a:ext uri="{FF2B5EF4-FFF2-40B4-BE49-F238E27FC236}">
                <a16:creationId xmlns:a16="http://schemas.microsoft.com/office/drawing/2014/main" id="{D47B885E-2F63-4647-AB6B-DAA5E7391143}"/>
              </a:ext>
            </a:extLst>
          </p:cNvPr>
          <p:cNvSpPr>
            <a:spLocks xmlns:a="http://schemas.openxmlformats.org/drawingml/2006/main" noGrp="1"/>
          </p:cNvSpPr>
          <p:nvPr/>
        </p:nvSpPr>
        <p:spPr>
          <a:xfrm xmlns:a="http://schemas.openxmlformats.org/drawingml/2006/main">
            <a:off x="29527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 name="g425">
            <a:extLst xmlns:a="http://schemas.openxmlformats.org/drawingml/2006/main">
              <a:ext uri="{FF2B5EF4-FFF2-40B4-BE49-F238E27FC236}">
                <a16:creationId xmlns:a16="http://schemas.microsoft.com/office/drawing/2014/main" id="{A621A822-2D4C-45E3-B65E-3886D10C8A1A}"/>
              </a:ext>
            </a:extLst>
          </p:cNvPr>
          <p:cNvSpPr>
            <a:spLocks xmlns:a="http://schemas.openxmlformats.org/drawingml/2006/main" noGrp="1"/>
          </p:cNvSpPr>
          <p:nvPr/>
        </p:nvSpPr>
        <p:spPr>
          <a:xfrm xmlns:a="http://schemas.openxmlformats.org/drawingml/2006/main">
            <a:off x="30384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1" name="g426">
            <a:extLst xmlns:a="http://schemas.openxmlformats.org/drawingml/2006/main">
              <a:ext uri="{FF2B5EF4-FFF2-40B4-BE49-F238E27FC236}">
                <a16:creationId xmlns:a16="http://schemas.microsoft.com/office/drawing/2014/main" id="{B7230FBF-75C5-4CE8-B147-774339BB5E1A}"/>
              </a:ext>
            </a:extLst>
          </p:cNvPr>
          <p:cNvSpPr>
            <a:spLocks xmlns:a="http://schemas.openxmlformats.org/drawingml/2006/main" noGrp="1"/>
          </p:cNvSpPr>
          <p:nvPr/>
        </p:nvSpPr>
        <p:spPr>
          <a:xfrm xmlns:a="http://schemas.openxmlformats.org/drawingml/2006/main">
            <a:off x="31242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2" name="g427">
            <a:extLst xmlns:a="http://schemas.openxmlformats.org/drawingml/2006/main">
              <a:ext uri="{FF2B5EF4-FFF2-40B4-BE49-F238E27FC236}">
                <a16:creationId xmlns:a16="http://schemas.microsoft.com/office/drawing/2014/main" id="{A8A6E3CA-2EB0-4F97-9CEB-ABE69044CC24}"/>
              </a:ext>
            </a:extLst>
          </p:cNvPr>
          <p:cNvSpPr>
            <a:spLocks xmlns:a="http://schemas.openxmlformats.org/drawingml/2006/main" noGrp="1"/>
          </p:cNvSpPr>
          <p:nvPr/>
        </p:nvSpPr>
        <p:spPr>
          <a:xfrm xmlns:a="http://schemas.openxmlformats.org/drawingml/2006/main">
            <a:off x="32099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3" name="g428">
            <a:extLst xmlns:a="http://schemas.openxmlformats.org/drawingml/2006/main">
              <a:ext uri="{FF2B5EF4-FFF2-40B4-BE49-F238E27FC236}">
                <a16:creationId xmlns:a16="http://schemas.microsoft.com/office/drawing/2014/main" id="{017D9BFC-6229-436D-94E3-1A7AD3B8B456}"/>
              </a:ext>
            </a:extLst>
          </p:cNvPr>
          <p:cNvSpPr>
            <a:spLocks xmlns:a="http://schemas.openxmlformats.org/drawingml/2006/main" noGrp="1"/>
          </p:cNvSpPr>
          <p:nvPr/>
        </p:nvSpPr>
        <p:spPr>
          <a:xfrm xmlns:a="http://schemas.openxmlformats.org/drawingml/2006/main">
            <a:off x="32956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4" name="g429">
            <a:extLst xmlns:a="http://schemas.openxmlformats.org/drawingml/2006/main">
              <a:ext uri="{FF2B5EF4-FFF2-40B4-BE49-F238E27FC236}">
                <a16:creationId xmlns:a16="http://schemas.microsoft.com/office/drawing/2014/main" id="{2C779007-487D-4D56-9B48-235291648074}"/>
              </a:ext>
            </a:extLst>
          </p:cNvPr>
          <p:cNvSpPr>
            <a:spLocks xmlns:a="http://schemas.openxmlformats.org/drawingml/2006/main" noGrp="1"/>
          </p:cNvSpPr>
          <p:nvPr/>
        </p:nvSpPr>
        <p:spPr>
          <a:xfrm xmlns:a="http://schemas.openxmlformats.org/drawingml/2006/main">
            <a:off x="33813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5" name="g430">
            <a:extLst xmlns:a="http://schemas.openxmlformats.org/drawingml/2006/main">
              <a:ext uri="{FF2B5EF4-FFF2-40B4-BE49-F238E27FC236}">
                <a16:creationId xmlns:a16="http://schemas.microsoft.com/office/drawing/2014/main" id="{7C6F0944-6752-4D64-A086-8E89E79C786B}"/>
              </a:ext>
            </a:extLst>
          </p:cNvPr>
          <p:cNvSpPr>
            <a:spLocks xmlns:a="http://schemas.openxmlformats.org/drawingml/2006/main" noGrp="1"/>
          </p:cNvSpPr>
          <p:nvPr/>
        </p:nvSpPr>
        <p:spPr>
          <a:xfrm xmlns:a="http://schemas.openxmlformats.org/drawingml/2006/main">
            <a:off x="34671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6" name="g431">
            <a:extLst xmlns:a="http://schemas.openxmlformats.org/drawingml/2006/main">
              <a:ext uri="{FF2B5EF4-FFF2-40B4-BE49-F238E27FC236}">
                <a16:creationId xmlns:a16="http://schemas.microsoft.com/office/drawing/2014/main" id="{BF43C2EE-389A-48F2-8726-93BF57901525}"/>
              </a:ext>
            </a:extLst>
          </p:cNvPr>
          <p:cNvSpPr>
            <a:spLocks xmlns:a="http://schemas.openxmlformats.org/drawingml/2006/main" noGrp="1"/>
          </p:cNvSpPr>
          <p:nvPr/>
        </p:nvSpPr>
        <p:spPr>
          <a:xfrm xmlns:a="http://schemas.openxmlformats.org/drawingml/2006/main">
            <a:off x="35528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7" name="g432">
            <a:extLst xmlns:a="http://schemas.openxmlformats.org/drawingml/2006/main">
              <a:ext uri="{FF2B5EF4-FFF2-40B4-BE49-F238E27FC236}">
                <a16:creationId xmlns:a16="http://schemas.microsoft.com/office/drawing/2014/main" id="{BD05F994-D478-4023-8248-85C0C16CBA6E}"/>
              </a:ext>
            </a:extLst>
          </p:cNvPr>
          <p:cNvSpPr>
            <a:spLocks xmlns:a="http://schemas.openxmlformats.org/drawingml/2006/main" noGrp="1"/>
          </p:cNvSpPr>
          <p:nvPr/>
        </p:nvSpPr>
        <p:spPr>
          <a:xfrm xmlns:a="http://schemas.openxmlformats.org/drawingml/2006/main">
            <a:off x="36385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8" name="g433">
            <a:extLst xmlns:a="http://schemas.openxmlformats.org/drawingml/2006/main">
              <a:ext uri="{FF2B5EF4-FFF2-40B4-BE49-F238E27FC236}">
                <a16:creationId xmlns:a16="http://schemas.microsoft.com/office/drawing/2014/main" id="{FA54D3F0-9AB9-4791-B48B-6A7819832A23}"/>
              </a:ext>
            </a:extLst>
          </p:cNvPr>
          <p:cNvSpPr>
            <a:spLocks xmlns:a="http://schemas.openxmlformats.org/drawingml/2006/main" noGrp="1"/>
          </p:cNvSpPr>
          <p:nvPr/>
        </p:nvSpPr>
        <p:spPr>
          <a:xfrm xmlns:a="http://schemas.openxmlformats.org/drawingml/2006/main">
            <a:off x="37242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9" name="g434">
            <a:extLst xmlns:a="http://schemas.openxmlformats.org/drawingml/2006/main">
              <a:ext uri="{FF2B5EF4-FFF2-40B4-BE49-F238E27FC236}">
                <a16:creationId xmlns:a16="http://schemas.microsoft.com/office/drawing/2014/main" id="{234CAE45-F8F2-4E0A-BFA6-61995DAF4B95}"/>
              </a:ext>
            </a:extLst>
          </p:cNvPr>
          <p:cNvSpPr>
            <a:spLocks xmlns:a="http://schemas.openxmlformats.org/drawingml/2006/main" noGrp="1"/>
          </p:cNvSpPr>
          <p:nvPr/>
        </p:nvSpPr>
        <p:spPr>
          <a:xfrm xmlns:a="http://schemas.openxmlformats.org/drawingml/2006/main">
            <a:off x="38100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0" name="g435">
            <a:extLst xmlns:a="http://schemas.openxmlformats.org/drawingml/2006/main">
              <a:ext uri="{FF2B5EF4-FFF2-40B4-BE49-F238E27FC236}">
                <a16:creationId xmlns:a16="http://schemas.microsoft.com/office/drawing/2014/main" id="{41AC052A-17C8-41D2-B7D5-E4AFE97E8C1E}"/>
              </a:ext>
            </a:extLst>
          </p:cNvPr>
          <p:cNvSpPr>
            <a:spLocks xmlns:a="http://schemas.openxmlformats.org/drawingml/2006/main" noGrp="1"/>
          </p:cNvSpPr>
          <p:nvPr/>
        </p:nvSpPr>
        <p:spPr>
          <a:xfrm xmlns:a="http://schemas.openxmlformats.org/drawingml/2006/main">
            <a:off x="38957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1" name="g436">
            <a:extLst xmlns:a="http://schemas.openxmlformats.org/drawingml/2006/main">
              <a:ext uri="{FF2B5EF4-FFF2-40B4-BE49-F238E27FC236}">
                <a16:creationId xmlns:a16="http://schemas.microsoft.com/office/drawing/2014/main" id="{194EF6CF-A939-4F04-9847-38E3C24FD2BC}"/>
              </a:ext>
            </a:extLst>
          </p:cNvPr>
          <p:cNvSpPr>
            <a:spLocks xmlns:a="http://schemas.openxmlformats.org/drawingml/2006/main" noGrp="1"/>
          </p:cNvSpPr>
          <p:nvPr/>
        </p:nvSpPr>
        <p:spPr>
          <a:xfrm xmlns:a="http://schemas.openxmlformats.org/drawingml/2006/main">
            <a:off x="39814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2" name="g437">
            <a:extLst xmlns:a="http://schemas.openxmlformats.org/drawingml/2006/main">
              <a:ext uri="{FF2B5EF4-FFF2-40B4-BE49-F238E27FC236}">
                <a16:creationId xmlns:a16="http://schemas.microsoft.com/office/drawing/2014/main" id="{AFB64634-2E73-424A-8D6F-25F863F685D2}"/>
              </a:ext>
            </a:extLst>
          </p:cNvPr>
          <p:cNvSpPr>
            <a:spLocks xmlns:a="http://schemas.openxmlformats.org/drawingml/2006/main" noGrp="1"/>
          </p:cNvSpPr>
          <p:nvPr/>
        </p:nvSpPr>
        <p:spPr>
          <a:xfrm xmlns:a="http://schemas.openxmlformats.org/drawingml/2006/main">
            <a:off x="40671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3" name="g438">
            <a:extLst xmlns:a="http://schemas.openxmlformats.org/drawingml/2006/main">
              <a:ext uri="{FF2B5EF4-FFF2-40B4-BE49-F238E27FC236}">
                <a16:creationId xmlns:a16="http://schemas.microsoft.com/office/drawing/2014/main" id="{049DBAD6-0F85-44D8-B259-DF0E7013B0AD}"/>
              </a:ext>
            </a:extLst>
          </p:cNvPr>
          <p:cNvSpPr>
            <a:spLocks xmlns:a="http://schemas.openxmlformats.org/drawingml/2006/main" noGrp="1"/>
          </p:cNvSpPr>
          <p:nvPr/>
        </p:nvSpPr>
        <p:spPr>
          <a:xfrm xmlns:a="http://schemas.openxmlformats.org/drawingml/2006/main">
            <a:off x="41529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4" name="g439">
            <a:extLst xmlns:a="http://schemas.openxmlformats.org/drawingml/2006/main">
              <a:ext uri="{FF2B5EF4-FFF2-40B4-BE49-F238E27FC236}">
                <a16:creationId xmlns:a16="http://schemas.microsoft.com/office/drawing/2014/main" id="{3323181E-891A-450F-9637-7EE1CA8A256F}"/>
              </a:ext>
            </a:extLst>
          </p:cNvPr>
          <p:cNvSpPr>
            <a:spLocks xmlns:a="http://schemas.openxmlformats.org/drawingml/2006/main" noGrp="1"/>
          </p:cNvSpPr>
          <p:nvPr/>
        </p:nvSpPr>
        <p:spPr>
          <a:xfrm xmlns:a="http://schemas.openxmlformats.org/drawingml/2006/main">
            <a:off x="42386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5" name="g440">
            <a:extLst xmlns:a="http://schemas.openxmlformats.org/drawingml/2006/main">
              <a:ext uri="{FF2B5EF4-FFF2-40B4-BE49-F238E27FC236}">
                <a16:creationId xmlns:a16="http://schemas.microsoft.com/office/drawing/2014/main" id="{0406597A-70B8-40F0-A0BC-DF6F3B4A3055}"/>
              </a:ext>
            </a:extLst>
          </p:cNvPr>
          <p:cNvSpPr>
            <a:spLocks xmlns:a="http://schemas.openxmlformats.org/drawingml/2006/main" noGrp="1"/>
          </p:cNvSpPr>
          <p:nvPr/>
        </p:nvSpPr>
        <p:spPr>
          <a:xfrm xmlns:a="http://schemas.openxmlformats.org/drawingml/2006/main">
            <a:off x="43243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6" name="g441">
            <a:extLst xmlns:a="http://schemas.openxmlformats.org/drawingml/2006/main">
              <a:ext uri="{FF2B5EF4-FFF2-40B4-BE49-F238E27FC236}">
                <a16:creationId xmlns:a16="http://schemas.microsoft.com/office/drawing/2014/main" id="{35E99326-6D46-4B95-8496-8D864A22D617}"/>
              </a:ext>
            </a:extLst>
          </p:cNvPr>
          <p:cNvSpPr>
            <a:spLocks xmlns:a="http://schemas.openxmlformats.org/drawingml/2006/main" noGrp="1"/>
          </p:cNvSpPr>
          <p:nvPr/>
        </p:nvSpPr>
        <p:spPr>
          <a:xfrm xmlns:a="http://schemas.openxmlformats.org/drawingml/2006/main">
            <a:off x="44100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7" name="g442">
            <a:extLst xmlns:a="http://schemas.openxmlformats.org/drawingml/2006/main">
              <a:ext uri="{FF2B5EF4-FFF2-40B4-BE49-F238E27FC236}">
                <a16:creationId xmlns:a16="http://schemas.microsoft.com/office/drawing/2014/main" id="{00250A32-DD32-4629-8F7B-D5AEA18AA9E3}"/>
              </a:ext>
            </a:extLst>
          </p:cNvPr>
          <p:cNvSpPr>
            <a:spLocks xmlns:a="http://schemas.openxmlformats.org/drawingml/2006/main" noGrp="1"/>
          </p:cNvSpPr>
          <p:nvPr/>
        </p:nvSpPr>
        <p:spPr>
          <a:xfrm xmlns:a="http://schemas.openxmlformats.org/drawingml/2006/main">
            <a:off x="44958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8" name="g443">
            <a:extLst xmlns:a="http://schemas.openxmlformats.org/drawingml/2006/main">
              <a:ext uri="{FF2B5EF4-FFF2-40B4-BE49-F238E27FC236}">
                <a16:creationId xmlns:a16="http://schemas.microsoft.com/office/drawing/2014/main" id="{1C2956CF-9DF7-4430-B6BF-9C70CE05C1CB}"/>
              </a:ext>
            </a:extLst>
          </p:cNvPr>
          <p:cNvSpPr>
            <a:spLocks xmlns:a="http://schemas.openxmlformats.org/drawingml/2006/main" noGrp="1"/>
          </p:cNvSpPr>
          <p:nvPr/>
        </p:nvSpPr>
        <p:spPr>
          <a:xfrm xmlns:a="http://schemas.openxmlformats.org/drawingml/2006/main">
            <a:off x="45815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59" name="g444">
            <a:extLst xmlns:a="http://schemas.openxmlformats.org/drawingml/2006/main">
              <a:ext uri="{FF2B5EF4-FFF2-40B4-BE49-F238E27FC236}">
                <a16:creationId xmlns:a16="http://schemas.microsoft.com/office/drawing/2014/main" id="{BEF2F989-30D6-495D-B779-A41CE6E67910}"/>
              </a:ext>
            </a:extLst>
          </p:cNvPr>
          <p:cNvSpPr>
            <a:spLocks xmlns:a="http://schemas.openxmlformats.org/drawingml/2006/main" noGrp="1"/>
          </p:cNvSpPr>
          <p:nvPr/>
        </p:nvSpPr>
        <p:spPr>
          <a:xfrm xmlns:a="http://schemas.openxmlformats.org/drawingml/2006/main">
            <a:off x="46672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0" name="g445">
            <a:extLst xmlns:a="http://schemas.openxmlformats.org/drawingml/2006/main">
              <a:ext uri="{FF2B5EF4-FFF2-40B4-BE49-F238E27FC236}">
                <a16:creationId xmlns:a16="http://schemas.microsoft.com/office/drawing/2014/main" id="{0AE4BFF0-D77A-4A90-A218-5730F0352802}"/>
              </a:ext>
            </a:extLst>
          </p:cNvPr>
          <p:cNvSpPr>
            <a:spLocks xmlns:a="http://schemas.openxmlformats.org/drawingml/2006/main" noGrp="1"/>
          </p:cNvSpPr>
          <p:nvPr/>
        </p:nvSpPr>
        <p:spPr>
          <a:xfrm xmlns:a="http://schemas.openxmlformats.org/drawingml/2006/main">
            <a:off x="47529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1" name="g446">
            <a:extLst xmlns:a="http://schemas.openxmlformats.org/drawingml/2006/main">
              <a:ext uri="{FF2B5EF4-FFF2-40B4-BE49-F238E27FC236}">
                <a16:creationId xmlns:a16="http://schemas.microsoft.com/office/drawing/2014/main" id="{AE8033B7-3B32-4042-9048-84DAA4B1830E}"/>
              </a:ext>
            </a:extLst>
          </p:cNvPr>
          <p:cNvSpPr>
            <a:spLocks xmlns:a="http://schemas.openxmlformats.org/drawingml/2006/main" noGrp="1"/>
          </p:cNvSpPr>
          <p:nvPr/>
        </p:nvSpPr>
        <p:spPr>
          <a:xfrm xmlns:a="http://schemas.openxmlformats.org/drawingml/2006/main">
            <a:off x="48387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2" name="g447">
            <a:extLst xmlns:a="http://schemas.openxmlformats.org/drawingml/2006/main">
              <a:ext uri="{FF2B5EF4-FFF2-40B4-BE49-F238E27FC236}">
                <a16:creationId xmlns:a16="http://schemas.microsoft.com/office/drawing/2014/main" id="{33DD800C-0C9D-442C-A702-BC58F7F3BBDC}"/>
              </a:ext>
            </a:extLst>
          </p:cNvPr>
          <p:cNvSpPr>
            <a:spLocks xmlns:a="http://schemas.openxmlformats.org/drawingml/2006/main" noGrp="1"/>
          </p:cNvSpPr>
          <p:nvPr/>
        </p:nvSpPr>
        <p:spPr>
          <a:xfrm xmlns:a="http://schemas.openxmlformats.org/drawingml/2006/main">
            <a:off x="49244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3" name="g448">
            <a:extLst xmlns:a="http://schemas.openxmlformats.org/drawingml/2006/main">
              <a:ext uri="{FF2B5EF4-FFF2-40B4-BE49-F238E27FC236}">
                <a16:creationId xmlns:a16="http://schemas.microsoft.com/office/drawing/2014/main" id="{2F8A733B-943E-45A4-9083-7E880E92F4F6}"/>
              </a:ext>
            </a:extLst>
          </p:cNvPr>
          <p:cNvSpPr>
            <a:spLocks xmlns:a="http://schemas.openxmlformats.org/drawingml/2006/main" noGrp="1"/>
          </p:cNvSpPr>
          <p:nvPr/>
        </p:nvSpPr>
        <p:spPr>
          <a:xfrm xmlns:a="http://schemas.openxmlformats.org/drawingml/2006/main">
            <a:off x="50101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4" name="g449">
            <a:extLst xmlns:a="http://schemas.openxmlformats.org/drawingml/2006/main">
              <a:ext uri="{FF2B5EF4-FFF2-40B4-BE49-F238E27FC236}">
                <a16:creationId xmlns:a16="http://schemas.microsoft.com/office/drawing/2014/main" id="{55A6A987-E66E-4F3B-A17B-B34A055DB7E6}"/>
              </a:ext>
            </a:extLst>
          </p:cNvPr>
          <p:cNvSpPr>
            <a:spLocks xmlns:a="http://schemas.openxmlformats.org/drawingml/2006/main" noGrp="1"/>
          </p:cNvSpPr>
          <p:nvPr/>
        </p:nvSpPr>
        <p:spPr>
          <a:xfrm xmlns:a="http://schemas.openxmlformats.org/drawingml/2006/main">
            <a:off x="50958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5" name="g450">
            <a:extLst xmlns:a="http://schemas.openxmlformats.org/drawingml/2006/main">
              <a:ext uri="{FF2B5EF4-FFF2-40B4-BE49-F238E27FC236}">
                <a16:creationId xmlns:a16="http://schemas.microsoft.com/office/drawing/2014/main" id="{80B5F20C-1CA3-4134-ADD2-8B682446415E}"/>
              </a:ext>
            </a:extLst>
          </p:cNvPr>
          <p:cNvSpPr>
            <a:spLocks xmlns:a="http://schemas.openxmlformats.org/drawingml/2006/main" noGrp="1"/>
          </p:cNvSpPr>
          <p:nvPr/>
        </p:nvSpPr>
        <p:spPr>
          <a:xfrm xmlns:a="http://schemas.openxmlformats.org/drawingml/2006/main">
            <a:off x="51816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6" name="g451">
            <a:extLst xmlns:a="http://schemas.openxmlformats.org/drawingml/2006/main">
              <a:ext uri="{FF2B5EF4-FFF2-40B4-BE49-F238E27FC236}">
                <a16:creationId xmlns:a16="http://schemas.microsoft.com/office/drawing/2014/main" id="{CCC47F59-EFE2-4BE8-BA82-AD6639C4B3A4}"/>
              </a:ext>
            </a:extLst>
          </p:cNvPr>
          <p:cNvSpPr>
            <a:spLocks xmlns:a="http://schemas.openxmlformats.org/drawingml/2006/main" noGrp="1"/>
          </p:cNvSpPr>
          <p:nvPr/>
        </p:nvSpPr>
        <p:spPr>
          <a:xfrm xmlns:a="http://schemas.openxmlformats.org/drawingml/2006/main">
            <a:off x="52673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7" name="g452">
            <a:extLst xmlns:a="http://schemas.openxmlformats.org/drawingml/2006/main">
              <a:ext uri="{FF2B5EF4-FFF2-40B4-BE49-F238E27FC236}">
                <a16:creationId xmlns:a16="http://schemas.microsoft.com/office/drawing/2014/main" id="{B0DAD8E7-86E3-4A81-8531-BC8B964535E0}"/>
              </a:ext>
            </a:extLst>
          </p:cNvPr>
          <p:cNvSpPr>
            <a:spLocks xmlns:a="http://schemas.openxmlformats.org/drawingml/2006/main" noGrp="1"/>
          </p:cNvSpPr>
          <p:nvPr/>
        </p:nvSpPr>
        <p:spPr>
          <a:xfrm xmlns:a="http://schemas.openxmlformats.org/drawingml/2006/main">
            <a:off x="53530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8" name="g453">
            <a:extLst xmlns:a="http://schemas.openxmlformats.org/drawingml/2006/main">
              <a:ext uri="{FF2B5EF4-FFF2-40B4-BE49-F238E27FC236}">
                <a16:creationId xmlns:a16="http://schemas.microsoft.com/office/drawing/2014/main" id="{061E3E2A-304B-4884-9B8B-F96A31436721}"/>
              </a:ext>
            </a:extLst>
          </p:cNvPr>
          <p:cNvSpPr>
            <a:spLocks xmlns:a="http://schemas.openxmlformats.org/drawingml/2006/main" noGrp="1"/>
          </p:cNvSpPr>
          <p:nvPr/>
        </p:nvSpPr>
        <p:spPr>
          <a:xfrm xmlns:a="http://schemas.openxmlformats.org/drawingml/2006/main">
            <a:off x="54387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69" name="g454">
            <a:extLst xmlns:a="http://schemas.openxmlformats.org/drawingml/2006/main">
              <a:ext uri="{FF2B5EF4-FFF2-40B4-BE49-F238E27FC236}">
                <a16:creationId xmlns:a16="http://schemas.microsoft.com/office/drawing/2014/main" id="{EBC3705C-85F4-47EC-B84B-329805AFE28D}"/>
              </a:ext>
            </a:extLst>
          </p:cNvPr>
          <p:cNvSpPr>
            <a:spLocks xmlns:a="http://schemas.openxmlformats.org/drawingml/2006/main" noGrp="1"/>
          </p:cNvSpPr>
          <p:nvPr/>
        </p:nvSpPr>
        <p:spPr>
          <a:xfrm xmlns:a="http://schemas.openxmlformats.org/drawingml/2006/main">
            <a:off x="55245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0" name="g455">
            <a:extLst xmlns:a="http://schemas.openxmlformats.org/drawingml/2006/main">
              <a:ext uri="{FF2B5EF4-FFF2-40B4-BE49-F238E27FC236}">
                <a16:creationId xmlns:a16="http://schemas.microsoft.com/office/drawing/2014/main" id="{EF65E7A6-8225-428C-8DEB-CF96B120C1C2}"/>
              </a:ext>
            </a:extLst>
          </p:cNvPr>
          <p:cNvSpPr>
            <a:spLocks xmlns:a="http://schemas.openxmlformats.org/drawingml/2006/main" noGrp="1"/>
          </p:cNvSpPr>
          <p:nvPr/>
        </p:nvSpPr>
        <p:spPr>
          <a:xfrm xmlns:a="http://schemas.openxmlformats.org/drawingml/2006/main">
            <a:off x="56102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1" name="g456">
            <a:extLst xmlns:a="http://schemas.openxmlformats.org/drawingml/2006/main">
              <a:ext uri="{FF2B5EF4-FFF2-40B4-BE49-F238E27FC236}">
                <a16:creationId xmlns:a16="http://schemas.microsoft.com/office/drawing/2014/main" id="{0AAAFEA8-F299-4DE4-AE52-937EFBBEB9FE}"/>
              </a:ext>
            </a:extLst>
          </p:cNvPr>
          <p:cNvSpPr>
            <a:spLocks xmlns:a="http://schemas.openxmlformats.org/drawingml/2006/main" noGrp="1"/>
          </p:cNvSpPr>
          <p:nvPr/>
        </p:nvSpPr>
        <p:spPr>
          <a:xfrm xmlns:a="http://schemas.openxmlformats.org/drawingml/2006/main">
            <a:off x="56959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2" name="g457">
            <a:extLst xmlns:a="http://schemas.openxmlformats.org/drawingml/2006/main">
              <a:ext uri="{FF2B5EF4-FFF2-40B4-BE49-F238E27FC236}">
                <a16:creationId xmlns:a16="http://schemas.microsoft.com/office/drawing/2014/main" id="{B0D16DA4-2BA8-42BD-9029-C76D8B9F9DA4}"/>
              </a:ext>
            </a:extLst>
          </p:cNvPr>
          <p:cNvSpPr>
            <a:spLocks xmlns:a="http://schemas.openxmlformats.org/drawingml/2006/main" noGrp="1"/>
          </p:cNvSpPr>
          <p:nvPr/>
        </p:nvSpPr>
        <p:spPr>
          <a:xfrm xmlns:a="http://schemas.openxmlformats.org/drawingml/2006/main">
            <a:off x="57816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3" name="g458">
            <a:extLst xmlns:a="http://schemas.openxmlformats.org/drawingml/2006/main">
              <a:ext uri="{FF2B5EF4-FFF2-40B4-BE49-F238E27FC236}">
                <a16:creationId xmlns:a16="http://schemas.microsoft.com/office/drawing/2014/main" id="{26B9A558-18E0-4B31-AD0E-C3AABBA159E8}"/>
              </a:ext>
            </a:extLst>
          </p:cNvPr>
          <p:cNvSpPr>
            <a:spLocks xmlns:a="http://schemas.openxmlformats.org/drawingml/2006/main" noGrp="1"/>
          </p:cNvSpPr>
          <p:nvPr/>
        </p:nvSpPr>
        <p:spPr>
          <a:xfrm xmlns:a="http://schemas.openxmlformats.org/drawingml/2006/main">
            <a:off x="58674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4" name="g459">
            <a:extLst xmlns:a="http://schemas.openxmlformats.org/drawingml/2006/main">
              <a:ext uri="{FF2B5EF4-FFF2-40B4-BE49-F238E27FC236}">
                <a16:creationId xmlns:a16="http://schemas.microsoft.com/office/drawing/2014/main" id="{FF6130CA-9CF3-4479-89F7-90B5A8EEF9FE}"/>
              </a:ext>
            </a:extLst>
          </p:cNvPr>
          <p:cNvSpPr>
            <a:spLocks xmlns:a="http://schemas.openxmlformats.org/drawingml/2006/main" noGrp="1"/>
          </p:cNvSpPr>
          <p:nvPr/>
        </p:nvSpPr>
        <p:spPr>
          <a:xfrm xmlns:a="http://schemas.openxmlformats.org/drawingml/2006/main">
            <a:off x="59531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5" name="g460">
            <a:extLst xmlns:a="http://schemas.openxmlformats.org/drawingml/2006/main">
              <a:ext uri="{FF2B5EF4-FFF2-40B4-BE49-F238E27FC236}">
                <a16:creationId xmlns:a16="http://schemas.microsoft.com/office/drawing/2014/main" id="{D1E5BDE6-E72D-4535-8791-33EE028316EA}"/>
              </a:ext>
            </a:extLst>
          </p:cNvPr>
          <p:cNvSpPr>
            <a:spLocks xmlns:a="http://schemas.openxmlformats.org/drawingml/2006/main" noGrp="1"/>
          </p:cNvSpPr>
          <p:nvPr/>
        </p:nvSpPr>
        <p:spPr>
          <a:xfrm xmlns:a="http://schemas.openxmlformats.org/drawingml/2006/main">
            <a:off x="60388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6" name="g461">
            <a:extLst xmlns:a="http://schemas.openxmlformats.org/drawingml/2006/main">
              <a:ext uri="{FF2B5EF4-FFF2-40B4-BE49-F238E27FC236}">
                <a16:creationId xmlns:a16="http://schemas.microsoft.com/office/drawing/2014/main" id="{3C4982C0-109C-43ED-A9D3-6CC72B543183}"/>
              </a:ext>
            </a:extLst>
          </p:cNvPr>
          <p:cNvSpPr>
            <a:spLocks xmlns:a="http://schemas.openxmlformats.org/drawingml/2006/main" noGrp="1"/>
          </p:cNvSpPr>
          <p:nvPr/>
        </p:nvSpPr>
        <p:spPr>
          <a:xfrm xmlns:a="http://schemas.openxmlformats.org/drawingml/2006/main">
            <a:off x="61245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7" name="g462">
            <a:extLst xmlns:a="http://schemas.openxmlformats.org/drawingml/2006/main">
              <a:ext uri="{FF2B5EF4-FFF2-40B4-BE49-F238E27FC236}">
                <a16:creationId xmlns:a16="http://schemas.microsoft.com/office/drawing/2014/main" id="{0F37B8BD-75C2-4DC6-B313-6823C2FA95C8}"/>
              </a:ext>
            </a:extLst>
          </p:cNvPr>
          <p:cNvSpPr>
            <a:spLocks xmlns:a="http://schemas.openxmlformats.org/drawingml/2006/main" noGrp="1"/>
          </p:cNvSpPr>
          <p:nvPr/>
        </p:nvSpPr>
        <p:spPr>
          <a:xfrm xmlns:a="http://schemas.openxmlformats.org/drawingml/2006/main">
            <a:off x="62103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8" name="g463">
            <a:extLst xmlns:a="http://schemas.openxmlformats.org/drawingml/2006/main">
              <a:ext uri="{FF2B5EF4-FFF2-40B4-BE49-F238E27FC236}">
                <a16:creationId xmlns:a16="http://schemas.microsoft.com/office/drawing/2014/main" id="{5F7EEED2-E295-4818-88AE-1E4F8A619F7C}"/>
              </a:ext>
            </a:extLst>
          </p:cNvPr>
          <p:cNvSpPr>
            <a:spLocks xmlns:a="http://schemas.openxmlformats.org/drawingml/2006/main" noGrp="1"/>
          </p:cNvSpPr>
          <p:nvPr/>
        </p:nvSpPr>
        <p:spPr>
          <a:xfrm xmlns:a="http://schemas.openxmlformats.org/drawingml/2006/main">
            <a:off x="62960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79" name="g464">
            <a:extLst xmlns:a="http://schemas.openxmlformats.org/drawingml/2006/main">
              <a:ext uri="{FF2B5EF4-FFF2-40B4-BE49-F238E27FC236}">
                <a16:creationId xmlns:a16="http://schemas.microsoft.com/office/drawing/2014/main" id="{D7E5B730-FAC0-40A1-BF4C-E80A83A782E4}"/>
              </a:ext>
            </a:extLst>
          </p:cNvPr>
          <p:cNvSpPr>
            <a:spLocks xmlns:a="http://schemas.openxmlformats.org/drawingml/2006/main" noGrp="1"/>
          </p:cNvSpPr>
          <p:nvPr/>
        </p:nvSpPr>
        <p:spPr>
          <a:xfrm xmlns:a="http://schemas.openxmlformats.org/drawingml/2006/main">
            <a:off x="63817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0" name="g465">
            <a:extLst xmlns:a="http://schemas.openxmlformats.org/drawingml/2006/main">
              <a:ext uri="{FF2B5EF4-FFF2-40B4-BE49-F238E27FC236}">
                <a16:creationId xmlns:a16="http://schemas.microsoft.com/office/drawing/2014/main" id="{2D857594-52E0-46F2-A391-D7481F0B49BC}"/>
              </a:ext>
            </a:extLst>
          </p:cNvPr>
          <p:cNvSpPr>
            <a:spLocks xmlns:a="http://schemas.openxmlformats.org/drawingml/2006/main" noGrp="1"/>
          </p:cNvSpPr>
          <p:nvPr/>
        </p:nvSpPr>
        <p:spPr>
          <a:xfrm xmlns:a="http://schemas.openxmlformats.org/drawingml/2006/main">
            <a:off x="64674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1" name="g466">
            <a:extLst xmlns:a="http://schemas.openxmlformats.org/drawingml/2006/main">
              <a:ext uri="{FF2B5EF4-FFF2-40B4-BE49-F238E27FC236}">
                <a16:creationId xmlns:a16="http://schemas.microsoft.com/office/drawing/2014/main" id="{8330090E-9C25-4784-BD6F-7E883C9668B4}"/>
              </a:ext>
            </a:extLst>
          </p:cNvPr>
          <p:cNvSpPr>
            <a:spLocks xmlns:a="http://schemas.openxmlformats.org/drawingml/2006/main" noGrp="1"/>
          </p:cNvSpPr>
          <p:nvPr/>
        </p:nvSpPr>
        <p:spPr>
          <a:xfrm xmlns:a="http://schemas.openxmlformats.org/drawingml/2006/main">
            <a:off x="65532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2" name="g467">
            <a:extLst xmlns:a="http://schemas.openxmlformats.org/drawingml/2006/main">
              <a:ext uri="{FF2B5EF4-FFF2-40B4-BE49-F238E27FC236}">
                <a16:creationId xmlns:a16="http://schemas.microsoft.com/office/drawing/2014/main" id="{1892BF72-33BA-4A64-821C-A2C268F79F35}"/>
              </a:ext>
            </a:extLst>
          </p:cNvPr>
          <p:cNvSpPr>
            <a:spLocks xmlns:a="http://schemas.openxmlformats.org/drawingml/2006/main" noGrp="1"/>
          </p:cNvSpPr>
          <p:nvPr/>
        </p:nvSpPr>
        <p:spPr>
          <a:xfrm xmlns:a="http://schemas.openxmlformats.org/drawingml/2006/main">
            <a:off x="66389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3" name="g468">
            <a:extLst xmlns:a="http://schemas.openxmlformats.org/drawingml/2006/main">
              <a:ext uri="{FF2B5EF4-FFF2-40B4-BE49-F238E27FC236}">
                <a16:creationId xmlns:a16="http://schemas.microsoft.com/office/drawing/2014/main" id="{9D824390-A73C-42F9-A7F2-B471798F1B0D}"/>
              </a:ext>
            </a:extLst>
          </p:cNvPr>
          <p:cNvSpPr>
            <a:spLocks xmlns:a="http://schemas.openxmlformats.org/drawingml/2006/main" noGrp="1"/>
          </p:cNvSpPr>
          <p:nvPr/>
        </p:nvSpPr>
        <p:spPr>
          <a:xfrm xmlns:a="http://schemas.openxmlformats.org/drawingml/2006/main">
            <a:off x="67246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4" name="g469">
            <a:extLst xmlns:a="http://schemas.openxmlformats.org/drawingml/2006/main">
              <a:ext uri="{FF2B5EF4-FFF2-40B4-BE49-F238E27FC236}">
                <a16:creationId xmlns:a16="http://schemas.microsoft.com/office/drawing/2014/main" id="{34E45902-D7BB-44E8-97ED-F4D67DA7B320}"/>
              </a:ext>
            </a:extLst>
          </p:cNvPr>
          <p:cNvSpPr>
            <a:spLocks xmlns:a="http://schemas.openxmlformats.org/drawingml/2006/main" noGrp="1"/>
          </p:cNvSpPr>
          <p:nvPr/>
        </p:nvSpPr>
        <p:spPr>
          <a:xfrm xmlns:a="http://schemas.openxmlformats.org/drawingml/2006/main">
            <a:off x="68103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5" name="g470">
            <a:extLst xmlns:a="http://schemas.openxmlformats.org/drawingml/2006/main">
              <a:ext uri="{FF2B5EF4-FFF2-40B4-BE49-F238E27FC236}">
                <a16:creationId xmlns:a16="http://schemas.microsoft.com/office/drawing/2014/main" id="{7815555F-0BCD-48CB-90FC-E449A237B89A}"/>
              </a:ext>
            </a:extLst>
          </p:cNvPr>
          <p:cNvSpPr>
            <a:spLocks xmlns:a="http://schemas.openxmlformats.org/drawingml/2006/main" noGrp="1"/>
          </p:cNvSpPr>
          <p:nvPr/>
        </p:nvSpPr>
        <p:spPr>
          <a:xfrm xmlns:a="http://schemas.openxmlformats.org/drawingml/2006/main">
            <a:off x="68961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6" name="g471">
            <a:extLst xmlns:a="http://schemas.openxmlformats.org/drawingml/2006/main">
              <a:ext uri="{FF2B5EF4-FFF2-40B4-BE49-F238E27FC236}">
                <a16:creationId xmlns:a16="http://schemas.microsoft.com/office/drawing/2014/main" id="{CDC46665-5CF5-4320-A84E-DF341A8EFA35}"/>
              </a:ext>
            </a:extLst>
          </p:cNvPr>
          <p:cNvSpPr>
            <a:spLocks xmlns:a="http://schemas.openxmlformats.org/drawingml/2006/main" noGrp="1"/>
          </p:cNvSpPr>
          <p:nvPr/>
        </p:nvSpPr>
        <p:spPr>
          <a:xfrm xmlns:a="http://schemas.openxmlformats.org/drawingml/2006/main">
            <a:off x="69818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7" name="g472">
            <a:extLst xmlns:a="http://schemas.openxmlformats.org/drawingml/2006/main">
              <a:ext uri="{FF2B5EF4-FFF2-40B4-BE49-F238E27FC236}">
                <a16:creationId xmlns:a16="http://schemas.microsoft.com/office/drawing/2014/main" id="{6B353D79-4754-4F70-99AF-F1E967F700D3}"/>
              </a:ext>
            </a:extLst>
          </p:cNvPr>
          <p:cNvSpPr>
            <a:spLocks xmlns:a="http://schemas.openxmlformats.org/drawingml/2006/main" noGrp="1"/>
          </p:cNvSpPr>
          <p:nvPr/>
        </p:nvSpPr>
        <p:spPr>
          <a:xfrm xmlns:a="http://schemas.openxmlformats.org/drawingml/2006/main">
            <a:off x="70675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8" name="g473">
            <a:extLst xmlns:a="http://schemas.openxmlformats.org/drawingml/2006/main">
              <a:ext uri="{FF2B5EF4-FFF2-40B4-BE49-F238E27FC236}">
                <a16:creationId xmlns:a16="http://schemas.microsoft.com/office/drawing/2014/main" id="{7844AF36-75FE-4983-B136-125432D9AC86}"/>
              </a:ext>
            </a:extLst>
          </p:cNvPr>
          <p:cNvSpPr>
            <a:spLocks xmlns:a="http://schemas.openxmlformats.org/drawingml/2006/main" noGrp="1"/>
          </p:cNvSpPr>
          <p:nvPr/>
        </p:nvSpPr>
        <p:spPr>
          <a:xfrm xmlns:a="http://schemas.openxmlformats.org/drawingml/2006/main">
            <a:off x="71532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89" name="g474">
            <a:extLst xmlns:a="http://schemas.openxmlformats.org/drawingml/2006/main">
              <a:ext uri="{FF2B5EF4-FFF2-40B4-BE49-F238E27FC236}">
                <a16:creationId xmlns:a16="http://schemas.microsoft.com/office/drawing/2014/main" id="{08FFAAF0-F5F3-4309-B921-33A6176BBB2C}"/>
              </a:ext>
            </a:extLst>
          </p:cNvPr>
          <p:cNvSpPr>
            <a:spLocks xmlns:a="http://schemas.openxmlformats.org/drawingml/2006/main" noGrp="1"/>
          </p:cNvSpPr>
          <p:nvPr/>
        </p:nvSpPr>
        <p:spPr>
          <a:xfrm xmlns:a="http://schemas.openxmlformats.org/drawingml/2006/main">
            <a:off x="72390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0" name="g475">
            <a:extLst xmlns:a="http://schemas.openxmlformats.org/drawingml/2006/main">
              <a:ext uri="{FF2B5EF4-FFF2-40B4-BE49-F238E27FC236}">
                <a16:creationId xmlns:a16="http://schemas.microsoft.com/office/drawing/2014/main" id="{05B790FF-6AD6-480D-9FBF-E2D63BA00F41}"/>
              </a:ext>
            </a:extLst>
          </p:cNvPr>
          <p:cNvSpPr>
            <a:spLocks xmlns:a="http://schemas.openxmlformats.org/drawingml/2006/main" noGrp="1"/>
          </p:cNvSpPr>
          <p:nvPr/>
        </p:nvSpPr>
        <p:spPr>
          <a:xfrm xmlns:a="http://schemas.openxmlformats.org/drawingml/2006/main">
            <a:off x="73247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1" name="g476">
            <a:extLst xmlns:a="http://schemas.openxmlformats.org/drawingml/2006/main">
              <a:ext uri="{FF2B5EF4-FFF2-40B4-BE49-F238E27FC236}">
                <a16:creationId xmlns:a16="http://schemas.microsoft.com/office/drawing/2014/main" id="{65D8913B-8C1A-45D5-8CA5-4277CE22E2B8}"/>
              </a:ext>
            </a:extLst>
          </p:cNvPr>
          <p:cNvSpPr>
            <a:spLocks xmlns:a="http://schemas.openxmlformats.org/drawingml/2006/main" noGrp="1"/>
          </p:cNvSpPr>
          <p:nvPr/>
        </p:nvSpPr>
        <p:spPr>
          <a:xfrm xmlns:a="http://schemas.openxmlformats.org/drawingml/2006/main">
            <a:off x="74104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2" name="g477">
            <a:extLst xmlns:a="http://schemas.openxmlformats.org/drawingml/2006/main">
              <a:ext uri="{FF2B5EF4-FFF2-40B4-BE49-F238E27FC236}">
                <a16:creationId xmlns:a16="http://schemas.microsoft.com/office/drawing/2014/main" id="{AE37577E-D9D7-430D-B273-5AEB0B8703A9}"/>
              </a:ext>
            </a:extLst>
          </p:cNvPr>
          <p:cNvSpPr>
            <a:spLocks xmlns:a="http://schemas.openxmlformats.org/drawingml/2006/main" noGrp="1"/>
          </p:cNvSpPr>
          <p:nvPr/>
        </p:nvSpPr>
        <p:spPr>
          <a:xfrm xmlns:a="http://schemas.openxmlformats.org/drawingml/2006/main">
            <a:off x="74961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3" name="g478">
            <a:extLst xmlns:a="http://schemas.openxmlformats.org/drawingml/2006/main">
              <a:ext uri="{FF2B5EF4-FFF2-40B4-BE49-F238E27FC236}">
                <a16:creationId xmlns:a16="http://schemas.microsoft.com/office/drawing/2014/main" id="{583EC59B-D628-4353-B2E8-3190A6B216B7}"/>
              </a:ext>
            </a:extLst>
          </p:cNvPr>
          <p:cNvSpPr>
            <a:spLocks xmlns:a="http://schemas.openxmlformats.org/drawingml/2006/main" noGrp="1"/>
          </p:cNvSpPr>
          <p:nvPr/>
        </p:nvSpPr>
        <p:spPr>
          <a:xfrm xmlns:a="http://schemas.openxmlformats.org/drawingml/2006/main">
            <a:off x="75819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4" name="g479">
            <a:extLst xmlns:a="http://schemas.openxmlformats.org/drawingml/2006/main">
              <a:ext uri="{FF2B5EF4-FFF2-40B4-BE49-F238E27FC236}">
                <a16:creationId xmlns:a16="http://schemas.microsoft.com/office/drawing/2014/main" id="{8B8F9238-B76F-4016-A2FE-977E685C8537}"/>
              </a:ext>
            </a:extLst>
          </p:cNvPr>
          <p:cNvSpPr>
            <a:spLocks xmlns:a="http://schemas.openxmlformats.org/drawingml/2006/main" noGrp="1"/>
          </p:cNvSpPr>
          <p:nvPr/>
        </p:nvSpPr>
        <p:spPr>
          <a:xfrm xmlns:a="http://schemas.openxmlformats.org/drawingml/2006/main">
            <a:off x="76676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5" name="g480">
            <a:extLst xmlns:a="http://schemas.openxmlformats.org/drawingml/2006/main">
              <a:ext uri="{FF2B5EF4-FFF2-40B4-BE49-F238E27FC236}">
                <a16:creationId xmlns:a16="http://schemas.microsoft.com/office/drawing/2014/main" id="{548AD9FA-4019-4487-BE65-FC40F31F8C2F}"/>
              </a:ext>
            </a:extLst>
          </p:cNvPr>
          <p:cNvSpPr>
            <a:spLocks xmlns:a="http://schemas.openxmlformats.org/drawingml/2006/main" noGrp="1"/>
          </p:cNvSpPr>
          <p:nvPr/>
        </p:nvSpPr>
        <p:spPr>
          <a:xfrm xmlns:a="http://schemas.openxmlformats.org/drawingml/2006/main">
            <a:off x="77533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6" name="g481">
            <a:extLst xmlns:a="http://schemas.openxmlformats.org/drawingml/2006/main">
              <a:ext uri="{FF2B5EF4-FFF2-40B4-BE49-F238E27FC236}">
                <a16:creationId xmlns:a16="http://schemas.microsoft.com/office/drawing/2014/main" id="{88C513F3-85F9-4B3C-A83D-35A1B45769C7}"/>
              </a:ext>
            </a:extLst>
          </p:cNvPr>
          <p:cNvSpPr>
            <a:spLocks xmlns:a="http://schemas.openxmlformats.org/drawingml/2006/main" noGrp="1"/>
          </p:cNvSpPr>
          <p:nvPr/>
        </p:nvSpPr>
        <p:spPr>
          <a:xfrm xmlns:a="http://schemas.openxmlformats.org/drawingml/2006/main">
            <a:off x="78390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7" name="g482">
            <a:extLst xmlns:a="http://schemas.openxmlformats.org/drawingml/2006/main">
              <a:ext uri="{FF2B5EF4-FFF2-40B4-BE49-F238E27FC236}">
                <a16:creationId xmlns:a16="http://schemas.microsoft.com/office/drawing/2014/main" id="{408B9D1D-5175-4000-9C9C-DBA6588A2BA7}"/>
              </a:ext>
            </a:extLst>
          </p:cNvPr>
          <p:cNvSpPr>
            <a:spLocks xmlns:a="http://schemas.openxmlformats.org/drawingml/2006/main" noGrp="1"/>
          </p:cNvSpPr>
          <p:nvPr/>
        </p:nvSpPr>
        <p:spPr>
          <a:xfrm xmlns:a="http://schemas.openxmlformats.org/drawingml/2006/main">
            <a:off x="79248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8" name="g483">
            <a:extLst xmlns:a="http://schemas.openxmlformats.org/drawingml/2006/main">
              <a:ext uri="{FF2B5EF4-FFF2-40B4-BE49-F238E27FC236}">
                <a16:creationId xmlns:a16="http://schemas.microsoft.com/office/drawing/2014/main" id="{BCFF5420-B841-456D-A2B7-AD71285AD105}"/>
              </a:ext>
            </a:extLst>
          </p:cNvPr>
          <p:cNvSpPr>
            <a:spLocks xmlns:a="http://schemas.openxmlformats.org/drawingml/2006/main" noGrp="1"/>
          </p:cNvSpPr>
          <p:nvPr/>
        </p:nvSpPr>
        <p:spPr>
          <a:xfrm xmlns:a="http://schemas.openxmlformats.org/drawingml/2006/main">
            <a:off x="80105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99" name="g484">
            <a:extLst xmlns:a="http://schemas.openxmlformats.org/drawingml/2006/main">
              <a:ext uri="{FF2B5EF4-FFF2-40B4-BE49-F238E27FC236}">
                <a16:creationId xmlns:a16="http://schemas.microsoft.com/office/drawing/2014/main" id="{FE80DE61-8837-472C-B467-446B0A8E03F0}"/>
              </a:ext>
            </a:extLst>
          </p:cNvPr>
          <p:cNvSpPr>
            <a:spLocks xmlns:a="http://schemas.openxmlformats.org/drawingml/2006/main" noGrp="1"/>
          </p:cNvSpPr>
          <p:nvPr/>
        </p:nvSpPr>
        <p:spPr>
          <a:xfrm xmlns:a="http://schemas.openxmlformats.org/drawingml/2006/main">
            <a:off x="80962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0" name="g485">
            <a:extLst xmlns:a="http://schemas.openxmlformats.org/drawingml/2006/main">
              <a:ext uri="{FF2B5EF4-FFF2-40B4-BE49-F238E27FC236}">
                <a16:creationId xmlns:a16="http://schemas.microsoft.com/office/drawing/2014/main" id="{CC470E5E-94B7-4239-9BDA-28A3CB99C905}"/>
              </a:ext>
            </a:extLst>
          </p:cNvPr>
          <p:cNvSpPr>
            <a:spLocks xmlns:a="http://schemas.openxmlformats.org/drawingml/2006/main" noGrp="1"/>
          </p:cNvSpPr>
          <p:nvPr/>
        </p:nvSpPr>
        <p:spPr>
          <a:xfrm xmlns:a="http://schemas.openxmlformats.org/drawingml/2006/main">
            <a:off x="81819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1" name="g486">
            <a:extLst xmlns:a="http://schemas.openxmlformats.org/drawingml/2006/main">
              <a:ext uri="{FF2B5EF4-FFF2-40B4-BE49-F238E27FC236}">
                <a16:creationId xmlns:a16="http://schemas.microsoft.com/office/drawing/2014/main" id="{BF48CBB2-C56C-4D7E-8291-E6E7B542E66C}"/>
              </a:ext>
            </a:extLst>
          </p:cNvPr>
          <p:cNvSpPr>
            <a:spLocks xmlns:a="http://schemas.openxmlformats.org/drawingml/2006/main" noGrp="1"/>
          </p:cNvSpPr>
          <p:nvPr/>
        </p:nvSpPr>
        <p:spPr>
          <a:xfrm xmlns:a="http://schemas.openxmlformats.org/drawingml/2006/main">
            <a:off x="82677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2" name="g487">
            <a:extLst xmlns:a="http://schemas.openxmlformats.org/drawingml/2006/main">
              <a:ext uri="{FF2B5EF4-FFF2-40B4-BE49-F238E27FC236}">
                <a16:creationId xmlns:a16="http://schemas.microsoft.com/office/drawing/2014/main" id="{29D854A3-06BC-443A-9938-55C70E25EAFB}"/>
              </a:ext>
            </a:extLst>
          </p:cNvPr>
          <p:cNvSpPr>
            <a:spLocks xmlns:a="http://schemas.openxmlformats.org/drawingml/2006/main" noGrp="1"/>
          </p:cNvSpPr>
          <p:nvPr/>
        </p:nvSpPr>
        <p:spPr>
          <a:xfrm xmlns:a="http://schemas.openxmlformats.org/drawingml/2006/main">
            <a:off x="83534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3" name="g488">
            <a:extLst xmlns:a="http://schemas.openxmlformats.org/drawingml/2006/main">
              <a:ext uri="{FF2B5EF4-FFF2-40B4-BE49-F238E27FC236}">
                <a16:creationId xmlns:a16="http://schemas.microsoft.com/office/drawing/2014/main" id="{719259C7-0A66-4835-8718-591F964E2915}"/>
              </a:ext>
            </a:extLst>
          </p:cNvPr>
          <p:cNvSpPr>
            <a:spLocks xmlns:a="http://schemas.openxmlformats.org/drawingml/2006/main" noGrp="1"/>
          </p:cNvSpPr>
          <p:nvPr/>
        </p:nvSpPr>
        <p:spPr>
          <a:xfrm xmlns:a="http://schemas.openxmlformats.org/drawingml/2006/main">
            <a:off x="84391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4" name="g489">
            <a:extLst xmlns:a="http://schemas.openxmlformats.org/drawingml/2006/main">
              <a:ext uri="{FF2B5EF4-FFF2-40B4-BE49-F238E27FC236}">
                <a16:creationId xmlns:a16="http://schemas.microsoft.com/office/drawing/2014/main" id="{56EDEE34-1D40-4064-9AA0-669966594182}"/>
              </a:ext>
            </a:extLst>
          </p:cNvPr>
          <p:cNvSpPr>
            <a:spLocks xmlns:a="http://schemas.openxmlformats.org/drawingml/2006/main" noGrp="1"/>
          </p:cNvSpPr>
          <p:nvPr/>
        </p:nvSpPr>
        <p:spPr>
          <a:xfrm xmlns:a="http://schemas.openxmlformats.org/drawingml/2006/main">
            <a:off x="85248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5" name="g490">
            <a:extLst xmlns:a="http://schemas.openxmlformats.org/drawingml/2006/main">
              <a:ext uri="{FF2B5EF4-FFF2-40B4-BE49-F238E27FC236}">
                <a16:creationId xmlns:a16="http://schemas.microsoft.com/office/drawing/2014/main" id="{70F4DB07-6608-4B92-BD3A-4E4FD4414AF0}"/>
              </a:ext>
            </a:extLst>
          </p:cNvPr>
          <p:cNvSpPr>
            <a:spLocks xmlns:a="http://schemas.openxmlformats.org/drawingml/2006/main" noGrp="1"/>
          </p:cNvSpPr>
          <p:nvPr/>
        </p:nvSpPr>
        <p:spPr>
          <a:xfrm xmlns:a="http://schemas.openxmlformats.org/drawingml/2006/main">
            <a:off x="86106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6" name="g491">
            <a:extLst xmlns:a="http://schemas.openxmlformats.org/drawingml/2006/main">
              <a:ext uri="{FF2B5EF4-FFF2-40B4-BE49-F238E27FC236}">
                <a16:creationId xmlns:a16="http://schemas.microsoft.com/office/drawing/2014/main" id="{66371C71-6A2C-4682-86B0-A26CD958EC54}"/>
              </a:ext>
            </a:extLst>
          </p:cNvPr>
          <p:cNvSpPr>
            <a:spLocks xmlns:a="http://schemas.openxmlformats.org/drawingml/2006/main" noGrp="1"/>
          </p:cNvSpPr>
          <p:nvPr/>
        </p:nvSpPr>
        <p:spPr>
          <a:xfrm xmlns:a="http://schemas.openxmlformats.org/drawingml/2006/main">
            <a:off x="86963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7" name="g492">
            <a:extLst xmlns:a="http://schemas.openxmlformats.org/drawingml/2006/main">
              <a:ext uri="{FF2B5EF4-FFF2-40B4-BE49-F238E27FC236}">
                <a16:creationId xmlns:a16="http://schemas.microsoft.com/office/drawing/2014/main" id="{E13D0C84-8205-4544-83C0-3BA896308E07}"/>
              </a:ext>
            </a:extLst>
          </p:cNvPr>
          <p:cNvSpPr>
            <a:spLocks xmlns:a="http://schemas.openxmlformats.org/drawingml/2006/main" noGrp="1"/>
          </p:cNvSpPr>
          <p:nvPr/>
        </p:nvSpPr>
        <p:spPr>
          <a:xfrm xmlns:a="http://schemas.openxmlformats.org/drawingml/2006/main">
            <a:off x="87820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8" name="g493">
            <a:extLst xmlns:a="http://schemas.openxmlformats.org/drawingml/2006/main">
              <a:ext uri="{FF2B5EF4-FFF2-40B4-BE49-F238E27FC236}">
                <a16:creationId xmlns:a16="http://schemas.microsoft.com/office/drawing/2014/main" id="{EB47AB15-B510-4AC2-B76E-37AEE6B376F3}"/>
              </a:ext>
            </a:extLst>
          </p:cNvPr>
          <p:cNvSpPr>
            <a:spLocks xmlns:a="http://schemas.openxmlformats.org/drawingml/2006/main" noGrp="1"/>
          </p:cNvSpPr>
          <p:nvPr/>
        </p:nvSpPr>
        <p:spPr>
          <a:xfrm xmlns:a="http://schemas.openxmlformats.org/drawingml/2006/main">
            <a:off x="88677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09" name="g494">
            <a:extLst xmlns:a="http://schemas.openxmlformats.org/drawingml/2006/main">
              <a:ext uri="{FF2B5EF4-FFF2-40B4-BE49-F238E27FC236}">
                <a16:creationId xmlns:a16="http://schemas.microsoft.com/office/drawing/2014/main" id="{30685091-5040-4D2B-84B7-75A36F253074}"/>
              </a:ext>
            </a:extLst>
          </p:cNvPr>
          <p:cNvSpPr>
            <a:spLocks xmlns:a="http://schemas.openxmlformats.org/drawingml/2006/main" noGrp="1"/>
          </p:cNvSpPr>
          <p:nvPr/>
        </p:nvSpPr>
        <p:spPr>
          <a:xfrm xmlns:a="http://schemas.openxmlformats.org/drawingml/2006/main">
            <a:off x="89535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0" name="g495">
            <a:extLst xmlns:a="http://schemas.openxmlformats.org/drawingml/2006/main">
              <a:ext uri="{FF2B5EF4-FFF2-40B4-BE49-F238E27FC236}">
                <a16:creationId xmlns:a16="http://schemas.microsoft.com/office/drawing/2014/main" id="{F6FBFE8B-C9CE-49E3-8DCA-E10CDDA4B842}"/>
              </a:ext>
            </a:extLst>
          </p:cNvPr>
          <p:cNvSpPr>
            <a:spLocks xmlns:a="http://schemas.openxmlformats.org/drawingml/2006/main" noGrp="1"/>
          </p:cNvSpPr>
          <p:nvPr/>
        </p:nvSpPr>
        <p:spPr>
          <a:xfrm xmlns:a="http://schemas.openxmlformats.org/drawingml/2006/main">
            <a:off x="90392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1" name="g496">
            <a:extLst xmlns:a="http://schemas.openxmlformats.org/drawingml/2006/main">
              <a:ext uri="{FF2B5EF4-FFF2-40B4-BE49-F238E27FC236}">
                <a16:creationId xmlns:a16="http://schemas.microsoft.com/office/drawing/2014/main" id="{E70D1DAF-B91F-434F-A11C-CAAFC2DAC182}"/>
              </a:ext>
            </a:extLst>
          </p:cNvPr>
          <p:cNvSpPr>
            <a:spLocks xmlns:a="http://schemas.openxmlformats.org/drawingml/2006/main" noGrp="1"/>
          </p:cNvSpPr>
          <p:nvPr/>
        </p:nvSpPr>
        <p:spPr>
          <a:xfrm xmlns:a="http://schemas.openxmlformats.org/drawingml/2006/main">
            <a:off x="91249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2" name="g497">
            <a:extLst xmlns:a="http://schemas.openxmlformats.org/drawingml/2006/main">
              <a:ext uri="{FF2B5EF4-FFF2-40B4-BE49-F238E27FC236}">
                <a16:creationId xmlns:a16="http://schemas.microsoft.com/office/drawing/2014/main" id="{2FCFA811-A568-42B5-8471-F10069EDC493}"/>
              </a:ext>
            </a:extLst>
          </p:cNvPr>
          <p:cNvSpPr>
            <a:spLocks xmlns:a="http://schemas.openxmlformats.org/drawingml/2006/main" noGrp="1"/>
          </p:cNvSpPr>
          <p:nvPr/>
        </p:nvSpPr>
        <p:spPr>
          <a:xfrm xmlns:a="http://schemas.openxmlformats.org/drawingml/2006/main">
            <a:off x="92106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3" name="g498">
            <a:extLst xmlns:a="http://schemas.openxmlformats.org/drawingml/2006/main">
              <a:ext uri="{FF2B5EF4-FFF2-40B4-BE49-F238E27FC236}">
                <a16:creationId xmlns:a16="http://schemas.microsoft.com/office/drawing/2014/main" id="{D7A2324C-53EF-44AD-81D5-EC6B95C44CEC}"/>
              </a:ext>
            </a:extLst>
          </p:cNvPr>
          <p:cNvSpPr>
            <a:spLocks xmlns:a="http://schemas.openxmlformats.org/drawingml/2006/main" noGrp="1"/>
          </p:cNvSpPr>
          <p:nvPr/>
        </p:nvSpPr>
        <p:spPr>
          <a:xfrm xmlns:a="http://schemas.openxmlformats.org/drawingml/2006/main">
            <a:off x="92964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4" name="g499">
            <a:extLst xmlns:a="http://schemas.openxmlformats.org/drawingml/2006/main">
              <a:ext uri="{FF2B5EF4-FFF2-40B4-BE49-F238E27FC236}">
                <a16:creationId xmlns:a16="http://schemas.microsoft.com/office/drawing/2014/main" id="{0D387E86-0B11-4B9B-965E-D962BD18069B}"/>
              </a:ext>
            </a:extLst>
          </p:cNvPr>
          <p:cNvSpPr>
            <a:spLocks xmlns:a="http://schemas.openxmlformats.org/drawingml/2006/main" noGrp="1"/>
          </p:cNvSpPr>
          <p:nvPr/>
        </p:nvSpPr>
        <p:spPr>
          <a:xfrm xmlns:a="http://schemas.openxmlformats.org/drawingml/2006/main">
            <a:off x="93821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5" name="g500">
            <a:extLst xmlns:a="http://schemas.openxmlformats.org/drawingml/2006/main">
              <a:ext uri="{FF2B5EF4-FFF2-40B4-BE49-F238E27FC236}">
                <a16:creationId xmlns:a16="http://schemas.microsoft.com/office/drawing/2014/main" id="{09D1A849-C075-45AD-8B21-EEB653BC4119}"/>
              </a:ext>
            </a:extLst>
          </p:cNvPr>
          <p:cNvSpPr>
            <a:spLocks xmlns:a="http://schemas.openxmlformats.org/drawingml/2006/main" noGrp="1"/>
          </p:cNvSpPr>
          <p:nvPr/>
        </p:nvSpPr>
        <p:spPr>
          <a:xfrm xmlns:a="http://schemas.openxmlformats.org/drawingml/2006/main">
            <a:off x="94678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6" name="g501">
            <a:extLst xmlns:a="http://schemas.openxmlformats.org/drawingml/2006/main">
              <a:ext uri="{FF2B5EF4-FFF2-40B4-BE49-F238E27FC236}">
                <a16:creationId xmlns:a16="http://schemas.microsoft.com/office/drawing/2014/main" id="{5923AE47-590A-4D55-93DF-524DE1AA7EDD}"/>
              </a:ext>
            </a:extLst>
          </p:cNvPr>
          <p:cNvSpPr>
            <a:spLocks xmlns:a="http://schemas.openxmlformats.org/drawingml/2006/main" noGrp="1"/>
          </p:cNvSpPr>
          <p:nvPr/>
        </p:nvSpPr>
        <p:spPr>
          <a:xfrm xmlns:a="http://schemas.openxmlformats.org/drawingml/2006/main">
            <a:off x="95535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7" name="g502">
            <a:extLst xmlns:a="http://schemas.openxmlformats.org/drawingml/2006/main">
              <a:ext uri="{FF2B5EF4-FFF2-40B4-BE49-F238E27FC236}">
                <a16:creationId xmlns:a16="http://schemas.microsoft.com/office/drawing/2014/main" id="{3F79F8BE-83D0-45B8-9A51-DA715C83C441}"/>
              </a:ext>
            </a:extLst>
          </p:cNvPr>
          <p:cNvSpPr>
            <a:spLocks xmlns:a="http://schemas.openxmlformats.org/drawingml/2006/main" noGrp="1"/>
          </p:cNvSpPr>
          <p:nvPr/>
        </p:nvSpPr>
        <p:spPr>
          <a:xfrm xmlns:a="http://schemas.openxmlformats.org/drawingml/2006/main">
            <a:off x="96393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8" name="g503">
            <a:extLst xmlns:a="http://schemas.openxmlformats.org/drawingml/2006/main">
              <a:ext uri="{FF2B5EF4-FFF2-40B4-BE49-F238E27FC236}">
                <a16:creationId xmlns:a16="http://schemas.microsoft.com/office/drawing/2014/main" id="{6C3EFF5B-3E16-4355-B753-D182E4467663}"/>
              </a:ext>
            </a:extLst>
          </p:cNvPr>
          <p:cNvSpPr>
            <a:spLocks xmlns:a="http://schemas.openxmlformats.org/drawingml/2006/main" noGrp="1"/>
          </p:cNvSpPr>
          <p:nvPr/>
        </p:nvSpPr>
        <p:spPr>
          <a:xfrm xmlns:a="http://schemas.openxmlformats.org/drawingml/2006/main">
            <a:off x="97250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19" name="g504">
            <a:extLst xmlns:a="http://schemas.openxmlformats.org/drawingml/2006/main">
              <a:ext uri="{FF2B5EF4-FFF2-40B4-BE49-F238E27FC236}">
                <a16:creationId xmlns:a16="http://schemas.microsoft.com/office/drawing/2014/main" id="{8B8E5B4D-FBEC-4713-90A7-CD1FCB93293F}"/>
              </a:ext>
            </a:extLst>
          </p:cNvPr>
          <p:cNvSpPr>
            <a:spLocks xmlns:a="http://schemas.openxmlformats.org/drawingml/2006/main" noGrp="1"/>
          </p:cNvSpPr>
          <p:nvPr/>
        </p:nvSpPr>
        <p:spPr>
          <a:xfrm xmlns:a="http://schemas.openxmlformats.org/drawingml/2006/main">
            <a:off x="98107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0" name="g505">
            <a:extLst xmlns:a="http://schemas.openxmlformats.org/drawingml/2006/main">
              <a:ext uri="{FF2B5EF4-FFF2-40B4-BE49-F238E27FC236}">
                <a16:creationId xmlns:a16="http://schemas.microsoft.com/office/drawing/2014/main" id="{8CC47A4E-2E7A-45FB-B5F2-693AAEA55E2E}"/>
              </a:ext>
            </a:extLst>
          </p:cNvPr>
          <p:cNvSpPr>
            <a:spLocks xmlns:a="http://schemas.openxmlformats.org/drawingml/2006/main" noGrp="1"/>
          </p:cNvSpPr>
          <p:nvPr/>
        </p:nvSpPr>
        <p:spPr>
          <a:xfrm xmlns:a="http://schemas.openxmlformats.org/drawingml/2006/main">
            <a:off x="98964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1" name="g506">
            <a:extLst xmlns:a="http://schemas.openxmlformats.org/drawingml/2006/main">
              <a:ext uri="{FF2B5EF4-FFF2-40B4-BE49-F238E27FC236}">
                <a16:creationId xmlns:a16="http://schemas.microsoft.com/office/drawing/2014/main" id="{83A51816-1781-4B45-A83C-A7B98169448C}"/>
              </a:ext>
            </a:extLst>
          </p:cNvPr>
          <p:cNvSpPr>
            <a:spLocks xmlns:a="http://schemas.openxmlformats.org/drawingml/2006/main" noGrp="1"/>
          </p:cNvSpPr>
          <p:nvPr/>
        </p:nvSpPr>
        <p:spPr>
          <a:xfrm xmlns:a="http://schemas.openxmlformats.org/drawingml/2006/main">
            <a:off x="99822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2" name="g507">
            <a:extLst xmlns:a="http://schemas.openxmlformats.org/drawingml/2006/main">
              <a:ext uri="{FF2B5EF4-FFF2-40B4-BE49-F238E27FC236}">
                <a16:creationId xmlns:a16="http://schemas.microsoft.com/office/drawing/2014/main" id="{3069EF75-CF07-4194-82A3-1E1C032C8E07}"/>
              </a:ext>
            </a:extLst>
          </p:cNvPr>
          <p:cNvSpPr>
            <a:spLocks xmlns:a="http://schemas.openxmlformats.org/drawingml/2006/main" noGrp="1"/>
          </p:cNvSpPr>
          <p:nvPr/>
        </p:nvSpPr>
        <p:spPr>
          <a:xfrm xmlns:a="http://schemas.openxmlformats.org/drawingml/2006/main">
            <a:off x="100679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3" name="g508">
            <a:extLst xmlns:a="http://schemas.openxmlformats.org/drawingml/2006/main">
              <a:ext uri="{FF2B5EF4-FFF2-40B4-BE49-F238E27FC236}">
                <a16:creationId xmlns:a16="http://schemas.microsoft.com/office/drawing/2014/main" id="{CFD8BECB-390F-49B2-B7A4-638D3E8C0304}"/>
              </a:ext>
            </a:extLst>
          </p:cNvPr>
          <p:cNvSpPr>
            <a:spLocks xmlns:a="http://schemas.openxmlformats.org/drawingml/2006/main" noGrp="1"/>
          </p:cNvSpPr>
          <p:nvPr/>
        </p:nvSpPr>
        <p:spPr>
          <a:xfrm xmlns:a="http://schemas.openxmlformats.org/drawingml/2006/main">
            <a:off x="101536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4" name="g509">
            <a:extLst xmlns:a="http://schemas.openxmlformats.org/drawingml/2006/main">
              <a:ext uri="{FF2B5EF4-FFF2-40B4-BE49-F238E27FC236}">
                <a16:creationId xmlns:a16="http://schemas.microsoft.com/office/drawing/2014/main" id="{54D62DAD-6F75-4A62-8D7B-2A4CF2C90B77}"/>
              </a:ext>
            </a:extLst>
          </p:cNvPr>
          <p:cNvSpPr>
            <a:spLocks xmlns:a="http://schemas.openxmlformats.org/drawingml/2006/main" noGrp="1"/>
          </p:cNvSpPr>
          <p:nvPr/>
        </p:nvSpPr>
        <p:spPr>
          <a:xfrm xmlns:a="http://schemas.openxmlformats.org/drawingml/2006/main">
            <a:off x="102393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5" name="g510">
            <a:extLst xmlns:a="http://schemas.openxmlformats.org/drawingml/2006/main">
              <a:ext uri="{FF2B5EF4-FFF2-40B4-BE49-F238E27FC236}">
                <a16:creationId xmlns:a16="http://schemas.microsoft.com/office/drawing/2014/main" id="{9FA16D77-C596-4D52-B86E-EC3A4114C35C}"/>
              </a:ext>
            </a:extLst>
          </p:cNvPr>
          <p:cNvSpPr>
            <a:spLocks xmlns:a="http://schemas.openxmlformats.org/drawingml/2006/main" noGrp="1"/>
          </p:cNvSpPr>
          <p:nvPr/>
        </p:nvSpPr>
        <p:spPr>
          <a:xfrm xmlns:a="http://schemas.openxmlformats.org/drawingml/2006/main">
            <a:off x="103251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6" name="g511">
            <a:extLst xmlns:a="http://schemas.openxmlformats.org/drawingml/2006/main">
              <a:ext uri="{FF2B5EF4-FFF2-40B4-BE49-F238E27FC236}">
                <a16:creationId xmlns:a16="http://schemas.microsoft.com/office/drawing/2014/main" id="{9927FAE2-AA31-4979-A325-E5D6D19C4A39}"/>
              </a:ext>
            </a:extLst>
          </p:cNvPr>
          <p:cNvSpPr>
            <a:spLocks xmlns:a="http://schemas.openxmlformats.org/drawingml/2006/main" noGrp="1"/>
          </p:cNvSpPr>
          <p:nvPr/>
        </p:nvSpPr>
        <p:spPr>
          <a:xfrm xmlns:a="http://schemas.openxmlformats.org/drawingml/2006/main">
            <a:off x="104108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7" name="g512">
            <a:extLst xmlns:a="http://schemas.openxmlformats.org/drawingml/2006/main">
              <a:ext uri="{FF2B5EF4-FFF2-40B4-BE49-F238E27FC236}">
                <a16:creationId xmlns:a16="http://schemas.microsoft.com/office/drawing/2014/main" id="{A11698DF-84E8-4A14-B830-61B3FE9E290D}"/>
              </a:ext>
            </a:extLst>
          </p:cNvPr>
          <p:cNvSpPr>
            <a:spLocks xmlns:a="http://schemas.openxmlformats.org/drawingml/2006/main" noGrp="1"/>
          </p:cNvSpPr>
          <p:nvPr/>
        </p:nvSpPr>
        <p:spPr>
          <a:xfrm xmlns:a="http://schemas.openxmlformats.org/drawingml/2006/main">
            <a:off x="104965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8" name="g513">
            <a:extLst xmlns:a="http://schemas.openxmlformats.org/drawingml/2006/main">
              <a:ext uri="{FF2B5EF4-FFF2-40B4-BE49-F238E27FC236}">
                <a16:creationId xmlns:a16="http://schemas.microsoft.com/office/drawing/2014/main" id="{945E50F5-F495-4AD3-B669-EE1B9D8D3E25}"/>
              </a:ext>
            </a:extLst>
          </p:cNvPr>
          <p:cNvSpPr>
            <a:spLocks xmlns:a="http://schemas.openxmlformats.org/drawingml/2006/main" noGrp="1"/>
          </p:cNvSpPr>
          <p:nvPr/>
        </p:nvSpPr>
        <p:spPr>
          <a:xfrm xmlns:a="http://schemas.openxmlformats.org/drawingml/2006/main">
            <a:off x="105822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29" name="g514">
            <a:extLst xmlns:a="http://schemas.openxmlformats.org/drawingml/2006/main">
              <a:ext uri="{FF2B5EF4-FFF2-40B4-BE49-F238E27FC236}">
                <a16:creationId xmlns:a16="http://schemas.microsoft.com/office/drawing/2014/main" id="{DE284587-5B58-44F1-B72B-C3636E9D751D}"/>
              </a:ext>
            </a:extLst>
          </p:cNvPr>
          <p:cNvSpPr>
            <a:spLocks xmlns:a="http://schemas.openxmlformats.org/drawingml/2006/main" noGrp="1"/>
          </p:cNvSpPr>
          <p:nvPr/>
        </p:nvSpPr>
        <p:spPr>
          <a:xfrm xmlns:a="http://schemas.openxmlformats.org/drawingml/2006/main">
            <a:off x="106680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0" name="g515">
            <a:extLst xmlns:a="http://schemas.openxmlformats.org/drawingml/2006/main">
              <a:ext uri="{FF2B5EF4-FFF2-40B4-BE49-F238E27FC236}">
                <a16:creationId xmlns:a16="http://schemas.microsoft.com/office/drawing/2014/main" id="{D1A94681-B955-40D5-8758-5FFA46887148}"/>
              </a:ext>
            </a:extLst>
          </p:cNvPr>
          <p:cNvSpPr>
            <a:spLocks xmlns:a="http://schemas.openxmlformats.org/drawingml/2006/main" noGrp="1"/>
          </p:cNvSpPr>
          <p:nvPr/>
        </p:nvSpPr>
        <p:spPr>
          <a:xfrm xmlns:a="http://schemas.openxmlformats.org/drawingml/2006/main">
            <a:off x="107537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1" name="g516">
            <a:extLst xmlns:a="http://schemas.openxmlformats.org/drawingml/2006/main">
              <a:ext uri="{FF2B5EF4-FFF2-40B4-BE49-F238E27FC236}">
                <a16:creationId xmlns:a16="http://schemas.microsoft.com/office/drawing/2014/main" id="{E78159AE-3858-4C6F-AF47-CBBF4FB3C834}"/>
              </a:ext>
            </a:extLst>
          </p:cNvPr>
          <p:cNvSpPr>
            <a:spLocks xmlns:a="http://schemas.openxmlformats.org/drawingml/2006/main" noGrp="1"/>
          </p:cNvSpPr>
          <p:nvPr/>
        </p:nvSpPr>
        <p:spPr>
          <a:xfrm xmlns:a="http://schemas.openxmlformats.org/drawingml/2006/main">
            <a:off x="108394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2" name="g517">
            <a:extLst xmlns:a="http://schemas.openxmlformats.org/drawingml/2006/main">
              <a:ext uri="{FF2B5EF4-FFF2-40B4-BE49-F238E27FC236}">
                <a16:creationId xmlns:a16="http://schemas.microsoft.com/office/drawing/2014/main" id="{84F60ED7-6711-42CF-8823-E984C0839A9C}"/>
              </a:ext>
            </a:extLst>
          </p:cNvPr>
          <p:cNvSpPr>
            <a:spLocks xmlns:a="http://schemas.openxmlformats.org/drawingml/2006/main" noGrp="1"/>
          </p:cNvSpPr>
          <p:nvPr/>
        </p:nvSpPr>
        <p:spPr>
          <a:xfrm xmlns:a="http://schemas.openxmlformats.org/drawingml/2006/main">
            <a:off x="109251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3" name="g518">
            <a:extLst xmlns:a="http://schemas.openxmlformats.org/drawingml/2006/main">
              <a:ext uri="{FF2B5EF4-FFF2-40B4-BE49-F238E27FC236}">
                <a16:creationId xmlns:a16="http://schemas.microsoft.com/office/drawing/2014/main" id="{A5364C79-1CE3-45A3-91EF-4CAB5B301E32}"/>
              </a:ext>
            </a:extLst>
          </p:cNvPr>
          <p:cNvSpPr>
            <a:spLocks xmlns:a="http://schemas.openxmlformats.org/drawingml/2006/main" noGrp="1"/>
          </p:cNvSpPr>
          <p:nvPr/>
        </p:nvSpPr>
        <p:spPr>
          <a:xfrm xmlns:a="http://schemas.openxmlformats.org/drawingml/2006/main">
            <a:off x="110109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4" name="g519">
            <a:extLst xmlns:a="http://schemas.openxmlformats.org/drawingml/2006/main">
              <a:ext uri="{FF2B5EF4-FFF2-40B4-BE49-F238E27FC236}">
                <a16:creationId xmlns:a16="http://schemas.microsoft.com/office/drawing/2014/main" id="{3773464C-E54D-45C5-9D36-CEBD72D48FB9}"/>
              </a:ext>
            </a:extLst>
          </p:cNvPr>
          <p:cNvSpPr>
            <a:spLocks xmlns:a="http://schemas.openxmlformats.org/drawingml/2006/main" noGrp="1"/>
          </p:cNvSpPr>
          <p:nvPr/>
        </p:nvSpPr>
        <p:spPr>
          <a:xfrm xmlns:a="http://schemas.openxmlformats.org/drawingml/2006/main">
            <a:off x="110966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5" name="g520">
            <a:extLst xmlns:a="http://schemas.openxmlformats.org/drawingml/2006/main">
              <a:ext uri="{FF2B5EF4-FFF2-40B4-BE49-F238E27FC236}">
                <a16:creationId xmlns:a16="http://schemas.microsoft.com/office/drawing/2014/main" id="{D8CC55A8-4952-4C75-AC58-69CA9BF25FA7}"/>
              </a:ext>
            </a:extLst>
          </p:cNvPr>
          <p:cNvSpPr>
            <a:spLocks xmlns:a="http://schemas.openxmlformats.org/drawingml/2006/main" noGrp="1"/>
          </p:cNvSpPr>
          <p:nvPr/>
        </p:nvSpPr>
        <p:spPr>
          <a:xfrm xmlns:a="http://schemas.openxmlformats.org/drawingml/2006/main">
            <a:off x="111823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 name="g521">
            <a:extLst xmlns:a="http://schemas.openxmlformats.org/drawingml/2006/main">
              <a:ext uri="{FF2B5EF4-FFF2-40B4-BE49-F238E27FC236}">
                <a16:creationId xmlns:a16="http://schemas.microsoft.com/office/drawing/2014/main" id="{44CEC653-2922-4767-92F8-F369EC106432}"/>
              </a:ext>
            </a:extLst>
          </p:cNvPr>
          <p:cNvSpPr>
            <a:spLocks xmlns:a="http://schemas.openxmlformats.org/drawingml/2006/main" noGrp="1"/>
          </p:cNvSpPr>
          <p:nvPr/>
        </p:nvSpPr>
        <p:spPr>
          <a:xfrm xmlns:a="http://schemas.openxmlformats.org/drawingml/2006/main">
            <a:off x="1126807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 name="g522">
            <a:extLst xmlns:a="http://schemas.openxmlformats.org/drawingml/2006/main">
              <a:ext uri="{FF2B5EF4-FFF2-40B4-BE49-F238E27FC236}">
                <a16:creationId xmlns:a16="http://schemas.microsoft.com/office/drawing/2014/main" id="{0992BB60-8A6B-4266-9432-1C954CE75846}"/>
              </a:ext>
            </a:extLst>
          </p:cNvPr>
          <p:cNvSpPr>
            <a:spLocks xmlns:a="http://schemas.openxmlformats.org/drawingml/2006/main" noGrp="1"/>
          </p:cNvSpPr>
          <p:nvPr/>
        </p:nvSpPr>
        <p:spPr>
          <a:xfrm xmlns:a="http://schemas.openxmlformats.org/drawingml/2006/main">
            <a:off x="1135380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 name="g523">
            <a:extLst xmlns:a="http://schemas.openxmlformats.org/drawingml/2006/main">
              <a:ext uri="{FF2B5EF4-FFF2-40B4-BE49-F238E27FC236}">
                <a16:creationId xmlns:a16="http://schemas.microsoft.com/office/drawing/2014/main" id="{3EC545A7-DC44-4304-B4D3-18A97618EC2F}"/>
              </a:ext>
            </a:extLst>
          </p:cNvPr>
          <p:cNvSpPr>
            <a:spLocks xmlns:a="http://schemas.openxmlformats.org/drawingml/2006/main" noGrp="1"/>
          </p:cNvSpPr>
          <p:nvPr/>
        </p:nvSpPr>
        <p:spPr>
          <a:xfrm xmlns:a="http://schemas.openxmlformats.org/drawingml/2006/main">
            <a:off x="11439525"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 name="g524">
            <a:extLst xmlns:a="http://schemas.openxmlformats.org/drawingml/2006/main">
              <a:ext uri="{FF2B5EF4-FFF2-40B4-BE49-F238E27FC236}">
                <a16:creationId xmlns:a16="http://schemas.microsoft.com/office/drawing/2014/main" id="{B62EFC20-3E57-4129-B48C-21C8FBA026A5}"/>
              </a:ext>
            </a:extLst>
          </p:cNvPr>
          <p:cNvSpPr>
            <a:spLocks xmlns:a="http://schemas.openxmlformats.org/drawingml/2006/main" noGrp="1"/>
          </p:cNvSpPr>
          <p:nvPr/>
        </p:nvSpPr>
        <p:spPr>
          <a:xfrm xmlns:a="http://schemas.openxmlformats.org/drawingml/2006/main">
            <a:off x="11525250" y="199072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 name="g525">
            <a:extLst xmlns:a="http://schemas.openxmlformats.org/drawingml/2006/main">
              <a:ext uri="{FF2B5EF4-FFF2-40B4-BE49-F238E27FC236}">
                <a16:creationId xmlns:a16="http://schemas.microsoft.com/office/drawing/2014/main" id="{81D86700-DF79-4649-A107-50272E6B7785}"/>
              </a:ext>
            </a:extLst>
          </p:cNvPr>
          <p:cNvSpPr>
            <a:spLocks xmlns:a="http://schemas.openxmlformats.org/drawingml/2006/main" noGrp="1"/>
          </p:cNvSpPr>
          <p:nvPr/>
        </p:nvSpPr>
        <p:spPr>
          <a:xfrm xmlns:a="http://schemas.openxmlformats.org/drawingml/2006/main">
            <a:off x="11610975" y="1990725"/>
            <a:ext cx="9525" cy="953"/>
          </a:xfrm>
          <a:custGeom xmlns:a="http://schemas.openxmlformats.org/drawingml/2006/main">
            <a:pathLst>
              <a:path w="9525" h="953">
                <a:moveTo>
                  <a:pt x="0" y="0"/>
                </a:moveTo>
                <a:lnTo>
                  <a:pt x="9525" y="0"/>
                </a:lnTo>
              </a:path>
            </a:pathLst>
          </a:custGeom>
          <a:noFill xmlns:a="http://schemas.openxmlformats.org/drawingml/2006/main"/>
          <a:ln xmlns:a="http://schemas.openxmlformats.org/drawingml/2006/main" w="6191">
            <a:solidFill>
              <a:srgbClr val="8DAAFE"/>
            </a:solidFill>
          </a:ln>
        </p:spPr>
      </p:sp>
      <p:sp>
        <p:nvSpPr>
          <p:cNvPr id="141" name="g526">
            <a:extLst xmlns:a="http://schemas.openxmlformats.org/drawingml/2006/main">
              <a:ext uri="{FF2B5EF4-FFF2-40B4-BE49-F238E27FC236}">
                <a16:creationId xmlns:a16="http://schemas.microsoft.com/office/drawing/2014/main" id="{D331BA4C-E065-44E3-9DCC-6D17F1E237BC}"/>
              </a:ext>
            </a:extLst>
          </p:cNvPr>
          <p:cNvSpPr>
            <a:spLocks xmlns:a="http://schemas.openxmlformats.org/drawingml/2006/main" noGrp="1"/>
          </p:cNvSpPr>
          <p:nvPr/>
        </p:nvSpPr>
        <p:spPr>
          <a:xfrm xmlns:a="http://schemas.openxmlformats.org/drawingml/2006/main">
            <a:off x="11620500" y="19907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2" name="g527">
            <a:extLst xmlns:a="http://schemas.openxmlformats.org/drawingml/2006/main">
              <a:ext uri="{FF2B5EF4-FFF2-40B4-BE49-F238E27FC236}">
                <a16:creationId xmlns:a16="http://schemas.microsoft.com/office/drawing/2014/main" id="{0C74E83E-235B-46D7-A3E7-35905B362C76}"/>
              </a:ext>
            </a:extLst>
          </p:cNvPr>
          <p:cNvSpPr>
            <a:spLocks xmlns:a="http://schemas.openxmlformats.org/drawingml/2006/main" noGrp="1"/>
          </p:cNvSpPr>
          <p:nvPr/>
        </p:nvSpPr>
        <p:spPr>
          <a:xfrm xmlns:a="http://schemas.openxmlformats.org/drawingml/2006/main">
            <a:off x="11620500" y="20764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3" name="g528">
            <a:extLst xmlns:a="http://schemas.openxmlformats.org/drawingml/2006/main">
              <a:ext uri="{FF2B5EF4-FFF2-40B4-BE49-F238E27FC236}">
                <a16:creationId xmlns:a16="http://schemas.microsoft.com/office/drawing/2014/main" id="{EC5B2587-5A4E-4A84-8B26-37C43075CDF5}"/>
              </a:ext>
            </a:extLst>
          </p:cNvPr>
          <p:cNvSpPr>
            <a:spLocks xmlns:a="http://schemas.openxmlformats.org/drawingml/2006/main" noGrp="1"/>
          </p:cNvSpPr>
          <p:nvPr/>
        </p:nvSpPr>
        <p:spPr>
          <a:xfrm xmlns:a="http://schemas.openxmlformats.org/drawingml/2006/main">
            <a:off x="11620500" y="21621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4" name="g529">
            <a:extLst xmlns:a="http://schemas.openxmlformats.org/drawingml/2006/main">
              <a:ext uri="{FF2B5EF4-FFF2-40B4-BE49-F238E27FC236}">
                <a16:creationId xmlns:a16="http://schemas.microsoft.com/office/drawing/2014/main" id="{D27CB572-FCBA-46B1-A230-6E68E417E54D}"/>
              </a:ext>
            </a:extLst>
          </p:cNvPr>
          <p:cNvSpPr>
            <a:spLocks xmlns:a="http://schemas.openxmlformats.org/drawingml/2006/main" noGrp="1"/>
          </p:cNvSpPr>
          <p:nvPr/>
        </p:nvSpPr>
        <p:spPr>
          <a:xfrm xmlns:a="http://schemas.openxmlformats.org/drawingml/2006/main">
            <a:off x="11620500" y="22479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5" name="g530">
            <a:extLst xmlns:a="http://schemas.openxmlformats.org/drawingml/2006/main">
              <a:ext uri="{FF2B5EF4-FFF2-40B4-BE49-F238E27FC236}">
                <a16:creationId xmlns:a16="http://schemas.microsoft.com/office/drawing/2014/main" id="{6AF074EA-21AA-46B3-939C-D2E29876793B}"/>
              </a:ext>
            </a:extLst>
          </p:cNvPr>
          <p:cNvSpPr>
            <a:spLocks xmlns:a="http://schemas.openxmlformats.org/drawingml/2006/main" noGrp="1"/>
          </p:cNvSpPr>
          <p:nvPr/>
        </p:nvSpPr>
        <p:spPr>
          <a:xfrm xmlns:a="http://schemas.openxmlformats.org/drawingml/2006/main">
            <a:off x="11620500" y="23336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6" name="g531">
            <a:extLst xmlns:a="http://schemas.openxmlformats.org/drawingml/2006/main">
              <a:ext uri="{FF2B5EF4-FFF2-40B4-BE49-F238E27FC236}">
                <a16:creationId xmlns:a16="http://schemas.microsoft.com/office/drawing/2014/main" id="{AC814459-7D3E-4CB1-BE8F-82C56B0F845C}"/>
              </a:ext>
            </a:extLst>
          </p:cNvPr>
          <p:cNvSpPr>
            <a:spLocks xmlns:a="http://schemas.openxmlformats.org/drawingml/2006/main" noGrp="1"/>
          </p:cNvSpPr>
          <p:nvPr/>
        </p:nvSpPr>
        <p:spPr>
          <a:xfrm xmlns:a="http://schemas.openxmlformats.org/drawingml/2006/main">
            <a:off x="11620500" y="2419350"/>
            <a:ext cx="953" cy="19050"/>
          </a:xfrm>
          <a:custGeom xmlns:a="http://schemas.openxmlformats.org/drawingml/2006/main">
            <a:pathLst>
              <a:path w="953" h="19050">
                <a:moveTo>
                  <a:pt x="0" y="0"/>
                </a:moveTo>
                <a:lnTo>
                  <a:pt x="0" y="19050"/>
                </a:lnTo>
              </a:path>
            </a:pathLst>
          </a:custGeom>
          <a:noFill xmlns:a="http://schemas.openxmlformats.org/drawingml/2006/main"/>
          <a:ln xmlns:a="http://schemas.openxmlformats.org/drawingml/2006/main" w="6191">
            <a:solidFill>
              <a:srgbClr val="8DAAFE"/>
            </a:solidFill>
          </a:ln>
        </p:spPr>
      </p:sp>
      <p:sp>
        <p:nvSpPr>
          <p:cNvPr id="147" name="g532">
            <a:extLst xmlns:a="http://schemas.openxmlformats.org/drawingml/2006/main">
              <a:ext uri="{FF2B5EF4-FFF2-40B4-BE49-F238E27FC236}">
                <a16:creationId xmlns:a16="http://schemas.microsoft.com/office/drawing/2014/main" id="{19E0FB49-8D3B-4F2B-829A-8D9E715BC206}"/>
              </a:ext>
            </a:extLst>
          </p:cNvPr>
          <p:cNvSpPr>
            <a:spLocks xmlns:a="http://schemas.openxmlformats.org/drawingml/2006/main" noGrp="1"/>
          </p:cNvSpPr>
          <p:nvPr/>
        </p:nvSpPr>
        <p:spPr>
          <a:xfrm xmlns:a="http://schemas.openxmlformats.org/drawingml/2006/main">
            <a:off x="115728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8" name="g533">
            <a:extLst xmlns:a="http://schemas.openxmlformats.org/drawingml/2006/main">
              <a:ext uri="{FF2B5EF4-FFF2-40B4-BE49-F238E27FC236}">
                <a16:creationId xmlns:a16="http://schemas.microsoft.com/office/drawing/2014/main" id="{8CDFAADA-4E73-4EBA-9C21-DEC5FB86A59A}"/>
              </a:ext>
            </a:extLst>
          </p:cNvPr>
          <p:cNvSpPr>
            <a:spLocks xmlns:a="http://schemas.openxmlformats.org/drawingml/2006/main" noGrp="1"/>
          </p:cNvSpPr>
          <p:nvPr/>
        </p:nvSpPr>
        <p:spPr>
          <a:xfrm xmlns:a="http://schemas.openxmlformats.org/drawingml/2006/main">
            <a:off x="114871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 name="g534">
            <a:extLst xmlns:a="http://schemas.openxmlformats.org/drawingml/2006/main">
              <a:ext uri="{FF2B5EF4-FFF2-40B4-BE49-F238E27FC236}">
                <a16:creationId xmlns:a16="http://schemas.microsoft.com/office/drawing/2014/main" id="{4C2E2C67-71A3-4D5A-8F86-C72AE391FD7A}"/>
              </a:ext>
            </a:extLst>
          </p:cNvPr>
          <p:cNvSpPr>
            <a:spLocks xmlns:a="http://schemas.openxmlformats.org/drawingml/2006/main" noGrp="1"/>
          </p:cNvSpPr>
          <p:nvPr/>
        </p:nvSpPr>
        <p:spPr>
          <a:xfrm xmlns:a="http://schemas.openxmlformats.org/drawingml/2006/main">
            <a:off x="114014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 name="g535">
            <a:extLst xmlns:a="http://schemas.openxmlformats.org/drawingml/2006/main">
              <a:ext uri="{FF2B5EF4-FFF2-40B4-BE49-F238E27FC236}">
                <a16:creationId xmlns:a16="http://schemas.microsoft.com/office/drawing/2014/main" id="{20AB8E2B-C385-4794-AE33-6216B2982D78}"/>
              </a:ext>
            </a:extLst>
          </p:cNvPr>
          <p:cNvSpPr>
            <a:spLocks xmlns:a="http://schemas.openxmlformats.org/drawingml/2006/main" noGrp="1"/>
          </p:cNvSpPr>
          <p:nvPr/>
        </p:nvSpPr>
        <p:spPr>
          <a:xfrm xmlns:a="http://schemas.openxmlformats.org/drawingml/2006/main">
            <a:off x="113157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 name="g536">
            <a:extLst xmlns:a="http://schemas.openxmlformats.org/drawingml/2006/main">
              <a:ext uri="{FF2B5EF4-FFF2-40B4-BE49-F238E27FC236}">
                <a16:creationId xmlns:a16="http://schemas.microsoft.com/office/drawing/2014/main" id="{66F3BDB6-430F-44BF-80ED-3E172BE46D7F}"/>
              </a:ext>
            </a:extLst>
          </p:cNvPr>
          <p:cNvSpPr>
            <a:spLocks xmlns:a="http://schemas.openxmlformats.org/drawingml/2006/main" noGrp="1"/>
          </p:cNvSpPr>
          <p:nvPr/>
        </p:nvSpPr>
        <p:spPr>
          <a:xfrm xmlns:a="http://schemas.openxmlformats.org/drawingml/2006/main">
            <a:off x="112299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 name="g537">
            <a:extLst xmlns:a="http://schemas.openxmlformats.org/drawingml/2006/main">
              <a:ext uri="{FF2B5EF4-FFF2-40B4-BE49-F238E27FC236}">
                <a16:creationId xmlns:a16="http://schemas.microsoft.com/office/drawing/2014/main" id="{700549EE-E726-4A24-B26A-376123E1C28B}"/>
              </a:ext>
            </a:extLst>
          </p:cNvPr>
          <p:cNvSpPr>
            <a:spLocks xmlns:a="http://schemas.openxmlformats.org/drawingml/2006/main" noGrp="1"/>
          </p:cNvSpPr>
          <p:nvPr/>
        </p:nvSpPr>
        <p:spPr>
          <a:xfrm xmlns:a="http://schemas.openxmlformats.org/drawingml/2006/main">
            <a:off x="111442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 name="g538">
            <a:extLst xmlns:a="http://schemas.openxmlformats.org/drawingml/2006/main">
              <a:ext uri="{FF2B5EF4-FFF2-40B4-BE49-F238E27FC236}">
                <a16:creationId xmlns:a16="http://schemas.microsoft.com/office/drawing/2014/main" id="{38CC1BB3-57C3-47F8-B484-CDF8F75AAE82}"/>
              </a:ext>
            </a:extLst>
          </p:cNvPr>
          <p:cNvSpPr>
            <a:spLocks xmlns:a="http://schemas.openxmlformats.org/drawingml/2006/main" noGrp="1"/>
          </p:cNvSpPr>
          <p:nvPr/>
        </p:nvSpPr>
        <p:spPr>
          <a:xfrm xmlns:a="http://schemas.openxmlformats.org/drawingml/2006/main">
            <a:off x="110585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 name="g539">
            <a:extLst xmlns:a="http://schemas.openxmlformats.org/drawingml/2006/main">
              <a:ext uri="{FF2B5EF4-FFF2-40B4-BE49-F238E27FC236}">
                <a16:creationId xmlns:a16="http://schemas.microsoft.com/office/drawing/2014/main" id="{7ACE5343-56C6-4E42-85AE-DE6FCF0B13C1}"/>
              </a:ext>
            </a:extLst>
          </p:cNvPr>
          <p:cNvSpPr>
            <a:spLocks xmlns:a="http://schemas.openxmlformats.org/drawingml/2006/main" noGrp="1"/>
          </p:cNvSpPr>
          <p:nvPr/>
        </p:nvSpPr>
        <p:spPr>
          <a:xfrm xmlns:a="http://schemas.openxmlformats.org/drawingml/2006/main">
            <a:off x="109728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 name="g540">
            <a:extLst xmlns:a="http://schemas.openxmlformats.org/drawingml/2006/main">
              <a:ext uri="{FF2B5EF4-FFF2-40B4-BE49-F238E27FC236}">
                <a16:creationId xmlns:a16="http://schemas.microsoft.com/office/drawing/2014/main" id="{A1604D0E-5C4B-4DD9-9ECF-82DCFDDB4E42}"/>
              </a:ext>
            </a:extLst>
          </p:cNvPr>
          <p:cNvSpPr>
            <a:spLocks xmlns:a="http://schemas.openxmlformats.org/drawingml/2006/main" noGrp="1"/>
          </p:cNvSpPr>
          <p:nvPr/>
        </p:nvSpPr>
        <p:spPr>
          <a:xfrm xmlns:a="http://schemas.openxmlformats.org/drawingml/2006/main">
            <a:off x="108870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 name="g541">
            <a:extLst xmlns:a="http://schemas.openxmlformats.org/drawingml/2006/main">
              <a:ext uri="{FF2B5EF4-FFF2-40B4-BE49-F238E27FC236}">
                <a16:creationId xmlns:a16="http://schemas.microsoft.com/office/drawing/2014/main" id="{98626EC5-8142-4557-8172-48144DBB08B7}"/>
              </a:ext>
            </a:extLst>
          </p:cNvPr>
          <p:cNvSpPr>
            <a:spLocks xmlns:a="http://schemas.openxmlformats.org/drawingml/2006/main" noGrp="1"/>
          </p:cNvSpPr>
          <p:nvPr/>
        </p:nvSpPr>
        <p:spPr>
          <a:xfrm xmlns:a="http://schemas.openxmlformats.org/drawingml/2006/main">
            <a:off x="108013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 name="g542">
            <a:extLst xmlns:a="http://schemas.openxmlformats.org/drawingml/2006/main">
              <a:ext uri="{FF2B5EF4-FFF2-40B4-BE49-F238E27FC236}">
                <a16:creationId xmlns:a16="http://schemas.microsoft.com/office/drawing/2014/main" id="{485AC545-C7A8-48FA-8BDE-2E40990984C3}"/>
              </a:ext>
            </a:extLst>
          </p:cNvPr>
          <p:cNvSpPr>
            <a:spLocks xmlns:a="http://schemas.openxmlformats.org/drawingml/2006/main" noGrp="1"/>
          </p:cNvSpPr>
          <p:nvPr/>
        </p:nvSpPr>
        <p:spPr>
          <a:xfrm xmlns:a="http://schemas.openxmlformats.org/drawingml/2006/main">
            <a:off x="107156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 name="g543">
            <a:extLst xmlns:a="http://schemas.openxmlformats.org/drawingml/2006/main">
              <a:ext uri="{FF2B5EF4-FFF2-40B4-BE49-F238E27FC236}">
                <a16:creationId xmlns:a16="http://schemas.microsoft.com/office/drawing/2014/main" id="{9EC20401-286D-4887-B758-44B32BAB2CBD}"/>
              </a:ext>
            </a:extLst>
          </p:cNvPr>
          <p:cNvSpPr>
            <a:spLocks xmlns:a="http://schemas.openxmlformats.org/drawingml/2006/main" noGrp="1"/>
          </p:cNvSpPr>
          <p:nvPr/>
        </p:nvSpPr>
        <p:spPr>
          <a:xfrm xmlns:a="http://schemas.openxmlformats.org/drawingml/2006/main">
            <a:off x="106299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 name="g544">
            <a:extLst xmlns:a="http://schemas.openxmlformats.org/drawingml/2006/main">
              <a:ext uri="{FF2B5EF4-FFF2-40B4-BE49-F238E27FC236}">
                <a16:creationId xmlns:a16="http://schemas.microsoft.com/office/drawing/2014/main" id="{8F1B8981-C7AD-40EE-94EC-513B60B9C4DA}"/>
              </a:ext>
            </a:extLst>
          </p:cNvPr>
          <p:cNvSpPr>
            <a:spLocks xmlns:a="http://schemas.openxmlformats.org/drawingml/2006/main" noGrp="1"/>
          </p:cNvSpPr>
          <p:nvPr/>
        </p:nvSpPr>
        <p:spPr>
          <a:xfrm xmlns:a="http://schemas.openxmlformats.org/drawingml/2006/main">
            <a:off x="105441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 name="g545">
            <a:extLst xmlns:a="http://schemas.openxmlformats.org/drawingml/2006/main">
              <a:ext uri="{FF2B5EF4-FFF2-40B4-BE49-F238E27FC236}">
                <a16:creationId xmlns:a16="http://schemas.microsoft.com/office/drawing/2014/main" id="{2611C258-D46B-4922-BC56-1C1C47AB20AD}"/>
              </a:ext>
            </a:extLst>
          </p:cNvPr>
          <p:cNvSpPr>
            <a:spLocks xmlns:a="http://schemas.openxmlformats.org/drawingml/2006/main" noGrp="1"/>
          </p:cNvSpPr>
          <p:nvPr/>
        </p:nvSpPr>
        <p:spPr>
          <a:xfrm xmlns:a="http://schemas.openxmlformats.org/drawingml/2006/main">
            <a:off x="104584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1" name="g546">
            <a:extLst xmlns:a="http://schemas.openxmlformats.org/drawingml/2006/main">
              <a:ext uri="{FF2B5EF4-FFF2-40B4-BE49-F238E27FC236}">
                <a16:creationId xmlns:a16="http://schemas.microsoft.com/office/drawing/2014/main" id="{B5215831-5756-4E5C-B7F3-AD19F1867FD8}"/>
              </a:ext>
            </a:extLst>
          </p:cNvPr>
          <p:cNvSpPr>
            <a:spLocks xmlns:a="http://schemas.openxmlformats.org/drawingml/2006/main" noGrp="1"/>
          </p:cNvSpPr>
          <p:nvPr/>
        </p:nvSpPr>
        <p:spPr>
          <a:xfrm xmlns:a="http://schemas.openxmlformats.org/drawingml/2006/main">
            <a:off x="103727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2" name="g547">
            <a:extLst xmlns:a="http://schemas.openxmlformats.org/drawingml/2006/main">
              <a:ext uri="{FF2B5EF4-FFF2-40B4-BE49-F238E27FC236}">
                <a16:creationId xmlns:a16="http://schemas.microsoft.com/office/drawing/2014/main" id="{8C73B5A5-6A08-455A-96EF-D4011BD87AE9}"/>
              </a:ext>
            </a:extLst>
          </p:cNvPr>
          <p:cNvSpPr>
            <a:spLocks xmlns:a="http://schemas.openxmlformats.org/drawingml/2006/main" noGrp="1"/>
          </p:cNvSpPr>
          <p:nvPr/>
        </p:nvSpPr>
        <p:spPr>
          <a:xfrm xmlns:a="http://schemas.openxmlformats.org/drawingml/2006/main">
            <a:off x="102870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3" name="g548">
            <a:extLst xmlns:a="http://schemas.openxmlformats.org/drawingml/2006/main">
              <a:ext uri="{FF2B5EF4-FFF2-40B4-BE49-F238E27FC236}">
                <a16:creationId xmlns:a16="http://schemas.microsoft.com/office/drawing/2014/main" id="{F6FE1A5A-B49E-4A5C-B9EE-1EB40B862B50}"/>
              </a:ext>
            </a:extLst>
          </p:cNvPr>
          <p:cNvSpPr>
            <a:spLocks xmlns:a="http://schemas.openxmlformats.org/drawingml/2006/main" noGrp="1"/>
          </p:cNvSpPr>
          <p:nvPr/>
        </p:nvSpPr>
        <p:spPr>
          <a:xfrm xmlns:a="http://schemas.openxmlformats.org/drawingml/2006/main">
            <a:off x="102012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4" name="g549">
            <a:extLst xmlns:a="http://schemas.openxmlformats.org/drawingml/2006/main">
              <a:ext uri="{FF2B5EF4-FFF2-40B4-BE49-F238E27FC236}">
                <a16:creationId xmlns:a16="http://schemas.microsoft.com/office/drawing/2014/main" id="{DB8612BA-DCB5-491F-BAB0-503E0CAFB01C}"/>
              </a:ext>
            </a:extLst>
          </p:cNvPr>
          <p:cNvSpPr>
            <a:spLocks xmlns:a="http://schemas.openxmlformats.org/drawingml/2006/main" noGrp="1"/>
          </p:cNvSpPr>
          <p:nvPr/>
        </p:nvSpPr>
        <p:spPr>
          <a:xfrm xmlns:a="http://schemas.openxmlformats.org/drawingml/2006/main">
            <a:off x="101155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5" name="g550">
            <a:extLst xmlns:a="http://schemas.openxmlformats.org/drawingml/2006/main">
              <a:ext uri="{FF2B5EF4-FFF2-40B4-BE49-F238E27FC236}">
                <a16:creationId xmlns:a16="http://schemas.microsoft.com/office/drawing/2014/main" id="{D8454849-7FA7-46FE-B2A4-DE106E3DB2BE}"/>
              </a:ext>
            </a:extLst>
          </p:cNvPr>
          <p:cNvSpPr>
            <a:spLocks xmlns:a="http://schemas.openxmlformats.org/drawingml/2006/main" noGrp="1"/>
          </p:cNvSpPr>
          <p:nvPr/>
        </p:nvSpPr>
        <p:spPr>
          <a:xfrm xmlns:a="http://schemas.openxmlformats.org/drawingml/2006/main">
            <a:off x="100298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6" name="g551">
            <a:extLst xmlns:a="http://schemas.openxmlformats.org/drawingml/2006/main">
              <a:ext uri="{FF2B5EF4-FFF2-40B4-BE49-F238E27FC236}">
                <a16:creationId xmlns:a16="http://schemas.microsoft.com/office/drawing/2014/main" id="{3B3437AB-D9FF-44C7-90AB-A3A0E205EF3A}"/>
              </a:ext>
            </a:extLst>
          </p:cNvPr>
          <p:cNvSpPr>
            <a:spLocks xmlns:a="http://schemas.openxmlformats.org/drawingml/2006/main" noGrp="1"/>
          </p:cNvSpPr>
          <p:nvPr/>
        </p:nvSpPr>
        <p:spPr>
          <a:xfrm xmlns:a="http://schemas.openxmlformats.org/drawingml/2006/main">
            <a:off x="99441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7" name="g552">
            <a:extLst xmlns:a="http://schemas.openxmlformats.org/drawingml/2006/main">
              <a:ext uri="{FF2B5EF4-FFF2-40B4-BE49-F238E27FC236}">
                <a16:creationId xmlns:a16="http://schemas.microsoft.com/office/drawing/2014/main" id="{3C9AA9B4-1A4E-41E7-AB7A-F4D0F18E1199}"/>
              </a:ext>
            </a:extLst>
          </p:cNvPr>
          <p:cNvSpPr>
            <a:spLocks xmlns:a="http://schemas.openxmlformats.org/drawingml/2006/main" noGrp="1"/>
          </p:cNvSpPr>
          <p:nvPr/>
        </p:nvSpPr>
        <p:spPr>
          <a:xfrm xmlns:a="http://schemas.openxmlformats.org/drawingml/2006/main">
            <a:off x="98583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8" name="g553">
            <a:extLst xmlns:a="http://schemas.openxmlformats.org/drawingml/2006/main">
              <a:ext uri="{FF2B5EF4-FFF2-40B4-BE49-F238E27FC236}">
                <a16:creationId xmlns:a16="http://schemas.microsoft.com/office/drawing/2014/main" id="{5F85D7E7-4995-4DAA-8FDC-11B7DE585B62}"/>
              </a:ext>
            </a:extLst>
          </p:cNvPr>
          <p:cNvSpPr>
            <a:spLocks xmlns:a="http://schemas.openxmlformats.org/drawingml/2006/main" noGrp="1"/>
          </p:cNvSpPr>
          <p:nvPr/>
        </p:nvSpPr>
        <p:spPr>
          <a:xfrm xmlns:a="http://schemas.openxmlformats.org/drawingml/2006/main">
            <a:off x="97726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9" name="g554">
            <a:extLst xmlns:a="http://schemas.openxmlformats.org/drawingml/2006/main">
              <a:ext uri="{FF2B5EF4-FFF2-40B4-BE49-F238E27FC236}">
                <a16:creationId xmlns:a16="http://schemas.microsoft.com/office/drawing/2014/main" id="{926340A4-86A2-44D5-8E94-C01BD8809423}"/>
              </a:ext>
            </a:extLst>
          </p:cNvPr>
          <p:cNvSpPr>
            <a:spLocks xmlns:a="http://schemas.openxmlformats.org/drawingml/2006/main" noGrp="1"/>
          </p:cNvSpPr>
          <p:nvPr/>
        </p:nvSpPr>
        <p:spPr>
          <a:xfrm xmlns:a="http://schemas.openxmlformats.org/drawingml/2006/main">
            <a:off x="96869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0" name="g555">
            <a:extLst xmlns:a="http://schemas.openxmlformats.org/drawingml/2006/main">
              <a:ext uri="{FF2B5EF4-FFF2-40B4-BE49-F238E27FC236}">
                <a16:creationId xmlns:a16="http://schemas.microsoft.com/office/drawing/2014/main" id="{83F2949F-D9F0-4980-936E-56A213009213}"/>
              </a:ext>
            </a:extLst>
          </p:cNvPr>
          <p:cNvSpPr>
            <a:spLocks xmlns:a="http://schemas.openxmlformats.org/drawingml/2006/main" noGrp="1"/>
          </p:cNvSpPr>
          <p:nvPr/>
        </p:nvSpPr>
        <p:spPr>
          <a:xfrm xmlns:a="http://schemas.openxmlformats.org/drawingml/2006/main">
            <a:off x="96012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1" name="g556">
            <a:extLst xmlns:a="http://schemas.openxmlformats.org/drawingml/2006/main">
              <a:ext uri="{FF2B5EF4-FFF2-40B4-BE49-F238E27FC236}">
                <a16:creationId xmlns:a16="http://schemas.microsoft.com/office/drawing/2014/main" id="{0BB7A758-07E4-430A-A11A-38FC8595C040}"/>
              </a:ext>
            </a:extLst>
          </p:cNvPr>
          <p:cNvSpPr>
            <a:spLocks xmlns:a="http://schemas.openxmlformats.org/drawingml/2006/main" noGrp="1"/>
          </p:cNvSpPr>
          <p:nvPr/>
        </p:nvSpPr>
        <p:spPr>
          <a:xfrm xmlns:a="http://schemas.openxmlformats.org/drawingml/2006/main">
            <a:off x="95154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2" name="g557">
            <a:extLst xmlns:a="http://schemas.openxmlformats.org/drawingml/2006/main">
              <a:ext uri="{FF2B5EF4-FFF2-40B4-BE49-F238E27FC236}">
                <a16:creationId xmlns:a16="http://schemas.microsoft.com/office/drawing/2014/main" id="{E8F4C333-B93F-4B62-BCE6-7C2D20664EBF}"/>
              </a:ext>
            </a:extLst>
          </p:cNvPr>
          <p:cNvSpPr>
            <a:spLocks xmlns:a="http://schemas.openxmlformats.org/drawingml/2006/main" noGrp="1"/>
          </p:cNvSpPr>
          <p:nvPr/>
        </p:nvSpPr>
        <p:spPr>
          <a:xfrm xmlns:a="http://schemas.openxmlformats.org/drawingml/2006/main">
            <a:off x="94297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3" name="g558">
            <a:extLst xmlns:a="http://schemas.openxmlformats.org/drawingml/2006/main">
              <a:ext uri="{FF2B5EF4-FFF2-40B4-BE49-F238E27FC236}">
                <a16:creationId xmlns:a16="http://schemas.microsoft.com/office/drawing/2014/main" id="{555AB54F-E4F7-49C0-BDF5-8E50BBE4852D}"/>
              </a:ext>
            </a:extLst>
          </p:cNvPr>
          <p:cNvSpPr>
            <a:spLocks xmlns:a="http://schemas.openxmlformats.org/drawingml/2006/main" noGrp="1"/>
          </p:cNvSpPr>
          <p:nvPr/>
        </p:nvSpPr>
        <p:spPr>
          <a:xfrm xmlns:a="http://schemas.openxmlformats.org/drawingml/2006/main">
            <a:off x="93440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4" name="g559">
            <a:extLst xmlns:a="http://schemas.openxmlformats.org/drawingml/2006/main">
              <a:ext uri="{FF2B5EF4-FFF2-40B4-BE49-F238E27FC236}">
                <a16:creationId xmlns:a16="http://schemas.microsoft.com/office/drawing/2014/main" id="{3D9008E1-AC7D-48A4-8388-3D2C6A8F024F}"/>
              </a:ext>
            </a:extLst>
          </p:cNvPr>
          <p:cNvSpPr>
            <a:spLocks xmlns:a="http://schemas.openxmlformats.org/drawingml/2006/main" noGrp="1"/>
          </p:cNvSpPr>
          <p:nvPr/>
        </p:nvSpPr>
        <p:spPr>
          <a:xfrm xmlns:a="http://schemas.openxmlformats.org/drawingml/2006/main">
            <a:off x="92583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5" name="g560">
            <a:extLst xmlns:a="http://schemas.openxmlformats.org/drawingml/2006/main">
              <a:ext uri="{FF2B5EF4-FFF2-40B4-BE49-F238E27FC236}">
                <a16:creationId xmlns:a16="http://schemas.microsoft.com/office/drawing/2014/main" id="{F90C4CC1-2ECC-43CE-9E2D-0059AAB1A166}"/>
              </a:ext>
            </a:extLst>
          </p:cNvPr>
          <p:cNvSpPr>
            <a:spLocks xmlns:a="http://schemas.openxmlformats.org/drawingml/2006/main" noGrp="1"/>
          </p:cNvSpPr>
          <p:nvPr/>
        </p:nvSpPr>
        <p:spPr>
          <a:xfrm xmlns:a="http://schemas.openxmlformats.org/drawingml/2006/main">
            <a:off x="91725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6" name="g561">
            <a:extLst xmlns:a="http://schemas.openxmlformats.org/drawingml/2006/main">
              <a:ext uri="{FF2B5EF4-FFF2-40B4-BE49-F238E27FC236}">
                <a16:creationId xmlns:a16="http://schemas.microsoft.com/office/drawing/2014/main" id="{E5880109-2CC5-4843-8DCA-5CE1BC3F8087}"/>
              </a:ext>
            </a:extLst>
          </p:cNvPr>
          <p:cNvSpPr>
            <a:spLocks xmlns:a="http://schemas.openxmlformats.org/drawingml/2006/main" noGrp="1"/>
          </p:cNvSpPr>
          <p:nvPr/>
        </p:nvSpPr>
        <p:spPr>
          <a:xfrm xmlns:a="http://schemas.openxmlformats.org/drawingml/2006/main">
            <a:off x="90868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7" name="g562">
            <a:extLst xmlns:a="http://schemas.openxmlformats.org/drawingml/2006/main">
              <a:ext uri="{FF2B5EF4-FFF2-40B4-BE49-F238E27FC236}">
                <a16:creationId xmlns:a16="http://schemas.microsoft.com/office/drawing/2014/main" id="{EB973532-6A41-41E5-9A1E-611066744EEB}"/>
              </a:ext>
            </a:extLst>
          </p:cNvPr>
          <p:cNvSpPr>
            <a:spLocks xmlns:a="http://schemas.openxmlformats.org/drawingml/2006/main" noGrp="1"/>
          </p:cNvSpPr>
          <p:nvPr/>
        </p:nvSpPr>
        <p:spPr>
          <a:xfrm xmlns:a="http://schemas.openxmlformats.org/drawingml/2006/main">
            <a:off x="90011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8" name="g563">
            <a:extLst xmlns:a="http://schemas.openxmlformats.org/drawingml/2006/main">
              <a:ext uri="{FF2B5EF4-FFF2-40B4-BE49-F238E27FC236}">
                <a16:creationId xmlns:a16="http://schemas.microsoft.com/office/drawing/2014/main" id="{862359E3-C01C-45C9-B88D-9E6656379CA9}"/>
              </a:ext>
            </a:extLst>
          </p:cNvPr>
          <p:cNvSpPr>
            <a:spLocks xmlns:a="http://schemas.openxmlformats.org/drawingml/2006/main" noGrp="1"/>
          </p:cNvSpPr>
          <p:nvPr/>
        </p:nvSpPr>
        <p:spPr>
          <a:xfrm xmlns:a="http://schemas.openxmlformats.org/drawingml/2006/main">
            <a:off x="89154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79" name="g564">
            <a:extLst xmlns:a="http://schemas.openxmlformats.org/drawingml/2006/main">
              <a:ext uri="{FF2B5EF4-FFF2-40B4-BE49-F238E27FC236}">
                <a16:creationId xmlns:a16="http://schemas.microsoft.com/office/drawing/2014/main" id="{956E6E2B-B00F-43E1-BDB2-B713BEC96B6C}"/>
              </a:ext>
            </a:extLst>
          </p:cNvPr>
          <p:cNvSpPr>
            <a:spLocks xmlns:a="http://schemas.openxmlformats.org/drawingml/2006/main" noGrp="1"/>
          </p:cNvSpPr>
          <p:nvPr/>
        </p:nvSpPr>
        <p:spPr>
          <a:xfrm xmlns:a="http://schemas.openxmlformats.org/drawingml/2006/main">
            <a:off x="88296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0" name="g565">
            <a:extLst xmlns:a="http://schemas.openxmlformats.org/drawingml/2006/main">
              <a:ext uri="{FF2B5EF4-FFF2-40B4-BE49-F238E27FC236}">
                <a16:creationId xmlns:a16="http://schemas.microsoft.com/office/drawing/2014/main" id="{420C4F2C-E6FD-4951-9CD1-8D4604C9BB62}"/>
              </a:ext>
            </a:extLst>
          </p:cNvPr>
          <p:cNvSpPr>
            <a:spLocks xmlns:a="http://schemas.openxmlformats.org/drawingml/2006/main" noGrp="1"/>
          </p:cNvSpPr>
          <p:nvPr/>
        </p:nvSpPr>
        <p:spPr>
          <a:xfrm xmlns:a="http://schemas.openxmlformats.org/drawingml/2006/main">
            <a:off x="87439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1" name="g566">
            <a:extLst xmlns:a="http://schemas.openxmlformats.org/drawingml/2006/main">
              <a:ext uri="{FF2B5EF4-FFF2-40B4-BE49-F238E27FC236}">
                <a16:creationId xmlns:a16="http://schemas.microsoft.com/office/drawing/2014/main" id="{2AF53818-77E9-4FB2-81C3-3FC73A4F183C}"/>
              </a:ext>
            </a:extLst>
          </p:cNvPr>
          <p:cNvSpPr>
            <a:spLocks xmlns:a="http://schemas.openxmlformats.org/drawingml/2006/main" noGrp="1"/>
          </p:cNvSpPr>
          <p:nvPr/>
        </p:nvSpPr>
        <p:spPr>
          <a:xfrm xmlns:a="http://schemas.openxmlformats.org/drawingml/2006/main">
            <a:off x="86582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2" name="g567">
            <a:extLst xmlns:a="http://schemas.openxmlformats.org/drawingml/2006/main">
              <a:ext uri="{FF2B5EF4-FFF2-40B4-BE49-F238E27FC236}">
                <a16:creationId xmlns:a16="http://schemas.microsoft.com/office/drawing/2014/main" id="{DF703862-6E65-4410-A49C-1CFC7767BFE3}"/>
              </a:ext>
            </a:extLst>
          </p:cNvPr>
          <p:cNvSpPr>
            <a:spLocks xmlns:a="http://schemas.openxmlformats.org/drawingml/2006/main" noGrp="1"/>
          </p:cNvSpPr>
          <p:nvPr/>
        </p:nvSpPr>
        <p:spPr>
          <a:xfrm xmlns:a="http://schemas.openxmlformats.org/drawingml/2006/main">
            <a:off x="85725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3" name="g568">
            <a:extLst xmlns:a="http://schemas.openxmlformats.org/drawingml/2006/main">
              <a:ext uri="{FF2B5EF4-FFF2-40B4-BE49-F238E27FC236}">
                <a16:creationId xmlns:a16="http://schemas.microsoft.com/office/drawing/2014/main" id="{44FD4C82-1EE6-4014-B9A2-8C1C7AD4E00E}"/>
              </a:ext>
            </a:extLst>
          </p:cNvPr>
          <p:cNvSpPr>
            <a:spLocks xmlns:a="http://schemas.openxmlformats.org/drawingml/2006/main" noGrp="1"/>
          </p:cNvSpPr>
          <p:nvPr/>
        </p:nvSpPr>
        <p:spPr>
          <a:xfrm xmlns:a="http://schemas.openxmlformats.org/drawingml/2006/main">
            <a:off x="84867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4" name="g569">
            <a:extLst xmlns:a="http://schemas.openxmlformats.org/drawingml/2006/main">
              <a:ext uri="{FF2B5EF4-FFF2-40B4-BE49-F238E27FC236}">
                <a16:creationId xmlns:a16="http://schemas.microsoft.com/office/drawing/2014/main" id="{AC1DA49E-C5AF-4D75-87F9-F6AC9491F5C9}"/>
              </a:ext>
            </a:extLst>
          </p:cNvPr>
          <p:cNvSpPr>
            <a:spLocks xmlns:a="http://schemas.openxmlformats.org/drawingml/2006/main" noGrp="1"/>
          </p:cNvSpPr>
          <p:nvPr/>
        </p:nvSpPr>
        <p:spPr>
          <a:xfrm xmlns:a="http://schemas.openxmlformats.org/drawingml/2006/main">
            <a:off x="84010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5" name="g570">
            <a:extLst xmlns:a="http://schemas.openxmlformats.org/drawingml/2006/main">
              <a:ext uri="{FF2B5EF4-FFF2-40B4-BE49-F238E27FC236}">
                <a16:creationId xmlns:a16="http://schemas.microsoft.com/office/drawing/2014/main" id="{8C9701BC-2C0A-4C8D-AD61-20D9CC4F2FF9}"/>
              </a:ext>
            </a:extLst>
          </p:cNvPr>
          <p:cNvSpPr>
            <a:spLocks xmlns:a="http://schemas.openxmlformats.org/drawingml/2006/main" noGrp="1"/>
          </p:cNvSpPr>
          <p:nvPr/>
        </p:nvSpPr>
        <p:spPr>
          <a:xfrm xmlns:a="http://schemas.openxmlformats.org/drawingml/2006/main">
            <a:off x="83153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6" name="g571">
            <a:extLst xmlns:a="http://schemas.openxmlformats.org/drawingml/2006/main">
              <a:ext uri="{FF2B5EF4-FFF2-40B4-BE49-F238E27FC236}">
                <a16:creationId xmlns:a16="http://schemas.microsoft.com/office/drawing/2014/main" id="{6985C0B1-946C-4AE7-B6B4-66BE2629B4AC}"/>
              </a:ext>
            </a:extLst>
          </p:cNvPr>
          <p:cNvSpPr>
            <a:spLocks xmlns:a="http://schemas.openxmlformats.org/drawingml/2006/main" noGrp="1"/>
          </p:cNvSpPr>
          <p:nvPr/>
        </p:nvSpPr>
        <p:spPr>
          <a:xfrm xmlns:a="http://schemas.openxmlformats.org/drawingml/2006/main">
            <a:off x="82296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7" name="g572">
            <a:extLst xmlns:a="http://schemas.openxmlformats.org/drawingml/2006/main">
              <a:ext uri="{FF2B5EF4-FFF2-40B4-BE49-F238E27FC236}">
                <a16:creationId xmlns:a16="http://schemas.microsoft.com/office/drawing/2014/main" id="{8C66D3E3-D851-40F4-9300-352CC2FF4AF0}"/>
              </a:ext>
            </a:extLst>
          </p:cNvPr>
          <p:cNvSpPr>
            <a:spLocks xmlns:a="http://schemas.openxmlformats.org/drawingml/2006/main" noGrp="1"/>
          </p:cNvSpPr>
          <p:nvPr/>
        </p:nvSpPr>
        <p:spPr>
          <a:xfrm xmlns:a="http://schemas.openxmlformats.org/drawingml/2006/main">
            <a:off x="81438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8" name="g573">
            <a:extLst xmlns:a="http://schemas.openxmlformats.org/drawingml/2006/main">
              <a:ext uri="{FF2B5EF4-FFF2-40B4-BE49-F238E27FC236}">
                <a16:creationId xmlns:a16="http://schemas.microsoft.com/office/drawing/2014/main" id="{47814D83-5A3D-4E36-B16A-F29419FAA889}"/>
              </a:ext>
            </a:extLst>
          </p:cNvPr>
          <p:cNvSpPr>
            <a:spLocks xmlns:a="http://schemas.openxmlformats.org/drawingml/2006/main" noGrp="1"/>
          </p:cNvSpPr>
          <p:nvPr/>
        </p:nvSpPr>
        <p:spPr>
          <a:xfrm xmlns:a="http://schemas.openxmlformats.org/drawingml/2006/main">
            <a:off x="80581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89" name="g574">
            <a:extLst xmlns:a="http://schemas.openxmlformats.org/drawingml/2006/main">
              <a:ext uri="{FF2B5EF4-FFF2-40B4-BE49-F238E27FC236}">
                <a16:creationId xmlns:a16="http://schemas.microsoft.com/office/drawing/2014/main" id="{A8C029FC-A8A0-4E26-A75F-8F349C100243}"/>
              </a:ext>
            </a:extLst>
          </p:cNvPr>
          <p:cNvSpPr>
            <a:spLocks xmlns:a="http://schemas.openxmlformats.org/drawingml/2006/main" noGrp="1"/>
          </p:cNvSpPr>
          <p:nvPr/>
        </p:nvSpPr>
        <p:spPr>
          <a:xfrm xmlns:a="http://schemas.openxmlformats.org/drawingml/2006/main">
            <a:off x="79724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0" name="g575">
            <a:extLst xmlns:a="http://schemas.openxmlformats.org/drawingml/2006/main">
              <a:ext uri="{FF2B5EF4-FFF2-40B4-BE49-F238E27FC236}">
                <a16:creationId xmlns:a16="http://schemas.microsoft.com/office/drawing/2014/main" id="{29F4692F-99F6-4F69-890F-6B33617AB88D}"/>
              </a:ext>
            </a:extLst>
          </p:cNvPr>
          <p:cNvSpPr>
            <a:spLocks xmlns:a="http://schemas.openxmlformats.org/drawingml/2006/main" noGrp="1"/>
          </p:cNvSpPr>
          <p:nvPr/>
        </p:nvSpPr>
        <p:spPr>
          <a:xfrm xmlns:a="http://schemas.openxmlformats.org/drawingml/2006/main">
            <a:off x="78867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1" name="g576">
            <a:extLst xmlns:a="http://schemas.openxmlformats.org/drawingml/2006/main">
              <a:ext uri="{FF2B5EF4-FFF2-40B4-BE49-F238E27FC236}">
                <a16:creationId xmlns:a16="http://schemas.microsoft.com/office/drawing/2014/main" id="{8FF59EB3-F94A-4C59-833D-8B5D8668FFC1}"/>
              </a:ext>
            </a:extLst>
          </p:cNvPr>
          <p:cNvSpPr>
            <a:spLocks xmlns:a="http://schemas.openxmlformats.org/drawingml/2006/main" noGrp="1"/>
          </p:cNvSpPr>
          <p:nvPr/>
        </p:nvSpPr>
        <p:spPr>
          <a:xfrm xmlns:a="http://schemas.openxmlformats.org/drawingml/2006/main">
            <a:off x="78009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2" name="g577">
            <a:extLst xmlns:a="http://schemas.openxmlformats.org/drawingml/2006/main">
              <a:ext uri="{FF2B5EF4-FFF2-40B4-BE49-F238E27FC236}">
                <a16:creationId xmlns:a16="http://schemas.microsoft.com/office/drawing/2014/main" id="{796708C5-4B93-451E-8501-EBA533CEA5C4}"/>
              </a:ext>
            </a:extLst>
          </p:cNvPr>
          <p:cNvSpPr>
            <a:spLocks xmlns:a="http://schemas.openxmlformats.org/drawingml/2006/main" noGrp="1"/>
          </p:cNvSpPr>
          <p:nvPr/>
        </p:nvSpPr>
        <p:spPr>
          <a:xfrm xmlns:a="http://schemas.openxmlformats.org/drawingml/2006/main">
            <a:off x="77152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3" name="g578">
            <a:extLst xmlns:a="http://schemas.openxmlformats.org/drawingml/2006/main">
              <a:ext uri="{FF2B5EF4-FFF2-40B4-BE49-F238E27FC236}">
                <a16:creationId xmlns:a16="http://schemas.microsoft.com/office/drawing/2014/main" id="{32CE96B5-D818-4121-8602-47A2047FF657}"/>
              </a:ext>
            </a:extLst>
          </p:cNvPr>
          <p:cNvSpPr>
            <a:spLocks xmlns:a="http://schemas.openxmlformats.org/drawingml/2006/main" noGrp="1"/>
          </p:cNvSpPr>
          <p:nvPr/>
        </p:nvSpPr>
        <p:spPr>
          <a:xfrm xmlns:a="http://schemas.openxmlformats.org/drawingml/2006/main">
            <a:off x="76295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4" name="g579">
            <a:extLst xmlns:a="http://schemas.openxmlformats.org/drawingml/2006/main">
              <a:ext uri="{FF2B5EF4-FFF2-40B4-BE49-F238E27FC236}">
                <a16:creationId xmlns:a16="http://schemas.microsoft.com/office/drawing/2014/main" id="{F3D171F3-9992-4024-A353-4FA9F2EAC439}"/>
              </a:ext>
            </a:extLst>
          </p:cNvPr>
          <p:cNvSpPr>
            <a:spLocks xmlns:a="http://schemas.openxmlformats.org/drawingml/2006/main" noGrp="1"/>
          </p:cNvSpPr>
          <p:nvPr/>
        </p:nvSpPr>
        <p:spPr>
          <a:xfrm xmlns:a="http://schemas.openxmlformats.org/drawingml/2006/main">
            <a:off x="75438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5" name="g580">
            <a:extLst xmlns:a="http://schemas.openxmlformats.org/drawingml/2006/main">
              <a:ext uri="{FF2B5EF4-FFF2-40B4-BE49-F238E27FC236}">
                <a16:creationId xmlns:a16="http://schemas.microsoft.com/office/drawing/2014/main" id="{25B0E032-FE34-466A-98C5-D8E8CBDB744E}"/>
              </a:ext>
            </a:extLst>
          </p:cNvPr>
          <p:cNvSpPr>
            <a:spLocks xmlns:a="http://schemas.openxmlformats.org/drawingml/2006/main" noGrp="1"/>
          </p:cNvSpPr>
          <p:nvPr/>
        </p:nvSpPr>
        <p:spPr>
          <a:xfrm xmlns:a="http://schemas.openxmlformats.org/drawingml/2006/main">
            <a:off x="74580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6" name="g581">
            <a:extLst xmlns:a="http://schemas.openxmlformats.org/drawingml/2006/main">
              <a:ext uri="{FF2B5EF4-FFF2-40B4-BE49-F238E27FC236}">
                <a16:creationId xmlns:a16="http://schemas.microsoft.com/office/drawing/2014/main" id="{1B0C1EB6-761E-401D-A3BC-E1F6FFF50264}"/>
              </a:ext>
            </a:extLst>
          </p:cNvPr>
          <p:cNvSpPr>
            <a:spLocks xmlns:a="http://schemas.openxmlformats.org/drawingml/2006/main" noGrp="1"/>
          </p:cNvSpPr>
          <p:nvPr/>
        </p:nvSpPr>
        <p:spPr>
          <a:xfrm xmlns:a="http://schemas.openxmlformats.org/drawingml/2006/main">
            <a:off x="73723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7" name="g582">
            <a:extLst xmlns:a="http://schemas.openxmlformats.org/drawingml/2006/main">
              <a:ext uri="{FF2B5EF4-FFF2-40B4-BE49-F238E27FC236}">
                <a16:creationId xmlns:a16="http://schemas.microsoft.com/office/drawing/2014/main" id="{9C5B4915-B978-4005-9B1A-ED0C46599CE0}"/>
              </a:ext>
            </a:extLst>
          </p:cNvPr>
          <p:cNvSpPr>
            <a:spLocks xmlns:a="http://schemas.openxmlformats.org/drawingml/2006/main" noGrp="1"/>
          </p:cNvSpPr>
          <p:nvPr/>
        </p:nvSpPr>
        <p:spPr>
          <a:xfrm xmlns:a="http://schemas.openxmlformats.org/drawingml/2006/main">
            <a:off x="72866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8" name="g583">
            <a:extLst xmlns:a="http://schemas.openxmlformats.org/drawingml/2006/main">
              <a:ext uri="{FF2B5EF4-FFF2-40B4-BE49-F238E27FC236}">
                <a16:creationId xmlns:a16="http://schemas.microsoft.com/office/drawing/2014/main" id="{C7D6D3A2-684E-4C3E-8814-2D6A5F2A45F7}"/>
              </a:ext>
            </a:extLst>
          </p:cNvPr>
          <p:cNvSpPr>
            <a:spLocks xmlns:a="http://schemas.openxmlformats.org/drawingml/2006/main" noGrp="1"/>
          </p:cNvSpPr>
          <p:nvPr/>
        </p:nvSpPr>
        <p:spPr>
          <a:xfrm xmlns:a="http://schemas.openxmlformats.org/drawingml/2006/main">
            <a:off x="72009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99" name="g584">
            <a:extLst xmlns:a="http://schemas.openxmlformats.org/drawingml/2006/main">
              <a:ext uri="{FF2B5EF4-FFF2-40B4-BE49-F238E27FC236}">
                <a16:creationId xmlns:a16="http://schemas.microsoft.com/office/drawing/2014/main" id="{6B983FA6-59E6-488E-8CC0-82ECA0AA3064}"/>
              </a:ext>
            </a:extLst>
          </p:cNvPr>
          <p:cNvSpPr>
            <a:spLocks xmlns:a="http://schemas.openxmlformats.org/drawingml/2006/main" noGrp="1"/>
          </p:cNvSpPr>
          <p:nvPr/>
        </p:nvSpPr>
        <p:spPr>
          <a:xfrm xmlns:a="http://schemas.openxmlformats.org/drawingml/2006/main">
            <a:off x="71151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0" name="g585">
            <a:extLst xmlns:a="http://schemas.openxmlformats.org/drawingml/2006/main">
              <a:ext uri="{FF2B5EF4-FFF2-40B4-BE49-F238E27FC236}">
                <a16:creationId xmlns:a16="http://schemas.microsoft.com/office/drawing/2014/main" id="{B9A128AC-38CC-4248-85C6-651988CFD927}"/>
              </a:ext>
            </a:extLst>
          </p:cNvPr>
          <p:cNvSpPr>
            <a:spLocks xmlns:a="http://schemas.openxmlformats.org/drawingml/2006/main" noGrp="1"/>
          </p:cNvSpPr>
          <p:nvPr/>
        </p:nvSpPr>
        <p:spPr>
          <a:xfrm xmlns:a="http://schemas.openxmlformats.org/drawingml/2006/main">
            <a:off x="70294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1" name="g586">
            <a:extLst xmlns:a="http://schemas.openxmlformats.org/drawingml/2006/main">
              <a:ext uri="{FF2B5EF4-FFF2-40B4-BE49-F238E27FC236}">
                <a16:creationId xmlns:a16="http://schemas.microsoft.com/office/drawing/2014/main" id="{D912C212-212E-4E5F-9BF6-3086A92DD0F0}"/>
              </a:ext>
            </a:extLst>
          </p:cNvPr>
          <p:cNvSpPr>
            <a:spLocks xmlns:a="http://schemas.openxmlformats.org/drawingml/2006/main" noGrp="1"/>
          </p:cNvSpPr>
          <p:nvPr/>
        </p:nvSpPr>
        <p:spPr>
          <a:xfrm xmlns:a="http://schemas.openxmlformats.org/drawingml/2006/main">
            <a:off x="69437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2" name="g587">
            <a:extLst xmlns:a="http://schemas.openxmlformats.org/drawingml/2006/main">
              <a:ext uri="{FF2B5EF4-FFF2-40B4-BE49-F238E27FC236}">
                <a16:creationId xmlns:a16="http://schemas.microsoft.com/office/drawing/2014/main" id="{6531EFB8-FEE8-4608-8E86-935CF89BB8D2}"/>
              </a:ext>
            </a:extLst>
          </p:cNvPr>
          <p:cNvSpPr>
            <a:spLocks xmlns:a="http://schemas.openxmlformats.org/drawingml/2006/main" noGrp="1"/>
          </p:cNvSpPr>
          <p:nvPr/>
        </p:nvSpPr>
        <p:spPr>
          <a:xfrm xmlns:a="http://schemas.openxmlformats.org/drawingml/2006/main">
            <a:off x="68580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3" name="g588">
            <a:extLst xmlns:a="http://schemas.openxmlformats.org/drawingml/2006/main">
              <a:ext uri="{FF2B5EF4-FFF2-40B4-BE49-F238E27FC236}">
                <a16:creationId xmlns:a16="http://schemas.microsoft.com/office/drawing/2014/main" id="{DA613BCE-7FFA-4F87-875B-45EF69297876}"/>
              </a:ext>
            </a:extLst>
          </p:cNvPr>
          <p:cNvSpPr>
            <a:spLocks xmlns:a="http://schemas.openxmlformats.org/drawingml/2006/main" noGrp="1"/>
          </p:cNvSpPr>
          <p:nvPr/>
        </p:nvSpPr>
        <p:spPr>
          <a:xfrm xmlns:a="http://schemas.openxmlformats.org/drawingml/2006/main">
            <a:off x="67722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4" name="g589">
            <a:extLst xmlns:a="http://schemas.openxmlformats.org/drawingml/2006/main">
              <a:ext uri="{FF2B5EF4-FFF2-40B4-BE49-F238E27FC236}">
                <a16:creationId xmlns:a16="http://schemas.microsoft.com/office/drawing/2014/main" id="{8B724FFC-1A3D-437E-B7FC-DFAD648727F9}"/>
              </a:ext>
            </a:extLst>
          </p:cNvPr>
          <p:cNvSpPr>
            <a:spLocks xmlns:a="http://schemas.openxmlformats.org/drawingml/2006/main" noGrp="1"/>
          </p:cNvSpPr>
          <p:nvPr/>
        </p:nvSpPr>
        <p:spPr>
          <a:xfrm xmlns:a="http://schemas.openxmlformats.org/drawingml/2006/main">
            <a:off x="66865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5" name="g590">
            <a:extLst xmlns:a="http://schemas.openxmlformats.org/drawingml/2006/main">
              <a:ext uri="{FF2B5EF4-FFF2-40B4-BE49-F238E27FC236}">
                <a16:creationId xmlns:a16="http://schemas.microsoft.com/office/drawing/2014/main" id="{5C3FC0CF-6660-4930-9AD3-7593FCC30C2F}"/>
              </a:ext>
            </a:extLst>
          </p:cNvPr>
          <p:cNvSpPr>
            <a:spLocks xmlns:a="http://schemas.openxmlformats.org/drawingml/2006/main" noGrp="1"/>
          </p:cNvSpPr>
          <p:nvPr/>
        </p:nvSpPr>
        <p:spPr>
          <a:xfrm xmlns:a="http://schemas.openxmlformats.org/drawingml/2006/main">
            <a:off x="66008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6" name="g591">
            <a:extLst xmlns:a="http://schemas.openxmlformats.org/drawingml/2006/main">
              <a:ext uri="{FF2B5EF4-FFF2-40B4-BE49-F238E27FC236}">
                <a16:creationId xmlns:a16="http://schemas.microsoft.com/office/drawing/2014/main" id="{E27F0B54-8F98-45E4-8580-AB66DC996990}"/>
              </a:ext>
            </a:extLst>
          </p:cNvPr>
          <p:cNvSpPr>
            <a:spLocks xmlns:a="http://schemas.openxmlformats.org/drawingml/2006/main" noGrp="1"/>
          </p:cNvSpPr>
          <p:nvPr/>
        </p:nvSpPr>
        <p:spPr>
          <a:xfrm xmlns:a="http://schemas.openxmlformats.org/drawingml/2006/main">
            <a:off x="65151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7" name="g592">
            <a:extLst xmlns:a="http://schemas.openxmlformats.org/drawingml/2006/main">
              <a:ext uri="{FF2B5EF4-FFF2-40B4-BE49-F238E27FC236}">
                <a16:creationId xmlns:a16="http://schemas.microsoft.com/office/drawing/2014/main" id="{6CA24AE4-8A1B-482E-AE39-C5C469C66727}"/>
              </a:ext>
            </a:extLst>
          </p:cNvPr>
          <p:cNvSpPr>
            <a:spLocks xmlns:a="http://schemas.openxmlformats.org/drawingml/2006/main" noGrp="1"/>
          </p:cNvSpPr>
          <p:nvPr/>
        </p:nvSpPr>
        <p:spPr>
          <a:xfrm xmlns:a="http://schemas.openxmlformats.org/drawingml/2006/main">
            <a:off x="64293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8" name="g593">
            <a:extLst xmlns:a="http://schemas.openxmlformats.org/drawingml/2006/main">
              <a:ext uri="{FF2B5EF4-FFF2-40B4-BE49-F238E27FC236}">
                <a16:creationId xmlns:a16="http://schemas.microsoft.com/office/drawing/2014/main" id="{160223F4-02F7-4752-99CB-8C0EE71CC991}"/>
              </a:ext>
            </a:extLst>
          </p:cNvPr>
          <p:cNvSpPr>
            <a:spLocks xmlns:a="http://schemas.openxmlformats.org/drawingml/2006/main" noGrp="1"/>
          </p:cNvSpPr>
          <p:nvPr/>
        </p:nvSpPr>
        <p:spPr>
          <a:xfrm xmlns:a="http://schemas.openxmlformats.org/drawingml/2006/main">
            <a:off x="63436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09" name="g594">
            <a:extLst xmlns:a="http://schemas.openxmlformats.org/drawingml/2006/main">
              <a:ext uri="{FF2B5EF4-FFF2-40B4-BE49-F238E27FC236}">
                <a16:creationId xmlns:a16="http://schemas.microsoft.com/office/drawing/2014/main" id="{B7170BEB-DAF3-4B1A-9AB1-2FD1B8EF602E}"/>
              </a:ext>
            </a:extLst>
          </p:cNvPr>
          <p:cNvSpPr>
            <a:spLocks xmlns:a="http://schemas.openxmlformats.org/drawingml/2006/main" noGrp="1"/>
          </p:cNvSpPr>
          <p:nvPr/>
        </p:nvSpPr>
        <p:spPr>
          <a:xfrm xmlns:a="http://schemas.openxmlformats.org/drawingml/2006/main">
            <a:off x="62579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0" name="g595">
            <a:extLst xmlns:a="http://schemas.openxmlformats.org/drawingml/2006/main">
              <a:ext uri="{FF2B5EF4-FFF2-40B4-BE49-F238E27FC236}">
                <a16:creationId xmlns:a16="http://schemas.microsoft.com/office/drawing/2014/main" id="{F98072AA-3B89-4DD3-8796-4A62DF82F22F}"/>
              </a:ext>
            </a:extLst>
          </p:cNvPr>
          <p:cNvSpPr>
            <a:spLocks xmlns:a="http://schemas.openxmlformats.org/drawingml/2006/main" noGrp="1"/>
          </p:cNvSpPr>
          <p:nvPr/>
        </p:nvSpPr>
        <p:spPr>
          <a:xfrm xmlns:a="http://schemas.openxmlformats.org/drawingml/2006/main">
            <a:off x="61722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1" name="g596">
            <a:extLst xmlns:a="http://schemas.openxmlformats.org/drawingml/2006/main">
              <a:ext uri="{FF2B5EF4-FFF2-40B4-BE49-F238E27FC236}">
                <a16:creationId xmlns:a16="http://schemas.microsoft.com/office/drawing/2014/main" id="{B961C562-A10A-4915-867F-D57338A51D90}"/>
              </a:ext>
            </a:extLst>
          </p:cNvPr>
          <p:cNvSpPr>
            <a:spLocks xmlns:a="http://schemas.openxmlformats.org/drawingml/2006/main" noGrp="1"/>
          </p:cNvSpPr>
          <p:nvPr/>
        </p:nvSpPr>
        <p:spPr>
          <a:xfrm xmlns:a="http://schemas.openxmlformats.org/drawingml/2006/main">
            <a:off x="60864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2" name="g597">
            <a:extLst xmlns:a="http://schemas.openxmlformats.org/drawingml/2006/main">
              <a:ext uri="{FF2B5EF4-FFF2-40B4-BE49-F238E27FC236}">
                <a16:creationId xmlns:a16="http://schemas.microsoft.com/office/drawing/2014/main" id="{900F9D39-329F-41B2-A5A4-30657EC56A3F}"/>
              </a:ext>
            </a:extLst>
          </p:cNvPr>
          <p:cNvSpPr>
            <a:spLocks xmlns:a="http://schemas.openxmlformats.org/drawingml/2006/main" noGrp="1"/>
          </p:cNvSpPr>
          <p:nvPr/>
        </p:nvSpPr>
        <p:spPr>
          <a:xfrm xmlns:a="http://schemas.openxmlformats.org/drawingml/2006/main">
            <a:off x="60007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3" name="g598">
            <a:extLst xmlns:a="http://schemas.openxmlformats.org/drawingml/2006/main">
              <a:ext uri="{FF2B5EF4-FFF2-40B4-BE49-F238E27FC236}">
                <a16:creationId xmlns:a16="http://schemas.microsoft.com/office/drawing/2014/main" id="{E3B739E3-85D5-4FE1-8333-DB77D1A2A60C}"/>
              </a:ext>
            </a:extLst>
          </p:cNvPr>
          <p:cNvSpPr>
            <a:spLocks xmlns:a="http://schemas.openxmlformats.org/drawingml/2006/main" noGrp="1"/>
          </p:cNvSpPr>
          <p:nvPr/>
        </p:nvSpPr>
        <p:spPr>
          <a:xfrm xmlns:a="http://schemas.openxmlformats.org/drawingml/2006/main">
            <a:off x="59150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4" name="g599">
            <a:extLst xmlns:a="http://schemas.openxmlformats.org/drawingml/2006/main">
              <a:ext uri="{FF2B5EF4-FFF2-40B4-BE49-F238E27FC236}">
                <a16:creationId xmlns:a16="http://schemas.microsoft.com/office/drawing/2014/main" id="{9526B968-9216-410F-96A4-CD401948D3A2}"/>
              </a:ext>
            </a:extLst>
          </p:cNvPr>
          <p:cNvSpPr>
            <a:spLocks xmlns:a="http://schemas.openxmlformats.org/drawingml/2006/main" noGrp="1"/>
          </p:cNvSpPr>
          <p:nvPr/>
        </p:nvSpPr>
        <p:spPr>
          <a:xfrm xmlns:a="http://schemas.openxmlformats.org/drawingml/2006/main">
            <a:off x="58293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5" name="g600">
            <a:extLst xmlns:a="http://schemas.openxmlformats.org/drawingml/2006/main">
              <a:ext uri="{FF2B5EF4-FFF2-40B4-BE49-F238E27FC236}">
                <a16:creationId xmlns:a16="http://schemas.microsoft.com/office/drawing/2014/main" id="{69806FE6-AFA2-480A-803D-58B538B54B0A}"/>
              </a:ext>
            </a:extLst>
          </p:cNvPr>
          <p:cNvSpPr>
            <a:spLocks xmlns:a="http://schemas.openxmlformats.org/drawingml/2006/main" noGrp="1"/>
          </p:cNvSpPr>
          <p:nvPr/>
        </p:nvSpPr>
        <p:spPr>
          <a:xfrm xmlns:a="http://schemas.openxmlformats.org/drawingml/2006/main">
            <a:off x="57435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6" name="g601">
            <a:extLst xmlns:a="http://schemas.openxmlformats.org/drawingml/2006/main">
              <a:ext uri="{FF2B5EF4-FFF2-40B4-BE49-F238E27FC236}">
                <a16:creationId xmlns:a16="http://schemas.microsoft.com/office/drawing/2014/main" id="{F304CCFA-0747-43AA-9279-3DB90007CA91}"/>
              </a:ext>
            </a:extLst>
          </p:cNvPr>
          <p:cNvSpPr>
            <a:spLocks xmlns:a="http://schemas.openxmlformats.org/drawingml/2006/main" noGrp="1"/>
          </p:cNvSpPr>
          <p:nvPr/>
        </p:nvSpPr>
        <p:spPr>
          <a:xfrm xmlns:a="http://schemas.openxmlformats.org/drawingml/2006/main">
            <a:off x="56578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7" name="g602">
            <a:extLst xmlns:a="http://schemas.openxmlformats.org/drawingml/2006/main">
              <a:ext uri="{FF2B5EF4-FFF2-40B4-BE49-F238E27FC236}">
                <a16:creationId xmlns:a16="http://schemas.microsoft.com/office/drawing/2014/main" id="{B28A4E38-0A18-45DC-8419-165D634E6E9D}"/>
              </a:ext>
            </a:extLst>
          </p:cNvPr>
          <p:cNvSpPr>
            <a:spLocks xmlns:a="http://schemas.openxmlformats.org/drawingml/2006/main" noGrp="1"/>
          </p:cNvSpPr>
          <p:nvPr/>
        </p:nvSpPr>
        <p:spPr>
          <a:xfrm xmlns:a="http://schemas.openxmlformats.org/drawingml/2006/main">
            <a:off x="55721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8" name="g603">
            <a:extLst xmlns:a="http://schemas.openxmlformats.org/drawingml/2006/main">
              <a:ext uri="{FF2B5EF4-FFF2-40B4-BE49-F238E27FC236}">
                <a16:creationId xmlns:a16="http://schemas.microsoft.com/office/drawing/2014/main" id="{094C4E36-4D3E-4ED8-ADF9-8D4833C29FDC}"/>
              </a:ext>
            </a:extLst>
          </p:cNvPr>
          <p:cNvSpPr>
            <a:spLocks xmlns:a="http://schemas.openxmlformats.org/drawingml/2006/main" noGrp="1"/>
          </p:cNvSpPr>
          <p:nvPr/>
        </p:nvSpPr>
        <p:spPr>
          <a:xfrm xmlns:a="http://schemas.openxmlformats.org/drawingml/2006/main">
            <a:off x="54864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19" name="g604">
            <a:extLst xmlns:a="http://schemas.openxmlformats.org/drawingml/2006/main">
              <a:ext uri="{FF2B5EF4-FFF2-40B4-BE49-F238E27FC236}">
                <a16:creationId xmlns:a16="http://schemas.microsoft.com/office/drawing/2014/main" id="{1668F9AF-A052-4230-B821-80AC431D6BDB}"/>
              </a:ext>
            </a:extLst>
          </p:cNvPr>
          <p:cNvSpPr>
            <a:spLocks xmlns:a="http://schemas.openxmlformats.org/drawingml/2006/main" noGrp="1"/>
          </p:cNvSpPr>
          <p:nvPr/>
        </p:nvSpPr>
        <p:spPr>
          <a:xfrm xmlns:a="http://schemas.openxmlformats.org/drawingml/2006/main">
            <a:off x="54006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0" name="g605">
            <a:extLst xmlns:a="http://schemas.openxmlformats.org/drawingml/2006/main">
              <a:ext uri="{FF2B5EF4-FFF2-40B4-BE49-F238E27FC236}">
                <a16:creationId xmlns:a16="http://schemas.microsoft.com/office/drawing/2014/main" id="{59132F93-1A45-4D47-B6EA-CBC5FD56AB16}"/>
              </a:ext>
            </a:extLst>
          </p:cNvPr>
          <p:cNvSpPr>
            <a:spLocks xmlns:a="http://schemas.openxmlformats.org/drawingml/2006/main" noGrp="1"/>
          </p:cNvSpPr>
          <p:nvPr/>
        </p:nvSpPr>
        <p:spPr>
          <a:xfrm xmlns:a="http://schemas.openxmlformats.org/drawingml/2006/main">
            <a:off x="53149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1" name="g606">
            <a:extLst xmlns:a="http://schemas.openxmlformats.org/drawingml/2006/main">
              <a:ext uri="{FF2B5EF4-FFF2-40B4-BE49-F238E27FC236}">
                <a16:creationId xmlns:a16="http://schemas.microsoft.com/office/drawing/2014/main" id="{81F8D93E-5AA0-4FDC-882B-8198C41634B2}"/>
              </a:ext>
            </a:extLst>
          </p:cNvPr>
          <p:cNvSpPr>
            <a:spLocks xmlns:a="http://schemas.openxmlformats.org/drawingml/2006/main" noGrp="1"/>
          </p:cNvSpPr>
          <p:nvPr/>
        </p:nvSpPr>
        <p:spPr>
          <a:xfrm xmlns:a="http://schemas.openxmlformats.org/drawingml/2006/main">
            <a:off x="52292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2" name="g607">
            <a:extLst xmlns:a="http://schemas.openxmlformats.org/drawingml/2006/main">
              <a:ext uri="{FF2B5EF4-FFF2-40B4-BE49-F238E27FC236}">
                <a16:creationId xmlns:a16="http://schemas.microsoft.com/office/drawing/2014/main" id="{256A0A6A-4FCE-4C85-B823-4AC0A0B847B1}"/>
              </a:ext>
            </a:extLst>
          </p:cNvPr>
          <p:cNvSpPr>
            <a:spLocks xmlns:a="http://schemas.openxmlformats.org/drawingml/2006/main" noGrp="1"/>
          </p:cNvSpPr>
          <p:nvPr/>
        </p:nvSpPr>
        <p:spPr>
          <a:xfrm xmlns:a="http://schemas.openxmlformats.org/drawingml/2006/main">
            <a:off x="51435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3" name="g608">
            <a:extLst xmlns:a="http://schemas.openxmlformats.org/drawingml/2006/main">
              <a:ext uri="{FF2B5EF4-FFF2-40B4-BE49-F238E27FC236}">
                <a16:creationId xmlns:a16="http://schemas.microsoft.com/office/drawing/2014/main" id="{A0BA813D-C558-4D65-8AD0-B518594585B9}"/>
              </a:ext>
            </a:extLst>
          </p:cNvPr>
          <p:cNvSpPr>
            <a:spLocks xmlns:a="http://schemas.openxmlformats.org/drawingml/2006/main" noGrp="1"/>
          </p:cNvSpPr>
          <p:nvPr/>
        </p:nvSpPr>
        <p:spPr>
          <a:xfrm xmlns:a="http://schemas.openxmlformats.org/drawingml/2006/main">
            <a:off x="50577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4" name="g609">
            <a:extLst xmlns:a="http://schemas.openxmlformats.org/drawingml/2006/main">
              <a:ext uri="{FF2B5EF4-FFF2-40B4-BE49-F238E27FC236}">
                <a16:creationId xmlns:a16="http://schemas.microsoft.com/office/drawing/2014/main" id="{B6E5EB3C-AD1B-452A-9D59-A99F56E70813}"/>
              </a:ext>
            </a:extLst>
          </p:cNvPr>
          <p:cNvSpPr>
            <a:spLocks xmlns:a="http://schemas.openxmlformats.org/drawingml/2006/main" noGrp="1"/>
          </p:cNvSpPr>
          <p:nvPr/>
        </p:nvSpPr>
        <p:spPr>
          <a:xfrm xmlns:a="http://schemas.openxmlformats.org/drawingml/2006/main">
            <a:off x="49720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5" name="g610">
            <a:extLst xmlns:a="http://schemas.openxmlformats.org/drawingml/2006/main">
              <a:ext uri="{FF2B5EF4-FFF2-40B4-BE49-F238E27FC236}">
                <a16:creationId xmlns:a16="http://schemas.microsoft.com/office/drawing/2014/main" id="{A72A16C3-B346-4D8E-94D8-7D473DB4B4DF}"/>
              </a:ext>
            </a:extLst>
          </p:cNvPr>
          <p:cNvSpPr>
            <a:spLocks xmlns:a="http://schemas.openxmlformats.org/drawingml/2006/main" noGrp="1"/>
          </p:cNvSpPr>
          <p:nvPr/>
        </p:nvSpPr>
        <p:spPr>
          <a:xfrm xmlns:a="http://schemas.openxmlformats.org/drawingml/2006/main">
            <a:off x="48863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6" name="g611">
            <a:extLst xmlns:a="http://schemas.openxmlformats.org/drawingml/2006/main">
              <a:ext uri="{FF2B5EF4-FFF2-40B4-BE49-F238E27FC236}">
                <a16:creationId xmlns:a16="http://schemas.microsoft.com/office/drawing/2014/main" id="{2F70EA50-2C71-4764-BCF4-1934E71D09AE}"/>
              </a:ext>
            </a:extLst>
          </p:cNvPr>
          <p:cNvSpPr>
            <a:spLocks xmlns:a="http://schemas.openxmlformats.org/drawingml/2006/main" noGrp="1"/>
          </p:cNvSpPr>
          <p:nvPr/>
        </p:nvSpPr>
        <p:spPr>
          <a:xfrm xmlns:a="http://schemas.openxmlformats.org/drawingml/2006/main">
            <a:off x="48006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7" name="g612">
            <a:extLst xmlns:a="http://schemas.openxmlformats.org/drawingml/2006/main">
              <a:ext uri="{FF2B5EF4-FFF2-40B4-BE49-F238E27FC236}">
                <a16:creationId xmlns:a16="http://schemas.microsoft.com/office/drawing/2014/main" id="{0200D061-8B3D-4D31-9E81-B40A0DF87B41}"/>
              </a:ext>
            </a:extLst>
          </p:cNvPr>
          <p:cNvSpPr>
            <a:spLocks xmlns:a="http://schemas.openxmlformats.org/drawingml/2006/main" noGrp="1"/>
          </p:cNvSpPr>
          <p:nvPr/>
        </p:nvSpPr>
        <p:spPr>
          <a:xfrm xmlns:a="http://schemas.openxmlformats.org/drawingml/2006/main">
            <a:off x="47148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8" name="g613">
            <a:extLst xmlns:a="http://schemas.openxmlformats.org/drawingml/2006/main">
              <a:ext uri="{FF2B5EF4-FFF2-40B4-BE49-F238E27FC236}">
                <a16:creationId xmlns:a16="http://schemas.microsoft.com/office/drawing/2014/main" id="{14B9BFF1-29C3-4517-A287-1BA61F0C0897}"/>
              </a:ext>
            </a:extLst>
          </p:cNvPr>
          <p:cNvSpPr>
            <a:spLocks xmlns:a="http://schemas.openxmlformats.org/drawingml/2006/main" noGrp="1"/>
          </p:cNvSpPr>
          <p:nvPr/>
        </p:nvSpPr>
        <p:spPr>
          <a:xfrm xmlns:a="http://schemas.openxmlformats.org/drawingml/2006/main">
            <a:off x="46291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29" name="g614">
            <a:extLst xmlns:a="http://schemas.openxmlformats.org/drawingml/2006/main">
              <a:ext uri="{FF2B5EF4-FFF2-40B4-BE49-F238E27FC236}">
                <a16:creationId xmlns:a16="http://schemas.microsoft.com/office/drawing/2014/main" id="{03E31BA6-1889-4FEC-A792-E07557EBD274}"/>
              </a:ext>
            </a:extLst>
          </p:cNvPr>
          <p:cNvSpPr>
            <a:spLocks xmlns:a="http://schemas.openxmlformats.org/drawingml/2006/main" noGrp="1"/>
          </p:cNvSpPr>
          <p:nvPr/>
        </p:nvSpPr>
        <p:spPr>
          <a:xfrm xmlns:a="http://schemas.openxmlformats.org/drawingml/2006/main">
            <a:off x="45434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0" name="g615">
            <a:extLst xmlns:a="http://schemas.openxmlformats.org/drawingml/2006/main">
              <a:ext uri="{FF2B5EF4-FFF2-40B4-BE49-F238E27FC236}">
                <a16:creationId xmlns:a16="http://schemas.microsoft.com/office/drawing/2014/main" id="{375E3A74-4D2C-4D7E-91B0-C439CC85E183}"/>
              </a:ext>
            </a:extLst>
          </p:cNvPr>
          <p:cNvSpPr>
            <a:spLocks xmlns:a="http://schemas.openxmlformats.org/drawingml/2006/main" noGrp="1"/>
          </p:cNvSpPr>
          <p:nvPr/>
        </p:nvSpPr>
        <p:spPr>
          <a:xfrm xmlns:a="http://schemas.openxmlformats.org/drawingml/2006/main">
            <a:off x="44577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1" name="g616">
            <a:extLst xmlns:a="http://schemas.openxmlformats.org/drawingml/2006/main">
              <a:ext uri="{FF2B5EF4-FFF2-40B4-BE49-F238E27FC236}">
                <a16:creationId xmlns:a16="http://schemas.microsoft.com/office/drawing/2014/main" id="{E07C98EC-722F-4E93-9575-EADB8E601843}"/>
              </a:ext>
            </a:extLst>
          </p:cNvPr>
          <p:cNvSpPr>
            <a:spLocks xmlns:a="http://schemas.openxmlformats.org/drawingml/2006/main" noGrp="1"/>
          </p:cNvSpPr>
          <p:nvPr/>
        </p:nvSpPr>
        <p:spPr>
          <a:xfrm xmlns:a="http://schemas.openxmlformats.org/drawingml/2006/main">
            <a:off x="43719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2" name="g617">
            <a:extLst xmlns:a="http://schemas.openxmlformats.org/drawingml/2006/main">
              <a:ext uri="{FF2B5EF4-FFF2-40B4-BE49-F238E27FC236}">
                <a16:creationId xmlns:a16="http://schemas.microsoft.com/office/drawing/2014/main" id="{F3D1A029-5B2F-4C92-BFCE-29F9CDBDAF2D}"/>
              </a:ext>
            </a:extLst>
          </p:cNvPr>
          <p:cNvSpPr>
            <a:spLocks xmlns:a="http://schemas.openxmlformats.org/drawingml/2006/main" noGrp="1"/>
          </p:cNvSpPr>
          <p:nvPr/>
        </p:nvSpPr>
        <p:spPr>
          <a:xfrm xmlns:a="http://schemas.openxmlformats.org/drawingml/2006/main">
            <a:off x="42862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3" name="g618">
            <a:extLst xmlns:a="http://schemas.openxmlformats.org/drawingml/2006/main">
              <a:ext uri="{FF2B5EF4-FFF2-40B4-BE49-F238E27FC236}">
                <a16:creationId xmlns:a16="http://schemas.microsoft.com/office/drawing/2014/main" id="{B73D4DB8-33CE-4FD2-87DF-F2A371CCFECD}"/>
              </a:ext>
            </a:extLst>
          </p:cNvPr>
          <p:cNvSpPr>
            <a:spLocks xmlns:a="http://schemas.openxmlformats.org/drawingml/2006/main" noGrp="1"/>
          </p:cNvSpPr>
          <p:nvPr/>
        </p:nvSpPr>
        <p:spPr>
          <a:xfrm xmlns:a="http://schemas.openxmlformats.org/drawingml/2006/main">
            <a:off x="42005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4" name="g619">
            <a:extLst xmlns:a="http://schemas.openxmlformats.org/drawingml/2006/main">
              <a:ext uri="{FF2B5EF4-FFF2-40B4-BE49-F238E27FC236}">
                <a16:creationId xmlns:a16="http://schemas.microsoft.com/office/drawing/2014/main" id="{CC93B90B-43A1-4111-BB07-E97F44E8FB8D}"/>
              </a:ext>
            </a:extLst>
          </p:cNvPr>
          <p:cNvSpPr>
            <a:spLocks xmlns:a="http://schemas.openxmlformats.org/drawingml/2006/main" noGrp="1"/>
          </p:cNvSpPr>
          <p:nvPr/>
        </p:nvSpPr>
        <p:spPr>
          <a:xfrm xmlns:a="http://schemas.openxmlformats.org/drawingml/2006/main">
            <a:off x="41148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5" name="g620">
            <a:extLst xmlns:a="http://schemas.openxmlformats.org/drawingml/2006/main">
              <a:ext uri="{FF2B5EF4-FFF2-40B4-BE49-F238E27FC236}">
                <a16:creationId xmlns:a16="http://schemas.microsoft.com/office/drawing/2014/main" id="{1E1E15F2-1D27-4FEA-BA98-0E48F88A1FFF}"/>
              </a:ext>
            </a:extLst>
          </p:cNvPr>
          <p:cNvSpPr>
            <a:spLocks xmlns:a="http://schemas.openxmlformats.org/drawingml/2006/main" noGrp="1"/>
          </p:cNvSpPr>
          <p:nvPr/>
        </p:nvSpPr>
        <p:spPr>
          <a:xfrm xmlns:a="http://schemas.openxmlformats.org/drawingml/2006/main">
            <a:off x="40290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6" name="g621">
            <a:extLst xmlns:a="http://schemas.openxmlformats.org/drawingml/2006/main">
              <a:ext uri="{FF2B5EF4-FFF2-40B4-BE49-F238E27FC236}">
                <a16:creationId xmlns:a16="http://schemas.microsoft.com/office/drawing/2014/main" id="{700217F6-C161-451A-B154-48A9A9162CF4}"/>
              </a:ext>
            </a:extLst>
          </p:cNvPr>
          <p:cNvSpPr>
            <a:spLocks xmlns:a="http://schemas.openxmlformats.org/drawingml/2006/main" noGrp="1"/>
          </p:cNvSpPr>
          <p:nvPr/>
        </p:nvSpPr>
        <p:spPr>
          <a:xfrm xmlns:a="http://schemas.openxmlformats.org/drawingml/2006/main">
            <a:off x="39433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7" name="g622">
            <a:extLst xmlns:a="http://schemas.openxmlformats.org/drawingml/2006/main">
              <a:ext uri="{FF2B5EF4-FFF2-40B4-BE49-F238E27FC236}">
                <a16:creationId xmlns:a16="http://schemas.microsoft.com/office/drawing/2014/main" id="{63E693FA-D575-48E9-B2E2-252CB32ACCFD}"/>
              </a:ext>
            </a:extLst>
          </p:cNvPr>
          <p:cNvSpPr>
            <a:spLocks xmlns:a="http://schemas.openxmlformats.org/drawingml/2006/main" noGrp="1"/>
          </p:cNvSpPr>
          <p:nvPr/>
        </p:nvSpPr>
        <p:spPr>
          <a:xfrm xmlns:a="http://schemas.openxmlformats.org/drawingml/2006/main">
            <a:off x="38576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8" name="g623">
            <a:extLst xmlns:a="http://schemas.openxmlformats.org/drawingml/2006/main">
              <a:ext uri="{FF2B5EF4-FFF2-40B4-BE49-F238E27FC236}">
                <a16:creationId xmlns:a16="http://schemas.microsoft.com/office/drawing/2014/main" id="{DE5ADA53-9D4E-492F-A4D6-4C3E32D515FE}"/>
              </a:ext>
            </a:extLst>
          </p:cNvPr>
          <p:cNvSpPr>
            <a:spLocks xmlns:a="http://schemas.openxmlformats.org/drawingml/2006/main" noGrp="1"/>
          </p:cNvSpPr>
          <p:nvPr/>
        </p:nvSpPr>
        <p:spPr>
          <a:xfrm xmlns:a="http://schemas.openxmlformats.org/drawingml/2006/main">
            <a:off x="37719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39" name="g624">
            <a:extLst xmlns:a="http://schemas.openxmlformats.org/drawingml/2006/main">
              <a:ext uri="{FF2B5EF4-FFF2-40B4-BE49-F238E27FC236}">
                <a16:creationId xmlns:a16="http://schemas.microsoft.com/office/drawing/2014/main" id="{466EC28C-E792-44F2-8F43-0B690596CAA7}"/>
              </a:ext>
            </a:extLst>
          </p:cNvPr>
          <p:cNvSpPr>
            <a:spLocks xmlns:a="http://schemas.openxmlformats.org/drawingml/2006/main" noGrp="1"/>
          </p:cNvSpPr>
          <p:nvPr/>
        </p:nvSpPr>
        <p:spPr>
          <a:xfrm xmlns:a="http://schemas.openxmlformats.org/drawingml/2006/main">
            <a:off x="36861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0" name="g625">
            <a:extLst xmlns:a="http://schemas.openxmlformats.org/drawingml/2006/main">
              <a:ext uri="{FF2B5EF4-FFF2-40B4-BE49-F238E27FC236}">
                <a16:creationId xmlns:a16="http://schemas.microsoft.com/office/drawing/2014/main" id="{E89B0E91-A144-45BA-91EA-C990A37A3B44}"/>
              </a:ext>
            </a:extLst>
          </p:cNvPr>
          <p:cNvSpPr>
            <a:spLocks xmlns:a="http://schemas.openxmlformats.org/drawingml/2006/main" noGrp="1"/>
          </p:cNvSpPr>
          <p:nvPr/>
        </p:nvSpPr>
        <p:spPr>
          <a:xfrm xmlns:a="http://schemas.openxmlformats.org/drawingml/2006/main">
            <a:off x="36004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1" name="g626">
            <a:extLst xmlns:a="http://schemas.openxmlformats.org/drawingml/2006/main">
              <a:ext uri="{FF2B5EF4-FFF2-40B4-BE49-F238E27FC236}">
                <a16:creationId xmlns:a16="http://schemas.microsoft.com/office/drawing/2014/main" id="{2D43203B-6465-49A6-8018-8C955CDE4F9B}"/>
              </a:ext>
            </a:extLst>
          </p:cNvPr>
          <p:cNvSpPr>
            <a:spLocks xmlns:a="http://schemas.openxmlformats.org/drawingml/2006/main" noGrp="1"/>
          </p:cNvSpPr>
          <p:nvPr/>
        </p:nvSpPr>
        <p:spPr>
          <a:xfrm xmlns:a="http://schemas.openxmlformats.org/drawingml/2006/main">
            <a:off x="35147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2" name="g627">
            <a:extLst xmlns:a="http://schemas.openxmlformats.org/drawingml/2006/main">
              <a:ext uri="{FF2B5EF4-FFF2-40B4-BE49-F238E27FC236}">
                <a16:creationId xmlns:a16="http://schemas.microsoft.com/office/drawing/2014/main" id="{D9EE4795-6D72-4A43-AFFB-BE119C877512}"/>
              </a:ext>
            </a:extLst>
          </p:cNvPr>
          <p:cNvSpPr>
            <a:spLocks xmlns:a="http://schemas.openxmlformats.org/drawingml/2006/main" noGrp="1"/>
          </p:cNvSpPr>
          <p:nvPr/>
        </p:nvSpPr>
        <p:spPr>
          <a:xfrm xmlns:a="http://schemas.openxmlformats.org/drawingml/2006/main">
            <a:off x="34290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3" name="g628">
            <a:extLst xmlns:a="http://schemas.openxmlformats.org/drawingml/2006/main">
              <a:ext uri="{FF2B5EF4-FFF2-40B4-BE49-F238E27FC236}">
                <a16:creationId xmlns:a16="http://schemas.microsoft.com/office/drawing/2014/main" id="{3E80F395-582C-4CFD-9DAA-407513D5B71F}"/>
              </a:ext>
            </a:extLst>
          </p:cNvPr>
          <p:cNvSpPr>
            <a:spLocks xmlns:a="http://schemas.openxmlformats.org/drawingml/2006/main" noGrp="1"/>
          </p:cNvSpPr>
          <p:nvPr/>
        </p:nvSpPr>
        <p:spPr>
          <a:xfrm xmlns:a="http://schemas.openxmlformats.org/drawingml/2006/main">
            <a:off x="33432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4" name="g629">
            <a:extLst xmlns:a="http://schemas.openxmlformats.org/drawingml/2006/main">
              <a:ext uri="{FF2B5EF4-FFF2-40B4-BE49-F238E27FC236}">
                <a16:creationId xmlns:a16="http://schemas.microsoft.com/office/drawing/2014/main" id="{A6C82DA2-E672-484C-81C8-01DCE4B8E935}"/>
              </a:ext>
            </a:extLst>
          </p:cNvPr>
          <p:cNvSpPr>
            <a:spLocks xmlns:a="http://schemas.openxmlformats.org/drawingml/2006/main" noGrp="1"/>
          </p:cNvSpPr>
          <p:nvPr/>
        </p:nvSpPr>
        <p:spPr>
          <a:xfrm xmlns:a="http://schemas.openxmlformats.org/drawingml/2006/main">
            <a:off x="32575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5" name="g630">
            <a:extLst xmlns:a="http://schemas.openxmlformats.org/drawingml/2006/main">
              <a:ext uri="{FF2B5EF4-FFF2-40B4-BE49-F238E27FC236}">
                <a16:creationId xmlns:a16="http://schemas.microsoft.com/office/drawing/2014/main" id="{71CEBB95-C4FD-48CE-8E15-3B850E9312BD}"/>
              </a:ext>
            </a:extLst>
          </p:cNvPr>
          <p:cNvSpPr>
            <a:spLocks xmlns:a="http://schemas.openxmlformats.org/drawingml/2006/main" noGrp="1"/>
          </p:cNvSpPr>
          <p:nvPr/>
        </p:nvSpPr>
        <p:spPr>
          <a:xfrm xmlns:a="http://schemas.openxmlformats.org/drawingml/2006/main">
            <a:off x="31718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6" name="g631">
            <a:extLst xmlns:a="http://schemas.openxmlformats.org/drawingml/2006/main">
              <a:ext uri="{FF2B5EF4-FFF2-40B4-BE49-F238E27FC236}">
                <a16:creationId xmlns:a16="http://schemas.microsoft.com/office/drawing/2014/main" id="{F8428E17-CBA1-4869-8ACD-B50D6EA723EA}"/>
              </a:ext>
            </a:extLst>
          </p:cNvPr>
          <p:cNvSpPr>
            <a:spLocks xmlns:a="http://schemas.openxmlformats.org/drawingml/2006/main" noGrp="1"/>
          </p:cNvSpPr>
          <p:nvPr/>
        </p:nvSpPr>
        <p:spPr>
          <a:xfrm xmlns:a="http://schemas.openxmlformats.org/drawingml/2006/main">
            <a:off x="30861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7" name="g632">
            <a:extLst xmlns:a="http://schemas.openxmlformats.org/drawingml/2006/main">
              <a:ext uri="{FF2B5EF4-FFF2-40B4-BE49-F238E27FC236}">
                <a16:creationId xmlns:a16="http://schemas.microsoft.com/office/drawing/2014/main" id="{A9BE0D18-F418-49A0-9DFB-B2E52CE17292}"/>
              </a:ext>
            </a:extLst>
          </p:cNvPr>
          <p:cNvSpPr>
            <a:spLocks xmlns:a="http://schemas.openxmlformats.org/drawingml/2006/main" noGrp="1"/>
          </p:cNvSpPr>
          <p:nvPr/>
        </p:nvSpPr>
        <p:spPr>
          <a:xfrm xmlns:a="http://schemas.openxmlformats.org/drawingml/2006/main">
            <a:off x="30003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8" name="g633">
            <a:extLst xmlns:a="http://schemas.openxmlformats.org/drawingml/2006/main">
              <a:ext uri="{FF2B5EF4-FFF2-40B4-BE49-F238E27FC236}">
                <a16:creationId xmlns:a16="http://schemas.microsoft.com/office/drawing/2014/main" id="{7DE4F3AD-D90F-4CDC-8B92-A723D00E19F6}"/>
              </a:ext>
            </a:extLst>
          </p:cNvPr>
          <p:cNvSpPr>
            <a:spLocks xmlns:a="http://schemas.openxmlformats.org/drawingml/2006/main" noGrp="1"/>
          </p:cNvSpPr>
          <p:nvPr/>
        </p:nvSpPr>
        <p:spPr>
          <a:xfrm xmlns:a="http://schemas.openxmlformats.org/drawingml/2006/main">
            <a:off x="29146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49" name="g634">
            <a:extLst xmlns:a="http://schemas.openxmlformats.org/drawingml/2006/main">
              <a:ext uri="{FF2B5EF4-FFF2-40B4-BE49-F238E27FC236}">
                <a16:creationId xmlns:a16="http://schemas.microsoft.com/office/drawing/2014/main" id="{4661198E-C0B6-48FC-90BA-7867E6F656EE}"/>
              </a:ext>
            </a:extLst>
          </p:cNvPr>
          <p:cNvSpPr>
            <a:spLocks xmlns:a="http://schemas.openxmlformats.org/drawingml/2006/main" noGrp="1"/>
          </p:cNvSpPr>
          <p:nvPr/>
        </p:nvSpPr>
        <p:spPr>
          <a:xfrm xmlns:a="http://schemas.openxmlformats.org/drawingml/2006/main">
            <a:off x="28289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0" name="g635">
            <a:extLst xmlns:a="http://schemas.openxmlformats.org/drawingml/2006/main">
              <a:ext uri="{FF2B5EF4-FFF2-40B4-BE49-F238E27FC236}">
                <a16:creationId xmlns:a16="http://schemas.microsoft.com/office/drawing/2014/main" id="{CD7627F5-E55C-4C03-8C1E-7C5C6ED0298E}"/>
              </a:ext>
            </a:extLst>
          </p:cNvPr>
          <p:cNvSpPr>
            <a:spLocks xmlns:a="http://schemas.openxmlformats.org/drawingml/2006/main" noGrp="1"/>
          </p:cNvSpPr>
          <p:nvPr/>
        </p:nvSpPr>
        <p:spPr>
          <a:xfrm xmlns:a="http://schemas.openxmlformats.org/drawingml/2006/main">
            <a:off x="27432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1" name="g636">
            <a:extLst xmlns:a="http://schemas.openxmlformats.org/drawingml/2006/main">
              <a:ext uri="{FF2B5EF4-FFF2-40B4-BE49-F238E27FC236}">
                <a16:creationId xmlns:a16="http://schemas.microsoft.com/office/drawing/2014/main" id="{ADFE6EBC-E93E-43AF-8AE0-6F2A647C038C}"/>
              </a:ext>
            </a:extLst>
          </p:cNvPr>
          <p:cNvSpPr>
            <a:spLocks xmlns:a="http://schemas.openxmlformats.org/drawingml/2006/main" noGrp="1"/>
          </p:cNvSpPr>
          <p:nvPr/>
        </p:nvSpPr>
        <p:spPr>
          <a:xfrm xmlns:a="http://schemas.openxmlformats.org/drawingml/2006/main">
            <a:off x="26574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2" name="g637">
            <a:extLst xmlns:a="http://schemas.openxmlformats.org/drawingml/2006/main">
              <a:ext uri="{FF2B5EF4-FFF2-40B4-BE49-F238E27FC236}">
                <a16:creationId xmlns:a16="http://schemas.microsoft.com/office/drawing/2014/main" id="{6D40A64F-647A-4109-805D-7C7DDD781557}"/>
              </a:ext>
            </a:extLst>
          </p:cNvPr>
          <p:cNvSpPr>
            <a:spLocks xmlns:a="http://schemas.openxmlformats.org/drawingml/2006/main" noGrp="1"/>
          </p:cNvSpPr>
          <p:nvPr/>
        </p:nvSpPr>
        <p:spPr>
          <a:xfrm xmlns:a="http://schemas.openxmlformats.org/drawingml/2006/main">
            <a:off x="25717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3" name="g638">
            <a:extLst xmlns:a="http://schemas.openxmlformats.org/drawingml/2006/main">
              <a:ext uri="{FF2B5EF4-FFF2-40B4-BE49-F238E27FC236}">
                <a16:creationId xmlns:a16="http://schemas.microsoft.com/office/drawing/2014/main" id="{0CA99771-B6A8-46DD-8F14-BF996BACD5AD}"/>
              </a:ext>
            </a:extLst>
          </p:cNvPr>
          <p:cNvSpPr>
            <a:spLocks xmlns:a="http://schemas.openxmlformats.org/drawingml/2006/main" noGrp="1"/>
          </p:cNvSpPr>
          <p:nvPr/>
        </p:nvSpPr>
        <p:spPr>
          <a:xfrm xmlns:a="http://schemas.openxmlformats.org/drawingml/2006/main">
            <a:off x="24860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4" name="g639">
            <a:extLst xmlns:a="http://schemas.openxmlformats.org/drawingml/2006/main">
              <a:ext uri="{FF2B5EF4-FFF2-40B4-BE49-F238E27FC236}">
                <a16:creationId xmlns:a16="http://schemas.microsoft.com/office/drawing/2014/main" id="{53F03D54-80A6-4DCF-942D-51140CBBAC0B}"/>
              </a:ext>
            </a:extLst>
          </p:cNvPr>
          <p:cNvSpPr>
            <a:spLocks xmlns:a="http://schemas.openxmlformats.org/drawingml/2006/main" noGrp="1"/>
          </p:cNvSpPr>
          <p:nvPr/>
        </p:nvSpPr>
        <p:spPr>
          <a:xfrm xmlns:a="http://schemas.openxmlformats.org/drawingml/2006/main">
            <a:off x="24003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5" name="g640">
            <a:extLst xmlns:a="http://schemas.openxmlformats.org/drawingml/2006/main">
              <a:ext uri="{FF2B5EF4-FFF2-40B4-BE49-F238E27FC236}">
                <a16:creationId xmlns:a16="http://schemas.microsoft.com/office/drawing/2014/main" id="{973188C1-073C-4936-AC61-CCC5D035DB7D}"/>
              </a:ext>
            </a:extLst>
          </p:cNvPr>
          <p:cNvSpPr>
            <a:spLocks xmlns:a="http://schemas.openxmlformats.org/drawingml/2006/main" noGrp="1"/>
          </p:cNvSpPr>
          <p:nvPr/>
        </p:nvSpPr>
        <p:spPr>
          <a:xfrm xmlns:a="http://schemas.openxmlformats.org/drawingml/2006/main">
            <a:off x="23145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6" name="g641">
            <a:extLst xmlns:a="http://schemas.openxmlformats.org/drawingml/2006/main">
              <a:ext uri="{FF2B5EF4-FFF2-40B4-BE49-F238E27FC236}">
                <a16:creationId xmlns:a16="http://schemas.microsoft.com/office/drawing/2014/main" id="{CC40D4F2-1F2E-47F4-BD51-205F922328B4}"/>
              </a:ext>
            </a:extLst>
          </p:cNvPr>
          <p:cNvSpPr>
            <a:spLocks xmlns:a="http://schemas.openxmlformats.org/drawingml/2006/main" noGrp="1"/>
          </p:cNvSpPr>
          <p:nvPr/>
        </p:nvSpPr>
        <p:spPr>
          <a:xfrm xmlns:a="http://schemas.openxmlformats.org/drawingml/2006/main">
            <a:off x="22288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7" name="g642">
            <a:extLst xmlns:a="http://schemas.openxmlformats.org/drawingml/2006/main">
              <a:ext uri="{FF2B5EF4-FFF2-40B4-BE49-F238E27FC236}">
                <a16:creationId xmlns:a16="http://schemas.microsoft.com/office/drawing/2014/main" id="{F14891CE-1F52-4102-B5C4-7F3F974BFD26}"/>
              </a:ext>
            </a:extLst>
          </p:cNvPr>
          <p:cNvSpPr>
            <a:spLocks xmlns:a="http://schemas.openxmlformats.org/drawingml/2006/main" noGrp="1"/>
          </p:cNvSpPr>
          <p:nvPr/>
        </p:nvSpPr>
        <p:spPr>
          <a:xfrm xmlns:a="http://schemas.openxmlformats.org/drawingml/2006/main">
            <a:off x="21431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8" name="g643">
            <a:extLst xmlns:a="http://schemas.openxmlformats.org/drawingml/2006/main">
              <a:ext uri="{FF2B5EF4-FFF2-40B4-BE49-F238E27FC236}">
                <a16:creationId xmlns:a16="http://schemas.microsoft.com/office/drawing/2014/main" id="{BEE23264-A454-4C0E-BB03-9A2A4410A7DF}"/>
              </a:ext>
            </a:extLst>
          </p:cNvPr>
          <p:cNvSpPr>
            <a:spLocks xmlns:a="http://schemas.openxmlformats.org/drawingml/2006/main" noGrp="1"/>
          </p:cNvSpPr>
          <p:nvPr/>
        </p:nvSpPr>
        <p:spPr>
          <a:xfrm xmlns:a="http://schemas.openxmlformats.org/drawingml/2006/main">
            <a:off x="20574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59" name="g644">
            <a:extLst xmlns:a="http://schemas.openxmlformats.org/drawingml/2006/main">
              <a:ext uri="{FF2B5EF4-FFF2-40B4-BE49-F238E27FC236}">
                <a16:creationId xmlns:a16="http://schemas.microsoft.com/office/drawing/2014/main" id="{B8DD90DF-0F17-4B08-9EFA-D604E3ABE8E9}"/>
              </a:ext>
            </a:extLst>
          </p:cNvPr>
          <p:cNvSpPr>
            <a:spLocks xmlns:a="http://schemas.openxmlformats.org/drawingml/2006/main" noGrp="1"/>
          </p:cNvSpPr>
          <p:nvPr/>
        </p:nvSpPr>
        <p:spPr>
          <a:xfrm xmlns:a="http://schemas.openxmlformats.org/drawingml/2006/main">
            <a:off x="19716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0" name="g645">
            <a:extLst xmlns:a="http://schemas.openxmlformats.org/drawingml/2006/main">
              <a:ext uri="{FF2B5EF4-FFF2-40B4-BE49-F238E27FC236}">
                <a16:creationId xmlns:a16="http://schemas.microsoft.com/office/drawing/2014/main" id="{FA51C58F-CB1F-4252-92C6-CC0ED898EBB4}"/>
              </a:ext>
            </a:extLst>
          </p:cNvPr>
          <p:cNvSpPr>
            <a:spLocks xmlns:a="http://schemas.openxmlformats.org/drawingml/2006/main" noGrp="1"/>
          </p:cNvSpPr>
          <p:nvPr/>
        </p:nvSpPr>
        <p:spPr>
          <a:xfrm xmlns:a="http://schemas.openxmlformats.org/drawingml/2006/main">
            <a:off x="18859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1" name="g646">
            <a:extLst xmlns:a="http://schemas.openxmlformats.org/drawingml/2006/main">
              <a:ext uri="{FF2B5EF4-FFF2-40B4-BE49-F238E27FC236}">
                <a16:creationId xmlns:a16="http://schemas.microsoft.com/office/drawing/2014/main" id="{3A99B727-F372-4002-BB93-EAE6BF806772}"/>
              </a:ext>
            </a:extLst>
          </p:cNvPr>
          <p:cNvSpPr>
            <a:spLocks xmlns:a="http://schemas.openxmlformats.org/drawingml/2006/main" noGrp="1"/>
          </p:cNvSpPr>
          <p:nvPr/>
        </p:nvSpPr>
        <p:spPr>
          <a:xfrm xmlns:a="http://schemas.openxmlformats.org/drawingml/2006/main">
            <a:off x="18002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2" name="g647">
            <a:extLst xmlns:a="http://schemas.openxmlformats.org/drawingml/2006/main">
              <a:ext uri="{FF2B5EF4-FFF2-40B4-BE49-F238E27FC236}">
                <a16:creationId xmlns:a16="http://schemas.microsoft.com/office/drawing/2014/main" id="{C2CF13E3-3054-40B8-8443-398E618881AE}"/>
              </a:ext>
            </a:extLst>
          </p:cNvPr>
          <p:cNvSpPr>
            <a:spLocks xmlns:a="http://schemas.openxmlformats.org/drawingml/2006/main" noGrp="1"/>
          </p:cNvSpPr>
          <p:nvPr/>
        </p:nvSpPr>
        <p:spPr>
          <a:xfrm xmlns:a="http://schemas.openxmlformats.org/drawingml/2006/main">
            <a:off x="17145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3" name="g648">
            <a:extLst xmlns:a="http://schemas.openxmlformats.org/drawingml/2006/main">
              <a:ext uri="{FF2B5EF4-FFF2-40B4-BE49-F238E27FC236}">
                <a16:creationId xmlns:a16="http://schemas.microsoft.com/office/drawing/2014/main" id="{CEB5EA5B-CB30-4619-BF8D-78BFED305531}"/>
              </a:ext>
            </a:extLst>
          </p:cNvPr>
          <p:cNvSpPr>
            <a:spLocks xmlns:a="http://schemas.openxmlformats.org/drawingml/2006/main" noGrp="1"/>
          </p:cNvSpPr>
          <p:nvPr/>
        </p:nvSpPr>
        <p:spPr>
          <a:xfrm xmlns:a="http://schemas.openxmlformats.org/drawingml/2006/main">
            <a:off x="16287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4" name="g649">
            <a:extLst xmlns:a="http://schemas.openxmlformats.org/drawingml/2006/main">
              <a:ext uri="{FF2B5EF4-FFF2-40B4-BE49-F238E27FC236}">
                <a16:creationId xmlns:a16="http://schemas.microsoft.com/office/drawing/2014/main" id="{D06AED55-8710-4DC7-A42F-F0BB26565ADD}"/>
              </a:ext>
            </a:extLst>
          </p:cNvPr>
          <p:cNvSpPr>
            <a:spLocks xmlns:a="http://schemas.openxmlformats.org/drawingml/2006/main" noGrp="1"/>
          </p:cNvSpPr>
          <p:nvPr/>
        </p:nvSpPr>
        <p:spPr>
          <a:xfrm xmlns:a="http://schemas.openxmlformats.org/drawingml/2006/main">
            <a:off x="15430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5" name="g650">
            <a:extLst xmlns:a="http://schemas.openxmlformats.org/drawingml/2006/main">
              <a:ext uri="{FF2B5EF4-FFF2-40B4-BE49-F238E27FC236}">
                <a16:creationId xmlns:a16="http://schemas.microsoft.com/office/drawing/2014/main" id="{37443461-467F-41C3-B2F8-E7A7C0533677}"/>
              </a:ext>
            </a:extLst>
          </p:cNvPr>
          <p:cNvSpPr>
            <a:spLocks xmlns:a="http://schemas.openxmlformats.org/drawingml/2006/main" noGrp="1"/>
          </p:cNvSpPr>
          <p:nvPr/>
        </p:nvSpPr>
        <p:spPr>
          <a:xfrm xmlns:a="http://schemas.openxmlformats.org/drawingml/2006/main">
            <a:off x="145732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6" name="g651">
            <a:extLst xmlns:a="http://schemas.openxmlformats.org/drawingml/2006/main">
              <a:ext uri="{FF2B5EF4-FFF2-40B4-BE49-F238E27FC236}">
                <a16:creationId xmlns:a16="http://schemas.microsoft.com/office/drawing/2014/main" id="{050A198B-C7F9-4321-B324-43116082AF08}"/>
              </a:ext>
            </a:extLst>
          </p:cNvPr>
          <p:cNvSpPr>
            <a:spLocks xmlns:a="http://schemas.openxmlformats.org/drawingml/2006/main" noGrp="1"/>
          </p:cNvSpPr>
          <p:nvPr/>
        </p:nvSpPr>
        <p:spPr>
          <a:xfrm xmlns:a="http://schemas.openxmlformats.org/drawingml/2006/main">
            <a:off x="137160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7" name="g652">
            <a:extLst xmlns:a="http://schemas.openxmlformats.org/drawingml/2006/main">
              <a:ext uri="{FF2B5EF4-FFF2-40B4-BE49-F238E27FC236}">
                <a16:creationId xmlns:a16="http://schemas.microsoft.com/office/drawing/2014/main" id="{3D1E796B-53FA-4603-BF3A-DA734E1B20A7}"/>
              </a:ext>
            </a:extLst>
          </p:cNvPr>
          <p:cNvSpPr>
            <a:spLocks xmlns:a="http://schemas.openxmlformats.org/drawingml/2006/main" noGrp="1"/>
          </p:cNvSpPr>
          <p:nvPr/>
        </p:nvSpPr>
        <p:spPr>
          <a:xfrm xmlns:a="http://schemas.openxmlformats.org/drawingml/2006/main">
            <a:off x="1285875"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8" name="g653">
            <a:extLst xmlns:a="http://schemas.openxmlformats.org/drawingml/2006/main">
              <a:ext uri="{FF2B5EF4-FFF2-40B4-BE49-F238E27FC236}">
                <a16:creationId xmlns:a16="http://schemas.microsoft.com/office/drawing/2014/main" id="{64CC35F6-DE7A-4226-AC49-550A79B778CB}"/>
              </a:ext>
            </a:extLst>
          </p:cNvPr>
          <p:cNvSpPr>
            <a:spLocks xmlns:a="http://schemas.openxmlformats.org/drawingml/2006/main" noGrp="1"/>
          </p:cNvSpPr>
          <p:nvPr/>
        </p:nvSpPr>
        <p:spPr>
          <a:xfrm xmlns:a="http://schemas.openxmlformats.org/drawingml/2006/main">
            <a:off x="1200150" y="2438400"/>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269" name="g654">
            <a:extLst xmlns:a="http://schemas.openxmlformats.org/drawingml/2006/main">
              <a:ext uri="{FF2B5EF4-FFF2-40B4-BE49-F238E27FC236}">
                <a16:creationId xmlns:a16="http://schemas.microsoft.com/office/drawing/2014/main" id="{F843256D-54AB-45BF-9615-31563297F54E}"/>
              </a:ext>
            </a:extLst>
          </p:cNvPr>
          <p:cNvSpPr>
            <a:spLocks xmlns:a="http://schemas.openxmlformats.org/drawingml/2006/main" noGrp="1"/>
          </p:cNvSpPr>
          <p:nvPr/>
        </p:nvSpPr>
        <p:spPr>
          <a:xfrm xmlns:a="http://schemas.openxmlformats.org/drawingml/2006/main">
            <a:off x="1152525" y="2438400"/>
            <a:ext cx="9525" cy="953"/>
          </a:xfrm>
          <a:custGeom xmlns:a="http://schemas.openxmlformats.org/drawingml/2006/main">
            <a:pathLst>
              <a:path w="9525" h="953">
                <a:moveTo>
                  <a:pt x="9525" y="0"/>
                </a:moveTo>
                <a:lnTo>
                  <a:pt x="0" y="0"/>
                </a:lnTo>
              </a:path>
            </a:pathLst>
          </a:custGeom>
          <a:noFill xmlns:a="http://schemas.openxmlformats.org/drawingml/2006/main"/>
          <a:ln xmlns:a="http://schemas.openxmlformats.org/drawingml/2006/main" w="6191">
            <a:solidFill>
              <a:srgbClr val="8DAAFE"/>
            </a:solidFill>
          </a:ln>
        </p:spPr>
      </p:sp>
      <p:sp>
        <p:nvSpPr>
          <p:cNvPr id="270" name="g655">
            <a:extLst xmlns:a="http://schemas.openxmlformats.org/drawingml/2006/main">
              <a:ext uri="{FF2B5EF4-FFF2-40B4-BE49-F238E27FC236}">
                <a16:creationId xmlns:a16="http://schemas.microsoft.com/office/drawing/2014/main" id="{4A09D60B-EBA0-44E7-B6D8-07A7BD15B7AD}"/>
              </a:ext>
            </a:extLst>
          </p:cNvPr>
          <p:cNvSpPr>
            <a:spLocks xmlns:a="http://schemas.openxmlformats.org/drawingml/2006/main" noGrp="1"/>
          </p:cNvSpPr>
          <p:nvPr/>
        </p:nvSpPr>
        <p:spPr>
          <a:xfrm xmlns:a="http://schemas.openxmlformats.org/drawingml/2006/main">
            <a:off x="1152525" y="23907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271" name="g656">
            <a:extLst xmlns:a="http://schemas.openxmlformats.org/drawingml/2006/main">
              <a:ext uri="{FF2B5EF4-FFF2-40B4-BE49-F238E27FC236}">
                <a16:creationId xmlns:a16="http://schemas.microsoft.com/office/drawing/2014/main" id="{FCCFBCCF-F8E4-498B-9B63-135B6B5AA103}"/>
              </a:ext>
            </a:extLst>
          </p:cNvPr>
          <p:cNvSpPr>
            <a:spLocks xmlns:a="http://schemas.openxmlformats.org/drawingml/2006/main" noGrp="1"/>
          </p:cNvSpPr>
          <p:nvPr/>
        </p:nvSpPr>
        <p:spPr>
          <a:xfrm xmlns:a="http://schemas.openxmlformats.org/drawingml/2006/main">
            <a:off x="1152525" y="23050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272" name="g657">
            <a:extLst xmlns:a="http://schemas.openxmlformats.org/drawingml/2006/main">
              <a:ext uri="{FF2B5EF4-FFF2-40B4-BE49-F238E27FC236}">
                <a16:creationId xmlns:a16="http://schemas.microsoft.com/office/drawing/2014/main" id="{C9912431-9E9B-49A6-9F48-59814F2AEAD4}"/>
              </a:ext>
            </a:extLst>
          </p:cNvPr>
          <p:cNvSpPr>
            <a:spLocks xmlns:a="http://schemas.openxmlformats.org/drawingml/2006/main" noGrp="1"/>
          </p:cNvSpPr>
          <p:nvPr/>
        </p:nvSpPr>
        <p:spPr>
          <a:xfrm xmlns:a="http://schemas.openxmlformats.org/drawingml/2006/main">
            <a:off x="1152525" y="22193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273" name="g658">
            <a:extLst xmlns:a="http://schemas.openxmlformats.org/drawingml/2006/main">
              <a:ext uri="{FF2B5EF4-FFF2-40B4-BE49-F238E27FC236}">
                <a16:creationId xmlns:a16="http://schemas.microsoft.com/office/drawing/2014/main" id="{08C44791-ECB1-49A8-BED2-183633021385}"/>
              </a:ext>
            </a:extLst>
          </p:cNvPr>
          <p:cNvSpPr>
            <a:spLocks xmlns:a="http://schemas.openxmlformats.org/drawingml/2006/main" noGrp="1"/>
          </p:cNvSpPr>
          <p:nvPr/>
        </p:nvSpPr>
        <p:spPr>
          <a:xfrm xmlns:a="http://schemas.openxmlformats.org/drawingml/2006/main">
            <a:off x="1152525" y="21336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274" name="g659">
            <a:extLst xmlns:a="http://schemas.openxmlformats.org/drawingml/2006/main">
              <a:ext uri="{FF2B5EF4-FFF2-40B4-BE49-F238E27FC236}">
                <a16:creationId xmlns:a16="http://schemas.microsoft.com/office/drawing/2014/main" id="{D54FF1EB-D023-4C16-AF57-AA92E4D2A9DB}"/>
              </a:ext>
            </a:extLst>
          </p:cNvPr>
          <p:cNvSpPr>
            <a:spLocks xmlns:a="http://schemas.openxmlformats.org/drawingml/2006/main" noGrp="1"/>
          </p:cNvSpPr>
          <p:nvPr/>
        </p:nvSpPr>
        <p:spPr>
          <a:xfrm xmlns:a="http://schemas.openxmlformats.org/drawingml/2006/main">
            <a:off x="1152525" y="20478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275" name="g660">
            <a:extLst xmlns:a="http://schemas.openxmlformats.org/drawingml/2006/main">
              <a:ext uri="{FF2B5EF4-FFF2-40B4-BE49-F238E27FC236}">
                <a16:creationId xmlns:a16="http://schemas.microsoft.com/office/drawing/2014/main" id="{CB86FFE1-5CAB-4563-9B49-66DCBD1B2577}"/>
              </a:ext>
            </a:extLst>
          </p:cNvPr>
          <p:cNvSpPr>
            <a:spLocks xmlns:a="http://schemas.openxmlformats.org/drawingml/2006/main" noGrp="1"/>
          </p:cNvSpPr>
          <p:nvPr/>
        </p:nvSpPr>
        <p:spPr>
          <a:xfrm xmlns:a="http://schemas.openxmlformats.org/drawingml/2006/main">
            <a:off x="1152525" y="1990725"/>
            <a:ext cx="953" cy="19050"/>
          </a:xfrm>
          <a:custGeom xmlns:a="http://schemas.openxmlformats.org/drawingml/2006/main">
            <a:pathLst>
              <a:path w="953" h="19050">
                <a:moveTo>
                  <a:pt x="0" y="19050"/>
                </a:moveTo>
                <a:lnTo>
                  <a:pt x="0" y="0"/>
                </a:lnTo>
              </a:path>
            </a:pathLst>
          </a:custGeom>
          <a:noFill xmlns:a="http://schemas.openxmlformats.org/drawingml/2006/main"/>
          <a:ln xmlns:a="http://schemas.openxmlformats.org/drawingml/2006/main" w="6191">
            <a:solidFill>
              <a:srgbClr val="8DAAFE"/>
            </a:solidFill>
          </a:ln>
        </p:spPr>
      </p:sp>
      <p:sp>
        <p:nvSpPr>
          <p:cNvPr id="276" name="g661">
            <a:extLst xmlns:a="http://schemas.openxmlformats.org/drawingml/2006/main">
              <a:ext uri="{FF2B5EF4-FFF2-40B4-BE49-F238E27FC236}">
                <a16:creationId xmlns:a16="http://schemas.microsoft.com/office/drawing/2014/main" id="{E046AFD9-06E2-45B7-BD20-8F029BEDCB74}"/>
              </a:ext>
            </a:extLst>
          </p:cNvPr>
          <p:cNvSpPr>
            <a:spLocks xmlns:a="http://schemas.openxmlformats.org/drawingml/2006/main" noGrp="1"/>
          </p:cNvSpPr>
          <p:nvPr/>
        </p:nvSpPr>
        <p:spPr>
          <a:xfrm xmlns:a="http://schemas.openxmlformats.org/drawingml/2006/main">
            <a:off x="1362075" y="2028825"/>
            <a:ext cx="1685925" cy="361950"/>
          </a:xfrm>
          <a:prstGeom xmlns:a="http://schemas.openxmlformats.org/drawingml/2006/main" prst="roundRect">
            <a:avLst>
              <a:gd name="adj" fmla="val 15789"/>
            </a:avLst>
          </a:prstGeom>
          <a:solidFill xmlns:a="http://schemas.openxmlformats.org/drawingml/2006/main">
            <a:srgbClr val="CFDBFF"/>
          </a:solidFill>
          <a:ln xmlns:a="http://schemas.openxmlformats.org/drawingml/2006/main" w="0">
            <a:noFill/>
          </a:ln>
        </p:spPr>
      </p:sp>
      <p:sp>
        <p:nvSpPr>
          <p:cNvPr id="277" name="g662">
            <a:extLst xmlns:a="http://schemas.openxmlformats.org/drawingml/2006/main">
              <a:ext uri="{FF2B5EF4-FFF2-40B4-BE49-F238E27FC236}">
                <a16:creationId xmlns:a16="http://schemas.microsoft.com/office/drawing/2014/main" id="{E521CF16-7B23-4EBF-AED9-EE49690AD85D}"/>
              </a:ext>
            </a:extLst>
          </p:cNvPr>
          <p:cNvSpPr>
            <a:spLocks xmlns:a="http://schemas.openxmlformats.org/drawingml/2006/main" noGrp="1"/>
          </p:cNvSpPr>
          <p:nvPr/>
        </p:nvSpPr>
        <p:spPr>
          <a:xfrm xmlns:a="http://schemas.openxmlformats.org/drawingml/2006/main">
            <a:off x="1362075" y="2047875"/>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战略引领</a:t>
            </a:r>
          </a:p>
        </p:txBody>
      </p:sp>
      <p:sp>
        <p:nvSpPr>
          <p:cNvPr id="278" name="g663">
            <a:extLst xmlns:a="http://schemas.openxmlformats.org/drawingml/2006/main">
              <a:ext uri="{FF2B5EF4-FFF2-40B4-BE49-F238E27FC236}">
                <a16:creationId xmlns:a16="http://schemas.microsoft.com/office/drawing/2014/main" id="{2586B755-F5E1-4205-A48C-690229A1AA26}"/>
              </a:ext>
            </a:extLst>
          </p:cNvPr>
          <p:cNvSpPr>
            <a:spLocks xmlns:a="http://schemas.openxmlformats.org/drawingml/2006/main" noGrp="1"/>
          </p:cNvSpPr>
          <p:nvPr/>
        </p:nvSpPr>
        <p:spPr>
          <a:xfrm xmlns:a="http://schemas.openxmlformats.org/drawingml/2006/main">
            <a:off x="3479483" y="2028825"/>
            <a:ext cx="1685925" cy="361950"/>
          </a:xfrm>
          <a:prstGeom xmlns:a="http://schemas.openxmlformats.org/drawingml/2006/main" prst="roundRect">
            <a:avLst>
              <a:gd name="adj" fmla="val 15789"/>
            </a:avLst>
          </a:prstGeom>
          <a:solidFill xmlns:a="http://schemas.openxmlformats.org/drawingml/2006/main">
            <a:srgbClr val="CFDBFF"/>
          </a:solidFill>
          <a:ln xmlns:a="http://schemas.openxmlformats.org/drawingml/2006/main" w="0">
            <a:noFill/>
          </a:ln>
        </p:spPr>
      </p:sp>
      <p:sp>
        <p:nvSpPr>
          <p:cNvPr id="279" name="g664">
            <a:extLst xmlns:a="http://schemas.openxmlformats.org/drawingml/2006/main">
              <a:ext uri="{FF2B5EF4-FFF2-40B4-BE49-F238E27FC236}">
                <a16:creationId xmlns:a16="http://schemas.microsoft.com/office/drawing/2014/main" id="{5D1270EB-662E-40CF-AE70-C1982DCAC4E2}"/>
              </a:ext>
            </a:extLst>
          </p:cNvPr>
          <p:cNvSpPr>
            <a:spLocks xmlns:a="http://schemas.openxmlformats.org/drawingml/2006/main" noGrp="1"/>
          </p:cNvSpPr>
          <p:nvPr/>
        </p:nvSpPr>
        <p:spPr>
          <a:xfrm xmlns:a="http://schemas.openxmlformats.org/drawingml/2006/main">
            <a:off x="3479483" y="2047875"/>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自主可控</a:t>
            </a:r>
          </a:p>
        </p:txBody>
      </p:sp>
      <p:sp>
        <p:nvSpPr>
          <p:cNvPr id="280" name="g665">
            <a:extLst xmlns:a="http://schemas.openxmlformats.org/drawingml/2006/main">
              <a:ext uri="{FF2B5EF4-FFF2-40B4-BE49-F238E27FC236}">
                <a16:creationId xmlns:a16="http://schemas.microsoft.com/office/drawing/2014/main" id="{599C5C73-1455-4F24-83EB-DBFAA750FA7C}"/>
              </a:ext>
            </a:extLst>
          </p:cNvPr>
          <p:cNvSpPr>
            <a:spLocks xmlns:a="http://schemas.openxmlformats.org/drawingml/2006/main" noGrp="1"/>
          </p:cNvSpPr>
          <p:nvPr/>
        </p:nvSpPr>
        <p:spPr>
          <a:xfrm xmlns:a="http://schemas.openxmlformats.org/drawingml/2006/main">
            <a:off x="5596890" y="2028825"/>
            <a:ext cx="1685925" cy="361950"/>
          </a:xfrm>
          <a:prstGeom xmlns:a="http://schemas.openxmlformats.org/drawingml/2006/main" prst="roundRect">
            <a:avLst>
              <a:gd name="adj" fmla="val 15789"/>
            </a:avLst>
          </a:prstGeom>
          <a:solidFill xmlns:a="http://schemas.openxmlformats.org/drawingml/2006/main">
            <a:srgbClr val="CFDBFF"/>
          </a:solidFill>
          <a:ln xmlns:a="http://schemas.openxmlformats.org/drawingml/2006/main" w="0">
            <a:noFill/>
          </a:ln>
        </p:spPr>
      </p:sp>
      <p:sp>
        <p:nvSpPr>
          <p:cNvPr id="281" name="g666">
            <a:extLst xmlns:a="http://schemas.openxmlformats.org/drawingml/2006/main">
              <a:ext uri="{FF2B5EF4-FFF2-40B4-BE49-F238E27FC236}">
                <a16:creationId xmlns:a16="http://schemas.microsoft.com/office/drawing/2014/main" id="{66E0736E-BA3D-462F-BF3F-82DC3A885F0E}"/>
              </a:ext>
            </a:extLst>
          </p:cNvPr>
          <p:cNvSpPr>
            <a:spLocks xmlns:a="http://schemas.openxmlformats.org/drawingml/2006/main" noGrp="1"/>
          </p:cNvSpPr>
          <p:nvPr/>
        </p:nvSpPr>
        <p:spPr>
          <a:xfrm xmlns:a="http://schemas.openxmlformats.org/drawingml/2006/main">
            <a:off x="5596890" y="2047875"/>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开放协同</a:t>
            </a:r>
          </a:p>
        </p:txBody>
      </p:sp>
      <p:sp>
        <p:nvSpPr>
          <p:cNvPr id="282" name="g667">
            <a:extLst xmlns:a="http://schemas.openxmlformats.org/drawingml/2006/main">
              <a:ext uri="{FF2B5EF4-FFF2-40B4-BE49-F238E27FC236}">
                <a16:creationId xmlns:a16="http://schemas.microsoft.com/office/drawing/2014/main" id="{E87CF039-3FA5-4B6F-805F-E5B07E44BD2B}"/>
              </a:ext>
            </a:extLst>
          </p:cNvPr>
          <p:cNvSpPr>
            <a:spLocks xmlns:a="http://schemas.openxmlformats.org/drawingml/2006/main" noGrp="1"/>
          </p:cNvSpPr>
          <p:nvPr/>
        </p:nvSpPr>
        <p:spPr>
          <a:xfrm xmlns:a="http://schemas.openxmlformats.org/drawingml/2006/main">
            <a:off x="7714298" y="2028825"/>
            <a:ext cx="1685925" cy="361950"/>
          </a:xfrm>
          <a:prstGeom xmlns:a="http://schemas.openxmlformats.org/drawingml/2006/main" prst="roundRect">
            <a:avLst>
              <a:gd name="adj" fmla="val 15789"/>
            </a:avLst>
          </a:prstGeom>
          <a:solidFill xmlns:a="http://schemas.openxmlformats.org/drawingml/2006/main">
            <a:srgbClr val="CFDBFF"/>
          </a:solidFill>
          <a:ln xmlns:a="http://schemas.openxmlformats.org/drawingml/2006/main" w="0">
            <a:noFill/>
          </a:ln>
        </p:spPr>
      </p:sp>
      <p:sp>
        <p:nvSpPr>
          <p:cNvPr id="283" name="g668">
            <a:extLst xmlns:a="http://schemas.openxmlformats.org/drawingml/2006/main">
              <a:ext uri="{FF2B5EF4-FFF2-40B4-BE49-F238E27FC236}">
                <a16:creationId xmlns:a16="http://schemas.microsoft.com/office/drawing/2014/main" id="{A32879CB-A2E5-46F4-84F1-5EE1688B6C19}"/>
              </a:ext>
            </a:extLst>
          </p:cNvPr>
          <p:cNvSpPr>
            <a:spLocks xmlns:a="http://schemas.openxmlformats.org/drawingml/2006/main" noGrp="1"/>
          </p:cNvSpPr>
          <p:nvPr/>
        </p:nvSpPr>
        <p:spPr>
          <a:xfrm xmlns:a="http://schemas.openxmlformats.org/drawingml/2006/main">
            <a:off x="7714298" y="2047875"/>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市场导向</a:t>
            </a:r>
          </a:p>
        </p:txBody>
      </p:sp>
      <p:sp>
        <p:nvSpPr>
          <p:cNvPr id="284" name="g669">
            <a:extLst xmlns:a="http://schemas.openxmlformats.org/drawingml/2006/main">
              <a:ext uri="{FF2B5EF4-FFF2-40B4-BE49-F238E27FC236}">
                <a16:creationId xmlns:a16="http://schemas.microsoft.com/office/drawing/2014/main" id="{6612F26B-63F7-45C5-B3B4-A655F2D82A97}"/>
              </a:ext>
            </a:extLst>
          </p:cNvPr>
          <p:cNvSpPr>
            <a:spLocks xmlns:a="http://schemas.openxmlformats.org/drawingml/2006/main" noGrp="1"/>
          </p:cNvSpPr>
          <p:nvPr/>
        </p:nvSpPr>
        <p:spPr>
          <a:xfrm xmlns:a="http://schemas.openxmlformats.org/drawingml/2006/main">
            <a:off x="9831705" y="2028825"/>
            <a:ext cx="1685925" cy="361950"/>
          </a:xfrm>
          <a:prstGeom xmlns:a="http://schemas.openxmlformats.org/drawingml/2006/main" prst="roundRect">
            <a:avLst>
              <a:gd name="adj" fmla="val 15789"/>
            </a:avLst>
          </a:prstGeom>
          <a:solidFill xmlns:a="http://schemas.openxmlformats.org/drawingml/2006/main">
            <a:srgbClr val="CFDBFF"/>
          </a:solidFill>
          <a:ln xmlns:a="http://schemas.openxmlformats.org/drawingml/2006/main" w="0">
            <a:noFill/>
          </a:ln>
        </p:spPr>
      </p:sp>
      <p:sp>
        <p:nvSpPr>
          <p:cNvPr id="285" name="g670">
            <a:extLst xmlns:a="http://schemas.openxmlformats.org/drawingml/2006/main">
              <a:ext uri="{FF2B5EF4-FFF2-40B4-BE49-F238E27FC236}">
                <a16:creationId xmlns:a16="http://schemas.microsoft.com/office/drawing/2014/main" id="{B2C070A3-5B6E-4CE8-BDC6-0B5CA51BF0A1}"/>
              </a:ext>
            </a:extLst>
          </p:cNvPr>
          <p:cNvSpPr>
            <a:spLocks xmlns:a="http://schemas.openxmlformats.org/drawingml/2006/main" noGrp="1"/>
          </p:cNvSpPr>
          <p:nvPr/>
        </p:nvSpPr>
        <p:spPr>
          <a:xfrm xmlns:a="http://schemas.openxmlformats.org/drawingml/2006/main">
            <a:off x="9831705" y="2047875"/>
            <a:ext cx="168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动态优化</a:t>
            </a:r>
          </a:p>
        </p:txBody>
      </p:sp>
      <p:sp>
        <p:nvSpPr>
          <p:cNvPr id="286" name="g671">
            <a:extLst xmlns:a="http://schemas.openxmlformats.org/drawingml/2006/main">
              <a:ext uri="{FF2B5EF4-FFF2-40B4-BE49-F238E27FC236}">
                <a16:creationId xmlns:a16="http://schemas.microsoft.com/office/drawing/2014/main" id="{7E76397C-26BC-4697-B84B-81C99B3E22D1}"/>
              </a:ext>
            </a:extLst>
          </p:cNvPr>
          <p:cNvSpPr>
            <a:spLocks xmlns:a="http://schemas.openxmlformats.org/drawingml/2006/main" noGrp="1"/>
          </p:cNvSpPr>
          <p:nvPr/>
        </p:nvSpPr>
        <p:spPr>
          <a:xfrm xmlns:a="http://schemas.openxmlformats.org/drawingml/2006/main">
            <a:off x="447675" y="2543175"/>
            <a:ext cx="609600" cy="3133725"/>
          </a:xfrm>
          <a:prstGeom xmlns:a="http://schemas.openxmlformats.org/drawingml/2006/main" prst="rect">
            <a:avLst/>
          </a:prstGeom>
          <a:solidFill xmlns:a="http://schemas.openxmlformats.org/drawingml/2006/main">
            <a:srgbClr val="F1F1F1"/>
          </a:solidFill>
          <a:ln xmlns:a="http://schemas.openxmlformats.org/drawingml/2006/main" w="0">
            <a:noFill/>
          </a:ln>
        </p:spPr>
      </p:sp>
      <p:sp>
        <p:nvSpPr>
          <p:cNvPr id="287" name="g672">
            <a:extLst xmlns:a="http://schemas.openxmlformats.org/drawingml/2006/main">
              <a:ext uri="{FF2B5EF4-FFF2-40B4-BE49-F238E27FC236}">
                <a16:creationId xmlns:a16="http://schemas.microsoft.com/office/drawing/2014/main" id="{553E63A7-B844-4ACE-AB57-AE6D20F6A57F}"/>
              </a:ext>
            </a:extLst>
          </p:cNvPr>
          <p:cNvSpPr>
            <a:spLocks xmlns:a="http://schemas.openxmlformats.org/drawingml/2006/main" noGrp="1"/>
          </p:cNvSpPr>
          <p:nvPr/>
        </p:nvSpPr>
        <p:spPr>
          <a:xfrm xmlns:a="http://schemas.openxmlformats.org/drawingml/2006/main">
            <a:off x="447675" y="3810000"/>
            <a:ext cx="609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重点</a:t>
            </a:r>
          </a:p>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任务</a:t>
            </a:r>
          </a:p>
        </p:txBody>
      </p:sp>
      <p:sp>
        <p:nvSpPr>
          <p:cNvPr id="288" name="g673">
            <a:extLst xmlns:a="http://schemas.openxmlformats.org/drawingml/2006/main">
              <a:ext uri="{FF2B5EF4-FFF2-40B4-BE49-F238E27FC236}">
                <a16:creationId xmlns:a16="http://schemas.microsoft.com/office/drawing/2014/main" id="{6B5592E3-6D56-43C9-829D-3FB94D04F79C}"/>
              </a:ext>
            </a:extLst>
          </p:cNvPr>
          <p:cNvSpPr>
            <a:spLocks xmlns:a="http://schemas.openxmlformats.org/drawingml/2006/main" noGrp="1"/>
          </p:cNvSpPr>
          <p:nvPr/>
        </p:nvSpPr>
        <p:spPr>
          <a:xfrm xmlns:a="http://schemas.openxmlformats.org/drawingml/2006/main">
            <a:off x="1152525" y="2543175"/>
            <a:ext cx="10467975" cy="3143250"/>
          </a:xfrm>
          <a:prstGeom xmlns:a="http://schemas.openxmlformats.org/drawingml/2006/main" prst="rect">
            <a:avLst/>
          </a:prstGeom>
          <a:solidFill xmlns:a="http://schemas.openxmlformats.org/drawingml/2006/main">
            <a:srgbClr val="F5F8FF"/>
          </a:solidFill>
          <a:ln xmlns:a="http://schemas.openxmlformats.org/drawingml/2006/main" w="0">
            <a:noFill/>
          </a:ln>
        </p:spPr>
      </p:sp>
      <p:sp>
        <p:nvSpPr>
          <p:cNvPr id="289" name="g674">
            <a:extLst xmlns:a="http://schemas.openxmlformats.org/drawingml/2006/main">
              <a:ext uri="{FF2B5EF4-FFF2-40B4-BE49-F238E27FC236}">
                <a16:creationId xmlns:a16="http://schemas.microsoft.com/office/drawing/2014/main" id="{BEC6B7A8-B4A8-424F-B62F-E4A1ACA26448}"/>
              </a:ext>
            </a:extLst>
          </p:cNvPr>
          <p:cNvSpPr>
            <a:spLocks xmlns:a="http://schemas.openxmlformats.org/drawingml/2006/main" noGrp="1"/>
          </p:cNvSpPr>
          <p:nvPr/>
        </p:nvSpPr>
        <p:spPr>
          <a:xfrm xmlns:a="http://schemas.openxmlformats.org/drawingml/2006/main">
            <a:off x="11525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0" name="g675">
            <a:extLst xmlns:a="http://schemas.openxmlformats.org/drawingml/2006/main">
              <a:ext uri="{FF2B5EF4-FFF2-40B4-BE49-F238E27FC236}">
                <a16:creationId xmlns:a16="http://schemas.microsoft.com/office/drawing/2014/main" id="{9752C3D8-1304-4F38-A1B6-C20A0DB024E2}"/>
              </a:ext>
            </a:extLst>
          </p:cNvPr>
          <p:cNvSpPr>
            <a:spLocks xmlns:a="http://schemas.openxmlformats.org/drawingml/2006/main" noGrp="1"/>
          </p:cNvSpPr>
          <p:nvPr/>
        </p:nvSpPr>
        <p:spPr>
          <a:xfrm xmlns:a="http://schemas.openxmlformats.org/drawingml/2006/main">
            <a:off x="12382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1" name="g676">
            <a:extLst xmlns:a="http://schemas.openxmlformats.org/drawingml/2006/main">
              <a:ext uri="{FF2B5EF4-FFF2-40B4-BE49-F238E27FC236}">
                <a16:creationId xmlns:a16="http://schemas.microsoft.com/office/drawing/2014/main" id="{6EF3C460-2C4F-4F77-9DF7-E4E60469C53E}"/>
              </a:ext>
            </a:extLst>
          </p:cNvPr>
          <p:cNvSpPr>
            <a:spLocks xmlns:a="http://schemas.openxmlformats.org/drawingml/2006/main" noGrp="1"/>
          </p:cNvSpPr>
          <p:nvPr/>
        </p:nvSpPr>
        <p:spPr>
          <a:xfrm xmlns:a="http://schemas.openxmlformats.org/drawingml/2006/main">
            <a:off x="13239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2" name="g677">
            <a:extLst xmlns:a="http://schemas.openxmlformats.org/drawingml/2006/main">
              <a:ext uri="{FF2B5EF4-FFF2-40B4-BE49-F238E27FC236}">
                <a16:creationId xmlns:a16="http://schemas.microsoft.com/office/drawing/2014/main" id="{F13FBC83-2174-453E-BED1-C4328F08AF04}"/>
              </a:ext>
            </a:extLst>
          </p:cNvPr>
          <p:cNvSpPr>
            <a:spLocks xmlns:a="http://schemas.openxmlformats.org/drawingml/2006/main" noGrp="1"/>
          </p:cNvSpPr>
          <p:nvPr/>
        </p:nvSpPr>
        <p:spPr>
          <a:xfrm xmlns:a="http://schemas.openxmlformats.org/drawingml/2006/main">
            <a:off x="14097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3" name="g678">
            <a:extLst xmlns:a="http://schemas.openxmlformats.org/drawingml/2006/main">
              <a:ext uri="{FF2B5EF4-FFF2-40B4-BE49-F238E27FC236}">
                <a16:creationId xmlns:a16="http://schemas.microsoft.com/office/drawing/2014/main" id="{6421455F-D4F5-43D7-A21D-B4509DB16F2D}"/>
              </a:ext>
            </a:extLst>
          </p:cNvPr>
          <p:cNvSpPr>
            <a:spLocks xmlns:a="http://schemas.openxmlformats.org/drawingml/2006/main" noGrp="1"/>
          </p:cNvSpPr>
          <p:nvPr/>
        </p:nvSpPr>
        <p:spPr>
          <a:xfrm xmlns:a="http://schemas.openxmlformats.org/drawingml/2006/main">
            <a:off x="14954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4" name="g679">
            <a:extLst xmlns:a="http://schemas.openxmlformats.org/drawingml/2006/main">
              <a:ext uri="{FF2B5EF4-FFF2-40B4-BE49-F238E27FC236}">
                <a16:creationId xmlns:a16="http://schemas.microsoft.com/office/drawing/2014/main" id="{494ADE9F-09F2-447E-9273-03D3B9B2F861}"/>
              </a:ext>
            </a:extLst>
          </p:cNvPr>
          <p:cNvSpPr>
            <a:spLocks xmlns:a="http://schemas.openxmlformats.org/drawingml/2006/main" noGrp="1"/>
          </p:cNvSpPr>
          <p:nvPr/>
        </p:nvSpPr>
        <p:spPr>
          <a:xfrm xmlns:a="http://schemas.openxmlformats.org/drawingml/2006/main">
            <a:off x="15811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5" name="g680">
            <a:extLst xmlns:a="http://schemas.openxmlformats.org/drawingml/2006/main">
              <a:ext uri="{FF2B5EF4-FFF2-40B4-BE49-F238E27FC236}">
                <a16:creationId xmlns:a16="http://schemas.microsoft.com/office/drawing/2014/main" id="{42B0FEBA-C3AF-441E-906B-87570AEF786C}"/>
              </a:ext>
            </a:extLst>
          </p:cNvPr>
          <p:cNvSpPr>
            <a:spLocks xmlns:a="http://schemas.openxmlformats.org/drawingml/2006/main" noGrp="1"/>
          </p:cNvSpPr>
          <p:nvPr/>
        </p:nvSpPr>
        <p:spPr>
          <a:xfrm xmlns:a="http://schemas.openxmlformats.org/drawingml/2006/main">
            <a:off x="16668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6" name="g681">
            <a:extLst xmlns:a="http://schemas.openxmlformats.org/drawingml/2006/main">
              <a:ext uri="{FF2B5EF4-FFF2-40B4-BE49-F238E27FC236}">
                <a16:creationId xmlns:a16="http://schemas.microsoft.com/office/drawing/2014/main" id="{9A9771C3-8DFC-4509-A41C-2A520EA4AEA8}"/>
              </a:ext>
            </a:extLst>
          </p:cNvPr>
          <p:cNvSpPr>
            <a:spLocks xmlns:a="http://schemas.openxmlformats.org/drawingml/2006/main" noGrp="1"/>
          </p:cNvSpPr>
          <p:nvPr/>
        </p:nvSpPr>
        <p:spPr>
          <a:xfrm xmlns:a="http://schemas.openxmlformats.org/drawingml/2006/main">
            <a:off x="17526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7" name="g682">
            <a:extLst xmlns:a="http://schemas.openxmlformats.org/drawingml/2006/main">
              <a:ext uri="{FF2B5EF4-FFF2-40B4-BE49-F238E27FC236}">
                <a16:creationId xmlns:a16="http://schemas.microsoft.com/office/drawing/2014/main" id="{2793454C-8087-4063-8F8E-8A28ACB5DF90}"/>
              </a:ext>
            </a:extLst>
          </p:cNvPr>
          <p:cNvSpPr>
            <a:spLocks xmlns:a="http://schemas.openxmlformats.org/drawingml/2006/main" noGrp="1"/>
          </p:cNvSpPr>
          <p:nvPr/>
        </p:nvSpPr>
        <p:spPr>
          <a:xfrm xmlns:a="http://schemas.openxmlformats.org/drawingml/2006/main">
            <a:off x="18383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8" name="g683">
            <a:extLst xmlns:a="http://schemas.openxmlformats.org/drawingml/2006/main">
              <a:ext uri="{FF2B5EF4-FFF2-40B4-BE49-F238E27FC236}">
                <a16:creationId xmlns:a16="http://schemas.microsoft.com/office/drawing/2014/main" id="{FB57B869-D56C-4557-A746-A9A6F72C0953}"/>
              </a:ext>
            </a:extLst>
          </p:cNvPr>
          <p:cNvSpPr>
            <a:spLocks xmlns:a="http://schemas.openxmlformats.org/drawingml/2006/main" noGrp="1"/>
          </p:cNvSpPr>
          <p:nvPr/>
        </p:nvSpPr>
        <p:spPr>
          <a:xfrm xmlns:a="http://schemas.openxmlformats.org/drawingml/2006/main">
            <a:off x="19240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299" name="g684">
            <a:extLst xmlns:a="http://schemas.openxmlformats.org/drawingml/2006/main">
              <a:ext uri="{FF2B5EF4-FFF2-40B4-BE49-F238E27FC236}">
                <a16:creationId xmlns:a16="http://schemas.microsoft.com/office/drawing/2014/main" id="{4D1EFFA7-C679-4E3C-A251-AB9C1F5E103C}"/>
              </a:ext>
            </a:extLst>
          </p:cNvPr>
          <p:cNvSpPr>
            <a:spLocks xmlns:a="http://schemas.openxmlformats.org/drawingml/2006/main" noGrp="1"/>
          </p:cNvSpPr>
          <p:nvPr/>
        </p:nvSpPr>
        <p:spPr>
          <a:xfrm xmlns:a="http://schemas.openxmlformats.org/drawingml/2006/main">
            <a:off x="20097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0" name="g685">
            <a:extLst xmlns:a="http://schemas.openxmlformats.org/drawingml/2006/main">
              <a:ext uri="{FF2B5EF4-FFF2-40B4-BE49-F238E27FC236}">
                <a16:creationId xmlns:a16="http://schemas.microsoft.com/office/drawing/2014/main" id="{8A0755DC-7E07-46B3-BEEE-5804A2735911}"/>
              </a:ext>
            </a:extLst>
          </p:cNvPr>
          <p:cNvSpPr>
            <a:spLocks xmlns:a="http://schemas.openxmlformats.org/drawingml/2006/main" noGrp="1"/>
          </p:cNvSpPr>
          <p:nvPr/>
        </p:nvSpPr>
        <p:spPr>
          <a:xfrm xmlns:a="http://schemas.openxmlformats.org/drawingml/2006/main">
            <a:off x="20955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1" name="g686">
            <a:extLst xmlns:a="http://schemas.openxmlformats.org/drawingml/2006/main">
              <a:ext uri="{FF2B5EF4-FFF2-40B4-BE49-F238E27FC236}">
                <a16:creationId xmlns:a16="http://schemas.microsoft.com/office/drawing/2014/main" id="{34755BEE-4617-44D2-98ED-88706D07E400}"/>
              </a:ext>
            </a:extLst>
          </p:cNvPr>
          <p:cNvSpPr>
            <a:spLocks xmlns:a="http://schemas.openxmlformats.org/drawingml/2006/main" noGrp="1"/>
          </p:cNvSpPr>
          <p:nvPr/>
        </p:nvSpPr>
        <p:spPr>
          <a:xfrm xmlns:a="http://schemas.openxmlformats.org/drawingml/2006/main">
            <a:off x="21812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2" name="g687">
            <a:extLst xmlns:a="http://schemas.openxmlformats.org/drawingml/2006/main">
              <a:ext uri="{FF2B5EF4-FFF2-40B4-BE49-F238E27FC236}">
                <a16:creationId xmlns:a16="http://schemas.microsoft.com/office/drawing/2014/main" id="{97C67CD0-C451-4EC9-AFA4-D2E990878D73}"/>
              </a:ext>
            </a:extLst>
          </p:cNvPr>
          <p:cNvSpPr>
            <a:spLocks xmlns:a="http://schemas.openxmlformats.org/drawingml/2006/main" noGrp="1"/>
          </p:cNvSpPr>
          <p:nvPr/>
        </p:nvSpPr>
        <p:spPr>
          <a:xfrm xmlns:a="http://schemas.openxmlformats.org/drawingml/2006/main">
            <a:off x="22669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3" name="g688">
            <a:extLst xmlns:a="http://schemas.openxmlformats.org/drawingml/2006/main">
              <a:ext uri="{FF2B5EF4-FFF2-40B4-BE49-F238E27FC236}">
                <a16:creationId xmlns:a16="http://schemas.microsoft.com/office/drawing/2014/main" id="{9C531890-F3BF-4CDB-9520-2EC4004CCAEA}"/>
              </a:ext>
            </a:extLst>
          </p:cNvPr>
          <p:cNvSpPr>
            <a:spLocks xmlns:a="http://schemas.openxmlformats.org/drawingml/2006/main" noGrp="1"/>
          </p:cNvSpPr>
          <p:nvPr/>
        </p:nvSpPr>
        <p:spPr>
          <a:xfrm xmlns:a="http://schemas.openxmlformats.org/drawingml/2006/main">
            <a:off x="23526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4" name="g689">
            <a:extLst xmlns:a="http://schemas.openxmlformats.org/drawingml/2006/main">
              <a:ext uri="{FF2B5EF4-FFF2-40B4-BE49-F238E27FC236}">
                <a16:creationId xmlns:a16="http://schemas.microsoft.com/office/drawing/2014/main" id="{3D145907-E044-4B0B-9423-A7AF14EDE436}"/>
              </a:ext>
            </a:extLst>
          </p:cNvPr>
          <p:cNvSpPr>
            <a:spLocks xmlns:a="http://schemas.openxmlformats.org/drawingml/2006/main" noGrp="1"/>
          </p:cNvSpPr>
          <p:nvPr/>
        </p:nvSpPr>
        <p:spPr>
          <a:xfrm xmlns:a="http://schemas.openxmlformats.org/drawingml/2006/main">
            <a:off x="24384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5" name="g690">
            <a:extLst xmlns:a="http://schemas.openxmlformats.org/drawingml/2006/main">
              <a:ext uri="{FF2B5EF4-FFF2-40B4-BE49-F238E27FC236}">
                <a16:creationId xmlns:a16="http://schemas.microsoft.com/office/drawing/2014/main" id="{D67D1CF3-A90E-4DF0-A7D4-54043436A375}"/>
              </a:ext>
            </a:extLst>
          </p:cNvPr>
          <p:cNvSpPr>
            <a:spLocks xmlns:a="http://schemas.openxmlformats.org/drawingml/2006/main" noGrp="1"/>
          </p:cNvSpPr>
          <p:nvPr/>
        </p:nvSpPr>
        <p:spPr>
          <a:xfrm xmlns:a="http://schemas.openxmlformats.org/drawingml/2006/main">
            <a:off x="25241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6" name="g691">
            <a:extLst xmlns:a="http://schemas.openxmlformats.org/drawingml/2006/main">
              <a:ext uri="{FF2B5EF4-FFF2-40B4-BE49-F238E27FC236}">
                <a16:creationId xmlns:a16="http://schemas.microsoft.com/office/drawing/2014/main" id="{9FA36A88-3A9F-4965-BF52-035B2674368A}"/>
              </a:ext>
            </a:extLst>
          </p:cNvPr>
          <p:cNvSpPr>
            <a:spLocks xmlns:a="http://schemas.openxmlformats.org/drawingml/2006/main" noGrp="1"/>
          </p:cNvSpPr>
          <p:nvPr/>
        </p:nvSpPr>
        <p:spPr>
          <a:xfrm xmlns:a="http://schemas.openxmlformats.org/drawingml/2006/main">
            <a:off x="26098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7" name="g692">
            <a:extLst xmlns:a="http://schemas.openxmlformats.org/drawingml/2006/main">
              <a:ext uri="{FF2B5EF4-FFF2-40B4-BE49-F238E27FC236}">
                <a16:creationId xmlns:a16="http://schemas.microsoft.com/office/drawing/2014/main" id="{8C83F3F2-07BD-4B04-85F1-91C44E280E81}"/>
              </a:ext>
            </a:extLst>
          </p:cNvPr>
          <p:cNvSpPr>
            <a:spLocks xmlns:a="http://schemas.openxmlformats.org/drawingml/2006/main" noGrp="1"/>
          </p:cNvSpPr>
          <p:nvPr/>
        </p:nvSpPr>
        <p:spPr>
          <a:xfrm xmlns:a="http://schemas.openxmlformats.org/drawingml/2006/main">
            <a:off x="26955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8" name="g693">
            <a:extLst xmlns:a="http://schemas.openxmlformats.org/drawingml/2006/main">
              <a:ext uri="{FF2B5EF4-FFF2-40B4-BE49-F238E27FC236}">
                <a16:creationId xmlns:a16="http://schemas.microsoft.com/office/drawing/2014/main" id="{1F314C44-B93B-4699-A206-20D207301E86}"/>
              </a:ext>
            </a:extLst>
          </p:cNvPr>
          <p:cNvSpPr>
            <a:spLocks xmlns:a="http://schemas.openxmlformats.org/drawingml/2006/main" noGrp="1"/>
          </p:cNvSpPr>
          <p:nvPr/>
        </p:nvSpPr>
        <p:spPr>
          <a:xfrm xmlns:a="http://schemas.openxmlformats.org/drawingml/2006/main">
            <a:off x="27813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09" name="g694">
            <a:extLst xmlns:a="http://schemas.openxmlformats.org/drawingml/2006/main">
              <a:ext uri="{FF2B5EF4-FFF2-40B4-BE49-F238E27FC236}">
                <a16:creationId xmlns:a16="http://schemas.microsoft.com/office/drawing/2014/main" id="{5677AAC3-79B1-44FB-9C9E-B6A69A78F2F1}"/>
              </a:ext>
            </a:extLst>
          </p:cNvPr>
          <p:cNvSpPr>
            <a:spLocks xmlns:a="http://schemas.openxmlformats.org/drawingml/2006/main" noGrp="1"/>
          </p:cNvSpPr>
          <p:nvPr/>
        </p:nvSpPr>
        <p:spPr>
          <a:xfrm xmlns:a="http://schemas.openxmlformats.org/drawingml/2006/main">
            <a:off x="28670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0" name="g695">
            <a:extLst xmlns:a="http://schemas.openxmlformats.org/drawingml/2006/main">
              <a:ext uri="{FF2B5EF4-FFF2-40B4-BE49-F238E27FC236}">
                <a16:creationId xmlns:a16="http://schemas.microsoft.com/office/drawing/2014/main" id="{6144A1AF-044E-4F67-BEDC-CE207974B462}"/>
              </a:ext>
            </a:extLst>
          </p:cNvPr>
          <p:cNvSpPr>
            <a:spLocks xmlns:a="http://schemas.openxmlformats.org/drawingml/2006/main" noGrp="1"/>
          </p:cNvSpPr>
          <p:nvPr/>
        </p:nvSpPr>
        <p:spPr>
          <a:xfrm xmlns:a="http://schemas.openxmlformats.org/drawingml/2006/main">
            <a:off x="29527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1" name="g696">
            <a:extLst xmlns:a="http://schemas.openxmlformats.org/drawingml/2006/main">
              <a:ext uri="{FF2B5EF4-FFF2-40B4-BE49-F238E27FC236}">
                <a16:creationId xmlns:a16="http://schemas.microsoft.com/office/drawing/2014/main" id="{2DF6E1A1-4E46-442C-9C1D-8BFE6FC99760}"/>
              </a:ext>
            </a:extLst>
          </p:cNvPr>
          <p:cNvSpPr>
            <a:spLocks xmlns:a="http://schemas.openxmlformats.org/drawingml/2006/main" noGrp="1"/>
          </p:cNvSpPr>
          <p:nvPr/>
        </p:nvSpPr>
        <p:spPr>
          <a:xfrm xmlns:a="http://schemas.openxmlformats.org/drawingml/2006/main">
            <a:off x="30384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2" name="g697">
            <a:extLst xmlns:a="http://schemas.openxmlformats.org/drawingml/2006/main">
              <a:ext uri="{FF2B5EF4-FFF2-40B4-BE49-F238E27FC236}">
                <a16:creationId xmlns:a16="http://schemas.microsoft.com/office/drawing/2014/main" id="{D6AC8DEB-3A0A-4B5A-91D6-1FEA06E93411}"/>
              </a:ext>
            </a:extLst>
          </p:cNvPr>
          <p:cNvSpPr>
            <a:spLocks xmlns:a="http://schemas.openxmlformats.org/drawingml/2006/main" noGrp="1"/>
          </p:cNvSpPr>
          <p:nvPr/>
        </p:nvSpPr>
        <p:spPr>
          <a:xfrm xmlns:a="http://schemas.openxmlformats.org/drawingml/2006/main">
            <a:off x="31242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3" name="g698">
            <a:extLst xmlns:a="http://schemas.openxmlformats.org/drawingml/2006/main">
              <a:ext uri="{FF2B5EF4-FFF2-40B4-BE49-F238E27FC236}">
                <a16:creationId xmlns:a16="http://schemas.microsoft.com/office/drawing/2014/main" id="{4253ED79-5596-4BDD-8A6C-09B69D484265}"/>
              </a:ext>
            </a:extLst>
          </p:cNvPr>
          <p:cNvSpPr>
            <a:spLocks xmlns:a="http://schemas.openxmlformats.org/drawingml/2006/main" noGrp="1"/>
          </p:cNvSpPr>
          <p:nvPr/>
        </p:nvSpPr>
        <p:spPr>
          <a:xfrm xmlns:a="http://schemas.openxmlformats.org/drawingml/2006/main">
            <a:off x="32099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4" name="g699">
            <a:extLst xmlns:a="http://schemas.openxmlformats.org/drawingml/2006/main">
              <a:ext uri="{FF2B5EF4-FFF2-40B4-BE49-F238E27FC236}">
                <a16:creationId xmlns:a16="http://schemas.microsoft.com/office/drawing/2014/main" id="{8085E002-3FE5-42EE-803C-05DD29C36019}"/>
              </a:ext>
            </a:extLst>
          </p:cNvPr>
          <p:cNvSpPr>
            <a:spLocks xmlns:a="http://schemas.openxmlformats.org/drawingml/2006/main" noGrp="1"/>
          </p:cNvSpPr>
          <p:nvPr/>
        </p:nvSpPr>
        <p:spPr>
          <a:xfrm xmlns:a="http://schemas.openxmlformats.org/drawingml/2006/main">
            <a:off x="32956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5" name="g700">
            <a:extLst xmlns:a="http://schemas.openxmlformats.org/drawingml/2006/main">
              <a:ext uri="{FF2B5EF4-FFF2-40B4-BE49-F238E27FC236}">
                <a16:creationId xmlns:a16="http://schemas.microsoft.com/office/drawing/2014/main" id="{C108C2EE-9961-4521-85D2-084475EA64E0}"/>
              </a:ext>
            </a:extLst>
          </p:cNvPr>
          <p:cNvSpPr>
            <a:spLocks xmlns:a="http://schemas.openxmlformats.org/drawingml/2006/main" noGrp="1"/>
          </p:cNvSpPr>
          <p:nvPr/>
        </p:nvSpPr>
        <p:spPr>
          <a:xfrm xmlns:a="http://schemas.openxmlformats.org/drawingml/2006/main">
            <a:off x="33813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6" name="g701">
            <a:extLst xmlns:a="http://schemas.openxmlformats.org/drawingml/2006/main">
              <a:ext uri="{FF2B5EF4-FFF2-40B4-BE49-F238E27FC236}">
                <a16:creationId xmlns:a16="http://schemas.microsoft.com/office/drawing/2014/main" id="{ED00744D-827B-49C6-8CE6-B151DD64C54F}"/>
              </a:ext>
            </a:extLst>
          </p:cNvPr>
          <p:cNvSpPr>
            <a:spLocks xmlns:a="http://schemas.openxmlformats.org/drawingml/2006/main" noGrp="1"/>
          </p:cNvSpPr>
          <p:nvPr/>
        </p:nvSpPr>
        <p:spPr>
          <a:xfrm xmlns:a="http://schemas.openxmlformats.org/drawingml/2006/main">
            <a:off x="34671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7" name="g702">
            <a:extLst xmlns:a="http://schemas.openxmlformats.org/drawingml/2006/main">
              <a:ext uri="{FF2B5EF4-FFF2-40B4-BE49-F238E27FC236}">
                <a16:creationId xmlns:a16="http://schemas.microsoft.com/office/drawing/2014/main" id="{C908DD5B-31E2-45A6-8415-9F183A9B3310}"/>
              </a:ext>
            </a:extLst>
          </p:cNvPr>
          <p:cNvSpPr>
            <a:spLocks xmlns:a="http://schemas.openxmlformats.org/drawingml/2006/main" noGrp="1"/>
          </p:cNvSpPr>
          <p:nvPr/>
        </p:nvSpPr>
        <p:spPr>
          <a:xfrm xmlns:a="http://schemas.openxmlformats.org/drawingml/2006/main">
            <a:off x="35528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8" name="g703">
            <a:extLst xmlns:a="http://schemas.openxmlformats.org/drawingml/2006/main">
              <a:ext uri="{FF2B5EF4-FFF2-40B4-BE49-F238E27FC236}">
                <a16:creationId xmlns:a16="http://schemas.microsoft.com/office/drawing/2014/main" id="{B3E2E6C1-418B-4EF8-827F-0E7A1E20A688}"/>
              </a:ext>
            </a:extLst>
          </p:cNvPr>
          <p:cNvSpPr>
            <a:spLocks xmlns:a="http://schemas.openxmlformats.org/drawingml/2006/main" noGrp="1"/>
          </p:cNvSpPr>
          <p:nvPr/>
        </p:nvSpPr>
        <p:spPr>
          <a:xfrm xmlns:a="http://schemas.openxmlformats.org/drawingml/2006/main">
            <a:off x="36385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19" name="g704">
            <a:extLst xmlns:a="http://schemas.openxmlformats.org/drawingml/2006/main">
              <a:ext uri="{FF2B5EF4-FFF2-40B4-BE49-F238E27FC236}">
                <a16:creationId xmlns:a16="http://schemas.microsoft.com/office/drawing/2014/main" id="{B1F0A323-A97E-468C-B94D-CB4234638F27}"/>
              </a:ext>
            </a:extLst>
          </p:cNvPr>
          <p:cNvSpPr>
            <a:spLocks xmlns:a="http://schemas.openxmlformats.org/drawingml/2006/main" noGrp="1"/>
          </p:cNvSpPr>
          <p:nvPr/>
        </p:nvSpPr>
        <p:spPr>
          <a:xfrm xmlns:a="http://schemas.openxmlformats.org/drawingml/2006/main">
            <a:off x="37242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0" name="g705">
            <a:extLst xmlns:a="http://schemas.openxmlformats.org/drawingml/2006/main">
              <a:ext uri="{FF2B5EF4-FFF2-40B4-BE49-F238E27FC236}">
                <a16:creationId xmlns:a16="http://schemas.microsoft.com/office/drawing/2014/main" id="{6408EE94-4B3B-4AB4-8E2C-6DFB2A43523B}"/>
              </a:ext>
            </a:extLst>
          </p:cNvPr>
          <p:cNvSpPr>
            <a:spLocks xmlns:a="http://schemas.openxmlformats.org/drawingml/2006/main" noGrp="1"/>
          </p:cNvSpPr>
          <p:nvPr/>
        </p:nvSpPr>
        <p:spPr>
          <a:xfrm xmlns:a="http://schemas.openxmlformats.org/drawingml/2006/main">
            <a:off x="38100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1" name="g706">
            <a:extLst xmlns:a="http://schemas.openxmlformats.org/drawingml/2006/main">
              <a:ext uri="{FF2B5EF4-FFF2-40B4-BE49-F238E27FC236}">
                <a16:creationId xmlns:a16="http://schemas.microsoft.com/office/drawing/2014/main" id="{E3365B18-B84E-4C30-815B-762783A45C68}"/>
              </a:ext>
            </a:extLst>
          </p:cNvPr>
          <p:cNvSpPr>
            <a:spLocks xmlns:a="http://schemas.openxmlformats.org/drawingml/2006/main" noGrp="1"/>
          </p:cNvSpPr>
          <p:nvPr/>
        </p:nvSpPr>
        <p:spPr>
          <a:xfrm xmlns:a="http://schemas.openxmlformats.org/drawingml/2006/main">
            <a:off x="38957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2" name="g707">
            <a:extLst xmlns:a="http://schemas.openxmlformats.org/drawingml/2006/main">
              <a:ext uri="{FF2B5EF4-FFF2-40B4-BE49-F238E27FC236}">
                <a16:creationId xmlns:a16="http://schemas.microsoft.com/office/drawing/2014/main" id="{02689FB1-1219-45F2-9D93-EDDD326FF4C5}"/>
              </a:ext>
            </a:extLst>
          </p:cNvPr>
          <p:cNvSpPr>
            <a:spLocks xmlns:a="http://schemas.openxmlformats.org/drawingml/2006/main" noGrp="1"/>
          </p:cNvSpPr>
          <p:nvPr/>
        </p:nvSpPr>
        <p:spPr>
          <a:xfrm xmlns:a="http://schemas.openxmlformats.org/drawingml/2006/main">
            <a:off x="39814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3" name="g708">
            <a:extLst xmlns:a="http://schemas.openxmlformats.org/drawingml/2006/main">
              <a:ext uri="{FF2B5EF4-FFF2-40B4-BE49-F238E27FC236}">
                <a16:creationId xmlns:a16="http://schemas.microsoft.com/office/drawing/2014/main" id="{A2FB2F26-4351-483B-BCC4-7581D7C8DFB5}"/>
              </a:ext>
            </a:extLst>
          </p:cNvPr>
          <p:cNvSpPr>
            <a:spLocks xmlns:a="http://schemas.openxmlformats.org/drawingml/2006/main" noGrp="1"/>
          </p:cNvSpPr>
          <p:nvPr/>
        </p:nvSpPr>
        <p:spPr>
          <a:xfrm xmlns:a="http://schemas.openxmlformats.org/drawingml/2006/main">
            <a:off x="40671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4" name="g709">
            <a:extLst xmlns:a="http://schemas.openxmlformats.org/drawingml/2006/main">
              <a:ext uri="{FF2B5EF4-FFF2-40B4-BE49-F238E27FC236}">
                <a16:creationId xmlns:a16="http://schemas.microsoft.com/office/drawing/2014/main" id="{8AA1C55E-919A-4895-B9BC-D6530EEF2D7B}"/>
              </a:ext>
            </a:extLst>
          </p:cNvPr>
          <p:cNvSpPr>
            <a:spLocks xmlns:a="http://schemas.openxmlformats.org/drawingml/2006/main" noGrp="1"/>
          </p:cNvSpPr>
          <p:nvPr/>
        </p:nvSpPr>
        <p:spPr>
          <a:xfrm xmlns:a="http://schemas.openxmlformats.org/drawingml/2006/main">
            <a:off x="41529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5" name="g710">
            <a:extLst xmlns:a="http://schemas.openxmlformats.org/drawingml/2006/main">
              <a:ext uri="{FF2B5EF4-FFF2-40B4-BE49-F238E27FC236}">
                <a16:creationId xmlns:a16="http://schemas.microsoft.com/office/drawing/2014/main" id="{1C5719CC-2E2A-4BA3-9FF6-D150FD1BEF1A}"/>
              </a:ext>
            </a:extLst>
          </p:cNvPr>
          <p:cNvSpPr>
            <a:spLocks xmlns:a="http://schemas.openxmlformats.org/drawingml/2006/main" noGrp="1"/>
          </p:cNvSpPr>
          <p:nvPr/>
        </p:nvSpPr>
        <p:spPr>
          <a:xfrm xmlns:a="http://schemas.openxmlformats.org/drawingml/2006/main">
            <a:off x="42386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6" name="g711">
            <a:extLst xmlns:a="http://schemas.openxmlformats.org/drawingml/2006/main">
              <a:ext uri="{FF2B5EF4-FFF2-40B4-BE49-F238E27FC236}">
                <a16:creationId xmlns:a16="http://schemas.microsoft.com/office/drawing/2014/main" id="{7225BD1E-611A-4873-AC2B-5978CC2DB3A7}"/>
              </a:ext>
            </a:extLst>
          </p:cNvPr>
          <p:cNvSpPr>
            <a:spLocks xmlns:a="http://schemas.openxmlformats.org/drawingml/2006/main" noGrp="1"/>
          </p:cNvSpPr>
          <p:nvPr/>
        </p:nvSpPr>
        <p:spPr>
          <a:xfrm xmlns:a="http://schemas.openxmlformats.org/drawingml/2006/main">
            <a:off x="43243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7" name="g712">
            <a:extLst xmlns:a="http://schemas.openxmlformats.org/drawingml/2006/main">
              <a:ext uri="{FF2B5EF4-FFF2-40B4-BE49-F238E27FC236}">
                <a16:creationId xmlns:a16="http://schemas.microsoft.com/office/drawing/2014/main" id="{5A539EA6-B2DF-4C32-AA25-9E2400A10B1B}"/>
              </a:ext>
            </a:extLst>
          </p:cNvPr>
          <p:cNvSpPr>
            <a:spLocks xmlns:a="http://schemas.openxmlformats.org/drawingml/2006/main" noGrp="1"/>
          </p:cNvSpPr>
          <p:nvPr/>
        </p:nvSpPr>
        <p:spPr>
          <a:xfrm xmlns:a="http://schemas.openxmlformats.org/drawingml/2006/main">
            <a:off x="44100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8" name="g713">
            <a:extLst xmlns:a="http://schemas.openxmlformats.org/drawingml/2006/main">
              <a:ext uri="{FF2B5EF4-FFF2-40B4-BE49-F238E27FC236}">
                <a16:creationId xmlns:a16="http://schemas.microsoft.com/office/drawing/2014/main" id="{E580922E-5887-46C6-8A9C-D29CF359A647}"/>
              </a:ext>
            </a:extLst>
          </p:cNvPr>
          <p:cNvSpPr>
            <a:spLocks xmlns:a="http://schemas.openxmlformats.org/drawingml/2006/main" noGrp="1"/>
          </p:cNvSpPr>
          <p:nvPr/>
        </p:nvSpPr>
        <p:spPr>
          <a:xfrm xmlns:a="http://schemas.openxmlformats.org/drawingml/2006/main">
            <a:off x="44958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29" name="g714">
            <a:extLst xmlns:a="http://schemas.openxmlformats.org/drawingml/2006/main">
              <a:ext uri="{FF2B5EF4-FFF2-40B4-BE49-F238E27FC236}">
                <a16:creationId xmlns:a16="http://schemas.microsoft.com/office/drawing/2014/main" id="{C49D0403-6543-4634-93A7-AF4DE6613E37}"/>
              </a:ext>
            </a:extLst>
          </p:cNvPr>
          <p:cNvSpPr>
            <a:spLocks xmlns:a="http://schemas.openxmlformats.org/drawingml/2006/main" noGrp="1"/>
          </p:cNvSpPr>
          <p:nvPr/>
        </p:nvSpPr>
        <p:spPr>
          <a:xfrm xmlns:a="http://schemas.openxmlformats.org/drawingml/2006/main">
            <a:off x="45815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0" name="g715">
            <a:extLst xmlns:a="http://schemas.openxmlformats.org/drawingml/2006/main">
              <a:ext uri="{FF2B5EF4-FFF2-40B4-BE49-F238E27FC236}">
                <a16:creationId xmlns:a16="http://schemas.microsoft.com/office/drawing/2014/main" id="{7E04BC2C-57F7-4F18-9500-ACC49E0C8D36}"/>
              </a:ext>
            </a:extLst>
          </p:cNvPr>
          <p:cNvSpPr>
            <a:spLocks xmlns:a="http://schemas.openxmlformats.org/drawingml/2006/main" noGrp="1"/>
          </p:cNvSpPr>
          <p:nvPr/>
        </p:nvSpPr>
        <p:spPr>
          <a:xfrm xmlns:a="http://schemas.openxmlformats.org/drawingml/2006/main">
            <a:off x="46672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1" name="g716">
            <a:extLst xmlns:a="http://schemas.openxmlformats.org/drawingml/2006/main">
              <a:ext uri="{FF2B5EF4-FFF2-40B4-BE49-F238E27FC236}">
                <a16:creationId xmlns:a16="http://schemas.microsoft.com/office/drawing/2014/main" id="{3D40BB85-E5C4-4861-AEF3-586D0B54A391}"/>
              </a:ext>
            </a:extLst>
          </p:cNvPr>
          <p:cNvSpPr>
            <a:spLocks xmlns:a="http://schemas.openxmlformats.org/drawingml/2006/main" noGrp="1"/>
          </p:cNvSpPr>
          <p:nvPr/>
        </p:nvSpPr>
        <p:spPr>
          <a:xfrm xmlns:a="http://schemas.openxmlformats.org/drawingml/2006/main">
            <a:off x="47529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2" name="g717">
            <a:extLst xmlns:a="http://schemas.openxmlformats.org/drawingml/2006/main">
              <a:ext uri="{FF2B5EF4-FFF2-40B4-BE49-F238E27FC236}">
                <a16:creationId xmlns:a16="http://schemas.microsoft.com/office/drawing/2014/main" id="{92760810-D3A9-4EBE-9046-20BD8C4ADEBE}"/>
              </a:ext>
            </a:extLst>
          </p:cNvPr>
          <p:cNvSpPr>
            <a:spLocks xmlns:a="http://schemas.openxmlformats.org/drawingml/2006/main" noGrp="1"/>
          </p:cNvSpPr>
          <p:nvPr/>
        </p:nvSpPr>
        <p:spPr>
          <a:xfrm xmlns:a="http://schemas.openxmlformats.org/drawingml/2006/main">
            <a:off x="48387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3" name="g718">
            <a:extLst xmlns:a="http://schemas.openxmlformats.org/drawingml/2006/main">
              <a:ext uri="{FF2B5EF4-FFF2-40B4-BE49-F238E27FC236}">
                <a16:creationId xmlns:a16="http://schemas.microsoft.com/office/drawing/2014/main" id="{B629B15A-B913-4C15-A469-17ADD33F55E3}"/>
              </a:ext>
            </a:extLst>
          </p:cNvPr>
          <p:cNvSpPr>
            <a:spLocks xmlns:a="http://schemas.openxmlformats.org/drawingml/2006/main" noGrp="1"/>
          </p:cNvSpPr>
          <p:nvPr/>
        </p:nvSpPr>
        <p:spPr>
          <a:xfrm xmlns:a="http://schemas.openxmlformats.org/drawingml/2006/main">
            <a:off x="49244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4" name="g719">
            <a:extLst xmlns:a="http://schemas.openxmlformats.org/drawingml/2006/main">
              <a:ext uri="{FF2B5EF4-FFF2-40B4-BE49-F238E27FC236}">
                <a16:creationId xmlns:a16="http://schemas.microsoft.com/office/drawing/2014/main" id="{0BD78B56-15E8-433D-83F9-D3C7677A1ED9}"/>
              </a:ext>
            </a:extLst>
          </p:cNvPr>
          <p:cNvSpPr>
            <a:spLocks xmlns:a="http://schemas.openxmlformats.org/drawingml/2006/main" noGrp="1"/>
          </p:cNvSpPr>
          <p:nvPr/>
        </p:nvSpPr>
        <p:spPr>
          <a:xfrm xmlns:a="http://schemas.openxmlformats.org/drawingml/2006/main">
            <a:off x="50101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5" name="g720">
            <a:extLst xmlns:a="http://schemas.openxmlformats.org/drawingml/2006/main">
              <a:ext uri="{FF2B5EF4-FFF2-40B4-BE49-F238E27FC236}">
                <a16:creationId xmlns:a16="http://schemas.microsoft.com/office/drawing/2014/main" id="{A068514E-E3DC-452B-A66B-6A7E158C8C6B}"/>
              </a:ext>
            </a:extLst>
          </p:cNvPr>
          <p:cNvSpPr>
            <a:spLocks xmlns:a="http://schemas.openxmlformats.org/drawingml/2006/main" noGrp="1"/>
          </p:cNvSpPr>
          <p:nvPr/>
        </p:nvSpPr>
        <p:spPr>
          <a:xfrm xmlns:a="http://schemas.openxmlformats.org/drawingml/2006/main">
            <a:off x="50958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6" name="g721">
            <a:extLst xmlns:a="http://schemas.openxmlformats.org/drawingml/2006/main">
              <a:ext uri="{FF2B5EF4-FFF2-40B4-BE49-F238E27FC236}">
                <a16:creationId xmlns:a16="http://schemas.microsoft.com/office/drawing/2014/main" id="{6B6FE48F-11EA-4F58-B94B-EE21075D3221}"/>
              </a:ext>
            </a:extLst>
          </p:cNvPr>
          <p:cNvSpPr>
            <a:spLocks xmlns:a="http://schemas.openxmlformats.org/drawingml/2006/main" noGrp="1"/>
          </p:cNvSpPr>
          <p:nvPr/>
        </p:nvSpPr>
        <p:spPr>
          <a:xfrm xmlns:a="http://schemas.openxmlformats.org/drawingml/2006/main">
            <a:off x="51816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7" name="g722">
            <a:extLst xmlns:a="http://schemas.openxmlformats.org/drawingml/2006/main">
              <a:ext uri="{FF2B5EF4-FFF2-40B4-BE49-F238E27FC236}">
                <a16:creationId xmlns:a16="http://schemas.microsoft.com/office/drawing/2014/main" id="{3CB4720E-CB06-4F20-85D1-EA3CB65024A2}"/>
              </a:ext>
            </a:extLst>
          </p:cNvPr>
          <p:cNvSpPr>
            <a:spLocks xmlns:a="http://schemas.openxmlformats.org/drawingml/2006/main" noGrp="1"/>
          </p:cNvSpPr>
          <p:nvPr/>
        </p:nvSpPr>
        <p:spPr>
          <a:xfrm xmlns:a="http://schemas.openxmlformats.org/drawingml/2006/main">
            <a:off x="52673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8" name="g723">
            <a:extLst xmlns:a="http://schemas.openxmlformats.org/drawingml/2006/main">
              <a:ext uri="{FF2B5EF4-FFF2-40B4-BE49-F238E27FC236}">
                <a16:creationId xmlns:a16="http://schemas.microsoft.com/office/drawing/2014/main" id="{1DB66A2D-02DE-4934-AFB1-6D9F44F9F7A2}"/>
              </a:ext>
            </a:extLst>
          </p:cNvPr>
          <p:cNvSpPr>
            <a:spLocks xmlns:a="http://schemas.openxmlformats.org/drawingml/2006/main" noGrp="1"/>
          </p:cNvSpPr>
          <p:nvPr/>
        </p:nvSpPr>
        <p:spPr>
          <a:xfrm xmlns:a="http://schemas.openxmlformats.org/drawingml/2006/main">
            <a:off x="53530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39" name="g724">
            <a:extLst xmlns:a="http://schemas.openxmlformats.org/drawingml/2006/main">
              <a:ext uri="{FF2B5EF4-FFF2-40B4-BE49-F238E27FC236}">
                <a16:creationId xmlns:a16="http://schemas.microsoft.com/office/drawing/2014/main" id="{B53FD888-DA4D-478C-85B1-087C5B77A31A}"/>
              </a:ext>
            </a:extLst>
          </p:cNvPr>
          <p:cNvSpPr>
            <a:spLocks xmlns:a="http://schemas.openxmlformats.org/drawingml/2006/main" noGrp="1"/>
          </p:cNvSpPr>
          <p:nvPr/>
        </p:nvSpPr>
        <p:spPr>
          <a:xfrm xmlns:a="http://schemas.openxmlformats.org/drawingml/2006/main">
            <a:off x="54387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0" name="g725">
            <a:extLst xmlns:a="http://schemas.openxmlformats.org/drawingml/2006/main">
              <a:ext uri="{FF2B5EF4-FFF2-40B4-BE49-F238E27FC236}">
                <a16:creationId xmlns:a16="http://schemas.microsoft.com/office/drawing/2014/main" id="{4682E101-3517-4132-8728-E68E7D75E614}"/>
              </a:ext>
            </a:extLst>
          </p:cNvPr>
          <p:cNvSpPr>
            <a:spLocks xmlns:a="http://schemas.openxmlformats.org/drawingml/2006/main" noGrp="1"/>
          </p:cNvSpPr>
          <p:nvPr/>
        </p:nvSpPr>
        <p:spPr>
          <a:xfrm xmlns:a="http://schemas.openxmlformats.org/drawingml/2006/main">
            <a:off x="55245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1" name="g726">
            <a:extLst xmlns:a="http://schemas.openxmlformats.org/drawingml/2006/main">
              <a:ext uri="{FF2B5EF4-FFF2-40B4-BE49-F238E27FC236}">
                <a16:creationId xmlns:a16="http://schemas.microsoft.com/office/drawing/2014/main" id="{C21A451F-D00E-457A-B2FC-236359EB62F8}"/>
              </a:ext>
            </a:extLst>
          </p:cNvPr>
          <p:cNvSpPr>
            <a:spLocks xmlns:a="http://schemas.openxmlformats.org/drawingml/2006/main" noGrp="1"/>
          </p:cNvSpPr>
          <p:nvPr/>
        </p:nvSpPr>
        <p:spPr>
          <a:xfrm xmlns:a="http://schemas.openxmlformats.org/drawingml/2006/main">
            <a:off x="56102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2" name="g727">
            <a:extLst xmlns:a="http://schemas.openxmlformats.org/drawingml/2006/main">
              <a:ext uri="{FF2B5EF4-FFF2-40B4-BE49-F238E27FC236}">
                <a16:creationId xmlns:a16="http://schemas.microsoft.com/office/drawing/2014/main" id="{057B84AB-471F-4C42-88F0-6500B03A950D}"/>
              </a:ext>
            </a:extLst>
          </p:cNvPr>
          <p:cNvSpPr>
            <a:spLocks xmlns:a="http://schemas.openxmlformats.org/drawingml/2006/main" noGrp="1"/>
          </p:cNvSpPr>
          <p:nvPr/>
        </p:nvSpPr>
        <p:spPr>
          <a:xfrm xmlns:a="http://schemas.openxmlformats.org/drawingml/2006/main">
            <a:off x="56959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3" name="g728">
            <a:extLst xmlns:a="http://schemas.openxmlformats.org/drawingml/2006/main">
              <a:ext uri="{FF2B5EF4-FFF2-40B4-BE49-F238E27FC236}">
                <a16:creationId xmlns:a16="http://schemas.microsoft.com/office/drawing/2014/main" id="{266A4683-CBFA-46A2-B0A9-5027B3D49762}"/>
              </a:ext>
            </a:extLst>
          </p:cNvPr>
          <p:cNvSpPr>
            <a:spLocks xmlns:a="http://schemas.openxmlformats.org/drawingml/2006/main" noGrp="1"/>
          </p:cNvSpPr>
          <p:nvPr/>
        </p:nvSpPr>
        <p:spPr>
          <a:xfrm xmlns:a="http://schemas.openxmlformats.org/drawingml/2006/main">
            <a:off x="57816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4" name="g729">
            <a:extLst xmlns:a="http://schemas.openxmlformats.org/drawingml/2006/main">
              <a:ext uri="{FF2B5EF4-FFF2-40B4-BE49-F238E27FC236}">
                <a16:creationId xmlns:a16="http://schemas.microsoft.com/office/drawing/2014/main" id="{8CF83393-3D98-461A-8928-311127DF9483}"/>
              </a:ext>
            </a:extLst>
          </p:cNvPr>
          <p:cNvSpPr>
            <a:spLocks xmlns:a="http://schemas.openxmlformats.org/drawingml/2006/main" noGrp="1"/>
          </p:cNvSpPr>
          <p:nvPr/>
        </p:nvSpPr>
        <p:spPr>
          <a:xfrm xmlns:a="http://schemas.openxmlformats.org/drawingml/2006/main">
            <a:off x="58674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5" name="g730">
            <a:extLst xmlns:a="http://schemas.openxmlformats.org/drawingml/2006/main">
              <a:ext uri="{FF2B5EF4-FFF2-40B4-BE49-F238E27FC236}">
                <a16:creationId xmlns:a16="http://schemas.microsoft.com/office/drawing/2014/main" id="{A33C1B9B-3554-4A6C-9365-08E3112A78A0}"/>
              </a:ext>
            </a:extLst>
          </p:cNvPr>
          <p:cNvSpPr>
            <a:spLocks xmlns:a="http://schemas.openxmlformats.org/drawingml/2006/main" noGrp="1"/>
          </p:cNvSpPr>
          <p:nvPr/>
        </p:nvSpPr>
        <p:spPr>
          <a:xfrm xmlns:a="http://schemas.openxmlformats.org/drawingml/2006/main">
            <a:off x="59531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6" name="g731">
            <a:extLst xmlns:a="http://schemas.openxmlformats.org/drawingml/2006/main">
              <a:ext uri="{FF2B5EF4-FFF2-40B4-BE49-F238E27FC236}">
                <a16:creationId xmlns:a16="http://schemas.microsoft.com/office/drawing/2014/main" id="{C5B9765F-77FD-4055-B288-39C2C2FC9A23}"/>
              </a:ext>
            </a:extLst>
          </p:cNvPr>
          <p:cNvSpPr>
            <a:spLocks xmlns:a="http://schemas.openxmlformats.org/drawingml/2006/main" noGrp="1"/>
          </p:cNvSpPr>
          <p:nvPr/>
        </p:nvSpPr>
        <p:spPr>
          <a:xfrm xmlns:a="http://schemas.openxmlformats.org/drawingml/2006/main">
            <a:off x="60388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7" name="g732">
            <a:extLst xmlns:a="http://schemas.openxmlformats.org/drawingml/2006/main">
              <a:ext uri="{FF2B5EF4-FFF2-40B4-BE49-F238E27FC236}">
                <a16:creationId xmlns:a16="http://schemas.microsoft.com/office/drawing/2014/main" id="{24D699F3-0222-4443-8378-44D0074CA048}"/>
              </a:ext>
            </a:extLst>
          </p:cNvPr>
          <p:cNvSpPr>
            <a:spLocks xmlns:a="http://schemas.openxmlformats.org/drawingml/2006/main" noGrp="1"/>
          </p:cNvSpPr>
          <p:nvPr/>
        </p:nvSpPr>
        <p:spPr>
          <a:xfrm xmlns:a="http://schemas.openxmlformats.org/drawingml/2006/main">
            <a:off x="61245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8" name="g733">
            <a:extLst xmlns:a="http://schemas.openxmlformats.org/drawingml/2006/main">
              <a:ext uri="{FF2B5EF4-FFF2-40B4-BE49-F238E27FC236}">
                <a16:creationId xmlns:a16="http://schemas.microsoft.com/office/drawing/2014/main" id="{3A18A2A2-B650-4E3F-9E08-5C357F3D22BB}"/>
              </a:ext>
            </a:extLst>
          </p:cNvPr>
          <p:cNvSpPr>
            <a:spLocks xmlns:a="http://schemas.openxmlformats.org/drawingml/2006/main" noGrp="1"/>
          </p:cNvSpPr>
          <p:nvPr/>
        </p:nvSpPr>
        <p:spPr>
          <a:xfrm xmlns:a="http://schemas.openxmlformats.org/drawingml/2006/main">
            <a:off x="62103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49" name="g734">
            <a:extLst xmlns:a="http://schemas.openxmlformats.org/drawingml/2006/main">
              <a:ext uri="{FF2B5EF4-FFF2-40B4-BE49-F238E27FC236}">
                <a16:creationId xmlns:a16="http://schemas.microsoft.com/office/drawing/2014/main" id="{E0746E0A-679C-4251-BA19-5289B3FC3E35}"/>
              </a:ext>
            </a:extLst>
          </p:cNvPr>
          <p:cNvSpPr>
            <a:spLocks xmlns:a="http://schemas.openxmlformats.org/drawingml/2006/main" noGrp="1"/>
          </p:cNvSpPr>
          <p:nvPr/>
        </p:nvSpPr>
        <p:spPr>
          <a:xfrm xmlns:a="http://schemas.openxmlformats.org/drawingml/2006/main">
            <a:off x="62960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0" name="g735">
            <a:extLst xmlns:a="http://schemas.openxmlformats.org/drawingml/2006/main">
              <a:ext uri="{FF2B5EF4-FFF2-40B4-BE49-F238E27FC236}">
                <a16:creationId xmlns:a16="http://schemas.microsoft.com/office/drawing/2014/main" id="{5C19F50E-A205-4201-BD87-102CF11DE319}"/>
              </a:ext>
            </a:extLst>
          </p:cNvPr>
          <p:cNvSpPr>
            <a:spLocks xmlns:a="http://schemas.openxmlformats.org/drawingml/2006/main" noGrp="1"/>
          </p:cNvSpPr>
          <p:nvPr/>
        </p:nvSpPr>
        <p:spPr>
          <a:xfrm xmlns:a="http://schemas.openxmlformats.org/drawingml/2006/main">
            <a:off x="63817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1" name="g736">
            <a:extLst xmlns:a="http://schemas.openxmlformats.org/drawingml/2006/main">
              <a:ext uri="{FF2B5EF4-FFF2-40B4-BE49-F238E27FC236}">
                <a16:creationId xmlns:a16="http://schemas.microsoft.com/office/drawing/2014/main" id="{B8540EAD-6370-4D95-B9D8-D96ECC5A286C}"/>
              </a:ext>
            </a:extLst>
          </p:cNvPr>
          <p:cNvSpPr>
            <a:spLocks xmlns:a="http://schemas.openxmlformats.org/drawingml/2006/main" noGrp="1"/>
          </p:cNvSpPr>
          <p:nvPr/>
        </p:nvSpPr>
        <p:spPr>
          <a:xfrm xmlns:a="http://schemas.openxmlformats.org/drawingml/2006/main">
            <a:off x="64674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2" name="g737">
            <a:extLst xmlns:a="http://schemas.openxmlformats.org/drawingml/2006/main">
              <a:ext uri="{FF2B5EF4-FFF2-40B4-BE49-F238E27FC236}">
                <a16:creationId xmlns:a16="http://schemas.microsoft.com/office/drawing/2014/main" id="{D0DD8949-71C9-43B8-AFBD-F3B3DDE79BF5}"/>
              </a:ext>
            </a:extLst>
          </p:cNvPr>
          <p:cNvSpPr>
            <a:spLocks xmlns:a="http://schemas.openxmlformats.org/drawingml/2006/main" noGrp="1"/>
          </p:cNvSpPr>
          <p:nvPr/>
        </p:nvSpPr>
        <p:spPr>
          <a:xfrm xmlns:a="http://schemas.openxmlformats.org/drawingml/2006/main">
            <a:off x="65532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3" name="g738">
            <a:extLst xmlns:a="http://schemas.openxmlformats.org/drawingml/2006/main">
              <a:ext uri="{FF2B5EF4-FFF2-40B4-BE49-F238E27FC236}">
                <a16:creationId xmlns:a16="http://schemas.microsoft.com/office/drawing/2014/main" id="{CFEA0709-84F4-445F-BA5C-2F04B6362243}"/>
              </a:ext>
            </a:extLst>
          </p:cNvPr>
          <p:cNvSpPr>
            <a:spLocks xmlns:a="http://schemas.openxmlformats.org/drawingml/2006/main" noGrp="1"/>
          </p:cNvSpPr>
          <p:nvPr/>
        </p:nvSpPr>
        <p:spPr>
          <a:xfrm xmlns:a="http://schemas.openxmlformats.org/drawingml/2006/main">
            <a:off x="66389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4" name="g739">
            <a:extLst xmlns:a="http://schemas.openxmlformats.org/drawingml/2006/main">
              <a:ext uri="{FF2B5EF4-FFF2-40B4-BE49-F238E27FC236}">
                <a16:creationId xmlns:a16="http://schemas.microsoft.com/office/drawing/2014/main" id="{C61247EF-93EE-4FEE-A9A5-EECB749373AF}"/>
              </a:ext>
            </a:extLst>
          </p:cNvPr>
          <p:cNvSpPr>
            <a:spLocks xmlns:a="http://schemas.openxmlformats.org/drawingml/2006/main" noGrp="1"/>
          </p:cNvSpPr>
          <p:nvPr/>
        </p:nvSpPr>
        <p:spPr>
          <a:xfrm xmlns:a="http://schemas.openxmlformats.org/drawingml/2006/main">
            <a:off x="67246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5" name="g740">
            <a:extLst xmlns:a="http://schemas.openxmlformats.org/drawingml/2006/main">
              <a:ext uri="{FF2B5EF4-FFF2-40B4-BE49-F238E27FC236}">
                <a16:creationId xmlns:a16="http://schemas.microsoft.com/office/drawing/2014/main" id="{47BAF454-892F-4AA1-B161-ED12F0AB304A}"/>
              </a:ext>
            </a:extLst>
          </p:cNvPr>
          <p:cNvSpPr>
            <a:spLocks xmlns:a="http://schemas.openxmlformats.org/drawingml/2006/main" noGrp="1"/>
          </p:cNvSpPr>
          <p:nvPr/>
        </p:nvSpPr>
        <p:spPr>
          <a:xfrm xmlns:a="http://schemas.openxmlformats.org/drawingml/2006/main">
            <a:off x="68103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6" name="g741">
            <a:extLst xmlns:a="http://schemas.openxmlformats.org/drawingml/2006/main">
              <a:ext uri="{FF2B5EF4-FFF2-40B4-BE49-F238E27FC236}">
                <a16:creationId xmlns:a16="http://schemas.microsoft.com/office/drawing/2014/main" id="{664AB5B1-0ED4-4A78-AA46-39E8EFF66F25}"/>
              </a:ext>
            </a:extLst>
          </p:cNvPr>
          <p:cNvSpPr>
            <a:spLocks xmlns:a="http://schemas.openxmlformats.org/drawingml/2006/main" noGrp="1"/>
          </p:cNvSpPr>
          <p:nvPr/>
        </p:nvSpPr>
        <p:spPr>
          <a:xfrm xmlns:a="http://schemas.openxmlformats.org/drawingml/2006/main">
            <a:off x="68961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7" name="g742">
            <a:extLst xmlns:a="http://schemas.openxmlformats.org/drawingml/2006/main">
              <a:ext uri="{FF2B5EF4-FFF2-40B4-BE49-F238E27FC236}">
                <a16:creationId xmlns:a16="http://schemas.microsoft.com/office/drawing/2014/main" id="{306E7AFF-8A51-481F-A413-713EF24AA0C1}"/>
              </a:ext>
            </a:extLst>
          </p:cNvPr>
          <p:cNvSpPr>
            <a:spLocks xmlns:a="http://schemas.openxmlformats.org/drawingml/2006/main" noGrp="1"/>
          </p:cNvSpPr>
          <p:nvPr/>
        </p:nvSpPr>
        <p:spPr>
          <a:xfrm xmlns:a="http://schemas.openxmlformats.org/drawingml/2006/main">
            <a:off x="69818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8" name="g743">
            <a:extLst xmlns:a="http://schemas.openxmlformats.org/drawingml/2006/main">
              <a:ext uri="{FF2B5EF4-FFF2-40B4-BE49-F238E27FC236}">
                <a16:creationId xmlns:a16="http://schemas.microsoft.com/office/drawing/2014/main" id="{874C89C5-8ABF-431B-BCD9-4BE206E9C6A9}"/>
              </a:ext>
            </a:extLst>
          </p:cNvPr>
          <p:cNvSpPr>
            <a:spLocks xmlns:a="http://schemas.openxmlformats.org/drawingml/2006/main" noGrp="1"/>
          </p:cNvSpPr>
          <p:nvPr/>
        </p:nvSpPr>
        <p:spPr>
          <a:xfrm xmlns:a="http://schemas.openxmlformats.org/drawingml/2006/main">
            <a:off x="70675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59" name="g744">
            <a:extLst xmlns:a="http://schemas.openxmlformats.org/drawingml/2006/main">
              <a:ext uri="{FF2B5EF4-FFF2-40B4-BE49-F238E27FC236}">
                <a16:creationId xmlns:a16="http://schemas.microsoft.com/office/drawing/2014/main" id="{E0176B93-520B-4041-B474-405DDC624345}"/>
              </a:ext>
            </a:extLst>
          </p:cNvPr>
          <p:cNvSpPr>
            <a:spLocks xmlns:a="http://schemas.openxmlformats.org/drawingml/2006/main" noGrp="1"/>
          </p:cNvSpPr>
          <p:nvPr/>
        </p:nvSpPr>
        <p:spPr>
          <a:xfrm xmlns:a="http://schemas.openxmlformats.org/drawingml/2006/main">
            <a:off x="71532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0" name="g745">
            <a:extLst xmlns:a="http://schemas.openxmlformats.org/drawingml/2006/main">
              <a:ext uri="{FF2B5EF4-FFF2-40B4-BE49-F238E27FC236}">
                <a16:creationId xmlns:a16="http://schemas.microsoft.com/office/drawing/2014/main" id="{8E753204-258E-47D8-94F5-FB35C590BE72}"/>
              </a:ext>
            </a:extLst>
          </p:cNvPr>
          <p:cNvSpPr>
            <a:spLocks xmlns:a="http://schemas.openxmlformats.org/drawingml/2006/main" noGrp="1"/>
          </p:cNvSpPr>
          <p:nvPr/>
        </p:nvSpPr>
        <p:spPr>
          <a:xfrm xmlns:a="http://schemas.openxmlformats.org/drawingml/2006/main">
            <a:off x="72390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1" name="g746">
            <a:extLst xmlns:a="http://schemas.openxmlformats.org/drawingml/2006/main">
              <a:ext uri="{FF2B5EF4-FFF2-40B4-BE49-F238E27FC236}">
                <a16:creationId xmlns:a16="http://schemas.microsoft.com/office/drawing/2014/main" id="{C1C8436C-BDF3-4AF3-8766-BD4C451D623A}"/>
              </a:ext>
            </a:extLst>
          </p:cNvPr>
          <p:cNvSpPr>
            <a:spLocks xmlns:a="http://schemas.openxmlformats.org/drawingml/2006/main" noGrp="1"/>
          </p:cNvSpPr>
          <p:nvPr/>
        </p:nvSpPr>
        <p:spPr>
          <a:xfrm xmlns:a="http://schemas.openxmlformats.org/drawingml/2006/main">
            <a:off x="73247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2" name="g747">
            <a:extLst xmlns:a="http://schemas.openxmlformats.org/drawingml/2006/main">
              <a:ext uri="{FF2B5EF4-FFF2-40B4-BE49-F238E27FC236}">
                <a16:creationId xmlns:a16="http://schemas.microsoft.com/office/drawing/2014/main" id="{52E8FCE1-2103-4CD6-A4C8-32F362B50373}"/>
              </a:ext>
            </a:extLst>
          </p:cNvPr>
          <p:cNvSpPr>
            <a:spLocks xmlns:a="http://schemas.openxmlformats.org/drawingml/2006/main" noGrp="1"/>
          </p:cNvSpPr>
          <p:nvPr/>
        </p:nvSpPr>
        <p:spPr>
          <a:xfrm xmlns:a="http://schemas.openxmlformats.org/drawingml/2006/main">
            <a:off x="74104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3" name="g748">
            <a:extLst xmlns:a="http://schemas.openxmlformats.org/drawingml/2006/main">
              <a:ext uri="{FF2B5EF4-FFF2-40B4-BE49-F238E27FC236}">
                <a16:creationId xmlns:a16="http://schemas.microsoft.com/office/drawing/2014/main" id="{E6D9D835-DA41-4D05-AE30-67B68D5CCDAA}"/>
              </a:ext>
            </a:extLst>
          </p:cNvPr>
          <p:cNvSpPr>
            <a:spLocks xmlns:a="http://schemas.openxmlformats.org/drawingml/2006/main" noGrp="1"/>
          </p:cNvSpPr>
          <p:nvPr/>
        </p:nvSpPr>
        <p:spPr>
          <a:xfrm xmlns:a="http://schemas.openxmlformats.org/drawingml/2006/main">
            <a:off x="74961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4" name="g749">
            <a:extLst xmlns:a="http://schemas.openxmlformats.org/drawingml/2006/main">
              <a:ext uri="{FF2B5EF4-FFF2-40B4-BE49-F238E27FC236}">
                <a16:creationId xmlns:a16="http://schemas.microsoft.com/office/drawing/2014/main" id="{740DA25F-B50F-47E1-B574-5C947DA8F0BF}"/>
              </a:ext>
            </a:extLst>
          </p:cNvPr>
          <p:cNvSpPr>
            <a:spLocks xmlns:a="http://schemas.openxmlformats.org/drawingml/2006/main" noGrp="1"/>
          </p:cNvSpPr>
          <p:nvPr/>
        </p:nvSpPr>
        <p:spPr>
          <a:xfrm xmlns:a="http://schemas.openxmlformats.org/drawingml/2006/main">
            <a:off x="75819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5" name="g750">
            <a:extLst xmlns:a="http://schemas.openxmlformats.org/drawingml/2006/main">
              <a:ext uri="{FF2B5EF4-FFF2-40B4-BE49-F238E27FC236}">
                <a16:creationId xmlns:a16="http://schemas.microsoft.com/office/drawing/2014/main" id="{711DF920-6BD1-446B-86CB-4BF28E3F6ED6}"/>
              </a:ext>
            </a:extLst>
          </p:cNvPr>
          <p:cNvSpPr>
            <a:spLocks xmlns:a="http://schemas.openxmlformats.org/drawingml/2006/main" noGrp="1"/>
          </p:cNvSpPr>
          <p:nvPr/>
        </p:nvSpPr>
        <p:spPr>
          <a:xfrm xmlns:a="http://schemas.openxmlformats.org/drawingml/2006/main">
            <a:off x="76676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6" name="g751">
            <a:extLst xmlns:a="http://schemas.openxmlformats.org/drawingml/2006/main">
              <a:ext uri="{FF2B5EF4-FFF2-40B4-BE49-F238E27FC236}">
                <a16:creationId xmlns:a16="http://schemas.microsoft.com/office/drawing/2014/main" id="{3B65F72D-19C9-4B78-82DF-999D288CC2FB}"/>
              </a:ext>
            </a:extLst>
          </p:cNvPr>
          <p:cNvSpPr>
            <a:spLocks xmlns:a="http://schemas.openxmlformats.org/drawingml/2006/main" noGrp="1"/>
          </p:cNvSpPr>
          <p:nvPr/>
        </p:nvSpPr>
        <p:spPr>
          <a:xfrm xmlns:a="http://schemas.openxmlformats.org/drawingml/2006/main">
            <a:off x="77533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7" name="g752">
            <a:extLst xmlns:a="http://schemas.openxmlformats.org/drawingml/2006/main">
              <a:ext uri="{FF2B5EF4-FFF2-40B4-BE49-F238E27FC236}">
                <a16:creationId xmlns:a16="http://schemas.microsoft.com/office/drawing/2014/main" id="{A1907B1A-96E5-4BE3-93FF-3C62D05067FC}"/>
              </a:ext>
            </a:extLst>
          </p:cNvPr>
          <p:cNvSpPr>
            <a:spLocks xmlns:a="http://schemas.openxmlformats.org/drawingml/2006/main" noGrp="1"/>
          </p:cNvSpPr>
          <p:nvPr/>
        </p:nvSpPr>
        <p:spPr>
          <a:xfrm xmlns:a="http://schemas.openxmlformats.org/drawingml/2006/main">
            <a:off x="78390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8" name="g753">
            <a:extLst xmlns:a="http://schemas.openxmlformats.org/drawingml/2006/main">
              <a:ext uri="{FF2B5EF4-FFF2-40B4-BE49-F238E27FC236}">
                <a16:creationId xmlns:a16="http://schemas.microsoft.com/office/drawing/2014/main" id="{C06C5652-F384-4497-9742-0F577180F4F3}"/>
              </a:ext>
            </a:extLst>
          </p:cNvPr>
          <p:cNvSpPr>
            <a:spLocks xmlns:a="http://schemas.openxmlformats.org/drawingml/2006/main" noGrp="1"/>
          </p:cNvSpPr>
          <p:nvPr/>
        </p:nvSpPr>
        <p:spPr>
          <a:xfrm xmlns:a="http://schemas.openxmlformats.org/drawingml/2006/main">
            <a:off x="79248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69" name="g754">
            <a:extLst xmlns:a="http://schemas.openxmlformats.org/drawingml/2006/main">
              <a:ext uri="{FF2B5EF4-FFF2-40B4-BE49-F238E27FC236}">
                <a16:creationId xmlns:a16="http://schemas.microsoft.com/office/drawing/2014/main" id="{D25CD66B-4005-4C21-AC62-046152E48B50}"/>
              </a:ext>
            </a:extLst>
          </p:cNvPr>
          <p:cNvSpPr>
            <a:spLocks xmlns:a="http://schemas.openxmlformats.org/drawingml/2006/main" noGrp="1"/>
          </p:cNvSpPr>
          <p:nvPr/>
        </p:nvSpPr>
        <p:spPr>
          <a:xfrm xmlns:a="http://schemas.openxmlformats.org/drawingml/2006/main">
            <a:off x="80105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0" name="g755">
            <a:extLst xmlns:a="http://schemas.openxmlformats.org/drawingml/2006/main">
              <a:ext uri="{FF2B5EF4-FFF2-40B4-BE49-F238E27FC236}">
                <a16:creationId xmlns:a16="http://schemas.microsoft.com/office/drawing/2014/main" id="{B13BB9DF-6D4A-4EED-82BF-DA789A34B761}"/>
              </a:ext>
            </a:extLst>
          </p:cNvPr>
          <p:cNvSpPr>
            <a:spLocks xmlns:a="http://schemas.openxmlformats.org/drawingml/2006/main" noGrp="1"/>
          </p:cNvSpPr>
          <p:nvPr/>
        </p:nvSpPr>
        <p:spPr>
          <a:xfrm xmlns:a="http://schemas.openxmlformats.org/drawingml/2006/main">
            <a:off x="80962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1" name="g756">
            <a:extLst xmlns:a="http://schemas.openxmlformats.org/drawingml/2006/main">
              <a:ext uri="{FF2B5EF4-FFF2-40B4-BE49-F238E27FC236}">
                <a16:creationId xmlns:a16="http://schemas.microsoft.com/office/drawing/2014/main" id="{D32E51E4-D689-43C1-BC74-B0CF0157B4BC}"/>
              </a:ext>
            </a:extLst>
          </p:cNvPr>
          <p:cNvSpPr>
            <a:spLocks xmlns:a="http://schemas.openxmlformats.org/drawingml/2006/main" noGrp="1"/>
          </p:cNvSpPr>
          <p:nvPr/>
        </p:nvSpPr>
        <p:spPr>
          <a:xfrm xmlns:a="http://schemas.openxmlformats.org/drawingml/2006/main">
            <a:off x="81819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2" name="g757">
            <a:extLst xmlns:a="http://schemas.openxmlformats.org/drawingml/2006/main">
              <a:ext uri="{FF2B5EF4-FFF2-40B4-BE49-F238E27FC236}">
                <a16:creationId xmlns:a16="http://schemas.microsoft.com/office/drawing/2014/main" id="{3A70B9AF-E178-4DC8-84B9-F33E7A44614F}"/>
              </a:ext>
            </a:extLst>
          </p:cNvPr>
          <p:cNvSpPr>
            <a:spLocks xmlns:a="http://schemas.openxmlformats.org/drawingml/2006/main" noGrp="1"/>
          </p:cNvSpPr>
          <p:nvPr/>
        </p:nvSpPr>
        <p:spPr>
          <a:xfrm xmlns:a="http://schemas.openxmlformats.org/drawingml/2006/main">
            <a:off x="82677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3" name="g758">
            <a:extLst xmlns:a="http://schemas.openxmlformats.org/drawingml/2006/main">
              <a:ext uri="{FF2B5EF4-FFF2-40B4-BE49-F238E27FC236}">
                <a16:creationId xmlns:a16="http://schemas.microsoft.com/office/drawing/2014/main" id="{BAA5DBE2-383A-46F2-97CE-C70F7B471F63}"/>
              </a:ext>
            </a:extLst>
          </p:cNvPr>
          <p:cNvSpPr>
            <a:spLocks xmlns:a="http://schemas.openxmlformats.org/drawingml/2006/main" noGrp="1"/>
          </p:cNvSpPr>
          <p:nvPr/>
        </p:nvSpPr>
        <p:spPr>
          <a:xfrm xmlns:a="http://schemas.openxmlformats.org/drawingml/2006/main">
            <a:off x="83534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4" name="g759">
            <a:extLst xmlns:a="http://schemas.openxmlformats.org/drawingml/2006/main">
              <a:ext uri="{FF2B5EF4-FFF2-40B4-BE49-F238E27FC236}">
                <a16:creationId xmlns:a16="http://schemas.microsoft.com/office/drawing/2014/main" id="{729CE564-082C-4A28-AEFC-1754C83C1772}"/>
              </a:ext>
            </a:extLst>
          </p:cNvPr>
          <p:cNvSpPr>
            <a:spLocks xmlns:a="http://schemas.openxmlformats.org/drawingml/2006/main" noGrp="1"/>
          </p:cNvSpPr>
          <p:nvPr/>
        </p:nvSpPr>
        <p:spPr>
          <a:xfrm xmlns:a="http://schemas.openxmlformats.org/drawingml/2006/main">
            <a:off x="84391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5" name="g760">
            <a:extLst xmlns:a="http://schemas.openxmlformats.org/drawingml/2006/main">
              <a:ext uri="{FF2B5EF4-FFF2-40B4-BE49-F238E27FC236}">
                <a16:creationId xmlns:a16="http://schemas.microsoft.com/office/drawing/2014/main" id="{F4F668AC-4530-4AC9-BAC7-83138E9DEDC7}"/>
              </a:ext>
            </a:extLst>
          </p:cNvPr>
          <p:cNvSpPr>
            <a:spLocks xmlns:a="http://schemas.openxmlformats.org/drawingml/2006/main" noGrp="1"/>
          </p:cNvSpPr>
          <p:nvPr/>
        </p:nvSpPr>
        <p:spPr>
          <a:xfrm xmlns:a="http://schemas.openxmlformats.org/drawingml/2006/main">
            <a:off x="85248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6" name="g761">
            <a:extLst xmlns:a="http://schemas.openxmlformats.org/drawingml/2006/main">
              <a:ext uri="{FF2B5EF4-FFF2-40B4-BE49-F238E27FC236}">
                <a16:creationId xmlns:a16="http://schemas.microsoft.com/office/drawing/2014/main" id="{473AF75C-809B-44E8-B7AA-B9DC91DFB0EE}"/>
              </a:ext>
            </a:extLst>
          </p:cNvPr>
          <p:cNvSpPr>
            <a:spLocks xmlns:a="http://schemas.openxmlformats.org/drawingml/2006/main" noGrp="1"/>
          </p:cNvSpPr>
          <p:nvPr/>
        </p:nvSpPr>
        <p:spPr>
          <a:xfrm xmlns:a="http://schemas.openxmlformats.org/drawingml/2006/main">
            <a:off x="86106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7" name="g762">
            <a:extLst xmlns:a="http://schemas.openxmlformats.org/drawingml/2006/main">
              <a:ext uri="{FF2B5EF4-FFF2-40B4-BE49-F238E27FC236}">
                <a16:creationId xmlns:a16="http://schemas.microsoft.com/office/drawing/2014/main" id="{70A00596-3F55-4BB4-B30A-9E834705D529}"/>
              </a:ext>
            </a:extLst>
          </p:cNvPr>
          <p:cNvSpPr>
            <a:spLocks xmlns:a="http://schemas.openxmlformats.org/drawingml/2006/main" noGrp="1"/>
          </p:cNvSpPr>
          <p:nvPr/>
        </p:nvSpPr>
        <p:spPr>
          <a:xfrm xmlns:a="http://schemas.openxmlformats.org/drawingml/2006/main">
            <a:off x="86963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8" name="g763">
            <a:extLst xmlns:a="http://schemas.openxmlformats.org/drawingml/2006/main">
              <a:ext uri="{FF2B5EF4-FFF2-40B4-BE49-F238E27FC236}">
                <a16:creationId xmlns:a16="http://schemas.microsoft.com/office/drawing/2014/main" id="{E6A61680-C81F-48A7-89DD-02B5E53C47A3}"/>
              </a:ext>
            </a:extLst>
          </p:cNvPr>
          <p:cNvSpPr>
            <a:spLocks xmlns:a="http://schemas.openxmlformats.org/drawingml/2006/main" noGrp="1"/>
          </p:cNvSpPr>
          <p:nvPr/>
        </p:nvSpPr>
        <p:spPr>
          <a:xfrm xmlns:a="http://schemas.openxmlformats.org/drawingml/2006/main">
            <a:off x="87820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79" name="g764">
            <a:extLst xmlns:a="http://schemas.openxmlformats.org/drawingml/2006/main">
              <a:ext uri="{FF2B5EF4-FFF2-40B4-BE49-F238E27FC236}">
                <a16:creationId xmlns:a16="http://schemas.microsoft.com/office/drawing/2014/main" id="{97D64214-DEF6-448D-9237-B2CE8CC71C65}"/>
              </a:ext>
            </a:extLst>
          </p:cNvPr>
          <p:cNvSpPr>
            <a:spLocks xmlns:a="http://schemas.openxmlformats.org/drawingml/2006/main" noGrp="1"/>
          </p:cNvSpPr>
          <p:nvPr/>
        </p:nvSpPr>
        <p:spPr>
          <a:xfrm xmlns:a="http://schemas.openxmlformats.org/drawingml/2006/main">
            <a:off x="88677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0" name="g765">
            <a:extLst xmlns:a="http://schemas.openxmlformats.org/drawingml/2006/main">
              <a:ext uri="{FF2B5EF4-FFF2-40B4-BE49-F238E27FC236}">
                <a16:creationId xmlns:a16="http://schemas.microsoft.com/office/drawing/2014/main" id="{87B5D6CE-2A70-4F60-9F3C-9E857800A1F9}"/>
              </a:ext>
            </a:extLst>
          </p:cNvPr>
          <p:cNvSpPr>
            <a:spLocks xmlns:a="http://schemas.openxmlformats.org/drawingml/2006/main" noGrp="1"/>
          </p:cNvSpPr>
          <p:nvPr/>
        </p:nvSpPr>
        <p:spPr>
          <a:xfrm xmlns:a="http://schemas.openxmlformats.org/drawingml/2006/main">
            <a:off x="89535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1" name="g766">
            <a:extLst xmlns:a="http://schemas.openxmlformats.org/drawingml/2006/main">
              <a:ext uri="{FF2B5EF4-FFF2-40B4-BE49-F238E27FC236}">
                <a16:creationId xmlns:a16="http://schemas.microsoft.com/office/drawing/2014/main" id="{B8682FD2-5EDA-4CF4-89F2-815C3FDB2800}"/>
              </a:ext>
            </a:extLst>
          </p:cNvPr>
          <p:cNvSpPr>
            <a:spLocks xmlns:a="http://schemas.openxmlformats.org/drawingml/2006/main" noGrp="1"/>
          </p:cNvSpPr>
          <p:nvPr/>
        </p:nvSpPr>
        <p:spPr>
          <a:xfrm xmlns:a="http://schemas.openxmlformats.org/drawingml/2006/main">
            <a:off x="90392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2" name="g767">
            <a:extLst xmlns:a="http://schemas.openxmlformats.org/drawingml/2006/main">
              <a:ext uri="{FF2B5EF4-FFF2-40B4-BE49-F238E27FC236}">
                <a16:creationId xmlns:a16="http://schemas.microsoft.com/office/drawing/2014/main" id="{6F68554F-E3B8-4B7A-98A8-4B0DB79327EF}"/>
              </a:ext>
            </a:extLst>
          </p:cNvPr>
          <p:cNvSpPr>
            <a:spLocks xmlns:a="http://schemas.openxmlformats.org/drawingml/2006/main" noGrp="1"/>
          </p:cNvSpPr>
          <p:nvPr/>
        </p:nvSpPr>
        <p:spPr>
          <a:xfrm xmlns:a="http://schemas.openxmlformats.org/drawingml/2006/main">
            <a:off x="91249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3" name="g768">
            <a:extLst xmlns:a="http://schemas.openxmlformats.org/drawingml/2006/main">
              <a:ext uri="{FF2B5EF4-FFF2-40B4-BE49-F238E27FC236}">
                <a16:creationId xmlns:a16="http://schemas.microsoft.com/office/drawing/2014/main" id="{9718B407-6B7B-464B-BD1F-ADCEE628E2E7}"/>
              </a:ext>
            </a:extLst>
          </p:cNvPr>
          <p:cNvSpPr>
            <a:spLocks xmlns:a="http://schemas.openxmlformats.org/drawingml/2006/main" noGrp="1"/>
          </p:cNvSpPr>
          <p:nvPr/>
        </p:nvSpPr>
        <p:spPr>
          <a:xfrm xmlns:a="http://schemas.openxmlformats.org/drawingml/2006/main">
            <a:off x="92106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4" name="g769">
            <a:extLst xmlns:a="http://schemas.openxmlformats.org/drawingml/2006/main">
              <a:ext uri="{FF2B5EF4-FFF2-40B4-BE49-F238E27FC236}">
                <a16:creationId xmlns:a16="http://schemas.microsoft.com/office/drawing/2014/main" id="{7CA59EB5-CD44-42DC-8CAA-B5AAF10CD155}"/>
              </a:ext>
            </a:extLst>
          </p:cNvPr>
          <p:cNvSpPr>
            <a:spLocks xmlns:a="http://schemas.openxmlformats.org/drawingml/2006/main" noGrp="1"/>
          </p:cNvSpPr>
          <p:nvPr/>
        </p:nvSpPr>
        <p:spPr>
          <a:xfrm xmlns:a="http://schemas.openxmlformats.org/drawingml/2006/main">
            <a:off x="92964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5" name="g770">
            <a:extLst xmlns:a="http://schemas.openxmlformats.org/drawingml/2006/main">
              <a:ext uri="{FF2B5EF4-FFF2-40B4-BE49-F238E27FC236}">
                <a16:creationId xmlns:a16="http://schemas.microsoft.com/office/drawing/2014/main" id="{58444D3F-E499-44F8-97D5-84E303F182AF}"/>
              </a:ext>
            </a:extLst>
          </p:cNvPr>
          <p:cNvSpPr>
            <a:spLocks xmlns:a="http://schemas.openxmlformats.org/drawingml/2006/main" noGrp="1"/>
          </p:cNvSpPr>
          <p:nvPr/>
        </p:nvSpPr>
        <p:spPr>
          <a:xfrm xmlns:a="http://schemas.openxmlformats.org/drawingml/2006/main">
            <a:off x="93821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6" name="g771">
            <a:extLst xmlns:a="http://schemas.openxmlformats.org/drawingml/2006/main">
              <a:ext uri="{FF2B5EF4-FFF2-40B4-BE49-F238E27FC236}">
                <a16:creationId xmlns:a16="http://schemas.microsoft.com/office/drawing/2014/main" id="{C8C80C9F-4115-4392-BF32-250549BA4CE0}"/>
              </a:ext>
            </a:extLst>
          </p:cNvPr>
          <p:cNvSpPr>
            <a:spLocks xmlns:a="http://schemas.openxmlformats.org/drawingml/2006/main" noGrp="1"/>
          </p:cNvSpPr>
          <p:nvPr/>
        </p:nvSpPr>
        <p:spPr>
          <a:xfrm xmlns:a="http://schemas.openxmlformats.org/drawingml/2006/main">
            <a:off x="94678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7" name="g772">
            <a:extLst xmlns:a="http://schemas.openxmlformats.org/drawingml/2006/main">
              <a:ext uri="{FF2B5EF4-FFF2-40B4-BE49-F238E27FC236}">
                <a16:creationId xmlns:a16="http://schemas.microsoft.com/office/drawing/2014/main" id="{9C1A3266-5C69-4998-BAAB-51F55FC33F63}"/>
              </a:ext>
            </a:extLst>
          </p:cNvPr>
          <p:cNvSpPr>
            <a:spLocks xmlns:a="http://schemas.openxmlformats.org/drawingml/2006/main" noGrp="1"/>
          </p:cNvSpPr>
          <p:nvPr/>
        </p:nvSpPr>
        <p:spPr>
          <a:xfrm xmlns:a="http://schemas.openxmlformats.org/drawingml/2006/main">
            <a:off x="95535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8" name="g773">
            <a:extLst xmlns:a="http://schemas.openxmlformats.org/drawingml/2006/main">
              <a:ext uri="{FF2B5EF4-FFF2-40B4-BE49-F238E27FC236}">
                <a16:creationId xmlns:a16="http://schemas.microsoft.com/office/drawing/2014/main" id="{D70E8F94-F86A-4E53-8F9D-467E3C1B1267}"/>
              </a:ext>
            </a:extLst>
          </p:cNvPr>
          <p:cNvSpPr>
            <a:spLocks xmlns:a="http://schemas.openxmlformats.org/drawingml/2006/main" noGrp="1"/>
          </p:cNvSpPr>
          <p:nvPr/>
        </p:nvSpPr>
        <p:spPr>
          <a:xfrm xmlns:a="http://schemas.openxmlformats.org/drawingml/2006/main">
            <a:off x="96393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89" name="g774">
            <a:extLst xmlns:a="http://schemas.openxmlformats.org/drawingml/2006/main">
              <a:ext uri="{FF2B5EF4-FFF2-40B4-BE49-F238E27FC236}">
                <a16:creationId xmlns:a16="http://schemas.microsoft.com/office/drawing/2014/main" id="{7F6D18F5-43C1-4563-83FE-D794FC1DC06E}"/>
              </a:ext>
            </a:extLst>
          </p:cNvPr>
          <p:cNvSpPr>
            <a:spLocks xmlns:a="http://schemas.openxmlformats.org/drawingml/2006/main" noGrp="1"/>
          </p:cNvSpPr>
          <p:nvPr/>
        </p:nvSpPr>
        <p:spPr>
          <a:xfrm xmlns:a="http://schemas.openxmlformats.org/drawingml/2006/main">
            <a:off x="97250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0" name="g775">
            <a:extLst xmlns:a="http://schemas.openxmlformats.org/drawingml/2006/main">
              <a:ext uri="{FF2B5EF4-FFF2-40B4-BE49-F238E27FC236}">
                <a16:creationId xmlns:a16="http://schemas.microsoft.com/office/drawing/2014/main" id="{48BDB948-2CBB-4351-BBE9-A10B4E4BED6B}"/>
              </a:ext>
            </a:extLst>
          </p:cNvPr>
          <p:cNvSpPr>
            <a:spLocks xmlns:a="http://schemas.openxmlformats.org/drawingml/2006/main" noGrp="1"/>
          </p:cNvSpPr>
          <p:nvPr/>
        </p:nvSpPr>
        <p:spPr>
          <a:xfrm xmlns:a="http://schemas.openxmlformats.org/drawingml/2006/main">
            <a:off x="98107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1" name="g776">
            <a:extLst xmlns:a="http://schemas.openxmlformats.org/drawingml/2006/main">
              <a:ext uri="{FF2B5EF4-FFF2-40B4-BE49-F238E27FC236}">
                <a16:creationId xmlns:a16="http://schemas.microsoft.com/office/drawing/2014/main" id="{682261EB-1527-49A8-A95F-25E357171871}"/>
              </a:ext>
            </a:extLst>
          </p:cNvPr>
          <p:cNvSpPr>
            <a:spLocks xmlns:a="http://schemas.openxmlformats.org/drawingml/2006/main" noGrp="1"/>
          </p:cNvSpPr>
          <p:nvPr/>
        </p:nvSpPr>
        <p:spPr>
          <a:xfrm xmlns:a="http://schemas.openxmlformats.org/drawingml/2006/main">
            <a:off x="98964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2" name="g777">
            <a:extLst xmlns:a="http://schemas.openxmlformats.org/drawingml/2006/main">
              <a:ext uri="{FF2B5EF4-FFF2-40B4-BE49-F238E27FC236}">
                <a16:creationId xmlns:a16="http://schemas.microsoft.com/office/drawing/2014/main" id="{E2C0E2A2-E25B-4CD4-93E3-09713A8FE7A6}"/>
              </a:ext>
            </a:extLst>
          </p:cNvPr>
          <p:cNvSpPr>
            <a:spLocks xmlns:a="http://schemas.openxmlformats.org/drawingml/2006/main" noGrp="1"/>
          </p:cNvSpPr>
          <p:nvPr/>
        </p:nvSpPr>
        <p:spPr>
          <a:xfrm xmlns:a="http://schemas.openxmlformats.org/drawingml/2006/main">
            <a:off x="99822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3" name="g778">
            <a:extLst xmlns:a="http://schemas.openxmlformats.org/drawingml/2006/main">
              <a:ext uri="{FF2B5EF4-FFF2-40B4-BE49-F238E27FC236}">
                <a16:creationId xmlns:a16="http://schemas.microsoft.com/office/drawing/2014/main" id="{F93A8509-DEA8-4170-AF84-61803667DC29}"/>
              </a:ext>
            </a:extLst>
          </p:cNvPr>
          <p:cNvSpPr>
            <a:spLocks xmlns:a="http://schemas.openxmlformats.org/drawingml/2006/main" noGrp="1"/>
          </p:cNvSpPr>
          <p:nvPr/>
        </p:nvSpPr>
        <p:spPr>
          <a:xfrm xmlns:a="http://schemas.openxmlformats.org/drawingml/2006/main">
            <a:off x="100679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4" name="g779">
            <a:extLst xmlns:a="http://schemas.openxmlformats.org/drawingml/2006/main">
              <a:ext uri="{FF2B5EF4-FFF2-40B4-BE49-F238E27FC236}">
                <a16:creationId xmlns:a16="http://schemas.microsoft.com/office/drawing/2014/main" id="{2F18E9B7-83B5-4FDA-A652-426935C3B17A}"/>
              </a:ext>
            </a:extLst>
          </p:cNvPr>
          <p:cNvSpPr>
            <a:spLocks xmlns:a="http://schemas.openxmlformats.org/drawingml/2006/main" noGrp="1"/>
          </p:cNvSpPr>
          <p:nvPr/>
        </p:nvSpPr>
        <p:spPr>
          <a:xfrm xmlns:a="http://schemas.openxmlformats.org/drawingml/2006/main">
            <a:off x="101536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5" name="g780">
            <a:extLst xmlns:a="http://schemas.openxmlformats.org/drawingml/2006/main">
              <a:ext uri="{FF2B5EF4-FFF2-40B4-BE49-F238E27FC236}">
                <a16:creationId xmlns:a16="http://schemas.microsoft.com/office/drawing/2014/main" id="{993D8D2E-14E7-4054-90C1-5C264529325B}"/>
              </a:ext>
            </a:extLst>
          </p:cNvPr>
          <p:cNvSpPr>
            <a:spLocks xmlns:a="http://schemas.openxmlformats.org/drawingml/2006/main" noGrp="1"/>
          </p:cNvSpPr>
          <p:nvPr/>
        </p:nvSpPr>
        <p:spPr>
          <a:xfrm xmlns:a="http://schemas.openxmlformats.org/drawingml/2006/main">
            <a:off x="102393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6" name="g781">
            <a:extLst xmlns:a="http://schemas.openxmlformats.org/drawingml/2006/main">
              <a:ext uri="{FF2B5EF4-FFF2-40B4-BE49-F238E27FC236}">
                <a16:creationId xmlns:a16="http://schemas.microsoft.com/office/drawing/2014/main" id="{E13A0936-05F8-4FDE-A9C5-A666F07942DD}"/>
              </a:ext>
            </a:extLst>
          </p:cNvPr>
          <p:cNvSpPr>
            <a:spLocks xmlns:a="http://schemas.openxmlformats.org/drawingml/2006/main" noGrp="1"/>
          </p:cNvSpPr>
          <p:nvPr/>
        </p:nvSpPr>
        <p:spPr>
          <a:xfrm xmlns:a="http://schemas.openxmlformats.org/drawingml/2006/main">
            <a:off x="103251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7" name="g782">
            <a:extLst xmlns:a="http://schemas.openxmlformats.org/drawingml/2006/main">
              <a:ext uri="{FF2B5EF4-FFF2-40B4-BE49-F238E27FC236}">
                <a16:creationId xmlns:a16="http://schemas.microsoft.com/office/drawing/2014/main" id="{9CB011E3-1435-4613-836C-DCA1674356CB}"/>
              </a:ext>
            </a:extLst>
          </p:cNvPr>
          <p:cNvSpPr>
            <a:spLocks xmlns:a="http://schemas.openxmlformats.org/drawingml/2006/main" noGrp="1"/>
          </p:cNvSpPr>
          <p:nvPr/>
        </p:nvSpPr>
        <p:spPr>
          <a:xfrm xmlns:a="http://schemas.openxmlformats.org/drawingml/2006/main">
            <a:off x="104108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8" name="g783">
            <a:extLst xmlns:a="http://schemas.openxmlformats.org/drawingml/2006/main">
              <a:ext uri="{FF2B5EF4-FFF2-40B4-BE49-F238E27FC236}">
                <a16:creationId xmlns:a16="http://schemas.microsoft.com/office/drawing/2014/main" id="{87A3E37C-3C92-4DE2-8836-5FB8D91F704C}"/>
              </a:ext>
            </a:extLst>
          </p:cNvPr>
          <p:cNvSpPr>
            <a:spLocks xmlns:a="http://schemas.openxmlformats.org/drawingml/2006/main" noGrp="1"/>
          </p:cNvSpPr>
          <p:nvPr/>
        </p:nvSpPr>
        <p:spPr>
          <a:xfrm xmlns:a="http://schemas.openxmlformats.org/drawingml/2006/main">
            <a:off x="104965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399" name="g784">
            <a:extLst xmlns:a="http://schemas.openxmlformats.org/drawingml/2006/main">
              <a:ext uri="{FF2B5EF4-FFF2-40B4-BE49-F238E27FC236}">
                <a16:creationId xmlns:a16="http://schemas.microsoft.com/office/drawing/2014/main" id="{76F70370-91D3-4FC0-8DD7-DCFE5718113D}"/>
              </a:ext>
            </a:extLst>
          </p:cNvPr>
          <p:cNvSpPr>
            <a:spLocks xmlns:a="http://schemas.openxmlformats.org/drawingml/2006/main" noGrp="1"/>
          </p:cNvSpPr>
          <p:nvPr/>
        </p:nvSpPr>
        <p:spPr>
          <a:xfrm xmlns:a="http://schemas.openxmlformats.org/drawingml/2006/main">
            <a:off x="105822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0" name="g785">
            <a:extLst xmlns:a="http://schemas.openxmlformats.org/drawingml/2006/main">
              <a:ext uri="{FF2B5EF4-FFF2-40B4-BE49-F238E27FC236}">
                <a16:creationId xmlns:a16="http://schemas.microsoft.com/office/drawing/2014/main" id="{D0B2C6CA-4398-4700-B700-C84E2CEF227D}"/>
              </a:ext>
            </a:extLst>
          </p:cNvPr>
          <p:cNvSpPr>
            <a:spLocks xmlns:a="http://schemas.openxmlformats.org/drawingml/2006/main" noGrp="1"/>
          </p:cNvSpPr>
          <p:nvPr/>
        </p:nvSpPr>
        <p:spPr>
          <a:xfrm xmlns:a="http://schemas.openxmlformats.org/drawingml/2006/main">
            <a:off x="106680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1" name="g786">
            <a:extLst xmlns:a="http://schemas.openxmlformats.org/drawingml/2006/main">
              <a:ext uri="{FF2B5EF4-FFF2-40B4-BE49-F238E27FC236}">
                <a16:creationId xmlns:a16="http://schemas.microsoft.com/office/drawing/2014/main" id="{19EE6371-8ACC-4CA2-A0DA-511B83B4B337}"/>
              </a:ext>
            </a:extLst>
          </p:cNvPr>
          <p:cNvSpPr>
            <a:spLocks xmlns:a="http://schemas.openxmlformats.org/drawingml/2006/main" noGrp="1"/>
          </p:cNvSpPr>
          <p:nvPr/>
        </p:nvSpPr>
        <p:spPr>
          <a:xfrm xmlns:a="http://schemas.openxmlformats.org/drawingml/2006/main">
            <a:off x="107537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2" name="g787">
            <a:extLst xmlns:a="http://schemas.openxmlformats.org/drawingml/2006/main">
              <a:ext uri="{FF2B5EF4-FFF2-40B4-BE49-F238E27FC236}">
                <a16:creationId xmlns:a16="http://schemas.microsoft.com/office/drawing/2014/main" id="{9550D39E-39C1-42FD-83C5-DE36D5DD6747}"/>
              </a:ext>
            </a:extLst>
          </p:cNvPr>
          <p:cNvSpPr>
            <a:spLocks xmlns:a="http://schemas.openxmlformats.org/drawingml/2006/main" noGrp="1"/>
          </p:cNvSpPr>
          <p:nvPr/>
        </p:nvSpPr>
        <p:spPr>
          <a:xfrm xmlns:a="http://schemas.openxmlformats.org/drawingml/2006/main">
            <a:off x="108394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3" name="g788">
            <a:extLst xmlns:a="http://schemas.openxmlformats.org/drawingml/2006/main">
              <a:ext uri="{FF2B5EF4-FFF2-40B4-BE49-F238E27FC236}">
                <a16:creationId xmlns:a16="http://schemas.microsoft.com/office/drawing/2014/main" id="{0A69333B-7A74-4DF3-86EB-ED1BDB03567C}"/>
              </a:ext>
            </a:extLst>
          </p:cNvPr>
          <p:cNvSpPr>
            <a:spLocks xmlns:a="http://schemas.openxmlformats.org/drawingml/2006/main" noGrp="1"/>
          </p:cNvSpPr>
          <p:nvPr/>
        </p:nvSpPr>
        <p:spPr>
          <a:xfrm xmlns:a="http://schemas.openxmlformats.org/drawingml/2006/main">
            <a:off x="109251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4" name="g789">
            <a:extLst xmlns:a="http://schemas.openxmlformats.org/drawingml/2006/main">
              <a:ext uri="{FF2B5EF4-FFF2-40B4-BE49-F238E27FC236}">
                <a16:creationId xmlns:a16="http://schemas.microsoft.com/office/drawing/2014/main" id="{E4BA1AD9-7422-4D92-A228-08397A0D4D7F}"/>
              </a:ext>
            </a:extLst>
          </p:cNvPr>
          <p:cNvSpPr>
            <a:spLocks xmlns:a="http://schemas.openxmlformats.org/drawingml/2006/main" noGrp="1"/>
          </p:cNvSpPr>
          <p:nvPr/>
        </p:nvSpPr>
        <p:spPr>
          <a:xfrm xmlns:a="http://schemas.openxmlformats.org/drawingml/2006/main">
            <a:off x="110109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5" name="g790">
            <a:extLst xmlns:a="http://schemas.openxmlformats.org/drawingml/2006/main">
              <a:ext uri="{FF2B5EF4-FFF2-40B4-BE49-F238E27FC236}">
                <a16:creationId xmlns:a16="http://schemas.microsoft.com/office/drawing/2014/main" id="{518DD3A4-4D39-4648-B5FD-9164B508A53F}"/>
              </a:ext>
            </a:extLst>
          </p:cNvPr>
          <p:cNvSpPr>
            <a:spLocks xmlns:a="http://schemas.openxmlformats.org/drawingml/2006/main" noGrp="1"/>
          </p:cNvSpPr>
          <p:nvPr/>
        </p:nvSpPr>
        <p:spPr>
          <a:xfrm xmlns:a="http://schemas.openxmlformats.org/drawingml/2006/main">
            <a:off x="110966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6" name="g791">
            <a:extLst xmlns:a="http://schemas.openxmlformats.org/drawingml/2006/main">
              <a:ext uri="{FF2B5EF4-FFF2-40B4-BE49-F238E27FC236}">
                <a16:creationId xmlns:a16="http://schemas.microsoft.com/office/drawing/2014/main" id="{2F4B46CB-CB85-46A7-9FC3-DAA1B4CBB6FE}"/>
              </a:ext>
            </a:extLst>
          </p:cNvPr>
          <p:cNvSpPr>
            <a:spLocks xmlns:a="http://schemas.openxmlformats.org/drawingml/2006/main" noGrp="1"/>
          </p:cNvSpPr>
          <p:nvPr/>
        </p:nvSpPr>
        <p:spPr>
          <a:xfrm xmlns:a="http://schemas.openxmlformats.org/drawingml/2006/main">
            <a:off x="111823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7" name="g792">
            <a:extLst xmlns:a="http://schemas.openxmlformats.org/drawingml/2006/main">
              <a:ext uri="{FF2B5EF4-FFF2-40B4-BE49-F238E27FC236}">
                <a16:creationId xmlns:a16="http://schemas.microsoft.com/office/drawing/2014/main" id="{DF1AC4AF-A724-4D42-A73B-F678D80D7E59}"/>
              </a:ext>
            </a:extLst>
          </p:cNvPr>
          <p:cNvSpPr>
            <a:spLocks xmlns:a="http://schemas.openxmlformats.org/drawingml/2006/main" noGrp="1"/>
          </p:cNvSpPr>
          <p:nvPr/>
        </p:nvSpPr>
        <p:spPr>
          <a:xfrm xmlns:a="http://schemas.openxmlformats.org/drawingml/2006/main">
            <a:off x="1126807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8" name="g793">
            <a:extLst xmlns:a="http://schemas.openxmlformats.org/drawingml/2006/main">
              <a:ext uri="{FF2B5EF4-FFF2-40B4-BE49-F238E27FC236}">
                <a16:creationId xmlns:a16="http://schemas.microsoft.com/office/drawing/2014/main" id="{64B38D8F-65F8-47EF-97CD-E91345C9E322}"/>
              </a:ext>
            </a:extLst>
          </p:cNvPr>
          <p:cNvSpPr>
            <a:spLocks xmlns:a="http://schemas.openxmlformats.org/drawingml/2006/main" noGrp="1"/>
          </p:cNvSpPr>
          <p:nvPr/>
        </p:nvSpPr>
        <p:spPr>
          <a:xfrm xmlns:a="http://schemas.openxmlformats.org/drawingml/2006/main">
            <a:off x="1135380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09" name="g794">
            <a:extLst xmlns:a="http://schemas.openxmlformats.org/drawingml/2006/main">
              <a:ext uri="{FF2B5EF4-FFF2-40B4-BE49-F238E27FC236}">
                <a16:creationId xmlns:a16="http://schemas.microsoft.com/office/drawing/2014/main" id="{97E5F91F-52AD-4986-AA12-0219A3962FCB}"/>
              </a:ext>
            </a:extLst>
          </p:cNvPr>
          <p:cNvSpPr>
            <a:spLocks xmlns:a="http://schemas.openxmlformats.org/drawingml/2006/main" noGrp="1"/>
          </p:cNvSpPr>
          <p:nvPr/>
        </p:nvSpPr>
        <p:spPr>
          <a:xfrm xmlns:a="http://schemas.openxmlformats.org/drawingml/2006/main">
            <a:off x="11439525"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10" name="g795">
            <a:extLst xmlns:a="http://schemas.openxmlformats.org/drawingml/2006/main">
              <a:ext uri="{FF2B5EF4-FFF2-40B4-BE49-F238E27FC236}">
                <a16:creationId xmlns:a16="http://schemas.microsoft.com/office/drawing/2014/main" id="{F54B49C0-0220-47D5-92BC-54B11BD0C58B}"/>
              </a:ext>
            </a:extLst>
          </p:cNvPr>
          <p:cNvSpPr>
            <a:spLocks xmlns:a="http://schemas.openxmlformats.org/drawingml/2006/main" noGrp="1"/>
          </p:cNvSpPr>
          <p:nvPr/>
        </p:nvSpPr>
        <p:spPr>
          <a:xfrm xmlns:a="http://schemas.openxmlformats.org/drawingml/2006/main">
            <a:off x="11525250" y="25431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411" name="g796">
            <a:extLst xmlns:a="http://schemas.openxmlformats.org/drawingml/2006/main">
              <a:ext uri="{FF2B5EF4-FFF2-40B4-BE49-F238E27FC236}">
                <a16:creationId xmlns:a16="http://schemas.microsoft.com/office/drawing/2014/main" id="{873A6A4B-B4E8-4F49-8664-2C38101748AC}"/>
              </a:ext>
            </a:extLst>
          </p:cNvPr>
          <p:cNvSpPr>
            <a:spLocks xmlns:a="http://schemas.openxmlformats.org/drawingml/2006/main" noGrp="1"/>
          </p:cNvSpPr>
          <p:nvPr/>
        </p:nvSpPr>
        <p:spPr>
          <a:xfrm xmlns:a="http://schemas.openxmlformats.org/drawingml/2006/main">
            <a:off x="11610975" y="2543175"/>
            <a:ext cx="9525" cy="953"/>
          </a:xfrm>
          <a:custGeom xmlns:a="http://schemas.openxmlformats.org/drawingml/2006/main">
            <a:pathLst>
              <a:path w="9525" h="953">
                <a:moveTo>
                  <a:pt x="0" y="0"/>
                </a:moveTo>
                <a:lnTo>
                  <a:pt x="9525" y="0"/>
                </a:lnTo>
              </a:path>
            </a:pathLst>
          </a:custGeom>
          <a:noFill xmlns:a="http://schemas.openxmlformats.org/drawingml/2006/main"/>
          <a:ln xmlns:a="http://schemas.openxmlformats.org/drawingml/2006/main" w="6191">
            <a:solidFill>
              <a:srgbClr val="8DAAFE"/>
            </a:solidFill>
          </a:ln>
        </p:spPr>
      </p:sp>
      <p:sp>
        <p:nvSpPr>
          <p:cNvPr id="412" name="g797">
            <a:extLst xmlns:a="http://schemas.openxmlformats.org/drawingml/2006/main">
              <a:ext uri="{FF2B5EF4-FFF2-40B4-BE49-F238E27FC236}">
                <a16:creationId xmlns:a16="http://schemas.microsoft.com/office/drawing/2014/main" id="{33D8DED2-AAEB-4547-A3B5-1BCD7A78DC4B}"/>
              </a:ext>
            </a:extLst>
          </p:cNvPr>
          <p:cNvSpPr>
            <a:spLocks xmlns:a="http://schemas.openxmlformats.org/drawingml/2006/main" noGrp="1"/>
          </p:cNvSpPr>
          <p:nvPr/>
        </p:nvSpPr>
        <p:spPr>
          <a:xfrm xmlns:a="http://schemas.openxmlformats.org/drawingml/2006/main">
            <a:off x="11620500" y="25431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13" name="g798">
            <a:extLst xmlns:a="http://schemas.openxmlformats.org/drawingml/2006/main">
              <a:ext uri="{FF2B5EF4-FFF2-40B4-BE49-F238E27FC236}">
                <a16:creationId xmlns:a16="http://schemas.microsoft.com/office/drawing/2014/main" id="{7D785042-53D9-44AD-8836-8B73DCBD5675}"/>
              </a:ext>
            </a:extLst>
          </p:cNvPr>
          <p:cNvSpPr>
            <a:spLocks xmlns:a="http://schemas.openxmlformats.org/drawingml/2006/main" noGrp="1"/>
          </p:cNvSpPr>
          <p:nvPr/>
        </p:nvSpPr>
        <p:spPr>
          <a:xfrm xmlns:a="http://schemas.openxmlformats.org/drawingml/2006/main">
            <a:off x="11620500" y="26289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14" name="g799">
            <a:extLst xmlns:a="http://schemas.openxmlformats.org/drawingml/2006/main">
              <a:ext uri="{FF2B5EF4-FFF2-40B4-BE49-F238E27FC236}">
                <a16:creationId xmlns:a16="http://schemas.microsoft.com/office/drawing/2014/main" id="{0C71F2C9-0B29-4DAB-A5CC-2F58A6F5DE13}"/>
              </a:ext>
            </a:extLst>
          </p:cNvPr>
          <p:cNvSpPr>
            <a:spLocks xmlns:a="http://schemas.openxmlformats.org/drawingml/2006/main" noGrp="1"/>
          </p:cNvSpPr>
          <p:nvPr/>
        </p:nvSpPr>
        <p:spPr>
          <a:xfrm xmlns:a="http://schemas.openxmlformats.org/drawingml/2006/main">
            <a:off x="11620500" y="27146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15" name="g800">
            <a:extLst xmlns:a="http://schemas.openxmlformats.org/drawingml/2006/main">
              <a:ext uri="{FF2B5EF4-FFF2-40B4-BE49-F238E27FC236}">
                <a16:creationId xmlns:a16="http://schemas.microsoft.com/office/drawing/2014/main" id="{C6615BF6-1B92-4A92-BFC5-745606200A1A}"/>
              </a:ext>
            </a:extLst>
          </p:cNvPr>
          <p:cNvSpPr>
            <a:spLocks xmlns:a="http://schemas.openxmlformats.org/drawingml/2006/main" noGrp="1"/>
          </p:cNvSpPr>
          <p:nvPr/>
        </p:nvSpPr>
        <p:spPr>
          <a:xfrm xmlns:a="http://schemas.openxmlformats.org/drawingml/2006/main">
            <a:off x="11620500" y="28003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16" name="g801">
            <a:extLst xmlns:a="http://schemas.openxmlformats.org/drawingml/2006/main">
              <a:ext uri="{FF2B5EF4-FFF2-40B4-BE49-F238E27FC236}">
                <a16:creationId xmlns:a16="http://schemas.microsoft.com/office/drawing/2014/main" id="{AF5CC1C9-43D6-4232-99A0-0F91105A00B8}"/>
              </a:ext>
            </a:extLst>
          </p:cNvPr>
          <p:cNvSpPr>
            <a:spLocks xmlns:a="http://schemas.openxmlformats.org/drawingml/2006/main" noGrp="1"/>
          </p:cNvSpPr>
          <p:nvPr/>
        </p:nvSpPr>
        <p:spPr>
          <a:xfrm xmlns:a="http://schemas.openxmlformats.org/drawingml/2006/main">
            <a:off x="11620500" y="28860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17" name="g802">
            <a:extLst xmlns:a="http://schemas.openxmlformats.org/drawingml/2006/main">
              <a:ext uri="{FF2B5EF4-FFF2-40B4-BE49-F238E27FC236}">
                <a16:creationId xmlns:a16="http://schemas.microsoft.com/office/drawing/2014/main" id="{6246682C-0501-404F-9810-8B36DEFA936E}"/>
              </a:ext>
            </a:extLst>
          </p:cNvPr>
          <p:cNvSpPr>
            <a:spLocks xmlns:a="http://schemas.openxmlformats.org/drawingml/2006/main" noGrp="1"/>
          </p:cNvSpPr>
          <p:nvPr/>
        </p:nvSpPr>
        <p:spPr>
          <a:xfrm xmlns:a="http://schemas.openxmlformats.org/drawingml/2006/main">
            <a:off x="11620500" y="29718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18" name="g803">
            <a:extLst xmlns:a="http://schemas.openxmlformats.org/drawingml/2006/main">
              <a:ext uri="{FF2B5EF4-FFF2-40B4-BE49-F238E27FC236}">
                <a16:creationId xmlns:a16="http://schemas.microsoft.com/office/drawing/2014/main" id="{B1BFF9C8-42CD-491D-943F-797A7579090C}"/>
              </a:ext>
            </a:extLst>
          </p:cNvPr>
          <p:cNvSpPr>
            <a:spLocks xmlns:a="http://schemas.openxmlformats.org/drawingml/2006/main" noGrp="1"/>
          </p:cNvSpPr>
          <p:nvPr/>
        </p:nvSpPr>
        <p:spPr>
          <a:xfrm xmlns:a="http://schemas.openxmlformats.org/drawingml/2006/main">
            <a:off x="11620500" y="30575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19" name="g804">
            <a:extLst xmlns:a="http://schemas.openxmlformats.org/drawingml/2006/main">
              <a:ext uri="{FF2B5EF4-FFF2-40B4-BE49-F238E27FC236}">
                <a16:creationId xmlns:a16="http://schemas.microsoft.com/office/drawing/2014/main" id="{9772C34F-80B4-4C3E-A10C-D9C58C85CF55}"/>
              </a:ext>
            </a:extLst>
          </p:cNvPr>
          <p:cNvSpPr>
            <a:spLocks xmlns:a="http://schemas.openxmlformats.org/drawingml/2006/main" noGrp="1"/>
          </p:cNvSpPr>
          <p:nvPr/>
        </p:nvSpPr>
        <p:spPr>
          <a:xfrm xmlns:a="http://schemas.openxmlformats.org/drawingml/2006/main">
            <a:off x="11620500" y="31432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0" name="g805">
            <a:extLst xmlns:a="http://schemas.openxmlformats.org/drawingml/2006/main">
              <a:ext uri="{FF2B5EF4-FFF2-40B4-BE49-F238E27FC236}">
                <a16:creationId xmlns:a16="http://schemas.microsoft.com/office/drawing/2014/main" id="{207FD566-40FA-4CEE-9C1C-891024D8DFAE}"/>
              </a:ext>
            </a:extLst>
          </p:cNvPr>
          <p:cNvSpPr>
            <a:spLocks xmlns:a="http://schemas.openxmlformats.org/drawingml/2006/main" noGrp="1"/>
          </p:cNvSpPr>
          <p:nvPr/>
        </p:nvSpPr>
        <p:spPr>
          <a:xfrm xmlns:a="http://schemas.openxmlformats.org/drawingml/2006/main">
            <a:off x="11620500" y="32289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1" name="g806">
            <a:extLst xmlns:a="http://schemas.openxmlformats.org/drawingml/2006/main">
              <a:ext uri="{FF2B5EF4-FFF2-40B4-BE49-F238E27FC236}">
                <a16:creationId xmlns:a16="http://schemas.microsoft.com/office/drawing/2014/main" id="{537DA87B-3395-4F19-B146-F7387EF5C84B}"/>
              </a:ext>
            </a:extLst>
          </p:cNvPr>
          <p:cNvSpPr>
            <a:spLocks xmlns:a="http://schemas.openxmlformats.org/drawingml/2006/main" noGrp="1"/>
          </p:cNvSpPr>
          <p:nvPr/>
        </p:nvSpPr>
        <p:spPr>
          <a:xfrm xmlns:a="http://schemas.openxmlformats.org/drawingml/2006/main">
            <a:off x="11620500" y="33147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2" name="g807">
            <a:extLst xmlns:a="http://schemas.openxmlformats.org/drawingml/2006/main">
              <a:ext uri="{FF2B5EF4-FFF2-40B4-BE49-F238E27FC236}">
                <a16:creationId xmlns:a16="http://schemas.microsoft.com/office/drawing/2014/main" id="{ACC6CCEE-2BDC-42D8-959C-0BEC8C803849}"/>
              </a:ext>
            </a:extLst>
          </p:cNvPr>
          <p:cNvSpPr>
            <a:spLocks xmlns:a="http://schemas.openxmlformats.org/drawingml/2006/main" noGrp="1"/>
          </p:cNvSpPr>
          <p:nvPr/>
        </p:nvSpPr>
        <p:spPr>
          <a:xfrm xmlns:a="http://schemas.openxmlformats.org/drawingml/2006/main">
            <a:off x="11620500" y="34004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3" name="g808">
            <a:extLst xmlns:a="http://schemas.openxmlformats.org/drawingml/2006/main">
              <a:ext uri="{FF2B5EF4-FFF2-40B4-BE49-F238E27FC236}">
                <a16:creationId xmlns:a16="http://schemas.microsoft.com/office/drawing/2014/main" id="{7C942450-2D31-489A-8E24-956996435438}"/>
              </a:ext>
            </a:extLst>
          </p:cNvPr>
          <p:cNvSpPr>
            <a:spLocks xmlns:a="http://schemas.openxmlformats.org/drawingml/2006/main" noGrp="1"/>
          </p:cNvSpPr>
          <p:nvPr/>
        </p:nvSpPr>
        <p:spPr>
          <a:xfrm xmlns:a="http://schemas.openxmlformats.org/drawingml/2006/main">
            <a:off x="11620500" y="34861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4" name="g809">
            <a:extLst xmlns:a="http://schemas.openxmlformats.org/drawingml/2006/main">
              <a:ext uri="{FF2B5EF4-FFF2-40B4-BE49-F238E27FC236}">
                <a16:creationId xmlns:a16="http://schemas.microsoft.com/office/drawing/2014/main" id="{2545D399-7305-43B9-AC96-87AD68D94ECD}"/>
              </a:ext>
            </a:extLst>
          </p:cNvPr>
          <p:cNvSpPr>
            <a:spLocks xmlns:a="http://schemas.openxmlformats.org/drawingml/2006/main" noGrp="1"/>
          </p:cNvSpPr>
          <p:nvPr/>
        </p:nvSpPr>
        <p:spPr>
          <a:xfrm xmlns:a="http://schemas.openxmlformats.org/drawingml/2006/main">
            <a:off x="11620500" y="35718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5" name="g810">
            <a:extLst xmlns:a="http://schemas.openxmlformats.org/drawingml/2006/main">
              <a:ext uri="{FF2B5EF4-FFF2-40B4-BE49-F238E27FC236}">
                <a16:creationId xmlns:a16="http://schemas.microsoft.com/office/drawing/2014/main" id="{4AC464E4-AC7B-497C-8519-D91E5384191F}"/>
              </a:ext>
            </a:extLst>
          </p:cNvPr>
          <p:cNvSpPr>
            <a:spLocks xmlns:a="http://schemas.openxmlformats.org/drawingml/2006/main" noGrp="1"/>
          </p:cNvSpPr>
          <p:nvPr/>
        </p:nvSpPr>
        <p:spPr>
          <a:xfrm xmlns:a="http://schemas.openxmlformats.org/drawingml/2006/main">
            <a:off x="11620500" y="36576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6" name="g811">
            <a:extLst xmlns:a="http://schemas.openxmlformats.org/drawingml/2006/main">
              <a:ext uri="{FF2B5EF4-FFF2-40B4-BE49-F238E27FC236}">
                <a16:creationId xmlns:a16="http://schemas.microsoft.com/office/drawing/2014/main" id="{F0F4D23F-BC7B-4FC9-B80A-BD8FF8C14E38}"/>
              </a:ext>
            </a:extLst>
          </p:cNvPr>
          <p:cNvSpPr>
            <a:spLocks xmlns:a="http://schemas.openxmlformats.org/drawingml/2006/main" noGrp="1"/>
          </p:cNvSpPr>
          <p:nvPr/>
        </p:nvSpPr>
        <p:spPr>
          <a:xfrm xmlns:a="http://schemas.openxmlformats.org/drawingml/2006/main">
            <a:off x="11620500" y="37433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7" name="g812">
            <a:extLst xmlns:a="http://schemas.openxmlformats.org/drawingml/2006/main">
              <a:ext uri="{FF2B5EF4-FFF2-40B4-BE49-F238E27FC236}">
                <a16:creationId xmlns:a16="http://schemas.microsoft.com/office/drawing/2014/main" id="{0DC57DA9-E80F-4F64-B366-D5B2AE22C69D}"/>
              </a:ext>
            </a:extLst>
          </p:cNvPr>
          <p:cNvSpPr>
            <a:spLocks xmlns:a="http://schemas.openxmlformats.org/drawingml/2006/main" noGrp="1"/>
          </p:cNvSpPr>
          <p:nvPr/>
        </p:nvSpPr>
        <p:spPr>
          <a:xfrm xmlns:a="http://schemas.openxmlformats.org/drawingml/2006/main">
            <a:off x="11620500" y="38290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8" name="g813">
            <a:extLst xmlns:a="http://schemas.openxmlformats.org/drawingml/2006/main">
              <a:ext uri="{FF2B5EF4-FFF2-40B4-BE49-F238E27FC236}">
                <a16:creationId xmlns:a16="http://schemas.microsoft.com/office/drawing/2014/main" id="{9CE3967A-EF9B-47E9-84F0-D52B88D05C3D}"/>
              </a:ext>
            </a:extLst>
          </p:cNvPr>
          <p:cNvSpPr>
            <a:spLocks xmlns:a="http://schemas.openxmlformats.org/drawingml/2006/main" noGrp="1"/>
          </p:cNvSpPr>
          <p:nvPr/>
        </p:nvSpPr>
        <p:spPr>
          <a:xfrm xmlns:a="http://schemas.openxmlformats.org/drawingml/2006/main">
            <a:off x="11620500" y="39147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29" name="g814">
            <a:extLst xmlns:a="http://schemas.openxmlformats.org/drawingml/2006/main">
              <a:ext uri="{FF2B5EF4-FFF2-40B4-BE49-F238E27FC236}">
                <a16:creationId xmlns:a16="http://schemas.microsoft.com/office/drawing/2014/main" id="{9116885D-C6BC-468E-9728-7908D1D76010}"/>
              </a:ext>
            </a:extLst>
          </p:cNvPr>
          <p:cNvSpPr>
            <a:spLocks xmlns:a="http://schemas.openxmlformats.org/drawingml/2006/main" noGrp="1"/>
          </p:cNvSpPr>
          <p:nvPr/>
        </p:nvSpPr>
        <p:spPr>
          <a:xfrm xmlns:a="http://schemas.openxmlformats.org/drawingml/2006/main">
            <a:off x="11620500" y="40005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0" name="g815">
            <a:extLst xmlns:a="http://schemas.openxmlformats.org/drawingml/2006/main">
              <a:ext uri="{FF2B5EF4-FFF2-40B4-BE49-F238E27FC236}">
                <a16:creationId xmlns:a16="http://schemas.microsoft.com/office/drawing/2014/main" id="{6FEB46B5-32E0-4756-9ABF-E8AFD2C09DB8}"/>
              </a:ext>
            </a:extLst>
          </p:cNvPr>
          <p:cNvSpPr>
            <a:spLocks xmlns:a="http://schemas.openxmlformats.org/drawingml/2006/main" noGrp="1"/>
          </p:cNvSpPr>
          <p:nvPr/>
        </p:nvSpPr>
        <p:spPr>
          <a:xfrm xmlns:a="http://schemas.openxmlformats.org/drawingml/2006/main">
            <a:off x="11620500" y="40862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1" name="g816">
            <a:extLst xmlns:a="http://schemas.openxmlformats.org/drawingml/2006/main">
              <a:ext uri="{FF2B5EF4-FFF2-40B4-BE49-F238E27FC236}">
                <a16:creationId xmlns:a16="http://schemas.microsoft.com/office/drawing/2014/main" id="{419BF920-508A-49EA-8CAD-38E5186DB960}"/>
              </a:ext>
            </a:extLst>
          </p:cNvPr>
          <p:cNvSpPr>
            <a:spLocks xmlns:a="http://schemas.openxmlformats.org/drawingml/2006/main" noGrp="1"/>
          </p:cNvSpPr>
          <p:nvPr/>
        </p:nvSpPr>
        <p:spPr>
          <a:xfrm xmlns:a="http://schemas.openxmlformats.org/drawingml/2006/main">
            <a:off x="11620500" y="41719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2" name="g817">
            <a:extLst xmlns:a="http://schemas.openxmlformats.org/drawingml/2006/main">
              <a:ext uri="{FF2B5EF4-FFF2-40B4-BE49-F238E27FC236}">
                <a16:creationId xmlns:a16="http://schemas.microsoft.com/office/drawing/2014/main" id="{14432EFE-9BF8-40A1-A370-2992E0B9CA79}"/>
              </a:ext>
            </a:extLst>
          </p:cNvPr>
          <p:cNvSpPr>
            <a:spLocks xmlns:a="http://schemas.openxmlformats.org/drawingml/2006/main" noGrp="1"/>
          </p:cNvSpPr>
          <p:nvPr/>
        </p:nvSpPr>
        <p:spPr>
          <a:xfrm xmlns:a="http://schemas.openxmlformats.org/drawingml/2006/main">
            <a:off x="11620500" y="4257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3" name="g818">
            <a:extLst xmlns:a="http://schemas.openxmlformats.org/drawingml/2006/main">
              <a:ext uri="{FF2B5EF4-FFF2-40B4-BE49-F238E27FC236}">
                <a16:creationId xmlns:a16="http://schemas.microsoft.com/office/drawing/2014/main" id="{134CB7E6-0A76-4A28-872D-57F73D8F2CB9}"/>
              </a:ext>
            </a:extLst>
          </p:cNvPr>
          <p:cNvSpPr>
            <a:spLocks xmlns:a="http://schemas.openxmlformats.org/drawingml/2006/main" noGrp="1"/>
          </p:cNvSpPr>
          <p:nvPr/>
        </p:nvSpPr>
        <p:spPr>
          <a:xfrm xmlns:a="http://schemas.openxmlformats.org/drawingml/2006/main">
            <a:off x="11620500" y="4343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4" name="g819">
            <a:extLst xmlns:a="http://schemas.openxmlformats.org/drawingml/2006/main">
              <a:ext uri="{FF2B5EF4-FFF2-40B4-BE49-F238E27FC236}">
                <a16:creationId xmlns:a16="http://schemas.microsoft.com/office/drawing/2014/main" id="{676BDD31-DBBE-42A5-93E8-E66EC709233B}"/>
              </a:ext>
            </a:extLst>
          </p:cNvPr>
          <p:cNvSpPr>
            <a:spLocks xmlns:a="http://schemas.openxmlformats.org/drawingml/2006/main" noGrp="1"/>
          </p:cNvSpPr>
          <p:nvPr/>
        </p:nvSpPr>
        <p:spPr>
          <a:xfrm xmlns:a="http://schemas.openxmlformats.org/drawingml/2006/main">
            <a:off x="11620500" y="4429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5" name="g820">
            <a:extLst xmlns:a="http://schemas.openxmlformats.org/drawingml/2006/main">
              <a:ext uri="{FF2B5EF4-FFF2-40B4-BE49-F238E27FC236}">
                <a16:creationId xmlns:a16="http://schemas.microsoft.com/office/drawing/2014/main" id="{8A21170A-21FD-4B74-958F-709D74987F2A}"/>
              </a:ext>
            </a:extLst>
          </p:cNvPr>
          <p:cNvSpPr>
            <a:spLocks xmlns:a="http://schemas.openxmlformats.org/drawingml/2006/main" noGrp="1"/>
          </p:cNvSpPr>
          <p:nvPr/>
        </p:nvSpPr>
        <p:spPr>
          <a:xfrm xmlns:a="http://schemas.openxmlformats.org/drawingml/2006/main">
            <a:off x="11620500" y="4514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6" name="g821">
            <a:extLst xmlns:a="http://schemas.openxmlformats.org/drawingml/2006/main">
              <a:ext uri="{FF2B5EF4-FFF2-40B4-BE49-F238E27FC236}">
                <a16:creationId xmlns:a16="http://schemas.microsoft.com/office/drawing/2014/main" id="{6B0D729C-F165-4B58-B88C-01B037BBA212}"/>
              </a:ext>
            </a:extLst>
          </p:cNvPr>
          <p:cNvSpPr>
            <a:spLocks xmlns:a="http://schemas.openxmlformats.org/drawingml/2006/main" noGrp="1"/>
          </p:cNvSpPr>
          <p:nvPr/>
        </p:nvSpPr>
        <p:spPr>
          <a:xfrm xmlns:a="http://schemas.openxmlformats.org/drawingml/2006/main">
            <a:off x="11620500" y="4600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7" name="g822">
            <a:extLst xmlns:a="http://schemas.openxmlformats.org/drawingml/2006/main">
              <a:ext uri="{FF2B5EF4-FFF2-40B4-BE49-F238E27FC236}">
                <a16:creationId xmlns:a16="http://schemas.microsoft.com/office/drawing/2014/main" id="{E07954FE-9F4D-4C6F-95DB-26135349A6B7}"/>
              </a:ext>
            </a:extLst>
          </p:cNvPr>
          <p:cNvSpPr>
            <a:spLocks xmlns:a="http://schemas.openxmlformats.org/drawingml/2006/main" noGrp="1"/>
          </p:cNvSpPr>
          <p:nvPr/>
        </p:nvSpPr>
        <p:spPr>
          <a:xfrm xmlns:a="http://schemas.openxmlformats.org/drawingml/2006/main">
            <a:off x="11620500" y="46863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8" name="g823">
            <a:extLst xmlns:a="http://schemas.openxmlformats.org/drawingml/2006/main">
              <a:ext uri="{FF2B5EF4-FFF2-40B4-BE49-F238E27FC236}">
                <a16:creationId xmlns:a16="http://schemas.microsoft.com/office/drawing/2014/main" id="{CDDBC730-F412-493D-A883-4DEBA358DAC5}"/>
              </a:ext>
            </a:extLst>
          </p:cNvPr>
          <p:cNvSpPr>
            <a:spLocks xmlns:a="http://schemas.openxmlformats.org/drawingml/2006/main" noGrp="1"/>
          </p:cNvSpPr>
          <p:nvPr/>
        </p:nvSpPr>
        <p:spPr>
          <a:xfrm xmlns:a="http://schemas.openxmlformats.org/drawingml/2006/main">
            <a:off x="11620500" y="47720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39" name="g824">
            <a:extLst xmlns:a="http://schemas.openxmlformats.org/drawingml/2006/main">
              <a:ext uri="{FF2B5EF4-FFF2-40B4-BE49-F238E27FC236}">
                <a16:creationId xmlns:a16="http://schemas.microsoft.com/office/drawing/2014/main" id="{3A0ED0A5-1746-4C05-BF33-9132D7795044}"/>
              </a:ext>
            </a:extLst>
          </p:cNvPr>
          <p:cNvSpPr>
            <a:spLocks xmlns:a="http://schemas.openxmlformats.org/drawingml/2006/main" noGrp="1"/>
          </p:cNvSpPr>
          <p:nvPr/>
        </p:nvSpPr>
        <p:spPr>
          <a:xfrm xmlns:a="http://schemas.openxmlformats.org/drawingml/2006/main">
            <a:off x="11620500" y="48577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0" name="g825">
            <a:extLst xmlns:a="http://schemas.openxmlformats.org/drawingml/2006/main">
              <a:ext uri="{FF2B5EF4-FFF2-40B4-BE49-F238E27FC236}">
                <a16:creationId xmlns:a16="http://schemas.microsoft.com/office/drawing/2014/main" id="{2972C8B7-CBAD-4E3E-A6A4-A662C996BC95}"/>
              </a:ext>
            </a:extLst>
          </p:cNvPr>
          <p:cNvSpPr>
            <a:spLocks xmlns:a="http://schemas.openxmlformats.org/drawingml/2006/main" noGrp="1"/>
          </p:cNvSpPr>
          <p:nvPr/>
        </p:nvSpPr>
        <p:spPr>
          <a:xfrm xmlns:a="http://schemas.openxmlformats.org/drawingml/2006/main">
            <a:off x="11620500" y="49434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1" name="g826">
            <a:extLst xmlns:a="http://schemas.openxmlformats.org/drawingml/2006/main">
              <a:ext uri="{FF2B5EF4-FFF2-40B4-BE49-F238E27FC236}">
                <a16:creationId xmlns:a16="http://schemas.microsoft.com/office/drawing/2014/main" id="{A117B3CA-4329-4DA1-993A-FCFF5CF4CFF3}"/>
              </a:ext>
            </a:extLst>
          </p:cNvPr>
          <p:cNvSpPr>
            <a:spLocks xmlns:a="http://schemas.openxmlformats.org/drawingml/2006/main" noGrp="1"/>
          </p:cNvSpPr>
          <p:nvPr/>
        </p:nvSpPr>
        <p:spPr>
          <a:xfrm xmlns:a="http://schemas.openxmlformats.org/drawingml/2006/main">
            <a:off x="11620500" y="50292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2" name="g827">
            <a:extLst xmlns:a="http://schemas.openxmlformats.org/drawingml/2006/main">
              <a:ext uri="{FF2B5EF4-FFF2-40B4-BE49-F238E27FC236}">
                <a16:creationId xmlns:a16="http://schemas.microsoft.com/office/drawing/2014/main" id="{F30C14D7-B439-4106-BCF4-A82D711D429C}"/>
              </a:ext>
            </a:extLst>
          </p:cNvPr>
          <p:cNvSpPr>
            <a:spLocks xmlns:a="http://schemas.openxmlformats.org/drawingml/2006/main" noGrp="1"/>
          </p:cNvSpPr>
          <p:nvPr/>
        </p:nvSpPr>
        <p:spPr>
          <a:xfrm xmlns:a="http://schemas.openxmlformats.org/drawingml/2006/main">
            <a:off x="11620500" y="51149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3" name="g828">
            <a:extLst xmlns:a="http://schemas.openxmlformats.org/drawingml/2006/main">
              <a:ext uri="{FF2B5EF4-FFF2-40B4-BE49-F238E27FC236}">
                <a16:creationId xmlns:a16="http://schemas.microsoft.com/office/drawing/2014/main" id="{5C1F598B-79C5-417A-9655-13E23503A68A}"/>
              </a:ext>
            </a:extLst>
          </p:cNvPr>
          <p:cNvSpPr>
            <a:spLocks xmlns:a="http://schemas.openxmlformats.org/drawingml/2006/main" noGrp="1"/>
          </p:cNvSpPr>
          <p:nvPr/>
        </p:nvSpPr>
        <p:spPr>
          <a:xfrm xmlns:a="http://schemas.openxmlformats.org/drawingml/2006/main">
            <a:off x="11620500" y="52006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4" name="g829">
            <a:extLst xmlns:a="http://schemas.openxmlformats.org/drawingml/2006/main">
              <a:ext uri="{FF2B5EF4-FFF2-40B4-BE49-F238E27FC236}">
                <a16:creationId xmlns:a16="http://schemas.microsoft.com/office/drawing/2014/main" id="{4E45A954-3FE5-4B39-8007-4B910A174AD6}"/>
              </a:ext>
            </a:extLst>
          </p:cNvPr>
          <p:cNvSpPr>
            <a:spLocks xmlns:a="http://schemas.openxmlformats.org/drawingml/2006/main" noGrp="1"/>
          </p:cNvSpPr>
          <p:nvPr/>
        </p:nvSpPr>
        <p:spPr>
          <a:xfrm xmlns:a="http://schemas.openxmlformats.org/drawingml/2006/main">
            <a:off x="11620500" y="52863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5" name="g830">
            <a:extLst xmlns:a="http://schemas.openxmlformats.org/drawingml/2006/main">
              <a:ext uri="{FF2B5EF4-FFF2-40B4-BE49-F238E27FC236}">
                <a16:creationId xmlns:a16="http://schemas.microsoft.com/office/drawing/2014/main" id="{1E5A69C3-8C85-4B30-A271-312985CE8485}"/>
              </a:ext>
            </a:extLst>
          </p:cNvPr>
          <p:cNvSpPr>
            <a:spLocks xmlns:a="http://schemas.openxmlformats.org/drawingml/2006/main" noGrp="1"/>
          </p:cNvSpPr>
          <p:nvPr/>
        </p:nvSpPr>
        <p:spPr>
          <a:xfrm xmlns:a="http://schemas.openxmlformats.org/drawingml/2006/main">
            <a:off x="11620500" y="53721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6" name="g831">
            <a:extLst xmlns:a="http://schemas.openxmlformats.org/drawingml/2006/main">
              <a:ext uri="{FF2B5EF4-FFF2-40B4-BE49-F238E27FC236}">
                <a16:creationId xmlns:a16="http://schemas.microsoft.com/office/drawing/2014/main" id="{780FC35F-5E15-462C-8625-AC132D637221}"/>
              </a:ext>
            </a:extLst>
          </p:cNvPr>
          <p:cNvSpPr>
            <a:spLocks xmlns:a="http://schemas.openxmlformats.org/drawingml/2006/main" noGrp="1"/>
          </p:cNvSpPr>
          <p:nvPr/>
        </p:nvSpPr>
        <p:spPr>
          <a:xfrm xmlns:a="http://schemas.openxmlformats.org/drawingml/2006/main">
            <a:off x="11620500" y="54578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7" name="g832">
            <a:extLst xmlns:a="http://schemas.openxmlformats.org/drawingml/2006/main">
              <a:ext uri="{FF2B5EF4-FFF2-40B4-BE49-F238E27FC236}">
                <a16:creationId xmlns:a16="http://schemas.microsoft.com/office/drawing/2014/main" id="{DBD7BA83-2938-4C94-AA0A-B312AF3AD18F}"/>
              </a:ext>
            </a:extLst>
          </p:cNvPr>
          <p:cNvSpPr>
            <a:spLocks xmlns:a="http://schemas.openxmlformats.org/drawingml/2006/main" noGrp="1"/>
          </p:cNvSpPr>
          <p:nvPr/>
        </p:nvSpPr>
        <p:spPr>
          <a:xfrm xmlns:a="http://schemas.openxmlformats.org/drawingml/2006/main">
            <a:off x="11620500" y="55435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8" name="g833">
            <a:extLst xmlns:a="http://schemas.openxmlformats.org/drawingml/2006/main">
              <a:ext uri="{FF2B5EF4-FFF2-40B4-BE49-F238E27FC236}">
                <a16:creationId xmlns:a16="http://schemas.microsoft.com/office/drawing/2014/main" id="{E3DF4556-9ACD-4B3B-8493-2FFAEED3BADD}"/>
              </a:ext>
            </a:extLst>
          </p:cNvPr>
          <p:cNvSpPr>
            <a:spLocks xmlns:a="http://schemas.openxmlformats.org/drawingml/2006/main" noGrp="1"/>
          </p:cNvSpPr>
          <p:nvPr/>
        </p:nvSpPr>
        <p:spPr>
          <a:xfrm xmlns:a="http://schemas.openxmlformats.org/drawingml/2006/main">
            <a:off x="11620500" y="56292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449" name="g834">
            <a:extLst xmlns:a="http://schemas.openxmlformats.org/drawingml/2006/main">
              <a:ext uri="{FF2B5EF4-FFF2-40B4-BE49-F238E27FC236}">
                <a16:creationId xmlns:a16="http://schemas.microsoft.com/office/drawing/2014/main" id="{86178AC6-F8D8-4C8B-BAB2-E6D8811681EE}"/>
              </a:ext>
            </a:extLst>
          </p:cNvPr>
          <p:cNvSpPr>
            <a:spLocks xmlns:a="http://schemas.openxmlformats.org/drawingml/2006/main" noGrp="1"/>
          </p:cNvSpPr>
          <p:nvPr/>
        </p:nvSpPr>
        <p:spPr>
          <a:xfrm xmlns:a="http://schemas.openxmlformats.org/drawingml/2006/main">
            <a:off x="115728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0" name="g835">
            <a:extLst xmlns:a="http://schemas.openxmlformats.org/drawingml/2006/main">
              <a:ext uri="{FF2B5EF4-FFF2-40B4-BE49-F238E27FC236}">
                <a16:creationId xmlns:a16="http://schemas.microsoft.com/office/drawing/2014/main" id="{335FC79E-DE40-43A1-A70D-FB2DCE721DC6}"/>
              </a:ext>
            </a:extLst>
          </p:cNvPr>
          <p:cNvSpPr>
            <a:spLocks xmlns:a="http://schemas.openxmlformats.org/drawingml/2006/main" noGrp="1"/>
          </p:cNvSpPr>
          <p:nvPr/>
        </p:nvSpPr>
        <p:spPr>
          <a:xfrm xmlns:a="http://schemas.openxmlformats.org/drawingml/2006/main">
            <a:off x="114871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1" name="g836">
            <a:extLst xmlns:a="http://schemas.openxmlformats.org/drawingml/2006/main">
              <a:ext uri="{FF2B5EF4-FFF2-40B4-BE49-F238E27FC236}">
                <a16:creationId xmlns:a16="http://schemas.microsoft.com/office/drawing/2014/main" id="{291C1AE9-713C-4492-B470-BEBEEDA4FEA2}"/>
              </a:ext>
            </a:extLst>
          </p:cNvPr>
          <p:cNvSpPr>
            <a:spLocks xmlns:a="http://schemas.openxmlformats.org/drawingml/2006/main" noGrp="1"/>
          </p:cNvSpPr>
          <p:nvPr/>
        </p:nvSpPr>
        <p:spPr>
          <a:xfrm xmlns:a="http://schemas.openxmlformats.org/drawingml/2006/main">
            <a:off x="114014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2" name="g837">
            <a:extLst xmlns:a="http://schemas.openxmlformats.org/drawingml/2006/main">
              <a:ext uri="{FF2B5EF4-FFF2-40B4-BE49-F238E27FC236}">
                <a16:creationId xmlns:a16="http://schemas.microsoft.com/office/drawing/2014/main" id="{41016338-D07F-46DC-A18E-2A138C82889E}"/>
              </a:ext>
            </a:extLst>
          </p:cNvPr>
          <p:cNvSpPr>
            <a:spLocks xmlns:a="http://schemas.openxmlformats.org/drawingml/2006/main" noGrp="1"/>
          </p:cNvSpPr>
          <p:nvPr/>
        </p:nvSpPr>
        <p:spPr>
          <a:xfrm xmlns:a="http://schemas.openxmlformats.org/drawingml/2006/main">
            <a:off x="113157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3" name="g838">
            <a:extLst xmlns:a="http://schemas.openxmlformats.org/drawingml/2006/main">
              <a:ext uri="{FF2B5EF4-FFF2-40B4-BE49-F238E27FC236}">
                <a16:creationId xmlns:a16="http://schemas.microsoft.com/office/drawing/2014/main" id="{1C1A284A-FE69-49F0-B9A1-ACD7F3410917}"/>
              </a:ext>
            </a:extLst>
          </p:cNvPr>
          <p:cNvSpPr>
            <a:spLocks xmlns:a="http://schemas.openxmlformats.org/drawingml/2006/main" noGrp="1"/>
          </p:cNvSpPr>
          <p:nvPr/>
        </p:nvSpPr>
        <p:spPr>
          <a:xfrm xmlns:a="http://schemas.openxmlformats.org/drawingml/2006/main">
            <a:off x="112299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4" name="g839">
            <a:extLst xmlns:a="http://schemas.openxmlformats.org/drawingml/2006/main">
              <a:ext uri="{FF2B5EF4-FFF2-40B4-BE49-F238E27FC236}">
                <a16:creationId xmlns:a16="http://schemas.microsoft.com/office/drawing/2014/main" id="{474E4D94-84AE-4038-8F38-4B775F189632}"/>
              </a:ext>
            </a:extLst>
          </p:cNvPr>
          <p:cNvSpPr>
            <a:spLocks xmlns:a="http://schemas.openxmlformats.org/drawingml/2006/main" noGrp="1"/>
          </p:cNvSpPr>
          <p:nvPr/>
        </p:nvSpPr>
        <p:spPr>
          <a:xfrm xmlns:a="http://schemas.openxmlformats.org/drawingml/2006/main">
            <a:off x="111442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5" name="g840">
            <a:extLst xmlns:a="http://schemas.openxmlformats.org/drawingml/2006/main">
              <a:ext uri="{FF2B5EF4-FFF2-40B4-BE49-F238E27FC236}">
                <a16:creationId xmlns:a16="http://schemas.microsoft.com/office/drawing/2014/main" id="{9EC2DAA6-2A04-4071-9FFE-3C2E14D7D6BE}"/>
              </a:ext>
            </a:extLst>
          </p:cNvPr>
          <p:cNvSpPr>
            <a:spLocks xmlns:a="http://schemas.openxmlformats.org/drawingml/2006/main" noGrp="1"/>
          </p:cNvSpPr>
          <p:nvPr/>
        </p:nvSpPr>
        <p:spPr>
          <a:xfrm xmlns:a="http://schemas.openxmlformats.org/drawingml/2006/main">
            <a:off x="110585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6" name="g841">
            <a:extLst xmlns:a="http://schemas.openxmlformats.org/drawingml/2006/main">
              <a:ext uri="{FF2B5EF4-FFF2-40B4-BE49-F238E27FC236}">
                <a16:creationId xmlns:a16="http://schemas.microsoft.com/office/drawing/2014/main" id="{E3B83452-CC60-4F60-B5B7-DA59D1ECA5D0}"/>
              </a:ext>
            </a:extLst>
          </p:cNvPr>
          <p:cNvSpPr>
            <a:spLocks xmlns:a="http://schemas.openxmlformats.org/drawingml/2006/main" noGrp="1"/>
          </p:cNvSpPr>
          <p:nvPr/>
        </p:nvSpPr>
        <p:spPr>
          <a:xfrm xmlns:a="http://schemas.openxmlformats.org/drawingml/2006/main">
            <a:off x="109728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7" name="g842">
            <a:extLst xmlns:a="http://schemas.openxmlformats.org/drawingml/2006/main">
              <a:ext uri="{FF2B5EF4-FFF2-40B4-BE49-F238E27FC236}">
                <a16:creationId xmlns:a16="http://schemas.microsoft.com/office/drawing/2014/main" id="{6D5158A3-5030-4837-863E-314C18871BC7}"/>
              </a:ext>
            </a:extLst>
          </p:cNvPr>
          <p:cNvSpPr>
            <a:spLocks xmlns:a="http://schemas.openxmlformats.org/drawingml/2006/main" noGrp="1"/>
          </p:cNvSpPr>
          <p:nvPr/>
        </p:nvSpPr>
        <p:spPr>
          <a:xfrm xmlns:a="http://schemas.openxmlformats.org/drawingml/2006/main">
            <a:off x="108870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8" name="g843">
            <a:extLst xmlns:a="http://schemas.openxmlformats.org/drawingml/2006/main">
              <a:ext uri="{FF2B5EF4-FFF2-40B4-BE49-F238E27FC236}">
                <a16:creationId xmlns:a16="http://schemas.microsoft.com/office/drawing/2014/main" id="{7605FA2A-E608-4158-BCCB-E60D31D2413F}"/>
              </a:ext>
            </a:extLst>
          </p:cNvPr>
          <p:cNvSpPr>
            <a:spLocks xmlns:a="http://schemas.openxmlformats.org/drawingml/2006/main" noGrp="1"/>
          </p:cNvSpPr>
          <p:nvPr/>
        </p:nvSpPr>
        <p:spPr>
          <a:xfrm xmlns:a="http://schemas.openxmlformats.org/drawingml/2006/main">
            <a:off x="108013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59" name="g844">
            <a:extLst xmlns:a="http://schemas.openxmlformats.org/drawingml/2006/main">
              <a:ext uri="{FF2B5EF4-FFF2-40B4-BE49-F238E27FC236}">
                <a16:creationId xmlns:a16="http://schemas.microsoft.com/office/drawing/2014/main" id="{73747CCB-050F-4675-8A79-53AB1FF837FC}"/>
              </a:ext>
            </a:extLst>
          </p:cNvPr>
          <p:cNvSpPr>
            <a:spLocks xmlns:a="http://schemas.openxmlformats.org/drawingml/2006/main" noGrp="1"/>
          </p:cNvSpPr>
          <p:nvPr/>
        </p:nvSpPr>
        <p:spPr>
          <a:xfrm xmlns:a="http://schemas.openxmlformats.org/drawingml/2006/main">
            <a:off x="107156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0" name="g845">
            <a:extLst xmlns:a="http://schemas.openxmlformats.org/drawingml/2006/main">
              <a:ext uri="{FF2B5EF4-FFF2-40B4-BE49-F238E27FC236}">
                <a16:creationId xmlns:a16="http://schemas.microsoft.com/office/drawing/2014/main" id="{4CDB8468-1A72-46E0-B57D-F33FEFA70028}"/>
              </a:ext>
            </a:extLst>
          </p:cNvPr>
          <p:cNvSpPr>
            <a:spLocks xmlns:a="http://schemas.openxmlformats.org/drawingml/2006/main" noGrp="1"/>
          </p:cNvSpPr>
          <p:nvPr/>
        </p:nvSpPr>
        <p:spPr>
          <a:xfrm xmlns:a="http://schemas.openxmlformats.org/drawingml/2006/main">
            <a:off x="106299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1" name="g846">
            <a:extLst xmlns:a="http://schemas.openxmlformats.org/drawingml/2006/main">
              <a:ext uri="{FF2B5EF4-FFF2-40B4-BE49-F238E27FC236}">
                <a16:creationId xmlns:a16="http://schemas.microsoft.com/office/drawing/2014/main" id="{F84ABF1A-7C56-4004-B0F9-B92F9C639B1F}"/>
              </a:ext>
            </a:extLst>
          </p:cNvPr>
          <p:cNvSpPr>
            <a:spLocks xmlns:a="http://schemas.openxmlformats.org/drawingml/2006/main" noGrp="1"/>
          </p:cNvSpPr>
          <p:nvPr/>
        </p:nvSpPr>
        <p:spPr>
          <a:xfrm xmlns:a="http://schemas.openxmlformats.org/drawingml/2006/main">
            <a:off x="105441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2" name="g847">
            <a:extLst xmlns:a="http://schemas.openxmlformats.org/drawingml/2006/main">
              <a:ext uri="{FF2B5EF4-FFF2-40B4-BE49-F238E27FC236}">
                <a16:creationId xmlns:a16="http://schemas.microsoft.com/office/drawing/2014/main" id="{EE3D1F2C-9352-490F-BDF0-CAD3B53FF023}"/>
              </a:ext>
            </a:extLst>
          </p:cNvPr>
          <p:cNvSpPr>
            <a:spLocks xmlns:a="http://schemas.openxmlformats.org/drawingml/2006/main" noGrp="1"/>
          </p:cNvSpPr>
          <p:nvPr/>
        </p:nvSpPr>
        <p:spPr>
          <a:xfrm xmlns:a="http://schemas.openxmlformats.org/drawingml/2006/main">
            <a:off x="104584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3" name="g848">
            <a:extLst xmlns:a="http://schemas.openxmlformats.org/drawingml/2006/main">
              <a:ext uri="{FF2B5EF4-FFF2-40B4-BE49-F238E27FC236}">
                <a16:creationId xmlns:a16="http://schemas.microsoft.com/office/drawing/2014/main" id="{5BE47209-6A5A-4D8C-942C-B70562C27E55}"/>
              </a:ext>
            </a:extLst>
          </p:cNvPr>
          <p:cNvSpPr>
            <a:spLocks xmlns:a="http://schemas.openxmlformats.org/drawingml/2006/main" noGrp="1"/>
          </p:cNvSpPr>
          <p:nvPr/>
        </p:nvSpPr>
        <p:spPr>
          <a:xfrm xmlns:a="http://schemas.openxmlformats.org/drawingml/2006/main">
            <a:off x="103727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4" name="g849">
            <a:extLst xmlns:a="http://schemas.openxmlformats.org/drawingml/2006/main">
              <a:ext uri="{FF2B5EF4-FFF2-40B4-BE49-F238E27FC236}">
                <a16:creationId xmlns:a16="http://schemas.microsoft.com/office/drawing/2014/main" id="{CACE7BAF-DEBD-4A07-AE2B-26D12C3B321D}"/>
              </a:ext>
            </a:extLst>
          </p:cNvPr>
          <p:cNvSpPr>
            <a:spLocks xmlns:a="http://schemas.openxmlformats.org/drawingml/2006/main" noGrp="1"/>
          </p:cNvSpPr>
          <p:nvPr/>
        </p:nvSpPr>
        <p:spPr>
          <a:xfrm xmlns:a="http://schemas.openxmlformats.org/drawingml/2006/main">
            <a:off x="102870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5" name="g850">
            <a:extLst xmlns:a="http://schemas.openxmlformats.org/drawingml/2006/main">
              <a:ext uri="{FF2B5EF4-FFF2-40B4-BE49-F238E27FC236}">
                <a16:creationId xmlns:a16="http://schemas.microsoft.com/office/drawing/2014/main" id="{9ED12349-4E2C-4337-82AD-D8B321C29230}"/>
              </a:ext>
            </a:extLst>
          </p:cNvPr>
          <p:cNvSpPr>
            <a:spLocks xmlns:a="http://schemas.openxmlformats.org/drawingml/2006/main" noGrp="1"/>
          </p:cNvSpPr>
          <p:nvPr/>
        </p:nvSpPr>
        <p:spPr>
          <a:xfrm xmlns:a="http://schemas.openxmlformats.org/drawingml/2006/main">
            <a:off x="102012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6" name="g851">
            <a:extLst xmlns:a="http://schemas.openxmlformats.org/drawingml/2006/main">
              <a:ext uri="{FF2B5EF4-FFF2-40B4-BE49-F238E27FC236}">
                <a16:creationId xmlns:a16="http://schemas.microsoft.com/office/drawing/2014/main" id="{B36B284B-29DC-4697-9B6B-709D8E3B3587}"/>
              </a:ext>
            </a:extLst>
          </p:cNvPr>
          <p:cNvSpPr>
            <a:spLocks xmlns:a="http://schemas.openxmlformats.org/drawingml/2006/main" noGrp="1"/>
          </p:cNvSpPr>
          <p:nvPr/>
        </p:nvSpPr>
        <p:spPr>
          <a:xfrm xmlns:a="http://schemas.openxmlformats.org/drawingml/2006/main">
            <a:off x="101155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7" name="g852">
            <a:extLst xmlns:a="http://schemas.openxmlformats.org/drawingml/2006/main">
              <a:ext uri="{FF2B5EF4-FFF2-40B4-BE49-F238E27FC236}">
                <a16:creationId xmlns:a16="http://schemas.microsoft.com/office/drawing/2014/main" id="{1C278120-E6A2-47A7-96B2-F56ACF3DC260}"/>
              </a:ext>
            </a:extLst>
          </p:cNvPr>
          <p:cNvSpPr>
            <a:spLocks xmlns:a="http://schemas.openxmlformats.org/drawingml/2006/main" noGrp="1"/>
          </p:cNvSpPr>
          <p:nvPr/>
        </p:nvSpPr>
        <p:spPr>
          <a:xfrm xmlns:a="http://schemas.openxmlformats.org/drawingml/2006/main">
            <a:off x="100298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8" name="g853">
            <a:extLst xmlns:a="http://schemas.openxmlformats.org/drawingml/2006/main">
              <a:ext uri="{FF2B5EF4-FFF2-40B4-BE49-F238E27FC236}">
                <a16:creationId xmlns:a16="http://schemas.microsoft.com/office/drawing/2014/main" id="{567BCA34-56BD-4D3C-80BC-31CABC70C33E}"/>
              </a:ext>
            </a:extLst>
          </p:cNvPr>
          <p:cNvSpPr>
            <a:spLocks xmlns:a="http://schemas.openxmlformats.org/drawingml/2006/main" noGrp="1"/>
          </p:cNvSpPr>
          <p:nvPr/>
        </p:nvSpPr>
        <p:spPr>
          <a:xfrm xmlns:a="http://schemas.openxmlformats.org/drawingml/2006/main">
            <a:off x="99441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69" name="g854">
            <a:extLst xmlns:a="http://schemas.openxmlformats.org/drawingml/2006/main">
              <a:ext uri="{FF2B5EF4-FFF2-40B4-BE49-F238E27FC236}">
                <a16:creationId xmlns:a16="http://schemas.microsoft.com/office/drawing/2014/main" id="{AE5D9738-94AF-4806-8F76-FF4413CE71FE}"/>
              </a:ext>
            </a:extLst>
          </p:cNvPr>
          <p:cNvSpPr>
            <a:spLocks xmlns:a="http://schemas.openxmlformats.org/drawingml/2006/main" noGrp="1"/>
          </p:cNvSpPr>
          <p:nvPr/>
        </p:nvSpPr>
        <p:spPr>
          <a:xfrm xmlns:a="http://schemas.openxmlformats.org/drawingml/2006/main">
            <a:off x="98583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0" name="g855">
            <a:extLst xmlns:a="http://schemas.openxmlformats.org/drawingml/2006/main">
              <a:ext uri="{FF2B5EF4-FFF2-40B4-BE49-F238E27FC236}">
                <a16:creationId xmlns:a16="http://schemas.microsoft.com/office/drawing/2014/main" id="{CA47A570-5207-4ACB-B498-BF5156F19755}"/>
              </a:ext>
            </a:extLst>
          </p:cNvPr>
          <p:cNvSpPr>
            <a:spLocks xmlns:a="http://schemas.openxmlformats.org/drawingml/2006/main" noGrp="1"/>
          </p:cNvSpPr>
          <p:nvPr/>
        </p:nvSpPr>
        <p:spPr>
          <a:xfrm xmlns:a="http://schemas.openxmlformats.org/drawingml/2006/main">
            <a:off x="97726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1" name="g856">
            <a:extLst xmlns:a="http://schemas.openxmlformats.org/drawingml/2006/main">
              <a:ext uri="{FF2B5EF4-FFF2-40B4-BE49-F238E27FC236}">
                <a16:creationId xmlns:a16="http://schemas.microsoft.com/office/drawing/2014/main" id="{211F82C6-5061-42D5-9705-DA135DB7E525}"/>
              </a:ext>
            </a:extLst>
          </p:cNvPr>
          <p:cNvSpPr>
            <a:spLocks xmlns:a="http://schemas.openxmlformats.org/drawingml/2006/main" noGrp="1"/>
          </p:cNvSpPr>
          <p:nvPr/>
        </p:nvSpPr>
        <p:spPr>
          <a:xfrm xmlns:a="http://schemas.openxmlformats.org/drawingml/2006/main">
            <a:off x="96869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2" name="g857">
            <a:extLst xmlns:a="http://schemas.openxmlformats.org/drawingml/2006/main">
              <a:ext uri="{FF2B5EF4-FFF2-40B4-BE49-F238E27FC236}">
                <a16:creationId xmlns:a16="http://schemas.microsoft.com/office/drawing/2014/main" id="{9AA4F350-89FA-4F65-B951-8C265F463031}"/>
              </a:ext>
            </a:extLst>
          </p:cNvPr>
          <p:cNvSpPr>
            <a:spLocks xmlns:a="http://schemas.openxmlformats.org/drawingml/2006/main" noGrp="1"/>
          </p:cNvSpPr>
          <p:nvPr/>
        </p:nvSpPr>
        <p:spPr>
          <a:xfrm xmlns:a="http://schemas.openxmlformats.org/drawingml/2006/main">
            <a:off x="96012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3" name="g858">
            <a:extLst xmlns:a="http://schemas.openxmlformats.org/drawingml/2006/main">
              <a:ext uri="{FF2B5EF4-FFF2-40B4-BE49-F238E27FC236}">
                <a16:creationId xmlns:a16="http://schemas.microsoft.com/office/drawing/2014/main" id="{C41469D6-D184-4222-91EA-CBF1CAC7FDEF}"/>
              </a:ext>
            </a:extLst>
          </p:cNvPr>
          <p:cNvSpPr>
            <a:spLocks xmlns:a="http://schemas.openxmlformats.org/drawingml/2006/main" noGrp="1"/>
          </p:cNvSpPr>
          <p:nvPr/>
        </p:nvSpPr>
        <p:spPr>
          <a:xfrm xmlns:a="http://schemas.openxmlformats.org/drawingml/2006/main">
            <a:off x="95154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4" name="g859">
            <a:extLst xmlns:a="http://schemas.openxmlformats.org/drawingml/2006/main">
              <a:ext uri="{FF2B5EF4-FFF2-40B4-BE49-F238E27FC236}">
                <a16:creationId xmlns:a16="http://schemas.microsoft.com/office/drawing/2014/main" id="{0201DB5D-5F62-4078-AEFB-C69577917CC7}"/>
              </a:ext>
            </a:extLst>
          </p:cNvPr>
          <p:cNvSpPr>
            <a:spLocks xmlns:a="http://schemas.openxmlformats.org/drawingml/2006/main" noGrp="1"/>
          </p:cNvSpPr>
          <p:nvPr/>
        </p:nvSpPr>
        <p:spPr>
          <a:xfrm xmlns:a="http://schemas.openxmlformats.org/drawingml/2006/main">
            <a:off x="94297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5" name="g860">
            <a:extLst xmlns:a="http://schemas.openxmlformats.org/drawingml/2006/main">
              <a:ext uri="{FF2B5EF4-FFF2-40B4-BE49-F238E27FC236}">
                <a16:creationId xmlns:a16="http://schemas.microsoft.com/office/drawing/2014/main" id="{20F7DC5A-78CB-4CEC-AD80-CC44D1C1E07B}"/>
              </a:ext>
            </a:extLst>
          </p:cNvPr>
          <p:cNvSpPr>
            <a:spLocks xmlns:a="http://schemas.openxmlformats.org/drawingml/2006/main" noGrp="1"/>
          </p:cNvSpPr>
          <p:nvPr/>
        </p:nvSpPr>
        <p:spPr>
          <a:xfrm xmlns:a="http://schemas.openxmlformats.org/drawingml/2006/main">
            <a:off x="93440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6" name="g861">
            <a:extLst xmlns:a="http://schemas.openxmlformats.org/drawingml/2006/main">
              <a:ext uri="{FF2B5EF4-FFF2-40B4-BE49-F238E27FC236}">
                <a16:creationId xmlns:a16="http://schemas.microsoft.com/office/drawing/2014/main" id="{5CCA0461-7CBF-4D8A-82BC-8A63180A858B}"/>
              </a:ext>
            </a:extLst>
          </p:cNvPr>
          <p:cNvSpPr>
            <a:spLocks xmlns:a="http://schemas.openxmlformats.org/drawingml/2006/main" noGrp="1"/>
          </p:cNvSpPr>
          <p:nvPr/>
        </p:nvSpPr>
        <p:spPr>
          <a:xfrm xmlns:a="http://schemas.openxmlformats.org/drawingml/2006/main">
            <a:off x="92583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7" name="g862">
            <a:extLst xmlns:a="http://schemas.openxmlformats.org/drawingml/2006/main">
              <a:ext uri="{FF2B5EF4-FFF2-40B4-BE49-F238E27FC236}">
                <a16:creationId xmlns:a16="http://schemas.microsoft.com/office/drawing/2014/main" id="{B576FF7B-7126-4C24-8931-E0B9BF512A6C}"/>
              </a:ext>
            </a:extLst>
          </p:cNvPr>
          <p:cNvSpPr>
            <a:spLocks xmlns:a="http://schemas.openxmlformats.org/drawingml/2006/main" noGrp="1"/>
          </p:cNvSpPr>
          <p:nvPr/>
        </p:nvSpPr>
        <p:spPr>
          <a:xfrm xmlns:a="http://schemas.openxmlformats.org/drawingml/2006/main">
            <a:off x="91725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8" name="g863">
            <a:extLst xmlns:a="http://schemas.openxmlformats.org/drawingml/2006/main">
              <a:ext uri="{FF2B5EF4-FFF2-40B4-BE49-F238E27FC236}">
                <a16:creationId xmlns:a16="http://schemas.microsoft.com/office/drawing/2014/main" id="{C712CC66-FB32-4E94-8B6F-3AA3DDBF9AEA}"/>
              </a:ext>
            </a:extLst>
          </p:cNvPr>
          <p:cNvSpPr>
            <a:spLocks xmlns:a="http://schemas.openxmlformats.org/drawingml/2006/main" noGrp="1"/>
          </p:cNvSpPr>
          <p:nvPr/>
        </p:nvSpPr>
        <p:spPr>
          <a:xfrm xmlns:a="http://schemas.openxmlformats.org/drawingml/2006/main">
            <a:off x="90868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79" name="g864">
            <a:extLst xmlns:a="http://schemas.openxmlformats.org/drawingml/2006/main">
              <a:ext uri="{FF2B5EF4-FFF2-40B4-BE49-F238E27FC236}">
                <a16:creationId xmlns:a16="http://schemas.microsoft.com/office/drawing/2014/main" id="{1335CB3F-AF60-4A6E-A8D3-1CE9122926E1}"/>
              </a:ext>
            </a:extLst>
          </p:cNvPr>
          <p:cNvSpPr>
            <a:spLocks xmlns:a="http://schemas.openxmlformats.org/drawingml/2006/main" noGrp="1"/>
          </p:cNvSpPr>
          <p:nvPr/>
        </p:nvSpPr>
        <p:spPr>
          <a:xfrm xmlns:a="http://schemas.openxmlformats.org/drawingml/2006/main">
            <a:off x="90011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0" name="g865">
            <a:extLst xmlns:a="http://schemas.openxmlformats.org/drawingml/2006/main">
              <a:ext uri="{FF2B5EF4-FFF2-40B4-BE49-F238E27FC236}">
                <a16:creationId xmlns:a16="http://schemas.microsoft.com/office/drawing/2014/main" id="{EC87F4F5-0B15-411D-9ACD-92B332A20D5F}"/>
              </a:ext>
            </a:extLst>
          </p:cNvPr>
          <p:cNvSpPr>
            <a:spLocks xmlns:a="http://schemas.openxmlformats.org/drawingml/2006/main" noGrp="1"/>
          </p:cNvSpPr>
          <p:nvPr/>
        </p:nvSpPr>
        <p:spPr>
          <a:xfrm xmlns:a="http://schemas.openxmlformats.org/drawingml/2006/main">
            <a:off x="89154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1" name="g866">
            <a:extLst xmlns:a="http://schemas.openxmlformats.org/drawingml/2006/main">
              <a:ext uri="{FF2B5EF4-FFF2-40B4-BE49-F238E27FC236}">
                <a16:creationId xmlns:a16="http://schemas.microsoft.com/office/drawing/2014/main" id="{25D9479F-F3B3-4407-89E2-09EBA663602E}"/>
              </a:ext>
            </a:extLst>
          </p:cNvPr>
          <p:cNvSpPr>
            <a:spLocks xmlns:a="http://schemas.openxmlformats.org/drawingml/2006/main" noGrp="1"/>
          </p:cNvSpPr>
          <p:nvPr/>
        </p:nvSpPr>
        <p:spPr>
          <a:xfrm xmlns:a="http://schemas.openxmlformats.org/drawingml/2006/main">
            <a:off x="88296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2" name="g867">
            <a:extLst xmlns:a="http://schemas.openxmlformats.org/drawingml/2006/main">
              <a:ext uri="{FF2B5EF4-FFF2-40B4-BE49-F238E27FC236}">
                <a16:creationId xmlns:a16="http://schemas.microsoft.com/office/drawing/2014/main" id="{89CEE8CD-36BF-4B81-BD11-0F4787FD59FD}"/>
              </a:ext>
            </a:extLst>
          </p:cNvPr>
          <p:cNvSpPr>
            <a:spLocks xmlns:a="http://schemas.openxmlformats.org/drawingml/2006/main" noGrp="1"/>
          </p:cNvSpPr>
          <p:nvPr/>
        </p:nvSpPr>
        <p:spPr>
          <a:xfrm xmlns:a="http://schemas.openxmlformats.org/drawingml/2006/main">
            <a:off x="87439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3" name="g868">
            <a:extLst xmlns:a="http://schemas.openxmlformats.org/drawingml/2006/main">
              <a:ext uri="{FF2B5EF4-FFF2-40B4-BE49-F238E27FC236}">
                <a16:creationId xmlns:a16="http://schemas.microsoft.com/office/drawing/2014/main" id="{78E268BA-049A-46CF-BE6A-0D8091C4B2DB}"/>
              </a:ext>
            </a:extLst>
          </p:cNvPr>
          <p:cNvSpPr>
            <a:spLocks xmlns:a="http://schemas.openxmlformats.org/drawingml/2006/main" noGrp="1"/>
          </p:cNvSpPr>
          <p:nvPr/>
        </p:nvSpPr>
        <p:spPr>
          <a:xfrm xmlns:a="http://schemas.openxmlformats.org/drawingml/2006/main">
            <a:off x="86582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4" name="g869">
            <a:extLst xmlns:a="http://schemas.openxmlformats.org/drawingml/2006/main">
              <a:ext uri="{FF2B5EF4-FFF2-40B4-BE49-F238E27FC236}">
                <a16:creationId xmlns:a16="http://schemas.microsoft.com/office/drawing/2014/main" id="{27A1F1BB-0D85-42EE-840A-50D612E2420B}"/>
              </a:ext>
            </a:extLst>
          </p:cNvPr>
          <p:cNvSpPr>
            <a:spLocks xmlns:a="http://schemas.openxmlformats.org/drawingml/2006/main" noGrp="1"/>
          </p:cNvSpPr>
          <p:nvPr/>
        </p:nvSpPr>
        <p:spPr>
          <a:xfrm xmlns:a="http://schemas.openxmlformats.org/drawingml/2006/main">
            <a:off x="85725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5" name="g870">
            <a:extLst xmlns:a="http://schemas.openxmlformats.org/drawingml/2006/main">
              <a:ext uri="{FF2B5EF4-FFF2-40B4-BE49-F238E27FC236}">
                <a16:creationId xmlns:a16="http://schemas.microsoft.com/office/drawing/2014/main" id="{C1942598-D23C-44FA-8FF0-13B702446C1E}"/>
              </a:ext>
            </a:extLst>
          </p:cNvPr>
          <p:cNvSpPr>
            <a:spLocks xmlns:a="http://schemas.openxmlformats.org/drawingml/2006/main" noGrp="1"/>
          </p:cNvSpPr>
          <p:nvPr/>
        </p:nvSpPr>
        <p:spPr>
          <a:xfrm xmlns:a="http://schemas.openxmlformats.org/drawingml/2006/main">
            <a:off x="84867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6" name="g871">
            <a:extLst xmlns:a="http://schemas.openxmlformats.org/drawingml/2006/main">
              <a:ext uri="{FF2B5EF4-FFF2-40B4-BE49-F238E27FC236}">
                <a16:creationId xmlns:a16="http://schemas.microsoft.com/office/drawing/2014/main" id="{B533B7F5-8AB7-481E-9217-65F42EE456ED}"/>
              </a:ext>
            </a:extLst>
          </p:cNvPr>
          <p:cNvSpPr>
            <a:spLocks xmlns:a="http://schemas.openxmlformats.org/drawingml/2006/main" noGrp="1"/>
          </p:cNvSpPr>
          <p:nvPr/>
        </p:nvSpPr>
        <p:spPr>
          <a:xfrm xmlns:a="http://schemas.openxmlformats.org/drawingml/2006/main">
            <a:off x="84010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7" name="g872">
            <a:extLst xmlns:a="http://schemas.openxmlformats.org/drawingml/2006/main">
              <a:ext uri="{FF2B5EF4-FFF2-40B4-BE49-F238E27FC236}">
                <a16:creationId xmlns:a16="http://schemas.microsoft.com/office/drawing/2014/main" id="{B2527FE4-A276-4315-858A-9810EDB5E7C3}"/>
              </a:ext>
            </a:extLst>
          </p:cNvPr>
          <p:cNvSpPr>
            <a:spLocks xmlns:a="http://schemas.openxmlformats.org/drawingml/2006/main" noGrp="1"/>
          </p:cNvSpPr>
          <p:nvPr/>
        </p:nvSpPr>
        <p:spPr>
          <a:xfrm xmlns:a="http://schemas.openxmlformats.org/drawingml/2006/main">
            <a:off x="83153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8" name="g873">
            <a:extLst xmlns:a="http://schemas.openxmlformats.org/drawingml/2006/main">
              <a:ext uri="{FF2B5EF4-FFF2-40B4-BE49-F238E27FC236}">
                <a16:creationId xmlns:a16="http://schemas.microsoft.com/office/drawing/2014/main" id="{2BC76007-BFD5-400D-8CC0-E3C91E49F0BA}"/>
              </a:ext>
            </a:extLst>
          </p:cNvPr>
          <p:cNvSpPr>
            <a:spLocks xmlns:a="http://schemas.openxmlformats.org/drawingml/2006/main" noGrp="1"/>
          </p:cNvSpPr>
          <p:nvPr/>
        </p:nvSpPr>
        <p:spPr>
          <a:xfrm xmlns:a="http://schemas.openxmlformats.org/drawingml/2006/main">
            <a:off x="82296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89" name="g874">
            <a:extLst xmlns:a="http://schemas.openxmlformats.org/drawingml/2006/main">
              <a:ext uri="{FF2B5EF4-FFF2-40B4-BE49-F238E27FC236}">
                <a16:creationId xmlns:a16="http://schemas.microsoft.com/office/drawing/2014/main" id="{84199086-C848-4C65-AC70-F7C06A48D611}"/>
              </a:ext>
            </a:extLst>
          </p:cNvPr>
          <p:cNvSpPr>
            <a:spLocks xmlns:a="http://schemas.openxmlformats.org/drawingml/2006/main" noGrp="1"/>
          </p:cNvSpPr>
          <p:nvPr/>
        </p:nvSpPr>
        <p:spPr>
          <a:xfrm xmlns:a="http://schemas.openxmlformats.org/drawingml/2006/main">
            <a:off x="81438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0" name="g875">
            <a:extLst xmlns:a="http://schemas.openxmlformats.org/drawingml/2006/main">
              <a:ext uri="{FF2B5EF4-FFF2-40B4-BE49-F238E27FC236}">
                <a16:creationId xmlns:a16="http://schemas.microsoft.com/office/drawing/2014/main" id="{0C5F61F4-EA33-4B9E-A31F-CFD259C3A8C0}"/>
              </a:ext>
            </a:extLst>
          </p:cNvPr>
          <p:cNvSpPr>
            <a:spLocks xmlns:a="http://schemas.openxmlformats.org/drawingml/2006/main" noGrp="1"/>
          </p:cNvSpPr>
          <p:nvPr/>
        </p:nvSpPr>
        <p:spPr>
          <a:xfrm xmlns:a="http://schemas.openxmlformats.org/drawingml/2006/main">
            <a:off x="80581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1" name="g876">
            <a:extLst xmlns:a="http://schemas.openxmlformats.org/drawingml/2006/main">
              <a:ext uri="{FF2B5EF4-FFF2-40B4-BE49-F238E27FC236}">
                <a16:creationId xmlns:a16="http://schemas.microsoft.com/office/drawing/2014/main" id="{8DBBC634-989F-4707-A16A-608CC4FFE288}"/>
              </a:ext>
            </a:extLst>
          </p:cNvPr>
          <p:cNvSpPr>
            <a:spLocks xmlns:a="http://schemas.openxmlformats.org/drawingml/2006/main" noGrp="1"/>
          </p:cNvSpPr>
          <p:nvPr/>
        </p:nvSpPr>
        <p:spPr>
          <a:xfrm xmlns:a="http://schemas.openxmlformats.org/drawingml/2006/main">
            <a:off x="79724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2" name="g877">
            <a:extLst xmlns:a="http://schemas.openxmlformats.org/drawingml/2006/main">
              <a:ext uri="{FF2B5EF4-FFF2-40B4-BE49-F238E27FC236}">
                <a16:creationId xmlns:a16="http://schemas.microsoft.com/office/drawing/2014/main" id="{6910F679-365C-4BE0-967F-1440A9AE69E7}"/>
              </a:ext>
            </a:extLst>
          </p:cNvPr>
          <p:cNvSpPr>
            <a:spLocks xmlns:a="http://schemas.openxmlformats.org/drawingml/2006/main" noGrp="1"/>
          </p:cNvSpPr>
          <p:nvPr/>
        </p:nvSpPr>
        <p:spPr>
          <a:xfrm xmlns:a="http://schemas.openxmlformats.org/drawingml/2006/main">
            <a:off x="78867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3" name="g878">
            <a:extLst xmlns:a="http://schemas.openxmlformats.org/drawingml/2006/main">
              <a:ext uri="{FF2B5EF4-FFF2-40B4-BE49-F238E27FC236}">
                <a16:creationId xmlns:a16="http://schemas.microsoft.com/office/drawing/2014/main" id="{5BC92498-53F9-4C9F-87B1-AF4198886143}"/>
              </a:ext>
            </a:extLst>
          </p:cNvPr>
          <p:cNvSpPr>
            <a:spLocks xmlns:a="http://schemas.openxmlformats.org/drawingml/2006/main" noGrp="1"/>
          </p:cNvSpPr>
          <p:nvPr/>
        </p:nvSpPr>
        <p:spPr>
          <a:xfrm xmlns:a="http://schemas.openxmlformats.org/drawingml/2006/main">
            <a:off x="78009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4" name="g879">
            <a:extLst xmlns:a="http://schemas.openxmlformats.org/drawingml/2006/main">
              <a:ext uri="{FF2B5EF4-FFF2-40B4-BE49-F238E27FC236}">
                <a16:creationId xmlns:a16="http://schemas.microsoft.com/office/drawing/2014/main" id="{D0BB3129-06C1-4A7D-997A-7844C78B9CB5}"/>
              </a:ext>
            </a:extLst>
          </p:cNvPr>
          <p:cNvSpPr>
            <a:spLocks xmlns:a="http://schemas.openxmlformats.org/drawingml/2006/main" noGrp="1"/>
          </p:cNvSpPr>
          <p:nvPr/>
        </p:nvSpPr>
        <p:spPr>
          <a:xfrm xmlns:a="http://schemas.openxmlformats.org/drawingml/2006/main">
            <a:off x="77152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5" name="g880">
            <a:extLst xmlns:a="http://schemas.openxmlformats.org/drawingml/2006/main">
              <a:ext uri="{FF2B5EF4-FFF2-40B4-BE49-F238E27FC236}">
                <a16:creationId xmlns:a16="http://schemas.microsoft.com/office/drawing/2014/main" id="{133EC84E-D5CE-481B-8513-DD404711214B}"/>
              </a:ext>
            </a:extLst>
          </p:cNvPr>
          <p:cNvSpPr>
            <a:spLocks xmlns:a="http://schemas.openxmlformats.org/drawingml/2006/main" noGrp="1"/>
          </p:cNvSpPr>
          <p:nvPr/>
        </p:nvSpPr>
        <p:spPr>
          <a:xfrm xmlns:a="http://schemas.openxmlformats.org/drawingml/2006/main">
            <a:off x="76295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6" name="g881">
            <a:extLst xmlns:a="http://schemas.openxmlformats.org/drawingml/2006/main">
              <a:ext uri="{FF2B5EF4-FFF2-40B4-BE49-F238E27FC236}">
                <a16:creationId xmlns:a16="http://schemas.microsoft.com/office/drawing/2014/main" id="{8B625270-29C5-40E3-9C42-0806005CD340}"/>
              </a:ext>
            </a:extLst>
          </p:cNvPr>
          <p:cNvSpPr>
            <a:spLocks xmlns:a="http://schemas.openxmlformats.org/drawingml/2006/main" noGrp="1"/>
          </p:cNvSpPr>
          <p:nvPr/>
        </p:nvSpPr>
        <p:spPr>
          <a:xfrm xmlns:a="http://schemas.openxmlformats.org/drawingml/2006/main">
            <a:off x="75438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7" name="g882">
            <a:extLst xmlns:a="http://schemas.openxmlformats.org/drawingml/2006/main">
              <a:ext uri="{FF2B5EF4-FFF2-40B4-BE49-F238E27FC236}">
                <a16:creationId xmlns:a16="http://schemas.microsoft.com/office/drawing/2014/main" id="{E8F88B0D-41BA-42ED-830B-F1013237250A}"/>
              </a:ext>
            </a:extLst>
          </p:cNvPr>
          <p:cNvSpPr>
            <a:spLocks xmlns:a="http://schemas.openxmlformats.org/drawingml/2006/main" noGrp="1"/>
          </p:cNvSpPr>
          <p:nvPr/>
        </p:nvSpPr>
        <p:spPr>
          <a:xfrm xmlns:a="http://schemas.openxmlformats.org/drawingml/2006/main">
            <a:off x="74580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8" name="g883">
            <a:extLst xmlns:a="http://schemas.openxmlformats.org/drawingml/2006/main">
              <a:ext uri="{FF2B5EF4-FFF2-40B4-BE49-F238E27FC236}">
                <a16:creationId xmlns:a16="http://schemas.microsoft.com/office/drawing/2014/main" id="{BB1F4671-2A37-49D6-833B-64EF1CEB0BD8}"/>
              </a:ext>
            </a:extLst>
          </p:cNvPr>
          <p:cNvSpPr>
            <a:spLocks xmlns:a="http://schemas.openxmlformats.org/drawingml/2006/main" noGrp="1"/>
          </p:cNvSpPr>
          <p:nvPr/>
        </p:nvSpPr>
        <p:spPr>
          <a:xfrm xmlns:a="http://schemas.openxmlformats.org/drawingml/2006/main">
            <a:off x="73723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499" name="g884">
            <a:extLst xmlns:a="http://schemas.openxmlformats.org/drawingml/2006/main">
              <a:ext uri="{FF2B5EF4-FFF2-40B4-BE49-F238E27FC236}">
                <a16:creationId xmlns:a16="http://schemas.microsoft.com/office/drawing/2014/main" id="{82B1E570-D614-4E8D-B7C1-B3C756B4B184}"/>
              </a:ext>
            </a:extLst>
          </p:cNvPr>
          <p:cNvSpPr>
            <a:spLocks xmlns:a="http://schemas.openxmlformats.org/drawingml/2006/main" noGrp="1"/>
          </p:cNvSpPr>
          <p:nvPr/>
        </p:nvSpPr>
        <p:spPr>
          <a:xfrm xmlns:a="http://schemas.openxmlformats.org/drawingml/2006/main">
            <a:off x="72866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0" name="g885">
            <a:extLst xmlns:a="http://schemas.openxmlformats.org/drawingml/2006/main">
              <a:ext uri="{FF2B5EF4-FFF2-40B4-BE49-F238E27FC236}">
                <a16:creationId xmlns:a16="http://schemas.microsoft.com/office/drawing/2014/main" id="{5FFC20BD-F10D-4B2B-A398-F2687E101CC6}"/>
              </a:ext>
            </a:extLst>
          </p:cNvPr>
          <p:cNvSpPr>
            <a:spLocks xmlns:a="http://schemas.openxmlformats.org/drawingml/2006/main" noGrp="1"/>
          </p:cNvSpPr>
          <p:nvPr/>
        </p:nvSpPr>
        <p:spPr>
          <a:xfrm xmlns:a="http://schemas.openxmlformats.org/drawingml/2006/main">
            <a:off x="72009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1" name="g886">
            <a:extLst xmlns:a="http://schemas.openxmlformats.org/drawingml/2006/main">
              <a:ext uri="{FF2B5EF4-FFF2-40B4-BE49-F238E27FC236}">
                <a16:creationId xmlns:a16="http://schemas.microsoft.com/office/drawing/2014/main" id="{F4394186-A03D-4CB1-BB66-C45555D3E0EE}"/>
              </a:ext>
            </a:extLst>
          </p:cNvPr>
          <p:cNvSpPr>
            <a:spLocks xmlns:a="http://schemas.openxmlformats.org/drawingml/2006/main" noGrp="1"/>
          </p:cNvSpPr>
          <p:nvPr/>
        </p:nvSpPr>
        <p:spPr>
          <a:xfrm xmlns:a="http://schemas.openxmlformats.org/drawingml/2006/main">
            <a:off x="71151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2" name="g887">
            <a:extLst xmlns:a="http://schemas.openxmlformats.org/drawingml/2006/main">
              <a:ext uri="{FF2B5EF4-FFF2-40B4-BE49-F238E27FC236}">
                <a16:creationId xmlns:a16="http://schemas.microsoft.com/office/drawing/2014/main" id="{1572CD87-CFB3-496E-9883-B4687FEFCAD8}"/>
              </a:ext>
            </a:extLst>
          </p:cNvPr>
          <p:cNvSpPr>
            <a:spLocks xmlns:a="http://schemas.openxmlformats.org/drawingml/2006/main" noGrp="1"/>
          </p:cNvSpPr>
          <p:nvPr/>
        </p:nvSpPr>
        <p:spPr>
          <a:xfrm xmlns:a="http://schemas.openxmlformats.org/drawingml/2006/main">
            <a:off x="70294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3" name="g888">
            <a:extLst xmlns:a="http://schemas.openxmlformats.org/drawingml/2006/main">
              <a:ext uri="{FF2B5EF4-FFF2-40B4-BE49-F238E27FC236}">
                <a16:creationId xmlns:a16="http://schemas.microsoft.com/office/drawing/2014/main" id="{D3D2ECE2-8B5C-4E71-9AC9-6F378276B533}"/>
              </a:ext>
            </a:extLst>
          </p:cNvPr>
          <p:cNvSpPr>
            <a:spLocks xmlns:a="http://schemas.openxmlformats.org/drawingml/2006/main" noGrp="1"/>
          </p:cNvSpPr>
          <p:nvPr/>
        </p:nvSpPr>
        <p:spPr>
          <a:xfrm xmlns:a="http://schemas.openxmlformats.org/drawingml/2006/main">
            <a:off x="69437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4" name="g889">
            <a:extLst xmlns:a="http://schemas.openxmlformats.org/drawingml/2006/main">
              <a:ext uri="{FF2B5EF4-FFF2-40B4-BE49-F238E27FC236}">
                <a16:creationId xmlns:a16="http://schemas.microsoft.com/office/drawing/2014/main" id="{E0B4C8B1-7704-4620-B14F-8C712364981C}"/>
              </a:ext>
            </a:extLst>
          </p:cNvPr>
          <p:cNvSpPr>
            <a:spLocks xmlns:a="http://schemas.openxmlformats.org/drawingml/2006/main" noGrp="1"/>
          </p:cNvSpPr>
          <p:nvPr/>
        </p:nvSpPr>
        <p:spPr>
          <a:xfrm xmlns:a="http://schemas.openxmlformats.org/drawingml/2006/main">
            <a:off x="68580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5" name="g890">
            <a:extLst xmlns:a="http://schemas.openxmlformats.org/drawingml/2006/main">
              <a:ext uri="{FF2B5EF4-FFF2-40B4-BE49-F238E27FC236}">
                <a16:creationId xmlns:a16="http://schemas.microsoft.com/office/drawing/2014/main" id="{F4E4C132-0020-4AD1-9C0D-E1C076DFE92D}"/>
              </a:ext>
            </a:extLst>
          </p:cNvPr>
          <p:cNvSpPr>
            <a:spLocks xmlns:a="http://schemas.openxmlformats.org/drawingml/2006/main" noGrp="1"/>
          </p:cNvSpPr>
          <p:nvPr/>
        </p:nvSpPr>
        <p:spPr>
          <a:xfrm xmlns:a="http://schemas.openxmlformats.org/drawingml/2006/main">
            <a:off x="67722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6" name="g891">
            <a:extLst xmlns:a="http://schemas.openxmlformats.org/drawingml/2006/main">
              <a:ext uri="{FF2B5EF4-FFF2-40B4-BE49-F238E27FC236}">
                <a16:creationId xmlns:a16="http://schemas.microsoft.com/office/drawing/2014/main" id="{367541D2-A4A5-4CD7-9DE5-89B9404FB035}"/>
              </a:ext>
            </a:extLst>
          </p:cNvPr>
          <p:cNvSpPr>
            <a:spLocks xmlns:a="http://schemas.openxmlformats.org/drawingml/2006/main" noGrp="1"/>
          </p:cNvSpPr>
          <p:nvPr/>
        </p:nvSpPr>
        <p:spPr>
          <a:xfrm xmlns:a="http://schemas.openxmlformats.org/drawingml/2006/main">
            <a:off x="66865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7" name="g892">
            <a:extLst xmlns:a="http://schemas.openxmlformats.org/drawingml/2006/main">
              <a:ext uri="{FF2B5EF4-FFF2-40B4-BE49-F238E27FC236}">
                <a16:creationId xmlns:a16="http://schemas.microsoft.com/office/drawing/2014/main" id="{9B9B03BE-3FD8-4018-B974-39256098F2D0}"/>
              </a:ext>
            </a:extLst>
          </p:cNvPr>
          <p:cNvSpPr>
            <a:spLocks xmlns:a="http://schemas.openxmlformats.org/drawingml/2006/main" noGrp="1"/>
          </p:cNvSpPr>
          <p:nvPr/>
        </p:nvSpPr>
        <p:spPr>
          <a:xfrm xmlns:a="http://schemas.openxmlformats.org/drawingml/2006/main">
            <a:off x="66008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8" name="g893">
            <a:extLst xmlns:a="http://schemas.openxmlformats.org/drawingml/2006/main">
              <a:ext uri="{FF2B5EF4-FFF2-40B4-BE49-F238E27FC236}">
                <a16:creationId xmlns:a16="http://schemas.microsoft.com/office/drawing/2014/main" id="{FC6C9A23-DED7-4B15-861A-835C758BAF99}"/>
              </a:ext>
            </a:extLst>
          </p:cNvPr>
          <p:cNvSpPr>
            <a:spLocks xmlns:a="http://schemas.openxmlformats.org/drawingml/2006/main" noGrp="1"/>
          </p:cNvSpPr>
          <p:nvPr/>
        </p:nvSpPr>
        <p:spPr>
          <a:xfrm xmlns:a="http://schemas.openxmlformats.org/drawingml/2006/main">
            <a:off x="65151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09" name="g894">
            <a:extLst xmlns:a="http://schemas.openxmlformats.org/drawingml/2006/main">
              <a:ext uri="{FF2B5EF4-FFF2-40B4-BE49-F238E27FC236}">
                <a16:creationId xmlns:a16="http://schemas.microsoft.com/office/drawing/2014/main" id="{3B242FD8-DDE0-4A95-9060-2C07130F93ED}"/>
              </a:ext>
            </a:extLst>
          </p:cNvPr>
          <p:cNvSpPr>
            <a:spLocks xmlns:a="http://schemas.openxmlformats.org/drawingml/2006/main" noGrp="1"/>
          </p:cNvSpPr>
          <p:nvPr/>
        </p:nvSpPr>
        <p:spPr>
          <a:xfrm xmlns:a="http://schemas.openxmlformats.org/drawingml/2006/main">
            <a:off x="64293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0" name="g895">
            <a:extLst xmlns:a="http://schemas.openxmlformats.org/drawingml/2006/main">
              <a:ext uri="{FF2B5EF4-FFF2-40B4-BE49-F238E27FC236}">
                <a16:creationId xmlns:a16="http://schemas.microsoft.com/office/drawing/2014/main" id="{0268D7CC-D795-45C0-9EDA-4838CEA33C03}"/>
              </a:ext>
            </a:extLst>
          </p:cNvPr>
          <p:cNvSpPr>
            <a:spLocks xmlns:a="http://schemas.openxmlformats.org/drawingml/2006/main" noGrp="1"/>
          </p:cNvSpPr>
          <p:nvPr/>
        </p:nvSpPr>
        <p:spPr>
          <a:xfrm xmlns:a="http://schemas.openxmlformats.org/drawingml/2006/main">
            <a:off x="63436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1" name="g896">
            <a:extLst xmlns:a="http://schemas.openxmlformats.org/drawingml/2006/main">
              <a:ext uri="{FF2B5EF4-FFF2-40B4-BE49-F238E27FC236}">
                <a16:creationId xmlns:a16="http://schemas.microsoft.com/office/drawing/2014/main" id="{CE8E9FBC-1754-4965-A2AE-76061CDA1F96}"/>
              </a:ext>
            </a:extLst>
          </p:cNvPr>
          <p:cNvSpPr>
            <a:spLocks xmlns:a="http://schemas.openxmlformats.org/drawingml/2006/main" noGrp="1"/>
          </p:cNvSpPr>
          <p:nvPr/>
        </p:nvSpPr>
        <p:spPr>
          <a:xfrm xmlns:a="http://schemas.openxmlformats.org/drawingml/2006/main">
            <a:off x="62579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2" name="g897">
            <a:extLst xmlns:a="http://schemas.openxmlformats.org/drawingml/2006/main">
              <a:ext uri="{FF2B5EF4-FFF2-40B4-BE49-F238E27FC236}">
                <a16:creationId xmlns:a16="http://schemas.microsoft.com/office/drawing/2014/main" id="{416D879E-8257-4B69-94C0-6919D1400277}"/>
              </a:ext>
            </a:extLst>
          </p:cNvPr>
          <p:cNvSpPr>
            <a:spLocks xmlns:a="http://schemas.openxmlformats.org/drawingml/2006/main" noGrp="1"/>
          </p:cNvSpPr>
          <p:nvPr/>
        </p:nvSpPr>
        <p:spPr>
          <a:xfrm xmlns:a="http://schemas.openxmlformats.org/drawingml/2006/main">
            <a:off x="61722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3" name="g898">
            <a:extLst xmlns:a="http://schemas.openxmlformats.org/drawingml/2006/main">
              <a:ext uri="{FF2B5EF4-FFF2-40B4-BE49-F238E27FC236}">
                <a16:creationId xmlns:a16="http://schemas.microsoft.com/office/drawing/2014/main" id="{610C7324-7BC4-4576-A19F-1E2FCFD3997E}"/>
              </a:ext>
            </a:extLst>
          </p:cNvPr>
          <p:cNvSpPr>
            <a:spLocks xmlns:a="http://schemas.openxmlformats.org/drawingml/2006/main" noGrp="1"/>
          </p:cNvSpPr>
          <p:nvPr/>
        </p:nvSpPr>
        <p:spPr>
          <a:xfrm xmlns:a="http://schemas.openxmlformats.org/drawingml/2006/main">
            <a:off x="60864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4" name="g899">
            <a:extLst xmlns:a="http://schemas.openxmlformats.org/drawingml/2006/main">
              <a:ext uri="{FF2B5EF4-FFF2-40B4-BE49-F238E27FC236}">
                <a16:creationId xmlns:a16="http://schemas.microsoft.com/office/drawing/2014/main" id="{36B5228D-709C-41FA-9FA5-3CC8E9573649}"/>
              </a:ext>
            </a:extLst>
          </p:cNvPr>
          <p:cNvSpPr>
            <a:spLocks xmlns:a="http://schemas.openxmlformats.org/drawingml/2006/main" noGrp="1"/>
          </p:cNvSpPr>
          <p:nvPr/>
        </p:nvSpPr>
        <p:spPr>
          <a:xfrm xmlns:a="http://schemas.openxmlformats.org/drawingml/2006/main">
            <a:off x="60007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5" name="g900">
            <a:extLst xmlns:a="http://schemas.openxmlformats.org/drawingml/2006/main">
              <a:ext uri="{FF2B5EF4-FFF2-40B4-BE49-F238E27FC236}">
                <a16:creationId xmlns:a16="http://schemas.microsoft.com/office/drawing/2014/main" id="{BC6B55CB-C3B0-481A-8B09-460B5B107DB4}"/>
              </a:ext>
            </a:extLst>
          </p:cNvPr>
          <p:cNvSpPr>
            <a:spLocks xmlns:a="http://schemas.openxmlformats.org/drawingml/2006/main" noGrp="1"/>
          </p:cNvSpPr>
          <p:nvPr/>
        </p:nvSpPr>
        <p:spPr>
          <a:xfrm xmlns:a="http://schemas.openxmlformats.org/drawingml/2006/main">
            <a:off x="59150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6" name="g901">
            <a:extLst xmlns:a="http://schemas.openxmlformats.org/drawingml/2006/main">
              <a:ext uri="{FF2B5EF4-FFF2-40B4-BE49-F238E27FC236}">
                <a16:creationId xmlns:a16="http://schemas.microsoft.com/office/drawing/2014/main" id="{2E11CAB2-98E2-48F3-A766-AEBFD23CCE08}"/>
              </a:ext>
            </a:extLst>
          </p:cNvPr>
          <p:cNvSpPr>
            <a:spLocks xmlns:a="http://schemas.openxmlformats.org/drawingml/2006/main" noGrp="1"/>
          </p:cNvSpPr>
          <p:nvPr/>
        </p:nvSpPr>
        <p:spPr>
          <a:xfrm xmlns:a="http://schemas.openxmlformats.org/drawingml/2006/main">
            <a:off x="58293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7" name="g902">
            <a:extLst xmlns:a="http://schemas.openxmlformats.org/drawingml/2006/main">
              <a:ext uri="{FF2B5EF4-FFF2-40B4-BE49-F238E27FC236}">
                <a16:creationId xmlns:a16="http://schemas.microsoft.com/office/drawing/2014/main" id="{935E0896-196D-4CBA-BAF0-1EA73048BE47}"/>
              </a:ext>
            </a:extLst>
          </p:cNvPr>
          <p:cNvSpPr>
            <a:spLocks xmlns:a="http://schemas.openxmlformats.org/drawingml/2006/main" noGrp="1"/>
          </p:cNvSpPr>
          <p:nvPr/>
        </p:nvSpPr>
        <p:spPr>
          <a:xfrm xmlns:a="http://schemas.openxmlformats.org/drawingml/2006/main">
            <a:off x="57435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8" name="g903">
            <a:extLst xmlns:a="http://schemas.openxmlformats.org/drawingml/2006/main">
              <a:ext uri="{FF2B5EF4-FFF2-40B4-BE49-F238E27FC236}">
                <a16:creationId xmlns:a16="http://schemas.microsoft.com/office/drawing/2014/main" id="{5E0B7D6D-401D-4506-8EC9-8EBD8FED4F63}"/>
              </a:ext>
            </a:extLst>
          </p:cNvPr>
          <p:cNvSpPr>
            <a:spLocks xmlns:a="http://schemas.openxmlformats.org/drawingml/2006/main" noGrp="1"/>
          </p:cNvSpPr>
          <p:nvPr/>
        </p:nvSpPr>
        <p:spPr>
          <a:xfrm xmlns:a="http://schemas.openxmlformats.org/drawingml/2006/main">
            <a:off x="56578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19" name="g904">
            <a:extLst xmlns:a="http://schemas.openxmlformats.org/drawingml/2006/main">
              <a:ext uri="{FF2B5EF4-FFF2-40B4-BE49-F238E27FC236}">
                <a16:creationId xmlns:a16="http://schemas.microsoft.com/office/drawing/2014/main" id="{8329A460-DD45-4CF3-8A7E-55FF9D36322C}"/>
              </a:ext>
            </a:extLst>
          </p:cNvPr>
          <p:cNvSpPr>
            <a:spLocks xmlns:a="http://schemas.openxmlformats.org/drawingml/2006/main" noGrp="1"/>
          </p:cNvSpPr>
          <p:nvPr/>
        </p:nvSpPr>
        <p:spPr>
          <a:xfrm xmlns:a="http://schemas.openxmlformats.org/drawingml/2006/main">
            <a:off x="55721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0" name="g905">
            <a:extLst xmlns:a="http://schemas.openxmlformats.org/drawingml/2006/main">
              <a:ext uri="{FF2B5EF4-FFF2-40B4-BE49-F238E27FC236}">
                <a16:creationId xmlns:a16="http://schemas.microsoft.com/office/drawing/2014/main" id="{CA7F449B-23D6-4EAC-9CEF-FA7587D6A279}"/>
              </a:ext>
            </a:extLst>
          </p:cNvPr>
          <p:cNvSpPr>
            <a:spLocks xmlns:a="http://schemas.openxmlformats.org/drawingml/2006/main" noGrp="1"/>
          </p:cNvSpPr>
          <p:nvPr/>
        </p:nvSpPr>
        <p:spPr>
          <a:xfrm xmlns:a="http://schemas.openxmlformats.org/drawingml/2006/main">
            <a:off x="54864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1" name="g906">
            <a:extLst xmlns:a="http://schemas.openxmlformats.org/drawingml/2006/main">
              <a:ext uri="{FF2B5EF4-FFF2-40B4-BE49-F238E27FC236}">
                <a16:creationId xmlns:a16="http://schemas.microsoft.com/office/drawing/2014/main" id="{F1939292-B0FF-4252-8E6D-A12A53143F0A}"/>
              </a:ext>
            </a:extLst>
          </p:cNvPr>
          <p:cNvSpPr>
            <a:spLocks xmlns:a="http://schemas.openxmlformats.org/drawingml/2006/main" noGrp="1"/>
          </p:cNvSpPr>
          <p:nvPr/>
        </p:nvSpPr>
        <p:spPr>
          <a:xfrm xmlns:a="http://schemas.openxmlformats.org/drawingml/2006/main">
            <a:off x="54006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2" name="g907">
            <a:extLst xmlns:a="http://schemas.openxmlformats.org/drawingml/2006/main">
              <a:ext uri="{FF2B5EF4-FFF2-40B4-BE49-F238E27FC236}">
                <a16:creationId xmlns:a16="http://schemas.microsoft.com/office/drawing/2014/main" id="{1A19E5D2-B6A4-40E6-996E-3E2DB765362D}"/>
              </a:ext>
            </a:extLst>
          </p:cNvPr>
          <p:cNvSpPr>
            <a:spLocks xmlns:a="http://schemas.openxmlformats.org/drawingml/2006/main" noGrp="1"/>
          </p:cNvSpPr>
          <p:nvPr/>
        </p:nvSpPr>
        <p:spPr>
          <a:xfrm xmlns:a="http://schemas.openxmlformats.org/drawingml/2006/main">
            <a:off x="53149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3" name="g908">
            <a:extLst xmlns:a="http://schemas.openxmlformats.org/drawingml/2006/main">
              <a:ext uri="{FF2B5EF4-FFF2-40B4-BE49-F238E27FC236}">
                <a16:creationId xmlns:a16="http://schemas.microsoft.com/office/drawing/2014/main" id="{14523189-4A7E-4AA6-817C-4C6C733DBAA2}"/>
              </a:ext>
            </a:extLst>
          </p:cNvPr>
          <p:cNvSpPr>
            <a:spLocks xmlns:a="http://schemas.openxmlformats.org/drawingml/2006/main" noGrp="1"/>
          </p:cNvSpPr>
          <p:nvPr/>
        </p:nvSpPr>
        <p:spPr>
          <a:xfrm xmlns:a="http://schemas.openxmlformats.org/drawingml/2006/main">
            <a:off x="52292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4" name="g909">
            <a:extLst xmlns:a="http://schemas.openxmlformats.org/drawingml/2006/main">
              <a:ext uri="{FF2B5EF4-FFF2-40B4-BE49-F238E27FC236}">
                <a16:creationId xmlns:a16="http://schemas.microsoft.com/office/drawing/2014/main" id="{E3F0FD7D-AC94-496A-8457-8E7F11B8E9AF}"/>
              </a:ext>
            </a:extLst>
          </p:cNvPr>
          <p:cNvSpPr>
            <a:spLocks xmlns:a="http://schemas.openxmlformats.org/drawingml/2006/main" noGrp="1"/>
          </p:cNvSpPr>
          <p:nvPr/>
        </p:nvSpPr>
        <p:spPr>
          <a:xfrm xmlns:a="http://schemas.openxmlformats.org/drawingml/2006/main">
            <a:off x="51435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5" name="g910">
            <a:extLst xmlns:a="http://schemas.openxmlformats.org/drawingml/2006/main">
              <a:ext uri="{FF2B5EF4-FFF2-40B4-BE49-F238E27FC236}">
                <a16:creationId xmlns:a16="http://schemas.microsoft.com/office/drawing/2014/main" id="{292C6255-4203-443B-9315-B0E9F39C86F4}"/>
              </a:ext>
            </a:extLst>
          </p:cNvPr>
          <p:cNvSpPr>
            <a:spLocks xmlns:a="http://schemas.openxmlformats.org/drawingml/2006/main" noGrp="1"/>
          </p:cNvSpPr>
          <p:nvPr/>
        </p:nvSpPr>
        <p:spPr>
          <a:xfrm xmlns:a="http://schemas.openxmlformats.org/drawingml/2006/main">
            <a:off x="50577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6" name="g911">
            <a:extLst xmlns:a="http://schemas.openxmlformats.org/drawingml/2006/main">
              <a:ext uri="{FF2B5EF4-FFF2-40B4-BE49-F238E27FC236}">
                <a16:creationId xmlns:a16="http://schemas.microsoft.com/office/drawing/2014/main" id="{8F437B14-E078-42E0-BECE-0EF8C3EABB91}"/>
              </a:ext>
            </a:extLst>
          </p:cNvPr>
          <p:cNvSpPr>
            <a:spLocks xmlns:a="http://schemas.openxmlformats.org/drawingml/2006/main" noGrp="1"/>
          </p:cNvSpPr>
          <p:nvPr/>
        </p:nvSpPr>
        <p:spPr>
          <a:xfrm xmlns:a="http://schemas.openxmlformats.org/drawingml/2006/main">
            <a:off x="49720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7" name="g912">
            <a:extLst xmlns:a="http://schemas.openxmlformats.org/drawingml/2006/main">
              <a:ext uri="{FF2B5EF4-FFF2-40B4-BE49-F238E27FC236}">
                <a16:creationId xmlns:a16="http://schemas.microsoft.com/office/drawing/2014/main" id="{B04634C4-7F16-4957-B9C1-9C9C14DEC384}"/>
              </a:ext>
            </a:extLst>
          </p:cNvPr>
          <p:cNvSpPr>
            <a:spLocks xmlns:a="http://schemas.openxmlformats.org/drawingml/2006/main" noGrp="1"/>
          </p:cNvSpPr>
          <p:nvPr/>
        </p:nvSpPr>
        <p:spPr>
          <a:xfrm xmlns:a="http://schemas.openxmlformats.org/drawingml/2006/main">
            <a:off x="48863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8" name="g913">
            <a:extLst xmlns:a="http://schemas.openxmlformats.org/drawingml/2006/main">
              <a:ext uri="{FF2B5EF4-FFF2-40B4-BE49-F238E27FC236}">
                <a16:creationId xmlns:a16="http://schemas.microsoft.com/office/drawing/2014/main" id="{007DE93C-2885-4AA4-9D77-3780F067D1BE}"/>
              </a:ext>
            </a:extLst>
          </p:cNvPr>
          <p:cNvSpPr>
            <a:spLocks xmlns:a="http://schemas.openxmlformats.org/drawingml/2006/main" noGrp="1"/>
          </p:cNvSpPr>
          <p:nvPr/>
        </p:nvSpPr>
        <p:spPr>
          <a:xfrm xmlns:a="http://schemas.openxmlformats.org/drawingml/2006/main">
            <a:off x="48006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29" name="g914">
            <a:extLst xmlns:a="http://schemas.openxmlformats.org/drawingml/2006/main">
              <a:ext uri="{FF2B5EF4-FFF2-40B4-BE49-F238E27FC236}">
                <a16:creationId xmlns:a16="http://schemas.microsoft.com/office/drawing/2014/main" id="{294B2F05-EB62-462E-9415-7F60732324A0}"/>
              </a:ext>
            </a:extLst>
          </p:cNvPr>
          <p:cNvSpPr>
            <a:spLocks xmlns:a="http://schemas.openxmlformats.org/drawingml/2006/main" noGrp="1"/>
          </p:cNvSpPr>
          <p:nvPr/>
        </p:nvSpPr>
        <p:spPr>
          <a:xfrm xmlns:a="http://schemas.openxmlformats.org/drawingml/2006/main">
            <a:off x="47148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0" name="g915">
            <a:extLst xmlns:a="http://schemas.openxmlformats.org/drawingml/2006/main">
              <a:ext uri="{FF2B5EF4-FFF2-40B4-BE49-F238E27FC236}">
                <a16:creationId xmlns:a16="http://schemas.microsoft.com/office/drawing/2014/main" id="{62A7E03A-FC71-425C-B495-ED1EE92187C8}"/>
              </a:ext>
            </a:extLst>
          </p:cNvPr>
          <p:cNvSpPr>
            <a:spLocks xmlns:a="http://schemas.openxmlformats.org/drawingml/2006/main" noGrp="1"/>
          </p:cNvSpPr>
          <p:nvPr/>
        </p:nvSpPr>
        <p:spPr>
          <a:xfrm xmlns:a="http://schemas.openxmlformats.org/drawingml/2006/main">
            <a:off x="46291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1" name="g916">
            <a:extLst xmlns:a="http://schemas.openxmlformats.org/drawingml/2006/main">
              <a:ext uri="{FF2B5EF4-FFF2-40B4-BE49-F238E27FC236}">
                <a16:creationId xmlns:a16="http://schemas.microsoft.com/office/drawing/2014/main" id="{37B04DD5-74FF-4BD0-8C03-65FEF36C2A11}"/>
              </a:ext>
            </a:extLst>
          </p:cNvPr>
          <p:cNvSpPr>
            <a:spLocks xmlns:a="http://schemas.openxmlformats.org/drawingml/2006/main" noGrp="1"/>
          </p:cNvSpPr>
          <p:nvPr/>
        </p:nvSpPr>
        <p:spPr>
          <a:xfrm xmlns:a="http://schemas.openxmlformats.org/drawingml/2006/main">
            <a:off x="45434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2" name="g917">
            <a:extLst xmlns:a="http://schemas.openxmlformats.org/drawingml/2006/main">
              <a:ext uri="{FF2B5EF4-FFF2-40B4-BE49-F238E27FC236}">
                <a16:creationId xmlns:a16="http://schemas.microsoft.com/office/drawing/2014/main" id="{6F08A8ED-F815-46E2-835E-65D4B46879E2}"/>
              </a:ext>
            </a:extLst>
          </p:cNvPr>
          <p:cNvSpPr>
            <a:spLocks xmlns:a="http://schemas.openxmlformats.org/drawingml/2006/main" noGrp="1"/>
          </p:cNvSpPr>
          <p:nvPr/>
        </p:nvSpPr>
        <p:spPr>
          <a:xfrm xmlns:a="http://schemas.openxmlformats.org/drawingml/2006/main">
            <a:off x="44577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3" name="g918">
            <a:extLst xmlns:a="http://schemas.openxmlformats.org/drawingml/2006/main">
              <a:ext uri="{FF2B5EF4-FFF2-40B4-BE49-F238E27FC236}">
                <a16:creationId xmlns:a16="http://schemas.microsoft.com/office/drawing/2014/main" id="{C97E8DF1-35D4-4C18-8A47-E67B33C45216}"/>
              </a:ext>
            </a:extLst>
          </p:cNvPr>
          <p:cNvSpPr>
            <a:spLocks xmlns:a="http://schemas.openxmlformats.org/drawingml/2006/main" noGrp="1"/>
          </p:cNvSpPr>
          <p:nvPr/>
        </p:nvSpPr>
        <p:spPr>
          <a:xfrm xmlns:a="http://schemas.openxmlformats.org/drawingml/2006/main">
            <a:off x="43719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4" name="g919">
            <a:extLst xmlns:a="http://schemas.openxmlformats.org/drawingml/2006/main">
              <a:ext uri="{FF2B5EF4-FFF2-40B4-BE49-F238E27FC236}">
                <a16:creationId xmlns:a16="http://schemas.microsoft.com/office/drawing/2014/main" id="{77544879-3C6A-4BDD-B86A-4B9FB9825F04}"/>
              </a:ext>
            </a:extLst>
          </p:cNvPr>
          <p:cNvSpPr>
            <a:spLocks xmlns:a="http://schemas.openxmlformats.org/drawingml/2006/main" noGrp="1"/>
          </p:cNvSpPr>
          <p:nvPr/>
        </p:nvSpPr>
        <p:spPr>
          <a:xfrm xmlns:a="http://schemas.openxmlformats.org/drawingml/2006/main">
            <a:off x="42862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5" name="g920">
            <a:extLst xmlns:a="http://schemas.openxmlformats.org/drawingml/2006/main">
              <a:ext uri="{FF2B5EF4-FFF2-40B4-BE49-F238E27FC236}">
                <a16:creationId xmlns:a16="http://schemas.microsoft.com/office/drawing/2014/main" id="{8CD682F0-D470-469C-9AF1-32EE29E9795E}"/>
              </a:ext>
            </a:extLst>
          </p:cNvPr>
          <p:cNvSpPr>
            <a:spLocks xmlns:a="http://schemas.openxmlformats.org/drawingml/2006/main" noGrp="1"/>
          </p:cNvSpPr>
          <p:nvPr/>
        </p:nvSpPr>
        <p:spPr>
          <a:xfrm xmlns:a="http://schemas.openxmlformats.org/drawingml/2006/main">
            <a:off x="42005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6" name="g921">
            <a:extLst xmlns:a="http://schemas.openxmlformats.org/drawingml/2006/main">
              <a:ext uri="{FF2B5EF4-FFF2-40B4-BE49-F238E27FC236}">
                <a16:creationId xmlns:a16="http://schemas.microsoft.com/office/drawing/2014/main" id="{A1A9556A-EAE0-47DF-B5AE-70248080371D}"/>
              </a:ext>
            </a:extLst>
          </p:cNvPr>
          <p:cNvSpPr>
            <a:spLocks xmlns:a="http://schemas.openxmlformats.org/drawingml/2006/main" noGrp="1"/>
          </p:cNvSpPr>
          <p:nvPr/>
        </p:nvSpPr>
        <p:spPr>
          <a:xfrm xmlns:a="http://schemas.openxmlformats.org/drawingml/2006/main">
            <a:off x="41148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7" name="g922">
            <a:extLst xmlns:a="http://schemas.openxmlformats.org/drawingml/2006/main">
              <a:ext uri="{FF2B5EF4-FFF2-40B4-BE49-F238E27FC236}">
                <a16:creationId xmlns:a16="http://schemas.microsoft.com/office/drawing/2014/main" id="{9C13BB86-21F6-4771-A8A0-0CF7FCF2D7C0}"/>
              </a:ext>
            </a:extLst>
          </p:cNvPr>
          <p:cNvSpPr>
            <a:spLocks xmlns:a="http://schemas.openxmlformats.org/drawingml/2006/main" noGrp="1"/>
          </p:cNvSpPr>
          <p:nvPr/>
        </p:nvSpPr>
        <p:spPr>
          <a:xfrm xmlns:a="http://schemas.openxmlformats.org/drawingml/2006/main">
            <a:off x="40290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8" name="g923">
            <a:extLst xmlns:a="http://schemas.openxmlformats.org/drawingml/2006/main">
              <a:ext uri="{FF2B5EF4-FFF2-40B4-BE49-F238E27FC236}">
                <a16:creationId xmlns:a16="http://schemas.microsoft.com/office/drawing/2014/main" id="{DC0D9C91-ADAB-45F5-B1B9-64E6ED895D4F}"/>
              </a:ext>
            </a:extLst>
          </p:cNvPr>
          <p:cNvSpPr>
            <a:spLocks xmlns:a="http://schemas.openxmlformats.org/drawingml/2006/main" noGrp="1"/>
          </p:cNvSpPr>
          <p:nvPr/>
        </p:nvSpPr>
        <p:spPr>
          <a:xfrm xmlns:a="http://schemas.openxmlformats.org/drawingml/2006/main">
            <a:off x="39433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39" name="g924">
            <a:extLst xmlns:a="http://schemas.openxmlformats.org/drawingml/2006/main">
              <a:ext uri="{FF2B5EF4-FFF2-40B4-BE49-F238E27FC236}">
                <a16:creationId xmlns:a16="http://schemas.microsoft.com/office/drawing/2014/main" id="{91440D47-CBC1-4E1E-A6C7-B554EE8C577D}"/>
              </a:ext>
            </a:extLst>
          </p:cNvPr>
          <p:cNvSpPr>
            <a:spLocks xmlns:a="http://schemas.openxmlformats.org/drawingml/2006/main" noGrp="1"/>
          </p:cNvSpPr>
          <p:nvPr/>
        </p:nvSpPr>
        <p:spPr>
          <a:xfrm xmlns:a="http://schemas.openxmlformats.org/drawingml/2006/main">
            <a:off x="38576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0" name="g925">
            <a:extLst xmlns:a="http://schemas.openxmlformats.org/drawingml/2006/main">
              <a:ext uri="{FF2B5EF4-FFF2-40B4-BE49-F238E27FC236}">
                <a16:creationId xmlns:a16="http://schemas.microsoft.com/office/drawing/2014/main" id="{55EEBFC8-0E9E-4B20-9195-3F187F350A54}"/>
              </a:ext>
            </a:extLst>
          </p:cNvPr>
          <p:cNvSpPr>
            <a:spLocks xmlns:a="http://schemas.openxmlformats.org/drawingml/2006/main" noGrp="1"/>
          </p:cNvSpPr>
          <p:nvPr/>
        </p:nvSpPr>
        <p:spPr>
          <a:xfrm xmlns:a="http://schemas.openxmlformats.org/drawingml/2006/main">
            <a:off x="37719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1" name="g926">
            <a:extLst xmlns:a="http://schemas.openxmlformats.org/drawingml/2006/main">
              <a:ext uri="{FF2B5EF4-FFF2-40B4-BE49-F238E27FC236}">
                <a16:creationId xmlns:a16="http://schemas.microsoft.com/office/drawing/2014/main" id="{20FB159E-F291-4DA3-B4F1-AB2A03D450BD}"/>
              </a:ext>
            </a:extLst>
          </p:cNvPr>
          <p:cNvSpPr>
            <a:spLocks xmlns:a="http://schemas.openxmlformats.org/drawingml/2006/main" noGrp="1"/>
          </p:cNvSpPr>
          <p:nvPr/>
        </p:nvSpPr>
        <p:spPr>
          <a:xfrm xmlns:a="http://schemas.openxmlformats.org/drawingml/2006/main">
            <a:off x="36861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2" name="g927">
            <a:extLst xmlns:a="http://schemas.openxmlformats.org/drawingml/2006/main">
              <a:ext uri="{FF2B5EF4-FFF2-40B4-BE49-F238E27FC236}">
                <a16:creationId xmlns:a16="http://schemas.microsoft.com/office/drawing/2014/main" id="{29FB103C-AA57-4CEC-BC28-9F449B35677A}"/>
              </a:ext>
            </a:extLst>
          </p:cNvPr>
          <p:cNvSpPr>
            <a:spLocks xmlns:a="http://schemas.openxmlformats.org/drawingml/2006/main" noGrp="1"/>
          </p:cNvSpPr>
          <p:nvPr/>
        </p:nvSpPr>
        <p:spPr>
          <a:xfrm xmlns:a="http://schemas.openxmlformats.org/drawingml/2006/main">
            <a:off x="36004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3" name="g928">
            <a:extLst xmlns:a="http://schemas.openxmlformats.org/drawingml/2006/main">
              <a:ext uri="{FF2B5EF4-FFF2-40B4-BE49-F238E27FC236}">
                <a16:creationId xmlns:a16="http://schemas.microsoft.com/office/drawing/2014/main" id="{C76B427C-65B0-44DF-B1F1-D11B7AF6053D}"/>
              </a:ext>
            </a:extLst>
          </p:cNvPr>
          <p:cNvSpPr>
            <a:spLocks xmlns:a="http://schemas.openxmlformats.org/drawingml/2006/main" noGrp="1"/>
          </p:cNvSpPr>
          <p:nvPr/>
        </p:nvSpPr>
        <p:spPr>
          <a:xfrm xmlns:a="http://schemas.openxmlformats.org/drawingml/2006/main">
            <a:off x="35147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4" name="g929">
            <a:extLst xmlns:a="http://schemas.openxmlformats.org/drawingml/2006/main">
              <a:ext uri="{FF2B5EF4-FFF2-40B4-BE49-F238E27FC236}">
                <a16:creationId xmlns:a16="http://schemas.microsoft.com/office/drawing/2014/main" id="{05E62BCC-E335-4CB0-8165-5574D6A437D9}"/>
              </a:ext>
            </a:extLst>
          </p:cNvPr>
          <p:cNvSpPr>
            <a:spLocks xmlns:a="http://schemas.openxmlformats.org/drawingml/2006/main" noGrp="1"/>
          </p:cNvSpPr>
          <p:nvPr/>
        </p:nvSpPr>
        <p:spPr>
          <a:xfrm xmlns:a="http://schemas.openxmlformats.org/drawingml/2006/main">
            <a:off x="34290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5" name="g930">
            <a:extLst xmlns:a="http://schemas.openxmlformats.org/drawingml/2006/main">
              <a:ext uri="{FF2B5EF4-FFF2-40B4-BE49-F238E27FC236}">
                <a16:creationId xmlns:a16="http://schemas.microsoft.com/office/drawing/2014/main" id="{06157BF4-49A7-4A06-AEE5-699DA2C745AF}"/>
              </a:ext>
            </a:extLst>
          </p:cNvPr>
          <p:cNvSpPr>
            <a:spLocks xmlns:a="http://schemas.openxmlformats.org/drawingml/2006/main" noGrp="1"/>
          </p:cNvSpPr>
          <p:nvPr/>
        </p:nvSpPr>
        <p:spPr>
          <a:xfrm xmlns:a="http://schemas.openxmlformats.org/drawingml/2006/main">
            <a:off x="33432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6" name="g931">
            <a:extLst xmlns:a="http://schemas.openxmlformats.org/drawingml/2006/main">
              <a:ext uri="{FF2B5EF4-FFF2-40B4-BE49-F238E27FC236}">
                <a16:creationId xmlns:a16="http://schemas.microsoft.com/office/drawing/2014/main" id="{6DAF430E-9168-491A-9A09-FF7A68C07B3B}"/>
              </a:ext>
            </a:extLst>
          </p:cNvPr>
          <p:cNvSpPr>
            <a:spLocks xmlns:a="http://schemas.openxmlformats.org/drawingml/2006/main" noGrp="1"/>
          </p:cNvSpPr>
          <p:nvPr/>
        </p:nvSpPr>
        <p:spPr>
          <a:xfrm xmlns:a="http://schemas.openxmlformats.org/drawingml/2006/main">
            <a:off x="32575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7" name="g932">
            <a:extLst xmlns:a="http://schemas.openxmlformats.org/drawingml/2006/main">
              <a:ext uri="{FF2B5EF4-FFF2-40B4-BE49-F238E27FC236}">
                <a16:creationId xmlns:a16="http://schemas.microsoft.com/office/drawing/2014/main" id="{524F7DBB-FC91-465A-9BC5-405CED2C760C}"/>
              </a:ext>
            </a:extLst>
          </p:cNvPr>
          <p:cNvSpPr>
            <a:spLocks xmlns:a="http://schemas.openxmlformats.org/drawingml/2006/main" noGrp="1"/>
          </p:cNvSpPr>
          <p:nvPr/>
        </p:nvSpPr>
        <p:spPr>
          <a:xfrm xmlns:a="http://schemas.openxmlformats.org/drawingml/2006/main">
            <a:off x="31718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8" name="g933">
            <a:extLst xmlns:a="http://schemas.openxmlformats.org/drawingml/2006/main">
              <a:ext uri="{FF2B5EF4-FFF2-40B4-BE49-F238E27FC236}">
                <a16:creationId xmlns:a16="http://schemas.microsoft.com/office/drawing/2014/main" id="{3FC1F520-6C37-4BDF-8DD5-D55B4CCBA958}"/>
              </a:ext>
            </a:extLst>
          </p:cNvPr>
          <p:cNvSpPr>
            <a:spLocks xmlns:a="http://schemas.openxmlformats.org/drawingml/2006/main" noGrp="1"/>
          </p:cNvSpPr>
          <p:nvPr/>
        </p:nvSpPr>
        <p:spPr>
          <a:xfrm xmlns:a="http://schemas.openxmlformats.org/drawingml/2006/main">
            <a:off x="30861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49" name="g934">
            <a:extLst xmlns:a="http://schemas.openxmlformats.org/drawingml/2006/main">
              <a:ext uri="{FF2B5EF4-FFF2-40B4-BE49-F238E27FC236}">
                <a16:creationId xmlns:a16="http://schemas.microsoft.com/office/drawing/2014/main" id="{5C6761B0-9E98-4E68-973B-24F65622161B}"/>
              </a:ext>
            </a:extLst>
          </p:cNvPr>
          <p:cNvSpPr>
            <a:spLocks xmlns:a="http://schemas.openxmlformats.org/drawingml/2006/main" noGrp="1"/>
          </p:cNvSpPr>
          <p:nvPr/>
        </p:nvSpPr>
        <p:spPr>
          <a:xfrm xmlns:a="http://schemas.openxmlformats.org/drawingml/2006/main">
            <a:off x="30003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0" name="g935">
            <a:extLst xmlns:a="http://schemas.openxmlformats.org/drawingml/2006/main">
              <a:ext uri="{FF2B5EF4-FFF2-40B4-BE49-F238E27FC236}">
                <a16:creationId xmlns:a16="http://schemas.microsoft.com/office/drawing/2014/main" id="{687FCB05-6773-44B7-8A73-1D3670608620}"/>
              </a:ext>
            </a:extLst>
          </p:cNvPr>
          <p:cNvSpPr>
            <a:spLocks xmlns:a="http://schemas.openxmlformats.org/drawingml/2006/main" noGrp="1"/>
          </p:cNvSpPr>
          <p:nvPr/>
        </p:nvSpPr>
        <p:spPr>
          <a:xfrm xmlns:a="http://schemas.openxmlformats.org/drawingml/2006/main">
            <a:off x="29146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1" name="g936">
            <a:extLst xmlns:a="http://schemas.openxmlformats.org/drawingml/2006/main">
              <a:ext uri="{FF2B5EF4-FFF2-40B4-BE49-F238E27FC236}">
                <a16:creationId xmlns:a16="http://schemas.microsoft.com/office/drawing/2014/main" id="{E4DF025D-C283-46C4-9B7F-0B78AB2DDA64}"/>
              </a:ext>
            </a:extLst>
          </p:cNvPr>
          <p:cNvSpPr>
            <a:spLocks xmlns:a="http://schemas.openxmlformats.org/drawingml/2006/main" noGrp="1"/>
          </p:cNvSpPr>
          <p:nvPr/>
        </p:nvSpPr>
        <p:spPr>
          <a:xfrm xmlns:a="http://schemas.openxmlformats.org/drawingml/2006/main">
            <a:off x="28289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2" name="g937">
            <a:extLst xmlns:a="http://schemas.openxmlformats.org/drawingml/2006/main">
              <a:ext uri="{FF2B5EF4-FFF2-40B4-BE49-F238E27FC236}">
                <a16:creationId xmlns:a16="http://schemas.microsoft.com/office/drawing/2014/main" id="{96E12D2C-43B9-4FAD-8EB8-B9257DAB6E87}"/>
              </a:ext>
            </a:extLst>
          </p:cNvPr>
          <p:cNvSpPr>
            <a:spLocks xmlns:a="http://schemas.openxmlformats.org/drawingml/2006/main" noGrp="1"/>
          </p:cNvSpPr>
          <p:nvPr/>
        </p:nvSpPr>
        <p:spPr>
          <a:xfrm xmlns:a="http://schemas.openxmlformats.org/drawingml/2006/main">
            <a:off x="27432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3" name="g938">
            <a:extLst xmlns:a="http://schemas.openxmlformats.org/drawingml/2006/main">
              <a:ext uri="{FF2B5EF4-FFF2-40B4-BE49-F238E27FC236}">
                <a16:creationId xmlns:a16="http://schemas.microsoft.com/office/drawing/2014/main" id="{C502A3D1-A0F0-4A43-8A23-E48DCF69DEE4}"/>
              </a:ext>
            </a:extLst>
          </p:cNvPr>
          <p:cNvSpPr>
            <a:spLocks xmlns:a="http://schemas.openxmlformats.org/drawingml/2006/main" noGrp="1"/>
          </p:cNvSpPr>
          <p:nvPr/>
        </p:nvSpPr>
        <p:spPr>
          <a:xfrm xmlns:a="http://schemas.openxmlformats.org/drawingml/2006/main">
            <a:off x="26574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4" name="g939">
            <a:extLst xmlns:a="http://schemas.openxmlformats.org/drawingml/2006/main">
              <a:ext uri="{FF2B5EF4-FFF2-40B4-BE49-F238E27FC236}">
                <a16:creationId xmlns:a16="http://schemas.microsoft.com/office/drawing/2014/main" id="{6CE87C39-C80F-4BFF-A76C-33EB9250E95A}"/>
              </a:ext>
            </a:extLst>
          </p:cNvPr>
          <p:cNvSpPr>
            <a:spLocks xmlns:a="http://schemas.openxmlformats.org/drawingml/2006/main" noGrp="1"/>
          </p:cNvSpPr>
          <p:nvPr/>
        </p:nvSpPr>
        <p:spPr>
          <a:xfrm xmlns:a="http://schemas.openxmlformats.org/drawingml/2006/main">
            <a:off x="25717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5" name="g940">
            <a:extLst xmlns:a="http://schemas.openxmlformats.org/drawingml/2006/main">
              <a:ext uri="{FF2B5EF4-FFF2-40B4-BE49-F238E27FC236}">
                <a16:creationId xmlns:a16="http://schemas.microsoft.com/office/drawing/2014/main" id="{35D1C87D-2802-407C-8180-38F284B4E233}"/>
              </a:ext>
            </a:extLst>
          </p:cNvPr>
          <p:cNvSpPr>
            <a:spLocks xmlns:a="http://schemas.openxmlformats.org/drawingml/2006/main" noGrp="1"/>
          </p:cNvSpPr>
          <p:nvPr/>
        </p:nvSpPr>
        <p:spPr>
          <a:xfrm xmlns:a="http://schemas.openxmlformats.org/drawingml/2006/main">
            <a:off x="24860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6" name="g941">
            <a:extLst xmlns:a="http://schemas.openxmlformats.org/drawingml/2006/main">
              <a:ext uri="{FF2B5EF4-FFF2-40B4-BE49-F238E27FC236}">
                <a16:creationId xmlns:a16="http://schemas.microsoft.com/office/drawing/2014/main" id="{C21A0384-31E3-4D6D-9D26-635AA3A61C6B}"/>
              </a:ext>
            </a:extLst>
          </p:cNvPr>
          <p:cNvSpPr>
            <a:spLocks xmlns:a="http://schemas.openxmlformats.org/drawingml/2006/main" noGrp="1"/>
          </p:cNvSpPr>
          <p:nvPr/>
        </p:nvSpPr>
        <p:spPr>
          <a:xfrm xmlns:a="http://schemas.openxmlformats.org/drawingml/2006/main">
            <a:off x="24003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7" name="g942">
            <a:extLst xmlns:a="http://schemas.openxmlformats.org/drawingml/2006/main">
              <a:ext uri="{FF2B5EF4-FFF2-40B4-BE49-F238E27FC236}">
                <a16:creationId xmlns:a16="http://schemas.microsoft.com/office/drawing/2014/main" id="{28DDB252-FA59-4565-9546-103352942FA5}"/>
              </a:ext>
            </a:extLst>
          </p:cNvPr>
          <p:cNvSpPr>
            <a:spLocks xmlns:a="http://schemas.openxmlformats.org/drawingml/2006/main" noGrp="1"/>
          </p:cNvSpPr>
          <p:nvPr/>
        </p:nvSpPr>
        <p:spPr>
          <a:xfrm xmlns:a="http://schemas.openxmlformats.org/drawingml/2006/main">
            <a:off x="23145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8" name="g943">
            <a:extLst xmlns:a="http://schemas.openxmlformats.org/drawingml/2006/main">
              <a:ext uri="{FF2B5EF4-FFF2-40B4-BE49-F238E27FC236}">
                <a16:creationId xmlns:a16="http://schemas.microsoft.com/office/drawing/2014/main" id="{93AD9850-9F0E-4105-9801-8BB17FBA4CD2}"/>
              </a:ext>
            </a:extLst>
          </p:cNvPr>
          <p:cNvSpPr>
            <a:spLocks xmlns:a="http://schemas.openxmlformats.org/drawingml/2006/main" noGrp="1"/>
          </p:cNvSpPr>
          <p:nvPr/>
        </p:nvSpPr>
        <p:spPr>
          <a:xfrm xmlns:a="http://schemas.openxmlformats.org/drawingml/2006/main">
            <a:off x="22288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59" name="g944">
            <a:extLst xmlns:a="http://schemas.openxmlformats.org/drawingml/2006/main">
              <a:ext uri="{FF2B5EF4-FFF2-40B4-BE49-F238E27FC236}">
                <a16:creationId xmlns:a16="http://schemas.microsoft.com/office/drawing/2014/main" id="{772AA4A1-255E-40B8-9629-3FAB5B970897}"/>
              </a:ext>
            </a:extLst>
          </p:cNvPr>
          <p:cNvSpPr>
            <a:spLocks xmlns:a="http://schemas.openxmlformats.org/drawingml/2006/main" noGrp="1"/>
          </p:cNvSpPr>
          <p:nvPr/>
        </p:nvSpPr>
        <p:spPr>
          <a:xfrm xmlns:a="http://schemas.openxmlformats.org/drawingml/2006/main">
            <a:off x="21431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0" name="g945">
            <a:extLst xmlns:a="http://schemas.openxmlformats.org/drawingml/2006/main">
              <a:ext uri="{FF2B5EF4-FFF2-40B4-BE49-F238E27FC236}">
                <a16:creationId xmlns:a16="http://schemas.microsoft.com/office/drawing/2014/main" id="{217ADE03-401E-4916-B8E0-D6ED5E2CDBBC}"/>
              </a:ext>
            </a:extLst>
          </p:cNvPr>
          <p:cNvSpPr>
            <a:spLocks xmlns:a="http://schemas.openxmlformats.org/drawingml/2006/main" noGrp="1"/>
          </p:cNvSpPr>
          <p:nvPr/>
        </p:nvSpPr>
        <p:spPr>
          <a:xfrm xmlns:a="http://schemas.openxmlformats.org/drawingml/2006/main">
            <a:off x="20574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1" name="g946">
            <a:extLst xmlns:a="http://schemas.openxmlformats.org/drawingml/2006/main">
              <a:ext uri="{FF2B5EF4-FFF2-40B4-BE49-F238E27FC236}">
                <a16:creationId xmlns:a16="http://schemas.microsoft.com/office/drawing/2014/main" id="{B19CF49D-F074-4A64-B738-7CA7406C9AC6}"/>
              </a:ext>
            </a:extLst>
          </p:cNvPr>
          <p:cNvSpPr>
            <a:spLocks xmlns:a="http://schemas.openxmlformats.org/drawingml/2006/main" noGrp="1"/>
          </p:cNvSpPr>
          <p:nvPr/>
        </p:nvSpPr>
        <p:spPr>
          <a:xfrm xmlns:a="http://schemas.openxmlformats.org/drawingml/2006/main">
            <a:off x="19716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2" name="g947">
            <a:extLst xmlns:a="http://schemas.openxmlformats.org/drawingml/2006/main">
              <a:ext uri="{FF2B5EF4-FFF2-40B4-BE49-F238E27FC236}">
                <a16:creationId xmlns:a16="http://schemas.microsoft.com/office/drawing/2014/main" id="{B5DC0C24-A993-4B03-A598-CE3059D536AB}"/>
              </a:ext>
            </a:extLst>
          </p:cNvPr>
          <p:cNvSpPr>
            <a:spLocks xmlns:a="http://schemas.openxmlformats.org/drawingml/2006/main" noGrp="1"/>
          </p:cNvSpPr>
          <p:nvPr/>
        </p:nvSpPr>
        <p:spPr>
          <a:xfrm xmlns:a="http://schemas.openxmlformats.org/drawingml/2006/main">
            <a:off x="18859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3" name="g948">
            <a:extLst xmlns:a="http://schemas.openxmlformats.org/drawingml/2006/main">
              <a:ext uri="{FF2B5EF4-FFF2-40B4-BE49-F238E27FC236}">
                <a16:creationId xmlns:a16="http://schemas.microsoft.com/office/drawing/2014/main" id="{FCE749FF-C42C-46AF-B164-598FC1347466}"/>
              </a:ext>
            </a:extLst>
          </p:cNvPr>
          <p:cNvSpPr>
            <a:spLocks xmlns:a="http://schemas.openxmlformats.org/drawingml/2006/main" noGrp="1"/>
          </p:cNvSpPr>
          <p:nvPr/>
        </p:nvSpPr>
        <p:spPr>
          <a:xfrm xmlns:a="http://schemas.openxmlformats.org/drawingml/2006/main">
            <a:off x="18002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4" name="g949">
            <a:extLst xmlns:a="http://schemas.openxmlformats.org/drawingml/2006/main">
              <a:ext uri="{FF2B5EF4-FFF2-40B4-BE49-F238E27FC236}">
                <a16:creationId xmlns:a16="http://schemas.microsoft.com/office/drawing/2014/main" id="{4E3CF72A-8989-4AD6-AAB3-B70D2A4E53C4}"/>
              </a:ext>
            </a:extLst>
          </p:cNvPr>
          <p:cNvSpPr>
            <a:spLocks xmlns:a="http://schemas.openxmlformats.org/drawingml/2006/main" noGrp="1"/>
          </p:cNvSpPr>
          <p:nvPr/>
        </p:nvSpPr>
        <p:spPr>
          <a:xfrm xmlns:a="http://schemas.openxmlformats.org/drawingml/2006/main">
            <a:off x="17145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5" name="g950">
            <a:extLst xmlns:a="http://schemas.openxmlformats.org/drawingml/2006/main">
              <a:ext uri="{FF2B5EF4-FFF2-40B4-BE49-F238E27FC236}">
                <a16:creationId xmlns:a16="http://schemas.microsoft.com/office/drawing/2014/main" id="{D5964DB8-5F4F-43B8-8B71-E52E27B2821C}"/>
              </a:ext>
            </a:extLst>
          </p:cNvPr>
          <p:cNvSpPr>
            <a:spLocks xmlns:a="http://schemas.openxmlformats.org/drawingml/2006/main" noGrp="1"/>
          </p:cNvSpPr>
          <p:nvPr/>
        </p:nvSpPr>
        <p:spPr>
          <a:xfrm xmlns:a="http://schemas.openxmlformats.org/drawingml/2006/main">
            <a:off x="16287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6" name="g951">
            <a:extLst xmlns:a="http://schemas.openxmlformats.org/drawingml/2006/main">
              <a:ext uri="{FF2B5EF4-FFF2-40B4-BE49-F238E27FC236}">
                <a16:creationId xmlns:a16="http://schemas.microsoft.com/office/drawing/2014/main" id="{98F2ACDB-A5AD-4FEE-B6E3-6131367FBAEF}"/>
              </a:ext>
            </a:extLst>
          </p:cNvPr>
          <p:cNvSpPr>
            <a:spLocks xmlns:a="http://schemas.openxmlformats.org/drawingml/2006/main" noGrp="1"/>
          </p:cNvSpPr>
          <p:nvPr/>
        </p:nvSpPr>
        <p:spPr>
          <a:xfrm xmlns:a="http://schemas.openxmlformats.org/drawingml/2006/main">
            <a:off x="15430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7" name="g952">
            <a:extLst xmlns:a="http://schemas.openxmlformats.org/drawingml/2006/main">
              <a:ext uri="{FF2B5EF4-FFF2-40B4-BE49-F238E27FC236}">
                <a16:creationId xmlns:a16="http://schemas.microsoft.com/office/drawing/2014/main" id="{D9457072-26EE-4518-BC4D-222B10A0CF28}"/>
              </a:ext>
            </a:extLst>
          </p:cNvPr>
          <p:cNvSpPr>
            <a:spLocks xmlns:a="http://schemas.openxmlformats.org/drawingml/2006/main" noGrp="1"/>
          </p:cNvSpPr>
          <p:nvPr/>
        </p:nvSpPr>
        <p:spPr>
          <a:xfrm xmlns:a="http://schemas.openxmlformats.org/drawingml/2006/main">
            <a:off x="145732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8" name="g953">
            <a:extLst xmlns:a="http://schemas.openxmlformats.org/drawingml/2006/main">
              <a:ext uri="{FF2B5EF4-FFF2-40B4-BE49-F238E27FC236}">
                <a16:creationId xmlns:a16="http://schemas.microsoft.com/office/drawing/2014/main" id="{956F22E2-06D2-414C-9A88-27F05B06D5E3}"/>
              </a:ext>
            </a:extLst>
          </p:cNvPr>
          <p:cNvSpPr>
            <a:spLocks xmlns:a="http://schemas.openxmlformats.org/drawingml/2006/main" noGrp="1"/>
          </p:cNvSpPr>
          <p:nvPr/>
        </p:nvSpPr>
        <p:spPr>
          <a:xfrm xmlns:a="http://schemas.openxmlformats.org/drawingml/2006/main">
            <a:off x="137160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69" name="g954">
            <a:extLst xmlns:a="http://schemas.openxmlformats.org/drawingml/2006/main">
              <a:ext uri="{FF2B5EF4-FFF2-40B4-BE49-F238E27FC236}">
                <a16:creationId xmlns:a16="http://schemas.microsoft.com/office/drawing/2014/main" id="{840AAF0B-1082-4A2E-A590-B7D1EA2D8268}"/>
              </a:ext>
            </a:extLst>
          </p:cNvPr>
          <p:cNvSpPr>
            <a:spLocks xmlns:a="http://schemas.openxmlformats.org/drawingml/2006/main" noGrp="1"/>
          </p:cNvSpPr>
          <p:nvPr/>
        </p:nvSpPr>
        <p:spPr>
          <a:xfrm xmlns:a="http://schemas.openxmlformats.org/drawingml/2006/main">
            <a:off x="1285875"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70" name="g955">
            <a:extLst xmlns:a="http://schemas.openxmlformats.org/drawingml/2006/main">
              <a:ext uri="{FF2B5EF4-FFF2-40B4-BE49-F238E27FC236}">
                <a16:creationId xmlns:a16="http://schemas.microsoft.com/office/drawing/2014/main" id="{766FFF41-2E73-423F-958B-31FDF46A5261}"/>
              </a:ext>
            </a:extLst>
          </p:cNvPr>
          <p:cNvSpPr>
            <a:spLocks xmlns:a="http://schemas.openxmlformats.org/drawingml/2006/main" noGrp="1"/>
          </p:cNvSpPr>
          <p:nvPr/>
        </p:nvSpPr>
        <p:spPr>
          <a:xfrm xmlns:a="http://schemas.openxmlformats.org/drawingml/2006/main">
            <a:off x="1200150" y="56864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571" name="g956">
            <a:extLst xmlns:a="http://schemas.openxmlformats.org/drawingml/2006/main">
              <a:ext uri="{FF2B5EF4-FFF2-40B4-BE49-F238E27FC236}">
                <a16:creationId xmlns:a16="http://schemas.microsoft.com/office/drawing/2014/main" id="{BE1DC02B-B8EE-4D8C-8D30-5A5251C5E446}"/>
              </a:ext>
            </a:extLst>
          </p:cNvPr>
          <p:cNvSpPr>
            <a:spLocks xmlns:a="http://schemas.openxmlformats.org/drawingml/2006/main" noGrp="1"/>
          </p:cNvSpPr>
          <p:nvPr/>
        </p:nvSpPr>
        <p:spPr>
          <a:xfrm xmlns:a="http://schemas.openxmlformats.org/drawingml/2006/main">
            <a:off x="1152525" y="5686425"/>
            <a:ext cx="9525" cy="953"/>
          </a:xfrm>
          <a:custGeom xmlns:a="http://schemas.openxmlformats.org/drawingml/2006/main">
            <a:pathLst>
              <a:path w="9525" h="953">
                <a:moveTo>
                  <a:pt x="9525" y="0"/>
                </a:moveTo>
                <a:lnTo>
                  <a:pt x="0" y="0"/>
                </a:lnTo>
              </a:path>
            </a:pathLst>
          </a:custGeom>
          <a:noFill xmlns:a="http://schemas.openxmlformats.org/drawingml/2006/main"/>
          <a:ln xmlns:a="http://schemas.openxmlformats.org/drawingml/2006/main" w="6191">
            <a:solidFill>
              <a:srgbClr val="8DAAFE"/>
            </a:solidFill>
          </a:ln>
        </p:spPr>
      </p:sp>
      <p:sp>
        <p:nvSpPr>
          <p:cNvPr id="572" name="g957">
            <a:extLst xmlns:a="http://schemas.openxmlformats.org/drawingml/2006/main">
              <a:ext uri="{FF2B5EF4-FFF2-40B4-BE49-F238E27FC236}">
                <a16:creationId xmlns:a16="http://schemas.microsoft.com/office/drawing/2014/main" id="{D9CAE0CD-AE52-4C97-B8FF-C91B6630E154}"/>
              </a:ext>
            </a:extLst>
          </p:cNvPr>
          <p:cNvSpPr>
            <a:spLocks xmlns:a="http://schemas.openxmlformats.org/drawingml/2006/main" noGrp="1"/>
          </p:cNvSpPr>
          <p:nvPr/>
        </p:nvSpPr>
        <p:spPr>
          <a:xfrm xmlns:a="http://schemas.openxmlformats.org/drawingml/2006/main">
            <a:off x="1152525" y="56388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73" name="g958">
            <a:extLst xmlns:a="http://schemas.openxmlformats.org/drawingml/2006/main">
              <a:ext uri="{FF2B5EF4-FFF2-40B4-BE49-F238E27FC236}">
                <a16:creationId xmlns:a16="http://schemas.microsoft.com/office/drawing/2014/main" id="{1970E1DE-06E5-4A51-A6AE-1A92D9ED0F00}"/>
              </a:ext>
            </a:extLst>
          </p:cNvPr>
          <p:cNvSpPr>
            <a:spLocks xmlns:a="http://schemas.openxmlformats.org/drawingml/2006/main" noGrp="1"/>
          </p:cNvSpPr>
          <p:nvPr/>
        </p:nvSpPr>
        <p:spPr>
          <a:xfrm xmlns:a="http://schemas.openxmlformats.org/drawingml/2006/main">
            <a:off x="1152525" y="55530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74" name="g959">
            <a:extLst xmlns:a="http://schemas.openxmlformats.org/drawingml/2006/main">
              <a:ext uri="{FF2B5EF4-FFF2-40B4-BE49-F238E27FC236}">
                <a16:creationId xmlns:a16="http://schemas.microsoft.com/office/drawing/2014/main" id="{332C7D75-F55C-4538-BDC5-F75115D7BCD5}"/>
              </a:ext>
            </a:extLst>
          </p:cNvPr>
          <p:cNvSpPr>
            <a:spLocks xmlns:a="http://schemas.openxmlformats.org/drawingml/2006/main" noGrp="1"/>
          </p:cNvSpPr>
          <p:nvPr/>
        </p:nvSpPr>
        <p:spPr>
          <a:xfrm xmlns:a="http://schemas.openxmlformats.org/drawingml/2006/main">
            <a:off x="1152525" y="54673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75" name="g960">
            <a:extLst xmlns:a="http://schemas.openxmlformats.org/drawingml/2006/main">
              <a:ext uri="{FF2B5EF4-FFF2-40B4-BE49-F238E27FC236}">
                <a16:creationId xmlns:a16="http://schemas.microsoft.com/office/drawing/2014/main" id="{A86A7E1E-6D86-425D-A6A7-FB615072DEFB}"/>
              </a:ext>
            </a:extLst>
          </p:cNvPr>
          <p:cNvSpPr>
            <a:spLocks xmlns:a="http://schemas.openxmlformats.org/drawingml/2006/main" noGrp="1"/>
          </p:cNvSpPr>
          <p:nvPr/>
        </p:nvSpPr>
        <p:spPr>
          <a:xfrm xmlns:a="http://schemas.openxmlformats.org/drawingml/2006/main">
            <a:off x="1152525" y="53816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76" name="g961">
            <a:extLst xmlns:a="http://schemas.openxmlformats.org/drawingml/2006/main">
              <a:ext uri="{FF2B5EF4-FFF2-40B4-BE49-F238E27FC236}">
                <a16:creationId xmlns:a16="http://schemas.microsoft.com/office/drawing/2014/main" id="{15392B7E-2362-4BFE-892A-F609D484DC9C}"/>
              </a:ext>
            </a:extLst>
          </p:cNvPr>
          <p:cNvSpPr>
            <a:spLocks xmlns:a="http://schemas.openxmlformats.org/drawingml/2006/main" noGrp="1"/>
          </p:cNvSpPr>
          <p:nvPr/>
        </p:nvSpPr>
        <p:spPr>
          <a:xfrm xmlns:a="http://schemas.openxmlformats.org/drawingml/2006/main">
            <a:off x="1152525" y="52959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77" name="g962">
            <a:extLst xmlns:a="http://schemas.openxmlformats.org/drawingml/2006/main">
              <a:ext uri="{FF2B5EF4-FFF2-40B4-BE49-F238E27FC236}">
                <a16:creationId xmlns:a16="http://schemas.microsoft.com/office/drawing/2014/main" id="{43F7E63C-0506-4685-84D2-ABFB19D57248}"/>
              </a:ext>
            </a:extLst>
          </p:cNvPr>
          <p:cNvSpPr>
            <a:spLocks xmlns:a="http://schemas.openxmlformats.org/drawingml/2006/main" noGrp="1"/>
          </p:cNvSpPr>
          <p:nvPr/>
        </p:nvSpPr>
        <p:spPr>
          <a:xfrm xmlns:a="http://schemas.openxmlformats.org/drawingml/2006/main">
            <a:off x="1152525" y="52101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78" name="g963">
            <a:extLst xmlns:a="http://schemas.openxmlformats.org/drawingml/2006/main">
              <a:ext uri="{FF2B5EF4-FFF2-40B4-BE49-F238E27FC236}">
                <a16:creationId xmlns:a16="http://schemas.microsoft.com/office/drawing/2014/main" id="{34E0B6AA-0823-4673-AC6B-DBD32CE4D96A}"/>
              </a:ext>
            </a:extLst>
          </p:cNvPr>
          <p:cNvSpPr>
            <a:spLocks xmlns:a="http://schemas.openxmlformats.org/drawingml/2006/main" noGrp="1"/>
          </p:cNvSpPr>
          <p:nvPr/>
        </p:nvSpPr>
        <p:spPr>
          <a:xfrm xmlns:a="http://schemas.openxmlformats.org/drawingml/2006/main">
            <a:off x="1152525" y="51244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79" name="g964">
            <a:extLst xmlns:a="http://schemas.openxmlformats.org/drawingml/2006/main">
              <a:ext uri="{FF2B5EF4-FFF2-40B4-BE49-F238E27FC236}">
                <a16:creationId xmlns:a16="http://schemas.microsoft.com/office/drawing/2014/main" id="{AE5E703C-4A10-43A7-B2B2-AF062D4CEB6C}"/>
              </a:ext>
            </a:extLst>
          </p:cNvPr>
          <p:cNvSpPr>
            <a:spLocks xmlns:a="http://schemas.openxmlformats.org/drawingml/2006/main" noGrp="1"/>
          </p:cNvSpPr>
          <p:nvPr/>
        </p:nvSpPr>
        <p:spPr>
          <a:xfrm xmlns:a="http://schemas.openxmlformats.org/drawingml/2006/main">
            <a:off x="1152525" y="50387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0" name="g965">
            <a:extLst xmlns:a="http://schemas.openxmlformats.org/drawingml/2006/main">
              <a:ext uri="{FF2B5EF4-FFF2-40B4-BE49-F238E27FC236}">
                <a16:creationId xmlns:a16="http://schemas.microsoft.com/office/drawing/2014/main" id="{3A34F7A3-05BC-4D1D-8B00-36AC1E1D8164}"/>
              </a:ext>
            </a:extLst>
          </p:cNvPr>
          <p:cNvSpPr>
            <a:spLocks xmlns:a="http://schemas.openxmlformats.org/drawingml/2006/main" noGrp="1"/>
          </p:cNvSpPr>
          <p:nvPr/>
        </p:nvSpPr>
        <p:spPr>
          <a:xfrm xmlns:a="http://schemas.openxmlformats.org/drawingml/2006/main">
            <a:off x="1152525" y="49530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1" name="g966">
            <a:extLst xmlns:a="http://schemas.openxmlformats.org/drawingml/2006/main">
              <a:ext uri="{FF2B5EF4-FFF2-40B4-BE49-F238E27FC236}">
                <a16:creationId xmlns:a16="http://schemas.microsoft.com/office/drawing/2014/main" id="{EBA33D07-53AE-43DD-A216-304F7A4F9EE5}"/>
              </a:ext>
            </a:extLst>
          </p:cNvPr>
          <p:cNvSpPr>
            <a:spLocks xmlns:a="http://schemas.openxmlformats.org/drawingml/2006/main" noGrp="1"/>
          </p:cNvSpPr>
          <p:nvPr/>
        </p:nvSpPr>
        <p:spPr>
          <a:xfrm xmlns:a="http://schemas.openxmlformats.org/drawingml/2006/main">
            <a:off x="1152525" y="48672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2" name="g967">
            <a:extLst xmlns:a="http://schemas.openxmlformats.org/drawingml/2006/main">
              <a:ext uri="{FF2B5EF4-FFF2-40B4-BE49-F238E27FC236}">
                <a16:creationId xmlns:a16="http://schemas.microsoft.com/office/drawing/2014/main" id="{A98FECC5-E2A4-44E2-A255-E62C09087FA1}"/>
              </a:ext>
            </a:extLst>
          </p:cNvPr>
          <p:cNvSpPr>
            <a:spLocks xmlns:a="http://schemas.openxmlformats.org/drawingml/2006/main" noGrp="1"/>
          </p:cNvSpPr>
          <p:nvPr/>
        </p:nvSpPr>
        <p:spPr>
          <a:xfrm xmlns:a="http://schemas.openxmlformats.org/drawingml/2006/main">
            <a:off x="1152525" y="47815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3" name="g968">
            <a:extLst xmlns:a="http://schemas.openxmlformats.org/drawingml/2006/main">
              <a:ext uri="{FF2B5EF4-FFF2-40B4-BE49-F238E27FC236}">
                <a16:creationId xmlns:a16="http://schemas.microsoft.com/office/drawing/2014/main" id="{E78DFE2B-96F8-4305-B9AD-1CFB3F7183A8}"/>
              </a:ext>
            </a:extLst>
          </p:cNvPr>
          <p:cNvSpPr>
            <a:spLocks xmlns:a="http://schemas.openxmlformats.org/drawingml/2006/main" noGrp="1"/>
          </p:cNvSpPr>
          <p:nvPr/>
        </p:nvSpPr>
        <p:spPr>
          <a:xfrm xmlns:a="http://schemas.openxmlformats.org/drawingml/2006/main">
            <a:off x="1152525" y="46958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4" name="g969">
            <a:extLst xmlns:a="http://schemas.openxmlformats.org/drawingml/2006/main">
              <a:ext uri="{FF2B5EF4-FFF2-40B4-BE49-F238E27FC236}">
                <a16:creationId xmlns:a16="http://schemas.microsoft.com/office/drawing/2014/main" id="{F2C585CF-0843-425C-97C5-69DA4B28B32B}"/>
              </a:ext>
            </a:extLst>
          </p:cNvPr>
          <p:cNvSpPr>
            <a:spLocks xmlns:a="http://schemas.openxmlformats.org/drawingml/2006/main" noGrp="1"/>
          </p:cNvSpPr>
          <p:nvPr/>
        </p:nvSpPr>
        <p:spPr>
          <a:xfrm xmlns:a="http://schemas.openxmlformats.org/drawingml/2006/main">
            <a:off x="1152525" y="46101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5" name="g970">
            <a:extLst xmlns:a="http://schemas.openxmlformats.org/drawingml/2006/main">
              <a:ext uri="{FF2B5EF4-FFF2-40B4-BE49-F238E27FC236}">
                <a16:creationId xmlns:a16="http://schemas.microsoft.com/office/drawing/2014/main" id="{8303F672-1D31-4A86-8474-93AAD42BE370}"/>
              </a:ext>
            </a:extLst>
          </p:cNvPr>
          <p:cNvSpPr>
            <a:spLocks xmlns:a="http://schemas.openxmlformats.org/drawingml/2006/main" noGrp="1"/>
          </p:cNvSpPr>
          <p:nvPr/>
        </p:nvSpPr>
        <p:spPr>
          <a:xfrm xmlns:a="http://schemas.openxmlformats.org/drawingml/2006/main">
            <a:off x="1152525" y="45243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6" name="g971">
            <a:extLst xmlns:a="http://schemas.openxmlformats.org/drawingml/2006/main">
              <a:ext uri="{FF2B5EF4-FFF2-40B4-BE49-F238E27FC236}">
                <a16:creationId xmlns:a16="http://schemas.microsoft.com/office/drawing/2014/main" id="{45071B34-2F05-49A0-B833-9D070CFEBA2D}"/>
              </a:ext>
            </a:extLst>
          </p:cNvPr>
          <p:cNvSpPr>
            <a:spLocks xmlns:a="http://schemas.openxmlformats.org/drawingml/2006/main" noGrp="1"/>
          </p:cNvSpPr>
          <p:nvPr/>
        </p:nvSpPr>
        <p:spPr>
          <a:xfrm xmlns:a="http://schemas.openxmlformats.org/drawingml/2006/main">
            <a:off x="1152525" y="44386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7" name="g972">
            <a:extLst xmlns:a="http://schemas.openxmlformats.org/drawingml/2006/main">
              <a:ext uri="{FF2B5EF4-FFF2-40B4-BE49-F238E27FC236}">
                <a16:creationId xmlns:a16="http://schemas.microsoft.com/office/drawing/2014/main" id="{C78E9176-0B24-4FEE-B675-A4EF1128D8EF}"/>
              </a:ext>
            </a:extLst>
          </p:cNvPr>
          <p:cNvSpPr>
            <a:spLocks xmlns:a="http://schemas.openxmlformats.org/drawingml/2006/main" noGrp="1"/>
          </p:cNvSpPr>
          <p:nvPr/>
        </p:nvSpPr>
        <p:spPr>
          <a:xfrm xmlns:a="http://schemas.openxmlformats.org/drawingml/2006/main">
            <a:off x="1152525" y="43529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8" name="g973">
            <a:extLst xmlns:a="http://schemas.openxmlformats.org/drawingml/2006/main">
              <a:ext uri="{FF2B5EF4-FFF2-40B4-BE49-F238E27FC236}">
                <a16:creationId xmlns:a16="http://schemas.microsoft.com/office/drawing/2014/main" id="{874CE3B4-A310-4113-83F9-B0412F502E28}"/>
              </a:ext>
            </a:extLst>
          </p:cNvPr>
          <p:cNvSpPr>
            <a:spLocks xmlns:a="http://schemas.openxmlformats.org/drawingml/2006/main" noGrp="1"/>
          </p:cNvSpPr>
          <p:nvPr/>
        </p:nvSpPr>
        <p:spPr>
          <a:xfrm xmlns:a="http://schemas.openxmlformats.org/drawingml/2006/main">
            <a:off x="1152525" y="42672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89" name="g974">
            <a:extLst xmlns:a="http://schemas.openxmlformats.org/drawingml/2006/main">
              <a:ext uri="{FF2B5EF4-FFF2-40B4-BE49-F238E27FC236}">
                <a16:creationId xmlns:a16="http://schemas.microsoft.com/office/drawing/2014/main" id="{AA7B9F91-4B7C-4968-BD89-2236D2C9D7B6}"/>
              </a:ext>
            </a:extLst>
          </p:cNvPr>
          <p:cNvSpPr>
            <a:spLocks xmlns:a="http://schemas.openxmlformats.org/drawingml/2006/main" noGrp="1"/>
          </p:cNvSpPr>
          <p:nvPr/>
        </p:nvSpPr>
        <p:spPr>
          <a:xfrm xmlns:a="http://schemas.openxmlformats.org/drawingml/2006/main">
            <a:off x="1152525" y="41814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0" name="g975">
            <a:extLst xmlns:a="http://schemas.openxmlformats.org/drawingml/2006/main">
              <a:ext uri="{FF2B5EF4-FFF2-40B4-BE49-F238E27FC236}">
                <a16:creationId xmlns:a16="http://schemas.microsoft.com/office/drawing/2014/main" id="{6BA0C175-B09E-4DD4-AF2D-A9A011318B6D}"/>
              </a:ext>
            </a:extLst>
          </p:cNvPr>
          <p:cNvSpPr>
            <a:spLocks xmlns:a="http://schemas.openxmlformats.org/drawingml/2006/main" noGrp="1"/>
          </p:cNvSpPr>
          <p:nvPr/>
        </p:nvSpPr>
        <p:spPr>
          <a:xfrm xmlns:a="http://schemas.openxmlformats.org/drawingml/2006/main">
            <a:off x="1152525" y="40957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1" name="g976">
            <a:extLst xmlns:a="http://schemas.openxmlformats.org/drawingml/2006/main">
              <a:ext uri="{FF2B5EF4-FFF2-40B4-BE49-F238E27FC236}">
                <a16:creationId xmlns:a16="http://schemas.microsoft.com/office/drawing/2014/main" id="{698DFE28-575E-4940-A315-996122352E8C}"/>
              </a:ext>
            </a:extLst>
          </p:cNvPr>
          <p:cNvSpPr>
            <a:spLocks xmlns:a="http://schemas.openxmlformats.org/drawingml/2006/main" noGrp="1"/>
          </p:cNvSpPr>
          <p:nvPr/>
        </p:nvSpPr>
        <p:spPr>
          <a:xfrm xmlns:a="http://schemas.openxmlformats.org/drawingml/2006/main">
            <a:off x="1152525" y="40100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2" name="g977">
            <a:extLst xmlns:a="http://schemas.openxmlformats.org/drawingml/2006/main">
              <a:ext uri="{FF2B5EF4-FFF2-40B4-BE49-F238E27FC236}">
                <a16:creationId xmlns:a16="http://schemas.microsoft.com/office/drawing/2014/main" id="{E9C0F0A4-FC90-4C94-AF2C-5F32711AFB8E}"/>
              </a:ext>
            </a:extLst>
          </p:cNvPr>
          <p:cNvSpPr>
            <a:spLocks xmlns:a="http://schemas.openxmlformats.org/drawingml/2006/main" noGrp="1"/>
          </p:cNvSpPr>
          <p:nvPr/>
        </p:nvSpPr>
        <p:spPr>
          <a:xfrm xmlns:a="http://schemas.openxmlformats.org/drawingml/2006/main">
            <a:off x="1152525" y="39243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3" name="g978">
            <a:extLst xmlns:a="http://schemas.openxmlformats.org/drawingml/2006/main">
              <a:ext uri="{FF2B5EF4-FFF2-40B4-BE49-F238E27FC236}">
                <a16:creationId xmlns:a16="http://schemas.microsoft.com/office/drawing/2014/main" id="{4753A368-0EB6-4C24-A4F1-56F44336E312}"/>
              </a:ext>
            </a:extLst>
          </p:cNvPr>
          <p:cNvSpPr>
            <a:spLocks xmlns:a="http://schemas.openxmlformats.org/drawingml/2006/main" noGrp="1"/>
          </p:cNvSpPr>
          <p:nvPr/>
        </p:nvSpPr>
        <p:spPr>
          <a:xfrm xmlns:a="http://schemas.openxmlformats.org/drawingml/2006/main">
            <a:off x="1152525" y="38385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4" name="g979">
            <a:extLst xmlns:a="http://schemas.openxmlformats.org/drawingml/2006/main">
              <a:ext uri="{FF2B5EF4-FFF2-40B4-BE49-F238E27FC236}">
                <a16:creationId xmlns:a16="http://schemas.microsoft.com/office/drawing/2014/main" id="{A40D7E1C-2469-4ACF-BB60-1DC46B067528}"/>
              </a:ext>
            </a:extLst>
          </p:cNvPr>
          <p:cNvSpPr>
            <a:spLocks xmlns:a="http://schemas.openxmlformats.org/drawingml/2006/main" noGrp="1"/>
          </p:cNvSpPr>
          <p:nvPr/>
        </p:nvSpPr>
        <p:spPr>
          <a:xfrm xmlns:a="http://schemas.openxmlformats.org/drawingml/2006/main">
            <a:off x="1152525" y="37528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5" name="g980">
            <a:extLst xmlns:a="http://schemas.openxmlformats.org/drawingml/2006/main">
              <a:ext uri="{FF2B5EF4-FFF2-40B4-BE49-F238E27FC236}">
                <a16:creationId xmlns:a16="http://schemas.microsoft.com/office/drawing/2014/main" id="{FFE954D1-F523-4872-AFCC-741DADEB3120}"/>
              </a:ext>
            </a:extLst>
          </p:cNvPr>
          <p:cNvSpPr>
            <a:spLocks xmlns:a="http://schemas.openxmlformats.org/drawingml/2006/main" noGrp="1"/>
          </p:cNvSpPr>
          <p:nvPr/>
        </p:nvSpPr>
        <p:spPr>
          <a:xfrm xmlns:a="http://schemas.openxmlformats.org/drawingml/2006/main">
            <a:off x="1152525" y="36671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6" name="g981">
            <a:extLst xmlns:a="http://schemas.openxmlformats.org/drawingml/2006/main">
              <a:ext uri="{FF2B5EF4-FFF2-40B4-BE49-F238E27FC236}">
                <a16:creationId xmlns:a16="http://schemas.microsoft.com/office/drawing/2014/main" id="{45B516B0-7B4C-4161-B162-3037A2EEC2E5}"/>
              </a:ext>
            </a:extLst>
          </p:cNvPr>
          <p:cNvSpPr>
            <a:spLocks xmlns:a="http://schemas.openxmlformats.org/drawingml/2006/main" noGrp="1"/>
          </p:cNvSpPr>
          <p:nvPr/>
        </p:nvSpPr>
        <p:spPr>
          <a:xfrm xmlns:a="http://schemas.openxmlformats.org/drawingml/2006/main">
            <a:off x="1152525" y="35814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7" name="g982">
            <a:extLst xmlns:a="http://schemas.openxmlformats.org/drawingml/2006/main">
              <a:ext uri="{FF2B5EF4-FFF2-40B4-BE49-F238E27FC236}">
                <a16:creationId xmlns:a16="http://schemas.microsoft.com/office/drawing/2014/main" id="{AD707AC6-319D-4B88-B83B-A12E445B62E7}"/>
              </a:ext>
            </a:extLst>
          </p:cNvPr>
          <p:cNvSpPr>
            <a:spLocks xmlns:a="http://schemas.openxmlformats.org/drawingml/2006/main" noGrp="1"/>
          </p:cNvSpPr>
          <p:nvPr/>
        </p:nvSpPr>
        <p:spPr>
          <a:xfrm xmlns:a="http://schemas.openxmlformats.org/drawingml/2006/main">
            <a:off x="1152525" y="34956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8" name="g983">
            <a:extLst xmlns:a="http://schemas.openxmlformats.org/drawingml/2006/main">
              <a:ext uri="{FF2B5EF4-FFF2-40B4-BE49-F238E27FC236}">
                <a16:creationId xmlns:a16="http://schemas.microsoft.com/office/drawing/2014/main" id="{C2E05AC0-0A01-46C5-9EA0-3B6D13893663}"/>
              </a:ext>
            </a:extLst>
          </p:cNvPr>
          <p:cNvSpPr>
            <a:spLocks xmlns:a="http://schemas.openxmlformats.org/drawingml/2006/main" noGrp="1"/>
          </p:cNvSpPr>
          <p:nvPr/>
        </p:nvSpPr>
        <p:spPr>
          <a:xfrm xmlns:a="http://schemas.openxmlformats.org/drawingml/2006/main">
            <a:off x="1152525" y="34099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599" name="g984">
            <a:extLst xmlns:a="http://schemas.openxmlformats.org/drawingml/2006/main">
              <a:ext uri="{FF2B5EF4-FFF2-40B4-BE49-F238E27FC236}">
                <a16:creationId xmlns:a16="http://schemas.microsoft.com/office/drawing/2014/main" id="{E0FC6013-4E11-4607-A397-8B88D070F9DD}"/>
              </a:ext>
            </a:extLst>
          </p:cNvPr>
          <p:cNvSpPr>
            <a:spLocks xmlns:a="http://schemas.openxmlformats.org/drawingml/2006/main" noGrp="1"/>
          </p:cNvSpPr>
          <p:nvPr/>
        </p:nvSpPr>
        <p:spPr>
          <a:xfrm xmlns:a="http://schemas.openxmlformats.org/drawingml/2006/main">
            <a:off x="1152525" y="33242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0" name="g985">
            <a:extLst xmlns:a="http://schemas.openxmlformats.org/drawingml/2006/main">
              <a:ext uri="{FF2B5EF4-FFF2-40B4-BE49-F238E27FC236}">
                <a16:creationId xmlns:a16="http://schemas.microsoft.com/office/drawing/2014/main" id="{CBBA596F-5EF7-492A-8309-37CBD339F81A}"/>
              </a:ext>
            </a:extLst>
          </p:cNvPr>
          <p:cNvSpPr>
            <a:spLocks xmlns:a="http://schemas.openxmlformats.org/drawingml/2006/main" noGrp="1"/>
          </p:cNvSpPr>
          <p:nvPr/>
        </p:nvSpPr>
        <p:spPr>
          <a:xfrm xmlns:a="http://schemas.openxmlformats.org/drawingml/2006/main">
            <a:off x="1152525" y="32385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1" name="g986">
            <a:extLst xmlns:a="http://schemas.openxmlformats.org/drawingml/2006/main">
              <a:ext uri="{FF2B5EF4-FFF2-40B4-BE49-F238E27FC236}">
                <a16:creationId xmlns:a16="http://schemas.microsoft.com/office/drawing/2014/main" id="{E52CED87-C422-4D0A-A32B-E95A358D1BD5}"/>
              </a:ext>
            </a:extLst>
          </p:cNvPr>
          <p:cNvSpPr>
            <a:spLocks xmlns:a="http://schemas.openxmlformats.org/drawingml/2006/main" noGrp="1"/>
          </p:cNvSpPr>
          <p:nvPr/>
        </p:nvSpPr>
        <p:spPr>
          <a:xfrm xmlns:a="http://schemas.openxmlformats.org/drawingml/2006/main">
            <a:off x="1152525" y="31527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2" name="g987">
            <a:extLst xmlns:a="http://schemas.openxmlformats.org/drawingml/2006/main">
              <a:ext uri="{FF2B5EF4-FFF2-40B4-BE49-F238E27FC236}">
                <a16:creationId xmlns:a16="http://schemas.microsoft.com/office/drawing/2014/main" id="{3D7D3627-AC76-463C-B98A-D55D212D6082}"/>
              </a:ext>
            </a:extLst>
          </p:cNvPr>
          <p:cNvSpPr>
            <a:spLocks xmlns:a="http://schemas.openxmlformats.org/drawingml/2006/main" noGrp="1"/>
          </p:cNvSpPr>
          <p:nvPr/>
        </p:nvSpPr>
        <p:spPr>
          <a:xfrm xmlns:a="http://schemas.openxmlformats.org/drawingml/2006/main">
            <a:off x="1152525" y="30670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3" name="g988">
            <a:extLst xmlns:a="http://schemas.openxmlformats.org/drawingml/2006/main">
              <a:ext uri="{FF2B5EF4-FFF2-40B4-BE49-F238E27FC236}">
                <a16:creationId xmlns:a16="http://schemas.microsoft.com/office/drawing/2014/main" id="{A2F1E309-478D-40F6-9549-A8BD4545EE0A}"/>
              </a:ext>
            </a:extLst>
          </p:cNvPr>
          <p:cNvSpPr>
            <a:spLocks xmlns:a="http://schemas.openxmlformats.org/drawingml/2006/main" noGrp="1"/>
          </p:cNvSpPr>
          <p:nvPr/>
        </p:nvSpPr>
        <p:spPr>
          <a:xfrm xmlns:a="http://schemas.openxmlformats.org/drawingml/2006/main">
            <a:off x="1152525" y="29813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4" name="g989">
            <a:extLst xmlns:a="http://schemas.openxmlformats.org/drawingml/2006/main">
              <a:ext uri="{FF2B5EF4-FFF2-40B4-BE49-F238E27FC236}">
                <a16:creationId xmlns:a16="http://schemas.microsoft.com/office/drawing/2014/main" id="{509E0B37-078C-41D7-9C4E-DEA868FA1A4A}"/>
              </a:ext>
            </a:extLst>
          </p:cNvPr>
          <p:cNvSpPr>
            <a:spLocks xmlns:a="http://schemas.openxmlformats.org/drawingml/2006/main" noGrp="1"/>
          </p:cNvSpPr>
          <p:nvPr/>
        </p:nvSpPr>
        <p:spPr>
          <a:xfrm xmlns:a="http://schemas.openxmlformats.org/drawingml/2006/main">
            <a:off x="1152525" y="28956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5" name="g990">
            <a:extLst xmlns:a="http://schemas.openxmlformats.org/drawingml/2006/main">
              <a:ext uri="{FF2B5EF4-FFF2-40B4-BE49-F238E27FC236}">
                <a16:creationId xmlns:a16="http://schemas.microsoft.com/office/drawing/2014/main" id="{24CBECAA-6E1C-44B7-9B49-7A15610D4442}"/>
              </a:ext>
            </a:extLst>
          </p:cNvPr>
          <p:cNvSpPr>
            <a:spLocks xmlns:a="http://schemas.openxmlformats.org/drawingml/2006/main" noGrp="1"/>
          </p:cNvSpPr>
          <p:nvPr/>
        </p:nvSpPr>
        <p:spPr>
          <a:xfrm xmlns:a="http://schemas.openxmlformats.org/drawingml/2006/main">
            <a:off x="1152525" y="28098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6" name="g991">
            <a:extLst xmlns:a="http://schemas.openxmlformats.org/drawingml/2006/main">
              <a:ext uri="{FF2B5EF4-FFF2-40B4-BE49-F238E27FC236}">
                <a16:creationId xmlns:a16="http://schemas.microsoft.com/office/drawing/2014/main" id="{70E977BC-3CC7-414E-A4E8-1FE6FCF607DC}"/>
              </a:ext>
            </a:extLst>
          </p:cNvPr>
          <p:cNvSpPr>
            <a:spLocks xmlns:a="http://schemas.openxmlformats.org/drawingml/2006/main" noGrp="1"/>
          </p:cNvSpPr>
          <p:nvPr/>
        </p:nvSpPr>
        <p:spPr>
          <a:xfrm xmlns:a="http://schemas.openxmlformats.org/drawingml/2006/main">
            <a:off x="1152525" y="27241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7" name="g992">
            <a:extLst xmlns:a="http://schemas.openxmlformats.org/drawingml/2006/main">
              <a:ext uri="{FF2B5EF4-FFF2-40B4-BE49-F238E27FC236}">
                <a16:creationId xmlns:a16="http://schemas.microsoft.com/office/drawing/2014/main" id="{36E16995-7950-410E-9714-9E3CDC48A9FB}"/>
              </a:ext>
            </a:extLst>
          </p:cNvPr>
          <p:cNvSpPr>
            <a:spLocks xmlns:a="http://schemas.openxmlformats.org/drawingml/2006/main" noGrp="1"/>
          </p:cNvSpPr>
          <p:nvPr/>
        </p:nvSpPr>
        <p:spPr>
          <a:xfrm xmlns:a="http://schemas.openxmlformats.org/drawingml/2006/main">
            <a:off x="1152525" y="26384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8" name="g993">
            <a:extLst xmlns:a="http://schemas.openxmlformats.org/drawingml/2006/main">
              <a:ext uri="{FF2B5EF4-FFF2-40B4-BE49-F238E27FC236}">
                <a16:creationId xmlns:a16="http://schemas.microsoft.com/office/drawing/2014/main" id="{B7805741-1234-42B0-B638-4A6C52721165}"/>
              </a:ext>
            </a:extLst>
          </p:cNvPr>
          <p:cNvSpPr>
            <a:spLocks xmlns:a="http://schemas.openxmlformats.org/drawingml/2006/main" noGrp="1"/>
          </p:cNvSpPr>
          <p:nvPr/>
        </p:nvSpPr>
        <p:spPr>
          <a:xfrm xmlns:a="http://schemas.openxmlformats.org/drawingml/2006/main">
            <a:off x="1152525" y="25527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609" name="g994">
            <a:extLst xmlns:a="http://schemas.openxmlformats.org/drawingml/2006/main">
              <a:ext uri="{FF2B5EF4-FFF2-40B4-BE49-F238E27FC236}">
                <a16:creationId xmlns:a16="http://schemas.microsoft.com/office/drawing/2014/main" id="{C6ABD39E-BA4F-4B75-8750-8E343257CF15}"/>
              </a:ext>
            </a:extLst>
          </p:cNvPr>
          <p:cNvSpPr>
            <a:spLocks xmlns:a="http://schemas.openxmlformats.org/drawingml/2006/main" noGrp="1"/>
          </p:cNvSpPr>
          <p:nvPr/>
        </p:nvSpPr>
        <p:spPr>
          <a:xfrm xmlns:a="http://schemas.openxmlformats.org/drawingml/2006/main">
            <a:off x="1533525" y="2647950"/>
            <a:ext cx="9963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365" b="1">
                <a:solidFill>
                  <a:srgbClr val="383838"/>
                </a:solidFill>
                <a:latin typeface="Microsoft YaHei UI"/>
                <a:ea typeface="Microsoft YaHei UI"/>
                <a:cs typeface="Microsoft YaHei UI"/>
              </a:defRPr>
            </a:pPr>
            <a:r>
              <a:rPr sz="1365" b="1">
                <a:solidFill>
                  <a:srgbClr val="383838"/>
                </a:solidFill>
                <a:latin typeface="Microsoft YaHei UI"/>
                <a:ea typeface="Microsoft YaHei UI"/>
                <a:cs typeface="Microsoft YaHei UI"/>
              </a:rPr>
              <a:t>构建以全链条核心技术攻关为主线，以创新平台建设、成果转化体系、人才发展体系为抓手的“1+3”科技创新实施路径</a:t>
            </a:r>
          </a:p>
        </p:txBody>
      </p:sp>
      <p:sp>
        <p:nvSpPr>
          <p:cNvPr id="610" name="g995">
            <a:extLst xmlns:a="http://schemas.openxmlformats.org/drawingml/2006/main">
              <a:ext uri="{FF2B5EF4-FFF2-40B4-BE49-F238E27FC236}">
                <a16:creationId xmlns:a16="http://schemas.microsoft.com/office/drawing/2014/main" id="{2256ADE3-9BB8-4201-B401-C91FCC690472}"/>
              </a:ext>
            </a:extLst>
          </p:cNvPr>
          <p:cNvSpPr>
            <a:spLocks xmlns:a="http://schemas.openxmlformats.org/drawingml/2006/main" noGrp="1"/>
          </p:cNvSpPr>
          <p:nvPr/>
        </p:nvSpPr>
        <p:spPr>
          <a:xfrm xmlns:a="http://schemas.openxmlformats.org/drawingml/2006/main">
            <a:off x="1809750" y="3019425"/>
            <a:ext cx="1790700" cy="276225"/>
          </a:xfrm>
          <a:prstGeom xmlns:a="http://schemas.openxmlformats.org/drawingml/2006/main" prst="roundRect">
            <a:avLst>
              <a:gd name="adj" fmla="val 13793"/>
            </a:avLst>
          </a:prstGeom>
          <a:solidFill xmlns:a="http://schemas.openxmlformats.org/drawingml/2006/main">
            <a:srgbClr val="547FFE"/>
          </a:solidFill>
          <a:ln xmlns:a="http://schemas.openxmlformats.org/drawingml/2006/main" w="0">
            <a:noFill/>
          </a:ln>
        </p:spPr>
      </p:sp>
      <p:sp>
        <p:nvSpPr>
          <p:cNvPr id="611" name="g996">
            <a:extLst xmlns:a="http://schemas.openxmlformats.org/drawingml/2006/main">
              <a:ext uri="{FF2B5EF4-FFF2-40B4-BE49-F238E27FC236}">
                <a16:creationId xmlns:a16="http://schemas.microsoft.com/office/drawing/2014/main" id="{D6F96CDD-F91E-446D-9D9A-5C28253D248C}"/>
              </a:ext>
            </a:extLst>
          </p:cNvPr>
          <p:cNvSpPr>
            <a:spLocks xmlns:a="http://schemas.openxmlformats.org/drawingml/2006/main" noGrp="1"/>
          </p:cNvSpPr>
          <p:nvPr/>
        </p:nvSpPr>
        <p:spPr>
          <a:xfrm xmlns:a="http://schemas.openxmlformats.org/drawingml/2006/main">
            <a:off x="1809750" y="3028950"/>
            <a:ext cx="1790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FFFFFF"/>
                </a:solidFill>
                <a:latin typeface="Microsoft YaHei UI"/>
                <a:ea typeface="Microsoft YaHei UI"/>
                <a:cs typeface="Microsoft YaHei UI"/>
              </a:defRPr>
            </a:pPr>
            <a:r>
              <a:rPr sz="1402" b="1">
                <a:solidFill>
                  <a:srgbClr val="FFFFFF"/>
                </a:solidFill>
                <a:latin typeface="Microsoft YaHei UI"/>
                <a:ea typeface="Microsoft YaHei UI"/>
                <a:cs typeface="Microsoft YaHei UI"/>
              </a:rPr>
              <a:t>1条主线</a:t>
            </a:r>
          </a:p>
        </p:txBody>
      </p:sp>
      <p:sp>
        <p:nvSpPr>
          <p:cNvPr id="612" name="g997">
            <a:extLst xmlns:a="http://schemas.openxmlformats.org/drawingml/2006/main">
              <a:ext uri="{FF2B5EF4-FFF2-40B4-BE49-F238E27FC236}">
                <a16:creationId xmlns:a16="http://schemas.microsoft.com/office/drawing/2014/main" id="{36187A46-FBB7-4D09-A09E-A884697E37F9}"/>
              </a:ext>
            </a:extLst>
          </p:cNvPr>
          <p:cNvSpPr>
            <a:spLocks xmlns:a="http://schemas.openxmlformats.org/drawingml/2006/main" noGrp="1"/>
          </p:cNvSpPr>
          <p:nvPr/>
        </p:nvSpPr>
        <p:spPr>
          <a:xfrm xmlns:a="http://schemas.openxmlformats.org/drawingml/2006/main">
            <a:off x="7124700" y="3019425"/>
            <a:ext cx="1790700" cy="276225"/>
          </a:xfrm>
          <a:prstGeom xmlns:a="http://schemas.openxmlformats.org/drawingml/2006/main" prst="roundRect">
            <a:avLst>
              <a:gd name="adj" fmla="val 13793"/>
            </a:avLst>
          </a:prstGeom>
          <a:solidFill xmlns:a="http://schemas.openxmlformats.org/drawingml/2006/main">
            <a:srgbClr val="547FFE"/>
          </a:solidFill>
          <a:ln xmlns:a="http://schemas.openxmlformats.org/drawingml/2006/main" w="0">
            <a:noFill/>
          </a:ln>
        </p:spPr>
      </p:sp>
      <p:sp>
        <p:nvSpPr>
          <p:cNvPr id="613" name="g998">
            <a:extLst xmlns:a="http://schemas.openxmlformats.org/drawingml/2006/main">
              <a:ext uri="{FF2B5EF4-FFF2-40B4-BE49-F238E27FC236}">
                <a16:creationId xmlns:a16="http://schemas.microsoft.com/office/drawing/2014/main" id="{719CA768-2C52-4681-8F72-43AEB28C012F}"/>
              </a:ext>
            </a:extLst>
          </p:cNvPr>
          <p:cNvSpPr>
            <a:spLocks xmlns:a="http://schemas.openxmlformats.org/drawingml/2006/main" noGrp="1"/>
          </p:cNvSpPr>
          <p:nvPr/>
        </p:nvSpPr>
        <p:spPr>
          <a:xfrm xmlns:a="http://schemas.openxmlformats.org/drawingml/2006/main">
            <a:off x="7124700" y="3028950"/>
            <a:ext cx="1790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FFFFFF"/>
                </a:solidFill>
                <a:latin typeface="Microsoft YaHei UI"/>
                <a:ea typeface="Microsoft YaHei UI"/>
                <a:cs typeface="Microsoft YaHei UI"/>
              </a:defRPr>
            </a:pPr>
            <a:r>
              <a:rPr sz="1402" b="1">
                <a:solidFill>
                  <a:srgbClr val="FFFFFF"/>
                </a:solidFill>
                <a:latin typeface="Microsoft YaHei UI"/>
                <a:ea typeface="Microsoft YaHei UI"/>
                <a:cs typeface="Microsoft YaHei UI"/>
              </a:rPr>
              <a:t>3大核心抓手</a:t>
            </a:r>
          </a:p>
        </p:txBody>
      </p:sp>
      <p:sp>
        <p:nvSpPr>
          <p:cNvPr id="614" name="g999">
            <a:extLst xmlns:a="http://schemas.openxmlformats.org/drawingml/2006/main">
              <a:ext uri="{FF2B5EF4-FFF2-40B4-BE49-F238E27FC236}">
                <a16:creationId xmlns:a16="http://schemas.microsoft.com/office/drawing/2014/main" id="{2C083756-7306-4A88-BC04-6A42246A0388}"/>
              </a:ext>
            </a:extLst>
          </p:cNvPr>
          <p:cNvSpPr>
            <a:spLocks xmlns:a="http://schemas.openxmlformats.org/drawingml/2006/main" noGrp="1"/>
          </p:cNvSpPr>
          <p:nvPr/>
        </p:nvSpPr>
        <p:spPr>
          <a:xfrm xmlns:a="http://schemas.openxmlformats.org/drawingml/2006/main">
            <a:off x="1276350" y="3381375"/>
            <a:ext cx="2857500" cy="2219325"/>
          </a:xfrm>
          <a:prstGeom xmlns:a="http://schemas.openxmlformats.org/drawingml/2006/main" prst="roundRect">
            <a:avLst>
              <a:gd name="adj" fmla="val 16309"/>
            </a:avLst>
          </a:prstGeom>
          <a:solidFill xmlns:a="http://schemas.openxmlformats.org/drawingml/2006/main">
            <a:srgbClr val="FFFFFF"/>
          </a:solidFill>
          <a:ln xmlns:a="http://schemas.openxmlformats.org/drawingml/2006/main" w="0">
            <a:noFill/>
          </a:ln>
        </p:spPr>
      </p:sp>
      <p:sp>
        <p:nvSpPr>
          <p:cNvPr id="615" name="g1000">
            <a:extLst xmlns:a="http://schemas.openxmlformats.org/drawingml/2006/main">
              <a:ext uri="{FF2B5EF4-FFF2-40B4-BE49-F238E27FC236}">
                <a16:creationId xmlns:a16="http://schemas.microsoft.com/office/drawing/2014/main" id="{1FF46F35-13B4-42FD-AD1E-7CAA152412B7}"/>
              </a:ext>
            </a:extLst>
          </p:cNvPr>
          <p:cNvSpPr>
            <a:spLocks xmlns:a="http://schemas.openxmlformats.org/drawingml/2006/main" noGrp="1"/>
          </p:cNvSpPr>
          <p:nvPr/>
        </p:nvSpPr>
        <p:spPr>
          <a:xfrm xmlns:a="http://schemas.openxmlformats.org/drawingml/2006/main">
            <a:off x="3771900" y="3381375"/>
            <a:ext cx="28398" cy="1116"/>
          </a:xfrm>
          <a:custGeom xmlns:a="http://schemas.openxmlformats.org/drawingml/2006/main">
            <a:pathLst>
              <a:path w="28398" h="1116">
                <a:moveTo>
                  <a:pt x="0" y="0"/>
                </a:moveTo>
                <a:lnTo>
                  <a:pt x="28398" y="1116"/>
                </a:lnTo>
              </a:path>
            </a:pathLst>
          </a:custGeom>
          <a:noFill xmlns:a="http://schemas.openxmlformats.org/drawingml/2006/main"/>
          <a:ln xmlns:a="http://schemas.openxmlformats.org/drawingml/2006/main" w="6668">
            <a:solidFill>
              <a:srgbClr val="9D9D9D"/>
            </a:solidFill>
          </a:ln>
        </p:spPr>
      </p:sp>
      <p:sp>
        <p:nvSpPr>
          <p:cNvPr id="616" name="g1001">
            <a:extLst xmlns:a="http://schemas.openxmlformats.org/drawingml/2006/main">
              <a:ext uri="{FF2B5EF4-FFF2-40B4-BE49-F238E27FC236}">
                <a16:creationId xmlns:a16="http://schemas.microsoft.com/office/drawing/2014/main" id="{36C31AFC-CE96-4BB2-9E2D-1AA60C06CEEF}"/>
              </a:ext>
            </a:extLst>
          </p:cNvPr>
          <p:cNvSpPr>
            <a:spLocks xmlns:a="http://schemas.openxmlformats.org/drawingml/2006/main" noGrp="1"/>
          </p:cNvSpPr>
          <p:nvPr/>
        </p:nvSpPr>
        <p:spPr>
          <a:xfrm xmlns:a="http://schemas.openxmlformats.org/drawingml/2006/main">
            <a:off x="3800298" y="3382491"/>
            <a:ext cx="953" cy="953"/>
          </a:xfrm>
          <a:custGeom xmlns:a="http://schemas.openxmlformats.org/drawingml/2006/main">
            <a:pathLst>
              <a:path w="953" h="953">
                <a:moveTo>
                  <a:pt x="0" y="0"/>
                </a:moveTo>
                <a:lnTo>
                  <a:pt x="154" y="18"/>
                </a:lnTo>
              </a:path>
            </a:pathLst>
          </a:custGeom>
          <a:noFill xmlns:a="http://schemas.openxmlformats.org/drawingml/2006/main"/>
          <a:ln xmlns:a="http://schemas.openxmlformats.org/drawingml/2006/main" w="6668">
            <a:solidFill>
              <a:srgbClr val="9D9D9D"/>
            </a:solidFill>
          </a:ln>
        </p:spPr>
      </p:sp>
      <p:sp>
        <p:nvSpPr>
          <p:cNvPr id="617" name="g1002">
            <a:extLst xmlns:a="http://schemas.openxmlformats.org/drawingml/2006/main">
              <a:ext uri="{FF2B5EF4-FFF2-40B4-BE49-F238E27FC236}">
                <a16:creationId xmlns:a16="http://schemas.microsoft.com/office/drawing/2014/main" id="{B82E0703-4C57-454B-A4FB-4876E8F75DA7}"/>
              </a:ext>
            </a:extLst>
          </p:cNvPr>
          <p:cNvSpPr>
            <a:spLocks xmlns:a="http://schemas.openxmlformats.org/drawingml/2006/main" noGrp="1"/>
          </p:cNvSpPr>
          <p:nvPr/>
        </p:nvSpPr>
        <p:spPr>
          <a:xfrm xmlns:a="http://schemas.openxmlformats.org/drawingml/2006/main">
            <a:off x="3819370" y="3384748"/>
            <a:ext cx="9151" cy="1083"/>
          </a:xfrm>
          <a:custGeom xmlns:a="http://schemas.openxmlformats.org/drawingml/2006/main">
            <a:pathLst>
              <a:path w="9151" h="1083">
                <a:moveTo>
                  <a:pt x="0" y="0"/>
                </a:moveTo>
                <a:lnTo>
                  <a:pt x="9151" y="1083"/>
                </a:lnTo>
              </a:path>
            </a:pathLst>
          </a:custGeom>
          <a:noFill xmlns:a="http://schemas.openxmlformats.org/drawingml/2006/main"/>
          <a:ln xmlns:a="http://schemas.openxmlformats.org/drawingml/2006/main" w="6668">
            <a:solidFill>
              <a:srgbClr val="9D9D9D"/>
            </a:solidFill>
          </a:ln>
        </p:spPr>
      </p:sp>
      <p:sp>
        <p:nvSpPr>
          <p:cNvPr id="618" name="g1003">
            <a:extLst xmlns:a="http://schemas.openxmlformats.org/drawingml/2006/main">
              <a:ext uri="{FF2B5EF4-FFF2-40B4-BE49-F238E27FC236}">
                <a16:creationId xmlns:a16="http://schemas.microsoft.com/office/drawing/2014/main" id="{7C36B70C-F91C-4864-93B0-7F00F313D569}"/>
              </a:ext>
            </a:extLst>
          </p:cNvPr>
          <p:cNvSpPr>
            <a:spLocks xmlns:a="http://schemas.openxmlformats.org/drawingml/2006/main" noGrp="1"/>
          </p:cNvSpPr>
          <p:nvPr/>
        </p:nvSpPr>
        <p:spPr>
          <a:xfrm xmlns:a="http://schemas.openxmlformats.org/drawingml/2006/main">
            <a:off x="3828521" y="3385831"/>
            <a:ext cx="18988" cy="3777"/>
          </a:xfrm>
          <a:custGeom xmlns:a="http://schemas.openxmlformats.org/drawingml/2006/main">
            <a:pathLst>
              <a:path w="18988" h="3777">
                <a:moveTo>
                  <a:pt x="0" y="0"/>
                </a:moveTo>
                <a:lnTo>
                  <a:pt x="18988" y="3777"/>
                </a:lnTo>
              </a:path>
            </a:pathLst>
          </a:custGeom>
          <a:noFill xmlns:a="http://schemas.openxmlformats.org/drawingml/2006/main"/>
          <a:ln xmlns:a="http://schemas.openxmlformats.org/drawingml/2006/main" w="6668">
            <a:solidFill>
              <a:srgbClr val="9D9D9D"/>
            </a:solidFill>
          </a:ln>
        </p:spPr>
      </p:sp>
      <p:sp>
        <p:nvSpPr>
          <p:cNvPr id="619" name="g1004">
            <a:extLst xmlns:a="http://schemas.openxmlformats.org/drawingml/2006/main">
              <a:ext uri="{FF2B5EF4-FFF2-40B4-BE49-F238E27FC236}">
                <a16:creationId xmlns:a16="http://schemas.microsoft.com/office/drawing/2014/main" id="{42B818CC-0B69-4E9D-B4EE-211BC212CE9B}"/>
              </a:ext>
            </a:extLst>
          </p:cNvPr>
          <p:cNvSpPr>
            <a:spLocks xmlns:a="http://schemas.openxmlformats.org/drawingml/2006/main" noGrp="1"/>
          </p:cNvSpPr>
          <p:nvPr/>
        </p:nvSpPr>
        <p:spPr>
          <a:xfrm xmlns:a="http://schemas.openxmlformats.org/drawingml/2006/main">
            <a:off x="3866010" y="3394087"/>
            <a:ext cx="17739" cy="5003"/>
          </a:xfrm>
          <a:custGeom xmlns:a="http://schemas.openxmlformats.org/drawingml/2006/main">
            <a:pathLst>
              <a:path w="17739" h="5003">
                <a:moveTo>
                  <a:pt x="0" y="0"/>
                </a:moveTo>
                <a:lnTo>
                  <a:pt x="17739" y="5003"/>
                </a:lnTo>
              </a:path>
            </a:pathLst>
          </a:custGeom>
          <a:noFill xmlns:a="http://schemas.openxmlformats.org/drawingml/2006/main"/>
          <a:ln xmlns:a="http://schemas.openxmlformats.org/drawingml/2006/main" w="6668">
            <a:solidFill>
              <a:srgbClr val="9D9D9D"/>
            </a:solidFill>
          </a:ln>
        </p:spPr>
      </p:sp>
      <p:sp>
        <p:nvSpPr>
          <p:cNvPr id="620" name="g1005">
            <a:extLst xmlns:a="http://schemas.openxmlformats.org/drawingml/2006/main">
              <a:ext uri="{FF2B5EF4-FFF2-40B4-BE49-F238E27FC236}">
                <a16:creationId xmlns:a16="http://schemas.microsoft.com/office/drawing/2014/main" id="{937F0FBD-5C75-4A1E-A3CA-450A21524173}"/>
              </a:ext>
            </a:extLst>
          </p:cNvPr>
          <p:cNvSpPr>
            <a:spLocks xmlns:a="http://schemas.openxmlformats.org/drawingml/2006/main" noGrp="1"/>
          </p:cNvSpPr>
          <p:nvPr/>
        </p:nvSpPr>
        <p:spPr>
          <a:xfrm xmlns:a="http://schemas.openxmlformats.org/drawingml/2006/main">
            <a:off x="3883749" y="3399090"/>
            <a:ext cx="9517" cy="3511"/>
          </a:xfrm>
          <a:custGeom xmlns:a="http://schemas.openxmlformats.org/drawingml/2006/main">
            <a:pathLst>
              <a:path w="9517" h="3511">
                <a:moveTo>
                  <a:pt x="0" y="0"/>
                </a:moveTo>
                <a:lnTo>
                  <a:pt x="9517" y="3511"/>
                </a:lnTo>
              </a:path>
            </a:pathLst>
          </a:custGeom>
          <a:noFill xmlns:a="http://schemas.openxmlformats.org/drawingml/2006/main"/>
          <a:ln xmlns:a="http://schemas.openxmlformats.org/drawingml/2006/main" w="6668">
            <a:solidFill>
              <a:srgbClr val="9D9D9D"/>
            </a:solidFill>
          </a:ln>
        </p:spPr>
      </p:sp>
      <p:sp>
        <p:nvSpPr>
          <p:cNvPr id="621" name="g1006">
            <a:extLst xmlns:a="http://schemas.openxmlformats.org/drawingml/2006/main">
              <a:ext uri="{FF2B5EF4-FFF2-40B4-BE49-F238E27FC236}">
                <a16:creationId xmlns:a16="http://schemas.microsoft.com/office/drawing/2014/main" id="{F658DD2C-4E0E-4D65-8288-8C9C00C9FD3E}"/>
              </a:ext>
            </a:extLst>
          </p:cNvPr>
          <p:cNvSpPr>
            <a:spLocks xmlns:a="http://schemas.openxmlformats.org/drawingml/2006/main" noGrp="1"/>
          </p:cNvSpPr>
          <p:nvPr/>
        </p:nvSpPr>
        <p:spPr>
          <a:xfrm xmlns:a="http://schemas.openxmlformats.org/drawingml/2006/main">
            <a:off x="3911115" y="3409251"/>
            <a:ext cx="25107" cy="11574"/>
          </a:xfrm>
          <a:custGeom xmlns:a="http://schemas.openxmlformats.org/drawingml/2006/main">
            <a:pathLst>
              <a:path w="25107" h="11574">
                <a:moveTo>
                  <a:pt x="0" y="0"/>
                </a:moveTo>
                <a:lnTo>
                  <a:pt x="25107" y="11574"/>
                </a:lnTo>
              </a:path>
            </a:pathLst>
          </a:custGeom>
          <a:noFill xmlns:a="http://schemas.openxmlformats.org/drawingml/2006/main"/>
          <a:ln xmlns:a="http://schemas.openxmlformats.org/drawingml/2006/main" w="6668">
            <a:solidFill>
              <a:srgbClr val="9D9D9D"/>
            </a:solidFill>
          </a:ln>
        </p:spPr>
      </p:sp>
      <p:sp>
        <p:nvSpPr>
          <p:cNvPr id="622" name="g1007">
            <a:extLst xmlns:a="http://schemas.openxmlformats.org/drawingml/2006/main">
              <a:ext uri="{FF2B5EF4-FFF2-40B4-BE49-F238E27FC236}">
                <a16:creationId xmlns:a16="http://schemas.microsoft.com/office/drawing/2014/main" id="{DA83DF64-DCD3-4977-AC3B-2779D1CBECB4}"/>
              </a:ext>
            </a:extLst>
          </p:cNvPr>
          <p:cNvSpPr>
            <a:spLocks xmlns:a="http://schemas.openxmlformats.org/drawingml/2006/main" noGrp="1"/>
          </p:cNvSpPr>
          <p:nvPr/>
        </p:nvSpPr>
        <p:spPr>
          <a:xfrm xmlns:a="http://schemas.openxmlformats.org/drawingml/2006/main">
            <a:off x="3936222" y="3420825"/>
            <a:ext cx="953" cy="953"/>
          </a:xfrm>
          <a:custGeom xmlns:a="http://schemas.openxmlformats.org/drawingml/2006/main">
            <a:pathLst>
              <a:path w="953" h="953">
                <a:moveTo>
                  <a:pt x="0" y="0"/>
                </a:moveTo>
                <a:lnTo>
                  <a:pt x="810" y="454"/>
                </a:lnTo>
              </a:path>
            </a:pathLst>
          </a:custGeom>
          <a:noFill xmlns:a="http://schemas.openxmlformats.org/drawingml/2006/main"/>
          <a:ln xmlns:a="http://schemas.openxmlformats.org/drawingml/2006/main" w="6668">
            <a:solidFill>
              <a:srgbClr val="9D9D9D"/>
            </a:solidFill>
          </a:ln>
        </p:spPr>
      </p:sp>
      <p:sp>
        <p:nvSpPr>
          <p:cNvPr id="623" name="g1008">
            <a:extLst xmlns:a="http://schemas.openxmlformats.org/drawingml/2006/main">
              <a:ext uri="{FF2B5EF4-FFF2-40B4-BE49-F238E27FC236}">
                <a16:creationId xmlns:a16="http://schemas.microsoft.com/office/drawing/2014/main" id="{C6DBD159-D96A-4B2E-BA4F-E0107B95FE57}"/>
              </a:ext>
            </a:extLst>
          </p:cNvPr>
          <p:cNvSpPr>
            <a:spLocks xmlns:a="http://schemas.openxmlformats.org/drawingml/2006/main" noGrp="1"/>
          </p:cNvSpPr>
          <p:nvPr/>
        </p:nvSpPr>
        <p:spPr>
          <a:xfrm xmlns:a="http://schemas.openxmlformats.org/drawingml/2006/main">
            <a:off x="3953653" y="3430587"/>
            <a:ext cx="7365" cy="4125"/>
          </a:xfrm>
          <a:custGeom xmlns:a="http://schemas.openxmlformats.org/drawingml/2006/main">
            <a:pathLst>
              <a:path w="7365" h="4125">
                <a:moveTo>
                  <a:pt x="0" y="0"/>
                </a:moveTo>
                <a:lnTo>
                  <a:pt x="7365" y="4125"/>
                </a:lnTo>
              </a:path>
            </a:pathLst>
          </a:custGeom>
          <a:noFill xmlns:a="http://schemas.openxmlformats.org/drawingml/2006/main"/>
          <a:ln xmlns:a="http://schemas.openxmlformats.org/drawingml/2006/main" w="6668">
            <a:solidFill>
              <a:srgbClr val="9D9D9D"/>
            </a:solidFill>
          </a:ln>
        </p:spPr>
      </p:sp>
      <p:sp>
        <p:nvSpPr>
          <p:cNvPr id="624" name="g1009">
            <a:extLst xmlns:a="http://schemas.openxmlformats.org/drawingml/2006/main">
              <a:ext uri="{FF2B5EF4-FFF2-40B4-BE49-F238E27FC236}">
                <a16:creationId xmlns:a16="http://schemas.microsoft.com/office/drawing/2014/main" id="{309167FA-8EE9-4CC2-99B2-C86B4D2C824A}"/>
              </a:ext>
            </a:extLst>
          </p:cNvPr>
          <p:cNvSpPr>
            <a:spLocks xmlns:a="http://schemas.openxmlformats.org/drawingml/2006/main" noGrp="1"/>
          </p:cNvSpPr>
          <p:nvPr/>
        </p:nvSpPr>
        <p:spPr>
          <a:xfrm xmlns:a="http://schemas.openxmlformats.org/drawingml/2006/main">
            <a:off x="3961018" y="3434712"/>
            <a:ext cx="16741" cy="11186"/>
          </a:xfrm>
          <a:custGeom xmlns:a="http://schemas.openxmlformats.org/drawingml/2006/main">
            <a:pathLst>
              <a:path w="16741" h="11186">
                <a:moveTo>
                  <a:pt x="0" y="0"/>
                </a:moveTo>
                <a:lnTo>
                  <a:pt x="16741" y="11186"/>
                </a:lnTo>
              </a:path>
            </a:pathLst>
          </a:custGeom>
          <a:noFill xmlns:a="http://schemas.openxmlformats.org/drawingml/2006/main"/>
          <a:ln xmlns:a="http://schemas.openxmlformats.org/drawingml/2006/main" w="6668">
            <a:solidFill>
              <a:srgbClr val="9D9D9D"/>
            </a:solidFill>
          </a:ln>
        </p:spPr>
      </p:sp>
      <p:sp>
        <p:nvSpPr>
          <p:cNvPr id="625" name="g1010">
            <a:extLst xmlns:a="http://schemas.openxmlformats.org/drawingml/2006/main">
              <a:ext uri="{FF2B5EF4-FFF2-40B4-BE49-F238E27FC236}">
                <a16:creationId xmlns:a16="http://schemas.microsoft.com/office/drawing/2014/main" id="{ECFEEFE2-5512-497E-B48F-4ACE2CC22100}"/>
              </a:ext>
            </a:extLst>
          </p:cNvPr>
          <p:cNvSpPr>
            <a:spLocks xmlns:a="http://schemas.openxmlformats.org/drawingml/2006/main" noGrp="1"/>
          </p:cNvSpPr>
          <p:nvPr/>
        </p:nvSpPr>
        <p:spPr>
          <a:xfrm xmlns:a="http://schemas.openxmlformats.org/drawingml/2006/main">
            <a:off x="3993102" y="3457165"/>
            <a:ext cx="13866" cy="10931"/>
          </a:xfrm>
          <a:custGeom xmlns:a="http://schemas.openxmlformats.org/drawingml/2006/main">
            <a:pathLst>
              <a:path w="13866" h="10931">
                <a:moveTo>
                  <a:pt x="0" y="0"/>
                </a:moveTo>
                <a:lnTo>
                  <a:pt x="13866" y="10931"/>
                </a:lnTo>
              </a:path>
            </a:pathLst>
          </a:custGeom>
          <a:noFill xmlns:a="http://schemas.openxmlformats.org/drawingml/2006/main"/>
          <a:ln xmlns:a="http://schemas.openxmlformats.org/drawingml/2006/main" w="6668">
            <a:solidFill>
              <a:srgbClr val="9D9D9D"/>
            </a:solidFill>
          </a:ln>
        </p:spPr>
      </p:sp>
      <p:sp>
        <p:nvSpPr>
          <p:cNvPr id="626" name="g1011">
            <a:extLst xmlns:a="http://schemas.openxmlformats.org/drawingml/2006/main">
              <a:ext uri="{FF2B5EF4-FFF2-40B4-BE49-F238E27FC236}">
                <a16:creationId xmlns:a16="http://schemas.microsoft.com/office/drawing/2014/main" id="{BAD0526C-8916-48E8-A89C-888B170129F5}"/>
              </a:ext>
            </a:extLst>
          </p:cNvPr>
          <p:cNvSpPr>
            <a:spLocks xmlns:a="http://schemas.openxmlformats.org/drawingml/2006/main" noGrp="1"/>
          </p:cNvSpPr>
          <p:nvPr/>
        </p:nvSpPr>
        <p:spPr>
          <a:xfrm xmlns:a="http://schemas.openxmlformats.org/drawingml/2006/main">
            <a:off x="4006968" y="3468096"/>
            <a:ext cx="8018" cy="7411"/>
          </a:xfrm>
          <a:custGeom xmlns:a="http://schemas.openxmlformats.org/drawingml/2006/main">
            <a:pathLst>
              <a:path w="8018" h="7411">
                <a:moveTo>
                  <a:pt x="0" y="0"/>
                </a:moveTo>
                <a:lnTo>
                  <a:pt x="8018" y="7411"/>
                </a:lnTo>
              </a:path>
            </a:pathLst>
          </a:custGeom>
          <a:noFill xmlns:a="http://schemas.openxmlformats.org/drawingml/2006/main"/>
          <a:ln xmlns:a="http://schemas.openxmlformats.org/drawingml/2006/main" w="6668">
            <a:solidFill>
              <a:srgbClr val="9D9D9D"/>
            </a:solidFill>
          </a:ln>
        </p:spPr>
      </p:sp>
      <p:sp>
        <p:nvSpPr>
          <p:cNvPr id="627" name="g1012">
            <a:extLst xmlns:a="http://schemas.openxmlformats.org/drawingml/2006/main">
              <a:ext uri="{FF2B5EF4-FFF2-40B4-BE49-F238E27FC236}">
                <a16:creationId xmlns:a16="http://schemas.microsoft.com/office/drawing/2014/main" id="{B95D58E9-0EF0-4C6A-B450-28C0A103977C}"/>
              </a:ext>
            </a:extLst>
          </p:cNvPr>
          <p:cNvSpPr>
            <a:spLocks xmlns:a="http://schemas.openxmlformats.org/drawingml/2006/main" noGrp="1"/>
          </p:cNvSpPr>
          <p:nvPr/>
        </p:nvSpPr>
        <p:spPr>
          <a:xfrm xmlns:a="http://schemas.openxmlformats.org/drawingml/2006/main">
            <a:off x="4028888" y="3488525"/>
            <a:ext cx="18241" cy="19733"/>
          </a:xfrm>
          <a:custGeom xmlns:a="http://schemas.openxmlformats.org/drawingml/2006/main">
            <a:pathLst>
              <a:path w="18241" h="19733">
                <a:moveTo>
                  <a:pt x="0" y="0"/>
                </a:moveTo>
                <a:lnTo>
                  <a:pt x="18241" y="19733"/>
                </a:lnTo>
              </a:path>
            </a:pathLst>
          </a:custGeom>
          <a:noFill xmlns:a="http://schemas.openxmlformats.org/drawingml/2006/main"/>
          <a:ln xmlns:a="http://schemas.openxmlformats.org/drawingml/2006/main" w="6668">
            <a:solidFill>
              <a:srgbClr val="9D9D9D"/>
            </a:solidFill>
          </a:ln>
        </p:spPr>
      </p:sp>
      <p:sp>
        <p:nvSpPr>
          <p:cNvPr id="628" name="g1013">
            <a:extLst xmlns:a="http://schemas.openxmlformats.org/drawingml/2006/main">
              <a:ext uri="{FF2B5EF4-FFF2-40B4-BE49-F238E27FC236}">
                <a16:creationId xmlns:a16="http://schemas.microsoft.com/office/drawing/2014/main" id="{D23F25CC-FE5F-4AF5-BF1B-CEA946DEC58E}"/>
              </a:ext>
            </a:extLst>
          </p:cNvPr>
          <p:cNvSpPr>
            <a:spLocks xmlns:a="http://schemas.openxmlformats.org/drawingml/2006/main" noGrp="1"/>
          </p:cNvSpPr>
          <p:nvPr/>
        </p:nvSpPr>
        <p:spPr>
          <a:xfrm xmlns:a="http://schemas.openxmlformats.org/drawingml/2006/main">
            <a:off x="4047129" y="3508257"/>
            <a:ext cx="1054" cy="1337"/>
          </a:xfrm>
          <a:custGeom xmlns:a="http://schemas.openxmlformats.org/drawingml/2006/main">
            <a:pathLst>
              <a:path w="1054" h="1337">
                <a:moveTo>
                  <a:pt x="0" y="0"/>
                </a:moveTo>
                <a:lnTo>
                  <a:pt x="1054" y="1337"/>
                </a:lnTo>
              </a:path>
            </a:pathLst>
          </a:custGeom>
          <a:noFill xmlns:a="http://schemas.openxmlformats.org/drawingml/2006/main"/>
          <a:ln xmlns:a="http://schemas.openxmlformats.org/drawingml/2006/main" w="6668">
            <a:solidFill>
              <a:srgbClr val="9D9D9D"/>
            </a:solidFill>
          </a:ln>
        </p:spPr>
      </p:sp>
      <p:sp>
        <p:nvSpPr>
          <p:cNvPr id="629" name="g1014">
            <a:extLst xmlns:a="http://schemas.openxmlformats.org/drawingml/2006/main">
              <a:ext uri="{FF2B5EF4-FFF2-40B4-BE49-F238E27FC236}">
                <a16:creationId xmlns:a16="http://schemas.microsoft.com/office/drawing/2014/main" id="{2759BE4A-F301-4694-AAE9-4C910FB256FB}"/>
              </a:ext>
            </a:extLst>
          </p:cNvPr>
          <p:cNvSpPr>
            <a:spLocks xmlns:a="http://schemas.openxmlformats.org/drawingml/2006/main" noGrp="1"/>
          </p:cNvSpPr>
          <p:nvPr/>
        </p:nvSpPr>
        <p:spPr>
          <a:xfrm xmlns:a="http://schemas.openxmlformats.org/drawingml/2006/main">
            <a:off x="4059977" y="3524555"/>
            <a:ext cx="4747" cy="6021"/>
          </a:xfrm>
          <a:custGeom xmlns:a="http://schemas.openxmlformats.org/drawingml/2006/main">
            <a:pathLst>
              <a:path w="4747" h="6021">
                <a:moveTo>
                  <a:pt x="0" y="0"/>
                </a:moveTo>
                <a:lnTo>
                  <a:pt x="4747" y="6021"/>
                </a:lnTo>
              </a:path>
            </a:pathLst>
          </a:custGeom>
          <a:noFill xmlns:a="http://schemas.openxmlformats.org/drawingml/2006/main"/>
          <a:ln xmlns:a="http://schemas.openxmlformats.org/drawingml/2006/main" w="6668">
            <a:solidFill>
              <a:srgbClr val="9D9D9D"/>
            </a:solidFill>
          </a:ln>
        </p:spPr>
      </p:sp>
      <p:sp>
        <p:nvSpPr>
          <p:cNvPr id="630" name="g1015">
            <a:extLst xmlns:a="http://schemas.openxmlformats.org/drawingml/2006/main">
              <a:ext uri="{FF2B5EF4-FFF2-40B4-BE49-F238E27FC236}">
                <a16:creationId xmlns:a16="http://schemas.microsoft.com/office/drawing/2014/main" id="{955EC3B5-0F7E-4FCC-887B-A734246A63E8}"/>
              </a:ext>
            </a:extLst>
          </p:cNvPr>
          <p:cNvSpPr>
            <a:spLocks xmlns:a="http://schemas.openxmlformats.org/drawingml/2006/main" noGrp="1"/>
          </p:cNvSpPr>
          <p:nvPr/>
        </p:nvSpPr>
        <p:spPr>
          <a:xfrm xmlns:a="http://schemas.openxmlformats.org/drawingml/2006/main">
            <a:off x="4064724" y="3530576"/>
            <a:ext cx="11616" cy="17384"/>
          </a:xfrm>
          <a:custGeom xmlns:a="http://schemas.openxmlformats.org/drawingml/2006/main">
            <a:pathLst>
              <a:path w="11616" h="17384">
                <a:moveTo>
                  <a:pt x="0" y="0"/>
                </a:moveTo>
                <a:lnTo>
                  <a:pt x="11616" y="17384"/>
                </a:lnTo>
              </a:path>
            </a:pathLst>
          </a:custGeom>
          <a:noFill xmlns:a="http://schemas.openxmlformats.org/drawingml/2006/main"/>
          <a:ln xmlns:a="http://schemas.openxmlformats.org/drawingml/2006/main" w="6668">
            <a:solidFill>
              <a:srgbClr val="9D9D9D"/>
            </a:solidFill>
          </a:ln>
        </p:spPr>
      </p:sp>
      <p:sp>
        <p:nvSpPr>
          <p:cNvPr id="631" name="g1016">
            <a:extLst xmlns:a="http://schemas.openxmlformats.org/drawingml/2006/main">
              <a:ext uri="{FF2B5EF4-FFF2-40B4-BE49-F238E27FC236}">
                <a16:creationId xmlns:a16="http://schemas.microsoft.com/office/drawing/2014/main" id="{F008304A-D9BC-4BB5-BAD5-6A72EA7D7D79}"/>
              </a:ext>
            </a:extLst>
          </p:cNvPr>
          <p:cNvSpPr>
            <a:spLocks xmlns:a="http://schemas.openxmlformats.org/drawingml/2006/main" noGrp="1"/>
          </p:cNvSpPr>
          <p:nvPr/>
        </p:nvSpPr>
        <p:spPr>
          <a:xfrm xmlns:a="http://schemas.openxmlformats.org/drawingml/2006/main">
            <a:off x="4086151" y="3564273"/>
            <a:ext cx="8249" cy="14730"/>
          </a:xfrm>
          <a:custGeom xmlns:a="http://schemas.openxmlformats.org/drawingml/2006/main">
            <a:pathLst>
              <a:path w="8249" h="14730">
                <a:moveTo>
                  <a:pt x="0" y="0"/>
                </a:moveTo>
                <a:lnTo>
                  <a:pt x="8249" y="14730"/>
                </a:lnTo>
              </a:path>
            </a:pathLst>
          </a:custGeom>
          <a:noFill xmlns:a="http://schemas.openxmlformats.org/drawingml/2006/main"/>
          <a:ln xmlns:a="http://schemas.openxmlformats.org/drawingml/2006/main" w="6668">
            <a:solidFill>
              <a:srgbClr val="9D9D9D"/>
            </a:solidFill>
          </a:ln>
        </p:spPr>
      </p:sp>
      <p:sp>
        <p:nvSpPr>
          <p:cNvPr id="632" name="g1017">
            <a:extLst xmlns:a="http://schemas.openxmlformats.org/drawingml/2006/main">
              <a:ext uri="{FF2B5EF4-FFF2-40B4-BE49-F238E27FC236}">
                <a16:creationId xmlns:a16="http://schemas.microsoft.com/office/drawing/2014/main" id="{01ACD60E-F00A-458D-AAE5-B6EE1808E3D7}"/>
              </a:ext>
            </a:extLst>
          </p:cNvPr>
          <p:cNvSpPr>
            <a:spLocks xmlns:a="http://schemas.openxmlformats.org/drawingml/2006/main" noGrp="1"/>
          </p:cNvSpPr>
          <p:nvPr/>
        </p:nvSpPr>
        <p:spPr>
          <a:xfrm xmlns:a="http://schemas.openxmlformats.org/drawingml/2006/main">
            <a:off x="4094400" y="3579003"/>
            <a:ext cx="4895" cy="10618"/>
          </a:xfrm>
          <a:custGeom xmlns:a="http://schemas.openxmlformats.org/drawingml/2006/main">
            <a:pathLst>
              <a:path w="4895" h="10618">
                <a:moveTo>
                  <a:pt x="0" y="0"/>
                </a:moveTo>
                <a:lnTo>
                  <a:pt x="4895" y="10618"/>
                </a:lnTo>
              </a:path>
            </a:pathLst>
          </a:custGeom>
          <a:noFill xmlns:a="http://schemas.openxmlformats.org/drawingml/2006/main"/>
          <a:ln xmlns:a="http://schemas.openxmlformats.org/drawingml/2006/main" w="6668">
            <a:solidFill>
              <a:srgbClr val="9D9D9D"/>
            </a:solidFill>
          </a:ln>
        </p:spPr>
      </p:sp>
      <p:sp>
        <p:nvSpPr>
          <p:cNvPr id="633" name="g1018">
            <a:extLst xmlns:a="http://schemas.openxmlformats.org/drawingml/2006/main">
              <a:ext uri="{FF2B5EF4-FFF2-40B4-BE49-F238E27FC236}">
                <a16:creationId xmlns:a16="http://schemas.microsoft.com/office/drawing/2014/main" id="{C3B2CDD0-E118-4C9F-AFDB-B83B2B1E5D3C}"/>
              </a:ext>
            </a:extLst>
          </p:cNvPr>
          <p:cNvSpPr>
            <a:spLocks xmlns:a="http://schemas.openxmlformats.org/drawingml/2006/main" noGrp="1"/>
          </p:cNvSpPr>
          <p:nvPr/>
        </p:nvSpPr>
        <p:spPr>
          <a:xfrm xmlns:a="http://schemas.openxmlformats.org/drawingml/2006/main">
            <a:off x="4107102" y="3606991"/>
            <a:ext cx="9033" cy="24485"/>
          </a:xfrm>
          <a:custGeom xmlns:a="http://schemas.openxmlformats.org/drawingml/2006/main">
            <a:pathLst>
              <a:path w="9033" h="24485">
                <a:moveTo>
                  <a:pt x="0" y="0"/>
                </a:moveTo>
                <a:lnTo>
                  <a:pt x="9033" y="24485"/>
                </a:lnTo>
              </a:path>
            </a:pathLst>
          </a:custGeom>
          <a:noFill xmlns:a="http://schemas.openxmlformats.org/drawingml/2006/main"/>
          <a:ln xmlns:a="http://schemas.openxmlformats.org/drawingml/2006/main" w="6668">
            <a:solidFill>
              <a:srgbClr val="9D9D9D"/>
            </a:solidFill>
          </a:ln>
        </p:spPr>
      </p:sp>
      <p:sp>
        <p:nvSpPr>
          <p:cNvPr id="634" name="g1019">
            <a:extLst xmlns:a="http://schemas.openxmlformats.org/drawingml/2006/main">
              <a:ext uri="{FF2B5EF4-FFF2-40B4-BE49-F238E27FC236}">
                <a16:creationId xmlns:a16="http://schemas.microsoft.com/office/drawing/2014/main" id="{8848895F-26E9-4A0D-A28E-34C85ED1FE4B}"/>
              </a:ext>
            </a:extLst>
          </p:cNvPr>
          <p:cNvSpPr>
            <a:spLocks xmlns:a="http://schemas.openxmlformats.org/drawingml/2006/main" noGrp="1"/>
          </p:cNvSpPr>
          <p:nvPr/>
        </p:nvSpPr>
        <p:spPr>
          <a:xfrm xmlns:a="http://schemas.openxmlformats.org/drawingml/2006/main">
            <a:off x="4116135" y="3631476"/>
            <a:ext cx="953" cy="2384"/>
          </a:xfrm>
          <a:custGeom xmlns:a="http://schemas.openxmlformats.org/drawingml/2006/main">
            <a:pathLst>
              <a:path w="953" h="2384">
                <a:moveTo>
                  <a:pt x="0" y="0"/>
                </a:moveTo>
                <a:lnTo>
                  <a:pt x="672" y="2384"/>
                </a:lnTo>
              </a:path>
            </a:pathLst>
          </a:custGeom>
          <a:noFill xmlns:a="http://schemas.openxmlformats.org/drawingml/2006/main"/>
          <a:ln xmlns:a="http://schemas.openxmlformats.org/drawingml/2006/main" w="6668">
            <a:solidFill>
              <a:srgbClr val="9D9D9D"/>
            </a:solidFill>
          </a:ln>
        </p:spPr>
      </p:sp>
      <p:sp>
        <p:nvSpPr>
          <p:cNvPr id="635" name="g1020">
            <a:extLst xmlns:a="http://schemas.openxmlformats.org/drawingml/2006/main">
              <a:ext uri="{FF2B5EF4-FFF2-40B4-BE49-F238E27FC236}">
                <a16:creationId xmlns:a16="http://schemas.microsoft.com/office/drawing/2014/main" id="{2CE33C01-FF4C-4F75-9105-8D56756A5A70}"/>
              </a:ext>
            </a:extLst>
          </p:cNvPr>
          <p:cNvSpPr>
            <a:spLocks xmlns:a="http://schemas.openxmlformats.org/drawingml/2006/main" noGrp="1"/>
          </p:cNvSpPr>
          <p:nvPr/>
        </p:nvSpPr>
        <p:spPr>
          <a:xfrm xmlns:a="http://schemas.openxmlformats.org/drawingml/2006/main">
            <a:off x="4121978" y="3652195"/>
            <a:ext cx="1871" cy="6634"/>
          </a:xfrm>
          <a:custGeom xmlns:a="http://schemas.openxmlformats.org/drawingml/2006/main">
            <a:pathLst>
              <a:path w="1871" h="6634">
                <a:moveTo>
                  <a:pt x="0" y="0"/>
                </a:moveTo>
                <a:lnTo>
                  <a:pt x="1871" y="6634"/>
                </a:lnTo>
              </a:path>
            </a:pathLst>
          </a:custGeom>
          <a:noFill xmlns:a="http://schemas.openxmlformats.org/drawingml/2006/main"/>
          <a:ln xmlns:a="http://schemas.openxmlformats.org/drawingml/2006/main" w="6668">
            <a:solidFill>
              <a:srgbClr val="9D9D9D"/>
            </a:solidFill>
          </a:ln>
        </p:spPr>
      </p:sp>
      <p:sp>
        <p:nvSpPr>
          <p:cNvPr id="636" name="g1021">
            <a:extLst xmlns:a="http://schemas.openxmlformats.org/drawingml/2006/main">
              <a:ext uri="{FF2B5EF4-FFF2-40B4-BE49-F238E27FC236}">
                <a16:creationId xmlns:a16="http://schemas.microsoft.com/office/drawing/2014/main" id="{DDADA88D-87F7-4F4B-BAA3-616CF2F0C480}"/>
              </a:ext>
            </a:extLst>
          </p:cNvPr>
          <p:cNvSpPr>
            <a:spLocks xmlns:a="http://schemas.openxmlformats.org/drawingml/2006/main" noGrp="1"/>
          </p:cNvSpPr>
          <p:nvPr/>
        </p:nvSpPr>
        <p:spPr>
          <a:xfrm xmlns:a="http://schemas.openxmlformats.org/drawingml/2006/main">
            <a:off x="4123849" y="3658829"/>
            <a:ext cx="4230" cy="21265"/>
          </a:xfrm>
          <a:custGeom xmlns:a="http://schemas.openxmlformats.org/drawingml/2006/main">
            <a:pathLst>
              <a:path w="4230" h="21265">
                <a:moveTo>
                  <a:pt x="0" y="0"/>
                </a:moveTo>
                <a:lnTo>
                  <a:pt x="4230" y="21265"/>
                </a:lnTo>
              </a:path>
            </a:pathLst>
          </a:custGeom>
          <a:noFill xmlns:a="http://schemas.openxmlformats.org/drawingml/2006/main"/>
          <a:ln xmlns:a="http://schemas.openxmlformats.org/drawingml/2006/main" w="6668">
            <a:solidFill>
              <a:srgbClr val="9D9D9D"/>
            </a:solidFill>
          </a:ln>
        </p:spPr>
      </p:sp>
      <p:sp>
        <p:nvSpPr>
          <p:cNvPr id="637" name="g1022">
            <a:extLst xmlns:a="http://schemas.openxmlformats.org/drawingml/2006/main">
              <a:ext uri="{FF2B5EF4-FFF2-40B4-BE49-F238E27FC236}">
                <a16:creationId xmlns:a16="http://schemas.microsoft.com/office/drawing/2014/main" id="{D2D3A185-FEE8-4CC2-A445-B9DB8278703B}"/>
              </a:ext>
            </a:extLst>
          </p:cNvPr>
          <p:cNvSpPr>
            <a:spLocks xmlns:a="http://schemas.openxmlformats.org/drawingml/2006/main" noGrp="1"/>
          </p:cNvSpPr>
          <p:nvPr/>
        </p:nvSpPr>
        <p:spPr>
          <a:xfrm xmlns:a="http://schemas.openxmlformats.org/drawingml/2006/main">
            <a:off x="4130841" y="3698930"/>
            <a:ext cx="1893" cy="15997"/>
          </a:xfrm>
          <a:custGeom xmlns:a="http://schemas.openxmlformats.org/drawingml/2006/main">
            <a:pathLst>
              <a:path w="1893" h="15997">
                <a:moveTo>
                  <a:pt x="0" y="0"/>
                </a:moveTo>
                <a:lnTo>
                  <a:pt x="1893" y="15997"/>
                </a:lnTo>
              </a:path>
            </a:pathLst>
          </a:custGeom>
          <a:noFill xmlns:a="http://schemas.openxmlformats.org/drawingml/2006/main"/>
          <a:ln xmlns:a="http://schemas.openxmlformats.org/drawingml/2006/main" w="6668">
            <a:solidFill>
              <a:srgbClr val="9D9D9D"/>
            </a:solidFill>
          </a:ln>
        </p:spPr>
      </p:sp>
      <p:sp>
        <p:nvSpPr>
          <p:cNvPr id="638" name="g1023">
            <a:extLst xmlns:a="http://schemas.openxmlformats.org/drawingml/2006/main">
              <a:ext uri="{FF2B5EF4-FFF2-40B4-BE49-F238E27FC236}">
                <a16:creationId xmlns:a16="http://schemas.microsoft.com/office/drawing/2014/main" id="{5D4840C0-2A24-42C4-8794-023D6D3750F7}"/>
              </a:ext>
            </a:extLst>
          </p:cNvPr>
          <p:cNvSpPr>
            <a:spLocks xmlns:a="http://schemas.openxmlformats.org/drawingml/2006/main" noGrp="1"/>
          </p:cNvSpPr>
          <p:nvPr/>
        </p:nvSpPr>
        <p:spPr>
          <a:xfrm xmlns:a="http://schemas.openxmlformats.org/drawingml/2006/main">
            <a:off x="4132734" y="3714927"/>
            <a:ext cx="953" cy="12457"/>
          </a:xfrm>
          <a:custGeom xmlns:a="http://schemas.openxmlformats.org/drawingml/2006/main">
            <a:pathLst>
              <a:path w="953" h="12457">
                <a:moveTo>
                  <a:pt x="0" y="0"/>
                </a:moveTo>
                <a:lnTo>
                  <a:pt x="489" y="12457"/>
                </a:lnTo>
              </a:path>
            </a:pathLst>
          </a:custGeom>
          <a:noFill xmlns:a="http://schemas.openxmlformats.org/drawingml/2006/main"/>
          <a:ln xmlns:a="http://schemas.openxmlformats.org/drawingml/2006/main" w="6668">
            <a:solidFill>
              <a:srgbClr val="9D9D9D"/>
            </a:solidFill>
          </a:ln>
        </p:spPr>
      </p:sp>
      <p:sp>
        <p:nvSpPr>
          <p:cNvPr id="639" name="g1024">
            <a:extLst xmlns:a="http://schemas.openxmlformats.org/drawingml/2006/main">
              <a:ext uri="{FF2B5EF4-FFF2-40B4-BE49-F238E27FC236}">
                <a16:creationId xmlns:a16="http://schemas.microsoft.com/office/drawing/2014/main" id="{DCFFF526-BFB5-4D32-969D-3BBF58AA82C3}"/>
              </a:ext>
            </a:extLst>
          </p:cNvPr>
          <p:cNvSpPr>
            <a:spLocks xmlns:a="http://schemas.openxmlformats.org/drawingml/2006/main" noGrp="1"/>
          </p:cNvSpPr>
          <p:nvPr/>
        </p:nvSpPr>
        <p:spPr>
          <a:xfrm xmlns:a="http://schemas.openxmlformats.org/drawingml/2006/main">
            <a:off x="4133850" y="3746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0" name="g1025">
            <a:extLst xmlns:a="http://schemas.openxmlformats.org/drawingml/2006/main">
              <a:ext uri="{FF2B5EF4-FFF2-40B4-BE49-F238E27FC236}">
                <a16:creationId xmlns:a16="http://schemas.microsoft.com/office/drawing/2014/main" id="{C9FE5176-ACC5-480A-8139-D10C8907F890}"/>
              </a:ext>
            </a:extLst>
          </p:cNvPr>
          <p:cNvSpPr>
            <a:spLocks xmlns:a="http://schemas.openxmlformats.org/drawingml/2006/main" noGrp="1"/>
          </p:cNvSpPr>
          <p:nvPr/>
        </p:nvSpPr>
        <p:spPr>
          <a:xfrm xmlns:a="http://schemas.openxmlformats.org/drawingml/2006/main">
            <a:off x="4133850" y="3794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1" name="g1026">
            <a:extLst xmlns:a="http://schemas.openxmlformats.org/drawingml/2006/main">
              <a:ext uri="{FF2B5EF4-FFF2-40B4-BE49-F238E27FC236}">
                <a16:creationId xmlns:a16="http://schemas.microsoft.com/office/drawing/2014/main" id="{40FA27F7-821F-4EFF-8C27-BF660E5C75F8}"/>
              </a:ext>
            </a:extLst>
          </p:cNvPr>
          <p:cNvSpPr>
            <a:spLocks xmlns:a="http://schemas.openxmlformats.org/drawingml/2006/main" noGrp="1"/>
          </p:cNvSpPr>
          <p:nvPr/>
        </p:nvSpPr>
        <p:spPr>
          <a:xfrm xmlns:a="http://schemas.openxmlformats.org/drawingml/2006/main">
            <a:off x="4133850" y="3841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2" name="g1027">
            <a:extLst xmlns:a="http://schemas.openxmlformats.org/drawingml/2006/main">
              <a:ext uri="{FF2B5EF4-FFF2-40B4-BE49-F238E27FC236}">
                <a16:creationId xmlns:a16="http://schemas.microsoft.com/office/drawing/2014/main" id="{322AEE40-E40D-46B5-8258-AACF526E906B}"/>
              </a:ext>
            </a:extLst>
          </p:cNvPr>
          <p:cNvSpPr>
            <a:spLocks xmlns:a="http://schemas.openxmlformats.org/drawingml/2006/main" noGrp="1"/>
          </p:cNvSpPr>
          <p:nvPr/>
        </p:nvSpPr>
        <p:spPr>
          <a:xfrm xmlns:a="http://schemas.openxmlformats.org/drawingml/2006/main">
            <a:off x="4133850" y="3889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3" name="g1028">
            <a:extLst xmlns:a="http://schemas.openxmlformats.org/drawingml/2006/main">
              <a:ext uri="{FF2B5EF4-FFF2-40B4-BE49-F238E27FC236}">
                <a16:creationId xmlns:a16="http://schemas.microsoft.com/office/drawing/2014/main" id="{FF9BC0F4-0BA9-4BA7-B8C5-AB13EEA1B601}"/>
              </a:ext>
            </a:extLst>
          </p:cNvPr>
          <p:cNvSpPr>
            <a:spLocks xmlns:a="http://schemas.openxmlformats.org/drawingml/2006/main" noGrp="1"/>
          </p:cNvSpPr>
          <p:nvPr/>
        </p:nvSpPr>
        <p:spPr>
          <a:xfrm xmlns:a="http://schemas.openxmlformats.org/drawingml/2006/main">
            <a:off x="4133850" y="3936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4" name="g1029">
            <a:extLst xmlns:a="http://schemas.openxmlformats.org/drawingml/2006/main">
              <a:ext uri="{FF2B5EF4-FFF2-40B4-BE49-F238E27FC236}">
                <a16:creationId xmlns:a16="http://schemas.microsoft.com/office/drawing/2014/main" id="{9156B34F-65F6-42FD-A169-DDF86C71059B}"/>
              </a:ext>
            </a:extLst>
          </p:cNvPr>
          <p:cNvSpPr>
            <a:spLocks xmlns:a="http://schemas.openxmlformats.org/drawingml/2006/main" noGrp="1"/>
          </p:cNvSpPr>
          <p:nvPr/>
        </p:nvSpPr>
        <p:spPr>
          <a:xfrm xmlns:a="http://schemas.openxmlformats.org/drawingml/2006/main">
            <a:off x="4133850" y="3984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5" name="g1030">
            <a:extLst xmlns:a="http://schemas.openxmlformats.org/drawingml/2006/main">
              <a:ext uri="{FF2B5EF4-FFF2-40B4-BE49-F238E27FC236}">
                <a16:creationId xmlns:a16="http://schemas.microsoft.com/office/drawing/2014/main" id="{6CF2E776-CF6C-4192-9923-3E4D952DC7A9}"/>
              </a:ext>
            </a:extLst>
          </p:cNvPr>
          <p:cNvSpPr>
            <a:spLocks xmlns:a="http://schemas.openxmlformats.org/drawingml/2006/main" noGrp="1"/>
          </p:cNvSpPr>
          <p:nvPr/>
        </p:nvSpPr>
        <p:spPr>
          <a:xfrm xmlns:a="http://schemas.openxmlformats.org/drawingml/2006/main">
            <a:off x="4133850" y="4032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6" name="g1031">
            <a:extLst xmlns:a="http://schemas.openxmlformats.org/drawingml/2006/main">
              <a:ext uri="{FF2B5EF4-FFF2-40B4-BE49-F238E27FC236}">
                <a16:creationId xmlns:a16="http://schemas.microsoft.com/office/drawing/2014/main" id="{A56782C3-6017-4B61-8099-13E89CBA8D9B}"/>
              </a:ext>
            </a:extLst>
          </p:cNvPr>
          <p:cNvSpPr>
            <a:spLocks xmlns:a="http://schemas.openxmlformats.org/drawingml/2006/main" noGrp="1"/>
          </p:cNvSpPr>
          <p:nvPr/>
        </p:nvSpPr>
        <p:spPr>
          <a:xfrm xmlns:a="http://schemas.openxmlformats.org/drawingml/2006/main">
            <a:off x="4133850" y="40797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7" name="g1032">
            <a:extLst xmlns:a="http://schemas.openxmlformats.org/drawingml/2006/main">
              <a:ext uri="{FF2B5EF4-FFF2-40B4-BE49-F238E27FC236}">
                <a16:creationId xmlns:a16="http://schemas.microsoft.com/office/drawing/2014/main" id="{86991E71-89A8-40D6-A6C5-589227652185}"/>
              </a:ext>
            </a:extLst>
          </p:cNvPr>
          <p:cNvSpPr>
            <a:spLocks xmlns:a="http://schemas.openxmlformats.org/drawingml/2006/main" noGrp="1"/>
          </p:cNvSpPr>
          <p:nvPr/>
        </p:nvSpPr>
        <p:spPr>
          <a:xfrm xmlns:a="http://schemas.openxmlformats.org/drawingml/2006/main">
            <a:off x="4133850" y="4127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8" name="g1033">
            <a:extLst xmlns:a="http://schemas.openxmlformats.org/drawingml/2006/main">
              <a:ext uri="{FF2B5EF4-FFF2-40B4-BE49-F238E27FC236}">
                <a16:creationId xmlns:a16="http://schemas.microsoft.com/office/drawing/2014/main" id="{9488AED3-7F51-4586-AF09-46DE3F5E0E2D}"/>
              </a:ext>
            </a:extLst>
          </p:cNvPr>
          <p:cNvSpPr>
            <a:spLocks xmlns:a="http://schemas.openxmlformats.org/drawingml/2006/main" noGrp="1"/>
          </p:cNvSpPr>
          <p:nvPr/>
        </p:nvSpPr>
        <p:spPr>
          <a:xfrm xmlns:a="http://schemas.openxmlformats.org/drawingml/2006/main">
            <a:off x="4133850" y="4175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49" name="g1034">
            <a:extLst xmlns:a="http://schemas.openxmlformats.org/drawingml/2006/main">
              <a:ext uri="{FF2B5EF4-FFF2-40B4-BE49-F238E27FC236}">
                <a16:creationId xmlns:a16="http://schemas.microsoft.com/office/drawing/2014/main" id="{A9E4EF66-86AF-40A9-9BBE-1F515ED56074}"/>
              </a:ext>
            </a:extLst>
          </p:cNvPr>
          <p:cNvSpPr>
            <a:spLocks xmlns:a="http://schemas.openxmlformats.org/drawingml/2006/main" noGrp="1"/>
          </p:cNvSpPr>
          <p:nvPr/>
        </p:nvSpPr>
        <p:spPr>
          <a:xfrm xmlns:a="http://schemas.openxmlformats.org/drawingml/2006/main">
            <a:off x="4133850" y="4222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0" name="g1035">
            <a:extLst xmlns:a="http://schemas.openxmlformats.org/drawingml/2006/main">
              <a:ext uri="{FF2B5EF4-FFF2-40B4-BE49-F238E27FC236}">
                <a16:creationId xmlns:a16="http://schemas.microsoft.com/office/drawing/2014/main" id="{7F2C79F0-FB91-43A0-8E4A-96154EDC1B06}"/>
              </a:ext>
            </a:extLst>
          </p:cNvPr>
          <p:cNvSpPr>
            <a:spLocks xmlns:a="http://schemas.openxmlformats.org/drawingml/2006/main" noGrp="1"/>
          </p:cNvSpPr>
          <p:nvPr/>
        </p:nvSpPr>
        <p:spPr>
          <a:xfrm xmlns:a="http://schemas.openxmlformats.org/drawingml/2006/main">
            <a:off x="4133850" y="4270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1" name="g1036">
            <a:extLst xmlns:a="http://schemas.openxmlformats.org/drawingml/2006/main">
              <a:ext uri="{FF2B5EF4-FFF2-40B4-BE49-F238E27FC236}">
                <a16:creationId xmlns:a16="http://schemas.microsoft.com/office/drawing/2014/main" id="{EB8E9F77-0AEA-4B8B-852A-B4750C3B1AEE}"/>
              </a:ext>
            </a:extLst>
          </p:cNvPr>
          <p:cNvSpPr>
            <a:spLocks xmlns:a="http://schemas.openxmlformats.org/drawingml/2006/main" noGrp="1"/>
          </p:cNvSpPr>
          <p:nvPr/>
        </p:nvSpPr>
        <p:spPr>
          <a:xfrm xmlns:a="http://schemas.openxmlformats.org/drawingml/2006/main">
            <a:off x="4133850" y="4317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2" name="g1037">
            <a:extLst xmlns:a="http://schemas.openxmlformats.org/drawingml/2006/main">
              <a:ext uri="{FF2B5EF4-FFF2-40B4-BE49-F238E27FC236}">
                <a16:creationId xmlns:a16="http://schemas.microsoft.com/office/drawing/2014/main" id="{1D254A55-B2D3-4537-9E4B-653FEBA4B596}"/>
              </a:ext>
            </a:extLst>
          </p:cNvPr>
          <p:cNvSpPr>
            <a:spLocks xmlns:a="http://schemas.openxmlformats.org/drawingml/2006/main" noGrp="1"/>
          </p:cNvSpPr>
          <p:nvPr/>
        </p:nvSpPr>
        <p:spPr>
          <a:xfrm xmlns:a="http://schemas.openxmlformats.org/drawingml/2006/main">
            <a:off x="4133850" y="4365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3" name="g1038">
            <a:extLst xmlns:a="http://schemas.openxmlformats.org/drawingml/2006/main">
              <a:ext uri="{FF2B5EF4-FFF2-40B4-BE49-F238E27FC236}">
                <a16:creationId xmlns:a16="http://schemas.microsoft.com/office/drawing/2014/main" id="{91F23D5F-E3A0-4310-B94C-618D59627421}"/>
              </a:ext>
            </a:extLst>
          </p:cNvPr>
          <p:cNvSpPr>
            <a:spLocks xmlns:a="http://schemas.openxmlformats.org/drawingml/2006/main" noGrp="1"/>
          </p:cNvSpPr>
          <p:nvPr/>
        </p:nvSpPr>
        <p:spPr>
          <a:xfrm xmlns:a="http://schemas.openxmlformats.org/drawingml/2006/main">
            <a:off x="4133850" y="4413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4" name="g1039">
            <a:extLst xmlns:a="http://schemas.openxmlformats.org/drawingml/2006/main">
              <a:ext uri="{FF2B5EF4-FFF2-40B4-BE49-F238E27FC236}">
                <a16:creationId xmlns:a16="http://schemas.microsoft.com/office/drawing/2014/main" id="{91FA4351-A9F1-4B13-92D9-51D30B0823C4}"/>
              </a:ext>
            </a:extLst>
          </p:cNvPr>
          <p:cNvSpPr>
            <a:spLocks xmlns:a="http://schemas.openxmlformats.org/drawingml/2006/main" noGrp="1"/>
          </p:cNvSpPr>
          <p:nvPr/>
        </p:nvSpPr>
        <p:spPr>
          <a:xfrm xmlns:a="http://schemas.openxmlformats.org/drawingml/2006/main">
            <a:off x="4133850" y="44607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5" name="g1040">
            <a:extLst xmlns:a="http://schemas.openxmlformats.org/drawingml/2006/main">
              <a:ext uri="{FF2B5EF4-FFF2-40B4-BE49-F238E27FC236}">
                <a16:creationId xmlns:a16="http://schemas.microsoft.com/office/drawing/2014/main" id="{D138B113-31A0-475C-8DE2-54A53D3FAD9C}"/>
              </a:ext>
            </a:extLst>
          </p:cNvPr>
          <p:cNvSpPr>
            <a:spLocks xmlns:a="http://schemas.openxmlformats.org/drawingml/2006/main" noGrp="1"/>
          </p:cNvSpPr>
          <p:nvPr/>
        </p:nvSpPr>
        <p:spPr>
          <a:xfrm xmlns:a="http://schemas.openxmlformats.org/drawingml/2006/main">
            <a:off x="4133850" y="4508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6" name="g1041">
            <a:extLst xmlns:a="http://schemas.openxmlformats.org/drawingml/2006/main">
              <a:ext uri="{FF2B5EF4-FFF2-40B4-BE49-F238E27FC236}">
                <a16:creationId xmlns:a16="http://schemas.microsoft.com/office/drawing/2014/main" id="{C9306A8C-E968-4AF7-BB86-2733CBA6C142}"/>
              </a:ext>
            </a:extLst>
          </p:cNvPr>
          <p:cNvSpPr>
            <a:spLocks xmlns:a="http://schemas.openxmlformats.org/drawingml/2006/main" noGrp="1"/>
          </p:cNvSpPr>
          <p:nvPr/>
        </p:nvSpPr>
        <p:spPr>
          <a:xfrm xmlns:a="http://schemas.openxmlformats.org/drawingml/2006/main">
            <a:off x="4133850" y="4556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7" name="g1042">
            <a:extLst xmlns:a="http://schemas.openxmlformats.org/drawingml/2006/main">
              <a:ext uri="{FF2B5EF4-FFF2-40B4-BE49-F238E27FC236}">
                <a16:creationId xmlns:a16="http://schemas.microsoft.com/office/drawing/2014/main" id="{AE7AC426-73B0-4EEC-BD8B-34AF4F5EE077}"/>
              </a:ext>
            </a:extLst>
          </p:cNvPr>
          <p:cNvSpPr>
            <a:spLocks xmlns:a="http://schemas.openxmlformats.org/drawingml/2006/main" noGrp="1"/>
          </p:cNvSpPr>
          <p:nvPr/>
        </p:nvSpPr>
        <p:spPr>
          <a:xfrm xmlns:a="http://schemas.openxmlformats.org/drawingml/2006/main">
            <a:off x="4133850" y="4603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8" name="g1043">
            <a:extLst xmlns:a="http://schemas.openxmlformats.org/drawingml/2006/main">
              <a:ext uri="{FF2B5EF4-FFF2-40B4-BE49-F238E27FC236}">
                <a16:creationId xmlns:a16="http://schemas.microsoft.com/office/drawing/2014/main" id="{149FC37C-299C-4004-A200-9D3D0623AAE0}"/>
              </a:ext>
            </a:extLst>
          </p:cNvPr>
          <p:cNvSpPr>
            <a:spLocks xmlns:a="http://schemas.openxmlformats.org/drawingml/2006/main" noGrp="1"/>
          </p:cNvSpPr>
          <p:nvPr/>
        </p:nvSpPr>
        <p:spPr>
          <a:xfrm xmlns:a="http://schemas.openxmlformats.org/drawingml/2006/main">
            <a:off x="4133850" y="4651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59" name="g1044">
            <a:extLst xmlns:a="http://schemas.openxmlformats.org/drawingml/2006/main">
              <a:ext uri="{FF2B5EF4-FFF2-40B4-BE49-F238E27FC236}">
                <a16:creationId xmlns:a16="http://schemas.microsoft.com/office/drawing/2014/main" id="{BC15660B-BE82-404B-A421-3DEFC7309446}"/>
              </a:ext>
            </a:extLst>
          </p:cNvPr>
          <p:cNvSpPr>
            <a:spLocks xmlns:a="http://schemas.openxmlformats.org/drawingml/2006/main" noGrp="1"/>
          </p:cNvSpPr>
          <p:nvPr/>
        </p:nvSpPr>
        <p:spPr>
          <a:xfrm xmlns:a="http://schemas.openxmlformats.org/drawingml/2006/main">
            <a:off x="4133850" y="4698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0" name="g1045">
            <a:extLst xmlns:a="http://schemas.openxmlformats.org/drawingml/2006/main">
              <a:ext uri="{FF2B5EF4-FFF2-40B4-BE49-F238E27FC236}">
                <a16:creationId xmlns:a16="http://schemas.microsoft.com/office/drawing/2014/main" id="{485A7EC6-D1B6-4935-A589-1C116A799BB5}"/>
              </a:ext>
            </a:extLst>
          </p:cNvPr>
          <p:cNvSpPr>
            <a:spLocks xmlns:a="http://schemas.openxmlformats.org/drawingml/2006/main" noGrp="1"/>
          </p:cNvSpPr>
          <p:nvPr/>
        </p:nvSpPr>
        <p:spPr>
          <a:xfrm xmlns:a="http://schemas.openxmlformats.org/drawingml/2006/main">
            <a:off x="4133850" y="4746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1" name="g1046">
            <a:extLst xmlns:a="http://schemas.openxmlformats.org/drawingml/2006/main">
              <a:ext uri="{FF2B5EF4-FFF2-40B4-BE49-F238E27FC236}">
                <a16:creationId xmlns:a16="http://schemas.microsoft.com/office/drawing/2014/main" id="{4DEC95F3-C857-4438-A4ED-17D0972BA085}"/>
              </a:ext>
            </a:extLst>
          </p:cNvPr>
          <p:cNvSpPr>
            <a:spLocks xmlns:a="http://schemas.openxmlformats.org/drawingml/2006/main" noGrp="1"/>
          </p:cNvSpPr>
          <p:nvPr/>
        </p:nvSpPr>
        <p:spPr>
          <a:xfrm xmlns:a="http://schemas.openxmlformats.org/drawingml/2006/main">
            <a:off x="4133850" y="4794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2" name="g1047">
            <a:extLst xmlns:a="http://schemas.openxmlformats.org/drawingml/2006/main">
              <a:ext uri="{FF2B5EF4-FFF2-40B4-BE49-F238E27FC236}">
                <a16:creationId xmlns:a16="http://schemas.microsoft.com/office/drawing/2014/main" id="{6C7227B8-7815-4D32-8A37-912429DE5FB2}"/>
              </a:ext>
            </a:extLst>
          </p:cNvPr>
          <p:cNvSpPr>
            <a:spLocks xmlns:a="http://schemas.openxmlformats.org/drawingml/2006/main" noGrp="1"/>
          </p:cNvSpPr>
          <p:nvPr/>
        </p:nvSpPr>
        <p:spPr>
          <a:xfrm xmlns:a="http://schemas.openxmlformats.org/drawingml/2006/main">
            <a:off x="4133850" y="48417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3" name="g1048">
            <a:extLst xmlns:a="http://schemas.openxmlformats.org/drawingml/2006/main">
              <a:ext uri="{FF2B5EF4-FFF2-40B4-BE49-F238E27FC236}">
                <a16:creationId xmlns:a16="http://schemas.microsoft.com/office/drawing/2014/main" id="{F1B009DD-AC49-462D-9EED-19785B683020}"/>
              </a:ext>
            </a:extLst>
          </p:cNvPr>
          <p:cNvSpPr>
            <a:spLocks xmlns:a="http://schemas.openxmlformats.org/drawingml/2006/main" noGrp="1"/>
          </p:cNvSpPr>
          <p:nvPr/>
        </p:nvSpPr>
        <p:spPr>
          <a:xfrm xmlns:a="http://schemas.openxmlformats.org/drawingml/2006/main">
            <a:off x="4133850" y="4889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4" name="g1049">
            <a:extLst xmlns:a="http://schemas.openxmlformats.org/drawingml/2006/main">
              <a:ext uri="{FF2B5EF4-FFF2-40B4-BE49-F238E27FC236}">
                <a16:creationId xmlns:a16="http://schemas.microsoft.com/office/drawing/2014/main" id="{BF415CB5-AFAB-4705-9D57-22A82F7B2756}"/>
              </a:ext>
            </a:extLst>
          </p:cNvPr>
          <p:cNvSpPr>
            <a:spLocks xmlns:a="http://schemas.openxmlformats.org/drawingml/2006/main" noGrp="1"/>
          </p:cNvSpPr>
          <p:nvPr/>
        </p:nvSpPr>
        <p:spPr>
          <a:xfrm xmlns:a="http://schemas.openxmlformats.org/drawingml/2006/main">
            <a:off x="4133850" y="4937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5" name="g1050">
            <a:extLst xmlns:a="http://schemas.openxmlformats.org/drawingml/2006/main">
              <a:ext uri="{FF2B5EF4-FFF2-40B4-BE49-F238E27FC236}">
                <a16:creationId xmlns:a16="http://schemas.microsoft.com/office/drawing/2014/main" id="{35576AFA-BCE5-47D8-8051-40F072326D59}"/>
              </a:ext>
            </a:extLst>
          </p:cNvPr>
          <p:cNvSpPr>
            <a:spLocks xmlns:a="http://schemas.openxmlformats.org/drawingml/2006/main" noGrp="1"/>
          </p:cNvSpPr>
          <p:nvPr/>
        </p:nvSpPr>
        <p:spPr>
          <a:xfrm xmlns:a="http://schemas.openxmlformats.org/drawingml/2006/main">
            <a:off x="4133850" y="4984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6" name="g1051">
            <a:extLst xmlns:a="http://schemas.openxmlformats.org/drawingml/2006/main">
              <a:ext uri="{FF2B5EF4-FFF2-40B4-BE49-F238E27FC236}">
                <a16:creationId xmlns:a16="http://schemas.microsoft.com/office/drawing/2014/main" id="{881D9701-FD8D-43B6-8B01-F2433EB08DD3}"/>
              </a:ext>
            </a:extLst>
          </p:cNvPr>
          <p:cNvSpPr>
            <a:spLocks xmlns:a="http://schemas.openxmlformats.org/drawingml/2006/main" noGrp="1"/>
          </p:cNvSpPr>
          <p:nvPr/>
        </p:nvSpPr>
        <p:spPr>
          <a:xfrm xmlns:a="http://schemas.openxmlformats.org/drawingml/2006/main">
            <a:off x="4133850" y="5032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7" name="g1052">
            <a:extLst xmlns:a="http://schemas.openxmlformats.org/drawingml/2006/main">
              <a:ext uri="{FF2B5EF4-FFF2-40B4-BE49-F238E27FC236}">
                <a16:creationId xmlns:a16="http://schemas.microsoft.com/office/drawing/2014/main" id="{E26FAF6D-7E4E-44B9-879B-C02BE5A0E491}"/>
              </a:ext>
            </a:extLst>
          </p:cNvPr>
          <p:cNvSpPr>
            <a:spLocks xmlns:a="http://schemas.openxmlformats.org/drawingml/2006/main" noGrp="1"/>
          </p:cNvSpPr>
          <p:nvPr/>
        </p:nvSpPr>
        <p:spPr>
          <a:xfrm xmlns:a="http://schemas.openxmlformats.org/drawingml/2006/main">
            <a:off x="4133850" y="5079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8" name="g1053">
            <a:extLst xmlns:a="http://schemas.openxmlformats.org/drawingml/2006/main">
              <a:ext uri="{FF2B5EF4-FFF2-40B4-BE49-F238E27FC236}">
                <a16:creationId xmlns:a16="http://schemas.microsoft.com/office/drawing/2014/main" id="{428A475C-ABFE-49BD-911F-0259BFDF2CAA}"/>
              </a:ext>
            </a:extLst>
          </p:cNvPr>
          <p:cNvSpPr>
            <a:spLocks xmlns:a="http://schemas.openxmlformats.org/drawingml/2006/main" noGrp="1"/>
          </p:cNvSpPr>
          <p:nvPr/>
        </p:nvSpPr>
        <p:spPr>
          <a:xfrm xmlns:a="http://schemas.openxmlformats.org/drawingml/2006/main">
            <a:off x="4133850" y="5127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69" name="g1054">
            <a:extLst xmlns:a="http://schemas.openxmlformats.org/drawingml/2006/main">
              <a:ext uri="{FF2B5EF4-FFF2-40B4-BE49-F238E27FC236}">
                <a16:creationId xmlns:a16="http://schemas.microsoft.com/office/drawing/2014/main" id="{676AF5AA-409C-4A0C-99BC-BD0D14AE8D54}"/>
              </a:ext>
            </a:extLst>
          </p:cNvPr>
          <p:cNvSpPr>
            <a:spLocks xmlns:a="http://schemas.openxmlformats.org/drawingml/2006/main" noGrp="1"/>
          </p:cNvSpPr>
          <p:nvPr/>
        </p:nvSpPr>
        <p:spPr>
          <a:xfrm xmlns:a="http://schemas.openxmlformats.org/drawingml/2006/main">
            <a:off x="4133850" y="5175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670" name="g1055">
            <a:extLst xmlns:a="http://schemas.openxmlformats.org/drawingml/2006/main">
              <a:ext uri="{FF2B5EF4-FFF2-40B4-BE49-F238E27FC236}">
                <a16:creationId xmlns:a16="http://schemas.microsoft.com/office/drawing/2014/main" id="{E02E8561-5456-427E-AC39-2D7433248F76}"/>
              </a:ext>
            </a:extLst>
          </p:cNvPr>
          <p:cNvSpPr>
            <a:spLocks xmlns:a="http://schemas.openxmlformats.org/drawingml/2006/main" noGrp="1"/>
          </p:cNvSpPr>
          <p:nvPr/>
        </p:nvSpPr>
        <p:spPr>
          <a:xfrm xmlns:a="http://schemas.openxmlformats.org/drawingml/2006/main">
            <a:off x="4133850" y="5222796"/>
            <a:ext cx="953" cy="15954"/>
          </a:xfrm>
          <a:custGeom xmlns:a="http://schemas.openxmlformats.org/drawingml/2006/main">
            <a:pathLst>
              <a:path w="953" h="15954">
                <a:moveTo>
                  <a:pt x="0" y="0"/>
                </a:moveTo>
                <a:lnTo>
                  <a:pt x="0" y="15954"/>
                </a:lnTo>
              </a:path>
            </a:pathLst>
          </a:custGeom>
          <a:noFill xmlns:a="http://schemas.openxmlformats.org/drawingml/2006/main"/>
          <a:ln xmlns:a="http://schemas.openxmlformats.org/drawingml/2006/main" w="6668">
            <a:solidFill>
              <a:srgbClr val="9D9D9D"/>
            </a:solidFill>
          </a:ln>
        </p:spPr>
      </p:sp>
      <p:sp>
        <p:nvSpPr>
          <p:cNvPr id="671" name="g1056">
            <a:extLst xmlns:a="http://schemas.openxmlformats.org/drawingml/2006/main">
              <a:ext uri="{FF2B5EF4-FFF2-40B4-BE49-F238E27FC236}">
                <a16:creationId xmlns:a16="http://schemas.microsoft.com/office/drawing/2014/main" id="{0F8E2D77-6501-4168-B33B-38BD4A030270}"/>
              </a:ext>
            </a:extLst>
          </p:cNvPr>
          <p:cNvSpPr>
            <a:spLocks xmlns:a="http://schemas.openxmlformats.org/drawingml/2006/main" noGrp="1"/>
          </p:cNvSpPr>
          <p:nvPr/>
        </p:nvSpPr>
        <p:spPr>
          <a:xfrm xmlns:a="http://schemas.openxmlformats.org/drawingml/2006/main">
            <a:off x="4133354" y="5238750"/>
            <a:ext cx="953" cy="12612"/>
          </a:xfrm>
          <a:custGeom xmlns:a="http://schemas.openxmlformats.org/drawingml/2006/main">
            <a:pathLst>
              <a:path w="953" h="12612">
                <a:moveTo>
                  <a:pt x="496" y="0"/>
                </a:moveTo>
                <a:lnTo>
                  <a:pt x="0" y="12612"/>
                </a:lnTo>
              </a:path>
            </a:pathLst>
          </a:custGeom>
          <a:noFill xmlns:a="http://schemas.openxmlformats.org/drawingml/2006/main"/>
          <a:ln xmlns:a="http://schemas.openxmlformats.org/drawingml/2006/main" w="6668">
            <a:solidFill>
              <a:srgbClr val="9D9D9D"/>
            </a:solidFill>
          </a:ln>
        </p:spPr>
      </p:sp>
      <p:sp>
        <p:nvSpPr>
          <p:cNvPr id="672" name="g1057">
            <a:extLst xmlns:a="http://schemas.openxmlformats.org/drawingml/2006/main">
              <a:ext uri="{FF2B5EF4-FFF2-40B4-BE49-F238E27FC236}">
                <a16:creationId xmlns:a16="http://schemas.microsoft.com/office/drawing/2014/main" id="{F7C08248-E316-47B7-9946-586425E0C777}"/>
              </a:ext>
            </a:extLst>
          </p:cNvPr>
          <p:cNvSpPr>
            <a:spLocks xmlns:a="http://schemas.openxmlformats.org/drawingml/2006/main" noGrp="1"/>
          </p:cNvSpPr>
          <p:nvPr/>
        </p:nvSpPr>
        <p:spPr>
          <a:xfrm xmlns:a="http://schemas.openxmlformats.org/drawingml/2006/main">
            <a:off x="4129394" y="5270377"/>
            <a:ext cx="2958" cy="24995"/>
          </a:xfrm>
          <a:custGeom xmlns:a="http://schemas.openxmlformats.org/drawingml/2006/main">
            <a:pathLst>
              <a:path w="2958" h="24995">
                <a:moveTo>
                  <a:pt x="2958" y="0"/>
                </a:moveTo>
                <a:lnTo>
                  <a:pt x="0" y="24995"/>
                </a:lnTo>
              </a:path>
            </a:pathLst>
          </a:custGeom>
          <a:noFill xmlns:a="http://schemas.openxmlformats.org/drawingml/2006/main"/>
          <a:ln xmlns:a="http://schemas.openxmlformats.org/drawingml/2006/main" w="6668">
            <a:solidFill>
              <a:srgbClr val="9D9D9D"/>
            </a:solidFill>
          </a:ln>
        </p:spPr>
      </p:sp>
      <p:sp>
        <p:nvSpPr>
          <p:cNvPr id="673" name="g1058">
            <a:extLst xmlns:a="http://schemas.openxmlformats.org/drawingml/2006/main">
              <a:ext uri="{FF2B5EF4-FFF2-40B4-BE49-F238E27FC236}">
                <a16:creationId xmlns:a16="http://schemas.microsoft.com/office/drawing/2014/main" id="{76C3F5FA-B0DF-49B3-AEC5-0C54C01AEB67}"/>
              </a:ext>
            </a:extLst>
          </p:cNvPr>
          <p:cNvSpPr>
            <a:spLocks xmlns:a="http://schemas.openxmlformats.org/drawingml/2006/main" noGrp="1"/>
          </p:cNvSpPr>
          <p:nvPr/>
        </p:nvSpPr>
        <p:spPr>
          <a:xfrm xmlns:a="http://schemas.openxmlformats.org/drawingml/2006/main">
            <a:off x="4128729" y="5295371"/>
            <a:ext cx="953" cy="3341"/>
          </a:xfrm>
          <a:custGeom xmlns:a="http://schemas.openxmlformats.org/drawingml/2006/main">
            <a:pathLst>
              <a:path w="953" h="3341">
                <a:moveTo>
                  <a:pt x="664" y="0"/>
                </a:moveTo>
                <a:lnTo>
                  <a:pt x="0" y="3341"/>
                </a:lnTo>
              </a:path>
            </a:pathLst>
          </a:custGeom>
          <a:noFill xmlns:a="http://schemas.openxmlformats.org/drawingml/2006/main"/>
          <a:ln xmlns:a="http://schemas.openxmlformats.org/drawingml/2006/main" w="6668">
            <a:solidFill>
              <a:srgbClr val="9D9D9D"/>
            </a:solidFill>
          </a:ln>
        </p:spPr>
      </p:sp>
      <p:sp>
        <p:nvSpPr>
          <p:cNvPr id="674" name="g1059">
            <a:extLst xmlns:a="http://schemas.openxmlformats.org/drawingml/2006/main">
              <a:ext uri="{FF2B5EF4-FFF2-40B4-BE49-F238E27FC236}">
                <a16:creationId xmlns:a16="http://schemas.microsoft.com/office/drawing/2014/main" id="{E501B373-EB1E-4B8B-9549-A1F39183C02C}"/>
              </a:ext>
            </a:extLst>
          </p:cNvPr>
          <p:cNvSpPr>
            <a:spLocks xmlns:a="http://schemas.openxmlformats.org/drawingml/2006/main" noGrp="1"/>
          </p:cNvSpPr>
          <p:nvPr/>
        </p:nvSpPr>
        <p:spPr>
          <a:xfrm xmlns:a="http://schemas.openxmlformats.org/drawingml/2006/main">
            <a:off x="4123849" y="5317396"/>
            <a:ext cx="1164" cy="5850"/>
          </a:xfrm>
          <a:custGeom xmlns:a="http://schemas.openxmlformats.org/drawingml/2006/main">
            <a:pathLst>
              <a:path w="1164" h="5850">
                <a:moveTo>
                  <a:pt x="1164" y="0"/>
                </a:moveTo>
                <a:lnTo>
                  <a:pt x="0" y="5850"/>
                </a:lnTo>
              </a:path>
            </a:pathLst>
          </a:custGeom>
          <a:noFill xmlns:a="http://schemas.openxmlformats.org/drawingml/2006/main"/>
          <a:ln xmlns:a="http://schemas.openxmlformats.org/drawingml/2006/main" w="6668">
            <a:solidFill>
              <a:srgbClr val="9D9D9D"/>
            </a:solidFill>
          </a:ln>
        </p:spPr>
      </p:sp>
      <p:sp>
        <p:nvSpPr>
          <p:cNvPr id="675" name="g1060">
            <a:extLst xmlns:a="http://schemas.openxmlformats.org/drawingml/2006/main">
              <a:ext uri="{FF2B5EF4-FFF2-40B4-BE49-F238E27FC236}">
                <a16:creationId xmlns:a16="http://schemas.microsoft.com/office/drawing/2014/main" id="{9163EFE3-6CE2-4AE2-9B8C-A50E87F6AB0F}"/>
              </a:ext>
            </a:extLst>
          </p:cNvPr>
          <p:cNvSpPr>
            <a:spLocks xmlns:a="http://schemas.openxmlformats.org/drawingml/2006/main" noGrp="1"/>
          </p:cNvSpPr>
          <p:nvPr/>
        </p:nvSpPr>
        <p:spPr>
          <a:xfrm xmlns:a="http://schemas.openxmlformats.org/drawingml/2006/main">
            <a:off x="4117712" y="5323246"/>
            <a:ext cx="6137" cy="21762"/>
          </a:xfrm>
          <a:custGeom xmlns:a="http://schemas.openxmlformats.org/drawingml/2006/main">
            <a:pathLst>
              <a:path w="6137" h="21762">
                <a:moveTo>
                  <a:pt x="6137" y="0"/>
                </a:moveTo>
                <a:lnTo>
                  <a:pt x="0" y="21762"/>
                </a:lnTo>
              </a:path>
            </a:pathLst>
          </a:custGeom>
          <a:noFill xmlns:a="http://schemas.openxmlformats.org/drawingml/2006/main"/>
          <a:ln xmlns:a="http://schemas.openxmlformats.org/drawingml/2006/main" w="6668">
            <a:solidFill>
              <a:srgbClr val="9D9D9D"/>
            </a:solidFill>
          </a:ln>
        </p:spPr>
      </p:sp>
      <p:sp>
        <p:nvSpPr>
          <p:cNvPr id="676" name="g1061">
            <a:extLst xmlns:a="http://schemas.openxmlformats.org/drawingml/2006/main">
              <a:ext uri="{FF2B5EF4-FFF2-40B4-BE49-F238E27FC236}">
                <a16:creationId xmlns:a16="http://schemas.microsoft.com/office/drawing/2014/main" id="{B522F0C6-C97D-4326-A937-3139F2BE69B1}"/>
              </a:ext>
            </a:extLst>
          </p:cNvPr>
          <p:cNvSpPr>
            <a:spLocks xmlns:a="http://schemas.openxmlformats.org/drawingml/2006/main" noGrp="1"/>
          </p:cNvSpPr>
          <p:nvPr/>
        </p:nvSpPr>
        <p:spPr>
          <a:xfrm xmlns:a="http://schemas.openxmlformats.org/drawingml/2006/main">
            <a:off x="4106298" y="5363021"/>
            <a:ext cx="5254" cy="14241"/>
          </a:xfrm>
          <a:custGeom xmlns:a="http://schemas.openxmlformats.org/drawingml/2006/main">
            <a:pathLst>
              <a:path w="5254" h="14241">
                <a:moveTo>
                  <a:pt x="5254" y="0"/>
                </a:moveTo>
                <a:lnTo>
                  <a:pt x="0" y="14241"/>
                </a:lnTo>
              </a:path>
            </a:pathLst>
          </a:custGeom>
          <a:noFill xmlns:a="http://schemas.openxmlformats.org/drawingml/2006/main"/>
          <a:ln xmlns:a="http://schemas.openxmlformats.org/drawingml/2006/main" w="6668">
            <a:solidFill>
              <a:srgbClr val="9D9D9D"/>
            </a:solidFill>
          </a:ln>
        </p:spPr>
      </p:sp>
      <p:sp>
        <p:nvSpPr>
          <p:cNvPr id="677" name="g1062">
            <a:extLst xmlns:a="http://schemas.openxmlformats.org/drawingml/2006/main">
              <a:ext uri="{FF2B5EF4-FFF2-40B4-BE49-F238E27FC236}">
                <a16:creationId xmlns:a16="http://schemas.microsoft.com/office/drawing/2014/main" id="{FA286404-BFF2-42E8-904C-328A9535871E}"/>
              </a:ext>
            </a:extLst>
          </p:cNvPr>
          <p:cNvSpPr>
            <a:spLocks xmlns:a="http://schemas.openxmlformats.org/drawingml/2006/main" noGrp="1"/>
          </p:cNvSpPr>
          <p:nvPr/>
        </p:nvSpPr>
        <p:spPr>
          <a:xfrm xmlns:a="http://schemas.openxmlformats.org/drawingml/2006/main">
            <a:off x="4100690" y="5377262"/>
            <a:ext cx="5608" cy="12165"/>
          </a:xfrm>
          <a:custGeom xmlns:a="http://schemas.openxmlformats.org/drawingml/2006/main">
            <a:pathLst>
              <a:path w="5608" h="12165">
                <a:moveTo>
                  <a:pt x="5608" y="0"/>
                </a:moveTo>
                <a:lnTo>
                  <a:pt x="0" y="12165"/>
                </a:lnTo>
              </a:path>
            </a:pathLst>
          </a:custGeom>
          <a:noFill xmlns:a="http://schemas.openxmlformats.org/drawingml/2006/main"/>
          <a:ln xmlns:a="http://schemas.openxmlformats.org/drawingml/2006/main" w="6668">
            <a:solidFill>
              <a:srgbClr val="9D9D9D"/>
            </a:solidFill>
          </a:ln>
        </p:spPr>
      </p:sp>
      <p:sp>
        <p:nvSpPr>
          <p:cNvPr id="678" name="g1063">
            <a:extLst xmlns:a="http://schemas.openxmlformats.org/drawingml/2006/main">
              <a:ext uri="{FF2B5EF4-FFF2-40B4-BE49-F238E27FC236}">
                <a16:creationId xmlns:a16="http://schemas.microsoft.com/office/drawing/2014/main" id="{3FE8D2CF-CF9F-4631-9326-B200E243C67A}"/>
              </a:ext>
            </a:extLst>
          </p:cNvPr>
          <p:cNvSpPr>
            <a:spLocks xmlns:a="http://schemas.openxmlformats.org/drawingml/2006/main" noGrp="1"/>
          </p:cNvSpPr>
          <p:nvPr/>
        </p:nvSpPr>
        <p:spPr>
          <a:xfrm xmlns:a="http://schemas.openxmlformats.org/drawingml/2006/main">
            <a:off x="4080513" y="5406584"/>
            <a:ext cx="11920" cy="21284"/>
          </a:xfrm>
          <a:custGeom xmlns:a="http://schemas.openxmlformats.org/drawingml/2006/main">
            <a:pathLst>
              <a:path w="11920" h="21284">
                <a:moveTo>
                  <a:pt x="11920" y="0"/>
                </a:moveTo>
                <a:lnTo>
                  <a:pt x="0" y="21284"/>
                </a:lnTo>
              </a:path>
            </a:pathLst>
          </a:custGeom>
          <a:noFill xmlns:a="http://schemas.openxmlformats.org/drawingml/2006/main"/>
          <a:ln xmlns:a="http://schemas.openxmlformats.org/drawingml/2006/main" w="6668">
            <a:solidFill>
              <a:srgbClr val="9D9D9D"/>
            </a:solidFill>
          </a:ln>
        </p:spPr>
      </p:sp>
      <p:sp>
        <p:nvSpPr>
          <p:cNvPr id="679" name="g1064">
            <a:extLst xmlns:a="http://schemas.openxmlformats.org/drawingml/2006/main">
              <a:ext uri="{FF2B5EF4-FFF2-40B4-BE49-F238E27FC236}">
                <a16:creationId xmlns:a16="http://schemas.microsoft.com/office/drawing/2014/main" id="{1D8318CC-36B5-44EA-A349-29077AA3A71F}"/>
              </a:ext>
            </a:extLst>
          </p:cNvPr>
          <p:cNvSpPr>
            <a:spLocks xmlns:a="http://schemas.openxmlformats.org/drawingml/2006/main" noGrp="1"/>
          </p:cNvSpPr>
          <p:nvPr/>
        </p:nvSpPr>
        <p:spPr>
          <a:xfrm xmlns:a="http://schemas.openxmlformats.org/drawingml/2006/main">
            <a:off x="4078191" y="5427868"/>
            <a:ext cx="2322" cy="3476"/>
          </a:xfrm>
          <a:custGeom xmlns:a="http://schemas.openxmlformats.org/drawingml/2006/main">
            <a:pathLst>
              <a:path w="2322" h="3476">
                <a:moveTo>
                  <a:pt x="2322" y="0"/>
                </a:moveTo>
                <a:lnTo>
                  <a:pt x="0" y="3476"/>
                </a:lnTo>
              </a:path>
            </a:pathLst>
          </a:custGeom>
          <a:noFill xmlns:a="http://schemas.openxmlformats.org/drawingml/2006/main"/>
          <a:ln xmlns:a="http://schemas.openxmlformats.org/drawingml/2006/main" w="6668">
            <a:solidFill>
              <a:srgbClr val="9D9D9D"/>
            </a:solidFill>
          </a:ln>
        </p:spPr>
      </p:sp>
      <p:sp>
        <p:nvSpPr>
          <p:cNvPr id="680" name="g1065">
            <a:extLst xmlns:a="http://schemas.openxmlformats.org/drawingml/2006/main">
              <a:ext uri="{FF2B5EF4-FFF2-40B4-BE49-F238E27FC236}">
                <a16:creationId xmlns:a16="http://schemas.microsoft.com/office/drawing/2014/main" id="{AE17B936-1ECB-4C00-BB5A-CBBFCA19B4CD}"/>
              </a:ext>
            </a:extLst>
          </p:cNvPr>
          <p:cNvSpPr>
            <a:spLocks xmlns:a="http://schemas.openxmlformats.org/drawingml/2006/main" noGrp="1"/>
          </p:cNvSpPr>
          <p:nvPr/>
        </p:nvSpPr>
        <p:spPr>
          <a:xfrm xmlns:a="http://schemas.openxmlformats.org/drawingml/2006/main">
            <a:off x="4064724" y="5447183"/>
            <a:ext cx="2883" cy="4315"/>
          </a:xfrm>
          <a:custGeom xmlns:a="http://schemas.openxmlformats.org/drawingml/2006/main">
            <a:pathLst>
              <a:path w="2883" h="4315">
                <a:moveTo>
                  <a:pt x="2883" y="0"/>
                </a:moveTo>
                <a:lnTo>
                  <a:pt x="0" y="4315"/>
                </a:lnTo>
              </a:path>
            </a:pathLst>
          </a:custGeom>
          <a:noFill xmlns:a="http://schemas.openxmlformats.org/drawingml/2006/main"/>
          <a:ln xmlns:a="http://schemas.openxmlformats.org/drawingml/2006/main" w="6668">
            <a:solidFill>
              <a:srgbClr val="9D9D9D"/>
            </a:solidFill>
          </a:ln>
        </p:spPr>
      </p:sp>
      <p:sp>
        <p:nvSpPr>
          <p:cNvPr id="681" name="g1066">
            <a:extLst xmlns:a="http://schemas.openxmlformats.org/drawingml/2006/main">
              <a:ext uri="{FF2B5EF4-FFF2-40B4-BE49-F238E27FC236}">
                <a16:creationId xmlns:a16="http://schemas.microsoft.com/office/drawing/2014/main" id="{0574B90D-D07F-489D-8014-3908E55DAF47}"/>
              </a:ext>
            </a:extLst>
          </p:cNvPr>
          <p:cNvSpPr>
            <a:spLocks xmlns:a="http://schemas.openxmlformats.org/drawingml/2006/main" noGrp="1"/>
          </p:cNvSpPr>
          <p:nvPr/>
        </p:nvSpPr>
        <p:spPr>
          <a:xfrm xmlns:a="http://schemas.openxmlformats.org/drawingml/2006/main">
            <a:off x="4050246" y="5451499"/>
            <a:ext cx="14477" cy="18365"/>
          </a:xfrm>
          <a:custGeom xmlns:a="http://schemas.openxmlformats.org/drawingml/2006/main">
            <a:pathLst>
              <a:path w="14477" h="18365">
                <a:moveTo>
                  <a:pt x="14477" y="0"/>
                </a:moveTo>
                <a:lnTo>
                  <a:pt x="0" y="18365"/>
                </a:lnTo>
              </a:path>
            </a:pathLst>
          </a:custGeom>
          <a:noFill xmlns:a="http://schemas.openxmlformats.org/drawingml/2006/main"/>
          <a:ln xmlns:a="http://schemas.openxmlformats.org/drawingml/2006/main" w="6668">
            <a:solidFill>
              <a:srgbClr val="9D9D9D"/>
            </a:solidFill>
          </a:ln>
        </p:spPr>
      </p:sp>
      <p:sp>
        <p:nvSpPr>
          <p:cNvPr id="682" name="g1067">
            <a:extLst xmlns:a="http://schemas.openxmlformats.org/drawingml/2006/main">
              <a:ext uri="{FF2B5EF4-FFF2-40B4-BE49-F238E27FC236}">
                <a16:creationId xmlns:a16="http://schemas.microsoft.com/office/drawing/2014/main" id="{83056AD2-32E9-4F0D-997D-47925783A236}"/>
              </a:ext>
            </a:extLst>
          </p:cNvPr>
          <p:cNvSpPr>
            <a:spLocks xmlns:a="http://schemas.openxmlformats.org/drawingml/2006/main" noGrp="1"/>
          </p:cNvSpPr>
          <p:nvPr/>
        </p:nvSpPr>
        <p:spPr>
          <a:xfrm xmlns:a="http://schemas.openxmlformats.org/drawingml/2006/main">
            <a:off x="4027837" y="5484109"/>
            <a:ext cx="9778" cy="10578"/>
          </a:xfrm>
          <a:custGeom xmlns:a="http://schemas.openxmlformats.org/drawingml/2006/main">
            <a:pathLst>
              <a:path w="9778" h="10578">
                <a:moveTo>
                  <a:pt x="9778" y="0"/>
                </a:moveTo>
                <a:lnTo>
                  <a:pt x="0" y="10578"/>
                </a:lnTo>
              </a:path>
            </a:pathLst>
          </a:custGeom>
          <a:noFill xmlns:a="http://schemas.openxmlformats.org/drawingml/2006/main"/>
          <a:ln xmlns:a="http://schemas.openxmlformats.org/drawingml/2006/main" w="6668">
            <a:solidFill>
              <a:srgbClr val="9D9D9D"/>
            </a:solidFill>
          </a:ln>
        </p:spPr>
      </p:sp>
      <p:sp>
        <p:nvSpPr>
          <p:cNvPr id="683" name="g1068">
            <a:extLst xmlns:a="http://schemas.openxmlformats.org/drawingml/2006/main">
              <a:ext uri="{FF2B5EF4-FFF2-40B4-BE49-F238E27FC236}">
                <a16:creationId xmlns:a16="http://schemas.microsoft.com/office/drawing/2014/main" id="{1B9A7058-1EEB-44BA-9423-BE0BFB733231}"/>
              </a:ext>
            </a:extLst>
          </p:cNvPr>
          <p:cNvSpPr>
            <a:spLocks xmlns:a="http://schemas.openxmlformats.org/drawingml/2006/main" noGrp="1"/>
          </p:cNvSpPr>
          <p:nvPr/>
        </p:nvSpPr>
        <p:spPr>
          <a:xfrm xmlns:a="http://schemas.openxmlformats.org/drawingml/2006/main">
            <a:off x="4017432" y="5494687"/>
            <a:ext cx="10405" cy="9618"/>
          </a:xfrm>
          <a:custGeom xmlns:a="http://schemas.openxmlformats.org/drawingml/2006/main">
            <a:pathLst>
              <a:path w="10405" h="9618">
                <a:moveTo>
                  <a:pt x="10405" y="0"/>
                </a:moveTo>
                <a:lnTo>
                  <a:pt x="0" y="9618"/>
                </a:lnTo>
              </a:path>
            </a:pathLst>
          </a:custGeom>
          <a:noFill xmlns:a="http://schemas.openxmlformats.org/drawingml/2006/main"/>
          <a:ln xmlns:a="http://schemas.openxmlformats.org/drawingml/2006/main" w="6668">
            <a:solidFill>
              <a:srgbClr val="9D9D9D"/>
            </a:solidFill>
          </a:ln>
        </p:spPr>
      </p:sp>
      <p:sp>
        <p:nvSpPr>
          <p:cNvPr id="684" name="g1069">
            <a:extLst xmlns:a="http://schemas.openxmlformats.org/drawingml/2006/main">
              <a:ext uri="{FF2B5EF4-FFF2-40B4-BE49-F238E27FC236}">
                <a16:creationId xmlns:a16="http://schemas.microsoft.com/office/drawing/2014/main" id="{E6153C64-F4CD-4611-8E96-1A41A05D7A1B}"/>
              </a:ext>
            </a:extLst>
          </p:cNvPr>
          <p:cNvSpPr>
            <a:spLocks xmlns:a="http://schemas.openxmlformats.org/drawingml/2006/main" noGrp="1"/>
          </p:cNvSpPr>
          <p:nvPr/>
        </p:nvSpPr>
        <p:spPr>
          <a:xfrm xmlns:a="http://schemas.openxmlformats.org/drawingml/2006/main">
            <a:off x="3984649" y="5516950"/>
            <a:ext cx="18550" cy="14623"/>
          </a:xfrm>
          <a:custGeom xmlns:a="http://schemas.openxmlformats.org/drawingml/2006/main">
            <a:pathLst>
              <a:path w="18550" h="14623">
                <a:moveTo>
                  <a:pt x="18550" y="0"/>
                </a:moveTo>
                <a:lnTo>
                  <a:pt x="0" y="14623"/>
                </a:lnTo>
              </a:path>
            </a:pathLst>
          </a:custGeom>
          <a:noFill xmlns:a="http://schemas.openxmlformats.org/drawingml/2006/main"/>
          <a:ln xmlns:a="http://schemas.openxmlformats.org/drawingml/2006/main" w="6668">
            <a:solidFill>
              <a:srgbClr val="9D9D9D"/>
            </a:solidFill>
          </a:ln>
        </p:spPr>
      </p:sp>
      <p:sp>
        <p:nvSpPr>
          <p:cNvPr id="685" name="g1070">
            <a:extLst xmlns:a="http://schemas.openxmlformats.org/drawingml/2006/main">
              <a:ext uri="{FF2B5EF4-FFF2-40B4-BE49-F238E27FC236}">
                <a16:creationId xmlns:a16="http://schemas.microsoft.com/office/drawing/2014/main" id="{184ACF36-2338-4F51-8011-2F51E0CB3434}"/>
              </a:ext>
            </a:extLst>
          </p:cNvPr>
          <p:cNvSpPr>
            <a:spLocks xmlns:a="http://schemas.openxmlformats.org/drawingml/2006/main" noGrp="1"/>
          </p:cNvSpPr>
          <p:nvPr/>
        </p:nvSpPr>
        <p:spPr>
          <a:xfrm xmlns:a="http://schemas.openxmlformats.org/drawingml/2006/main">
            <a:off x="3980530" y="5531574"/>
            <a:ext cx="4119" cy="2752"/>
          </a:xfrm>
          <a:custGeom xmlns:a="http://schemas.openxmlformats.org/drawingml/2006/main">
            <a:pathLst>
              <a:path w="4119" h="2752">
                <a:moveTo>
                  <a:pt x="4119" y="0"/>
                </a:moveTo>
                <a:lnTo>
                  <a:pt x="0" y="2752"/>
                </a:lnTo>
              </a:path>
            </a:pathLst>
          </a:custGeom>
          <a:noFill xmlns:a="http://schemas.openxmlformats.org/drawingml/2006/main"/>
          <a:ln xmlns:a="http://schemas.openxmlformats.org/drawingml/2006/main" w="6668">
            <a:solidFill>
              <a:srgbClr val="9D9D9D"/>
            </a:solidFill>
          </a:ln>
        </p:spPr>
      </p:sp>
      <p:sp>
        <p:nvSpPr>
          <p:cNvPr id="686" name="g1071">
            <a:extLst xmlns:a="http://schemas.openxmlformats.org/drawingml/2006/main">
              <a:ext uri="{FF2B5EF4-FFF2-40B4-BE49-F238E27FC236}">
                <a16:creationId xmlns:a16="http://schemas.microsoft.com/office/drawing/2014/main" id="{F41EE1A2-6AFC-4586-BBB5-DF55E3AFDCE4}"/>
              </a:ext>
            </a:extLst>
          </p:cNvPr>
          <p:cNvSpPr>
            <a:spLocks xmlns:a="http://schemas.openxmlformats.org/drawingml/2006/main" noGrp="1"/>
          </p:cNvSpPr>
          <p:nvPr/>
        </p:nvSpPr>
        <p:spPr>
          <a:xfrm xmlns:a="http://schemas.openxmlformats.org/drawingml/2006/main">
            <a:off x="3961018" y="5544910"/>
            <a:ext cx="3672" cy="2453"/>
          </a:xfrm>
          <a:custGeom xmlns:a="http://schemas.openxmlformats.org/drawingml/2006/main">
            <a:pathLst>
              <a:path w="3672" h="2453">
                <a:moveTo>
                  <a:pt x="3672" y="0"/>
                </a:moveTo>
                <a:lnTo>
                  <a:pt x="0" y="2453"/>
                </a:lnTo>
              </a:path>
            </a:pathLst>
          </a:custGeom>
          <a:noFill xmlns:a="http://schemas.openxmlformats.org/drawingml/2006/main"/>
          <a:ln xmlns:a="http://schemas.openxmlformats.org/drawingml/2006/main" w="6668">
            <a:solidFill>
              <a:srgbClr val="9D9D9D"/>
            </a:solidFill>
          </a:ln>
        </p:spPr>
      </p:sp>
      <p:sp>
        <p:nvSpPr>
          <p:cNvPr id="687" name="g1072">
            <a:extLst xmlns:a="http://schemas.openxmlformats.org/drawingml/2006/main">
              <a:ext uri="{FF2B5EF4-FFF2-40B4-BE49-F238E27FC236}">
                <a16:creationId xmlns:a16="http://schemas.microsoft.com/office/drawing/2014/main" id="{44334C66-6718-47F6-A621-CCA9C4A208B6}"/>
              </a:ext>
            </a:extLst>
          </p:cNvPr>
          <p:cNvSpPr>
            <a:spLocks xmlns:a="http://schemas.openxmlformats.org/drawingml/2006/main" noGrp="1"/>
          </p:cNvSpPr>
          <p:nvPr/>
        </p:nvSpPr>
        <p:spPr>
          <a:xfrm xmlns:a="http://schemas.openxmlformats.org/drawingml/2006/main">
            <a:off x="3939940" y="5547363"/>
            <a:ext cx="21079" cy="11805"/>
          </a:xfrm>
          <a:custGeom xmlns:a="http://schemas.openxmlformats.org/drawingml/2006/main">
            <a:pathLst>
              <a:path w="21079" h="11805">
                <a:moveTo>
                  <a:pt x="21079" y="0"/>
                </a:moveTo>
                <a:lnTo>
                  <a:pt x="0" y="11805"/>
                </a:lnTo>
              </a:path>
            </a:pathLst>
          </a:custGeom>
          <a:noFill xmlns:a="http://schemas.openxmlformats.org/drawingml/2006/main"/>
          <a:ln xmlns:a="http://schemas.openxmlformats.org/drawingml/2006/main" w="6668">
            <a:solidFill>
              <a:srgbClr val="9D9D9D"/>
            </a:solidFill>
          </a:ln>
        </p:spPr>
      </p:sp>
      <p:sp>
        <p:nvSpPr>
          <p:cNvPr id="688" name="g1073">
            <a:extLst xmlns:a="http://schemas.openxmlformats.org/drawingml/2006/main">
              <a:ext uri="{FF2B5EF4-FFF2-40B4-BE49-F238E27FC236}">
                <a16:creationId xmlns:a16="http://schemas.microsoft.com/office/drawing/2014/main" id="{7029034E-C973-4FB5-AD52-178798806D62}"/>
              </a:ext>
            </a:extLst>
          </p:cNvPr>
          <p:cNvSpPr>
            <a:spLocks xmlns:a="http://schemas.openxmlformats.org/drawingml/2006/main" noGrp="1"/>
          </p:cNvSpPr>
          <p:nvPr/>
        </p:nvSpPr>
        <p:spPr>
          <a:xfrm xmlns:a="http://schemas.openxmlformats.org/drawingml/2006/main">
            <a:off x="3910412" y="5567441"/>
            <a:ext cx="12379" cy="5707"/>
          </a:xfrm>
          <a:custGeom xmlns:a="http://schemas.openxmlformats.org/drawingml/2006/main">
            <a:pathLst>
              <a:path w="12379" h="5707">
                <a:moveTo>
                  <a:pt x="12379" y="0"/>
                </a:moveTo>
                <a:lnTo>
                  <a:pt x="0" y="5707"/>
                </a:lnTo>
              </a:path>
            </a:pathLst>
          </a:custGeom>
          <a:noFill xmlns:a="http://schemas.openxmlformats.org/drawingml/2006/main"/>
          <a:ln xmlns:a="http://schemas.openxmlformats.org/drawingml/2006/main" w="6668">
            <a:solidFill>
              <a:srgbClr val="9D9D9D"/>
            </a:solidFill>
          </a:ln>
        </p:spPr>
      </p:sp>
      <p:sp>
        <p:nvSpPr>
          <p:cNvPr id="689" name="g1074">
            <a:extLst xmlns:a="http://schemas.openxmlformats.org/drawingml/2006/main">
              <a:ext uri="{FF2B5EF4-FFF2-40B4-BE49-F238E27FC236}">
                <a16:creationId xmlns:a16="http://schemas.microsoft.com/office/drawing/2014/main" id="{C426E098-642F-4F58-BBF0-7F5D2979642A}"/>
              </a:ext>
            </a:extLst>
          </p:cNvPr>
          <p:cNvSpPr>
            <a:spLocks xmlns:a="http://schemas.openxmlformats.org/drawingml/2006/main" noGrp="1"/>
          </p:cNvSpPr>
          <p:nvPr/>
        </p:nvSpPr>
        <p:spPr>
          <a:xfrm xmlns:a="http://schemas.openxmlformats.org/drawingml/2006/main">
            <a:off x="3896392" y="5573148"/>
            <a:ext cx="14020" cy="5172"/>
          </a:xfrm>
          <a:custGeom xmlns:a="http://schemas.openxmlformats.org/drawingml/2006/main">
            <a:pathLst>
              <a:path w="14020" h="5172">
                <a:moveTo>
                  <a:pt x="14020" y="0"/>
                </a:moveTo>
                <a:lnTo>
                  <a:pt x="0" y="5172"/>
                </a:lnTo>
              </a:path>
            </a:pathLst>
          </a:custGeom>
          <a:noFill xmlns:a="http://schemas.openxmlformats.org/drawingml/2006/main"/>
          <a:ln xmlns:a="http://schemas.openxmlformats.org/drawingml/2006/main" w="6668">
            <a:solidFill>
              <a:srgbClr val="9D9D9D"/>
            </a:solidFill>
          </a:ln>
        </p:spPr>
      </p:sp>
      <p:sp>
        <p:nvSpPr>
          <p:cNvPr id="690" name="g1075">
            <a:extLst xmlns:a="http://schemas.openxmlformats.org/drawingml/2006/main">
              <a:ext uri="{FF2B5EF4-FFF2-40B4-BE49-F238E27FC236}">
                <a16:creationId xmlns:a16="http://schemas.microsoft.com/office/drawing/2014/main" id="{D6B0F0E2-2494-48A5-9B95-AC2D0D202745}"/>
              </a:ext>
            </a:extLst>
          </p:cNvPr>
          <p:cNvSpPr>
            <a:spLocks xmlns:a="http://schemas.openxmlformats.org/drawingml/2006/main" noGrp="1"/>
          </p:cNvSpPr>
          <p:nvPr/>
        </p:nvSpPr>
        <p:spPr>
          <a:xfrm xmlns:a="http://schemas.openxmlformats.org/drawingml/2006/main">
            <a:off x="3856396" y="5584498"/>
            <a:ext cx="21989" cy="6202"/>
          </a:xfrm>
          <a:custGeom xmlns:a="http://schemas.openxmlformats.org/drawingml/2006/main">
            <a:pathLst>
              <a:path w="21989" h="6202">
                <a:moveTo>
                  <a:pt x="21989" y="0"/>
                </a:moveTo>
                <a:lnTo>
                  <a:pt x="0" y="6202"/>
                </a:lnTo>
              </a:path>
            </a:pathLst>
          </a:custGeom>
          <a:noFill xmlns:a="http://schemas.openxmlformats.org/drawingml/2006/main"/>
          <a:ln xmlns:a="http://schemas.openxmlformats.org/drawingml/2006/main" w="6668">
            <a:solidFill>
              <a:srgbClr val="9D9D9D"/>
            </a:solidFill>
          </a:ln>
        </p:spPr>
      </p:sp>
      <p:sp>
        <p:nvSpPr>
          <p:cNvPr id="691" name="g1076">
            <a:extLst xmlns:a="http://schemas.openxmlformats.org/drawingml/2006/main">
              <a:ext uri="{FF2B5EF4-FFF2-40B4-BE49-F238E27FC236}">
                <a16:creationId xmlns:a16="http://schemas.microsoft.com/office/drawing/2014/main" id="{36F639BF-23ED-441C-85B2-39F0773ED24E}"/>
              </a:ext>
            </a:extLst>
          </p:cNvPr>
          <p:cNvSpPr>
            <a:spLocks xmlns:a="http://schemas.openxmlformats.org/drawingml/2006/main" noGrp="1"/>
          </p:cNvSpPr>
          <p:nvPr/>
        </p:nvSpPr>
        <p:spPr>
          <a:xfrm xmlns:a="http://schemas.openxmlformats.org/drawingml/2006/main">
            <a:off x="3850777" y="5590699"/>
            <a:ext cx="5618" cy="1118"/>
          </a:xfrm>
          <a:custGeom xmlns:a="http://schemas.openxmlformats.org/drawingml/2006/main">
            <a:pathLst>
              <a:path w="5618" h="1118">
                <a:moveTo>
                  <a:pt x="5618" y="0"/>
                </a:moveTo>
                <a:lnTo>
                  <a:pt x="0" y="1118"/>
                </a:lnTo>
              </a:path>
            </a:pathLst>
          </a:custGeom>
          <a:noFill xmlns:a="http://schemas.openxmlformats.org/drawingml/2006/main"/>
          <a:ln xmlns:a="http://schemas.openxmlformats.org/drawingml/2006/main" w="6668">
            <a:solidFill>
              <a:srgbClr val="9D9D9D"/>
            </a:solidFill>
          </a:ln>
        </p:spPr>
      </p:sp>
      <p:sp>
        <p:nvSpPr>
          <p:cNvPr id="692" name="g1077">
            <a:extLst xmlns:a="http://schemas.openxmlformats.org/drawingml/2006/main">
              <a:ext uri="{FF2B5EF4-FFF2-40B4-BE49-F238E27FC236}">
                <a16:creationId xmlns:a16="http://schemas.microsoft.com/office/drawing/2014/main" id="{7B862ADB-C1DF-4234-B41E-53D3D179F6B8}"/>
              </a:ext>
            </a:extLst>
          </p:cNvPr>
          <p:cNvSpPr>
            <a:spLocks xmlns:a="http://schemas.openxmlformats.org/drawingml/2006/main" noGrp="1"/>
          </p:cNvSpPr>
          <p:nvPr/>
        </p:nvSpPr>
        <p:spPr>
          <a:xfrm xmlns:a="http://schemas.openxmlformats.org/drawingml/2006/main">
            <a:off x="3828521" y="5595533"/>
            <a:ext cx="3572" cy="953"/>
          </a:xfrm>
          <a:custGeom xmlns:a="http://schemas.openxmlformats.org/drawingml/2006/main">
            <a:pathLst>
              <a:path w="3572" h="953">
                <a:moveTo>
                  <a:pt x="3572" y="0"/>
                </a:moveTo>
                <a:lnTo>
                  <a:pt x="0" y="710"/>
                </a:lnTo>
              </a:path>
            </a:pathLst>
          </a:custGeom>
          <a:noFill xmlns:a="http://schemas.openxmlformats.org/drawingml/2006/main"/>
          <a:ln xmlns:a="http://schemas.openxmlformats.org/drawingml/2006/main" w="6668">
            <a:solidFill>
              <a:srgbClr val="9D9D9D"/>
            </a:solidFill>
          </a:ln>
        </p:spPr>
      </p:sp>
      <p:sp>
        <p:nvSpPr>
          <p:cNvPr id="693" name="g1078">
            <a:extLst xmlns:a="http://schemas.openxmlformats.org/drawingml/2006/main">
              <a:ext uri="{FF2B5EF4-FFF2-40B4-BE49-F238E27FC236}">
                <a16:creationId xmlns:a16="http://schemas.microsoft.com/office/drawing/2014/main" id="{EFEFC0F7-1CFA-4CC6-9162-4030CF0FACBA}"/>
              </a:ext>
            </a:extLst>
          </p:cNvPr>
          <p:cNvSpPr>
            <a:spLocks xmlns:a="http://schemas.openxmlformats.org/drawingml/2006/main" noGrp="1"/>
          </p:cNvSpPr>
          <p:nvPr/>
        </p:nvSpPr>
        <p:spPr>
          <a:xfrm xmlns:a="http://schemas.openxmlformats.org/drawingml/2006/main">
            <a:off x="3803761" y="5596244"/>
            <a:ext cx="24760" cy="2931"/>
          </a:xfrm>
          <a:custGeom xmlns:a="http://schemas.openxmlformats.org/drawingml/2006/main">
            <a:pathLst>
              <a:path w="24760" h="2931">
                <a:moveTo>
                  <a:pt x="24760" y="0"/>
                </a:moveTo>
                <a:lnTo>
                  <a:pt x="0" y="2931"/>
                </a:lnTo>
              </a:path>
            </a:pathLst>
          </a:custGeom>
          <a:noFill xmlns:a="http://schemas.openxmlformats.org/drawingml/2006/main"/>
          <a:ln xmlns:a="http://schemas.openxmlformats.org/drawingml/2006/main" w="6668">
            <a:solidFill>
              <a:srgbClr val="9D9D9D"/>
            </a:solidFill>
          </a:ln>
        </p:spPr>
      </p:sp>
      <p:sp>
        <p:nvSpPr>
          <p:cNvPr id="694" name="g1079">
            <a:extLst xmlns:a="http://schemas.openxmlformats.org/drawingml/2006/main">
              <a:ext uri="{FF2B5EF4-FFF2-40B4-BE49-F238E27FC236}">
                <a16:creationId xmlns:a16="http://schemas.microsoft.com/office/drawing/2014/main" id="{E7EF894C-8A4F-4E23-A0B1-53837FBC3B15}"/>
              </a:ext>
            </a:extLst>
          </p:cNvPr>
          <p:cNvSpPr>
            <a:spLocks xmlns:a="http://schemas.openxmlformats.org/drawingml/2006/main" noGrp="1"/>
          </p:cNvSpPr>
          <p:nvPr/>
        </p:nvSpPr>
        <p:spPr>
          <a:xfrm xmlns:a="http://schemas.openxmlformats.org/drawingml/2006/main">
            <a:off x="3771900" y="5600195"/>
            <a:ext cx="12847" cy="953"/>
          </a:xfrm>
          <a:custGeom xmlns:a="http://schemas.openxmlformats.org/drawingml/2006/main">
            <a:pathLst>
              <a:path w="12847" h="953">
                <a:moveTo>
                  <a:pt x="12847" y="0"/>
                </a:moveTo>
                <a:lnTo>
                  <a:pt x="0" y="505"/>
                </a:lnTo>
              </a:path>
            </a:pathLst>
          </a:custGeom>
          <a:noFill xmlns:a="http://schemas.openxmlformats.org/drawingml/2006/main"/>
          <a:ln xmlns:a="http://schemas.openxmlformats.org/drawingml/2006/main" w="6668">
            <a:solidFill>
              <a:srgbClr val="9D9D9D"/>
            </a:solidFill>
          </a:ln>
        </p:spPr>
      </p:sp>
      <p:sp>
        <p:nvSpPr>
          <p:cNvPr id="695" name="g1080">
            <a:extLst xmlns:a="http://schemas.openxmlformats.org/drawingml/2006/main">
              <a:ext uri="{FF2B5EF4-FFF2-40B4-BE49-F238E27FC236}">
                <a16:creationId xmlns:a16="http://schemas.microsoft.com/office/drawing/2014/main" id="{C2E9C129-CC0D-4177-B7D9-F1B9A0272DBA}"/>
              </a:ext>
            </a:extLst>
          </p:cNvPr>
          <p:cNvSpPr>
            <a:spLocks xmlns:a="http://schemas.openxmlformats.org/drawingml/2006/main" noGrp="1"/>
          </p:cNvSpPr>
          <p:nvPr/>
        </p:nvSpPr>
        <p:spPr>
          <a:xfrm xmlns:a="http://schemas.openxmlformats.org/drawingml/2006/main">
            <a:off x="3756182" y="5600700"/>
            <a:ext cx="15718" cy="953"/>
          </a:xfrm>
          <a:custGeom xmlns:a="http://schemas.openxmlformats.org/drawingml/2006/main">
            <a:pathLst>
              <a:path w="15718" h="953">
                <a:moveTo>
                  <a:pt x="15718" y="0"/>
                </a:moveTo>
                <a:lnTo>
                  <a:pt x="0" y="0"/>
                </a:lnTo>
              </a:path>
            </a:pathLst>
          </a:custGeom>
          <a:noFill xmlns:a="http://schemas.openxmlformats.org/drawingml/2006/main"/>
          <a:ln xmlns:a="http://schemas.openxmlformats.org/drawingml/2006/main" w="6668">
            <a:solidFill>
              <a:srgbClr val="9D9D9D"/>
            </a:solidFill>
          </a:ln>
        </p:spPr>
      </p:sp>
      <p:sp>
        <p:nvSpPr>
          <p:cNvPr id="696" name="g1081">
            <a:extLst xmlns:a="http://schemas.openxmlformats.org/drawingml/2006/main">
              <a:ext uri="{FF2B5EF4-FFF2-40B4-BE49-F238E27FC236}">
                <a16:creationId xmlns:a16="http://schemas.microsoft.com/office/drawing/2014/main" id="{2B78A860-2A44-4937-92D5-0C09F07A20CE}"/>
              </a:ext>
            </a:extLst>
          </p:cNvPr>
          <p:cNvSpPr>
            <a:spLocks xmlns:a="http://schemas.openxmlformats.org/drawingml/2006/main" noGrp="1"/>
          </p:cNvSpPr>
          <p:nvPr/>
        </p:nvSpPr>
        <p:spPr>
          <a:xfrm xmlns:a="http://schemas.openxmlformats.org/drawingml/2006/main">
            <a:off x="37085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697" name="g1082">
            <a:extLst xmlns:a="http://schemas.openxmlformats.org/drawingml/2006/main">
              <a:ext uri="{FF2B5EF4-FFF2-40B4-BE49-F238E27FC236}">
                <a16:creationId xmlns:a16="http://schemas.microsoft.com/office/drawing/2014/main" id="{365AAD62-A6F8-4BB3-8E81-DDDE1A6BCC38}"/>
              </a:ext>
            </a:extLst>
          </p:cNvPr>
          <p:cNvSpPr>
            <a:spLocks xmlns:a="http://schemas.openxmlformats.org/drawingml/2006/main" noGrp="1"/>
          </p:cNvSpPr>
          <p:nvPr/>
        </p:nvSpPr>
        <p:spPr>
          <a:xfrm xmlns:a="http://schemas.openxmlformats.org/drawingml/2006/main">
            <a:off x="36609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698" name="g1083">
            <a:extLst xmlns:a="http://schemas.openxmlformats.org/drawingml/2006/main">
              <a:ext uri="{FF2B5EF4-FFF2-40B4-BE49-F238E27FC236}">
                <a16:creationId xmlns:a16="http://schemas.microsoft.com/office/drawing/2014/main" id="{32DAA193-7B0A-4E11-AF43-A8FF151A70AF}"/>
              </a:ext>
            </a:extLst>
          </p:cNvPr>
          <p:cNvSpPr>
            <a:spLocks xmlns:a="http://schemas.openxmlformats.org/drawingml/2006/main" noGrp="1"/>
          </p:cNvSpPr>
          <p:nvPr/>
        </p:nvSpPr>
        <p:spPr>
          <a:xfrm xmlns:a="http://schemas.openxmlformats.org/drawingml/2006/main">
            <a:off x="36133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699" name="g1084">
            <a:extLst xmlns:a="http://schemas.openxmlformats.org/drawingml/2006/main">
              <a:ext uri="{FF2B5EF4-FFF2-40B4-BE49-F238E27FC236}">
                <a16:creationId xmlns:a16="http://schemas.microsoft.com/office/drawing/2014/main" id="{EAA5484A-81D0-4A00-8300-44218AE141CD}"/>
              </a:ext>
            </a:extLst>
          </p:cNvPr>
          <p:cNvSpPr>
            <a:spLocks xmlns:a="http://schemas.openxmlformats.org/drawingml/2006/main" noGrp="1"/>
          </p:cNvSpPr>
          <p:nvPr/>
        </p:nvSpPr>
        <p:spPr>
          <a:xfrm xmlns:a="http://schemas.openxmlformats.org/drawingml/2006/main">
            <a:off x="35656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0" name="g1085">
            <a:extLst xmlns:a="http://schemas.openxmlformats.org/drawingml/2006/main">
              <a:ext uri="{FF2B5EF4-FFF2-40B4-BE49-F238E27FC236}">
                <a16:creationId xmlns:a16="http://schemas.microsoft.com/office/drawing/2014/main" id="{672299A8-1CBC-4C8D-ABDA-902858A6CE85}"/>
              </a:ext>
            </a:extLst>
          </p:cNvPr>
          <p:cNvSpPr>
            <a:spLocks xmlns:a="http://schemas.openxmlformats.org/drawingml/2006/main" noGrp="1"/>
          </p:cNvSpPr>
          <p:nvPr/>
        </p:nvSpPr>
        <p:spPr>
          <a:xfrm xmlns:a="http://schemas.openxmlformats.org/drawingml/2006/main">
            <a:off x="35180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1" name="g1086">
            <a:extLst xmlns:a="http://schemas.openxmlformats.org/drawingml/2006/main">
              <a:ext uri="{FF2B5EF4-FFF2-40B4-BE49-F238E27FC236}">
                <a16:creationId xmlns:a16="http://schemas.microsoft.com/office/drawing/2014/main" id="{25B4A40A-59D5-48C6-BD4C-758329872CE5}"/>
              </a:ext>
            </a:extLst>
          </p:cNvPr>
          <p:cNvSpPr>
            <a:spLocks xmlns:a="http://schemas.openxmlformats.org/drawingml/2006/main" noGrp="1"/>
          </p:cNvSpPr>
          <p:nvPr/>
        </p:nvSpPr>
        <p:spPr>
          <a:xfrm xmlns:a="http://schemas.openxmlformats.org/drawingml/2006/main">
            <a:off x="34704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2" name="g1087">
            <a:extLst xmlns:a="http://schemas.openxmlformats.org/drawingml/2006/main">
              <a:ext uri="{FF2B5EF4-FFF2-40B4-BE49-F238E27FC236}">
                <a16:creationId xmlns:a16="http://schemas.microsoft.com/office/drawing/2014/main" id="{717BB8BE-8C21-40DF-8782-053093159C16}"/>
              </a:ext>
            </a:extLst>
          </p:cNvPr>
          <p:cNvSpPr>
            <a:spLocks xmlns:a="http://schemas.openxmlformats.org/drawingml/2006/main" noGrp="1"/>
          </p:cNvSpPr>
          <p:nvPr/>
        </p:nvSpPr>
        <p:spPr>
          <a:xfrm xmlns:a="http://schemas.openxmlformats.org/drawingml/2006/main">
            <a:off x="34228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3" name="g1088">
            <a:extLst xmlns:a="http://schemas.openxmlformats.org/drawingml/2006/main">
              <a:ext uri="{FF2B5EF4-FFF2-40B4-BE49-F238E27FC236}">
                <a16:creationId xmlns:a16="http://schemas.microsoft.com/office/drawing/2014/main" id="{2A3C0AE7-61ED-4389-A32E-38AB98F7A432}"/>
              </a:ext>
            </a:extLst>
          </p:cNvPr>
          <p:cNvSpPr>
            <a:spLocks xmlns:a="http://schemas.openxmlformats.org/drawingml/2006/main" noGrp="1"/>
          </p:cNvSpPr>
          <p:nvPr/>
        </p:nvSpPr>
        <p:spPr>
          <a:xfrm xmlns:a="http://schemas.openxmlformats.org/drawingml/2006/main">
            <a:off x="33751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4" name="g1089">
            <a:extLst xmlns:a="http://schemas.openxmlformats.org/drawingml/2006/main">
              <a:ext uri="{FF2B5EF4-FFF2-40B4-BE49-F238E27FC236}">
                <a16:creationId xmlns:a16="http://schemas.microsoft.com/office/drawing/2014/main" id="{23A5DF2B-6769-4E22-ACF9-9C2D5D145B2E}"/>
              </a:ext>
            </a:extLst>
          </p:cNvPr>
          <p:cNvSpPr>
            <a:spLocks xmlns:a="http://schemas.openxmlformats.org/drawingml/2006/main" noGrp="1"/>
          </p:cNvSpPr>
          <p:nvPr/>
        </p:nvSpPr>
        <p:spPr>
          <a:xfrm xmlns:a="http://schemas.openxmlformats.org/drawingml/2006/main">
            <a:off x="33275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5" name="g1090">
            <a:extLst xmlns:a="http://schemas.openxmlformats.org/drawingml/2006/main">
              <a:ext uri="{FF2B5EF4-FFF2-40B4-BE49-F238E27FC236}">
                <a16:creationId xmlns:a16="http://schemas.microsoft.com/office/drawing/2014/main" id="{C285FDFB-B8D5-4EC7-B736-B0E04C179FD9}"/>
              </a:ext>
            </a:extLst>
          </p:cNvPr>
          <p:cNvSpPr>
            <a:spLocks xmlns:a="http://schemas.openxmlformats.org/drawingml/2006/main" noGrp="1"/>
          </p:cNvSpPr>
          <p:nvPr/>
        </p:nvSpPr>
        <p:spPr>
          <a:xfrm xmlns:a="http://schemas.openxmlformats.org/drawingml/2006/main">
            <a:off x="32799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6" name="g1091">
            <a:extLst xmlns:a="http://schemas.openxmlformats.org/drawingml/2006/main">
              <a:ext uri="{FF2B5EF4-FFF2-40B4-BE49-F238E27FC236}">
                <a16:creationId xmlns:a16="http://schemas.microsoft.com/office/drawing/2014/main" id="{58C0597E-0260-46E0-B179-0B6C73045658}"/>
              </a:ext>
            </a:extLst>
          </p:cNvPr>
          <p:cNvSpPr>
            <a:spLocks xmlns:a="http://schemas.openxmlformats.org/drawingml/2006/main" noGrp="1"/>
          </p:cNvSpPr>
          <p:nvPr/>
        </p:nvSpPr>
        <p:spPr>
          <a:xfrm xmlns:a="http://schemas.openxmlformats.org/drawingml/2006/main">
            <a:off x="32323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7" name="g1092">
            <a:extLst xmlns:a="http://schemas.openxmlformats.org/drawingml/2006/main">
              <a:ext uri="{FF2B5EF4-FFF2-40B4-BE49-F238E27FC236}">
                <a16:creationId xmlns:a16="http://schemas.microsoft.com/office/drawing/2014/main" id="{87089705-DE9A-4921-A545-90F809CB91FB}"/>
              </a:ext>
            </a:extLst>
          </p:cNvPr>
          <p:cNvSpPr>
            <a:spLocks xmlns:a="http://schemas.openxmlformats.org/drawingml/2006/main" noGrp="1"/>
          </p:cNvSpPr>
          <p:nvPr/>
        </p:nvSpPr>
        <p:spPr>
          <a:xfrm xmlns:a="http://schemas.openxmlformats.org/drawingml/2006/main">
            <a:off x="31846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8" name="g1093">
            <a:extLst xmlns:a="http://schemas.openxmlformats.org/drawingml/2006/main">
              <a:ext uri="{FF2B5EF4-FFF2-40B4-BE49-F238E27FC236}">
                <a16:creationId xmlns:a16="http://schemas.microsoft.com/office/drawing/2014/main" id="{5FA5E1F5-45AC-4F9F-BE64-78363BA173CE}"/>
              </a:ext>
            </a:extLst>
          </p:cNvPr>
          <p:cNvSpPr>
            <a:spLocks xmlns:a="http://schemas.openxmlformats.org/drawingml/2006/main" noGrp="1"/>
          </p:cNvSpPr>
          <p:nvPr/>
        </p:nvSpPr>
        <p:spPr>
          <a:xfrm xmlns:a="http://schemas.openxmlformats.org/drawingml/2006/main">
            <a:off x="31370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09" name="g1094">
            <a:extLst xmlns:a="http://schemas.openxmlformats.org/drawingml/2006/main">
              <a:ext uri="{FF2B5EF4-FFF2-40B4-BE49-F238E27FC236}">
                <a16:creationId xmlns:a16="http://schemas.microsoft.com/office/drawing/2014/main" id="{D32A73A4-C1B4-4404-BFF0-F297545183A9}"/>
              </a:ext>
            </a:extLst>
          </p:cNvPr>
          <p:cNvSpPr>
            <a:spLocks xmlns:a="http://schemas.openxmlformats.org/drawingml/2006/main" noGrp="1"/>
          </p:cNvSpPr>
          <p:nvPr/>
        </p:nvSpPr>
        <p:spPr>
          <a:xfrm xmlns:a="http://schemas.openxmlformats.org/drawingml/2006/main">
            <a:off x="30894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0" name="g1095">
            <a:extLst xmlns:a="http://schemas.openxmlformats.org/drawingml/2006/main">
              <a:ext uri="{FF2B5EF4-FFF2-40B4-BE49-F238E27FC236}">
                <a16:creationId xmlns:a16="http://schemas.microsoft.com/office/drawing/2014/main" id="{6590F5A3-31F3-4096-8659-D6B0CCC9B8F6}"/>
              </a:ext>
            </a:extLst>
          </p:cNvPr>
          <p:cNvSpPr>
            <a:spLocks xmlns:a="http://schemas.openxmlformats.org/drawingml/2006/main" noGrp="1"/>
          </p:cNvSpPr>
          <p:nvPr/>
        </p:nvSpPr>
        <p:spPr>
          <a:xfrm xmlns:a="http://schemas.openxmlformats.org/drawingml/2006/main">
            <a:off x="30418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1" name="g1096">
            <a:extLst xmlns:a="http://schemas.openxmlformats.org/drawingml/2006/main">
              <a:ext uri="{FF2B5EF4-FFF2-40B4-BE49-F238E27FC236}">
                <a16:creationId xmlns:a16="http://schemas.microsoft.com/office/drawing/2014/main" id="{4900A188-C1E9-42CF-9CFE-7338C6E0A17E}"/>
              </a:ext>
            </a:extLst>
          </p:cNvPr>
          <p:cNvSpPr>
            <a:spLocks xmlns:a="http://schemas.openxmlformats.org/drawingml/2006/main" noGrp="1"/>
          </p:cNvSpPr>
          <p:nvPr/>
        </p:nvSpPr>
        <p:spPr>
          <a:xfrm xmlns:a="http://schemas.openxmlformats.org/drawingml/2006/main">
            <a:off x="29941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2" name="g1097">
            <a:extLst xmlns:a="http://schemas.openxmlformats.org/drawingml/2006/main">
              <a:ext uri="{FF2B5EF4-FFF2-40B4-BE49-F238E27FC236}">
                <a16:creationId xmlns:a16="http://schemas.microsoft.com/office/drawing/2014/main" id="{73375B26-5FC6-402F-88DE-BF204AF0337A}"/>
              </a:ext>
            </a:extLst>
          </p:cNvPr>
          <p:cNvSpPr>
            <a:spLocks xmlns:a="http://schemas.openxmlformats.org/drawingml/2006/main" noGrp="1"/>
          </p:cNvSpPr>
          <p:nvPr/>
        </p:nvSpPr>
        <p:spPr>
          <a:xfrm xmlns:a="http://schemas.openxmlformats.org/drawingml/2006/main">
            <a:off x="29465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3" name="g1098">
            <a:extLst xmlns:a="http://schemas.openxmlformats.org/drawingml/2006/main">
              <a:ext uri="{FF2B5EF4-FFF2-40B4-BE49-F238E27FC236}">
                <a16:creationId xmlns:a16="http://schemas.microsoft.com/office/drawing/2014/main" id="{3C61F4B3-D06A-4FFC-BB09-D56AB98F2278}"/>
              </a:ext>
            </a:extLst>
          </p:cNvPr>
          <p:cNvSpPr>
            <a:spLocks xmlns:a="http://schemas.openxmlformats.org/drawingml/2006/main" noGrp="1"/>
          </p:cNvSpPr>
          <p:nvPr/>
        </p:nvSpPr>
        <p:spPr>
          <a:xfrm xmlns:a="http://schemas.openxmlformats.org/drawingml/2006/main">
            <a:off x="28989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4" name="g1099">
            <a:extLst xmlns:a="http://schemas.openxmlformats.org/drawingml/2006/main">
              <a:ext uri="{FF2B5EF4-FFF2-40B4-BE49-F238E27FC236}">
                <a16:creationId xmlns:a16="http://schemas.microsoft.com/office/drawing/2014/main" id="{26DFC464-3948-48CF-8378-3CC134667EE0}"/>
              </a:ext>
            </a:extLst>
          </p:cNvPr>
          <p:cNvSpPr>
            <a:spLocks xmlns:a="http://schemas.openxmlformats.org/drawingml/2006/main" noGrp="1"/>
          </p:cNvSpPr>
          <p:nvPr/>
        </p:nvSpPr>
        <p:spPr>
          <a:xfrm xmlns:a="http://schemas.openxmlformats.org/drawingml/2006/main">
            <a:off x="28513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5" name="g1100">
            <a:extLst xmlns:a="http://schemas.openxmlformats.org/drawingml/2006/main">
              <a:ext uri="{FF2B5EF4-FFF2-40B4-BE49-F238E27FC236}">
                <a16:creationId xmlns:a16="http://schemas.microsoft.com/office/drawing/2014/main" id="{25F60E2D-6C09-451E-BACE-FB7581D1AB1A}"/>
              </a:ext>
            </a:extLst>
          </p:cNvPr>
          <p:cNvSpPr>
            <a:spLocks xmlns:a="http://schemas.openxmlformats.org/drawingml/2006/main" noGrp="1"/>
          </p:cNvSpPr>
          <p:nvPr/>
        </p:nvSpPr>
        <p:spPr>
          <a:xfrm xmlns:a="http://schemas.openxmlformats.org/drawingml/2006/main">
            <a:off x="28036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6" name="g1101">
            <a:extLst xmlns:a="http://schemas.openxmlformats.org/drawingml/2006/main">
              <a:ext uri="{FF2B5EF4-FFF2-40B4-BE49-F238E27FC236}">
                <a16:creationId xmlns:a16="http://schemas.microsoft.com/office/drawing/2014/main" id="{B6C79F99-4A1D-45A3-B01B-E4F18B5AC03B}"/>
              </a:ext>
            </a:extLst>
          </p:cNvPr>
          <p:cNvSpPr>
            <a:spLocks xmlns:a="http://schemas.openxmlformats.org/drawingml/2006/main" noGrp="1"/>
          </p:cNvSpPr>
          <p:nvPr/>
        </p:nvSpPr>
        <p:spPr>
          <a:xfrm xmlns:a="http://schemas.openxmlformats.org/drawingml/2006/main">
            <a:off x="27560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7" name="g1102">
            <a:extLst xmlns:a="http://schemas.openxmlformats.org/drawingml/2006/main">
              <a:ext uri="{FF2B5EF4-FFF2-40B4-BE49-F238E27FC236}">
                <a16:creationId xmlns:a16="http://schemas.microsoft.com/office/drawing/2014/main" id="{93048879-B0E6-4985-A3D7-CCAFD35B5634}"/>
              </a:ext>
            </a:extLst>
          </p:cNvPr>
          <p:cNvSpPr>
            <a:spLocks xmlns:a="http://schemas.openxmlformats.org/drawingml/2006/main" noGrp="1"/>
          </p:cNvSpPr>
          <p:nvPr/>
        </p:nvSpPr>
        <p:spPr>
          <a:xfrm xmlns:a="http://schemas.openxmlformats.org/drawingml/2006/main">
            <a:off x="27084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8" name="g1103">
            <a:extLst xmlns:a="http://schemas.openxmlformats.org/drawingml/2006/main">
              <a:ext uri="{FF2B5EF4-FFF2-40B4-BE49-F238E27FC236}">
                <a16:creationId xmlns:a16="http://schemas.microsoft.com/office/drawing/2014/main" id="{0EA450BB-E378-4698-B47D-CF52E38EF1EB}"/>
              </a:ext>
            </a:extLst>
          </p:cNvPr>
          <p:cNvSpPr>
            <a:spLocks xmlns:a="http://schemas.openxmlformats.org/drawingml/2006/main" noGrp="1"/>
          </p:cNvSpPr>
          <p:nvPr/>
        </p:nvSpPr>
        <p:spPr>
          <a:xfrm xmlns:a="http://schemas.openxmlformats.org/drawingml/2006/main">
            <a:off x="26608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19" name="g1104">
            <a:extLst xmlns:a="http://schemas.openxmlformats.org/drawingml/2006/main">
              <a:ext uri="{FF2B5EF4-FFF2-40B4-BE49-F238E27FC236}">
                <a16:creationId xmlns:a16="http://schemas.microsoft.com/office/drawing/2014/main" id="{8DE786B2-C407-41CC-9EE4-BFB750A000B4}"/>
              </a:ext>
            </a:extLst>
          </p:cNvPr>
          <p:cNvSpPr>
            <a:spLocks xmlns:a="http://schemas.openxmlformats.org/drawingml/2006/main" noGrp="1"/>
          </p:cNvSpPr>
          <p:nvPr/>
        </p:nvSpPr>
        <p:spPr>
          <a:xfrm xmlns:a="http://schemas.openxmlformats.org/drawingml/2006/main">
            <a:off x="26131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0" name="g1105">
            <a:extLst xmlns:a="http://schemas.openxmlformats.org/drawingml/2006/main">
              <a:ext uri="{FF2B5EF4-FFF2-40B4-BE49-F238E27FC236}">
                <a16:creationId xmlns:a16="http://schemas.microsoft.com/office/drawing/2014/main" id="{9FFB9B12-970C-4407-A5FD-F93B57295183}"/>
              </a:ext>
            </a:extLst>
          </p:cNvPr>
          <p:cNvSpPr>
            <a:spLocks xmlns:a="http://schemas.openxmlformats.org/drawingml/2006/main" noGrp="1"/>
          </p:cNvSpPr>
          <p:nvPr/>
        </p:nvSpPr>
        <p:spPr>
          <a:xfrm xmlns:a="http://schemas.openxmlformats.org/drawingml/2006/main">
            <a:off x="25655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1" name="g1106">
            <a:extLst xmlns:a="http://schemas.openxmlformats.org/drawingml/2006/main">
              <a:ext uri="{FF2B5EF4-FFF2-40B4-BE49-F238E27FC236}">
                <a16:creationId xmlns:a16="http://schemas.microsoft.com/office/drawing/2014/main" id="{2AE438AA-8615-4C33-A090-6682A9FA91EB}"/>
              </a:ext>
            </a:extLst>
          </p:cNvPr>
          <p:cNvSpPr>
            <a:spLocks xmlns:a="http://schemas.openxmlformats.org/drawingml/2006/main" noGrp="1"/>
          </p:cNvSpPr>
          <p:nvPr/>
        </p:nvSpPr>
        <p:spPr>
          <a:xfrm xmlns:a="http://schemas.openxmlformats.org/drawingml/2006/main">
            <a:off x="25179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2" name="g1107">
            <a:extLst xmlns:a="http://schemas.openxmlformats.org/drawingml/2006/main">
              <a:ext uri="{FF2B5EF4-FFF2-40B4-BE49-F238E27FC236}">
                <a16:creationId xmlns:a16="http://schemas.microsoft.com/office/drawing/2014/main" id="{B9CBC399-C00E-466F-B7DC-BA0A67A251CD}"/>
              </a:ext>
            </a:extLst>
          </p:cNvPr>
          <p:cNvSpPr>
            <a:spLocks xmlns:a="http://schemas.openxmlformats.org/drawingml/2006/main" noGrp="1"/>
          </p:cNvSpPr>
          <p:nvPr/>
        </p:nvSpPr>
        <p:spPr>
          <a:xfrm xmlns:a="http://schemas.openxmlformats.org/drawingml/2006/main">
            <a:off x="24703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3" name="g1108">
            <a:extLst xmlns:a="http://schemas.openxmlformats.org/drawingml/2006/main">
              <a:ext uri="{FF2B5EF4-FFF2-40B4-BE49-F238E27FC236}">
                <a16:creationId xmlns:a16="http://schemas.microsoft.com/office/drawing/2014/main" id="{72B8C978-27C6-41BA-85E2-6178D7AA6E4D}"/>
              </a:ext>
            </a:extLst>
          </p:cNvPr>
          <p:cNvSpPr>
            <a:spLocks xmlns:a="http://schemas.openxmlformats.org/drawingml/2006/main" noGrp="1"/>
          </p:cNvSpPr>
          <p:nvPr/>
        </p:nvSpPr>
        <p:spPr>
          <a:xfrm xmlns:a="http://schemas.openxmlformats.org/drawingml/2006/main">
            <a:off x="24226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4" name="g1109">
            <a:extLst xmlns:a="http://schemas.openxmlformats.org/drawingml/2006/main">
              <a:ext uri="{FF2B5EF4-FFF2-40B4-BE49-F238E27FC236}">
                <a16:creationId xmlns:a16="http://schemas.microsoft.com/office/drawing/2014/main" id="{48D77DDA-92B0-4736-8787-039B2469624A}"/>
              </a:ext>
            </a:extLst>
          </p:cNvPr>
          <p:cNvSpPr>
            <a:spLocks xmlns:a="http://schemas.openxmlformats.org/drawingml/2006/main" noGrp="1"/>
          </p:cNvSpPr>
          <p:nvPr/>
        </p:nvSpPr>
        <p:spPr>
          <a:xfrm xmlns:a="http://schemas.openxmlformats.org/drawingml/2006/main">
            <a:off x="23750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5" name="g1110">
            <a:extLst xmlns:a="http://schemas.openxmlformats.org/drawingml/2006/main">
              <a:ext uri="{FF2B5EF4-FFF2-40B4-BE49-F238E27FC236}">
                <a16:creationId xmlns:a16="http://schemas.microsoft.com/office/drawing/2014/main" id="{4146FCF6-DDFF-4E30-A208-5BA75748A3FA}"/>
              </a:ext>
            </a:extLst>
          </p:cNvPr>
          <p:cNvSpPr>
            <a:spLocks xmlns:a="http://schemas.openxmlformats.org/drawingml/2006/main" noGrp="1"/>
          </p:cNvSpPr>
          <p:nvPr/>
        </p:nvSpPr>
        <p:spPr>
          <a:xfrm xmlns:a="http://schemas.openxmlformats.org/drawingml/2006/main">
            <a:off x="23274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6" name="g1111">
            <a:extLst xmlns:a="http://schemas.openxmlformats.org/drawingml/2006/main">
              <a:ext uri="{FF2B5EF4-FFF2-40B4-BE49-F238E27FC236}">
                <a16:creationId xmlns:a16="http://schemas.microsoft.com/office/drawing/2014/main" id="{9B7AE1BB-CB73-4AAD-BE52-266551F86562}"/>
              </a:ext>
            </a:extLst>
          </p:cNvPr>
          <p:cNvSpPr>
            <a:spLocks xmlns:a="http://schemas.openxmlformats.org/drawingml/2006/main" noGrp="1"/>
          </p:cNvSpPr>
          <p:nvPr/>
        </p:nvSpPr>
        <p:spPr>
          <a:xfrm xmlns:a="http://schemas.openxmlformats.org/drawingml/2006/main">
            <a:off x="22798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7" name="g1112">
            <a:extLst xmlns:a="http://schemas.openxmlformats.org/drawingml/2006/main">
              <a:ext uri="{FF2B5EF4-FFF2-40B4-BE49-F238E27FC236}">
                <a16:creationId xmlns:a16="http://schemas.microsoft.com/office/drawing/2014/main" id="{59531A5E-3AC2-4318-AB33-94356981BC49}"/>
              </a:ext>
            </a:extLst>
          </p:cNvPr>
          <p:cNvSpPr>
            <a:spLocks xmlns:a="http://schemas.openxmlformats.org/drawingml/2006/main" noGrp="1"/>
          </p:cNvSpPr>
          <p:nvPr/>
        </p:nvSpPr>
        <p:spPr>
          <a:xfrm xmlns:a="http://schemas.openxmlformats.org/drawingml/2006/main">
            <a:off x="22321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8" name="g1113">
            <a:extLst xmlns:a="http://schemas.openxmlformats.org/drawingml/2006/main">
              <a:ext uri="{FF2B5EF4-FFF2-40B4-BE49-F238E27FC236}">
                <a16:creationId xmlns:a16="http://schemas.microsoft.com/office/drawing/2014/main" id="{9271EF74-6BA3-4833-98B8-EDD86AF4B8D6}"/>
              </a:ext>
            </a:extLst>
          </p:cNvPr>
          <p:cNvSpPr>
            <a:spLocks xmlns:a="http://schemas.openxmlformats.org/drawingml/2006/main" noGrp="1"/>
          </p:cNvSpPr>
          <p:nvPr/>
        </p:nvSpPr>
        <p:spPr>
          <a:xfrm xmlns:a="http://schemas.openxmlformats.org/drawingml/2006/main">
            <a:off x="21845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29" name="g1114">
            <a:extLst xmlns:a="http://schemas.openxmlformats.org/drawingml/2006/main">
              <a:ext uri="{FF2B5EF4-FFF2-40B4-BE49-F238E27FC236}">
                <a16:creationId xmlns:a16="http://schemas.microsoft.com/office/drawing/2014/main" id="{0C161F04-11A7-43E2-8371-EAF67B6F286A}"/>
              </a:ext>
            </a:extLst>
          </p:cNvPr>
          <p:cNvSpPr>
            <a:spLocks xmlns:a="http://schemas.openxmlformats.org/drawingml/2006/main" noGrp="1"/>
          </p:cNvSpPr>
          <p:nvPr/>
        </p:nvSpPr>
        <p:spPr>
          <a:xfrm xmlns:a="http://schemas.openxmlformats.org/drawingml/2006/main">
            <a:off x="21369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0" name="g1115">
            <a:extLst xmlns:a="http://schemas.openxmlformats.org/drawingml/2006/main">
              <a:ext uri="{FF2B5EF4-FFF2-40B4-BE49-F238E27FC236}">
                <a16:creationId xmlns:a16="http://schemas.microsoft.com/office/drawing/2014/main" id="{697D591C-0063-404E-AAD7-31785D2FA15A}"/>
              </a:ext>
            </a:extLst>
          </p:cNvPr>
          <p:cNvSpPr>
            <a:spLocks xmlns:a="http://schemas.openxmlformats.org/drawingml/2006/main" noGrp="1"/>
          </p:cNvSpPr>
          <p:nvPr/>
        </p:nvSpPr>
        <p:spPr>
          <a:xfrm xmlns:a="http://schemas.openxmlformats.org/drawingml/2006/main">
            <a:off x="20893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1" name="g1116">
            <a:extLst xmlns:a="http://schemas.openxmlformats.org/drawingml/2006/main">
              <a:ext uri="{FF2B5EF4-FFF2-40B4-BE49-F238E27FC236}">
                <a16:creationId xmlns:a16="http://schemas.microsoft.com/office/drawing/2014/main" id="{62832319-A253-4488-862C-0E1FC14F4542}"/>
              </a:ext>
            </a:extLst>
          </p:cNvPr>
          <p:cNvSpPr>
            <a:spLocks xmlns:a="http://schemas.openxmlformats.org/drawingml/2006/main" noGrp="1"/>
          </p:cNvSpPr>
          <p:nvPr/>
        </p:nvSpPr>
        <p:spPr>
          <a:xfrm xmlns:a="http://schemas.openxmlformats.org/drawingml/2006/main">
            <a:off x="20416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2" name="g1117">
            <a:extLst xmlns:a="http://schemas.openxmlformats.org/drawingml/2006/main">
              <a:ext uri="{FF2B5EF4-FFF2-40B4-BE49-F238E27FC236}">
                <a16:creationId xmlns:a16="http://schemas.microsoft.com/office/drawing/2014/main" id="{BA64C369-90EA-492A-94BB-4B986A38A6DC}"/>
              </a:ext>
            </a:extLst>
          </p:cNvPr>
          <p:cNvSpPr>
            <a:spLocks xmlns:a="http://schemas.openxmlformats.org/drawingml/2006/main" noGrp="1"/>
          </p:cNvSpPr>
          <p:nvPr/>
        </p:nvSpPr>
        <p:spPr>
          <a:xfrm xmlns:a="http://schemas.openxmlformats.org/drawingml/2006/main">
            <a:off x="19940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3" name="g1118">
            <a:extLst xmlns:a="http://schemas.openxmlformats.org/drawingml/2006/main">
              <a:ext uri="{FF2B5EF4-FFF2-40B4-BE49-F238E27FC236}">
                <a16:creationId xmlns:a16="http://schemas.microsoft.com/office/drawing/2014/main" id="{04FD1B24-414C-49AC-8F39-2F6BB20B1CF0}"/>
              </a:ext>
            </a:extLst>
          </p:cNvPr>
          <p:cNvSpPr>
            <a:spLocks xmlns:a="http://schemas.openxmlformats.org/drawingml/2006/main" noGrp="1"/>
          </p:cNvSpPr>
          <p:nvPr/>
        </p:nvSpPr>
        <p:spPr>
          <a:xfrm xmlns:a="http://schemas.openxmlformats.org/drawingml/2006/main">
            <a:off x="19464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4" name="g1119">
            <a:extLst xmlns:a="http://schemas.openxmlformats.org/drawingml/2006/main">
              <a:ext uri="{FF2B5EF4-FFF2-40B4-BE49-F238E27FC236}">
                <a16:creationId xmlns:a16="http://schemas.microsoft.com/office/drawing/2014/main" id="{26945334-45C1-4206-B8CD-266F5C6BE94A}"/>
              </a:ext>
            </a:extLst>
          </p:cNvPr>
          <p:cNvSpPr>
            <a:spLocks xmlns:a="http://schemas.openxmlformats.org/drawingml/2006/main" noGrp="1"/>
          </p:cNvSpPr>
          <p:nvPr/>
        </p:nvSpPr>
        <p:spPr>
          <a:xfrm xmlns:a="http://schemas.openxmlformats.org/drawingml/2006/main">
            <a:off x="18988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5" name="g1120">
            <a:extLst xmlns:a="http://schemas.openxmlformats.org/drawingml/2006/main">
              <a:ext uri="{FF2B5EF4-FFF2-40B4-BE49-F238E27FC236}">
                <a16:creationId xmlns:a16="http://schemas.microsoft.com/office/drawing/2014/main" id="{9262B886-113B-4B08-883A-2A63632AC4E8}"/>
              </a:ext>
            </a:extLst>
          </p:cNvPr>
          <p:cNvSpPr>
            <a:spLocks xmlns:a="http://schemas.openxmlformats.org/drawingml/2006/main" noGrp="1"/>
          </p:cNvSpPr>
          <p:nvPr/>
        </p:nvSpPr>
        <p:spPr>
          <a:xfrm xmlns:a="http://schemas.openxmlformats.org/drawingml/2006/main">
            <a:off x="18511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6" name="g1121">
            <a:extLst xmlns:a="http://schemas.openxmlformats.org/drawingml/2006/main">
              <a:ext uri="{FF2B5EF4-FFF2-40B4-BE49-F238E27FC236}">
                <a16:creationId xmlns:a16="http://schemas.microsoft.com/office/drawing/2014/main" id="{3513E78F-686C-47A7-985A-00565D54EE0A}"/>
              </a:ext>
            </a:extLst>
          </p:cNvPr>
          <p:cNvSpPr>
            <a:spLocks xmlns:a="http://schemas.openxmlformats.org/drawingml/2006/main" noGrp="1"/>
          </p:cNvSpPr>
          <p:nvPr/>
        </p:nvSpPr>
        <p:spPr>
          <a:xfrm xmlns:a="http://schemas.openxmlformats.org/drawingml/2006/main">
            <a:off x="18035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7" name="g1122">
            <a:extLst xmlns:a="http://schemas.openxmlformats.org/drawingml/2006/main">
              <a:ext uri="{FF2B5EF4-FFF2-40B4-BE49-F238E27FC236}">
                <a16:creationId xmlns:a16="http://schemas.microsoft.com/office/drawing/2014/main" id="{1EEABD04-B5A1-4AB3-85F2-07964130E71A}"/>
              </a:ext>
            </a:extLst>
          </p:cNvPr>
          <p:cNvSpPr>
            <a:spLocks xmlns:a="http://schemas.openxmlformats.org/drawingml/2006/main" noGrp="1"/>
          </p:cNvSpPr>
          <p:nvPr/>
        </p:nvSpPr>
        <p:spPr>
          <a:xfrm xmlns:a="http://schemas.openxmlformats.org/drawingml/2006/main">
            <a:off x="17559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8" name="g1123">
            <a:extLst xmlns:a="http://schemas.openxmlformats.org/drawingml/2006/main">
              <a:ext uri="{FF2B5EF4-FFF2-40B4-BE49-F238E27FC236}">
                <a16:creationId xmlns:a16="http://schemas.microsoft.com/office/drawing/2014/main" id="{AA60ED2B-6FF1-4EAE-AD44-6D47BE61A01B}"/>
              </a:ext>
            </a:extLst>
          </p:cNvPr>
          <p:cNvSpPr>
            <a:spLocks xmlns:a="http://schemas.openxmlformats.org/drawingml/2006/main" noGrp="1"/>
          </p:cNvSpPr>
          <p:nvPr/>
        </p:nvSpPr>
        <p:spPr>
          <a:xfrm xmlns:a="http://schemas.openxmlformats.org/drawingml/2006/main">
            <a:off x="17083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39" name="g1124">
            <a:extLst xmlns:a="http://schemas.openxmlformats.org/drawingml/2006/main">
              <a:ext uri="{FF2B5EF4-FFF2-40B4-BE49-F238E27FC236}">
                <a16:creationId xmlns:a16="http://schemas.microsoft.com/office/drawing/2014/main" id="{3E087FE7-95CF-4509-BAC2-41875FE74BCB}"/>
              </a:ext>
            </a:extLst>
          </p:cNvPr>
          <p:cNvSpPr>
            <a:spLocks xmlns:a="http://schemas.openxmlformats.org/drawingml/2006/main" noGrp="1"/>
          </p:cNvSpPr>
          <p:nvPr/>
        </p:nvSpPr>
        <p:spPr>
          <a:xfrm xmlns:a="http://schemas.openxmlformats.org/drawingml/2006/main">
            <a:off x="16606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740" name="g1125">
            <a:extLst xmlns:a="http://schemas.openxmlformats.org/drawingml/2006/main">
              <a:ext uri="{FF2B5EF4-FFF2-40B4-BE49-F238E27FC236}">
                <a16:creationId xmlns:a16="http://schemas.microsoft.com/office/drawing/2014/main" id="{F00C8588-4FEA-4BDA-AA5A-D328A9FF45E5}"/>
              </a:ext>
            </a:extLst>
          </p:cNvPr>
          <p:cNvSpPr>
            <a:spLocks xmlns:a="http://schemas.openxmlformats.org/drawingml/2006/main" noGrp="1"/>
          </p:cNvSpPr>
          <p:nvPr/>
        </p:nvSpPr>
        <p:spPr>
          <a:xfrm xmlns:a="http://schemas.openxmlformats.org/drawingml/2006/main">
            <a:off x="1638300" y="5600700"/>
            <a:ext cx="3332" cy="953"/>
          </a:xfrm>
          <a:custGeom xmlns:a="http://schemas.openxmlformats.org/drawingml/2006/main">
            <a:pathLst>
              <a:path w="3332" h="953">
                <a:moveTo>
                  <a:pt x="3332" y="0"/>
                </a:moveTo>
                <a:lnTo>
                  <a:pt x="0" y="0"/>
                </a:lnTo>
              </a:path>
            </a:pathLst>
          </a:custGeom>
          <a:noFill xmlns:a="http://schemas.openxmlformats.org/drawingml/2006/main"/>
          <a:ln xmlns:a="http://schemas.openxmlformats.org/drawingml/2006/main" w="6668">
            <a:solidFill>
              <a:srgbClr val="9D9D9D"/>
            </a:solidFill>
          </a:ln>
        </p:spPr>
      </p:sp>
      <p:sp>
        <p:nvSpPr>
          <p:cNvPr id="741" name="g1126">
            <a:extLst xmlns:a="http://schemas.openxmlformats.org/drawingml/2006/main">
              <a:ext uri="{FF2B5EF4-FFF2-40B4-BE49-F238E27FC236}">
                <a16:creationId xmlns:a16="http://schemas.microsoft.com/office/drawing/2014/main" id="{6E587CAD-E5A7-4BC1-AAD2-B2A52AB54BDD}"/>
              </a:ext>
            </a:extLst>
          </p:cNvPr>
          <p:cNvSpPr>
            <a:spLocks xmlns:a="http://schemas.openxmlformats.org/drawingml/2006/main" noGrp="1"/>
          </p:cNvSpPr>
          <p:nvPr/>
        </p:nvSpPr>
        <p:spPr>
          <a:xfrm xmlns:a="http://schemas.openxmlformats.org/drawingml/2006/main">
            <a:off x="1613077" y="5599709"/>
            <a:ext cx="25223" cy="991"/>
          </a:xfrm>
          <a:custGeom xmlns:a="http://schemas.openxmlformats.org/drawingml/2006/main">
            <a:pathLst>
              <a:path w="25223" h="991">
                <a:moveTo>
                  <a:pt x="25223" y="991"/>
                </a:moveTo>
                <a:lnTo>
                  <a:pt x="0" y="0"/>
                </a:lnTo>
              </a:path>
            </a:pathLst>
          </a:custGeom>
          <a:noFill xmlns:a="http://schemas.openxmlformats.org/drawingml/2006/main"/>
          <a:ln xmlns:a="http://schemas.openxmlformats.org/drawingml/2006/main" w="6668">
            <a:solidFill>
              <a:srgbClr val="9D9D9D"/>
            </a:solidFill>
          </a:ln>
        </p:spPr>
      </p:sp>
      <p:sp>
        <p:nvSpPr>
          <p:cNvPr id="742" name="g1127">
            <a:extLst xmlns:a="http://schemas.openxmlformats.org/drawingml/2006/main">
              <a:ext uri="{FF2B5EF4-FFF2-40B4-BE49-F238E27FC236}">
                <a16:creationId xmlns:a16="http://schemas.microsoft.com/office/drawing/2014/main" id="{CC26DE98-6363-4BEA-94D1-1D4877C546D8}"/>
              </a:ext>
            </a:extLst>
          </p:cNvPr>
          <p:cNvSpPr>
            <a:spLocks xmlns:a="http://schemas.openxmlformats.org/drawingml/2006/main" noGrp="1"/>
          </p:cNvSpPr>
          <p:nvPr/>
        </p:nvSpPr>
        <p:spPr>
          <a:xfrm xmlns:a="http://schemas.openxmlformats.org/drawingml/2006/main">
            <a:off x="1581679" y="5596244"/>
            <a:ext cx="12461" cy="1475"/>
          </a:xfrm>
          <a:custGeom xmlns:a="http://schemas.openxmlformats.org/drawingml/2006/main">
            <a:pathLst>
              <a:path w="12461" h="1475">
                <a:moveTo>
                  <a:pt x="12461" y="1475"/>
                </a:moveTo>
                <a:lnTo>
                  <a:pt x="0" y="0"/>
                </a:lnTo>
              </a:path>
            </a:pathLst>
          </a:custGeom>
          <a:noFill xmlns:a="http://schemas.openxmlformats.org/drawingml/2006/main"/>
          <a:ln xmlns:a="http://schemas.openxmlformats.org/drawingml/2006/main" w="6668">
            <a:solidFill>
              <a:srgbClr val="9D9D9D"/>
            </a:solidFill>
          </a:ln>
        </p:spPr>
      </p:sp>
      <p:sp>
        <p:nvSpPr>
          <p:cNvPr id="743" name="g1128">
            <a:extLst xmlns:a="http://schemas.openxmlformats.org/drawingml/2006/main">
              <a:ext uri="{FF2B5EF4-FFF2-40B4-BE49-F238E27FC236}">
                <a16:creationId xmlns:a16="http://schemas.microsoft.com/office/drawing/2014/main" id="{E9B43931-8C0E-44D7-B495-75B2782B6CA9}"/>
              </a:ext>
            </a:extLst>
          </p:cNvPr>
          <p:cNvSpPr>
            <a:spLocks xmlns:a="http://schemas.openxmlformats.org/drawingml/2006/main" noGrp="1"/>
          </p:cNvSpPr>
          <p:nvPr/>
        </p:nvSpPr>
        <p:spPr>
          <a:xfrm xmlns:a="http://schemas.openxmlformats.org/drawingml/2006/main">
            <a:off x="1565959" y="5593117"/>
            <a:ext cx="15719" cy="3127"/>
          </a:xfrm>
          <a:custGeom xmlns:a="http://schemas.openxmlformats.org/drawingml/2006/main">
            <a:pathLst>
              <a:path w="15719" h="3127">
                <a:moveTo>
                  <a:pt x="15719" y="3127"/>
                </a:moveTo>
                <a:lnTo>
                  <a:pt x="0" y="0"/>
                </a:lnTo>
              </a:path>
            </a:pathLst>
          </a:custGeom>
          <a:noFill xmlns:a="http://schemas.openxmlformats.org/drawingml/2006/main"/>
          <a:ln xmlns:a="http://schemas.openxmlformats.org/drawingml/2006/main" w="6668">
            <a:solidFill>
              <a:srgbClr val="9D9D9D"/>
            </a:solidFill>
          </a:ln>
        </p:spPr>
      </p:sp>
      <p:sp>
        <p:nvSpPr>
          <p:cNvPr id="744" name="g1129">
            <a:extLst xmlns:a="http://schemas.openxmlformats.org/drawingml/2006/main">
              <a:ext uri="{FF2B5EF4-FFF2-40B4-BE49-F238E27FC236}">
                <a16:creationId xmlns:a16="http://schemas.microsoft.com/office/drawing/2014/main" id="{0848FC01-6DAB-415E-9DD0-E1EAFE1B4203}"/>
              </a:ext>
            </a:extLst>
          </p:cNvPr>
          <p:cNvSpPr>
            <a:spLocks xmlns:a="http://schemas.openxmlformats.org/drawingml/2006/main" noGrp="1"/>
          </p:cNvSpPr>
          <p:nvPr/>
        </p:nvSpPr>
        <p:spPr>
          <a:xfrm xmlns:a="http://schemas.openxmlformats.org/drawingml/2006/main">
            <a:off x="1526451" y="5582985"/>
            <a:ext cx="20946" cy="5907"/>
          </a:xfrm>
          <a:custGeom xmlns:a="http://schemas.openxmlformats.org/drawingml/2006/main">
            <a:pathLst>
              <a:path w="20946" h="5907">
                <a:moveTo>
                  <a:pt x="20946" y="5907"/>
                </a:moveTo>
                <a:lnTo>
                  <a:pt x="0" y="0"/>
                </a:lnTo>
              </a:path>
            </a:pathLst>
          </a:custGeom>
          <a:noFill xmlns:a="http://schemas.openxmlformats.org/drawingml/2006/main"/>
          <a:ln xmlns:a="http://schemas.openxmlformats.org/drawingml/2006/main" w="6668">
            <a:solidFill>
              <a:srgbClr val="9D9D9D"/>
            </a:solidFill>
          </a:ln>
        </p:spPr>
      </p:sp>
      <p:sp>
        <p:nvSpPr>
          <p:cNvPr id="745" name="g1130">
            <a:extLst xmlns:a="http://schemas.openxmlformats.org/drawingml/2006/main">
              <a:ext uri="{FF2B5EF4-FFF2-40B4-BE49-F238E27FC236}">
                <a16:creationId xmlns:a16="http://schemas.microsoft.com/office/drawing/2014/main" id="{064AF217-1B62-417F-8665-F974DC263255}"/>
              </a:ext>
            </a:extLst>
          </p:cNvPr>
          <p:cNvSpPr>
            <a:spLocks xmlns:a="http://schemas.openxmlformats.org/drawingml/2006/main" noGrp="1"/>
          </p:cNvSpPr>
          <p:nvPr/>
        </p:nvSpPr>
        <p:spPr>
          <a:xfrm xmlns:a="http://schemas.openxmlformats.org/drawingml/2006/main">
            <a:off x="1520060" y="5580627"/>
            <a:ext cx="6391" cy="2358"/>
          </a:xfrm>
          <a:custGeom xmlns:a="http://schemas.openxmlformats.org/drawingml/2006/main">
            <a:pathLst>
              <a:path w="6391" h="2358">
                <a:moveTo>
                  <a:pt x="6391" y="2358"/>
                </a:moveTo>
                <a:lnTo>
                  <a:pt x="0" y="0"/>
                </a:lnTo>
              </a:path>
            </a:pathLst>
          </a:custGeom>
          <a:noFill xmlns:a="http://schemas.openxmlformats.org/drawingml/2006/main"/>
          <a:ln xmlns:a="http://schemas.openxmlformats.org/drawingml/2006/main" w="6668">
            <a:solidFill>
              <a:srgbClr val="9D9D9D"/>
            </a:solidFill>
          </a:ln>
        </p:spPr>
      </p:sp>
      <p:sp>
        <p:nvSpPr>
          <p:cNvPr id="746" name="g1131">
            <a:extLst xmlns:a="http://schemas.openxmlformats.org/drawingml/2006/main">
              <a:ext uri="{FF2B5EF4-FFF2-40B4-BE49-F238E27FC236}">
                <a16:creationId xmlns:a16="http://schemas.microsoft.com/office/drawing/2014/main" id="{A1FC8E95-1BA1-4FE0-9022-57DF47BC3D7A}"/>
              </a:ext>
            </a:extLst>
          </p:cNvPr>
          <p:cNvSpPr>
            <a:spLocks xmlns:a="http://schemas.openxmlformats.org/drawingml/2006/main" noGrp="1"/>
          </p:cNvSpPr>
          <p:nvPr/>
        </p:nvSpPr>
        <p:spPr>
          <a:xfrm xmlns:a="http://schemas.openxmlformats.org/drawingml/2006/main">
            <a:off x="1499788" y="5573148"/>
            <a:ext cx="2400" cy="953"/>
          </a:xfrm>
          <a:custGeom xmlns:a="http://schemas.openxmlformats.org/drawingml/2006/main">
            <a:pathLst>
              <a:path w="2400" h="953">
                <a:moveTo>
                  <a:pt x="2400" y="885"/>
                </a:moveTo>
                <a:lnTo>
                  <a:pt x="0" y="0"/>
                </a:lnTo>
              </a:path>
            </a:pathLst>
          </a:custGeom>
          <a:noFill xmlns:a="http://schemas.openxmlformats.org/drawingml/2006/main"/>
          <a:ln xmlns:a="http://schemas.openxmlformats.org/drawingml/2006/main" w="6668">
            <a:solidFill>
              <a:srgbClr val="9D9D9D"/>
            </a:solidFill>
          </a:ln>
        </p:spPr>
      </p:sp>
      <p:sp>
        <p:nvSpPr>
          <p:cNvPr id="747" name="g1132">
            <a:extLst xmlns:a="http://schemas.openxmlformats.org/drawingml/2006/main">
              <a:ext uri="{FF2B5EF4-FFF2-40B4-BE49-F238E27FC236}">
                <a16:creationId xmlns:a16="http://schemas.microsoft.com/office/drawing/2014/main" id="{881ADF95-CA60-45C9-91BC-5BF4478C9704}"/>
              </a:ext>
            </a:extLst>
          </p:cNvPr>
          <p:cNvSpPr>
            <a:spLocks xmlns:a="http://schemas.openxmlformats.org/drawingml/2006/main" noGrp="1"/>
          </p:cNvSpPr>
          <p:nvPr/>
        </p:nvSpPr>
        <p:spPr>
          <a:xfrm xmlns:a="http://schemas.openxmlformats.org/drawingml/2006/main">
            <a:off x="1476161" y="5562256"/>
            <a:ext cx="23627" cy="10892"/>
          </a:xfrm>
          <a:custGeom xmlns:a="http://schemas.openxmlformats.org/drawingml/2006/main">
            <a:pathLst>
              <a:path w="23627" h="10892">
                <a:moveTo>
                  <a:pt x="23627" y="10892"/>
                </a:moveTo>
                <a:lnTo>
                  <a:pt x="0" y="0"/>
                </a:lnTo>
              </a:path>
            </a:pathLst>
          </a:custGeom>
          <a:noFill xmlns:a="http://schemas.openxmlformats.org/drawingml/2006/main"/>
          <a:ln xmlns:a="http://schemas.openxmlformats.org/drawingml/2006/main" w="6668">
            <a:solidFill>
              <a:srgbClr val="9D9D9D"/>
            </a:solidFill>
          </a:ln>
        </p:spPr>
      </p:sp>
      <p:sp>
        <p:nvSpPr>
          <p:cNvPr id="748" name="g1133">
            <a:extLst xmlns:a="http://schemas.openxmlformats.org/drawingml/2006/main">
              <a:ext uri="{FF2B5EF4-FFF2-40B4-BE49-F238E27FC236}">
                <a16:creationId xmlns:a16="http://schemas.microsoft.com/office/drawing/2014/main" id="{D5D1B520-F476-4B86-B48B-139ACEAAA6EF}"/>
              </a:ext>
            </a:extLst>
          </p:cNvPr>
          <p:cNvSpPr>
            <a:spLocks xmlns:a="http://schemas.openxmlformats.org/drawingml/2006/main" noGrp="1"/>
          </p:cNvSpPr>
          <p:nvPr/>
        </p:nvSpPr>
        <p:spPr>
          <a:xfrm xmlns:a="http://schemas.openxmlformats.org/drawingml/2006/main">
            <a:off x="1449182" y="5547363"/>
            <a:ext cx="10272" cy="5753"/>
          </a:xfrm>
          <a:custGeom xmlns:a="http://schemas.openxmlformats.org/drawingml/2006/main">
            <a:pathLst>
              <a:path w="10272" h="5753">
                <a:moveTo>
                  <a:pt x="10272" y="5753"/>
                </a:moveTo>
                <a:lnTo>
                  <a:pt x="0" y="0"/>
                </a:lnTo>
              </a:path>
            </a:pathLst>
          </a:custGeom>
          <a:noFill xmlns:a="http://schemas.openxmlformats.org/drawingml/2006/main"/>
          <a:ln xmlns:a="http://schemas.openxmlformats.org/drawingml/2006/main" w="6668">
            <a:solidFill>
              <a:srgbClr val="9D9D9D"/>
            </a:solidFill>
          </a:ln>
        </p:spPr>
      </p:sp>
      <p:sp>
        <p:nvSpPr>
          <p:cNvPr id="749" name="g1134">
            <a:extLst xmlns:a="http://schemas.openxmlformats.org/drawingml/2006/main">
              <a:ext uri="{FF2B5EF4-FFF2-40B4-BE49-F238E27FC236}">
                <a16:creationId xmlns:a16="http://schemas.microsoft.com/office/drawing/2014/main" id="{F4793E04-ECE6-4307-87D2-69BBE10A4F23}"/>
              </a:ext>
            </a:extLst>
          </p:cNvPr>
          <p:cNvSpPr>
            <a:spLocks xmlns:a="http://schemas.openxmlformats.org/drawingml/2006/main" noGrp="1"/>
          </p:cNvSpPr>
          <p:nvPr/>
        </p:nvSpPr>
        <p:spPr>
          <a:xfrm xmlns:a="http://schemas.openxmlformats.org/drawingml/2006/main">
            <a:off x="1435212" y="5538029"/>
            <a:ext cx="13970" cy="9334"/>
          </a:xfrm>
          <a:custGeom xmlns:a="http://schemas.openxmlformats.org/drawingml/2006/main">
            <a:pathLst>
              <a:path w="13970" h="9334">
                <a:moveTo>
                  <a:pt x="13970" y="9334"/>
                </a:moveTo>
                <a:lnTo>
                  <a:pt x="0" y="0"/>
                </a:lnTo>
              </a:path>
            </a:pathLst>
          </a:custGeom>
          <a:noFill xmlns:a="http://schemas.openxmlformats.org/drawingml/2006/main"/>
          <a:ln xmlns:a="http://schemas.openxmlformats.org/drawingml/2006/main" w="6668">
            <a:solidFill>
              <a:srgbClr val="9D9D9D"/>
            </a:solidFill>
          </a:ln>
        </p:spPr>
      </p:sp>
      <p:sp>
        <p:nvSpPr>
          <p:cNvPr id="750" name="g1135">
            <a:extLst xmlns:a="http://schemas.openxmlformats.org/drawingml/2006/main">
              <a:ext uri="{FF2B5EF4-FFF2-40B4-BE49-F238E27FC236}">
                <a16:creationId xmlns:a16="http://schemas.microsoft.com/office/drawing/2014/main" id="{73910EFF-25D2-4CC9-915A-CA96CA626C41}"/>
              </a:ext>
            </a:extLst>
          </p:cNvPr>
          <p:cNvSpPr>
            <a:spLocks xmlns:a="http://schemas.openxmlformats.org/drawingml/2006/main" noGrp="1"/>
          </p:cNvSpPr>
          <p:nvPr/>
        </p:nvSpPr>
        <p:spPr>
          <a:xfrm xmlns:a="http://schemas.openxmlformats.org/drawingml/2006/main">
            <a:off x="1403232" y="5513979"/>
            <a:ext cx="16483" cy="12994"/>
          </a:xfrm>
          <a:custGeom xmlns:a="http://schemas.openxmlformats.org/drawingml/2006/main">
            <a:pathLst>
              <a:path w="16483" h="12994">
                <a:moveTo>
                  <a:pt x="16483" y="12994"/>
                </a:moveTo>
                <a:lnTo>
                  <a:pt x="0" y="0"/>
                </a:lnTo>
              </a:path>
            </a:pathLst>
          </a:custGeom>
          <a:noFill xmlns:a="http://schemas.openxmlformats.org/drawingml/2006/main"/>
          <a:ln xmlns:a="http://schemas.openxmlformats.org/drawingml/2006/main" w="6668">
            <a:solidFill>
              <a:srgbClr val="9D9D9D"/>
            </a:solidFill>
          </a:ln>
        </p:spPr>
      </p:sp>
      <p:sp>
        <p:nvSpPr>
          <p:cNvPr id="751" name="g1136">
            <a:extLst xmlns:a="http://schemas.openxmlformats.org/drawingml/2006/main">
              <a:ext uri="{FF2B5EF4-FFF2-40B4-BE49-F238E27FC236}">
                <a16:creationId xmlns:a16="http://schemas.microsoft.com/office/drawing/2014/main" id="{525A588E-CB62-44F5-A430-0A465691B3E2}"/>
              </a:ext>
            </a:extLst>
          </p:cNvPr>
          <p:cNvSpPr>
            <a:spLocks xmlns:a="http://schemas.openxmlformats.org/drawingml/2006/main" noGrp="1"/>
          </p:cNvSpPr>
          <p:nvPr/>
        </p:nvSpPr>
        <p:spPr>
          <a:xfrm xmlns:a="http://schemas.openxmlformats.org/drawingml/2006/main">
            <a:off x="1397662" y="5508829"/>
            <a:ext cx="5571" cy="5149"/>
          </a:xfrm>
          <a:custGeom xmlns:a="http://schemas.openxmlformats.org/drawingml/2006/main">
            <a:pathLst>
              <a:path w="5571" h="5149">
                <a:moveTo>
                  <a:pt x="5571" y="5149"/>
                </a:moveTo>
                <a:lnTo>
                  <a:pt x="0" y="0"/>
                </a:lnTo>
              </a:path>
            </a:pathLst>
          </a:custGeom>
          <a:noFill xmlns:a="http://schemas.openxmlformats.org/drawingml/2006/main"/>
          <a:ln xmlns:a="http://schemas.openxmlformats.org/drawingml/2006/main" w="6668">
            <a:solidFill>
              <a:srgbClr val="9D9D9D"/>
            </a:solidFill>
          </a:ln>
        </p:spPr>
      </p:sp>
      <p:sp>
        <p:nvSpPr>
          <p:cNvPr id="752" name="g1137">
            <a:extLst xmlns:a="http://schemas.openxmlformats.org/drawingml/2006/main">
              <a:ext uri="{FF2B5EF4-FFF2-40B4-BE49-F238E27FC236}">
                <a16:creationId xmlns:a16="http://schemas.microsoft.com/office/drawing/2014/main" id="{922D968C-4523-45C3-B8A6-C70B5E42AFE1}"/>
              </a:ext>
            </a:extLst>
          </p:cNvPr>
          <p:cNvSpPr>
            <a:spLocks xmlns:a="http://schemas.openxmlformats.org/drawingml/2006/main" noGrp="1"/>
          </p:cNvSpPr>
          <p:nvPr/>
        </p:nvSpPr>
        <p:spPr>
          <a:xfrm xmlns:a="http://schemas.openxmlformats.org/drawingml/2006/main">
            <a:off x="1382363" y="5494687"/>
            <a:ext cx="1310" cy="1211"/>
          </a:xfrm>
          <a:custGeom xmlns:a="http://schemas.openxmlformats.org/drawingml/2006/main">
            <a:pathLst>
              <a:path w="1310" h="1211">
                <a:moveTo>
                  <a:pt x="1310" y="1211"/>
                </a:moveTo>
                <a:lnTo>
                  <a:pt x="0" y="0"/>
                </a:lnTo>
              </a:path>
            </a:pathLst>
          </a:custGeom>
          <a:noFill xmlns:a="http://schemas.openxmlformats.org/drawingml/2006/main"/>
          <a:ln xmlns:a="http://schemas.openxmlformats.org/drawingml/2006/main" w="6668">
            <a:solidFill>
              <a:srgbClr val="9D9D9D"/>
            </a:solidFill>
          </a:ln>
        </p:spPr>
      </p:sp>
      <p:sp>
        <p:nvSpPr>
          <p:cNvPr id="753" name="g1138">
            <a:extLst xmlns:a="http://schemas.openxmlformats.org/drawingml/2006/main">
              <a:ext uri="{FF2B5EF4-FFF2-40B4-BE49-F238E27FC236}">
                <a16:creationId xmlns:a16="http://schemas.microsoft.com/office/drawing/2014/main" id="{828D48FD-D617-401A-B355-F5D8A9F3736E}"/>
              </a:ext>
            </a:extLst>
          </p:cNvPr>
          <p:cNvSpPr>
            <a:spLocks xmlns:a="http://schemas.openxmlformats.org/drawingml/2006/main" noGrp="1"/>
          </p:cNvSpPr>
          <p:nvPr/>
        </p:nvSpPr>
        <p:spPr>
          <a:xfrm xmlns:a="http://schemas.openxmlformats.org/drawingml/2006/main">
            <a:off x="1364177" y="5475014"/>
            <a:ext cx="18186" cy="19673"/>
          </a:xfrm>
          <a:custGeom xmlns:a="http://schemas.openxmlformats.org/drawingml/2006/main">
            <a:pathLst>
              <a:path w="18186" h="19673">
                <a:moveTo>
                  <a:pt x="18186" y="19673"/>
                </a:moveTo>
                <a:lnTo>
                  <a:pt x="0" y="0"/>
                </a:lnTo>
              </a:path>
            </a:pathLst>
          </a:custGeom>
          <a:noFill xmlns:a="http://schemas.openxmlformats.org/drawingml/2006/main"/>
          <a:ln xmlns:a="http://schemas.openxmlformats.org/drawingml/2006/main" w="6668">
            <a:solidFill>
              <a:srgbClr val="9D9D9D"/>
            </a:solidFill>
          </a:ln>
        </p:spPr>
      </p:sp>
      <p:sp>
        <p:nvSpPr>
          <p:cNvPr id="754" name="g1139">
            <a:extLst xmlns:a="http://schemas.openxmlformats.org/drawingml/2006/main">
              <a:ext uri="{FF2B5EF4-FFF2-40B4-BE49-F238E27FC236}">
                <a16:creationId xmlns:a16="http://schemas.microsoft.com/office/drawing/2014/main" id="{2DB54A8C-000E-4A3D-8E8E-AF333878B463}"/>
              </a:ext>
            </a:extLst>
          </p:cNvPr>
          <p:cNvSpPr>
            <a:spLocks xmlns:a="http://schemas.openxmlformats.org/drawingml/2006/main" noGrp="1"/>
          </p:cNvSpPr>
          <p:nvPr/>
        </p:nvSpPr>
        <p:spPr>
          <a:xfrm xmlns:a="http://schemas.openxmlformats.org/drawingml/2006/main">
            <a:off x="1345476" y="5451499"/>
            <a:ext cx="6810" cy="8638"/>
          </a:xfrm>
          <a:custGeom xmlns:a="http://schemas.openxmlformats.org/drawingml/2006/main">
            <a:pathLst>
              <a:path w="6810" h="8638">
                <a:moveTo>
                  <a:pt x="6810" y="8638"/>
                </a:moveTo>
                <a:lnTo>
                  <a:pt x="0" y="0"/>
                </a:lnTo>
              </a:path>
            </a:pathLst>
          </a:custGeom>
          <a:noFill xmlns:a="http://schemas.openxmlformats.org/drawingml/2006/main"/>
          <a:ln xmlns:a="http://schemas.openxmlformats.org/drawingml/2006/main" w="6668">
            <a:solidFill>
              <a:srgbClr val="9D9D9D"/>
            </a:solidFill>
          </a:ln>
        </p:spPr>
      </p:sp>
      <p:sp>
        <p:nvSpPr>
          <p:cNvPr id="755" name="g1140">
            <a:extLst xmlns:a="http://schemas.openxmlformats.org/drawingml/2006/main">
              <a:ext uri="{FF2B5EF4-FFF2-40B4-BE49-F238E27FC236}">
                <a16:creationId xmlns:a16="http://schemas.microsoft.com/office/drawing/2014/main" id="{63DEAF86-03D5-43A3-864C-4935EEC8B1FD}"/>
              </a:ext>
            </a:extLst>
          </p:cNvPr>
          <p:cNvSpPr>
            <a:spLocks xmlns:a="http://schemas.openxmlformats.org/drawingml/2006/main" noGrp="1"/>
          </p:cNvSpPr>
          <p:nvPr/>
        </p:nvSpPr>
        <p:spPr>
          <a:xfrm xmlns:a="http://schemas.openxmlformats.org/drawingml/2006/main">
            <a:off x="1335712" y="5436885"/>
            <a:ext cx="9764" cy="14614"/>
          </a:xfrm>
          <a:custGeom xmlns:a="http://schemas.openxmlformats.org/drawingml/2006/main">
            <a:pathLst>
              <a:path w="9764" h="14614">
                <a:moveTo>
                  <a:pt x="9764" y="14614"/>
                </a:moveTo>
                <a:lnTo>
                  <a:pt x="0" y="0"/>
                </a:lnTo>
              </a:path>
            </a:pathLst>
          </a:custGeom>
          <a:noFill xmlns:a="http://schemas.openxmlformats.org/drawingml/2006/main"/>
          <a:ln xmlns:a="http://schemas.openxmlformats.org/drawingml/2006/main" w="6668">
            <a:solidFill>
              <a:srgbClr val="9D9D9D"/>
            </a:solidFill>
          </a:ln>
        </p:spPr>
      </p:sp>
      <p:sp>
        <p:nvSpPr>
          <p:cNvPr id="756" name="g1141">
            <a:extLst xmlns:a="http://schemas.openxmlformats.org/drawingml/2006/main">
              <a:ext uri="{FF2B5EF4-FFF2-40B4-BE49-F238E27FC236}">
                <a16:creationId xmlns:a16="http://schemas.microsoft.com/office/drawing/2014/main" id="{497AFD35-08D8-4CA4-BAE5-BCD1E5E1F396}"/>
              </a:ext>
            </a:extLst>
          </p:cNvPr>
          <p:cNvSpPr>
            <a:spLocks xmlns:a="http://schemas.openxmlformats.org/drawingml/2006/main" noGrp="1"/>
          </p:cNvSpPr>
          <p:nvPr/>
        </p:nvSpPr>
        <p:spPr>
          <a:xfrm xmlns:a="http://schemas.openxmlformats.org/drawingml/2006/main">
            <a:off x="1315800" y="5403072"/>
            <a:ext cx="9877" cy="17637"/>
          </a:xfrm>
          <a:custGeom xmlns:a="http://schemas.openxmlformats.org/drawingml/2006/main">
            <a:pathLst>
              <a:path w="9877" h="17637">
                <a:moveTo>
                  <a:pt x="9877" y="17637"/>
                </a:moveTo>
                <a:lnTo>
                  <a:pt x="0" y="0"/>
                </a:lnTo>
              </a:path>
            </a:pathLst>
          </a:custGeom>
          <a:noFill xmlns:a="http://schemas.openxmlformats.org/drawingml/2006/main"/>
          <a:ln xmlns:a="http://schemas.openxmlformats.org/drawingml/2006/main" w="6668">
            <a:solidFill>
              <a:srgbClr val="9D9D9D"/>
            </a:solidFill>
          </a:ln>
        </p:spPr>
      </p:sp>
      <p:sp>
        <p:nvSpPr>
          <p:cNvPr id="757" name="g1142">
            <a:extLst xmlns:a="http://schemas.openxmlformats.org/drawingml/2006/main">
              <a:ext uri="{FF2B5EF4-FFF2-40B4-BE49-F238E27FC236}">
                <a16:creationId xmlns:a16="http://schemas.microsoft.com/office/drawing/2014/main" id="{6C9924CB-1D15-4102-9C34-206AD56C4045}"/>
              </a:ext>
            </a:extLst>
          </p:cNvPr>
          <p:cNvSpPr>
            <a:spLocks xmlns:a="http://schemas.openxmlformats.org/drawingml/2006/main" noGrp="1"/>
          </p:cNvSpPr>
          <p:nvPr/>
        </p:nvSpPr>
        <p:spPr>
          <a:xfrm xmlns:a="http://schemas.openxmlformats.org/drawingml/2006/main">
            <a:off x="1312300" y="5395480"/>
            <a:ext cx="3500" cy="7592"/>
          </a:xfrm>
          <a:custGeom xmlns:a="http://schemas.openxmlformats.org/drawingml/2006/main">
            <a:pathLst>
              <a:path w="3500" h="7592">
                <a:moveTo>
                  <a:pt x="3500" y="7592"/>
                </a:moveTo>
                <a:lnTo>
                  <a:pt x="0" y="0"/>
                </a:lnTo>
              </a:path>
            </a:pathLst>
          </a:custGeom>
          <a:noFill xmlns:a="http://schemas.openxmlformats.org/drawingml/2006/main"/>
          <a:ln xmlns:a="http://schemas.openxmlformats.org/drawingml/2006/main" w="6668">
            <a:solidFill>
              <a:srgbClr val="9D9D9D"/>
            </a:solidFill>
          </a:ln>
        </p:spPr>
      </p:sp>
      <p:sp>
        <p:nvSpPr>
          <p:cNvPr id="758" name="g1143">
            <a:extLst xmlns:a="http://schemas.openxmlformats.org/drawingml/2006/main">
              <a:ext uri="{FF2B5EF4-FFF2-40B4-BE49-F238E27FC236}">
                <a16:creationId xmlns:a16="http://schemas.microsoft.com/office/drawing/2014/main" id="{ED31D397-D925-4160-9B90-1BD843416398}"/>
              </a:ext>
            </a:extLst>
          </p:cNvPr>
          <p:cNvSpPr>
            <a:spLocks xmlns:a="http://schemas.openxmlformats.org/drawingml/2006/main" noGrp="1"/>
          </p:cNvSpPr>
          <p:nvPr/>
        </p:nvSpPr>
        <p:spPr>
          <a:xfrm xmlns:a="http://schemas.openxmlformats.org/drawingml/2006/main">
            <a:off x="1303902" y="5377262"/>
            <a:ext cx="953" cy="953"/>
          </a:xfrm>
          <a:custGeom xmlns:a="http://schemas.openxmlformats.org/drawingml/2006/main">
            <a:pathLst>
              <a:path w="953" h="953">
                <a:moveTo>
                  <a:pt x="423" y="917"/>
                </a:moveTo>
                <a:lnTo>
                  <a:pt x="0" y="0"/>
                </a:lnTo>
              </a:path>
            </a:pathLst>
          </a:custGeom>
          <a:noFill xmlns:a="http://schemas.openxmlformats.org/drawingml/2006/main"/>
          <a:ln xmlns:a="http://schemas.openxmlformats.org/drawingml/2006/main" w="6668">
            <a:solidFill>
              <a:srgbClr val="9D9D9D"/>
            </a:solidFill>
          </a:ln>
        </p:spPr>
      </p:sp>
      <p:sp>
        <p:nvSpPr>
          <p:cNvPr id="759" name="g1144">
            <a:extLst xmlns:a="http://schemas.openxmlformats.org/drawingml/2006/main">
              <a:ext uri="{FF2B5EF4-FFF2-40B4-BE49-F238E27FC236}">
                <a16:creationId xmlns:a16="http://schemas.microsoft.com/office/drawing/2014/main" id="{7DEF99BE-2DBD-45BA-B410-0A5E3C653D10}"/>
              </a:ext>
            </a:extLst>
          </p:cNvPr>
          <p:cNvSpPr>
            <a:spLocks xmlns:a="http://schemas.openxmlformats.org/drawingml/2006/main" noGrp="1"/>
          </p:cNvSpPr>
          <p:nvPr/>
        </p:nvSpPr>
        <p:spPr>
          <a:xfrm xmlns:a="http://schemas.openxmlformats.org/drawingml/2006/main">
            <a:off x="1294361" y="5351401"/>
            <a:ext cx="9541" cy="25861"/>
          </a:xfrm>
          <a:custGeom xmlns:a="http://schemas.openxmlformats.org/drawingml/2006/main">
            <a:pathLst>
              <a:path w="9541" h="25861">
                <a:moveTo>
                  <a:pt x="9541" y="25861"/>
                </a:moveTo>
                <a:lnTo>
                  <a:pt x="0" y="0"/>
                </a:lnTo>
              </a:path>
            </a:pathLst>
          </a:custGeom>
          <a:noFill xmlns:a="http://schemas.openxmlformats.org/drawingml/2006/main"/>
          <a:ln xmlns:a="http://schemas.openxmlformats.org/drawingml/2006/main" w="6668">
            <a:solidFill>
              <a:srgbClr val="9D9D9D"/>
            </a:solidFill>
          </a:ln>
        </p:spPr>
      </p:sp>
      <p:sp>
        <p:nvSpPr>
          <p:cNvPr id="760" name="g1145">
            <a:extLst xmlns:a="http://schemas.openxmlformats.org/drawingml/2006/main">
              <a:ext uri="{FF2B5EF4-FFF2-40B4-BE49-F238E27FC236}">
                <a16:creationId xmlns:a16="http://schemas.microsoft.com/office/drawing/2014/main" id="{7DF1BC53-7815-45FC-BE7E-B7037F3C357B}"/>
              </a:ext>
            </a:extLst>
          </p:cNvPr>
          <p:cNvSpPr>
            <a:spLocks xmlns:a="http://schemas.openxmlformats.org/drawingml/2006/main" noGrp="1"/>
          </p:cNvSpPr>
          <p:nvPr/>
        </p:nvSpPr>
        <p:spPr>
          <a:xfrm xmlns:a="http://schemas.openxmlformats.org/drawingml/2006/main">
            <a:off x="1286351" y="5323246"/>
            <a:ext cx="2776" cy="9841"/>
          </a:xfrm>
          <a:custGeom xmlns:a="http://schemas.openxmlformats.org/drawingml/2006/main">
            <a:pathLst>
              <a:path w="2776" h="9841">
                <a:moveTo>
                  <a:pt x="2776" y="9841"/>
                </a:moveTo>
                <a:lnTo>
                  <a:pt x="0" y="0"/>
                </a:lnTo>
              </a:path>
            </a:pathLst>
          </a:custGeom>
          <a:noFill xmlns:a="http://schemas.openxmlformats.org/drawingml/2006/main"/>
          <a:ln xmlns:a="http://schemas.openxmlformats.org/drawingml/2006/main" w="6668">
            <a:solidFill>
              <a:srgbClr val="9D9D9D"/>
            </a:solidFill>
          </a:ln>
        </p:spPr>
      </p:sp>
      <p:sp>
        <p:nvSpPr>
          <p:cNvPr id="761" name="g1146">
            <a:extLst xmlns:a="http://schemas.openxmlformats.org/drawingml/2006/main">
              <a:ext uri="{FF2B5EF4-FFF2-40B4-BE49-F238E27FC236}">
                <a16:creationId xmlns:a16="http://schemas.microsoft.com/office/drawing/2014/main" id="{7B18AEF2-2717-4602-8212-9EE22C22496B}"/>
              </a:ext>
            </a:extLst>
          </p:cNvPr>
          <p:cNvSpPr>
            <a:spLocks xmlns:a="http://schemas.openxmlformats.org/drawingml/2006/main" noGrp="1"/>
          </p:cNvSpPr>
          <p:nvPr/>
        </p:nvSpPr>
        <p:spPr>
          <a:xfrm xmlns:a="http://schemas.openxmlformats.org/drawingml/2006/main">
            <a:off x="1282771" y="5305248"/>
            <a:ext cx="3580" cy="17997"/>
          </a:xfrm>
          <a:custGeom xmlns:a="http://schemas.openxmlformats.org/drawingml/2006/main">
            <a:pathLst>
              <a:path w="3580" h="17997">
                <a:moveTo>
                  <a:pt x="3580" y="17997"/>
                </a:moveTo>
                <a:lnTo>
                  <a:pt x="0" y="0"/>
                </a:lnTo>
              </a:path>
            </a:pathLst>
          </a:custGeom>
          <a:noFill xmlns:a="http://schemas.openxmlformats.org/drawingml/2006/main"/>
          <a:ln xmlns:a="http://schemas.openxmlformats.org/drawingml/2006/main" w="6668">
            <a:solidFill>
              <a:srgbClr val="9D9D9D"/>
            </a:solidFill>
          </a:ln>
        </p:spPr>
      </p:sp>
      <p:sp>
        <p:nvSpPr>
          <p:cNvPr id="762" name="g1147">
            <a:extLst xmlns:a="http://schemas.openxmlformats.org/drawingml/2006/main">
              <a:ext uri="{FF2B5EF4-FFF2-40B4-BE49-F238E27FC236}">
                <a16:creationId xmlns:a16="http://schemas.microsoft.com/office/drawing/2014/main" id="{040F2851-A2F0-41F0-BBF4-59138F6B42CC}"/>
              </a:ext>
            </a:extLst>
          </p:cNvPr>
          <p:cNvSpPr>
            <a:spLocks xmlns:a="http://schemas.openxmlformats.org/drawingml/2006/main" noGrp="1"/>
          </p:cNvSpPr>
          <p:nvPr/>
        </p:nvSpPr>
        <p:spPr>
          <a:xfrm xmlns:a="http://schemas.openxmlformats.org/drawingml/2006/main">
            <a:off x="1277466" y="5267148"/>
            <a:ext cx="2285" cy="19306"/>
          </a:xfrm>
          <a:custGeom xmlns:a="http://schemas.openxmlformats.org/drawingml/2006/main">
            <a:pathLst>
              <a:path w="2285" h="19306">
                <a:moveTo>
                  <a:pt x="2285" y="19306"/>
                </a:moveTo>
                <a:lnTo>
                  <a:pt x="0" y="0"/>
                </a:lnTo>
              </a:path>
            </a:pathLst>
          </a:custGeom>
          <a:noFill xmlns:a="http://schemas.openxmlformats.org/drawingml/2006/main"/>
          <a:ln xmlns:a="http://schemas.openxmlformats.org/drawingml/2006/main" w="6668">
            <a:solidFill>
              <a:srgbClr val="9D9D9D"/>
            </a:solidFill>
          </a:ln>
        </p:spPr>
      </p:sp>
      <p:sp>
        <p:nvSpPr>
          <p:cNvPr id="763" name="g1148">
            <a:extLst xmlns:a="http://schemas.openxmlformats.org/drawingml/2006/main">
              <a:ext uri="{FF2B5EF4-FFF2-40B4-BE49-F238E27FC236}">
                <a16:creationId xmlns:a16="http://schemas.microsoft.com/office/drawing/2014/main" id="{4CA8A1F9-6F69-49C7-83E5-248C16F41AC2}"/>
              </a:ext>
            </a:extLst>
          </p:cNvPr>
          <p:cNvSpPr>
            <a:spLocks xmlns:a="http://schemas.openxmlformats.org/drawingml/2006/main" noGrp="1"/>
          </p:cNvSpPr>
          <p:nvPr/>
        </p:nvSpPr>
        <p:spPr>
          <a:xfrm xmlns:a="http://schemas.openxmlformats.org/drawingml/2006/main">
            <a:off x="1277107" y="5258021"/>
            <a:ext cx="953" cy="9127"/>
          </a:xfrm>
          <a:custGeom xmlns:a="http://schemas.openxmlformats.org/drawingml/2006/main">
            <a:pathLst>
              <a:path w="953" h="9127">
                <a:moveTo>
                  <a:pt x="359" y="9127"/>
                </a:moveTo>
                <a:lnTo>
                  <a:pt x="0" y="0"/>
                </a:lnTo>
              </a:path>
            </a:pathLst>
          </a:custGeom>
          <a:noFill xmlns:a="http://schemas.openxmlformats.org/drawingml/2006/main"/>
          <a:ln xmlns:a="http://schemas.openxmlformats.org/drawingml/2006/main" w="6668">
            <a:solidFill>
              <a:srgbClr val="9D9D9D"/>
            </a:solidFill>
          </a:ln>
        </p:spPr>
      </p:sp>
      <p:sp>
        <p:nvSpPr>
          <p:cNvPr id="764" name="g1149">
            <a:extLst xmlns:a="http://schemas.openxmlformats.org/drawingml/2006/main">
              <a:ext uri="{FF2B5EF4-FFF2-40B4-BE49-F238E27FC236}">
                <a16:creationId xmlns:a16="http://schemas.microsoft.com/office/drawing/2014/main" id="{3C120FCF-E739-4F2C-A2FE-E032D3F8EE13}"/>
              </a:ext>
            </a:extLst>
          </p:cNvPr>
          <p:cNvSpPr>
            <a:spLocks xmlns:a="http://schemas.openxmlformats.org/drawingml/2006/main" noGrp="1"/>
          </p:cNvSpPr>
          <p:nvPr/>
        </p:nvSpPr>
        <p:spPr>
          <a:xfrm xmlns:a="http://schemas.openxmlformats.org/drawingml/2006/main">
            <a:off x="1276350" y="5238750"/>
            <a:ext cx="953" cy="953"/>
          </a:xfrm>
          <a:custGeom xmlns:a="http://schemas.openxmlformats.org/drawingml/2006/main">
            <a:pathLst>
              <a:path w="953" h="953">
                <a:moveTo>
                  <a:pt x="9" y="236"/>
                </a:moveTo>
                <a:lnTo>
                  <a:pt x="0" y="0"/>
                </a:lnTo>
              </a:path>
            </a:pathLst>
          </a:custGeom>
          <a:noFill xmlns:a="http://schemas.openxmlformats.org/drawingml/2006/main"/>
          <a:ln xmlns:a="http://schemas.openxmlformats.org/drawingml/2006/main" w="6668">
            <a:solidFill>
              <a:srgbClr val="9D9D9D"/>
            </a:solidFill>
          </a:ln>
        </p:spPr>
      </p:sp>
      <p:sp>
        <p:nvSpPr>
          <p:cNvPr id="765" name="g1150">
            <a:extLst xmlns:a="http://schemas.openxmlformats.org/drawingml/2006/main">
              <a:ext uri="{FF2B5EF4-FFF2-40B4-BE49-F238E27FC236}">
                <a16:creationId xmlns:a16="http://schemas.microsoft.com/office/drawing/2014/main" id="{EFE809F5-4BC2-41B7-988B-958B9BAE210C}"/>
              </a:ext>
            </a:extLst>
          </p:cNvPr>
          <p:cNvSpPr>
            <a:spLocks xmlns:a="http://schemas.openxmlformats.org/drawingml/2006/main" noGrp="1"/>
          </p:cNvSpPr>
          <p:nvPr/>
        </p:nvSpPr>
        <p:spPr>
          <a:xfrm xmlns:a="http://schemas.openxmlformats.org/drawingml/2006/main">
            <a:off x="1276350" y="5210411"/>
            <a:ext cx="953" cy="28339"/>
          </a:xfrm>
          <a:custGeom xmlns:a="http://schemas.openxmlformats.org/drawingml/2006/main">
            <a:pathLst>
              <a:path w="953" h="28339">
                <a:moveTo>
                  <a:pt x="0" y="28339"/>
                </a:moveTo>
                <a:lnTo>
                  <a:pt x="0" y="0"/>
                </a:lnTo>
              </a:path>
            </a:pathLst>
          </a:custGeom>
          <a:noFill xmlns:a="http://schemas.openxmlformats.org/drawingml/2006/main"/>
          <a:ln xmlns:a="http://schemas.openxmlformats.org/drawingml/2006/main" w="6668">
            <a:solidFill>
              <a:srgbClr val="9D9D9D"/>
            </a:solidFill>
          </a:ln>
        </p:spPr>
      </p:sp>
      <p:sp>
        <p:nvSpPr>
          <p:cNvPr id="766" name="g1151">
            <a:extLst xmlns:a="http://schemas.openxmlformats.org/drawingml/2006/main">
              <a:ext uri="{FF2B5EF4-FFF2-40B4-BE49-F238E27FC236}">
                <a16:creationId xmlns:a16="http://schemas.microsoft.com/office/drawing/2014/main" id="{F73B21AA-50B7-41E7-97B0-18C046468169}"/>
              </a:ext>
            </a:extLst>
          </p:cNvPr>
          <p:cNvSpPr>
            <a:spLocks xmlns:a="http://schemas.openxmlformats.org/drawingml/2006/main" noGrp="1"/>
          </p:cNvSpPr>
          <p:nvPr/>
        </p:nvSpPr>
        <p:spPr>
          <a:xfrm xmlns:a="http://schemas.openxmlformats.org/drawingml/2006/main">
            <a:off x="1276350" y="51627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67" name="g1152">
            <a:extLst xmlns:a="http://schemas.openxmlformats.org/drawingml/2006/main">
              <a:ext uri="{FF2B5EF4-FFF2-40B4-BE49-F238E27FC236}">
                <a16:creationId xmlns:a16="http://schemas.microsoft.com/office/drawing/2014/main" id="{DB89DBA5-A244-4BBC-8F30-388242B17205}"/>
              </a:ext>
            </a:extLst>
          </p:cNvPr>
          <p:cNvSpPr>
            <a:spLocks xmlns:a="http://schemas.openxmlformats.org/drawingml/2006/main" noGrp="1"/>
          </p:cNvSpPr>
          <p:nvPr/>
        </p:nvSpPr>
        <p:spPr>
          <a:xfrm xmlns:a="http://schemas.openxmlformats.org/drawingml/2006/main">
            <a:off x="1276350" y="51151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68" name="g1153">
            <a:extLst xmlns:a="http://schemas.openxmlformats.org/drawingml/2006/main">
              <a:ext uri="{FF2B5EF4-FFF2-40B4-BE49-F238E27FC236}">
                <a16:creationId xmlns:a16="http://schemas.microsoft.com/office/drawing/2014/main" id="{898A4D06-E8C7-4DB2-8C12-F70A6CEE6B30}"/>
              </a:ext>
            </a:extLst>
          </p:cNvPr>
          <p:cNvSpPr>
            <a:spLocks xmlns:a="http://schemas.openxmlformats.org/drawingml/2006/main" noGrp="1"/>
          </p:cNvSpPr>
          <p:nvPr/>
        </p:nvSpPr>
        <p:spPr>
          <a:xfrm xmlns:a="http://schemas.openxmlformats.org/drawingml/2006/main">
            <a:off x="1276350" y="50675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69" name="g1154">
            <a:extLst xmlns:a="http://schemas.openxmlformats.org/drawingml/2006/main">
              <a:ext uri="{FF2B5EF4-FFF2-40B4-BE49-F238E27FC236}">
                <a16:creationId xmlns:a16="http://schemas.microsoft.com/office/drawing/2014/main" id="{59EA1298-4CDE-4CCF-B43B-4CE83B19676F}"/>
              </a:ext>
            </a:extLst>
          </p:cNvPr>
          <p:cNvSpPr>
            <a:spLocks xmlns:a="http://schemas.openxmlformats.org/drawingml/2006/main" noGrp="1"/>
          </p:cNvSpPr>
          <p:nvPr/>
        </p:nvSpPr>
        <p:spPr>
          <a:xfrm xmlns:a="http://schemas.openxmlformats.org/drawingml/2006/main">
            <a:off x="1276350" y="50199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0" name="g1155">
            <a:extLst xmlns:a="http://schemas.openxmlformats.org/drawingml/2006/main">
              <a:ext uri="{FF2B5EF4-FFF2-40B4-BE49-F238E27FC236}">
                <a16:creationId xmlns:a16="http://schemas.microsoft.com/office/drawing/2014/main" id="{199BDD83-4410-41A4-AF02-540087A43AF7}"/>
              </a:ext>
            </a:extLst>
          </p:cNvPr>
          <p:cNvSpPr>
            <a:spLocks xmlns:a="http://schemas.openxmlformats.org/drawingml/2006/main" noGrp="1"/>
          </p:cNvSpPr>
          <p:nvPr/>
        </p:nvSpPr>
        <p:spPr>
          <a:xfrm xmlns:a="http://schemas.openxmlformats.org/drawingml/2006/main">
            <a:off x="1276350" y="49722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1" name="g1156">
            <a:extLst xmlns:a="http://schemas.openxmlformats.org/drawingml/2006/main">
              <a:ext uri="{FF2B5EF4-FFF2-40B4-BE49-F238E27FC236}">
                <a16:creationId xmlns:a16="http://schemas.microsoft.com/office/drawing/2014/main" id="{5192BC67-D4EE-4167-B9B6-791EB1D98AED}"/>
              </a:ext>
            </a:extLst>
          </p:cNvPr>
          <p:cNvSpPr>
            <a:spLocks xmlns:a="http://schemas.openxmlformats.org/drawingml/2006/main" noGrp="1"/>
          </p:cNvSpPr>
          <p:nvPr/>
        </p:nvSpPr>
        <p:spPr>
          <a:xfrm xmlns:a="http://schemas.openxmlformats.org/drawingml/2006/main">
            <a:off x="1276350" y="49246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2" name="g1157">
            <a:extLst xmlns:a="http://schemas.openxmlformats.org/drawingml/2006/main">
              <a:ext uri="{FF2B5EF4-FFF2-40B4-BE49-F238E27FC236}">
                <a16:creationId xmlns:a16="http://schemas.microsoft.com/office/drawing/2014/main" id="{A7C09408-9975-4DEE-B888-026F5E004816}"/>
              </a:ext>
            </a:extLst>
          </p:cNvPr>
          <p:cNvSpPr>
            <a:spLocks xmlns:a="http://schemas.openxmlformats.org/drawingml/2006/main" noGrp="1"/>
          </p:cNvSpPr>
          <p:nvPr/>
        </p:nvSpPr>
        <p:spPr>
          <a:xfrm xmlns:a="http://schemas.openxmlformats.org/drawingml/2006/main">
            <a:off x="1276350" y="48770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3" name="g1158">
            <a:extLst xmlns:a="http://schemas.openxmlformats.org/drawingml/2006/main">
              <a:ext uri="{FF2B5EF4-FFF2-40B4-BE49-F238E27FC236}">
                <a16:creationId xmlns:a16="http://schemas.microsoft.com/office/drawing/2014/main" id="{8E1EE57F-1A88-4B37-8AD8-EEC09BB7A5B4}"/>
              </a:ext>
            </a:extLst>
          </p:cNvPr>
          <p:cNvSpPr>
            <a:spLocks xmlns:a="http://schemas.openxmlformats.org/drawingml/2006/main" noGrp="1"/>
          </p:cNvSpPr>
          <p:nvPr/>
        </p:nvSpPr>
        <p:spPr>
          <a:xfrm xmlns:a="http://schemas.openxmlformats.org/drawingml/2006/main">
            <a:off x="1276350" y="48294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4" name="g1159">
            <a:extLst xmlns:a="http://schemas.openxmlformats.org/drawingml/2006/main">
              <a:ext uri="{FF2B5EF4-FFF2-40B4-BE49-F238E27FC236}">
                <a16:creationId xmlns:a16="http://schemas.microsoft.com/office/drawing/2014/main" id="{4B680D51-DCAB-4F20-B5E6-C6B2FE6E1366}"/>
              </a:ext>
            </a:extLst>
          </p:cNvPr>
          <p:cNvSpPr>
            <a:spLocks xmlns:a="http://schemas.openxmlformats.org/drawingml/2006/main" noGrp="1"/>
          </p:cNvSpPr>
          <p:nvPr/>
        </p:nvSpPr>
        <p:spPr>
          <a:xfrm xmlns:a="http://schemas.openxmlformats.org/drawingml/2006/main">
            <a:off x="1276350" y="47817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5" name="g1160">
            <a:extLst xmlns:a="http://schemas.openxmlformats.org/drawingml/2006/main">
              <a:ext uri="{FF2B5EF4-FFF2-40B4-BE49-F238E27FC236}">
                <a16:creationId xmlns:a16="http://schemas.microsoft.com/office/drawing/2014/main" id="{1CD0F6E1-149B-4A40-8138-A2A7943708F2}"/>
              </a:ext>
            </a:extLst>
          </p:cNvPr>
          <p:cNvSpPr>
            <a:spLocks xmlns:a="http://schemas.openxmlformats.org/drawingml/2006/main" noGrp="1"/>
          </p:cNvSpPr>
          <p:nvPr/>
        </p:nvSpPr>
        <p:spPr>
          <a:xfrm xmlns:a="http://schemas.openxmlformats.org/drawingml/2006/main">
            <a:off x="1276350" y="47341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6" name="g1161">
            <a:extLst xmlns:a="http://schemas.openxmlformats.org/drawingml/2006/main">
              <a:ext uri="{FF2B5EF4-FFF2-40B4-BE49-F238E27FC236}">
                <a16:creationId xmlns:a16="http://schemas.microsoft.com/office/drawing/2014/main" id="{8D2E0EDF-94E2-4F09-9D88-F38E8EEC15DC}"/>
              </a:ext>
            </a:extLst>
          </p:cNvPr>
          <p:cNvSpPr>
            <a:spLocks xmlns:a="http://schemas.openxmlformats.org/drawingml/2006/main" noGrp="1"/>
          </p:cNvSpPr>
          <p:nvPr/>
        </p:nvSpPr>
        <p:spPr>
          <a:xfrm xmlns:a="http://schemas.openxmlformats.org/drawingml/2006/main">
            <a:off x="1276350" y="46865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7" name="g1162">
            <a:extLst xmlns:a="http://schemas.openxmlformats.org/drawingml/2006/main">
              <a:ext uri="{FF2B5EF4-FFF2-40B4-BE49-F238E27FC236}">
                <a16:creationId xmlns:a16="http://schemas.microsoft.com/office/drawing/2014/main" id="{5751DB72-B06F-40A3-9950-A3878F16932F}"/>
              </a:ext>
            </a:extLst>
          </p:cNvPr>
          <p:cNvSpPr>
            <a:spLocks xmlns:a="http://schemas.openxmlformats.org/drawingml/2006/main" noGrp="1"/>
          </p:cNvSpPr>
          <p:nvPr/>
        </p:nvSpPr>
        <p:spPr>
          <a:xfrm xmlns:a="http://schemas.openxmlformats.org/drawingml/2006/main">
            <a:off x="1276350" y="46389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8" name="g1163">
            <a:extLst xmlns:a="http://schemas.openxmlformats.org/drawingml/2006/main">
              <a:ext uri="{FF2B5EF4-FFF2-40B4-BE49-F238E27FC236}">
                <a16:creationId xmlns:a16="http://schemas.microsoft.com/office/drawing/2014/main" id="{72066424-FBB4-41BE-B8E9-5727C06A8BD1}"/>
              </a:ext>
            </a:extLst>
          </p:cNvPr>
          <p:cNvSpPr>
            <a:spLocks xmlns:a="http://schemas.openxmlformats.org/drawingml/2006/main" noGrp="1"/>
          </p:cNvSpPr>
          <p:nvPr/>
        </p:nvSpPr>
        <p:spPr>
          <a:xfrm xmlns:a="http://schemas.openxmlformats.org/drawingml/2006/main">
            <a:off x="1276350" y="45912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79" name="g1164">
            <a:extLst xmlns:a="http://schemas.openxmlformats.org/drawingml/2006/main">
              <a:ext uri="{FF2B5EF4-FFF2-40B4-BE49-F238E27FC236}">
                <a16:creationId xmlns:a16="http://schemas.microsoft.com/office/drawing/2014/main" id="{877393C2-B974-49AE-95BD-4349B83F4394}"/>
              </a:ext>
            </a:extLst>
          </p:cNvPr>
          <p:cNvSpPr>
            <a:spLocks xmlns:a="http://schemas.openxmlformats.org/drawingml/2006/main" noGrp="1"/>
          </p:cNvSpPr>
          <p:nvPr/>
        </p:nvSpPr>
        <p:spPr>
          <a:xfrm xmlns:a="http://schemas.openxmlformats.org/drawingml/2006/main">
            <a:off x="1276350" y="45436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0" name="g1165">
            <a:extLst xmlns:a="http://schemas.openxmlformats.org/drawingml/2006/main">
              <a:ext uri="{FF2B5EF4-FFF2-40B4-BE49-F238E27FC236}">
                <a16:creationId xmlns:a16="http://schemas.microsoft.com/office/drawing/2014/main" id="{EE1B1E89-8600-47A3-B1CC-4CA969E5B483}"/>
              </a:ext>
            </a:extLst>
          </p:cNvPr>
          <p:cNvSpPr>
            <a:spLocks xmlns:a="http://schemas.openxmlformats.org/drawingml/2006/main" noGrp="1"/>
          </p:cNvSpPr>
          <p:nvPr/>
        </p:nvSpPr>
        <p:spPr>
          <a:xfrm xmlns:a="http://schemas.openxmlformats.org/drawingml/2006/main">
            <a:off x="1276350" y="44960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1" name="g1166">
            <a:extLst xmlns:a="http://schemas.openxmlformats.org/drawingml/2006/main">
              <a:ext uri="{FF2B5EF4-FFF2-40B4-BE49-F238E27FC236}">
                <a16:creationId xmlns:a16="http://schemas.microsoft.com/office/drawing/2014/main" id="{FF4589F7-DB40-4FC1-9523-764165E890A7}"/>
              </a:ext>
            </a:extLst>
          </p:cNvPr>
          <p:cNvSpPr>
            <a:spLocks xmlns:a="http://schemas.openxmlformats.org/drawingml/2006/main" noGrp="1"/>
          </p:cNvSpPr>
          <p:nvPr/>
        </p:nvSpPr>
        <p:spPr>
          <a:xfrm xmlns:a="http://schemas.openxmlformats.org/drawingml/2006/main">
            <a:off x="1276350" y="44484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2" name="g1167">
            <a:extLst xmlns:a="http://schemas.openxmlformats.org/drawingml/2006/main">
              <a:ext uri="{FF2B5EF4-FFF2-40B4-BE49-F238E27FC236}">
                <a16:creationId xmlns:a16="http://schemas.microsoft.com/office/drawing/2014/main" id="{0C447885-8F00-4DD3-ACE8-A977A2A73C9B}"/>
              </a:ext>
            </a:extLst>
          </p:cNvPr>
          <p:cNvSpPr>
            <a:spLocks xmlns:a="http://schemas.openxmlformats.org/drawingml/2006/main" noGrp="1"/>
          </p:cNvSpPr>
          <p:nvPr/>
        </p:nvSpPr>
        <p:spPr>
          <a:xfrm xmlns:a="http://schemas.openxmlformats.org/drawingml/2006/main">
            <a:off x="1276350" y="44007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3" name="g1168">
            <a:extLst xmlns:a="http://schemas.openxmlformats.org/drawingml/2006/main">
              <a:ext uri="{FF2B5EF4-FFF2-40B4-BE49-F238E27FC236}">
                <a16:creationId xmlns:a16="http://schemas.microsoft.com/office/drawing/2014/main" id="{FB7CEA57-1A0D-4518-BB04-1B9F2E7F34F6}"/>
              </a:ext>
            </a:extLst>
          </p:cNvPr>
          <p:cNvSpPr>
            <a:spLocks xmlns:a="http://schemas.openxmlformats.org/drawingml/2006/main" noGrp="1"/>
          </p:cNvSpPr>
          <p:nvPr/>
        </p:nvSpPr>
        <p:spPr>
          <a:xfrm xmlns:a="http://schemas.openxmlformats.org/drawingml/2006/main">
            <a:off x="1276350" y="43531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4" name="g1169">
            <a:extLst xmlns:a="http://schemas.openxmlformats.org/drawingml/2006/main">
              <a:ext uri="{FF2B5EF4-FFF2-40B4-BE49-F238E27FC236}">
                <a16:creationId xmlns:a16="http://schemas.microsoft.com/office/drawing/2014/main" id="{0021D7B1-8655-4C0F-8DE8-AD7892A30139}"/>
              </a:ext>
            </a:extLst>
          </p:cNvPr>
          <p:cNvSpPr>
            <a:spLocks xmlns:a="http://schemas.openxmlformats.org/drawingml/2006/main" noGrp="1"/>
          </p:cNvSpPr>
          <p:nvPr/>
        </p:nvSpPr>
        <p:spPr>
          <a:xfrm xmlns:a="http://schemas.openxmlformats.org/drawingml/2006/main">
            <a:off x="1276350" y="43055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5" name="g1170">
            <a:extLst xmlns:a="http://schemas.openxmlformats.org/drawingml/2006/main">
              <a:ext uri="{FF2B5EF4-FFF2-40B4-BE49-F238E27FC236}">
                <a16:creationId xmlns:a16="http://schemas.microsoft.com/office/drawing/2014/main" id="{502ED8BC-5B86-4E2A-B974-0440B5F198B5}"/>
              </a:ext>
            </a:extLst>
          </p:cNvPr>
          <p:cNvSpPr>
            <a:spLocks xmlns:a="http://schemas.openxmlformats.org/drawingml/2006/main" noGrp="1"/>
          </p:cNvSpPr>
          <p:nvPr/>
        </p:nvSpPr>
        <p:spPr>
          <a:xfrm xmlns:a="http://schemas.openxmlformats.org/drawingml/2006/main">
            <a:off x="1276350" y="42579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6" name="g1171">
            <a:extLst xmlns:a="http://schemas.openxmlformats.org/drawingml/2006/main">
              <a:ext uri="{FF2B5EF4-FFF2-40B4-BE49-F238E27FC236}">
                <a16:creationId xmlns:a16="http://schemas.microsoft.com/office/drawing/2014/main" id="{65698DDC-3A65-4598-84B8-9C6FC6E4B614}"/>
              </a:ext>
            </a:extLst>
          </p:cNvPr>
          <p:cNvSpPr>
            <a:spLocks xmlns:a="http://schemas.openxmlformats.org/drawingml/2006/main" noGrp="1"/>
          </p:cNvSpPr>
          <p:nvPr/>
        </p:nvSpPr>
        <p:spPr>
          <a:xfrm xmlns:a="http://schemas.openxmlformats.org/drawingml/2006/main">
            <a:off x="1276350" y="42102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7" name="g1172">
            <a:extLst xmlns:a="http://schemas.openxmlformats.org/drawingml/2006/main">
              <a:ext uri="{FF2B5EF4-FFF2-40B4-BE49-F238E27FC236}">
                <a16:creationId xmlns:a16="http://schemas.microsoft.com/office/drawing/2014/main" id="{7D3FF479-0650-4DA4-9795-808158215668}"/>
              </a:ext>
            </a:extLst>
          </p:cNvPr>
          <p:cNvSpPr>
            <a:spLocks xmlns:a="http://schemas.openxmlformats.org/drawingml/2006/main" noGrp="1"/>
          </p:cNvSpPr>
          <p:nvPr/>
        </p:nvSpPr>
        <p:spPr>
          <a:xfrm xmlns:a="http://schemas.openxmlformats.org/drawingml/2006/main">
            <a:off x="1276350" y="41626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8" name="g1173">
            <a:extLst xmlns:a="http://schemas.openxmlformats.org/drawingml/2006/main">
              <a:ext uri="{FF2B5EF4-FFF2-40B4-BE49-F238E27FC236}">
                <a16:creationId xmlns:a16="http://schemas.microsoft.com/office/drawing/2014/main" id="{256D49AA-BE5F-4F1F-979C-0F5FDBB51534}"/>
              </a:ext>
            </a:extLst>
          </p:cNvPr>
          <p:cNvSpPr>
            <a:spLocks xmlns:a="http://schemas.openxmlformats.org/drawingml/2006/main" noGrp="1"/>
          </p:cNvSpPr>
          <p:nvPr/>
        </p:nvSpPr>
        <p:spPr>
          <a:xfrm xmlns:a="http://schemas.openxmlformats.org/drawingml/2006/main">
            <a:off x="1276350" y="41150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89" name="g1174">
            <a:extLst xmlns:a="http://schemas.openxmlformats.org/drawingml/2006/main">
              <a:ext uri="{FF2B5EF4-FFF2-40B4-BE49-F238E27FC236}">
                <a16:creationId xmlns:a16="http://schemas.microsoft.com/office/drawing/2014/main" id="{9A895C18-CC30-4F43-BC93-C63441B731F6}"/>
              </a:ext>
            </a:extLst>
          </p:cNvPr>
          <p:cNvSpPr>
            <a:spLocks xmlns:a="http://schemas.openxmlformats.org/drawingml/2006/main" noGrp="1"/>
          </p:cNvSpPr>
          <p:nvPr/>
        </p:nvSpPr>
        <p:spPr>
          <a:xfrm xmlns:a="http://schemas.openxmlformats.org/drawingml/2006/main">
            <a:off x="1276350" y="40674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90" name="g1175">
            <a:extLst xmlns:a="http://schemas.openxmlformats.org/drawingml/2006/main">
              <a:ext uri="{FF2B5EF4-FFF2-40B4-BE49-F238E27FC236}">
                <a16:creationId xmlns:a16="http://schemas.microsoft.com/office/drawing/2014/main" id="{DBA86016-C41A-4166-A42B-F7C19D5965EB}"/>
              </a:ext>
            </a:extLst>
          </p:cNvPr>
          <p:cNvSpPr>
            <a:spLocks xmlns:a="http://schemas.openxmlformats.org/drawingml/2006/main" noGrp="1"/>
          </p:cNvSpPr>
          <p:nvPr/>
        </p:nvSpPr>
        <p:spPr>
          <a:xfrm xmlns:a="http://schemas.openxmlformats.org/drawingml/2006/main">
            <a:off x="1276350" y="40197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91" name="g1176">
            <a:extLst xmlns:a="http://schemas.openxmlformats.org/drawingml/2006/main">
              <a:ext uri="{FF2B5EF4-FFF2-40B4-BE49-F238E27FC236}">
                <a16:creationId xmlns:a16="http://schemas.microsoft.com/office/drawing/2014/main" id="{FCFD251F-3397-4D81-A960-1CA4E16B2DDF}"/>
              </a:ext>
            </a:extLst>
          </p:cNvPr>
          <p:cNvSpPr>
            <a:spLocks xmlns:a="http://schemas.openxmlformats.org/drawingml/2006/main" noGrp="1"/>
          </p:cNvSpPr>
          <p:nvPr/>
        </p:nvSpPr>
        <p:spPr>
          <a:xfrm xmlns:a="http://schemas.openxmlformats.org/drawingml/2006/main">
            <a:off x="1276350" y="39721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92" name="g1177">
            <a:extLst xmlns:a="http://schemas.openxmlformats.org/drawingml/2006/main">
              <a:ext uri="{FF2B5EF4-FFF2-40B4-BE49-F238E27FC236}">
                <a16:creationId xmlns:a16="http://schemas.microsoft.com/office/drawing/2014/main" id="{0DAD0508-A83E-40A8-90EC-0777FF906E80}"/>
              </a:ext>
            </a:extLst>
          </p:cNvPr>
          <p:cNvSpPr>
            <a:spLocks xmlns:a="http://schemas.openxmlformats.org/drawingml/2006/main" noGrp="1"/>
          </p:cNvSpPr>
          <p:nvPr/>
        </p:nvSpPr>
        <p:spPr>
          <a:xfrm xmlns:a="http://schemas.openxmlformats.org/drawingml/2006/main">
            <a:off x="1276350" y="39245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93" name="g1178">
            <a:extLst xmlns:a="http://schemas.openxmlformats.org/drawingml/2006/main">
              <a:ext uri="{FF2B5EF4-FFF2-40B4-BE49-F238E27FC236}">
                <a16:creationId xmlns:a16="http://schemas.microsoft.com/office/drawing/2014/main" id="{DBF0AE17-19CB-440F-96E0-552E3ADE4D8C}"/>
              </a:ext>
            </a:extLst>
          </p:cNvPr>
          <p:cNvSpPr>
            <a:spLocks xmlns:a="http://schemas.openxmlformats.org/drawingml/2006/main" noGrp="1"/>
          </p:cNvSpPr>
          <p:nvPr/>
        </p:nvSpPr>
        <p:spPr>
          <a:xfrm xmlns:a="http://schemas.openxmlformats.org/drawingml/2006/main">
            <a:off x="1276350" y="38769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94" name="g1179">
            <a:extLst xmlns:a="http://schemas.openxmlformats.org/drawingml/2006/main">
              <a:ext uri="{FF2B5EF4-FFF2-40B4-BE49-F238E27FC236}">
                <a16:creationId xmlns:a16="http://schemas.microsoft.com/office/drawing/2014/main" id="{CEAD1681-DC52-4FC4-B58F-12FBE8185A57}"/>
              </a:ext>
            </a:extLst>
          </p:cNvPr>
          <p:cNvSpPr>
            <a:spLocks xmlns:a="http://schemas.openxmlformats.org/drawingml/2006/main" noGrp="1"/>
          </p:cNvSpPr>
          <p:nvPr/>
        </p:nvSpPr>
        <p:spPr>
          <a:xfrm xmlns:a="http://schemas.openxmlformats.org/drawingml/2006/main">
            <a:off x="1276350" y="38292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95" name="g1180">
            <a:extLst xmlns:a="http://schemas.openxmlformats.org/drawingml/2006/main">
              <a:ext uri="{FF2B5EF4-FFF2-40B4-BE49-F238E27FC236}">
                <a16:creationId xmlns:a16="http://schemas.microsoft.com/office/drawing/2014/main" id="{9B657BC5-9C27-4B92-9853-A7473AA6CD6F}"/>
              </a:ext>
            </a:extLst>
          </p:cNvPr>
          <p:cNvSpPr>
            <a:spLocks xmlns:a="http://schemas.openxmlformats.org/drawingml/2006/main" noGrp="1"/>
          </p:cNvSpPr>
          <p:nvPr/>
        </p:nvSpPr>
        <p:spPr>
          <a:xfrm xmlns:a="http://schemas.openxmlformats.org/drawingml/2006/main">
            <a:off x="1276350" y="37816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796" name="g1181">
            <a:extLst xmlns:a="http://schemas.openxmlformats.org/drawingml/2006/main">
              <a:ext uri="{FF2B5EF4-FFF2-40B4-BE49-F238E27FC236}">
                <a16:creationId xmlns:a16="http://schemas.microsoft.com/office/drawing/2014/main" id="{D85E41CD-E094-4F99-A4E6-869CC139FE24}"/>
              </a:ext>
            </a:extLst>
          </p:cNvPr>
          <p:cNvSpPr>
            <a:spLocks xmlns:a="http://schemas.openxmlformats.org/drawingml/2006/main" noGrp="1"/>
          </p:cNvSpPr>
          <p:nvPr/>
        </p:nvSpPr>
        <p:spPr>
          <a:xfrm xmlns:a="http://schemas.openxmlformats.org/drawingml/2006/main">
            <a:off x="1276350" y="3743325"/>
            <a:ext cx="953" cy="19286"/>
          </a:xfrm>
          <a:custGeom xmlns:a="http://schemas.openxmlformats.org/drawingml/2006/main">
            <a:pathLst>
              <a:path w="953" h="19286">
                <a:moveTo>
                  <a:pt x="0" y="19286"/>
                </a:moveTo>
                <a:lnTo>
                  <a:pt x="0" y="0"/>
                </a:lnTo>
              </a:path>
            </a:pathLst>
          </a:custGeom>
          <a:noFill xmlns:a="http://schemas.openxmlformats.org/drawingml/2006/main"/>
          <a:ln xmlns:a="http://schemas.openxmlformats.org/drawingml/2006/main" w="6668">
            <a:solidFill>
              <a:srgbClr val="9D9D9D"/>
            </a:solidFill>
          </a:ln>
        </p:spPr>
      </p:sp>
      <p:sp>
        <p:nvSpPr>
          <p:cNvPr id="797" name="g1182">
            <a:extLst xmlns:a="http://schemas.openxmlformats.org/drawingml/2006/main">
              <a:ext uri="{FF2B5EF4-FFF2-40B4-BE49-F238E27FC236}">
                <a16:creationId xmlns:a16="http://schemas.microsoft.com/office/drawing/2014/main" id="{6C629ED9-D679-4D3C-A4EC-2B0FC15AC24E}"/>
              </a:ext>
            </a:extLst>
          </p:cNvPr>
          <p:cNvSpPr>
            <a:spLocks xmlns:a="http://schemas.openxmlformats.org/drawingml/2006/main" noGrp="1"/>
          </p:cNvSpPr>
          <p:nvPr/>
        </p:nvSpPr>
        <p:spPr>
          <a:xfrm xmlns:a="http://schemas.openxmlformats.org/drawingml/2006/main">
            <a:off x="1276350" y="3734043"/>
            <a:ext cx="953" cy="9282"/>
          </a:xfrm>
          <a:custGeom xmlns:a="http://schemas.openxmlformats.org/drawingml/2006/main">
            <a:pathLst>
              <a:path w="953" h="9282">
                <a:moveTo>
                  <a:pt x="0" y="9282"/>
                </a:moveTo>
                <a:lnTo>
                  <a:pt x="365" y="0"/>
                </a:lnTo>
              </a:path>
            </a:pathLst>
          </a:custGeom>
          <a:noFill xmlns:a="http://schemas.openxmlformats.org/drawingml/2006/main"/>
          <a:ln xmlns:a="http://schemas.openxmlformats.org/drawingml/2006/main" w="6668">
            <a:solidFill>
              <a:srgbClr val="9D9D9D"/>
            </a:solidFill>
          </a:ln>
        </p:spPr>
      </p:sp>
      <p:sp>
        <p:nvSpPr>
          <p:cNvPr id="798" name="g1183">
            <a:extLst xmlns:a="http://schemas.openxmlformats.org/drawingml/2006/main">
              <a:ext uri="{FF2B5EF4-FFF2-40B4-BE49-F238E27FC236}">
                <a16:creationId xmlns:a16="http://schemas.microsoft.com/office/drawing/2014/main" id="{FBAA80D7-D534-4136-BE58-ED4A84897BD8}"/>
              </a:ext>
            </a:extLst>
          </p:cNvPr>
          <p:cNvSpPr>
            <a:spLocks xmlns:a="http://schemas.openxmlformats.org/drawingml/2006/main" noGrp="1"/>
          </p:cNvSpPr>
          <p:nvPr/>
        </p:nvSpPr>
        <p:spPr>
          <a:xfrm xmlns:a="http://schemas.openxmlformats.org/drawingml/2006/main">
            <a:off x="1277463" y="3714927"/>
            <a:ext cx="953" cy="953"/>
          </a:xfrm>
          <a:custGeom xmlns:a="http://schemas.openxmlformats.org/drawingml/2006/main">
            <a:pathLst>
              <a:path w="953" h="953">
                <a:moveTo>
                  <a:pt x="0" y="81"/>
                </a:moveTo>
                <a:lnTo>
                  <a:pt x="3" y="0"/>
                </a:lnTo>
              </a:path>
            </a:pathLst>
          </a:custGeom>
          <a:noFill xmlns:a="http://schemas.openxmlformats.org/drawingml/2006/main"/>
          <a:ln xmlns:a="http://schemas.openxmlformats.org/drawingml/2006/main" w="6668">
            <a:solidFill>
              <a:srgbClr val="9D9D9D"/>
            </a:solidFill>
          </a:ln>
        </p:spPr>
      </p:sp>
      <p:sp>
        <p:nvSpPr>
          <p:cNvPr id="799" name="g1184">
            <a:extLst xmlns:a="http://schemas.openxmlformats.org/drawingml/2006/main">
              <a:ext uri="{FF2B5EF4-FFF2-40B4-BE49-F238E27FC236}">
                <a16:creationId xmlns:a16="http://schemas.microsoft.com/office/drawing/2014/main" id="{346E2469-C838-4584-94C0-A49ECADF3510}"/>
              </a:ext>
            </a:extLst>
          </p:cNvPr>
          <p:cNvSpPr>
            <a:spLocks xmlns:a="http://schemas.openxmlformats.org/drawingml/2006/main" noGrp="1"/>
          </p:cNvSpPr>
          <p:nvPr/>
        </p:nvSpPr>
        <p:spPr>
          <a:xfrm xmlns:a="http://schemas.openxmlformats.org/drawingml/2006/main">
            <a:off x="1277466" y="3686704"/>
            <a:ext cx="3340" cy="28223"/>
          </a:xfrm>
          <a:custGeom xmlns:a="http://schemas.openxmlformats.org/drawingml/2006/main">
            <a:pathLst>
              <a:path w="3340" h="28223">
                <a:moveTo>
                  <a:pt x="0" y="28223"/>
                </a:moveTo>
                <a:lnTo>
                  <a:pt x="3340" y="0"/>
                </a:lnTo>
              </a:path>
            </a:pathLst>
          </a:custGeom>
          <a:noFill xmlns:a="http://schemas.openxmlformats.org/drawingml/2006/main"/>
          <a:ln xmlns:a="http://schemas.openxmlformats.org/drawingml/2006/main" w="6668">
            <a:solidFill>
              <a:srgbClr val="9D9D9D"/>
            </a:solidFill>
          </a:ln>
        </p:spPr>
      </p:sp>
      <p:sp>
        <p:nvSpPr>
          <p:cNvPr id="800" name="g1185">
            <a:extLst xmlns:a="http://schemas.openxmlformats.org/drawingml/2006/main">
              <a:ext uri="{FF2B5EF4-FFF2-40B4-BE49-F238E27FC236}">
                <a16:creationId xmlns:a16="http://schemas.microsoft.com/office/drawing/2014/main" id="{83569414-496A-43BD-904C-F350CE33206B}"/>
              </a:ext>
            </a:extLst>
          </p:cNvPr>
          <p:cNvSpPr>
            <a:spLocks xmlns:a="http://schemas.openxmlformats.org/drawingml/2006/main" noGrp="1"/>
          </p:cNvSpPr>
          <p:nvPr/>
        </p:nvSpPr>
        <p:spPr>
          <a:xfrm xmlns:a="http://schemas.openxmlformats.org/drawingml/2006/main">
            <a:off x="1280806" y="3686631"/>
            <a:ext cx="953" cy="953"/>
          </a:xfrm>
          <a:custGeom xmlns:a="http://schemas.openxmlformats.org/drawingml/2006/main">
            <a:pathLst>
              <a:path w="953" h="953">
                <a:moveTo>
                  <a:pt x="0" y="72"/>
                </a:moveTo>
                <a:lnTo>
                  <a:pt x="14" y="0"/>
                </a:lnTo>
              </a:path>
            </a:pathLst>
          </a:custGeom>
          <a:noFill xmlns:a="http://schemas.openxmlformats.org/drawingml/2006/main"/>
          <a:ln xmlns:a="http://schemas.openxmlformats.org/drawingml/2006/main" w="6668">
            <a:solidFill>
              <a:srgbClr val="9D9D9D"/>
            </a:solidFill>
          </a:ln>
        </p:spPr>
      </p:sp>
      <p:sp>
        <p:nvSpPr>
          <p:cNvPr id="801" name="g1186">
            <a:extLst xmlns:a="http://schemas.openxmlformats.org/drawingml/2006/main">
              <a:ext uri="{FF2B5EF4-FFF2-40B4-BE49-F238E27FC236}">
                <a16:creationId xmlns:a16="http://schemas.microsoft.com/office/drawing/2014/main" id="{580BA628-FE42-4415-8EF3-B584CE57B870}"/>
              </a:ext>
            </a:extLst>
          </p:cNvPr>
          <p:cNvSpPr>
            <a:spLocks xmlns:a="http://schemas.openxmlformats.org/drawingml/2006/main" noGrp="1"/>
          </p:cNvSpPr>
          <p:nvPr/>
        </p:nvSpPr>
        <p:spPr>
          <a:xfrm xmlns:a="http://schemas.openxmlformats.org/drawingml/2006/main">
            <a:off x="1284537" y="3658829"/>
            <a:ext cx="1814" cy="9118"/>
          </a:xfrm>
          <a:custGeom xmlns:a="http://schemas.openxmlformats.org/drawingml/2006/main">
            <a:pathLst>
              <a:path w="1814" h="9118">
                <a:moveTo>
                  <a:pt x="0" y="9118"/>
                </a:moveTo>
                <a:lnTo>
                  <a:pt x="1814" y="0"/>
                </a:lnTo>
              </a:path>
            </a:pathLst>
          </a:custGeom>
          <a:noFill xmlns:a="http://schemas.openxmlformats.org/drawingml/2006/main"/>
          <a:ln xmlns:a="http://schemas.openxmlformats.org/drawingml/2006/main" w="6668">
            <a:solidFill>
              <a:srgbClr val="9D9D9D"/>
            </a:solidFill>
          </a:ln>
        </p:spPr>
      </p:sp>
      <p:sp>
        <p:nvSpPr>
          <p:cNvPr id="802" name="g1187">
            <a:extLst xmlns:a="http://schemas.openxmlformats.org/drawingml/2006/main">
              <a:ext uri="{FF2B5EF4-FFF2-40B4-BE49-F238E27FC236}">
                <a16:creationId xmlns:a16="http://schemas.microsoft.com/office/drawing/2014/main" id="{85D2EF3F-6300-4FA4-9DA4-ED8BD08687C3}"/>
              </a:ext>
            </a:extLst>
          </p:cNvPr>
          <p:cNvSpPr>
            <a:spLocks xmlns:a="http://schemas.openxmlformats.org/drawingml/2006/main" noGrp="1"/>
          </p:cNvSpPr>
          <p:nvPr/>
        </p:nvSpPr>
        <p:spPr>
          <a:xfrm xmlns:a="http://schemas.openxmlformats.org/drawingml/2006/main">
            <a:off x="1286351" y="3640275"/>
            <a:ext cx="5233" cy="18555"/>
          </a:xfrm>
          <a:custGeom xmlns:a="http://schemas.openxmlformats.org/drawingml/2006/main">
            <a:pathLst>
              <a:path w="5233" h="18555">
                <a:moveTo>
                  <a:pt x="0" y="18555"/>
                </a:moveTo>
                <a:lnTo>
                  <a:pt x="5233" y="0"/>
                </a:lnTo>
              </a:path>
            </a:pathLst>
          </a:custGeom>
          <a:noFill xmlns:a="http://schemas.openxmlformats.org/drawingml/2006/main"/>
          <a:ln xmlns:a="http://schemas.openxmlformats.org/drawingml/2006/main" w="6668">
            <a:solidFill>
              <a:srgbClr val="9D9D9D"/>
            </a:solidFill>
          </a:ln>
        </p:spPr>
      </p:sp>
      <p:sp>
        <p:nvSpPr>
          <p:cNvPr id="803" name="g1188">
            <a:extLst xmlns:a="http://schemas.openxmlformats.org/drawingml/2006/main">
              <a:ext uri="{FF2B5EF4-FFF2-40B4-BE49-F238E27FC236}">
                <a16:creationId xmlns:a16="http://schemas.microsoft.com/office/drawing/2014/main" id="{F58D1630-7585-4BBA-9A95-077246376B73}"/>
              </a:ext>
            </a:extLst>
          </p:cNvPr>
          <p:cNvSpPr>
            <a:spLocks xmlns:a="http://schemas.openxmlformats.org/drawingml/2006/main" noGrp="1"/>
          </p:cNvSpPr>
          <p:nvPr/>
        </p:nvSpPr>
        <p:spPr>
          <a:xfrm xmlns:a="http://schemas.openxmlformats.org/drawingml/2006/main">
            <a:off x="1297495" y="3604813"/>
            <a:ext cx="6407" cy="17368"/>
          </a:xfrm>
          <a:custGeom xmlns:a="http://schemas.openxmlformats.org/drawingml/2006/main">
            <a:pathLst>
              <a:path w="6407" h="17368">
                <a:moveTo>
                  <a:pt x="0" y="17368"/>
                </a:moveTo>
                <a:lnTo>
                  <a:pt x="6407" y="0"/>
                </a:lnTo>
              </a:path>
            </a:pathLst>
          </a:custGeom>
          <a:noFill xmlns:a="http://schemas.openxmlformats.org/drawingml/2006/main"/>
          <a:ln xmlns:a="http://schemas.openxmlformats.org/drawingml/2006/main" w="6668">
            <a:solidFill>
              <a:srgbClr val="9D9D9D"/>
            </a:solidFill>
          </a:ln>
        </p:spPr>
      </p:sp>
      <p:sp>
        <p:nvSpPr>
          <p:cNvPr id="804" name="g1189">
            <a:extLst xmlns:a="http://schemas.openxmlformats.org/drawingml/2006/main">
              <a:ext uri="{FF2B5EF4-FFF2-40B4-BE49-F238E27FC236}">
                <a16:creationId xmlns:a16="http://schemas.microsoft.com/office/drawing/2014/main" id="{11F374E8-62F8-4C4E-B13A-D5D7307E43B1}"/>
              </a:ext>
            </a:extLst>
          </p:cNvPr>
          <p:cNvSpPr>
            <a:spLocks xmlns:a="http://schemas.openxmlformats.org/drawingml/2006/main" noGrp="1"/>
          </p:cNvSpPr>
          <p:nvPr/>
        </p:nvSpPr>
        <p:spPr>
          <a:xfrm xmlns:a="http://schemas.openxmlformats.org/drawingml/2006/main">
            <a:off x="1303902" y="3595674"/>
            <a:ext cx="4213" cy="9139"/>
          </a:xfrm>
          <a:custGeom xmlns:a="http://schemas.openxmlformats.org/drawingml/2006/main">
            <a:pathLst>
              <a:path w="4213" h="9139">
                <a:moveTo>
                  <a:pt x="0" y="9139"/>
                </a:moveTo>
                <a:lnTo>
                  <a:pt x="4213" y="0"/>
                </a:lnTo>
              </a:path>
            </a:pathLst>
          </a:custGeom>
          <a:noFill xmlns:a="http://schemas.openxmlformats.org/drawingml/2006/main"/>
          <a:ln xmlns:a="http://schemas.openxmlformats.org/drawingml/2006/main" w="6668">
            <a:solidFill>
              <a:srgbClr val="9D9D9D"/>
            </a:solidFill>
          </a:ln>
        </p:spPr>
      </p:sp>
      <p:sp>
        <p:nvSpPr>
          <p:cNvPr id="805" name="g1190">
            <a:extLst xmlns:a="http://schemas.openxmlformats.org/drawingml/2006/main">
              <a:ext uri="{FF2B5EF4-FFF2-40B4-BE49-F238E27FC236}">
                <a16:creationId xmlns:a16="http://schemas.microsoft.com/office/drawing/2014/main" id="{9F2BB4EC-5C6C-4666-8F74-0A33984D3530}"/>
              </a:ext>
            </a:extLst>
          </p:cNvPr>
          <p:cNvSpPr>
            <a:spLocks xmlns:a="http://schemas.openxmlformats.org/drawingml/2006/main" noGrp="1"/>
          </p:cNvSpPr>
          <p:nvPr/>
        </p:nvSpPr>
        <p:spPr>
          <a:xfrm xmlns:a="http://schemas.openxmlformats.org/drawingml/2006/main">
            <a:off x="1316139" y="3554207"/>
            <a:ext cx="13548" cy="24192"/>
          </a:xfrm>
          <a:custGeom xmlns:a="http://schemas.openxmlformats.org/drawingml/2006/main">
            <a:pathLst>
              <a:path w="13548" h="24192">
                <a:moveTo>
                  <a:pt x="0" y="24192"/>
                </a:moveTo>
                <a:lnTo>
                  <a:pt x="13548" y="0"/>
                </a:lnTo>
              </a:path>
            </a:pathLst>
          </a:custGeom>
          <a:noFill xmlns:a="http://schemas.openxmlformats.org/drawingml/2006/main"/>
          <a:ln xmlns:a="http://schemas.openxmlformats.org/drawingml/2006/main" w="6668">
            <a:solidFill>
              <a:srgbClr val="9D9D9D"/>
            </a:solidFill>
          </a:ln>
        </p:spPr>
      </p:sp>
      <p:sp>
        <p:nvSpPr>
          <p:cNvPr id="806" name="g1191">
            <a:extLst xmlns:a="http://schemas.openxmlformats.org/drawingml/2006/main">
              <a:ext uri="{FF2B5EF4-FFF2-40B4-BE49-F238E27FC236}">
                <a16:creationId xmlns:a16="http://schemas.microsoft.com/office/drawing/2014/main" id="{64EA3A21-CFDA-4D77-BC18-478F34065BC0}"/>
              </a:ext>
            </a:extLst>
          </p:cNvPr>
          <p:cNvSpPr>
            <a:spLocks xmlns:a="http://schemas.openxmlformats.org/drawingml/2006/main" noGrp="1"/>
          </p:cNvSpPr>
          <p:nvPr/>
        </p:nvSpPr>
        <p:spPr>
          <a:xfrm xmlns:a="http://schemas.openxmlformats.org/drawingml/2006/main">
            <a:off x="1329687" y="3553502"/>
            <a:ext cx="953" cy="953"/>
          </a:xfrm>
          <a:custGeom xmlns:a="http://schemas.openxmlformats.org/drawingml/2006/main">
            <a:pathLst>
              <a:path w="953" h="953">
                <a:moveTo>
                  <a:pt x="0" y="705"/>
                </a:moveTo>
                <a:lnTo>
                  <a:pt x="471" y="0"/>
                </a:lnTo>
              </a:path>
            </a:pathLst>
          </a:custGeom>
          <a:noFill xmlns:a="http://schemas.openxmlformats.org/drawingml/2006/main"/>
          <a:ln xmlns:a="http://schemas.openxmlformats.org/drawingml/2006/main" w="6668">
            <a:solidFill>
              <a:srgbClr val="9D9D9D"/>
            </a:solidFill>
          </a:ln>
        </p:spPr>
      </p:sp>
      <p:sp>
        <p:nvSpPr>
          <p:cNvPr id="807" name="g1192">
            <a:extLst xmlns:a="http://schemas.openxmlformats.org/drawingml/2006/main">
              <a:ext uri="{FF2B5EF4-FFF2-40B4-BE49-F238E27FC236}">
                <a16:creationId xmlns:a16="http://schemas.microsoft.com/office/drawing/2014/main" id="{D1A1A023-49D1-4DBA-A0CE-10FAAD5D94FB}"/>
              </a:ext>
            </a:extLst>
          </p:cNvPr>
          <p:cNvSpPr>
            <a:spLocks xmlns:a="http://schemas.openxmlformats.org/drawingml/2006/main" noGrp="1"/>
          </p:cNvSpPr>
          <p:nvPr/>
        </p:nvSpPr>
        <p:spPr>
          <a:xfrm xmlns:a="http://schemas.openxmlformats.org/drawingml/2006/main">
            <a:off x="1340742" y="3530576"/>
            <a:ext cx="4735" cy="7086"/>
          </a:xfrm>
          <a:custGeom xmlns:a="http://schemas.openxmlformats.org/drawingml/2006/main">
            <a:pathLst>
              <a:path w="4735" h="7086">
                <a:moveTo>
                  <a:pt x="0" y="7086"/>
                </a:moveTo>
                <a:lnTo>
                  <a:pt x="4735" y="0"/>
                </a:lnTo>
              </a:path>
            </a:pathLst>
          </a:custGeom>
          <a:noFill xmlns:a="http://schemas.openxmlformats.org/drawingml/2006/main"/>
          <a:ln xmlns:a="http://schemas.openxmlformats.org/drawingml/2006/main" w="6668">
            <a:solidFill>
              <a:srgbClr val="9D9D9D"/>
            </a:solidFill>
          </a:ln>
        </p:spPr>
      </p:sp>
      <p:sp>
        <p:nvSpPr>
          <p:cNvPr id="808" name="g1193">
            <a:extLst xmlns:a="http://schemas.openxmlformats.org/drawingml/2006/main">
              <a:ext uri="{FF2B5EF4-FFF2-40B4-BE49-F238E27FC236}">
                <a16:creationId xmlns:a16="http://schemas.microsoft.com/office/drawing/2014/main" id="{D7A92935-DF9C-4A63-A756-2BF1B5B04FA5}"/>
              </a:ext>
            </a:extLst>
          </p:cNvPr>
          <p:cNvSpPr>
            <a:spLocks xmlns:a="http://schemas.openxmlformats.org/drawingml/2006/main" noGrp="1"/>
          </p:cNvSpPr>
          <p:nvPr/>
        </p:nvSpPr>
        <p:spPr>
          <a:xfrm xmlns:a="http://schemas.openxmlformats.org/drawingml/2006/main">
            <a:off x="1345476" y="3514828"/>
            <a:ext cx="12415" cy="15748"/>
          </a:xfrm>
          <a:custGeom xmlns:a="http://schemas.openxmlformats.org/drawingml/2006/main">
            <a:pathLst>
              <a:path w="12415" h="15748">
                <a:moveTo>
                  <a:pt x="0" y="15748"/>
                </a:moveTo>
                <a:lnTo>
                  <a:pt x="12415" y="0"/>
                </a:lnTo>
              </a:path>
            </a:pathLst>
          </a:custGeom>
          <a:noFill xmlns:a="http://schemas.openxmlformats.org/drawingml/2006/main"/>
          <a:ln xmlns:a="http://schemas.openxmlformats.org/drawingml/2006/main" w="6668">
            <a:solidFill>
              <a:srgbClr val="9D9D9D"/>
            </a:solidFill>
          </a:ln>
        </p:spPr>
      </p:sp>
      <p:sp>
        <p:nvSpPr>
          <p:cNvPr id="809" name="g1194">
            <a:extLst xmlns:a="http://schemas.openxmlformats.org/drawingml/2006/main">
              <a:ext uri="{FF2B5EF4-FFF2-40B4-BE49-F238E27FC236}">
                <a16:creationId xmlns:a16="http://schemas.microsoft.com/office/drawing/2014/main" id="{70001FE6-909E-4F30-8A23-E81D92E61B9E}"/>
              </a:ext>
            </a:extLst>
          </p:cNvPr>
          <p:cNvSpPr>
            <a:spLocks xmlns:a="http://schemas.openxmlformats.org/drawingml/2006/main" noGrp="1"/>
          </p:cNvSpPr>
          <p:nvPr/>
        </p:nvSpPr>
        <p:spPr>
          <a:xfrm xmlns:a="http://schemas.openxmlformats.org/drawingml/2006/main">
            <a:off x="1370322" y="3487388"/>
            <a:ext cx="12040" cy="13025"/>
          </a:xfrm>
          <a:custGeom xmlns:a="http://schemas.openxmlformats.org/drawingml/2006/main">
            <a:pathLst>
              <a:path w="12040" h="13025">
                <a:moveTo>
                  <a:pt x="0" y="13025"/>
                </a:moveTo>
                <a:lnTo>
                  <a:pt x="12040" y="0"/>
                </a:lnTo>
              </a:path>
            </a:pathLst>
          </a:custGeom>
          <a:noFill xmlns:a="http://schemas.openxmlformats.org/drawingml/2006/main"/>
          <a:ln xmlns:a="http://schemas.openxmlformats.org/drawingml/2006/main" w="6668">
            <a:solidFill>
              <a:srgbClr val="9D9D9D"/>
            </a:solidFill>
          </a:ln>
        </p:spPr>
      </p:sp>
      <p:sp>
        <p:nvSpPr>
          <p:cNvPr id="810" name="g1195">
            <a:extLst xmlns:a="http://schemas.openxmlformats.org/drawingml/2006/main">
              <a:ext uri="{FF2B5EF4-FFF2-40B4-BE49-F238E27FC236}">
                <a16:creationId xmlns:a16="http://schemas.microsoft.com/office/drawing/2014/main" id="{60DDE103-5FD7-41C3-98BA-DE597573F32E}"/>
              </a:ext>
            </a:extLst>
          </p:cNvPr>
          <p:cNvSpPr>
            <a:spLocks xmlns:a="http://schemas.openxmlformats.org/drawingml/2006/main" noGrp="1"/>
          </p:cNvSpPr>
          <p:nvPr/>
        </p:nvSpPr>
        <p:spPr>
          <a:xfrm xmlns:a="http://schemas.openxmlformats.org/drawingml/2006/main">
            <a:off x="1382363" y="3480031"/>
            <a:ext cx="7958" cy="7356"/>
          </a:xfrm>
          <a:custGeom xmlns:a="http://schemas.openxmlformats.org/drawingml/2006/main">
            <a:pathLst>
              <a:path w="7958" h="7356">
                <a:moveTo>
                  <a:pt x="0" y="7356"/>
                </a:moveTo>
                <a:lnTo>
                  <a:pt x="7958" y="0"/>
                </a:lnTo>
              </a:path>
            </a:pathLst>
          </a:custGeom>
          <a:noFill xmlns:a="http://schemas.openxmlformats.org/drawingml/2006/main"/>
          <a:ln xmlns:a="http://schemas.openxmlformats.org/drawingml/2006/main" w="6668">
            <a:solidFill>
              <a:srgbClr val="9D9D9D"/>
            </a:solidFill>
          </a:ln>
        </p:spPr>
      </p:sp>
      <p:sp>
        <p:nvSpPr>
          <p:cNvPr id="811" name="g1196">
            <a:extLst xmlns:a="http://schemas.openxmlformats.org/drawingml/2006/main">
              <a:ext uri="{FF2B5EF4-FFF2-40B4-BE49-F238E27FC236}">
                <a16:creationId xmlns:a16="http://schemas.microsoft.com/office/drawing/2014/main" id="{BBEDAFB7-A4E4-49F9-BCAF-34843573C52B}"/>
              </a:ext>
            </a:extLst>
          </p:cNvPr>
          <p:cNvSpPr>
            <a:spLocks xmlns:a="http://schemas.openxmlformats.org/drawingml/2006/main" noGrp="1"/>
          </p:cNvSpPr>
          <p:nvPr/>
        </p:nvSpPr>
        <p:spPr>
          <a:xfrm xmlns:a="http://schemas.openxmlformats.org/drawingml/2006/main">
            <a:off x="1404384" y="3450501"/>
            <a:ext cx="21167" cy="16686"/>
          </a:xfrm>
          <a:custGeom xmlns:a="http://schemas.openxmlformats.org/drawingml/2006/main">
            <a:pathLst>
              <a:path w="21167" h="16686">
                <a:moveTo>
                  <a:pt x="0" y="16686"/>
                </a:moveTo>
                <a:lnTo>
                  <a:pt x="21167" y="0"/>
                </a:lnTo>
              </a:path>
            </a:pathLst>
          </a:custGeom>
          <a:noFill xmlns:a="http://schemas.openxmlformats.org/drawingml/2006/main"/>
          <a:ln xmlns:a="http://schemas.openxmlformats.org/drawingml/2006/main" w="6668">
            <a:solidFill>
              <a:srgbClr val="9D9D9D"/>
            </a:solidFill>
          </a:ln>
        </p:spPr>
      </p:sp>
      <p:sp>
        <p:nvSpPr>
          <p:cNvPr id="812" name="g1197">
            <a:extLst xmlns:a="http://schemas.openxmlformats.org/drawingml/2006/main">
              <a:ext uri="{FF2B5EF4-FFF2-40B4-BE49-F238E27FC236}">
                <a16:creationId xmlns:a16="http://schemas.microsoft.com/office/drawing/2014/main" id="{F6F1C6A8-6698-44D6-B11B-7176A1DC5288}"/>
              </a:ext>
            </a:extLst>
          </p:cNvPr>
          <p:cNvSpPr>
            <a:spLocks xmlns:a="http://schemas.openxmlformats.org/drawingml/2006/main" noGrp="1"/>
          </p:cNvSpPr>
          <p:nvPr/>
        </p:nvSpPr>
        <p:spPr>
          <a:xfrm xmlns:a="http://schemas.openxmlformats.org/drawingml/2006/main">
            <a:off x="1425551" y="3449600"/>
            <a:ext cx="1349" cy="953"/>
          </a:xfrm>
          <a:custGeom xmlns:a="http://schemas.openxmlformats.org/drawingml/2006/main">
            <a:pathLst>
              <a:path w="1349" h="953">
                <a:moveTo>
                  <a:pt x="0" y="901"/>
                </a:moveTo>
                <a:lnTo>
                  <a:pt x="1349" y="0"/>
                </a:lnTo>
              </a:path>
            </a:pathLst>
          </a:custGeom>
          <a:noFill xmlns:a="http://schemas.openxmlformats.org/drawingml/2006/main"/>
          <a:ln xmlns:a="http://schemas.openxmlformats.org/drawingml/2006/main" w="6668">
            <a:solidFill>
              <a:srgbClr val="9D9D9D"/>
            </a:solidFill>
          </a:ln>
        </p:spPr>
      </p:sp>
      <p:sp>
        <p:nvSpPr>
          <p:cNvPr id="813" name="g1198">
            <a:extLst xmlns:a="http://schemas.openxmlformats.org/drawingml/2006/main">
              <a:ext uri="{FF2B5EF4-FFF2-40B4-BE49-F238E27FC236}">
                <a16:creationId xmlns:a16="http://schemas.microsoft.com/office/drawing/2014/main" id="{BFD4C437-0202-48A9-BDAB-8DDDDDC56427}"/>
              </a:ext>
            </a:extLst>
          </p:cNvPr>
          <p:cNvSpPr>
            <a:spLocks xmlns:a="http://schemas.openxmlformats.org/drawingml/2006/main" noGrp="1"/>
          </p:cNvSpPr>
          <p:nvPr/>
        </p:nvSpPr>
        <p:spPr>
          <a:xfrm xmlns:a="http://schemas.openxmlformats.org/drawingml/2006/main">
            <a:off x="1442739" y="3434712"/>
            <a:ext cx="6442" cy="4305"/>
          </a:xfrm>
          <a:custGeom xmlns:a="http://schemas.openxmlformats.org/drawingml/2006/main">
            <a:pathLst>
              <a:path w="6442" h="4305">
                <a:moveTo>
                  <a:pt x="0" y="4305"/>
                </a:moveTo>
                <a:lnTo>
                  <a:pt x="6442" y="0"/>
                </a:lnTo>
              </a:path>
            </a:pathLst>
          </a:custGeom>
          <a:noFill xmlns:a="http://schemas.openxmlformats.org/drawingml/2006/main"/>
          <a:ln xmlns:a="http://schemas.openxmlformats.org/drawingml/2006/main" w="6668">
            <a:solidFill>
              <a:srgbClr val="9D9D9D"/>
            </a:solidFill>
          </a:ln>
        </p:spPr>
      </p:sp>
      <p:sp>
        <p:nvSpPr>
          <p:cNvPr id="814" name="g1199">
            <a:extLst xmlns:a="http://schemas.openxmlformats.org/drawingml/2006/main">
              <a:ext uri="{FF2B5EF4-FFF2-40B4-BE49-F238E27FC236}">
                <a16:creationId xmlns:a16="http://schemas.microsoft.com/office/drawing/2014/main" id="{4DCD7093-3464-4930-AC7E-1B03A0A7BF18}"/>
              </a:ext>
            </a:extLst>
          </p:cNvPr>
          <p:cNvSpPr>
            <a:spLocks xmlns:a="http://schemas.openxmlformats.org/drawingml/2006/main" noGrp="1"/>
          </p:cNvSpPr>
          <p:nvPr/>
        </p:nvSpPr>
        <p:spPr>
          <a:xfrm xmlns:a="http://schemas.openxmlformats.org/drawingml/2006/main">
            <a:off x="1449182" y="3424535"/>
            <a:ext cx="18171" cy="10176"/>
          </a:xfrm>
          <a:custGeom xmlns:a="http://schemas.openxmlformats.org/drawingml/2006/main">
            <a:pathLst>
              <a:path w="18171" h="10176">
                <a:moveTo>
                  <a:pt x="0" y="10176"/>
                </a:moveTo>
                <a:lnTo>
                  <a:pt x="18171" y="0"/>
                </a:lnTo>
              </a:path>
            </a:pathLst>
          </a:custGeom>
          <a:noFill xmlns:a="http://schemas.openxmlformats.org/drawingml/2006/main"/>
          <a:ln xmlns:a="http://schemas.openxmlformats.org/drawingml/2006/main" w="6668">
            <a:solidFill>
              <a:srgbClr val="9D9D9D"/>
            </a:solidFill>
          </a:ln>
        </p:spPr>
      </p:sp>
      <p:sp>
        <p:nvSpPr>
          <p:cNvPr id="815" name="g1200">
            <a:extLst xmlns:a="http://schemas.openxmlformats.org/drawingml/2006/main">
              <a:ext uri="{FF2B5EF4-FFF2-40B4-BE49-F238E27FC236}">
                <a16:creationId xmlns:a16="http://schemas.microsoft.com/office/drawing/2014/main" id="{6A336C0E-48BE-44A8-A21D-46B59AF147A9}"/>
              </a:ext>
            </a:extLst>
          </p:cNvPr>
          <p:cNvSpPr>
            <a:spLocks xmlns:a="http://schemas.openxmlformats.org/drawingml/2006/main" noGrp="1"/>
          </p:cNvSpPr>
          <p:nvPr/>
        </p:nvSpPr>
        <p:spPr>
          <a:xfrm xmlns:a="http://schemas.openxmlformats.org/drawingml/2006/main">
            <a:off x="1484382" y="3408927"/>
            <a:ext cx="15405" cy="7102"/>
          </a:xfrm>
          <a:custGeom xmlns:a="http://schemas.openxmlformats.org/drawingml/2006/main">
            <a:pathLst>
              <a:path w="15405" h="7102">
                <a:moveTo>
                  <a:pt x="0" y="7102"/>
                </a:moveTo>
                <a:lnTo>
                  <a:pt x="15405" y="0"/>
                </a:lnTo>
              </a:path>
            </a:pathLst>
          </a:custGeom>
          <a:noFill xmlns:a="http://schemas.openxmlformats.org/drawingml/2006/main"/>
          <a:ln xmlns:a="http://schemas.openxmlformats.org/drawingml/2006/main" w="6668">
            <a:solidFill>
              <a:srgbClr val="9D9D9D"/>
            </a:solidFill>
          </a:ln>
        </p:spPr>
      </p:sp>
      <p:sp>
        <p:nvSpPr>
          <p:cNvPr id="816" name="g1201">
            <a:extLst xmlns:a="http://schemas.openxmlformats.org/drawingml/2006/main">
              <a:ext uri="{FF2B5EF4-FFF2-40B4-BE49-F238E27FC236}">
                <a16:creationId xmlns:a16="http://schemas.microsoft.com/office/drawing/2014/main" id="{F615E35C-AC53-4E91-879F-C62BB1AA2D11}"/>
              </a:ext>
            </a:extLst>
          </p:cNvPr>
          <p:cNvSpPr>
            <a:spLocks xmlns:a="http://schemas.openxmlformats.org/drawingml/2006/main" noGrp="1"/>
          </p:cNvSpPr>
          <p:nvPr/>
        </p:nvSpPr>
        <p:spPr>
          <a:xfrm xmlns:a="http://schemas.openxmlformats.org/drawingml/2006/main">
            <a:off x="1499788" y="3404908"/>
            <a:ext cx="10894" cy="4019"/>
          </a:xfrm>
          <a:custGeom xmlns:a="http://schemas.openxmlformats.org/drawingml/2006/main">
            <a:pathLst>
              <a:path w="10894" h="4019">
                <a:moveTo>
                  <a:pt x="0" y="4019"/>
                </a:moveTo>
                <a:lnTo>
                  <a:pt x="10894" y="0"/>
                </a:lnTo>
              </a:path>
            </a:pathLst>
          </a:custGeom>
          <a:noFill xmlns:a="http://schemas.openxmlformats.org/drawingml/2006/main"/>
          <a:ln xmlns:a="http://schemas.openxmlformats.org/drawingml/2006/main" w="6668">
            <a:solidFill>
              <a:srgbClr val="9D9D9D"/>
            </a:solidFill>
          </a:ln>
        </p:spPr>
      </p:sp>
      <p:sp>
        <p:nvSpPr>
          <p:cNvPr id="817" name="g1202">
            <a:extLst xmlns:a="http://schemas.openxmlformats.org/drawingml/2006/main">
              <a:ext uri="{FF2B5EF4-FFF2-40B4-BE49-F238E27FC236}">
                <a16:creationId xmlns:a16="http://schemas.microsoft.com/office/drawing/2014/main" id="{E1464E13-FFED-4B92-9D9A-46B5DF1663DC}"/>
              </a:ext>
            </a:extLst>
          </p:cNvPr>
          <p:cNvSpPr>
            <a:spLocks xmlns:a="http://schemas.openxmlformats.org/drawingml/2006/main" noGrp="1"/>
          </p:cNvSpPr>
          <p:nvPr/>
        </p:nvSpPr>
        <p:spPr>
          <a:xfrm xmlns:a="http://schemas.openxmlformats.org/drawingml/2006/main">
            <a:off x="1528608" y="3391376"/>
            <a:ext cx="25196" cy="7106"/>
          </a:xfrm>
          <a:custGeom xmlns:a="http://schemas.openxmlformats.org/drawingml/2006/main">
            <a:pathLst>
              <a:path w="25196" h="7106">
                <a:moveTo>
                  <a:pt x="0" y="7106"/>
                </a:moveTo>
                <a:lnTo>
                  <a:pt x="25196" y="0"/>
                </a:lnTo>
              </a:path>
            </a:pathLst>
          </a:custGeom>
          <a:noFill xmlns:a="http://schemas.openxmlformats.org/drawingml/2006/main"/>
          <a:ln xmlns:a="http://schemas.openxmlformats.org/drawingml/2006/main" w="6668">
            <a:solidFill>
              <a:srgbClr val="9D9D9D"/>
            </a:solidFill>
          </a:ln>
        </p:spPr>
      </p:sp>
      <p:sp>
        <p:nvSpPr>
          <p:cNvPr id="818" name="g1203">
            <a:extLst xmlns:a="http://schemas.openxmlformats.org/drawingml/2006/main">
              <a:ext uri="{FF2B5EF4-FFF2-40B4-BE49-F238E27FC236}">
                <a16:creationId xmlns:a16="http://schemas.microsoft.com/office/drawing/2014/main" id="{3F5589F5-265D-41DD-B6BA-459E8A6CD446}"/>
              </a:ext>
            </a:extLst>
          </p:cNvPr>
          <p:cNvSpPr>
            <a:spLocks xmlns:a="http://schemas.openxmlformats.org/drawingml/2006/main" noGrp="1"/>
          </p:cNvSpPr>
          <p:nvPr/>
        </p:nvSpPr>
        <p:spPr>
          <a:xfrm xmlns:a="http://schemas.openxmlformats.org/drawingml/2006/main">
            <a:off x="1553804" y="3390908"/>
            <a:ext cx="2350" cy="953"/>
          </a:xfrm>
          <a:custGeom xmlns:a="http://schemas.openxmlformats.org/drawingml/2006/main">
            <a:pathLst>
              <a:path w="2350" h="953">
                <a:moveTo>
                  <a:pt x="0" y="467"/>
                </a:moveTo>
                <a:lnTo>
                  <a:pt x="2350" y="0"/>
                </a:lnTo>
              </a:path>
            </a:pathLst>
          </a:custGeom>
          <a:noFill xmlns:a="http://schemas.openxmlformats.org/drawingml/2006/main"/>
          <a:ln xmlns:a="http://schemas.openxmlformats.org/drawingml/2006/main" w="6668">
            <a:solidFill>
              <a:srgbClr val="9D9D9D"/>
            </a:solidFill>
          </a:ln>
        </p:spPr>
      </p:sp>
      <p:sp>
        <p:nvSpPr>
          <p:cNvPr id="819" name="g1204">
            <a:extLst xmlns:a="http://schemas.openxmlformats.org/drawingml/2006/main">
              <a:ext uri="{FF2B5EF4-FFF2-40B4-BE49-F238E27FC236}">
                <a16:creationId xmlns:a16="http://schemas.microsoft.com/office/drawing/2014/main" id="{446CB132-1D5D-4B08-87DC-F61ED707AD6C}"/>
              </a:ext>
            </a:extLst>
          </p:cNvPr>
          <p:cNvSpPr>
            <a:spLocks xmlns:a="http://schemas.openxmlformats.org/drawingml/2006/main" noGrp="1"/>
          </p:cNvSpPr>
          <p:nvPr/>
        </p:nvSpPr>
        <p:spPr>
          <a:xfrm xmlns:a="http://schemas.openxmlformats.org/drawingml/2006/main">
            <a:off x="1574838" y="3385831"/>
            <a:ext cx="6840" cy="1361"/>
          </a:xfrm>
          <a:custGeom xmlns:a="http://schemas.openxmlformats.org/drawingml/2006/main">
            <a:pathLst>
              <a:path w="6840" h="1361">
                <a:moveTo>
                  <a:pt x="0" y="1361"/>
                </a:moveTo>
                <a:lnTo>
                  <a:pt x="6840" y="0"/>
                </a:lnTo>
              </a:path>
            </a:pathLst>
          </a:custGeom>
          <a:noFill xmlns:a="http://schemas.openxmlformats.org/drawingml/2006/main"/>
          <a:ln xmlns:a="http://schemas.openxmlformats.org/drawingml/2006/main" w="6668">
            <a:solidFill>
              <a:srgbClr val="9D9D9D"/>
            </a:solidFill>
          </a:ln>
        </p:spPr>
      </p:sp>
      <p:sp>
        <p:nvSpPr>
          <p:cNvPr id="820" name="g1205">
            <a:extLst xmlns:a="http://schemas.openxmlformats.org/drawingml/2006/main">
              <a:ext uri="{FF2B5EF4-FFF2-40B4-BE49-F238E27FC236}">
                <a16:creationId xmlns:a16="http://schemas.microsoft.com/office/drawing/2014/main" id="{F2647F64-850B-40B9-B826-582501E0EA2F}"/>
              </a:ext>
            </a:extLst>
          </p:cNvPr>
          <p:cNvSpPr>
            <a:spLocks xmlns:a="http://schemas.openxmlformats.org/drawingml/2006/main" noGrp="1"/>
          </p:cNvSpPr>
          <p:nvPr/>
        </p:nvSpPr>
        <p:spPr>
          <a:xfrm xmlns:a="http://schemas.openxmlformats.org/drawingml/2006/main">
            <a:off x="1581679" y="3383292"/>
            <a:ext cx="21451" cy="2539"/>
          </a:xfrm>
          <a:custGeom xmlns:a="http://schemas.openxmlformats.org/drawingml/2006/main">
            <a:pathLst>
              <a:path w="21451" h="2539">
                <a:moveTo>
                  <a:pt x="0" y="2539"/>
                </a:moveTo>
                <a:lnTo>
                  <a:pt x="21451" y="0"/>
                </a:lnTo>
              </a:path>
            </a:pathLst>
          </a:custGeom>
          <a:noFill xmlns:a="http://schemas.openxmlformats.org/drawingml/2006/main"/>
          <a:ln xmlns:a="http://schemas.openxmlformats.org/drawingml/2006/main" w="6668">
            <a:solidFill>
              <a:srgbClr val="9D9D9D"/>
            </a:solidFill>
          </a:ln>
        </p:spPr>
      </p:sp>
      <p:sp>
        <p:nvSpPr>
          <p:cNvPr id="821" name="g1206">
            <a:extLst xmlns:a="http://schemas.openxmlformats.org/drawingml/2006/main">
              <a:ext uri="{FF2B5EF4-FFF2-40B4-BE49-F238E27FC236}">
                <a16:creationId xmlns:a16="http://schemas.microsoft.com/office/drawing/2014/main" id="{DA8C7DFC-E09F-4DC6-AB8E-88FF154263F6}"/>
              </a:ext>
            </a:extLst>
          </p:cNvPr>
          <p:cNvSpPr>
            <a:spLocks xmlns:a="http://schemas.openxmlformats.org/drawingml/2006/main" noGrp="1"/>
          </p:cNvSpPr>
          <p:nvPr/>
        </p:nvSpPr>
        <p:spPr>
          <a:xfrm xmlns:a="http://schemas.openxmlformats.org/drawingml/2006/main">
            <a:off x="1622123" y="3381375"/>
            <a:ext cx="16177" cy="953"/>
          </a:xfrm>
          <a:custGeom xmlns:a="http://schemas.openxmlformats.org/drawingml/2006/main">
            <a:pathLst>
              <a:path w="16177" h="953">
                <a:moveTo>
                  <a:pt x="0" y="636"/>
                </a:moveTo>
                <a:lnTo>
                  <a:pt x="16177" y="0"/>
                </a:lnTo>
              </a:path>
            </a:pathLst>
          </a:custGeom>
          <a:noFill xmlns:a="http://schemas.openxmlformats.org/drawingml/2006/main"/>
          <a:ln xmlns:a="http://schemas.openxmlformats.org/drawingml/2006/main" w="6668">
            <a:solidFill>
              <a:srgbClr val="9D9D9D"/>
            </a:solidFill>
          </a:ln>
        </p:spPr>
      </p:sp>
      <p:sp>
        <p:nvSpPr>
          <p:cNvPr id="822" name="g1207">
            <a:extLst xmlns:a="http://schemas.openxmlformats.org/drawingml/2006/main">
              <a:ext uri="{FF2B5EF4-FFF2-40B4-BE49-F238E27FC236}">
                <a16:creationId xmlns:a16="http://schemas.microsoft.com/office/drawing/2014/main" id="{A7790CBD-0B37-4509-B567-FC9F9B9C02A8}"/>
              </a:ext>
            </a:extLst>
          </p:cNvPr>
          <p:cNvSpPr>
            <a:spLocks xmlns:a="http://schemas.openxmlformats.org/drawingml/2006/main" noGrp="1"/>
          </p:cNvSpPr>
          <p:nvPr/>
        </p:nvSpPr>
        <p:spPr>
          <a:xfrm xmlns:a="http://schemas.openxmlformats.org/drawingml/2006/main">
            <a:off x="1638300" y="3381375"/>
            <a:ext cx="12386" cy="953"/>
          </a:xfrm>
          <a:custGeom xmlns:a="http://schemas.openxmlformats.org/drawingml/2006/main">
            <a:pathLst>
              <a:path w="12386" h="953">
                <a:moveTo>
                  <a:pt x="0" y="0"/>
                </a:moveTo>
                <a:lnTo>
                  <a:pt x="12386" y="0"/>
                </a:lnTo>
              </a:path>
            </a:pathLst>
          </a:custGeom>
          <a:noFill xmlns:a="http://schemas.openxmlformats.org/drawingml/2006/main"/>
          <a:ln xmlns:a="http://schemas.openxmlformats.org/drawingml/2006/main" w="6668">
            <a:solidFill>
              <a:srgbClr val="9D9D9D"/>
            </a:solidFill>
          </a:ln>
        </p:spPr>
      </p:sp>
      <p:sp>
        <p:nvSpPr>
          <p:cNvPr id="823" name="g1208">
            <a:extLst xmlns:a="http://schemas.openxmlformats.org/drawingml/2006/main">
              <a:ext uri="{FF2B5EF4-FFF2-40B4-BE49-F238E27FC236}">
                <a16:creationId xmlns:a16="http://schemas.microsoft.com/office/drawing/2014/main" id="{CC6DBB6C-D08D-4B1B-A522-434567B6E3AD}"/>
              </a:ext>
            </a:extLst>
          </p:cNvPr>
          <p:cNvSpPr>
            <a:spLocks xmlns:a="http://schemas.openxmlformats.org/drawingml/2006/main" noGrp="1"/>
          </p:cNvSpPr>
          <p:nvPr/>
        </p:nvSpPr>
        <p:spPr>
          <a:xfrm xmlns:a="http://schemas.openxmlformats.org/drawingml/2006/main">
            <a:off x="16697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24" name="g1209">
            <a:extLst xmlns:a="http://schemas.openxmlformats.org/drawingml/2006/main">
              <a:ext uri="{FF2B5EF4-FFF2-40B4-BE49-F238E27FC236}">
                <a16:creationId xmlns:a16="http://schemas.microsoft.com/office/drawing/2014/main" id="{6C6F280D-AD88-4E73-BD34-3B801BF34C01}"/>
              </a:ext>
            </a:extLst>
          </p:cNvPr>
          <p:cNvSpPr>
            <a:spLocks xmlns:a="http://schemas.openxmlformats.org/drawingml/2006/main" noGrp="1"/>
          </p:cNvSpPr>
          <p:nvPr/>
        </p:nvSpPr>
        <p:spPr>
          <a:xfrm xmlns:a="http://schemas.openxmlformats.org/drawingml/2006/main">
            <a:off x="17173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25" name="g1210">
            <a:extLst xmlns:a="http://schemas.openxmlformats.org/drawingml/2006/main">
              <a:ext uri="{FF2B5EF4-FFF2-40B4-BE49-F238E27FC236}">
                <a16:creationId xmlns:a16="http://schemas.microsoft.com/office/drawing/2014/main" id="{3BAEC8D2-DD84-41E0-BDEF-002B256A47C7}"/>
              </a:ext>
            </a:extLst>
          </p:cNvPr>
          <p:cNvSpPr>
            <a:spLocks xmlns:a="http://schemas.openxmlformats.org/drawingml/2006/main" noGrp="1"/>
          </p:cNvSpPr>
          <p:nvPr/>
        </p:nvSpPr>
        <p:spPr>
          <a:xfrm xmlns:a="http://schemas.openxmlformats.org/drawingml/2006/main">
            <a:off x="17649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26" name="g1211">
            <a:extLst xmlns:a="http://schemas.openxmlformats.org/drawingml/2006/main">
              <a:ext uri="{FF2B5EF4-FFF2-40B4-BE49-F238E27FC236}">
                <a16:creationId xmlns:a16="http://schemas.microsoft.com/office/drawing/2014/main" id="{C21744F5-69CD-4531-90C6-9DB500DAA90D}"/>
              </a:ext>
            </a:extLst>
          </p:cNvPr>
          <p:cNvSpPr>
            <a:spLocks xmlns:a="http://schemas.openxmlformats.org/drawingml/2006/main" noGrp="1"/>
          </p:cNvSpPr>
          <p:nvPr/>
        </p:nvSpPr>
        <p:spPr>
          <a:xfrm xmlns:a="http://schemas.openxmlformats.org/drawingml/2006/main">
            <a:off x="18126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27" name="g1212">
            <a:extLst xmlns:a="http://schemas.openxmlformats.org/drawingml/2006/main">
              <a:ext uri="{FF2B5EF4-FFF2-40B4-BE49-F238E27FC236}">
                <a16:creationId xmlns:a16="http://schemas.microsoft.com/office/drawing/2014/main" id="{A5C5A826-3814-470F-AD0D-50212180114F}"/>
              </a:ext>
            </a:extLst>
          </p:cNvPr>
          <p:cNvSpPr>
            <a:spLocks xmlns:a="http://schemas.openxmlformats.org/drawingml/2006/main" noGrp="1"/>
          </p:cNvSpPr>
          <p:nvPr/>
        </p:nvSpPr>
        <p:spPr>
          <a:xfrm xmlns:a="http://schemas.openxmlformats.org/drawingml/2006/main">
            <a:off x="18602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28" name="g1213">
            <a:extLst xmlns:a="http://schemas.openxmlformats.org/drawingml/2006/main">
              <a:ext uri="{FF2B5EF4-FFF2-40B4-BE49-F238E27FC236}">
                <a16:creationId xmlns:a16="http://schemas.microsoft.com/office/drawing/2014/main" id="{BB2560DF-25D1-458A-850D-A617465BED4E}"/>
              </a:ext>
            </a:extLst>
          </p:cNvPr>
          <p:cNvSpPr>
            <a:spLocks xmlns:a="http://schemas.openxmlformats.org/drawingml/2006/main" noGrp="1"/>
          </p:cNvSpPr>
          <p:nvPr/>
        </p:nvSpPr>
        <p:spPr>
          <a:xfrm xmlns:a="http://schemas.openxmlformats.org/drawingml/2006/main">
            <a:off x="19078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29" name="g1214">
            <a:extLst xmlns:a="http://schemas.openxmlformats.org/drawingml/2006/main">
              <a:ext uri="{FF2B5EF4-FFF2-40B4-BE49-F238E27FC236}">
                <a16:creationId xmlns:a16="http://schemas.microsoft.com/office/drawing/2014/main" id="{5F45E12E-9DD5-4691-A2E7-ED30E05F2C6C}"/>
              </a:ext>
            </a:extLst>
          </p:cNvPr>
          <p:cNvSpPr>
            <a:spLocks xmlns:a="http://schemas.openxmlformats.org/drawingml/2006/main" noGrp="1"/>
          </p:cNvSpPr>
          <p:nvPr/>
        </p:nvSpPr>
        <p:spPr>
          <a:xfrm xmlns:a="http://schemas.openxmlformats.org/drawingml/2006/main">
            <a:off x="19554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0" name="g1215">
            <a:extLst xmlns:a="http://schemas.openxmlformats.org/drawingml/2006/main">
              <a:ext uri="{FF2B5EF4-FFF2-40B4-BE49-F238E27FC236}">
                <a16:creationId xmlns:a16="http://schemas.microsoft.com/office/drawing/2014/main" id="{121C03E3-65D4-4D78-AF01-8DF758369276}"/>
              </a:ext>
            </a:extLst>
          </p:cNvPr>
          <p:cNvSpPr>
            <a:spLocks xmlns:a="http://schemas.openxmlformats.org/drawingml/2006/main" noGrp="1"/>
          </p:cNvSpPr>
          <p:nvPr/>
        </p:nvSpPr>
        <p:spPr>
          <a:xfrm xmlns:a="http://schemas.openxmlformats.org/drawingml/2006/main">
            <a:off x="20031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1" name="g1216">
            <a:extLst xmlns:a="http://schemas.openxmlformats.org/drawingml/2006/main">
              <a:ext uri="{FF2B5EF4-FFF2-40B4-BE49-F238E27FC236}">
                <a16:creationId xmlns:a16="http://schemas.microsoft.com/office/drawing/2014/main" id="{AE6F17C4-E1FB-47AE-97EF-6DB438BDA43D}"/>
              </a:ext>
            </a:extLst>
          </p:cNvPr>
          <p:cNvSpPr>
            <a:spLocks xmlns:a="http://schemas.openxmlformats.org/drawingml/2006/main" noGrp="1"/>
          </p:cNvSpPr>
          <p:nvPr/>
        </p:nvSpPr>
        <p:spPr>
          <a:xfrm xmlns:a="http://schemas.openxmlformats.org/drawingml/2006/main">
            <a:off x="20507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2" name="g1217">
            <a:extLst xmlns:a="http://schemas.openxmlformats.org/drawingml/2006/main">
              <a:ext uri="{FF2B5EF4-FFF2-40B4-BE49-F238E27FC236}">
                <a16:creationId xmlns:a16="http://schemas.microsoft.com/office/drawing/2014/main" id="{081D25B6-6E22-4B8E-98EA-B808C48AA3AB}"/>
              </a:ext>
            </a:extLst>
          </p:cNvPr>
          <p:cNvSpPr>
            <a:spLocks xmlns:a="http://schemas.openxmlformats.org/drawingml/2006/main" noGrp="1"/>
          </p:cNvSpPr>
          <p:nvPr/>
        </p:nvSpPr>
        <p:spPr>
          <a:xfrm xmlns:a="http://schemas.openxmlformats.org/drawingml/2006/main">
            <a:off x="20983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3" name="g1218">
            <a:extLst xmlns:a="http://schemas.openxmlformats.org/drawingml/2006/main">
              <a:ext uri="{FF2B5EF4-FFF2-40B4-BE49-F238E27FC236}">
                <a16:creationId xmlns:a16="http://schemas.microsoft.com/office/drawing/2014/main" id="{6006518D-1BB6-44D5-99E1-5A2B39A7926D}"/>
              </a:ext>
            </a:extLst>
          </p:cNvPr>
          <p:cNvSpPr>
            <a:spLocks xmlns:a="http://schemas.openxmlformats.org/drawingml/2006/main" noGrp="1"/>
          </p:cNvSpPr>
          <p:nvPr/>
        </p:nvSpPr>
        <p:spPr>
          <a:xfrm xmlns:a="http://schemas.openxmlformats.org/drawingml/2006/main">
            <a:off x="21459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4" name="g1219">
            <a:extLst xmlns:a="http://schemas.openxmlformats.org/drawingml/2006/main">
              <a:ext uri="{FF2B5EF4-FFF2-40B4-BE49-F238E27FC236}">
                <a16:creationId xmlns:a16="http://schemas.microsoft.com/office/drawing/2014/main" id="{FFE12EB1-5C8C-4689-9101-FE78A21CD89B}"/>
              </a:ext>
            </a:extLst>
          </p:cNvPr>
          <p:cNvSpPr>
            <a:spLocks xmlns:a="http://schemas.openxmlformats.org/drawingml/2006/main" noGrp="1"/>
          </p:cNvSpPr>
          <p:nvPr/>
        </p:nvSpPr>
        <p:spPr>
          <a:xfrm xmlns:a="http://schemas.openxmlformats.org/drawingml/2006/main">
            <a:off x="21936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5" name="g1220">
            <a:extLst xmlns:a="http://schemas.openxmlformats.org/drawingml/2006/main">
              <a:ext uri="{FF2B5EF4-FFF2-40B4-BE49-F238E27FC236}">
                <a16:creationId xmlns:a16="http://schemas.microsoft.com/office/drawing/2014/main" id="{ADC672AC-7049-4FAB-9C95-ECD9F8334860}"/>
              </a:ext>
            </a:extLst>
          </p:cNvPr>
          <p:cNvSpPr>
            <a:spLocks xmlns:a="http://schemas.openxmlformats.org/drawingml/2006/main" noGrp="1"/>
          </p:cNvSpPr>
          <p:nvPr/>
        </p:nvSpPr>
        <p:spPr>
          <a:xfrm xmlns:a="http://schemas.openxmlformats.org/drawingml/2006/main">
            <a:off x="22412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6" name="g1221">
            <a:extLst xmlns:a="http://schemas.openxmlformats.org/drawingml/2006/main">
              <a:ext uri="{FF2B5EF4-FFF2-40B4-BE49-F238E27FC236}">
                <a16:creationId xmlns:a16="http://schemas.microsoft.com/office/drawing/2014/main" id="{6740B022-477F-46EC-97AF-2AE33838E34B}"/>
              </a:ext>
            </a:extLst>
          </p:cNvPr>
          <p:cNvSpPr>
            <a:spLocks xmlns:a="http://schemas.openxmlformats.org/drawingml/2006/main" noGrp="1"/>
          </p:cNvSpPr>
          <p:nvPr/>
        </p:nvSpPr>
        <p:spPr>
          <a:xfrm xmlns:a="http://schemas.openxmlformats.org/drawingml/2006/main">
            <a:off x="22888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7" name="g1222">
            <a:extLst xmlns:a="http://schemas.openxmlformats.org/drawingml/2006/main">
              <a:ext uri="{FF2B5EF4-FFF2-40B4-BE49-F238E27FC236}">
                <a16:creationId xmlns:a16="http://schemas.microsoft.com/office/drawing/2014/main" id="{EC09965E-C54B-428C-9045-27F41FDFABA5}"/>
              </a:ext>
            </a:extLst>
          </p:cNvPr>
          <p:cNvSpPr>
            <a:spLocks xmlns:a="http://schemas.openxmlformats.org/drawingml/2006/main" noGrp="1"/>
          </p:cNvSpPr>
          <p:nvPr/>
        </p:nvSpPr>
        <p:spPr>
          <a:xfrm xmlns:a="http://schemas.openxmlformats.org/drawingml/2006/main">
            <a:off x="23364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8" name="g1223">
            <a:extLst xmlns:a="http://schemas.openxmlformats.org/drawingml/2006/main">
              <a:ext uri="{FF2B5EF4-FFF2-40B4-BE49-F238E27FC236}">
                <a16:creationId xmlns:a16="http://schemas.microsoft.com/office/drawing/2014/main" id="{67BD2758-F3EC-4512-B1B8-07CF3BACFCF1}"/>
              </a:ext>
            </a:extLst>
          </p:cNvPr>
          <p:cNvSpPr>
            <a:spLocks xmlns:a="http://schemas.openxmlformats.org/drawingml/2006/main" noGrp="1"/>
          </p:cNvSpPr>
          <p:nvPr/>
        </p:nvSpPr>
        <p:spPr>
          <a:xfrm xmlns:a="http://schemas.openxmlformats.org/drawingml/2006/main">
            <a:off x="23841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39" name="g1224">
            <a:extLst xmlns:a="http://schemas.openxmlformats.org/drawingml/2006/main">
              <a:ext uri="{FF2B5EF4-FFF2-40B4-BE49-F238E27FC236}">
                <a16:creationId xmlns:a16="http://schemas.microsoft.com/office/drawing/2014/main" id="{6DB48388-515D-4464-B47A-ED5A3A160E66}"/>
              </a:ext>
            </a:extLst>
          </p:cNvPr>
          <p:cNvSpPr>
            <a:spLocks xmlns:a="http://schemas.openxmlformats.org/drawingml/2006/main" noGrp="1"/>
          </p:cNvSpPr>
          <p:nvPr/>
        </p:nvSpPr>
        <p:spPr>
          <a:xfrm xmlns:a="http://schemas.openxmlformats.org/drawingml/2006/main">
            <a:off x="24317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0" name="g1225">
            <a:extLst xmlns:a="http://schemas.openxmlformats.org/drawingml/2006/main">
              <a:ext uri="{FF2B5EF4-FFF2-40B4-BE49-F238E27FC236}">
                <a16:creationId xmlns:a16="http://schemas.microsoft.com/office/drawing/2014/main" id="{329C0331-3226-4D48-BA8C-F2F55FC9B793}"/>
              </a:ext>
            </a:extLst>
          </p:cNvPr>
          <p:cNvSpPr>
            <a:spLocks xmlns:a="http://schemas.openxmlformats.org/drawingml/2006/main" noGrp="1"/>
          </p:cNvSpPr>
          <p:nvPr/>
        </p:nvSpPr>
        <p:spPr>
          <a:xfrm xmlns:a="http://schemas.openxmlformats.org/drawingml/2006/main">
            <a:off x="24793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1" name="g1226">
            <a:extLst xmlns:a="http://schemas.openxmlformats.org/drawingml/2006/main">
              <a:ext uri="{FF2B5EF4-FFF2-40B4-BE49-F238E27FC236}">
                <a16:creationId xmlns:a16="http://schemas.microsoft.com/office/drawing/2014/main" id="{3DBF1B80-B87D-4059-AECB-5EE74241BA30}"/>
              </a:ext>
            </a:extLst>
          </p:cNvPr>
          <p:cNvSpPr>
            <a:spLocks xmlns:a="http://schemas.openxmlformats.org/drawingml/2006/main" noGrp="1"/>
          </p:cNvSpPr>
          <p:nvPr/>
        </p:nvSpPr>
        <p:spPr>
          <a:xfrm xmlns:a="http://schemas.openxmlformats.org/drawingml/2006/main">
            <a:off x="25269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2" name="g1227">
            <a:extLst xmlns:a="http://schemas.openxmlformats.org/drawingml/2006/main">
              <a:ext uri="{FF2B5EF4-FFF2-40B4-BE49-F238E27FC236}">
                <a16:creationId xmlns:a16="http://schemas.microsoft.com/office/drawing/2014/main" id="{AD8EC695-AA19-477F-922A-472C393A4021}"/>
              </a:ext>
            </a:extLst>
          </p:cNvPr>
          <p:cNvSpPr>
            <a:spLocks xmlns:a="http://schemas.openxmlformats.org/drawingml/2006/main" noGrp="1"/>
          </p:cNvSpPr>
          <p:nvPr/>
        </p:nvSpPr>
        <p:spPr>
          <a:xfrm xmlns:a="http://schemas.openxmlformats.org/drawingml/2006/main">
            <a:off x="25746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3" name="g1228">
            <a:extLst xmlns:a="http://schemas.openxmlformats.org/drawingml/2006/main">
              <a:ext uri="{FF2B5EF4-FFF2-40B4-BE49-F238E27FC236}">
                <a16:creationId xmlns:a16="http://schemas.microsoft.com/office/drawing/2014/main" id="{B40FB24D-7584-44B8-BB01-BBF5115CD8C2}"/>
              </a:ext>
            </a:extLst>
          </p:cNvPr>
          <p:cNvSpPr>
            <a:spLocks xmlns:a="http://schemas.openxmlformats.org/drawingml/2006/main" noGrp="1"/>
          </p:cNvSpPr>
          <p:nvPr/>
        </p:nvSpPr>
        <p:spPr>
          <a:xfrm xmlns:a="http://schemas.openxmlformats.org/drawingml/2006/main">
            <a:off x="26222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4" name="g1229">
            <a:extLst xmlns:a="http://schemas.openxmlformats.org/drawingml/2006/main">
              <a:ext uri="{FF2B5EF4-FFF2-40B4-BE49-F238E27FC236}">
                <a16:creationId xmlns:a16="http://schemas.microsoft.com/office/drawing/2014/main" id="{26BC1614-A7CC-4219-9CD8-6D847EF51DAF}"/>
              </a:ext>
            </a:extLst>
          </p:cNvPr>
          <p:cNvSpPr>
            <a:spLocks xmlns:a="http://schemas.openxmlformats.org/drawingml/2006/main" noGrp="1"/>
          </p:cNvSpPr>
          <p:nvPr/>
        </p:nvSpPr>
        <p:spPr>
          <a:xfrm xmlns:a="http://schemas.openxmlformats.org/drawingml/2006/main">
            <a:off x="26698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5" name="g1230">
            <a:extLst xmlns:a="http://schemas.openxmlformats.org/drawingml/2006/main">
              <a:ext uri="{FF2B5EF4-FFF2-40B4-BE49-F238E27FC236}">
                <a16:creationId xmlns:a16="http://schemas.microsoft.com/office/drawing/2014/main" id="{BBF07D2B-0A9D-4C7A-A719-020023F24FEF}"/>
              </a:ext>
            </a:extLst>
          </p:cNvPr>
          <p:cNvSpPr>
            <a:spLocks xmlns:a="http://schemas.openxmlformats.org/drawingml/2006/main" noGrp="1"/>
          </p:cNvSpPr>
          <p:nvPr/>
        </p:nvSpPr>
        <p:spPr>
          <a:xfrm xmlns:a="http://schemas.openxmlformats.org/drawingml/2006/main">
            <a:off x="27174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6" name="g1231">
            <a:extLst xmlns:a="http://schemas.openxmlformats.org/drawingml/2006/main">
              <a:ext uri="{FF2B5EF4-FFF2-40B4-BE49-F238E27FC236}">
                <a16:creationId xmlns:a16="http://schemas.microsoft.com/office/drawing/2014/main" id="{9E01674E-7144-4C29-9613-7D34309D71B7}"/>
              </a:ext>
            </a:extLst>
          </p:cNvPr>
          <p:cNvSpPr>
            <a:spLocks xmlns:a="http://schemas.openxmlformats.org/drawingml/2006/main" noGrp="1"/>
          </p:cNvSpPr>
          <p:nvPr/>
        </p:nvSpPr>
        <p:spPr>
          <a:xfrm xmlns:a="http://schemas.openxmlformats.org/drawingml/2006/main">
            <a:off x="27651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7" name="g1232">
            <a:extLst xmlns:a="http://schemas.openxmlformats.org/drawingml/2006/main">
              <a:ext uri="{FF2B5EF4-FFF2-40B4-BE49-F238E27FC236}">
                <a16:creationId xmlns:a16="http://schemas.microsoft.com/office/drawing/2014/main" id="{AD732A39-05AF-4B62-A803-7C8F5B794984}"/>
              </a:ext>
            </a:extLst>
          </p:cNvPr>
          <p:cNvSpPr>
            <a:spLocks xmlns:a="http://schemas.openxmlformats.org/drawingml/2006/main" noGrp="1"/>
          </p:cNvSpPr>
          <p:nvPr/>
        </p:nvSpPr>
        <p:spPr>
          <a:xfrm xmlns:a="http://schemas.openxmlformats.org/drawingml/2006/main">
            <a:off x="28127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8" name="g1233">
            <a:extLst xmlns:a="http://schemas.openxmlformats.org/drawingml/2006/main">
              <a:ext uri="{FF2B5EF4-FFF2-40B4-BE49-F238E27FC236}">
                <a16:creationId xmlns:a16="http://schemas.microsoft.com/office/drawing/2014/main" id="{EE5FEE42-3865-4A3D-A679-B31243443EEC}"/>
              </a:ext>
            </a:extLst>
          </p:cNvPr>
          <p:cNvSpPr>
            <a:spLocks xmlns:a="http://schemas.openxmlformats.org/drawingml/2006/main" noGrp="1"/>
          </p:cNvSpPr>
          <p:nvPr/>
        </p:nvSpPr>
        <p:spPr>
          <a:xfrm xmlns:a="http://schemas.openxmlformats.org/drawingml/2006/main">
            <a:off x="28603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49" name="g1234">
            <a:extLst xmlns:a="http://schemas.openxmlformats.org/drawingml/2006/main">
              <a:ext uri="{FF2B5EF4-FFF2-40B4-BE49-F238E27FC236}">
                <a16:creationId xmlns:a16="http://schemas.microsoft.com/office/drawing/2014/main" id="{35499B2D-475C-4AD9-9E93-EB3EA1F14417}"/>
              </a:ext>
            </a:extLst>
          </p:cNvPr>
          <p:cNvSpPr>
            <a:spLocks xmlns:a="http://schemas.openxmlformats.org/drawingml/2006/main" noGrp="1"/>
          </p:cNvSpPr>
          <p:nvPr/>
        </p:nvSpPr>
        <p:spPr>
          <a:xfrm xmlns:a="http://schemas.openxmlformats.org/drawingml/2006/main">
            <a:off x="29079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0" name="g1235">
            <a:extLst xmlns:a="http://schemas.openxmlformats.org/drawingml/2006/main">
              <a:ext uri="{FF2B5EF4-FFF2-40B4-BE49-F238E27FC236}">
                <a16:creationId xmlns:a16="http://schemas.microsoft.com/office/drawing/2014/main" id="{B7ED0F96-B476-4E95-BDDC-0FA446297C09}"/>
              </a:ext>
            </a:extLst>
          </p:cNvPr>
          <p:cNvSpPr>
            <a:spLocks xmlns:a="http://schemas.openxmlformats.org/drawingml/2006/main" noGrp="1"/>
          </p:cNvSpPr>
          <p:nvPr/>
        </p:nvSpPr>
        <p:spPr>
          <a:xfrm xmlns:a="http://schemas.openxmlformats.org/drawingml/2006/main">
            <a:off x="29556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1" name="g1236">
            <a:extLst xmlns:a="http://schemas.openxmlformats.org/drawingml/2006/main">
              <a:ext uri="{FF2B5EF4-FFF2-40B4-BE49-F238E27FC236}">
                <a16:creationId xmlns:a16="http://schemas.microsoft.com/office/drawing/2014/main" id="{32DE5688-5D20-465E-846A-78EB43BD1250}"/>
              </a:ext>
            </a:extLst>
          </p:cNvPr>
          <p:cNvSpPr>
            <a:spLocks xmlns:a="http://schemas.openxmlformats.org/drawingml/2006/main" noGrp="1"/>
          </p:cNvSpPr>
          <p:nvPr/>
        </p:nvSpPr>
        <p:spPr>
          <a:xfrm xmlns:a="http://schemas.openxmlformats.org/drawingml/2006/main">
            <a:off x="30032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2" name="g1237">
            <a:extLst xmlns:a="http://schemas.openxmlformats.org/drawingml/2006/main">
              <a:ext uri="{FF2B5EF4-FFF2-40B4-BE49-F238E27FC236}">
                <a16:creationId xmlns:a16="http://schemas.microsoft.com/office/drawing/2014/main" id="{AC694F23-CC02-476C-8420-D473BC84B713}"/>
              </a:ext>
            </a:extLst>
          </p:cNvPr>
          <p:cNvSpPr>
            <a:spLocks xmlns:a="http://schemas.openxmlformats.org/drawingml/2006/main" noGrp="1"/>
          </p:cNvSpPr>
          <p:nvPr/>
        </p:nvSpPr>
        <p:spPr>
          <a:xfrm xmlns:a="http://schemas.openxmlformats.org/drawingml/2006/main">
            <a:off x="30508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3" name="g1238">
            <a:extLst xmlns:a="http://schemas.openxmlformats.org/drawingml/2006/main">
              <a:ext uri="{FF2B5EF4-FFF2-40B4-BE49-F238E27FC236}">
                <a16:creationId xmlns:a16="http://schemas.microsoft.com/office/drawing/2014/main" id="{208E32D5-C6FE-4C4F-82EE-EED5E0139E76}"/>
              </a:ext>
            </a:extLst>
          </p:cNvPr>
          <p:cNvSpPr>
            <a:spLocks xmlns:a="http://schemas.openxmlformats.org/drawingml/2006/main" noGrp="1"/>
          </p:cNvSpPr>
          <p:nvPr/>
        </p:nvSpPr>
        <p:spPr>
          <a:xfrm xmlns:a="http://schemas.openxmlformats.org/drawingml/2006/main">
            <a:off x="30984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4" name="g1239">
            <a:extLst xmlns:a="http://schemas.openxmlformats.org/drawingml/2006/main">
              <a:ext uri="{FF2B5EF4-FFF2-40B4-BE49-F238E27FC236}">
                <a16:creationId xmlns:a16="http://schemas.microsoft.com/office/drawing/2014/main" id="{A3C144D2-4AE2-44AF-AD45-30BF09DCE83F}"/>
              </a:ext>
            </a:extLst>
          </p:cNvPr>
          <p:cNvSpPr>
            <a:spLocks xmlns:a="http://schemas.openxmlformats.org/drawingml/2006/main" noGrp="1"/>
          </p:cNvSpPr>
          <p:nvPr/>
        </p:nvSpPr>
        <p:spPr>
          <a:xfrm xmlns:a="http://schemas.openxmlformats.org/drawingml/2006/main">
            <a:off x="31461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5" name="g1240">
            <a:extLst xmlns:a="http://schemas.openxmlformats.org/drawingml/2006/main">
              <a:ext uri="{FF2B5EF4-FFF2-40B4-BE49-F238E27FC236}">
                <a16:creationId xmlns:a16="http://schemas.microsoft.com/office/drawing/2014/main" id="{732EC5CF-B797-4E6A-AFCD-694756FBF72C}"/>
              </a:ext>
            </a:extLst>
          </p:cNvPr>
          <p:cNvSpPr>
            <a:spLocks xmlns:a="http://schemas.openxmlformats.org/drawingml/2006/main" noGrp="1"/>
          </p:cNvSpPr>
          <p:nvPr/>
        </p:nvSpPr>
        <p:spPr>
          <a:xfrm xmlns:a="http://schemas.openxmlformats.org/drawingml/2006/main">
            <a:off x="31937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6" name="g1241">
            <a:extLst xmlns:a="http://schemas.openxmlformats.org/drawingml/2006/main">
              <a:ext uri="{FF2B5EF4-FFF2-40B4-BE49-F238E27FC236}">
                <a16:creationId xmlns:a16="http://schemas.microsoft.com/office/drawing/2014/main" id="{105F4D25-D485-41B0-9C2B-DA663E89C49C}"/>
              </a:ext>
            </a:extLst>
          </p:cNvPr>
          <p:cNvSpPr>
            <a:spLocks xmlns:a="http://schemas.openxmlformats.org/drawingml/2006/main" noGrp="1"/>
          </p:cNvSpPr>
          <p:nvPr/>
        </p:nvSpPr>
        <p:spPr>
          <a:xfrm xmlns:a="http://schemas.openxmlformats.org/drawingml/2006/main">
            <a:off x="32413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7" name="g1242">
            <a:extLst xmlns:a="http://schemas.openxmlformats.org/drawingml/2006/main">
              <a:ext uri="{FF2B5EF4-FFF2-40B4-BE49-F238E27FC236}">
                <a16:creationId xmlns:a16="http://schemas.microsoft.com/office/drawing/2014/main" id="{00135702-3E62-4310-A7D3-815D23DCEE4C}"/>
              </a:ext>
            </a:extLst>
          </p:cNvPr>
          <p:cNvSpPr>
            <a:spLocks xmlns:a="http://schemas.openxmlformats.org/drawingml/2006/main" noGrp="1"/>
          </p:cNvSpPr>
          <p:nvPr/>
        </p:nvSpPr>
        <p:spPr>
          <a:xfrm xmlns:a="http://schemas.openxmlformats.org/drawingml/2006/main">
            <a:off x="32889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8" name="g1243">
            <a:extLst xmlns:a="http://schemas.openxmlformats.org/drawingml/2006/main">
              <a:ext uri="{FF2B5EF4-FFF2-40B4-BE49-F238E27FC236}">
                <a16:creationId xmlns:a16="http://schemas.microsoft.com/office/drawing/2014/main" id="{62CC31D4-D2B8-4181-BD8F-706D1594BCDA}"/>
              </a:ext>
            </a:extLst>
          </p:cNvPr>
          <p:cNvSpPr>
            <a:spLocks xmlns:a="http://schemas.openxmlformats.org/drawingml/2006/main" noGrp="1"/>
          </p:cNvSpPr>
          <p:nvPr/>
        </p:nvSpPr>
        <p:spPr>
          <a:xfrm xmlns:a="http://schemas.openxmlformats.org/drawingml/2006/main">
            <a:off x="33366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59" name="g1244">
            <a:extLst xmlns:a="http://schemas.openxmlformats.org/drawingml/2006/main">
              <a:ext uri="{FF2B5EF4-FFF2-40B4-BE49-F238E27FC236}">
                <a16:creationId xmlns:a16="http://schemas.microsoft.com/office/drawing/2014/main" id="{823D4D1C-D697-4084-92DF-052181088ED1}"/>
              </a:ext>
            </a:extLst>
          </p:cNvPr>
          <p:cNvSpPr>
            <a:spLocks xmlns:a="http://schemas.openxmlformats.org/drawingml/2006/main" noGrp="1"/>
          </p:cNvSpPr>
          <p:nvPr/>
        </p:nvSpPr>
        <p:spPr>
          <a:xfrm xmlns:a="http://schemas.openxmlformats.org/drawingml/2006/main">
            <a:off x="33842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0" name="g1245">
            <a:extLst xmlns:a="http://schemas.openxmlformats.org/drawingml/2006/main">
              <a:ext uri="{FF2B5EF4-FFF2-40B4-BE49-F238E27FC236}">
                <a16:creationId xmlns:a16="http://schemas.microsoft.com/office/drawing/2014/main" id="{86E2B838-C90C-477E-9211-73905728AA47}"/>
              </a:ext>
            </a:extLst>
          </p:cNvPr>
          <p:cNvSpPr>
            <a:spLocks xmlns:a="http://schemas.openxmlformats.org/drawingml/2006/main" noGrp="1"/>
          </p:cNvSpPr>
          <p:nvPr/>
        </p:nvSpPr>
        <p:spPr>
          <a:xfrm xmlns:a="http://schemas.openxmlformats.org/drawingml/2006/main">
            <a:off x="34318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1" name="g1246">
            <a:extLst xmlns:a="http://schemas.openxmlformats.org/drawingml/2006/main">
              <a:ext uri="{FF2B5EF4-FFF2-40B4-BE49-F238E27FC236}">
                <a16:creationId xmlns:a16="http://schemas.microsoft.com/office/drawing/2014/main" id="{A60349FD-42C1-4310-85E0-AA1E7CF99CB1}"/>
              </a:ext>
            </a:extLst>
          </p:cNvPr>
          <p:cNvSpPr>
            <a:spLocks xmlns:a="http://schemas.openxmlformats.org/drawingml/2006/main" noGrp="1"/>
          </p:cNvSpPr>
          <p:nvPr/>
        </p:nvSpPr>
        <p:spPr>
          <a:xfrm xmlns:a="http://schemas.openxmlformats.org/drawingml/2006/main">
            <a:off x="34794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2" name="g1247">
            <a:extLst xmlns:a="http://schemas.openxmlformats.org/drawingml/2006/main">
              <a:ext uri="{FF2B5EF4-FFF2-40B4-BE49-F238E27FC236}">
                <a16:creationId xmlns:a16="http://schemas.microsoft.com/office/drawing/2014/main" id="{287D6CC7-0192-4FB7-91BB-FDA8A4601B9C}"/>
              </a:ext>
            </a:extLst>
          </p:cNvPr>
          <p:cNvSpPr>
            <a:spLocks xmlns:a="http://schemas.openxmlformats.org/drawingml/2006/main" noGrp="1"/>
          </p:cNvSpPr>
          <p:nvPr/>
        </p:nvSpPr>
        <p:spPr>
          <a:xfrm xmlns:a="http://schemas.openxmlformats.org/drawingml/2006/main">
            <a:off x="35271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3" name="g1248">
            <a:extLst xmlns:a="http://schemas.openxmlformats.org/drawingml/2006/main">
              <a:ext uri="{FF2B5EF4-FFF2-40B4-BE49-F238E27FC236}">
                <a16:creationId xmlns:a16="http://schemas.microsoft.com/office/drawing/2014/main" id="{9CB99257-A69F-4B01-BBCC-295449B1D543}"/>
              </a:ext>
            </a:extLst>
          </p:cNvPr>
          <p:cNvSpPr>
            <a:spLocks xmlns:a="http://schemas.openxmlformats.org/drawingml/2006/main" noGrp="1"/>
          </p:cNvSpPr>
          <p:nvPr/>
        </p:nvSpPr>
        <p:spPr>
          <a:xfrm xmlns:a="http://schemas.openxmlformats.org/drawingml/2006/main">
            <a:off x="35747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4" name="g1249">
            <a:extLst xmlns:a="http://schemas.openxmlformats.org/drawingml/2006/main">
              <a:ext uri="{FF2B5EF4-FFF2-40B4-BE49-F238E27FC236}">
                <a16:creationId xmlns:a16="http://schemas.microsoft.com/office/drawing/2014/main" id="{43FBECDB-8C8D-4FFF-82AA-2DB300277444}"/>
              </a:ext>
            </a:extLst>
          </p:cNvPr>
          <p:cNvSpPr>
            <a:spLocks xmlns:a="http://schemas.openxmlformats.org/drawingml/2006/main" noGrp="1"/>
          </p:cNvSpPr>
          <p:nvPr/>
        </p:nvSpPr>
        <p:spPr>
          <a:xfrm xmlns:a="http://schemas.openxmlformats.org/drawingml/2006/main">
            <a:off x="36223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5" name="g1250">
            <a:extLst xmlns:a="http://schemas.openxmlformats.org/drawingml/2006/main">
              <a:ext uri="{FF2B5EF4-FFF2-40B4-BE49-F238E27FC236}">
                <a16:creationId xmlns:a16="http://schemas.microsoft.com/office/drawing/2014/main" id="{E074B940-3A9E-418F-B3E7-5FC2D51567C0}"/>
              </a:ext>
            </a:extLst>
          </p:cNvPr>
          <p:cNvSpPr>
            <a:spLocks xmlns:a="http://schemas.openxmlformats.org/drawingml/2006/main" noGrp="1"/>
          </p:cNvSpPr>
          <p:nvPr/>
        </p:nvSpPr>
        <p:spPr>
          <a:xfrm xmlns:a="http://schemas.openxmlformats.org/drawingml/2006/main">
            <a:off x="36699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6" name="g1251">
            <a:extLst xmlns:a="http://schemas.openxmlformats.org/drawingml/2006/main">
              <a:ext uri="{FF2B5EF4-FFF2-40B4-BE49-F238E27FC236}">
                <a16:creationId xmlns:a16="http://schemas.microsoft.com/office/drawing/2014/main" id="{881E6A23-F339-4905-8E33-2AF16F688514}"/>
              </a:ext>
            </a:extLst>
          </p:cNvPr>
          <p:cNvSpPr>
            <a:spLocks xmlns:a="http://schemas.openxmlformats.org/drawingml/2006/main" noGrp="1"/>
          </p:cNvSpPr>
          <p:nvPr/>
        </p:nvSpPr>
        <p:spPr>
          <a:xfrm xmlns:a="http://schemas.openxmlformats.org/drawingml/2006/main">
            <a:off x="37176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867" name="g1252">
            <a:extLst xmlns:a="http://schemas.openxmlformats.org/drawingml/2006/main">
              <a:ext uri="{FF2B5EF4-FFF2-40B4-BE49-F238E27FC236}">
                <a16:creationId xmlns:a16="http://schemas.microsoft.com/office/drawing/2014/main" id="{23852EBC-B468-492F-9AC8-F836CBC86A7B}"/>
              </a:ext>
            </a:extLst>
          </p:cNvPr>
          <p:cNvSpPr>
            <a:spLocks xmlns:a="http://schemas.openxmlformats.org/drawingml/2006/main" noGrp="1"/>
          </p:cNvSpPr>
          <p:nvPr/>
        </p:nvSpPr>
        <p:spPr>
          <a:xfrm xmlns:a="http://schemas.openxmlformats.org/drawingml/2006/main">
            <a:off x="3765236" y="3381375"/>
            <a:ext cx="6664" cy="953"/>
          </a:xfrm>
          <a:custGeom xmlns:a="http://schemas.openxmlformats.org/drawingml/2006/main">
            <a:pathLst>
              <a:path w="6664" h="953">
                <a:moveTo>
                  <a:pt x="0" y="0"/>
                </a:moveTo>
                <a:lnTo>
                  <a:pt x="6664" y="0"/>
                </a:lnTo>
              </a:path>
            </a:pathLst>
          </a:custGeom>
          <a:noFill xmlns:a="http://schemas.openxmlformats.org/drawingml/2006/main"/>
          <a:ln xmlns:a="http://schemas.openxmlformats.org/drawingml/2006/main" w="6668">
            <a:solidFill>
              <a:srgbClr val="9D9D9D"/>
            </a:solidFill>
          </a:ln>
        </p:spPr>
      </p:sp>
      <p:sp>
        <p:nvSpPr>
          <p:cNvPr id="868" name="g1253">
            <a:extLst xmlns:a="http://schemas.openxmlformats.org/drawingml/2006/main">
              <a:ext uri="{FF2B5EF4-FFF2-40B4-BE49-F238E27FC236}">
                <a16:creationId xmlns:a16="http://schemas.microsoft.com/office/drawing/2014/main" id="{8163CC94-49CB-427B-A354-27B80627448A}"/>
              </a:ext>
            </a:extLst>
          </p:cNvPr>
          <p:cNvSpPr>
            <a:spLocks xmlns:a="http://schemas.openxmlformats.org/drawingml/2006/main" noGrp="1"/>
          </p:cNvSpPr>
          <p:nvPr/>
        </p:nvSpPr>
        <p:spPr>
          <a:xfrm xmlns:a="http://schemas.openxmlformats.org/drawingml/2006/main">
            <a:off x="4210050" y="3381375"/>
            <a:ext cx="7324725" cy="2219325"/>
          </a:xfrm>
          <a:prstGeom xmlns:a="http://schemas.openxmlformats.org/drawingml/2006/main" prst="roundRect">
            <a:avLst>
              <a:gd name="adj" fmla="val 16309"/>
            </a:avLst>
          </a:prstGeom>
          <a:solidFill xmlns:a="http://schemas.openxmlformats.org/drawingml/2006/main">
            <a:srgbClr val="FFFFFF"/>
          </a:solidFill>
          <a:ln xmlns:a="http://schemas.openxmlformats.org/drawingml/2006/main" w="0">
            <a:noFill/>
          </a:ln>
        </p:spPr>
      </p:sp>
      <p:sp>
        <p:nvSpPr>
          <p:cNvPr id="869" name="g1254">
            <a:extLst xmlns:a="http://schemas.openxmlformats.org/drawingml/2006/main">
              <a:ext uri="{FF2B5EF4-FFF2-40B4-BE49-F238E27FC236}">
                <a16:creationId xmlns:a16="http://schemas.microsoft.com/office/drawing/2014/main" id="{6D1643CC-EBA6-40D4-9F7D-D8B8A3F36329}"/>
              </a:ext>
            </a:extLst>
          </p:cNvPr>
          <p:cNvSpPr>
            <a:spLocks xmlns:a="http://schemas.openxmlformats.org/drawingml/2006/main" noGrp="1"/>
          </p:cNvSpPr>
          <p:nvPr/>
        </p:nvSpPr>
        <p:spPr>
          <a:xfrm xmlns:a="http://schemas.openxmlformats.org/drawingml/2006/main">
            <a:off x="11172825" y="3381375"/>
            <a:ext cx="28398" cy="1116"/>
          </a:xfrm>
          <a:custGeom xmlns:a="http://schemas.openxmlformats.org/drawingml/2006/main">
            <a:pathLst>
              <a:path w="28398" h="1116">
                <a:moveTo>
                  <a:pt x="0" y="0"/>
                </a:moveTo>
                <a:lnTo>
                  <a:pt x="28398" y="1116"/>
                </a:lnTo>
              </a:path>
            </a:pathLst>
          </a:custGeom>
          <a:noFill xmlns:a="http://schemas.openxmlformats.org/drawingml/2006/main"/>
          <a:ln xmlns:a="http://schemas.openxmlformats.org/drawingml/2006/main" w="6668">
            <a:solidFill>
              <a:srgbClr val="9D9D9D"/>
            </a:solidFill>
          </a:ln>
        </p:spPr>
      </p:sp>
      <p:sp>
        <p:nvSpPr>
          <p:cNvPr id="870" name="g1255">
            <a:extLst xmlns:a="http://schemas.openxmlformats.org/drawingml/2006/main">
              <a:ext uri="{FF2B5EF4-FFF2-40B4-BE49-F238E27FC236}">
                <a16:creationId xmlns:a16="http://schemas.microsoft.com/office/drawing/2014/main" id="{7E674526-20CE-4452-A807-833014CA0EF1}"/>
              </a:ext>
            </a:extLst>
          </p:cNvPr>
          <p:cNvSpPr>
            <a:spLocks xmlns:a="http://schemas.openxmlformats.org/drawingml/2006/main" noGrp="1"/>
          </p:cNvSpPr>
          <p:nvPr/>
        </p:nvSpPr>
        <p:spPr>
          <a:xfrm xmlns:a="http://schemas.openxmlformats.org/drawingml/2006/main">
            <a:off x="11201223" y="3382491"/>
            <a:ext cx="953" cy="953"/>
          </a:xfrm>
          <a:custGeom xmlns:a="http://schemas.openxmlformats.org/drawingml/2006/main">
            <a:pathLst>
              <a:path w="953" h="953">
                <a:moveTo>
                  <a:pt x="0" y="0"/>
                </a:moveTo>
                <a:lnTo>
                  <a:pt x="154" y="18"/>
                </a:lnTo>
              </a:path>
            </a:pathLst>
          </a:custGeom>
          <a:noFill xmlns:a="http://schemas.openxmlformats.org/drawingml/2006/main"/>
          <a:ln xmlns:a="http://schemas.openxmlformats.org/drawingml/2006/main" w="6668">
            <a:solidFill>
              <a:srgbClr val="9D9D9D"/>
            </a:solidFill>
          </a:ln>
        </p:spPr>
      </p:sp>
      <p:sp>
        <p:nvSpPr>
          <p:cNvPr id="871" name="g1256">
            <a:extLst xmlns:a="http://schemas.openxmlformats.org/drawingml/2006/main">
              <a:ext uri="{FF2B5EF4-FFF2-40B4-BE49-F238E27FC236}">
                <a16:creationId xmlns:a16="http://schemas.microsoft.com/office/drawing/2014/main" id="{0F30D8D7-96EB-4BE8-B5E3-0D5EA688E76A}"/>
              </a:ext>
            </a:extLst>
          </p:cNvPr>
          <p:cNvSpPr>
            <a:spLocks xmlns:a="http://schemas.openxmlformats.org/drawingml/2006/main" noGrp="1"/>
          </p:cNvSpPr>
          <p:nvPr/>
        </p:nvSpPr>
        <p:spPr>
          <a:xfrm xmlns:a="http://schemas.openxmlformats.org/drawingml/2006/main">
            <a:off x="11220295" y="3384748"/>
            <a:ext cx="9151" cy="1083"/>
          </a:xfrm>
          <a:custGeom xmlns:a="http://schemas.openxmlformats.org/drawingml/2006/main">
            <a:pathLst>
              <a:path w="9151" h="1083">
                <a:moveTo>
                  <a:pt x="0" y="0"/>
                </a:moveTo>
                <a:lnTo>
                  <a:pt x="9151" y="1083"/>
                </a:lnTo>
              </a:path>
            </a:pathLst>
          </a:custGeom>
          <a:noFill xmlns:a="http://schemas.openxmlformats.org/drawingml/2006/main"/>
          <a:ln xmlns:a="http://schemas.openxmlformats.org/drawingml/2006/main" w="6668">
            <a:solidFill>
              <a:srgbClr val="9D9D9D"/>
            </a:solidFill>
          </a:ln>
        </p:spPr>
      </p:sp>
      <p:sp>
        <p:nvSpPr>
          <p:cNvPr id="872" name="g1257">
            <a:extLst xmlns:a="http://schemas.openxmlformats.org/drawingml/2006/main">
              <a:ext uri="{FF2B5EF4-FFF2-40B4-BE49-F238E27FC236}">
                <a16:creationId xmlns:a16="http://schemas.microsoft.com/office/drawing/2014/main" id="{EA1BA570-9A6F-4BFE-AF9B-8A867E34080B}"/>
              </a:ext>
            </a:extLst>
          </p:cNvPr>
          <p:cNvSpPr>
            <a:spLocks xmlns:a="http://schemas.openxmlformats.org/drawingml/2006/main" noGrp="1"/>
          </p:cNvSpPr>
          <p:nvPr/>
        </p:nvSpPr>
        <p:spPr>
          <a:xfrm xmlns:a="http://schemas.openxmlformats.org/drawingml/2006/main">
            <a:off x="11229446" y="3385831"/>
            <a:ext cx="18988" cy="3777"/>
          </a:xfrm>
          <a:custGeom xmlns:a="http://schemas.openxmlformats.org/drawingml/2006/main">
            <a:pathLst>
              <a:path w="18988" h="3777">
                <a:moveTo>
                  <a:pt x="0" y="0"/>
                </a:moveTo>
                <a:lnTo>
                  <a:pt x="18988" y="3777"/>
                </a:lnTo>
              </a:path>
            </a:pathLst>
          </a:custGeom>
          <a:noFill xmlns:a="http://schemas.openxmlformats.org/drawingml/2006/main"/>
          <a:ln xmlns:a="http://schemas.openxmlformats.org/drawingml/2006/main" w="6668">
            <a:solidFill>
              <a:srgbClr val="9D9D9D"/>
            </a:solidFill>
          </a:ln>
        </p:spPr>
      </p:sp>
      <p:sp>
        <p:nvSpPr>
          <p:cNvPr id="873" name="g1258">
            <a:extLst xmlns:a="http://schemas.openxmlformats.org/drawingml/2006/main">
              <a:ext uri="{FF2B5EF4-FFF2-40B4-BE49-F238E27FC236}">
                <a16:creationId xmlns:a16="http://schemas.microsoft.com/office/drawing/2014/main" id="{724C2784-B2F5-46AC-9424-CACEF8D26F36}"/>
              </a:ext>
            </a:extLst>
          </p:cNvPr>
          <p:cNvSpPr>
            <a:spLocks xmlns:a="http://schemas.openxmlformats.org/drawingml/2006/main" noGrp="1"/>
          </p:cNvSpPr>
          <p:nvPr/>
        </p:nvSpPr>
        <p:spPr>
          <a:xfrm xmlns:a="http://schemas.openxmlformats.org/drawingml/2006/main">
            <a:off x="11266935" y="3394087"/>
            <a:ext cx="17739" cy="5003"/>
          </a:xfrm>
          <a:custGeom xmlns:a="http://schemas.openxmlformats.org/drawingml/2006/main">
            <a:pathLst>
              <a:path w="17739" h="5003">
                <a:moveTo>
                  <a:pt x="0" y="0"/>
                </a:moveTo>
                <a:lnTo>
                  <a:pt x="17739" y="5003"/>
                </a:lnTo>
              </a:path>
            </a:pathLst>
          </a:custGeom>
          <a:noFill xmlns:a="http://schemas.openxmlformats.org/drawingml/2006/main"/>
          <a:ln xmlns:a="http://schemas.openxmlformats.org/drawingml/2006/main" w="6668">
            <a:solidFill>
              <a:srgbClr val="9D9D9D"/>
            </a:solidFill>
          </a:ln>
        </p:spPr>
      </p:sp>
      <p:sp>
        <p:nvSpPr>
          <p:cNvPr id="874" name="g1259">
            <a:extLst xmlns:a="http://schemas.openxmlformats.org/drawingml/2006/main">
              <a:ext uri="{FF2B5EF4-FFF2-40B4-BE49-F238E27FC236}">
                <a16:creationId xmlns:a16="http://schemas.microsoft.com/office/drawing/2014/main" id="{16815A4A-DF2A-47C8-9F6A-BD5BBFA45367}"/>
              </a:ext>
            </a:extLst>
          </p:cNvPr>
          <p:cNvSpPr>
            <a:spLocks xmlns:a="http://schemas.openxmlformats.org/drawingml/2006/main" noGrp="1"/>
          </p:cNvSpPr>
          <p:nvPr/>
        </p:nvSpPr>
        <p:spPr>
          <a:xfrm xmlns:a="http://schemas.openxmlformats.org/drawingml/2006/main">
            <a:off x="11284674" y="3399090"/>
            <a:ext cx="9517" cy="3511"/>
          </a:xfrm>
          <a:custGeom xmlns:a="http://schemas.openxmlformats.org/drawingml/2006/main">
            <a:pathLst>
              <a:path w="9517" h="3511">
                <a:moveTo>
                  <a:pt x="0" y="0"/>
                </a:moveTo>
                <a:lnTo>
                  <a:pt x="9517" y="3511"/>
                </a:lnTo>
              </a:path>
            </a:pathLst>
          </a:custGeom>
          <a:noFill xmlns:a="http://schemas.openxmlformats.org/drawingml/2006/main"/>
          <a:ln xmlns:a="http://schemas.openxmlformats.org/drawingml/2006/main" w="6668">
            <a:solidFill>
              <a:srgbClr val="9D9D9D"/>
            </a:solidFill>
          </a:ln>
        </p:spPr>
      </p:sp>
      <p:sp>
        <p:nvSpPr>
          <p:cNvPr id="875" name="g1260">
            <a:extLst xmlns:a="http://schemas.openxmlformats.org/drawingml/2006/main">
              <a:ext uri="{FF2B5EF4-FFF2-40B4-BE49-F238E27FC236}">
                <a16:creationId xmlns:a16="http://schemas.microsoft.com/office/drawing/2014/main" id="{A83FB9B5-D44D-4008-8ADE-F7EA4E34AE2C}"/>
              </a:ext>
            </a:extLst>
          </p:cNvPr>
          <p:cNvSpPr>
            <a:spLocks xmlns:a="http://schemas.openxmlformats.org/drawingml/2006/main" noGrp="1"/>
          </p:cNvSpPr>
          <p:nvPr/>
        </p:nvSpPr>
        <p:spPr>
          <a:xfrm xmlns:a="http://schemas.openxmlformats.org/drawingml/2006/main">
            <a:off x="11312040" y="3409251"/>
            <a:ext cx="25107" cy="11574"/>
          </a:xfrm>
          <a:custGeom xmlns:a="http://schemas.openxmlformats.org/drawingml/2006/main">
            <a:pathLst>
              <a:path w="25107" h="11574">
                <a:moveTo>
                  <a:pt x="0" y="0"/>
                </a:moveTo>
                <a:lnTo>
                  <a:pt x="25107" y="11574"/>
                </a:lnTo>
              </a:path>
            </a:pathLst>
          </a:custGeom>
          <a:noFill xmlns:a="http://schemas.openxmlformats.org/drawingml/2006/main"/>
          <a:ln xmlns:a="http://schemas.openxmlformats.org/drawingml/2006/main" w="6668">
            <a:solidFill>
              <a:srgbClr val="9D9D9D"/>
            </a:solidFill>
          </a:ln>
        </p:spPr>
      </p:sp>
      <p:sp>
        <p:nvSpPr>
          <p:cNvPr id="876" name="g1261">
            <a:extLst xmlns:a="http://schemas.openxmlformats.org/drawingml/2006/main">
              <a:ext uri="{FF2B5EF4-FFF2-40B4-BE49-F238E27FC236}">
                <a16:creationId xmlns:a16="http://schemas.microsoft.com/office/drawing/2014/main" id="{3798FB0C-5EF6-4D45-8DC2-B9BA88A9A919}"/>
              </a:ext>
            </a:extLst>
          </p:cNvPr>
          <p:cNvSpPr>
            <a:spLocks xmlns:a="http://schemas.openxmlformats.org/drawingml/2006/main" noGrp="1"/>
          </p:cNvSpPr>
          <p:nvPr/>
        </p:nvSpPr>
        <p:spPr>
          <a:xfrm xmlns:a="http://schemas.openxmlformats.org/drawingml/2006/main">
            <a:off x="11337147" y="3420825"/>
            <a:ext cx="953" cy="953"/>
          </a:xfrm>
          <a:custGeom xmlns:a="http://schemas.openxmlformats.org/drawingml/2006/main">
            <a:pathLst>
              <a:path w="953" h="953">
                <a:moveTo>
                  <a:pt x="0" y="0"/>
                </a:moveTo>
                <a:lnTo>
                  <a:pt x="810" y="454"/>
                </a:lnTo>
              </a:path>
            </a:pathLst>
          </a:custGeom>
          <a:noFill xmlns:a="http://schemas.openxmlformats.org/drawingml/2006/main"/>
          <a:ln xmlns:a="http://schemas.openxmlformats.org/drawingml/2006/main" w="6668">
            <a:solidFill>
              <a:srgbClr val="9D9D9D"/>
            </a:solidFill>
          </a:ln>
        </p:spPr>
      </p:sp>
      <p:sp>
        <p:nvSpPr>
          <p:cNvPr id="877" name="g1262">
            <a:extLst xmlns:a="http://schemas.openxmlformats.org/drawingml/2006/main">
              <a:ext uri="{FF2B5EF4-FFF2-40B4-BE49-F238E27FC236}">
                <a16:creationId xmlns:a16="http://schemas.microsoft.com/office/drawing/2014/main" id="{F03AE966-868F-4985-88FC-EAC5AF2F7A3F}"/>
              </a:ext>
            </a:extLst>
          </p:cNvPr>
          <p:cNvSpPr>
            <a:spLocks xmlns:a="http://schemas.openxmlformats.org/drawingml/2006/main" noGrp="1"/>
          </p:cNvSpPr>
          <p:nvPr/>
        </p:nvSpPr>
        <p:spPr>
          <a:xfrm xmlns:a="http://schemas.openxmlformats.org/drawingml/2006/main">
            <a:off x="11354578" y="3430587"/>
            <a:ext cx="7365" cy="4125"/>
          </a:xfrm>
          <a:custGeom xmlns:a="http://schemas.openxmlformats.org/drawingml/2006/main">
            <a:pathLst>
              <a:path w="7365" h="4125">
                <a:moveTo>
                  <a:pt x="0" y="0"/>
                </a:moveTo>
                <a:lnTo>
                  <a:pt x="7365" y="4125"/>
                </a:lnTo>
              </a:path>
            </a:pathLst>
          </a:custGeom>
          <a:noFill xmlns:a="http://schemas.openxmlformats.org/drawingml/2006/main"/>
          <a:ln xmlns:a="http://schemas.openxmlformats.org/drawingml/2006/main" w="6668">
            <a:solidFill>
              <a:srgbClr val="9D9D9D"/>
            </a:solidFill>
          </a:ln>
        </p:spPr>
      </p:sp>
      <p:sp>
        <p:nvSpPr>
          <p:cNvPr id="878" name="g1263">
            <a:extLst xmlns:a="http://schemas.openxmlformats.org/drawingml/2006/main">
              <a:ext uri="{FF2B5EF4-FFF2-40B4-BE49-F238E27FC236}">
                <a16:creationId xmlns:a16="http://schemas.microsoft.com/office/drawing/2014/main" id="{D80B78C7-0964-4ED2-978C-78ACD1E1F7E0}"/>
              </a:ext>
            </a:extLst>
          </p:cNvPr>
          <p:cNvSpPr>
            <a:spLocks xmlns:a="http://schemas.openxmlformats.org/drawingml/2006/main" noGrp="1"/>
          </p:cNvSpPr>
          <p:nvPr/>
        </p:nvSpPr>
        <p:spPr>
          <a:xfrm xmlns:a="http://schemas.openxmlformats.org/drawingml/2006/main">
            <a:off x="11361943" y="3434712"/>
            <a:ext cx="16741" cy="11186"/>
          </a:xfrm>
          <a:custGeom xmlns:a="http://schemas.openxmlformats.org/drawingml/2006/main">
            <a:pathLst>
              <a:path w="16741" h="11186">
                <a:moveTo>
                  <a:pt x="0" y="0"/>
                </a:moveTo>
                <a:lnTo>
                  <a:pt x="16741" y="11186"/>
                </a:lnTo>
              </a:path>
            </a:pathLst>
          </a:custGeom>
          <a:noFill xmlns:a="http://schemas.openxmlformats.org/drawingml/2006/main"/>
          <a:ln xmlns:a="http://schemas.openxmlformats.org/drawingml/2006/main" w="6668">
            <a:solidFill>
              <a:srgbClr val="9D9D9D"/>
            </a:solidFill>
          </a:ln>
        </p:spPr>
      </p:sp>
      <p:sp>
        <p:nvSpPr>
          <p:cNvPr id="879" name="g1264">
            <a:extLst xmlns:a="http://schemas.openxmlformats.org/drawingml/2006/main">
              <a:ext uri="{FF2B5EF4-FFF2-40B4-BE49-F238E27FC236}">
                <a16:creationId xmlns:a16="http://schemas.microsoft.com/office/drawing/2014/main" id="{D6653516-610A-472C-9BDC-440E993D3173}"/>
              </a:ext>
            </a:extLst>
          </p:cNvPr>
          <p:cNvSpPr>
            <a:spLocks xmlns:a="http://schemas.openxmlformats.org/drawingml/2006/main" noGrp="1"/>
          </p:cNvSpPr>
          <p:nvPr/>
        </p:nvSpPr>
        <p:spPr>
          <a:xfrm xmlns:a="http://schemas.openxmlformats.org/drawingml/2006/main">
            <a:off x="11394027" y="3457165"/>
            <a:ext cx="13866" cy="10931"/>
          </a:xfrm>
          <a:custGeom xmlns:a="http://schemas.openxmlformats.org/drawingml/2006/main">
            <a:pathLst>
              <a:path w="13866" h="10931">
                <a:moveTo>
                  <a:pt x="0" y="0"/>
                </a:moveTo>
                <a:lnTo>
                  <a:pt x="13866" y="10931"/>
                </a:lnTo>
              </a:path>
            </a:pathLst>
          </a:custGeom>
          <a:noFill xmlns:a="http://schemas.openxmlformats.org/drawingml/2006/main"/>
          <a:ln xmlns:a="http://schemas.openxmlformats.org/drawingml/2006/main" w="6668">
            <a:solidFill>
              <a:srgbClr val="9D9D9D"/>
            </a:solidFill>
          </a:ln>
        </p:spPr>
      </p:sp>
      <p:sp>
        <p:nvSpPr>
          <p:cNvPr id="880" name="g1265">
            <a:extLst xmlns:a="http://schemas.openxmlformats.org/drawingml/2006/main">
              <a:ext uri="{FF2B5EF4-FFF2-40B4-BE49-F238E27FC236}">
                <a16:creationId xmlns:a16="http://schemas.microsoft.com/office/drawing/2014/main" id="{2999F8D1-AEA8-4B83-9D76-BA94DC0A83DE}"/>
              </a:ext>
            </a:extLst>
          </p:cNvPr>
          <p:cNvSpPr>
            <a:spLocks xmlns:a="http://schemas.openxmlformats.org/drawingml/2006/main" noGrp="1"/>
          </p:cNvSpPr>
          <p:nvPr/>
        </p:nvSpPr>
        <p:spPr>
          <a:xfrm xmlns:a="http://schemas.openxmlformats.org/drawingml/2006/main">
            <a:off x="11407893" y="3468096"/>
            <a:ext cx="8018" cy="7411"/>
          </a:xfrm>
          <a:custGeom xmlns:a="http://schemas.openxmlformats.org/drawingml/2006/main">
            <a:pathLst>
              <a:path w="8018" h="7411">
                <a:moveTo>
                  <a:pt x="0" y="0"/>
                </a:moveTo>
                <a:lnTo>
                  <a:pt x="8018" y="7411"/>
                </a:lnTo>
              </a:path>
            </a:pathLst>
          </a:custGeom>
          <a:noFill xmlns:a="http://schemas.openxmlformats.org/drawingml/2006/main"/>
          <a:ln xmlns:a="http://schemas.openxmlformats.org/drawingml/2006/main" w="6668">
            <a:solidFill>
              <a:srgbClr val="9D9D9D"/>
            </a:solidFill>
          </a:ln>
        </p:spPr>
      </p:sp>
      <p:sp>
        <p:nvSpPr>
          <p:cNvPr id="881" name="g1266">
            <a:extLst xmlns:a="http://schemas.openxmlformats.org/drawingml/2006/main">
              <a:ext uri="{FF2B5EF4-FFF2-40B4-BE49-F238E27FC236}">
                <a16:creationId xmlns:a16="http://schemas.microsoft.com/office/drawing/2014/main" id="{1FB816D0-500F-4A10-A452-F7039F95D108}"/>
              </a:ext>
            </a:extLst>
          </p:cNvPr>
          <p:cNvSpPr>
            <a:spLocks xmlns:a="http://schemas.openxmlformats.org/drawingml/2006/main" noGrp="1"/>
          </p:cNvSpPr>
          <p:nvPr/>
        </p:nvSpPr>
        <p:spPr>
          <a:xfrm xmlns:a="http://schemas.openxmlformats.org/drawingml/2006/main">
            <a:off x="11429813" y="3488525"/>
            <a:ext cx="18241" cy="19733"/>
          </a:xfrm>
          <a:custGeom xmlns:a="http://schemas.openxmlformats.org/drawingml/2006/main">
            <a:pathLst>
              <a:path w="18241" h="19733">
                <a:moveTo>
                  <a:pt x="0" y="0"/>
                </a:moveTo>
                <a:lnTo>
                  <a:pt x="18241" y="19733"/>
                </a:lnTo>
              </a:path>
            </a:pathLst>
          </a:custGeom>
          <a:noFill xmlns:a="http://schemas.openxmlformats.org/drawingml/2006/main"/>
          <a:ln xmlns:a="http://schemas.openxmlformats.org/drawingml/2006/main" w="6668">
            <a:solidFill>
              <a:srgbClr val="9D9D9D"/>
            </a:solidFill>
          </a:ln>
        </p:spPr>
      </p:sp>
      <p:sp>
        <p:nvSpPr>
          <p:cNvPr id="882" name="g1267">
            <a:extLst xmlns:a="http://schemas.openxmlformats.org/drawingml/2006/main">
              <a:ext uri="{FF2B5EF4-FFF2-40B4-BE49-F238E27FC236}">
                <a16:creationId xmlns:a16="http://schemas.microsoft.com/office/drawing/2014/main" id="{7DB35D37-36DA-438C-999B-D7ABFD8C04A1}"/>
              </a:ext>
            </a:extLst>
          </p:cNvPr>
          <p:cNvSpPr>
            <a:spLocks xmlns:a="http://schemas.openxmlformats.org/drawingml/2006/main" noGrp="1"/>
          </p:cNvSpPr>
          <p:nvPr/>
        </p:nvSpPr>
        <p:spPr>
          <a:xfrm xmlns:a="http://schemas.openxmlformats.org/drawingml/2006/main">
            <a:off x="11448054" y="3508257"/>
            <a:ext cx="1054" cy="1337"/>
          </a:xfrm>
          <a:custGeom xmlns:a="http://schemas.openxmlformats.org/drawingml/2006/main">
            <a:pathLst>
              <a:path w="1054" h="1337">
                <a:moveTo>
                  <a:pt x="0" y="0"/>
                </a:moveTo>
                <a:lnTo>
                  <a:pt x="1054" y="1337"/>
                </a:lnTo>
              </a:path>
            </a:pathLst>
          </a:custGeom>
          <a:noFill xmlns:a="http://schemas.openxmlformats.org/drawingml/2006/main"/>
          <a:ln xmlns:a="http://schemas.openxmlformats.org/drawingml/2006/main" w="6668">
            <a:solidFill>
              <a:srgbClr val="9D9D9D"/>
            </a:solidFill>
          </a:ln>
        </p:spPr>
      </p:sp>
      <p:sp>
        <p:nvSpPr>
          <p:cNvPr id="883" name="g1268">
            <a:extLst xmlns:a="http://schemas.openxmlformats.org/drawingml/2006/main">
              <a:ext uri="{FF2B5EF4-FFF2-40B4-BE49-F238E27FC236}">
                <a16:creationId xmlns:a16="http://schemas.microsoft.com/office/drawing/2014/main" id="{D9EDD7DF-19D2-4511-8703-583EC86316CC}"/>
              </a:ext>
            </a:extLst>
          </p:cNvPr>
          <p:cNvSpPr>
            <a:spLocks xmlns:a="http://schemas.openxmlformats.org/drawingml/2006/main" noGrp="1"/>
          </p:cNvSpPr>
          <p:nvPr/>
        </p:nvSpPr>
        <p:spPr>
          <a:xfrm xmlns:a="http://schemas.openxmlformats.org/drawingml/2006/main">
            <a:off x="11460902" y="3524555"/>
            <a:ext cx="4747" cy="6021"/>
          </a:xfrm>
          <a:custGeom xmlns:a="http://schemas.openxmlformats.org/drawingml/2006/main">
            <a:pathLst>
              <a:path w="4747" h="6021">
                <a:moveTo>
                  <a:pt x="0" y="0"/>
                </a:moveTo>
                <a:lnTo>
                  <a:pt x="4747" y="6021"/>
                </a:lnTo>
              </a:path>
            </a:pathLst>
          </a:custGeom>
          <a:noFill xmlns:a="http://schemas.openxmlformats.org/drawingml/2006/main"/>
          <a:ln xmlns:a="http://schemas.openxmlformats.org/drawingml/2006/main" w="6668">
            <a:solidFill>
              <a:srgbClr val="9D9D9D"/>
            </a:solidFill>
          </a:ln>
        </p:spPr>
      </p:sp>
      <p:sp>
        <p:nvSpPr>
          <p:cNvPr id="884" name="g1269">
            <a:extLst xmlns:a="http://schemas.openxmlformats.org/drawingml/2006/main">
              <a:ext uri="{FF2B5EF4-FFF2-40B4-BE49-F238E27FC236}">
                <a16:creationId xmlns:a16="http://schemas.microsoft.com/office/drawing/2014/main" id="{4C2BE739-A664-4C33-AAE4-88745279DF24}"/>
              </a:ext>
            </a:extLst>
          </p:cNvPr>
          <p:cNvSpPr>
            <a:spLocks xmlns:a="http://schemas.openxmlformats.org/drawingml/2006/main" noGrp="1"/>
          </p:cNvSpPr>
          <p:nvPr/>
        </p:nvSpPr>
        <p:spPr>
          <a:xfrm xmlns:a="http://schemas.openxmlformats.org/drawingml/2006/main">
            <a:off x="11465649" y="3530576"/>
            <a:ext cx="11616" cy="17384"/>
          </a:xfrm>
          <a:custGeom xmlns:a="http://schemas.openxmlformats.org/drawingml/2006/main">
            <a:pathLst>
              <a:path w="11616" h="17384">
                <a:moveTo>
                  <a:pt x="0" y="0"/>
                </a:moveTo>
                <a:lnTo>
                  <a:pt x="11616" y="17384"/>
                </a:lnTo>
              </a:path>
            </a:pathLst>
          </a:custGeom>
          <a:noFill xmlns:a="http://schemas.openxmlformats.org/drawingml/2006/main"/>
          <a:ln xmlns:a="http://schemas.openxmlformats.org/drawingml/2006/main" w="6668">
            <a:solidFill>
              <a:srgbClr val="9D9D9D"/>
            </a:solidFill>
          </a:ln>
        </p:spPr>
      </p:sp>
      <p:sp>
        <p:nvSpPr>
          <p:cNvPr id="885" name="g1270">
            <a:extLst xmlns:a="http://schemas.openxmlformats.org/drawingml/2006/main">
              <a:ext uri="{FF2B5EF4-FFF2-40B4-BE49-F238E27FC236}">
                <a16:creationId xmlns:a16="http://schemas.microsoft.com/office/drawing/2014/main" id="{D2212311-6536-4E39-AB69-3CCF5E1FF204}"/>
              </a:ext>
            </a:extLst>
          </p:cNvPr>
          <p:cNvSpPr>
            <a:spLocks xmlns:a="http://schemas.openxmlformats.org/drawingml/2006/main" noGrp="1"/>
          </p:cNvSpPr>
          <p:nvPr/>
        </p:nvSpPr>
        <p:spPr>
          <a:xfrm xmlns:a="http://schemas.openxmlformats.org/drawingml/2006/main">
            <a:off x="11487076" y="3564273"/>
            <a:ext cx="8249" cy="14730"/>
          </a:xfrm>
          <a:custGeom xmlns:a="http://schemas.openxmlformats.org/drawingml/2006/main">
            <a:pathLst>
              <a:path w="8249" h="14730">
                <a:moveTo>
                  <a:pt x="0" y="0"/>
                </a:moveTo>
                <a:lnTo>
                  <a:pt x="8249" y="14730"/>
                </a:lnTo>
              </a:path>
            </a:pathLst>
          </a:custGeom>
          <a:noFill xmlns:a="http://schemas.openxmlformats.org/drawingml/2006/main"/>
          <a:ln xmlns:a="http://schemas.openxmlformats.org/drawingml/2006/main" w="6668">
            <a:solidFill>
              <a:srgbClr val="9D9D9D"/>
            </a:solidFill>
          </a:ln>
        </p:spPr>
      </p:sp>
      <p:sp>
        <p:nvSpPr>
          <p:cNvPr id="886" name="g1271">
            <a:extLst xmlns:a="http://schemas.openxmlformats.org/drawingml/2006/main">
              <a:ext uri="{FF2B5EF4-FFF2-40B4-BE49-F238E27FC236}">
                <a16:creationId xmlns:a16="http://schemas.microsoft.com/office/drawing/2014/main" id="{736B234A-B88B-4BBA-A455-AA0548928CA8}"/>
              </a:ext>
            </a:extLst>
          </p:cNvPr>
          <p:cNvSpPr>
            <a:spLocks xmlns:a="http://schemas.openxmlformats.org/drawingml/2006/main" noGrp="1"/>
          </p:cNvSpPr>
          <p:nvPr/>
        </p:nvSpPr>
        <p:spPr>
          <a:xfrm xmlns:a="http://schemas.openxmlformats.org/drawingml/2006/main">
            <a:off x="11495325" y="3579003"/>
            <a:ext cx="4895" cy="10618"/>
          </a:xfrm>
          <a:custGeom xmlns:a="http://schemas.openxmlformats.org/drawingml/2006/main">
            <a:pathLst>
              <a:path w="4895" h="10618">
                <a:moveTo>
                  <a:pt x="0" y="0"/>
                </a:moveTo>
                <a:lnTo>
                  <a:pt x="4895" y="10618"/>
                </a:lnTo>
              </a:path>
            </a:pathLst>
          </a:custGeom>
          <a:noFill xmlns:a="http://schemas.openxmlformats.org/drawingml/2006/main"/>
          <a:ln xmlns:a="http://schemas.openxmlformats.org/drawingml/2006/main" w="6668">
            <a:solidFill>
              <a:srgbClr val="9D9D9D"/>
            </a:solidFill>
          </a:ln>
        </p:spPr>
      </p:sp>
      <p:sp>
        <p:nvSpPr>
          <p:cNvPr id="887" name="g1272">
            <a:extLst xmlns:a="http://schemas.openxmlformats.org/drawingml/2006/main">
              <a:ext uri="{FF2B5EF4-FFF2-40B4-BE49-F238E27FC236}">
                <a16:creationId xmlns:a16="http://schemas.microsoft.com/office/drawing/2014/main" id="{BAE99FF5-5DCF-48E8-86AB-4DE282DB962A}"/>
              </a:ext>
            </a:extLst>
          </p:cNvPr>
          <p:cNvSpPr>
            <a:spLocks xmlns:a="http://schemas.openxmlformats.org/drawingml/2006/main" noGrp="1"/>
          </p:cNvSpPr>
          <p:nvPr/>
        </p:nvSpPr>
        <p:spPr>
          <a:xfrm xmlns:a="http://schemas.openxmlformats.org/drawingml/2006/main">
            <a:off x="11508027" y="3606991"/>
            <a:ext cx="9033" cy="24485"/>
          </a:xfrm>
          <a:custGeom xmlns:a="http://schemas.openxmlformats.org/drawingml/2006/main">
            <a:pathLst>
              <a:path w="9033" h="24485">
                <a:moveTo>
                  <a:pt x="0" y="0"/>
                </a:moveTo>
                <a:lnTo>
                  <a:pt x="9033" y="24485"/>
                </a:lnTo>
              </a:path>
            </a:pathLst>
          </a:custGeom>
          <a:noFill xmlns:a="http://schemas.openxmlformats.org/drawingml/2006/main"/>
          <a:ln xmlns:a="http://schemas.openxmlformats.org/drawingml/2006/main" w="6668">
            <a:solidFill>
              <a:srgbClr val="9D9D9D"/>
            </a:solidFill>
          </a:ln>
        </p:spPr>
      </p:sp>
      <p:sp>
        <p:nvSpPr>
          <p:cNvPr id="888" name="g1273">
            <a:extLst xmlns:a="http://schemas.openxmlformats.org/drawingml/2006/main">
              <a:ext uri="{FF2B5EF4-FFF2-40B4-BE49-F238E27FC236}">
                <a16:creationId xmlns:a16="http://schemas.microsoft.com/office/drawing/2014/main" id="{4A5BB85F-994E-4A8E-9F63-DD271A3CB8AD}"/>
              </a:ext>
            </a:extLst>
          </p:cNvPr>
          <p:cNvSpPr>
            <a:spLocks xmlns:a="http://schemas.openxmlformats.org/drawingml/2006/main" noGrp="1"/>
          </p:cNvSpPr>
          <p:nvPr/>
        </p:nvSpPr>
        <p:spPr>
          <a:xfrm xmlns:a="http://schemas.openxmlformats.org/drawingml/2006/main">
            <a:off x="11517060" y="3631476"/>
            <a:ext cx="953" cy="2384"/>
          </a:xfrm>
          <a:custGeom xmlns:a="http://schemas.openxmlformats.org/drawingml/2006/main">
            <a:pathLst>
              <a:path w="953" h="2384">
                <a:moveTo>
                  <a:pt x="0" y="0"/>
                </a:moveTo>
                <a:lnTo>
                  <a:pt x="672" y="2384"/>
                </a:lnTo>
              </a:path>
            </a:pathLst>
          </a:custGeom>
          <a:noFill xmlns:a="http://schemas.openxmlformats.org/drawingml/2006/main"/>
          <a:ln xmlns:a="http://schemas.openxmlformats.org/drawingml/2006/main" w="6668">
            <a:solidFill>
              <a:srgbClr val="9D9D9D"/>
            </a:solidFill>
          </a:ln>
        </p:spPr>
      </p:sp>
      <p:sp>
        <p:nvSpPr>
          <p:cNvPr id="889" name="g1274">
            <a:extLst xmlns:a="http://schemas.openxmlformats.org/drawingml/2006/main">
              <a:ext uri="{FF2B5EF4-FFF2-40B4-BE49-F238E27FC236}">
                <a16:creationId xmlns:a16="http://schemas.microsoft.com/office/drawing/2014/main" id="{751D9B26-D414-4F6C-9E7D-0FDC5F213FA2}"/>
              </a:ext>
            </a:extLst>
          </p:cNvPr>
          <p:cNvSpPr>
            <a:spLocks xmlns:a="http://schemas.openxmlformats.org/drawingml/2006/main" noGrp="1"/>
          </p:cNvSpPr>
          <p:nvPr/>
        </p:nvSpPr>
        <p:spPr>
          <a:xfrm xmlns:a="http://schemas.openxmlformats.org/drawingml/2006/main">
            <a:off x="11522903" y="3652195"/>
            <a:ext cx="1871" cy="6634"/>
          </a:xfrm>
          <a:custGeom xmlns:a="http://schemas.openxmlformats.org/drawingml/2006/main">
            <a:pathLst>
              <a:path w="1871" h="6634">
                <a:moveTo>
                  <a:pt x="0" y="0"/>
                </a:moveTo>
                <a:lnTo>
                  <a:pt x="1871" y="6634"/>
                </a:lnTo>
              </a:path>
            </a:pathLst>
          </a:custGeom>
          <a:noFill xmlns:a="http://schemas.openxmlformats.org/drawingml/2006/main"/>
          <a:ln xmlns:a="http://schemas.openxmlformats.org/drawingml/2006/main" w="6668">
            <a:solidFill>
              <a:srgbClr val="9D9D9D"/>
            </a:solidFill>
          </a:ln>
        </p:spPr>
      </p:sp>
      <p:sp>
        <p:nvSpPr>
          <p:cNvPr id="890" name="g1275">
            <a:extLst xmlns:a="http://schemas.openxmlformats.org/drawingml/2006/main">
              <a:ext uri="{FF2B5EF4-FFF2-40B4-BE49-F238E27FC236}">
                <a16:creationId xmlns:a16="http://schemas.microsoft.com/office/drawing/2014/main" id="{6F562C33-C43B-4310-B64D-0BF136F11508}"/>
              </a:ext>
            </a:extLst>
          </p:cNvPr>
          <p:cNvSpPr>
            <a:spLocks xmlns:a="http://schemas.openxmlformats.org/drawingml/2006/main" noGrp="1"/>
          </p:cNvSpPr>
          <p:nvPr/>
        </p:nvSpPr>
        <p:spPr>
          <a:xfrm xmlns:a="http://schemas.openxmlformats.org/drawingml/2006/main">
            <a:off x="11524774" y="3658829"/>
            <a:ext cx="4230" cy="21265"/>
          </a:xfrm>
          <a:custGeom xmlns:a="http://schemas.openxmlformats.org/drawingml/2006/main">
            <a:pathLst>
              <a:path w="4230" h="21265">
                <a:moveTo>
                  <a:pt x="0" y="0"/>
                </a:moveTo>
                <a:lnTo>
                  <a:pt x="4230" y="21265"/>
                </a:lnTo>
              </a:path>
            </a:pathLst>
          </a:custGeom>
          <a:noFill xmlns:a="http://schemas.openxmlformats.org/drawingml/2006/main"/>
          <a:ln xmlns:a="http://schemas.openxmlformats.org/drawingml/2006/main" w="6668">
            <a:solidFill>
              <a:srgbClr val="9D9D9D"/>
            </a:solidFill>
          </a:ln>
        </p:spPr>
      </p:sp>
      <p:sp>
        <p:nvSpPr>
          <p:cNvPr id="891" name="g1276">
            <a:extLst xmlns:a="http://schemas.openxmlformats.org/drawingml/2006/main">
              <a:ext uri="{FF2B5EF4-FFF2-40B4-BE49-F238E27FC236}">
                <a16:creationId xmlns:a16="http://schemas.microsoft.com/office/drawing/2014/main" id="{B7934BBC-655A-44AF-8B77-013BC59903BB}"/>
              </a:ext>
            </a:extLst>
          </p:cNvPr>
          <p:cNvSpPr>
            <a:spLocks xmlns:a="http://schemas.openxmlformats.org/drawingml/2006/main" noGrp="1"/>
          </p:cNvSpPr>
          <p:nvPr/>
        </p:nvSpPr>
        <p:spPr>
          <a:xfrm xmlns:a="http://schemas.openxmlformats.org/drawingml/2006/main">
            <a:off x="11531766" y="3698930"/>
            <a:ext cx="1893" cy="15997"/>
          </a:xfrm>
          <a:custGeom xmlns:a="http://schemas.openxmlformats.org/drawingml/2006/main">
            <a:pathLst>
              <a:path w="1893" h="15997">
                <a:moveTo>
                  <a:pt x="0" y="0"/>
                </a:moveTo>
                <a:lnTo>
                  <a:pt x="1893" y="15997"/>
                </a:lnTo>
              </a:path>
            </a:pathLst>
          </a:custGeom>
          <a:noFill xmlns:a="http://schemas.openxmlformats.org/drawingml/2006/main"/>
          <a:ln xmlns:a="http://schemas.openxmlformats.org/drawingml/2006/main" w="6668">
            <a:solidFill>
              <a:srgbClr val="9D9D9D"/>
            </a:solidFill>
          </a:ln>
        </p:spPr>
      </p:sp>
      <p:sp>
        <p:nvSpPr>
          <p:cNvPr id="892" name="g1277">
            <a:extLst xmlns:a="http://schemas.openxmlformats.org/drawingml/2006/main">
              <a:ext uri="{FF2B5EF4-FFF2-40B4-BE49-F238E27FC236}">
                <a16:creationId xmlns:a16="http://schemas.microsoft.com/office/drawing/2014/main" id="{8F65C3F3-A081-46A5-8ADC-1B726FBBA9B3}"/>
              </a:ext>
            </a:extLst>
          </p:cNvPr>
          <p:cNvSpPr>
            <a:spLocks xmlns:a="http://schemas.openxmlformats.org/drawingml/2006/main" noGrp="1"/>
          </p:cNvSpPr>
          <p:nvPr/>
        </p:nvSpPr>
        <p:spPr>
          <a:xfrm xmlns:a="http://schemas.openxmlformats.org/drawingml/2006/main">
            <a:off x="11533659" y="3714927"/>
            <a:ext cx="953" cy="12457"/>
          </a:xfrm>
          <a:custGeom xmlns:a="http://schemas.openxmlformats.org/drawingml/2006/main">
            <a:pathLst>
              <a:path w="953" h="12457">
                <a:moveTo>
                  <a:pt x="0" y="0"/>
                </a:moveTo>
                <a:lnTo>
                  <a:pt x="489" y="12457"/>
                </a:lnTo>
              </a:path>
            </a:pathLst>
          </a:custGeom>
          <a:noFill xmlns:a="http://schemas.openxmlformats.org/drawingml/2006/main"/>
          <a:ln xmlns:a="http://schemas.openxmlformats.org/drawingml/2006/main" w="6668">
            <a:solidFill>
              <a:srgbClr val="9D9D9D"/>
            </a:solidFill>
          </a:ln>
        </p:spPr>
      </p:sp>
      <p:sp>
        <p:nvSpPr>
          <p:cNvPr id="893" name="g1278">
            <a:extLst xmlns:a="http://schemas.openxmlformats.org/drawingml/2006/main">
              <a:ext uri="{FF2B5EF4-FFF2-40B4-BE49-F238E27FC236}">
                <a16:creationId xmlns:a16="http://schemas.microsoft.com/office/drawing/2014/main" id="{A7330C7B-1FD1-419F-8324-CF9806271921}"/>
              </a:ext>
            </a:extLst>
          </p:cNvPr>
          <p:cNvSpPr>
            <a:spLocks xmlns:a="http://schemas.openxmlformats.org/drawingml/2006/main" noGrp="1"/>
          </p:cNvSpPr>
          <p:nvPr/>
        </p:nvSpPr>
        <p:spPr>
          <a:xfrm xmlns:a="http://schemas.openxmlformats.org/drawingml/2006/main">
            <a:off x="11534775" y="3746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894" name="g1279">
            <a:extLst xmlns:a="http://schemas.openxmlformats.org/drawingml/2006/main">
              <a:ext uri="{FF2B5EF4-FFF2-40B4-BE49-F238E27FC236}">
                <a16:creationId xmlns:a16="http://schemas.microsoft.com/office/drawing/2014/main" id="{30A1AC01-0302-4322-B184-701E25CE9853}"/>
              </a:ext>
            </a:extLst>
          </p:cNvPr>
          <p:cNvSpPr>
            <a:spLocks xmlns:a="http://schemas.openxmlformats.org/drawingml/2006/main" noGrp="1"/>
          </p:cNvSpPr>
          <p:nvPr/>
        </p:nvSpPr>
        <p:spPr>
          <a:xfrm xmlns:a="http://schemas.openxmlformats.org/drawingml/2006/main">
            <a:off x="11534775" y="3794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895" name="g1280">
            <a:extLst xmlns:a="http://schemas.openxmlformats.org/drawingml/2006/main">
              <a:ext uri="{FF2B5EF4-FFF2-40B4-BE49-F238E27FC236}">
                <a16:creationId xmlns:a16="http://schemas.microsoft.com/office/drawing/2014/main" id="{8DF04CB3-D1E0-4247-9EA4-5B5604705FD5}"/>
              </a:ext>
            </a:extLst>
          </p:cNvPr>
          <p:cNvSpPr>
            <a:spLocks xmlns:a="http://schemas.openxmlformats.org/drawingml/2006/main" noGrp="1"/>
          </p:cNvSpPr>
          <p:nvPr/>
        </p:nvSpPr>
        <p:spPr>
          <a:xfrm xmlns:a="http://schemas.openxmlformats.org/drawingml/2006/main">
            <a:off x="11534775" y="3841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896" name="g1281">
            <a:extLst xmlns:a="http://schemas.openxmlformats.org/drawingml/2006/main">
              <a:ext uri="{FF2B5EF4-FFF2-40B4-BE49-F238E27FC236}">
                <a16:creationId xmlns:a16="http://schemas.microsoft.com/office/drawing/2014/main" id="{DE0DD6FB-15DA-4A66-B250-15E20EA00BB7}"/>
              </a:ext>
            </a:extLst>
          </p:cNvPr>
          <p:cNvSpPr>
            <a:spLocks xmlns:a="http://schemas.openxmlformats.org/drawingml/2006/main" noGrp="1"/>
          </p:cNvSpPr>
          <p:nvPr/>
        </p:nvSpPr>
        <p:spPr>
          <a:xfrm xmlns:a="http://schemas.openxmlformats.org/drawingml/2006/main">
            <a:off x="11534775" y="3889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897" name="g1282">
            <a:extLst xmlns:a="http://schemas.openxmlformats.org/drawingml/2006/main">
              <a:ext uri="{FF2B5EF4-FFF2-40B4-BE49-F238E27FC236}">
                <a16:creationId xmlns:a16="http://schemas.microsoft.com/office/drawing/2014/main" id="{59789A48-9F34-4013-A775-D726131CAEA1}"/>
              </a:ext>
            </a:extLst>
          </p:cNvPr>
          <p:cNvSpPr>
            <a:spLocks xmlns:a="http://schemas.openxmlformats.org/drawingml/2006/main" noGrp="1"/>
          </p:cNvSpPr>
          <p:nvPr/>
        </p:nvSpPr>
        <p:spPr>
          <a:xfrm xmlns:a="http://schemas.openxmlformats.org/drawingml/2006/main">
            <a:off x="11534775" y="3936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898" name="g1283">
            <a:extLst xmlns:a="http://schemas.openxmlformats.org/drawingml/2006/main">
              <a:ext uri="{FF2B5EF4-FFF2-40B4-BE49-F238E27FC236}">
                <a16:creationId xmlns:a16="http://schemas.microsoft.com/office/drawing/2014/main" id="{6AF2A07D-C9F4-4FED-AF49-342CCE8E027D}"/>
              </a:ext>
            </a:extLst>
          </p:cNvPr>
          <p:cNvSpPr>
            <a:spLocks xmlns:a="http://schemas.openxmlformats.org/drawingml/2006/main" noGrp="1"/>
          </p:cNvSpPr>
          <p:nvPr/>
        </p:nvSpPr>
        <p:spPr>
          <a:xfrm xmlns:a="http://schemas.openxmlformats.org/drawingml/2006/main">
            <a:off x="11534775" y="3984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899" name="g1284">
            <a:extLst xmlns:a="http://schemas.openxmlformats.org/drawingml/2006/main">
              <a:ext uri="{FF2B5EF4-FFF2-40B4-BE49-F238E27FC236}">
                <a16:creationId xmlns:a16="http://schemas.microsoft.com/office/drawing/2014/main" id="{8FA91C3A-464C-4679-A1F4-2A5E94BE4F31}"/>
              </a:ext>
            </a:extLst>
          </p:cNvPr>
          <p:cNvSpPr>
            <a:spLocks xmlns:a="http://schemas.openxmlformats.org/drawingml/2006/main" noGrp="1"/>
          </p:cNvSpPr>
          <p:nvPr/>
        </p:nvSpPr>
        <p:spPr>
          <a:xfrm xmlns:a="http://schemas.openxmlformats.org/drawingml/2006/main">
            <a:off x="11534775" y="4032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0" name="g1285">
            <a:extLst xmlns:a="http://schemas.openxmlformats.org/drawingml/2006/main">
              <a:ext uri="{FF2B5EF4-FFF2-40B4-BE49-F238E27FC236}">
                <a16:creationId xmlns:a16="http://schemas.microsoft.com/office/drawing/2014/main" id="{6DD640E1-31A2-434A-A422-8CE3CF601BE0}"/>
              </a:ext>
            </a:extLst>
          </p:cNvPr>
          <p:cNvSpPr>
            <a:spLocks xmlns:a="http://schemas.openxmlformats.org/drawingml/2006/main" noGrp="1"/>
          </p:cNvSpPr>
          <p:nvPr/>
        </p:nvSpPr>
        <p:spPr>
          <a:xfrm xmlns:a="http://schemas.openxmlformats.org/drawingml/2006/main">
            <a:off x="11534775" y="40797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1" name="g1286">
            <a:extLst xmlns:a="http://schemas.openxmlformats.org/drawingml/2006/main">
              <a:ext uri="{FF2B5EF4-FFF2-40B4-BE49-F238E27FC236}">
                <a16:creationId xmlns:a16="http://schemas.microsoft.com/office/drawing/2014/main" id="{D78EC071-A85F-4C0C-804E-BF20CD743F4A}"/>
              </a:ext>
            </a:extLst>
          </p:cNvPr>
          <p:cNvSpPr>
            <a:spLocks xmlns:a="http://schemas.openxmlformats.org/drawingml/2006/main" noGrp="1"/>
          </p:cNvSpPr>
          <p:nvPr/>
        </p:nvSpPr>
        <p:spPr>
          <a:xfrm xmlns:a="http://schemas.openxmlformats.org/drawingml/2006/main">
            <a:off x="11534775" y="4127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2" name="g1287">
            <a:extLst xmlns:a="http://schemas.openxmlformats.org/drawingml/2006/main">
              <a:ext uri="{FF2B5EF4-FFF2-40B4-BE49-F238E27FC236}">
                <a16:creationId xmlns:a16="http://schemas.microsoft.com/office/drawing/2014/main" id="{3047B468-B6CE-4569-BBF9-CBEE0C1DC290}"/>
              </a:ext>
            </a:extLst>
          </p:cNvPr>
          <p:cNvSpPr>
            <a:spLocks xmlns:a="http://schemas.openxmlformats.org/drawingml/2006/main" noGrp="1"/>
          </p:cNvSpPr>
          <p:nvPr/>
        </p:nvSpPr>
        <p:spPr>
          <a:xfrm xmlns:a="http://schemas.openxmlformats.org/drawingml/2006/main">
            <a:off x="11534775" y="4175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3" name="g1288">
            <a:extLst xmlns:a="http://schemas.openxmlformats.org/drawingml/2006/main">
              <a:ext uri="{FF2B5EF4-FFF2-40B4-BE49-F238E27FC236}">
                <a16:creationId xmlns:a16="http://schemas.microsoft.com/office/drawing/2014/main" id="{0D13573A-8F44-41FE-B142-9F64FD920E6B}"/>
              </a:ext>
            </a:extLst>
          </p:cNvPr>
          <p:cNvSpPr>
            <a:spLocks xmlns:a="http://schemas.openxmlformats.org/drawingml/2006/main" noGrp="1"/>
          </p:cNvSpPr>
          <p:nvPr/>
        </p:nvSpPr>
        <p:spPr>
          <a:xfrm xmlns:a="http://schemas.openxmlformats.org/drawingml/2006/main">
            <a:off x="11534775" y="4222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4" name="g1289">
            <a:extLst xmlns:a="http://schemas.openxmlformats.org/drawingml/2006/main">
              <a:ext uri="{FF2B5EF4-FFF2-40B4-BE49-F238E27FC236}">
                <a16:creationId xmlns:a16="http://schemas.microsoft.com/office/drawing/2014/main" id="{F115CBDB-ADC9-46C9-B23E-7CFF5EEBC8E0}"/>
              </a:ext>
            </a:extLst>
          </p:cNvPr>
          <p:cNvSpPr>
            <a:spLocks xmlns:a="http://schemas.openxmlformats.org/drawingml/2006/main" noGrp="1"/>
          </p:cNvSpPr>
          <p:nvPr/>
        </p:nvSpPr>
        <p:spPr>
          <a:xfrm xmlns:a="http://schemas.openxmlformats.org/drawingml/2006/main">
            <a:off x="11534775" y="4270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5" name="g1290">
            <a:extLst xmlns:a="http://schemas.openxmlformats.org/drawingml/2006/main">
              <a:ext uri="{FF2B5EF4-FFF2-40B4-BE49-F238E27FC236}">
                <a16:creationId xmlns:a16="http://schemas.microsoft.com/office/drawing/2014/main" id="{B6741EB4-9913-4D1D-B8B2-71F48C2CF19D}"/>
              </a:ext>
            </a:extLst>
          </p:cNvPr>
          <p:cNvSpPr>
            <a:spLocks xmlns:a="http://schemas.openxmlformats.org/drawingml/2006/main" noGrp="1"/>
          </p:cNvSpPr>
          <p:nvPr/>
        </p:nvSpPr>
        <p:spPr>
          <a:xfrm xmlns:a="http://schemas.openxmlformats.org/drawingml/2006/main">
            <a:off x="11534775" y="4317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6" name="g1291">
            <a:extLst xmlns:a="http://schemas.openxmlformats.org/drawingml/2006/main">
              <a:ext uri="{FF2B5EF4-FFF2-40B4-BE49-F238E27FC236}">
                <a16:creationId xmlns:a16="http://schemas.microsoft.com/office/drawing/2014/main" id="{B9A5FC26-CE21-4906-B64C-4C6ED4885A19}"/>
              </a:ext>
            </a:extLst>
          </p:cNvPr>
          <p:cNvSpPr>
            <a:spLocks xmlns:a="http://schemas.openxmlformats.org/drawingml/2006/main" noGrp="1"/>
          </p:cNvSpPr>
          <p:nvPr/>
        </p:nvSpPr>
        <p:spPr>
          <a:xfrm xmlns:a="http://schemas.openxmlformats.org/drawingml/2006/main">
            <a:off x="11534775" y="4365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7" name="g1292">
            <a:extLst xmlns:a="http://schemas.openxmlformats.org/drawingml/2006/main">
              <a:ext uri="{FF2B5EF4-FFF2-40B4-BE49-F238E27FC236}">
                <a16:creationId xmlns:a16="http://schemas.microsoft.com/office/drawing/2014/main" id="{04D09809-3806-4C5A-A976-E4DFCD15E71E}"/>
              </a:ext>
            </a:extLst>
          </p:cNvPr>
          <p:cNvSpPr>
            <a:spLocks xmlns:a="http://schemas.openxmlformats.org/drawingml/2006/main" noGrp="1"/>
          </p:cNvSpPr>
          <p:nvPr/>
        </p:nvSpPr>
        <p:spPr>
          <a:xfrm xmlns:a="http://schemas.openxmlformats.org/drawingml/2006/main">
            <a:off x="11534775" y="4413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8" name="g1293">
            <a:extLst xmlns:a="http://schemas.openxmlformats.org/drawingml/2006/main">
              <a:ext uri="{FF2B5EF4-FFF2-40B4-BE49-F238E27FC236}">
                <a16:creationId xmlns:a16="http://schemas.microsoft.com/office/drawing/2014/main" id="{87CDA395-1F6C-4482-AA7E-A3E6E365A166}"/>
              </a:ext>
            </a:extLst>
          </p:cNvPr>
          <p:cNvSpPr>
            <a:spLocks xmlns:a="http://schemas.openxmlformats.org/drawingml/2006/main" noGrp="1"/>
          </p:cNvSpPr>
          <p:nvPr/>
        </p:nvSpPr>
        <p:spPr>
          <a:xfrm xmlns:a="http://schemas.openxmlformats.org/drawingml/2006/main">
            <a:off x="11534775" y="44607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09" name="g1294">
            <a:extLst xmlns:a="http://schemas.openxmlformats.org/drawingml/2006/main">
              <a:ext uri="{FF2B5EF4-FFF2-40B4-BE49-F238E27FC236}">
                <a16:creationId xmlns:a16="http://schemas.microsoft.com/office/drawing/2014/main" id="{90BCB167-07D9-4A82-A3E7-321DF27E77F2}"/>
              </a:ext>
            </a:extLst>
          </p:cNvPr>
          <p:cNvSpPr>
            <a:spLocks xmlns:a="http://schemas.openxmlformats.org/drawingml/2006/main" noGrp="1"/>
          </p:cNvSpPr>
          <p:nvPr/>
        </p:nvSpPr>
        <p:spPr>
          <a:xfrm xmlns:a="http://schemas.openxmlformats.org/drawingml/2006/main">
            <a:off x="11534775" y="4508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0" name="g1295">
            <a:extLst xmlns:a="http://schemas.openxmlformats.org/drawingml/2006/main">
              <a:ext uri="{FF2B5EF4-FFF2-40B4-BE49-F238E27FC236}">
                <a16:creationId xmlns:a16="http://schemas.microsoft.com/office/drawing/2014/main" id="{88CF11DA-7F32-4C30-AFFC-68E34CE53E33}"/>
              </a:ext>
            </a:extLst>
          </p:cNvPr>
          <p:cNvSpPr>
            <a:spLocks xmlns:a="http://schemas.openxmlformats.org/drawingml/2006/main" noGrp="1"/>
          </p:cNvSpPr>
          <p:nvPr/>
        </p:nvSpPr>
        <p:spPr>
          <a:xfrm xmlns:a="http://schemas.openxmlformats.org/drawingml/2006/main">
            <a:off x="11534775" y="4556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1" name="g1296">
            <a:extLst xmlns:a="http://schemas.openxmlformats.org/drawingml/2006/main">
              <a:ext uri="{FF2B5EF4-FFF2-40B4-BE49-F238E27FC236}">
                <a16:creationId xmlns:a16="http://schemas.microsoft.com/office/drawing/2014/main" id="{0450C23F-0A5F-4825-8FFB-4B56E0043558}"/>
              </a:ext>
            </a:extLst>
          </p:cNvPr>
          <p:cNvSpPr>
            <a:spLocks xmlns:a="http://schemas.openxmlformats.org/drawingml/2006/main" noGrp="1"/>
          </p:cNvSpPr>
          <p:nvPr/>
        </p:nvSpPr>
        <p:spPr>
          <a:xfrm xmlns:a="http://schemas.openxmlformats.org/drawingml/2006/main">
            <a:off x="11534775" y="4603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2" name="g1297">
            <a:extLst xmlns:a="http://schemas.openxmlformats.org/drawingml/2006/main">
              <a:ext uri="{FF2B5EF4-FFF2-40B4-BE49-F238E27FC236}">
                <a16:creationId xmlns:a16="http://schemas.microsoft.com/office/drawing/2014/main" id="{D021C80A-67FE-4087-8B21-3050C7B2C836}"/>
              </a:ext>
            </a:extLst>
          </p:cNvPr>
          <p:cNvSpPr>
            <a:spLocks xmlns:a="http://schemas.openxmlformats.org/drawingml/2006/main" noGrp="1"/>
          </p:cNvSpPr>
          <p:nvPr/>
        </p:nvSpPr>
        <p:spPr>
          <a:xfrm xmlns:a="http://schemas.openxmlformats.org/drawingml/2006/main">
            <a:off x="11534775" y="4651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3" name="g1298">
            <a:extLst xmlns:a="http://schemas.openxmlformats.org/drawingml/2006/main">
              <a:ext uri="{FF2B5EF4-FFF2-40B4-BE49-F238E27FC236}">
                <a16:creationId xmlns:a16="http://schemas.microsoft.com/office/drawing/2014/main" id="{273830F7-0D04-445C-8C11-98A85DB6BD32}"/>
              </a:ext>
            </a:extLst>
          </p:cNvPr>
          <p:cNvSpPr>
            <a:spLocks xmlns:a="http://schemas.openxmlformats.org/drawingml/2006/main" noGrp="1"/>
          </p:cNvSpPr>
          <p:nvPr/>
        </p:nvSpPr>
        <p:spPr>
          <a:xfrm xmlns:a="http://schemas.openxmlformats.org/drawingml/2006/main">
            <a:off x="11534775" y="4698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4" name="g1299">
            <a:extLst xmlns:a="http://schemas.openxmlformats.org/drawingml/2006/main">
              <a:ext uri="{FF2B5EF4-FFF2-40B4-BE49-F238E27FC236}">
                <a16:creationId xmlns:a16="http://schemas.microsoft.com/office/drawing/2014/main" id="{BDD3834A-ECEC-46E7-8BA2-E41102A80CE6}"/>
              </a:ext>
            </a:extLst>
          </p:cNvPr>
          <p:cNvSpPr>
            <a:spLocks xmlns:a="http://schemas.openxmlformats.org/drawingml/2006/main" noGrp="1"/>
          </p:cNvSpPr>
          <p:nvPr/>
        </p:nvSpPr>
        <p:spPr>
          <a:xfrm xmlns:a="http://schemas.openxmlformats.org/drawingml/2006/main">
            <a:off x="11534775" y="4746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5" name="g1300">
            <a:extLst xmlns:a="http://schemas.openxmlformats.org/drawingml/2006/main">
              <a:ext uri="{FF2B5EF4-FFF2-40B4-BE49-F238E27FC236}">
                <a16:creationId xmlns:a16="http://schemas.microsoft.com/office/drawing/2014/main" id="{3370AE96-D547-4D62-9AC9-D3D69C1AC473}"/>
              </a:ext>
            </a:extLst>
          </p:cNvPr>
          <p:cNvSpPr>
            <a:spLocks xmlns:a="http://schemas.openxmlformats.org/drawingml/2006/main" noGrp="1"/>
          </p:cNvSpPr>
          <p:nvPr/>
        </p:nvSpPr>
        <p:spPr>
          <a:xfrm xmlns:a="http://schemas.openxmlformats.org/drawingml/2006/main">
            <a:off x="11534775" y="4794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6" name="g1301">
            <a:extLst xmlns:a="http://schemas.openxmlformats.org/drawingml/2006/main">
              <a:ext uri="{FF2B5EF4-FFF2-40B4-BE49-F238E27FC236}">
                <a16:creationId xmlns:a16="http://schemas.microsoft.com/office/drawing/2014/main" id="{F7BBF8C7-4945-46C6-AA80-52D9F7B30E81}"/>
              </a:ext>
            </a:extLst>
          </p:cNvPr>
          <p:cNvSpPr>
            <a:spLocks xmlns:a="http://schemas.openxmlformats.org/drawingml/2006/main" noGrp="1"/>
          </p:cNvSpPr>
          <p:nvPr/>
        </p:nvSpPr>
        <p:spPr>
          <a:xfrm xmlns:a="http://schemas.openxmlformats.org/drawingml/2006/main">
            <a:off x="11534775" y="48417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7" name="g1302">
            <a:extLst xmlns:a="http://schemas.openxmlformats.org/drawingml/2006/main">
              <a:ext uri="{FF2B5EF4-FFF2-40B4-BE49-F238E27FC236}">
                <a16:creationId xmlns:a16="http://schemas.microsoft.com/office/drawing/2014/main" id="{E82CE5CE-C88F-4B33-994A-4B556584093D}"/>
              </a:ext>
            </a:extLst>
          </p:cNvPr>
          <p:cNvSpPr>
            <a:spLocks xmlns:a="http://schemas.openxmlformats.org/drawingml/2006/main" noGrp="1"/>
          </p:cNvSpPr>
          <p:nvPr/>
        </p:nvSpPr>
        <p:spPr>
          <a:xfrm xmlns:a="http://schemas.openxmlformats.org/drawingml/2006/main">
            <a:off x="11534775" y="48894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8" name="g1303">
            <a:extLst xmlns:a="http://schemas.openxmlformats.org/drawingml/2006/main">
              <a:ext uri="{FF2B5EF4-FFF2-40B4-BE49-F238E27FC236}">
                <a16:creationId xmlns:a16="http://schemas.microsoft.com/office/drawing/2014/main" id="{0FC59901-8B32-46D5-B059-46D6376B358F}"/>
              </a:ext>
            </a:extLst>
          </p:cNvPr>
          <p:cNvSpPr>
            <a:spLocks xmlns:a="http://schemas.openxmlformats.org/drawingml/2006/main" noGrp="1"/>
          </p:cNvSpPr>
          <p:nvPr/>
        </p:nvSpPr>
        <p:spPr>
          <a:xfrm xmlns:a="http://schemas.openxmlformats.org/drawingml/2006/main">
            <a:off x="11534775" y="49370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19" name="g1304">
            <a:extLst xmlns:a="http://schemas.openxmlformats.org/drawingml/2006/main">
              <a:ext uri="{FF2B5EF4-FFF2-40B4-BE49-F238E27FC236}">
                <a16:creationId xmlns:a16="http://schemas.microsoft.com/office/drawing/2014/main" id="{6A52B88D-F98C-45A5-962D-1E733E909571}"/>
              </a:ext>
            </a:extLst>
          </p:cNvPr>
          <p:cNvSpPr>
            <a:spLocks xmlns:a="http://schemas.openxmlformats.org/drawingml/2006/main" noGrp="1"/>
          </p:cNvSpPr>
          <p:nvPr/>
        </p:nvSpPr>
        <p:spPr>
          <a:xfrm xmlns:a="http://schemas.openxmlformats.org/drawingml/2006/main">
            <a:off x="11534775" y="49846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20" name="g1305">
            <a:extLst xmlns:a="http://schemas.openxmlformats.org/drawingml/2006/main">
              <a:ext uri="{FF2B5EF4-FFF2-40B4-BE49-F238E27FC236}">
                <a16:creationId xmlns:a16="http://schemas.microsoft.com/office/drawing/2014/main" id="{560B0944-72E4-4508-9807-76005C25A3D3}"/>
              </a:ext>
            </a:extLst>
          </p:cNvPr>
          <p:cNvSpPr>
            <a:spLocks xmlns:a="http://schemas.openxmlformats.org/drawingml/2006/main" noGrp="1"/>
          </p:cNvSpPr>
          <p:nvPr/>
        </p:nvSpPr>
        <p:spPr>
          <a:xfrm xmlns:a="http://schemas.openxmlformats.org/drawingml/2006/main">
            <a:off x="11534775" y="503229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21" name="g1306">
            <a:extLst xmlns:a="http://schemas.openxmlformats.org/drawingml/2006/main">
              <a:ext uri="{FF2B5EF4-FFF2-40B4-BE49-F238E27FC236}">
                <a16:creationId xmlns:a16="http://schemas.microsoft.com/office/drawing/2014/main" id="{38D6B5AB-A654-4574-95E3-5CAAF920B35D}"/>
              </a:ext>
            </a:extLst>
          </p:cNvPr>
          <p:cNvSpPr>
            <a:spLocks xmlns:a="http://schemas.openxmlformats.org/drawingml/2006/main" noGrp="1"/>
          </p:cNvSpPr>
          <p:nvPr/>
        </p:nvSpPr>
        <p:spPr>
          <a:xfrm xmlns:a="http://schemas.openxmlformats.org/drawingml/2006/main">
            <a:off x="11534775" y="507992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22" name="g1307">
            <a:extLst xmlns:a="http://schemas.openxmlformats.org/drawingml/2006/main">
              <a:ext uri="{FF2B5EF4-FFF2-40B4-BE49-F238E27FC236}">
                <a16:creationId xmlns:a16="http://schemas.microsoft.com/office/drawing/2014/main" id="{1C8A769F-5C8F-4ECB-B684-FF3FFEFBC584}"/>
              </a:ext>
            </a:extLst>
          </p:cNvPr>
          <p:cNvSpPr>
            <a:spLocks xmlns:a="http://schemas.openxmlformats.org/drawingml/2006/main" noGrp="1"/>
          </p:cNvSpPr>
          <p:nvPr/>
        </p:nvSpPr>
        <p:spPr>
          <a:xfrm xmlns:a="http://schemas.openxmlformats.org/drawingml/2006/main">
            <a:off x="11534775" y="5127546"/>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23" name="g1308">
            <a:extLst xmlns:a="http://schemas.openxmlformats.org/drawingml/2006/main">
              <a:ext uri="{FF2B5EF4-FFF2-40B4-BE49-F238E27FC236}">
                <a16:creationId xmlns:a16="http://schemas.microsoft.com/office/drawing/2014/main" id="{91D8BDAA-70B9-42B5-B5C7-39A1066D9172}"/>
              </a:ext>
            </a:extLst>
          </p:cNvPr>
          <p:cNvSpPr>
            <a:spLocks xmlns:a="http://schemas.openxmlformats.org/drawingml/2006/main" noGrp="1"/>
          </p:cNvSpPr>
          <p:nvPr/>
        </p:nvSpPr>
        <p:spPr>
          <a:xfrm xmlns:a="http://schemas.openxmlformats.org/drawingml/2006/main">
            <a:off x="11534775" y="5175171"/>
            <a:ext cx="953" cy="28575"/>
          </a:xfrm>
          <a:custGeom xmlns:a="http://schemas.openxmlformats.org/drawingml/2006/main">
            <a:pathLst>
              <a:path w="953" h="28575">
                <a:moveTo>
                  <a:pt x="0" y="0"/>
                </a:moveTo>
                <a:lnTo>
                  <a:pt x="0" y="28575"/>
                </a:lnTo>
              </a:path>
            </a:pathLst>
          </a:custGeom>
          <a:noFill xmlns:a="http://schemas.openxmlformats.org/drawingml/2006/main"/>
          <a:ln xmlns:a="http://schemas.openxmlformats.org/drawingml/2006/main" w="6668">
            <a:solidFill>
              <a:srgbClr val="9D9D9D"/>
            </a:solidFill>
          </a:ln>
        </p:spPr>
      </p:sp>
      <p:sp>
        <p:nvSpPr>
          <p:cNvPr id="924" name="g1309">
            <a:extLst xmlns:a="http://schemas.openxmlformats.org/drawingml/2006/main">
              <a:ext uri="{FF2B5EF4-FFF2-40B4-BE49-F238E27FC236}">
                <a16:creationId xmlns:a16="http://schemas.microsoft.com/office/drawing/2014/main" id="{C65EF50F-1AAC-4A18-8E53-D1A10BD37615}"/>
              </a:ext>
            </a:extLst>
          </p:cNvPr>
          <p:cNvSpPr>
            <a:spLocks xmlns:a="http://schemas.openxmlformats.org/drawingml/2006/main" noGrp="1"/>
          </p:cNvSpPr>
          <p:nvPr/>
        </p:nvSpPr>
        <p:spPr>
          <a:xfrm xmlns:a="http://schemas.openxmlformats.org/drawingml/2006/main">
            <a:off x="11534775" y="5222796"/>
            <a:ext cx="953" cy="15954"/>
          </a:xfrm>
          <a:custGeom xmlns:a="http://schemas.openxmlformats.org/drawingml/2006/main">
            <a:pathLst>
              <a:path w="953" h="15954">
                <a:moveTo>
                  <a:pt x="0" y="0"/>
                </a:moveTo>
                <a:lnTo>
                  <a:pt x="0" y="15954"/>
                </a:lnTo>
              </a:path>
            </a:pathLst>
          </a:custGeom>
          <a:noFill xmlns:a="http://schemas.openxmlformats.org/drawingml/2006/main"/>
          <a:ln xmlns:a="http://schemas.openxmlformats.org/drawingml/2006/main" w="6668">
            <a:solidFill>
              <a:srgbClr val="9D9D9D"/>
            </a:solidFill>
          </a:ln>
        </p:spPr>
      </p:sp>
      <p:sp>
        <p:nvSpPr>
          <p:cNvPr id="925" name="g1310">
            <a:extLst xmlns:a="http://schemas.openxmlformats.org/drawingml/2006/main">
              <a:ext uri="{FF2B5EF4-FFF2-40B4-BE49-F238E27FC236}">
                <a16:creationId xmlns:a16="http://schemas.microsoft.com/office/drawing/2014/main" id="{D53F4D77-5AE1-478C-809A-AD5CD1C5C044}"/>
              </a:ext>
            </a:extLst>
          </p:cNvPr>
          <p:cNvSpPr>
            <a:spLocks xmlns:a="http://schemas.openxmlformats.org/drawingml/2006/main" noGrp="1"/>
          </p:cNvSpPr>
          <p:nvPr/>
        </p:nvSpPr>
        <p:spPr>
          <a:xfrm xmlns:a="http://schemas.openxmlformats.org/drawingml/2006/main">
            <a:off x="11534279" y="5238750"/>
            <a:ext cx="953" cy="12612"/>
          </a:xfrm>
          <a:custGeom xmlns:a="http://schemas.openxmlformats.org/drawingml/2006/main">
            <a:pathLst>
              <a:path w="953" h="12612">
                <a:moveTo>
                  <a:pt x="496" y="0"/>
                </a:moveTo>
                <a:lnTo>
                  <a:pt x="0" y="12612"/>
                </a:lnTo>
              </a:path>
            </a:pathLst>
          </a:custGeom>
          <a:noFill xmlns:a="http://schemas.openxmlformats.org/drawingml/2006/main"/>
          <a:ln xmlns:a="http://schemas.openxmlformats.org/drawingml/2006/main" w="6668">
            <a:solidFill>
              <a:srgbClr val="9D9D9D"/>
            </a:solidFill>
          </a:ln>
        </p:spPr>
      </p:sp>
      <p:sp>
        <p:nvSpPr>
          <p:cNvPr id="926" name="g1311">
            <a:extLst xmlns:a="http://schemas.openxmlformats.org/drawingml/2006/main">
              <a:ext uri="{FF2B5EF4-FFF2-40B4-BE49-F238E27FC236}">
                <a16:creationId xmlns:a16="http://schemas.microsoft.com/office/drawing/2014/main" id="{A36FA7F2-CDB3-4BE3-9D81-E63A046F3710}"/>
              </a:ext>
            </a:extLst>
          </p:cNvPr>
          <p:cNvSpPr>
            <a:spLocks xmlns:a="http://schemas.openxmlformats.org/drawingml/2006/main" noGrp="1"/>
          </p:cNvSpPr>
          <p:nvPr/>
        </p:nvSpPr>
        <p:spPr>
          <a:xfrm xmlns:a="http://schemas.openxmlformats.org/drawingml/2006/main">
            <a:off x="11530319" y="5270377"/>
            <a:ext cx="2958" cy="24995"/>
          </a:xfrm>
          <a:custGeom xmlns:a="http://schemas.openxmlformats.org/drawingml/2006/main">
            <a:pathLst>
              <a:path w="2958" h="24995">
                <a:moveTo>
                  <a:pt x="2958" y="0"/>
                </a:moveTo>
                <a:lnTo>
                  <a:pt x="0" y="24995"/>
                </a:lnTo>
              </a:path>
            </a:pathLst>
          </a:custGeom>
          <a:noFill xmlns:a="http://schemas.openxmlformats.org/drawingml/2006/main"/>
          <a:ln xmlns:a="http://schemas.openxmlformats.org/drawingml/2006/main" w="6668">
            <a:solidFill>
              <a:srgbClr val="9D9D9D"/>
            </a:solidFill>
          </a:ln>
        </p:spPr>
      </p:sp>
      <p:sp>
        <p:nvSpPr>
          <p:cNvPr id="927" name="g1312">
            <a:extLst xmlns:a="http://schemas.openxmlformats.org/drawingml/2006/main">
              <a:ext uri="{FF2B5EF4-FFF2-40B4-BE49-F238E27FC236}">
                <a16:creationId xmlns:a16="http://schemas.microsoft.com/office/drawing/2014/main" id="{2EFB537B-3E95-40A3-BBEE-DF6C146A32CE}"/>
              </a:ext>
            </a:extLst>
          </p:cNvPr>
          <p:cNvSpPr>
            <a:spLocks xmlns:a="http://schemas.openxmlformats.org/drawingml/2006/main" noGrp="1"/>
          </p:cNvSpPr>
          <p:nvPr/>
        </p:nvSpPr>
        <p:spPr>
          <a:xfrm xmlns:a="http://schemas.openxmlformats.org/drawingml/2006/main">
            <a:off x="11529654" y="5295371"/>
            <a:ext cx="953" cy="3341"/>
          </a:xfrm>
          <a:custGeom xmlns:a="http://schemas.openxmlformats.org/drawingml/2006/main">
            <a:pathLst>
              <a:path w="953" h="3341">
                <a:moveTo>
                  <a:pt x="664" y="0"/>
                </a:moveTo>
                <a:lnTo>
                  <a:pt x="0" y="3341"/>
                </a:lnTo>
              </a:path>
            </a:pathLst>
          </a:custGeom>
          <a:noFill xmlns:a="http://schemas.openxmlformats.org/drawingml/2006/main"/>
          <a:ln xmlns:a="http://schemas.openxmlformats.org/drawingml/2006/main" w="6668">
            <a:solidFill>
              <a:srgbClr val="9D9D9D"/>
            </a:solidFill>
          </a:ln>
        </p:spPr>
      </p:sp>
      <p:sp>
        <p:nvSpPr>
          <p:cNvPr id="928" name="g1313">
            <a:extLst xmlns:a="http://schemas.openxmlformats.org/drawingml/2006/main">
              <a:ext uri="{FF2B5EF4-FFF2-40B4-BE49-F238E27FC236}">
                <a16:creationId xmlns:a16="http://schemas.microsoft.com/office/drawing/2014/main" id="{C92982A1-643F-4610-8DC2-0E70D72C6F22}"/>
              </a:ext>
            </a:extLst>
          </p:cNvPr>
          <p:cNvSpPr>
            <a:spLocks xmlns:a="http://schemas.openxmlformats.org/drawingml/2006/main" noGrp="1"/>
          </p:cNvSpPr>
          <p:nvPr/>
        </p:nvSpPr>
        <p:spPr>
          <a:xfrm xmlns:a="http://schemas.openxmlformats.org/drawingml/2006/main">
            <a:off x="11524774" y="5317396"/>
            <a:ext cx="1164" cy="5850"/>
          </a:xfrm>
          <a:custGeom xmlns:a="http://schemas.openxmlformats.org/drawingml/2006/main">
            <a:pathLst>
              <a:path w="1164" h="5850">
                <a:moveTo>
                  <a:pt x="1164" y="0"/>
                </a:moveTo>
                <a:lnTo>
                  <a:pt x="0" y="5850"/>
                </a:lnTo>
              </a:path>
            </a:pathLst>
          </a:custGeom>
          <a:noFill xmlns:a="http://schemas.openxmlformats.org/drawingml/2006/main"/>
          <a:ln xmlns:a="http://schemas.openxmlformats.org/drawingml/2006/main" w="6668">
            <a:solidFill>
              <a:srgbClr val="9D9D9D"/>
            </a:solidFill>
          </a:ln>
        </p:spPr>
      </p:sp>
      <p:sp>
        <p:nvSpPr>
          <p:cNvPr id="929" name="g1314">
            <a:extLst xmlns:a="http://schemas.openxmlformats.org/drawingml/2006/main">
              <a:ext uri="{FF2B5EF4-FFF2-40B4-BE49-F238E27FC236}">
                <a16:creationId xmlns:a16="http://schemas.microsoft.com/office/drawing/2014/main" id="{A10A8096-E1D7-4F86-AA74-7019437F4555}"/>
              </a:ext>
            </a:extLst>
          </p:cNvPr>
          <p:cNvSpPr>
            <a:spLocks xmlns:a="http://schemas.openxmlformats.org/drawingml/2006/main" noGrp="1"/>
          </p:cNvSpPr>
          <p:nvPr/>
        </p:nvSpPr>
        <p:spPr>
          <a:xfrm xmlns:a="http://schemas.openxmlformats.org/drawingml/2006/main">
            <a:off x="11518637" y="5323246"/>
            <a:ext cx="6137" cy="21762"/>
          </a:xfrm>
          <a:custGeom xmlns:a="http://schemas.openxmlformats.org/drawingml/2006/main">
            <a:pathLst>
              <a:path w="6137" h="21762">
                <a:moveTo>
                  <a:pt x="6137" y="0"/>
                </a:moveTo>
                <a:lnTo>
                  <a:pt x="0" y="21762"/>
                </a:lnTo>
              </a:path>
            </a:pathLst>
          </a:custGeom>
          <a:noFill xmlns:a="http://schemas.openxmlformats.org/drawingml/2006/main"/>
          <a:ln xmlns:a="http://schemas.openxmlformats.org/drawingml/2006/main" w="6668">
            <a:solidFill>
              <a:srgbClr val="9D9D9D"/>
            </a:solidFill>
          </a:ln>
        </p:spPr>
      </p:sp>
      <p:sp>
        <p:nvSpPr>
          <p:cNvPr id="930" name="g1315">
            <a:extLst xmlns:a="http://schemas.openxmlformats.org/drawingml/2006/main">
              <a:ext uri="{FF2B5EF4-FFF2-40B4-BE49-F238E27FC236}">
                <a16:creationId xmlns:a16="http://schemas.microsoft.com/office/drawing/2014/main" id="{09C3A345-A0E8-4DFF-96EF-A06AFBC88BC8}"/>
              </a:ext>
            </a:extLst>
          </p:cNvPr>
          <p:cNvSpPr>
            <a:spLocks xmlns:a="http://schemas.openxmlformats.org/drawingml/2006/main" noGrp="1"/>
          </p:cNvSpPr>
          <p:nvPr/>
        </p:nvSpPr>
        <p:spPr>
          <a:xfrm xmlns:a="http://schemas.openxmlformats.org/drawingml/2006/main">
            <a:off x="11507223" y="5363021"/>
            <a:ext cx="5254" cy="14241"/>
          </a:xfrm>
          <a:custGeom xmlns:a="http://schemas.openxmlformats.org/drawingml/2006/main">
            <a:pathLst>
              <a:path w="5254" h="14241">
                <a:moveTo>
                  <a:pt x="5254" y="0"/>
                </a:moveTo>
                <a:lnTo>
                  <a:pt x="0" y="14241"/>
                </a:lnTo>
              </a:path>
            </a:pathLst>
          </a:custGeom>
          <a:noFill xmlns:a="http://schemas.openxmlformats.org/drawingml/2006/main"/>
          <a:ln xmlns:a="http://schemas.openxmlformats.org/drawingml/2006/main" w="6668">
            <a:solidFill>
              <a:srgbClr val="9D9D9D"/>
            </a:solidFill>
          </a:ln>
        </p:spPr>
      </p:sp>
      <p:sp>
        <p:nvSpPr>
          <p:cNvPr id="931" name="g1316">
            <a:extLst xmlns:a="http://schemas.openxmlformats.org/drawingml/2006/main">
              <a:ext uri="{FF2B5EF4-FFF2-40B4-BE49-F238E27FC236}">
                <a16:creationId xmlns:a16="http://schemas.microsoft.com/office/drawing/2014/main" id="{2D537547-7363-406D-93C1-A97F02D35399}"/>
              </a:ext>
            </a:extLst>
          </p:cNvPr>
          <p:cNvSpPr>
            <a:spLocks xmlns:a="http://schemas.openxmlformats.org/drawingml/2006/main" noGrp="1"/>
          </p:cNvSpPr>
          <p:nvPr/>
        </p:nvSpPr>
        <p:spPr>
          <a:xfrm xmlns:a="http://schemas.openxmlformats.org/drawingml/2006/main">
            <a:off x="11501615" y="5377262"/>
            <a:ext cx="5608" cy="12165"/>
          </a:xfrm>
          <a:custGeom xmlns:a="http://schemas.openxmlformats.org/drawingml/2006/main">
            <a:pathLst>
              <a:path w="5608" h="12165">
                <a:moveTo>
                  <a:pt x="5608" y="0"/>
                </a:moveTo>
                <a:lnTo>
                  <a:pt x="0" y="12165"/>
                </a:lnTo>
              </a:path>
            </a:pathLst>
          </a:custGeom>
          <a:noFill xmlns:a="http://schemas.openxmlformats.org/drawingml/2006/main"/>
          <a:ln xmlns:a="http://schemas.openxmlformats.org/drawingml/2006/main" w="6668">
            <a:solidFill>
              <a:srgbClr val="9D9D9D"/>
            </a:solidFill>
          </a:ln>
        </p:spPr>
      </p:sp>
      <p:sp>
        <p:nvSpPr>
          <p:cNvPr id="932" name="g1317">
            <a:extLst xmlns:a="http://schemas.openxmlformats.org/drawingml/2006/main">
              <a:ext uri="{FF2B5EF4-FFF2-40B4-BE49-F238E27FC236}">
                <a16:creationId xmlns:a16="http://schemas.microsoft.com/office/drawing/2014/main" id="{4CA5C2B0-FD01-41CD-9BBC-061E1008B3DD}"/>
              </a:ext>
            </a:extLst>
          </p:cNvPr>
          <p:cNvSpPr>
            <a:spLocks xmlns:a="http://schemas.openxmlformats.org/drawingml/2006/main" noGrp="1"/>
          </p:cNvSpPr>
          <p:nvPr/>
        </p:nvSpPr>
        <p:spPr>
          <a:xfrm xmlns:a="http://schemas.openxmlformats.org/drawingml/2006/main">
            <a:off x="11481438" y="5406584"/>
            <a:ext cx="11920" cy="21284"/>
          </a:xfrm>
          <a:custGeom xmlns:a="http://schemas.openxmlformats.org/drawingml/2006/main">
            <a:pathLst>
              <a:path w="11920" h="21284">
                <a:moveTo>
                  <a:pt x="11920" y="0"/>
                </a:moveTo>
                <a:lnTo>
                  <a:pt x="0" y="21284"/>
                </a:lnTo>
              </a:path>
            </a:pathLst>
          </a:custGeom>
          <a:noFill xmlns:a="http://schemas.openxmlformats.org/drawingml/2006/main"/>
          <a:ln xmlns:a="http://schemas.openxmlformats.org/drawingml/2006/main" w="6668">
            <a:solidFill>
              <a:srgbClr val="9D9D9D"/>
            </a:solidFill>
          </a:ln>
        </p:spPr>
      </p:sp>
      <p:sp>
        <p:nvSpPr>
          <p:cNvPr id="933" name="g1318">
            <a:extLst xmlns:a="http://schemas.openxmlformats.org/drawingml/2006/main">
              <a:ext uri="{FF2B5EF4-FFF2-40B4-BE49-F238E27FC236}">
                <a16:creationId xmlns:a16="http://schemas.microsoft.com/office/drawing/2014/main" id="{3AD243C9-4568-411F-A404-EB60B3F1DA12}"/>
              </a:ext>
            </a:extLst>
          </p:cNvPr>
          <p:cNvSpPr>
            <a:spLocks xmlns:a="http://schemas.openxmlformats.org/drawingml/2006/main" noGrp="1"/>
          </p:cNvSpPr>
          <p:nvPr/>
        </p:nvSpPr>
        <p:spPr>
          <a:xfrm xmlns:a="http://schemas.openxmlformats.org/drawingml/2006/main">
            <a:off x="11479116" y="5427868"/>
            <a:ext cx="2322" cy="3476"/>
          </a:xfrm>
          <a:custGeom xmlns:a="http://schemas.openxmlformats.org/drawingml/2006/main">
            <a:pathLst>
              <a:path w="2322" h="3476">
                <a:moveTo>
                  <a:pt x="2322" y="0"/>
                </a:moveTo>
                <a:lnTo>
                  <a:pt x="0" y="3476"/>
                </a:lnTo>
              </a:path>
            </a:pathLst>
          </a:custGeom>
          <a:noFill xmlns:a="http://schemas.openxmlformats.org/drawingml/2006/main"/>
          <a:ln xmlns:a="http://schemas.openxmlformats.org/drawingml/2006/main" w="6668">
            <a:solidFill>
              <a:srgbClr val="9D9D9D"/>
            </a:solidFill>
          </a:ln>
        </p:spPr>
      </p:sp>
      <p:sp>
        <p:nvSpPr>
          <p:cNvPr id="934" name="g1319">
            <a:extLst xmlns:a="http://schemas.openxmlformats.org/drawingml/2006/main">
              <a:ext uri="{FF2B5EF4-FFF2-40B4-BE49-F238E27FC236}">
                <a16:creationId xmlns:a16="http://schemas.microsoft.com/office/drawing/2014/main" id="{8FA764AB-3EE9-4C27-9AA6-969A864FC34D}"/>
              </a:ext>
            </a:extLst>
          </p:cNvPr>
          <p:cNvSpPr>
            <a:spLocks xmlns:a="http://schemas.openxmlformats.org/drawingml/2006/main" noGrp="1"/>
          </p:cNvSpPr>
          <p:nvPr/>
        </p:nvSpPr>
        <p:spPr>
          <a:xfrm xmlns:a="http://schemas.openxmlformats.org/drawingml/2006/main">
            <a:off x="11465649" y="5447183"/>
            <a:ext cx="2883" cy="4315"/>
          </a:xfrm>
          <a:custGeom xmlns:a="http://schemas.openxmlformats.org/drawingml/2006/main">
            <a:pathLst>
              <a:path w="2883" h="4315">
                <a:moveTo>
                  <a:pt x="2883" y="0"/>
                </a:moveTo>
                <a:lnTo>
                  <a:pt x="0" y="4315"/>
                </a:lnTo>
              </a:path>
            </a:pathLst>
          </a:custGeom>
          <a:noFill xmlns:a="http://schemas.openxmlformats.org/drawingml/2006/main"/>
          <a:ln xmlns:a="http://schemas.openxmlformats.org/drawingml/2006/main" w="6668">
            <a:solidFill>
              <a:srgbClr val="9D9D9D"/>
            </a:solidFill>
          </a:ln>
        </p:spPr>
      </p:sp>
      <p:sp>
        <p:nvSpPr>
          <p:cNvPr id="935" name="g1320">
            <a:extLst xmlns:a="http://schemas.openxmlformats.org/drawingml/2006/main">
              <a:ext uri="{FF2B5EF4-FFF2-40B4-BE49-F238E27FC236}">
                <a16:creationId xmlns:a16="http://schemas.microsoft.com/office/drawing/2014/main" id="{3973456D-40FC-452F-8986-00966089AB5B}"/>
              </a:ext>
            </a:extLst>
          </p:cNvPr>
          <p:cNvSpPr>
            <a:spLocks xmlns:a="http://schemas.openxmlformats.org/drawingml/2006/main" noGrp="1"/>
          </p:cNvSpPr>
          <p:nvPr/>
        </p:nvSpPr>
        <p:spPr>
          <a:xfrm xmlns:a="http://schemas.openxmlformats.org/drawingml/2006/main">
            <a:off x="11451171" y="5451499"/>
            <a:ext cx="14477" cy="18365"/>
          </a:xfrm>
          <a:custGeom xmlns:a="http://schemas.openxmlformats.org/drawingml/2006/main">
            <a:pathLst>
              <a:path w="14477" h="18365">
                <a:moveTo>
                  <a:pt x="14477" y="0"/>
                </a:moveTo>
                <a:lnTo>
                  <a:pt x="0" y="18365"/>
                </a:lnTo>
              </a:path>
            </a:pathLst>
          </a:custGeom>
          <a:noFill xmlns:a="http://schemas.openxmlformats.org/drawingml/2006/main"/>
          <a:ln xmlns:a="http://schemas.openxmlformats.org/drawingml/2006/main" w="6668">
            <a:solidFill>
              <a:srgbClr val="9D9D9D"/>
            </a:solidFill>
          </a:ln>
        </p:spPr>
      </p:sp>
      <p:sp>
        <p:nvSpPr>
          <p:cNvPr id="936" name="g1321">
            <a:extLst xmlns:a="http://schemas.openxmlformats.org/drawingml/2006/main">
              <a:ext uri="{FF2B5EF4-FFF2-40B4-BE49-F238E27FC236}">
                <a16:creationId xmlns:a16="http://schemas.microsoft.com/office/drawing/2014/main" id="{FC8E00DF-02DE-4B03-BA0D-D9D11B5615F1}"/>
              </a:ext>
            </a:extLst>
          </p:cNvPr>
          <p:cNvSpPr>
            <a:spLocks xmlns:a="http://schemas.openxmlformats.org/drawingml/2006/main" noGrp="1"/>
          </p:cNvSpPr>
          <p:nvPr/>
        </p:nvSpPr>
        <p:spPr>
          <a:xfrm xmlns:a="http://schemas.openxmlformats.org/drawingml/2006/main">
            <a:off x="11428762" y="5484109"/>
            <a:ext cx="9778" cy="10578"/>
          </a:xfrm>
          <a:custGeom xmlns:a="http://schemas.openxmlformats.org/drawingml/2006/main">
            <a:pathLst>
              <a:path w="9778" h="10578">
                <a:moveTo>
                  <a:pt x="9778" y="0"/>
                </a:moveTo>
                <a:lnTo>
                  <a:pt x="0" y="10578"/>
                </a:lnTo>
              </a:path>
            </a:pathLst>
          </a:custGeom>
          <a:noFill xmlns:a="http://schemas.openxmlformats.org/drawingml/2006/main"/>
          <a:ln xmlns:a="http://schemas.openxmlformats.org/drawingml/2006/main" w="6668">
            <a:solidFill>
              <a:srgbClr val="9D9D9D"/>
            </a:solidFill>
          </a:ln>
        </p:spPr>
      </p:sp>
      <p:sp>
        <p:nvSpPr>
          <p:cNvPr id="937" name="g1322">
            <a:extLst xmlns:a="http://schemas.openxmlformats.org/drawingml/2006/main">
              <a:ext uri="{FF2B5EF4-FFF2-40B4-BE49-F238E27FC236}">
                <a16:creationId xmlns:a16="http://schemas.microsoft.com/office/drawing/2014/main" id="{F578DD60-EF33-4E0B-9643-A70D8F8C25E3}"/>
              </a:ext>
            </a:extLst>
          </p:cNvPr>
          <p:cNvSpPr>
            <a:spLocks xmlns:a="http://schemas.openxmlformats.org/drawingml/2006/main" noGrp="1"/>
          </p:cNvSpPr>
          <p:nvPr/>
        </p:nvSpPr>
        <p:spPr>
          <a:xfrm xmlns:a="http://schemas.openxmlformats.org/drawingml/2006/main">
            <a:off x="11418357" y="5494687"/>
            <a:ext cx="10405" cy="9618"/>
          </a:xfrm>
          <a:custGeom xmlns:a="http://schemas.openxmlformats.org/drawingml/2006/main">
            <a:pathLst>
              <a:path w="10405" h="9618">
                <a:moveTo>
                  <a:pt x="10405" y="0"/>
                </a:moveTo>
                <a:lnTo>
                  <a:pt x="0" y="9618"/>
                </a:lnTo>
              </a:path>
            </a:pathLst>
          </a:custGeom>
          <a:noFill xmlns:a="http://schemas.openxmlformats.org/drawingml/2006/main"/>
          <a:ln xmlns:a="http://schemas.openxmlformats.org/drawingml/2006/main" w="6668">
            <a:solidFill>
              <a:srgbClr val="9D9D9D"/>
            </a:solidFill>
          </a:ln>
        </p:spPr>
      </p:sp>
      <p:sp>
        <p:nvSpPr>
          <p:cNvPr id="938" name="g1323">
            <a:extLst xmlns:a="http://schemas.openxmlformats.org/drawingml/2006/main">
              <a:ext uri="{FF2B5EF4-FFF2-40B4-BE49-F238E27FC236}">
                <a16:creationId xmlns:a16="http://schemas.microsoft.com/office/drawing/2014/main" id="{DD0663B2-B2CD-4D6E-9A63-011659AEA4A1}"/>
              </a:ext>
            </a:extLst>
          </p:cNvPr>
          <p:cNvSpPr>
            <a:spLocks xmlns:a="http://schemas.openxmlformats.org/drawingml/2006/main" noGrp="1"/>
          </p:cNvSpPr>
          <p:nvPr/>
        </p:nvSpPr>
        <p:spPr>
          <a:xfrm xmlns:a="http://schemas.openxmlformats.org/drawingml/2006/main">
            <a:off x="11385574" y="5516950"/>
            <a:ext cx="18550" cy="14623"/>
          </a:xfrm>
          <a:custGeom xmlns:a="http://schemas.openxmlformats.org/drawingml/2006/main">
            <a:pathLst>
              <a:path w="18550" h="14623">
                <a:moveTo>
                  <a:pt x="18550" y="0"/>
                </a:moveTo>
                <a:lnTo>
                  <a:pt x="0" y="14623"/>
                </a:lnTo>
              </a:path>
            </a:pathLst>
          </a:custGeom>
          <a:noFill xmlns:a="http://schemas.openxmlformats.org/drawingml/2006/main"/>
          <a:ln xmlns:a="http://schemas.openxmlformats.org/drawingml/2006/main" w="6668">
            <a:solidFill>
              <a:srgbClr val="9D9D9D"/>
            </a:solidFill>
          </a:ln>
        </p:spPr>
      </p:sp>
      <p:sp>
        <p:nvSpPr>
          <p:cNvPr id="939" name="g1324">
            <a:extLst xmlns:a="http://schemas.openxmlformats.org/drawingml/2006/main">
              <a:ext uri="{FF2B5EF4-FFF2-40B4-BE49-F238E27FC236}">
                <a16:creationId xmlns:a16="http://schemas.microsoft.com/office/drawing/2014/main" id="{CC12ECC3-48D9-448B-8601-3B67CE193357}"/>
              </a:ext>
            </a:extLst>
          </p:cNvPr>
          <p:cNvSpPr>
            <a:spLocks xmlns:a="http://schemas.openxmlformats.org/drawingml/2006/main" noGrp="1"/>
          </p:cNvSpPr>
          <p:nvPr/>
        </p:nvSpPr>
        <p:spPr>
          <a:xfrm xmlns:a="http://schemas.openxmlformats.org/drawingml/2006/main">
            <a:off x="11381455" y="5531574"/>
            <a:ext cx="4119" cy="2752"/>
          </a:xfrm>
          <a:custGeom xmlns:a="http://schemas.openxmlformats.org/drawingml/2006/main">
            <a:pathLst>
              <a:path w="4119" h="2752">
                <a:moveTo>
                  <a:pt x="4119" y="0"/>
                </a:moveTo>
                <a:lnTo>
                  <a:pt x="0" y="2752"/>
                </a:lnTo>
              </a:path>
            </a:pathLst>
          </a:custGeom>
          <a:noFill xmlns:a="http://schemas.openxmlformats.org/drawingml/2006/main"/>
          <a:ln xmlns:a="http://schemas.openxmlformats.org/drawingml/2006/main" w="6668">
            <a:solidFill>
              <a:srgbClr val="9D9D9D"/>
            </a:solidFill>
          </a:ln>
        </p:spPr>
      </p:sp>
      <p:sp>
        <p:nvSpPr>
          <p:cNvPr id="940" name="g1325">
            <a:extLst xmlns:a="http://schemas.openxmlformats.org/drawingml/2006/main">
              <a:ext uri="{FF2B5EF4-FFF2-40B4-BE49-F238E27FC236}">
                <a16:creationId xmlns:a16="http://schemas.microsoft.com/office/drawing/2014/main" id="{85161730-69BB-4383-92A6-19195ACD5ED0}"/>
              </a:ext>
            </a:extLst>
          </p:cNvPr>
          <p:cNvSpPr>
            <a:spLocks xmlns:a="http://schemas.openxmlformats.org/drawingml/2006/main" noGrp="1"/>
          </p:cNvSpPr>
          <p:nvPr/>
        </p:nvSpPr>
        <p:spPr>
          <a:xfrm xmlns:a="http://schemas.openxmlformats.org/drawingml/2006/main">
            <a:off x="11361943" y="5544910"/>
            <a:ext cx="3672" cy="2453"/>
          </a:xfrm>
          <a:custGeom xmlns:a="http://schemas.openxmlformats.org/drawingml/2006/main">
            <a:pathLst>
              <a:path w="3672" h="2453">
                <a:moveTo>
                  <a:pt x="3672" y="0"/>
                </a:moveTo>
                <a:lnTo>
                  <a:pt x="0" y="2453"/>
                </a:lnTo>
              </a:path>
            </a:pathLst>
          </a:custGeom>
          <a:noFill xmlns:a="http://schemas.openxmlformats.org/drawingml/2006/main"/>
          <a:ln xmlns:a="http://schemas.openxmlformats.org/drawingml/2006/main" w="6668">
            <a:solidFill>
              <a:srgbClr val="9D9D9D"/>
            </a:solidFill>
          </a:ln>
        </p:spPr>
      </p:sp>
      <p:sp>
        <p:nvSpPr>
          <p:cNvPr id="941" name="g1326">
            <a:extLst xmlns:a="http://schemas.openxmlformats.org/drawingml/2006/main">
              <a:ext uri="{FF2B5EF4-FFF2-40B4-BE49-F238E27FC236}">
                <a16:creationId xmlns:a16="http://schemas.microsoft.com/office/drawing/2014/main" id="{2213AC3B-6B94-4E3D-B405-9CCCBA0E2D98}"/>
              </a:ext>
            </a:extLst>
          </p:cNvPr>
          <p:cNvSpPr>
            <a:spLocks xmlns:a="http://schemas.openxmlformats.org/drawingml/2006/main" noGrp="1"/>
          </p:cNvSpPr>
          <p:nvPr/>
        </p:nvSpPr>
        <p:spPr>
          <a:xfrm xmlns:a="http://schemas.openxmlformats.org/drawingml/2006/main">
            <a:off x="11340865" y="5547363"/>
            <a:ext cx="21079" cy="11805"/>
          </a:xfrm>
          <a:custGeom xmlns:a="http://schemas.openxmlformats.org/drawingml/2006/main">
            <a:pathLst>
              <a:path w="21079" h="11805">
                <a:moveTo>
                  <a:pt x="21079" y="0"/>
                </a:moveTo>
                <a:lnTo>
                  <a:pt x="0" y="11805"/>
                </a:lnTo>
              </a:path>
            </a:pathLst>
          </a:custGeom>
          <a:noFill xmlns:a="http://schemas.openxmlformats.org/drawingml/2006/main"/>
          <a:ln xmlns:a="http://schemas.openxmlformats.org/drawingml/2006/main" w="6668">
            <a:solidFill>
              <a:srgbClr val="9D9D9D"/>
            </a:solidFill>
          </a:ln>
        </p:spPr>
      </p:sp>
      <p:sp>
        <p:nvSpPr>
          <p:cNvPr id="942" name="g1327">
            <a:extLst xmlns:a="http://schemas.openxmlformats.org/drawingml/2006/main">
              <a:ext uri="{FF2B5EF4-FFF2-40B4-BE49-F238E27FC236}">
                <a16:creationId xmlns:a16="http://schemas.microsoft.com/office/drawing/2014/main" id="{EE327602-F40A-4847-BB1F-6ABF1DF0C7A0}"/>
              </a:ext>
            </a:extLst>
          </p:cNvPr>
          <p:cNvSpPr>
            <a:spLocks xmlns:a="http://schemas.openxmlformats.org/drawingml/2006/main" noGrp="1"/>
          </p:cNvSpPr>
          <p:nvPr/>
        </p:nvSpPr>
        <p:spPr>
          <a:xfrm xmlns:a="http://schemas.openxmlformats.org/drawingml/2006/main">
            <a:off x="11311337" y="5567441"/>
            <a:ext cx="12379" cy="5707"/>
          </a:xfrm>
          <a:custGeom xmlns:a="http://schemas.openxmlformats.org/drawingml/2006/main">
            <a:pathLst>
              <a:path w="12379" h="5707">
                <a:moveTo>
                  <a:pt x="12379" y="0"/>
                </a:moveTo>
                <a:lnTo>
                  <a:pt x="0" y="5707"/>
                </a:lnTo>
              </a:path>
            </a:pathLst>
          </a:custGeom>
          <a:noFill xmlns:a="http://schemas.openxmlformats.org/drawingml/2006/main"/>
          <a:ln xmlns:a="http://schemas.openxmlformats.org/drawingml/2006/main" w="6668">
            <a:solidFill>
              <a:srgbClr val="9D9D9D"/>
            </a:solidFill>
          </a:ln>
        </p:spPr>
      </p:sp>
      <p:sp>
        <p:nvSpPr>
          <p:cNvPr id="943" name="g1328">
            <a:extLst xmlns:a="http://schemas.openxmlformats.org/drawingml/2006/main">
              <a:ext uri="{FF2B5EF4-FFF2-40B4-BE49-F238E27FC236}">
                <a16:creationId xmlns:a16="http://schemas.microsoft.com/office/drawing/2014/main" id="{86BC6B9D-C990-491A-93C7-9EBF0E09113C}"/>
              </a:ext>
            </a:extLst>
          </p:cNvPr>
          <p:cNvSpPr>
            <a:spLocks xmlns:a="http://schemas.openxmlformats.org/drawingml/2006/main" noGrp="1"/>
          </p:cNvSpPr>
          <p:nvPr/>
        </p:nvSpPr>
        <p:spPr>
          <a:xfrm xmlns:a="http://schemas.openxmlformats.org/drawingml/2006/main">
            <a:off x="11297317" y="5573148"/>
            <a:ext cx="14020" cy="5172"/>
          </a:xfrm>
          <a:custGeom xmlns:a="http://schemas.openxmlformats.org/drawingml/2006/main">
            <a:pathLst>
              <a:path w="14020" h="5172">
                <a:moveTo>
                  <a:pt x="14020" y="0"/>
                </a:moveTo>
                <a:lnTo>
                  <a:pt x="0" y="5172"/>
                </a:lnTo>
              </a:path>
            </a:pathLst>
          </a:custGeom>
          <a:noFill xmlns:a="http://schemas.openxmlformats.org/drawingml/2006/main"/>
          <a:ln xmlns:a="http://schemas.openxmlformats.org/drawingml/2006/main" w="6668">
            <a:solidFill>
              <a:srgbClr val="9D9D9D"/>
            </a:solidFill>
          </a:ln>
        </p:spPr>
      </p:sp>
      <p:sp>
        <p:nvSpPr>
          <p:cNvPr id="944" name="g1329">
            <a:extLst xmlns:a="http://schemas.openxmlformats.org/drawingml/2006/main">
              <a:ext uri="{FF2B5EF4-FFF2-40B4-BE49-F238E27FC236}">
                <a16:creationId xmlns:a16="http://schemas.microsoft.com/office/drawing/2014/main" id="{23C7918C-FF28-4496-A26F-9BD8F362E281}"/>
              </a:ext>
            </a:extLst>
          </p:cNvPr>
          <p:cNvSpPr>
            <a:spLocks xmlns:a="http://schemas.openxmlformats.org/drawingml/2006/main" noGrp="1"/>
          </p:cNvSpPr>
          <p:nvPr/>
        </p:nvSpPr>
        <p:spPr>
          <a:xfrm xmlns:a="http://schemas.openxmlformats.org/drawingml/2006/main">
            <a:off x="11257321" y="5584498"/>
            <a:ext cx="21989" cy="6202"/>
          </a:xfrm>
          <a:custGeom xmlns:a="http://schemas.openxmlformats.org/drawingml/2006/main">
            <a:pathLst>
              <a:path w="21989" h="6202">
                <a:moveTo>
                  <a:pt x="21989" y="0"/>
                </a:moveTo>
                <a:lnTo>
                  <a:pt x="0" y="6202"/>
                </a:lnTo>
              </a:path>
            </a:pathLst>
          </a:custGeom>
          <a:noFill xmlns:a="http://schemas.openxmlformats.org/drawingml/2006/main"/>
          <a:ln xmlns:a="http://schemas.openxmlformats.org/drawingml/2006/main" w="6668">
            <a:solidFill>
              <a:srgbClr val="9D9D9D"/>
            </a:solidFill>
          </a:ln>
        </p:spPr>
      </p:sp>
      <p:sp>
        <p:nvSpPr>
          <p:cNvPr id="945" name="g1330">
            <a:extLst xmlns:a="http://schemas.openxmlformats.org/drawingml/2006/main">
              <a:ext uri="{FF2B5EF4-FFF2-40B4-BE49-F238E27FC236}">
                <a16:creationId xmlns:a16="http://schemas.microsoft.com/office/drawing/2014/main" id="{8C9472D6-07CD-4B05-B949-03986F6A923F}"/>
              </a:ext>
            </a:extLst>
          </p:cNvPr>
          <p:cNvSpPr>
            <a:spLocks xmlns:a="http://schemas.openxmlformats.org/drawingml/2006/main" noGrp="1"/>
          </p:cNvSpPr>
          <p:nvPr/>
        </p:nvSpPr>
        <p:spPr>
          <a:xfrm xmlns:a="http://schemas.openxmlformats.org/drawingml/2006/main">
            <a:off x="11251702" y="5590699"/>
            <a:ext cx="5618" cy="1118"/>
          </a:xfrm>
          <a:custGeom xmlns:a="http://schemas.openxmlformats.org/drawingml/2006/main">
            <a:pathLst>
              <a:path w="5618" h="1118">
                <a:moveTo>
                  <a:pt x="5618" y="0"/>
                </a:moveTo>
                <a:lnTo>
                  <a:pt x="0" y="1118"/>
                </a:lnTo>
              </a:path>
            </a:pathLst>
          </a:custGeom>
          <a:noFill xmlns:a="http://schemas.openxmlformats.org/drawingml/2006/main"/>
          <a:ln xmlns:a="http://schemas.openxmlformats.org/drawingml/2006/main" w="6668">
            <a:solidFill>
              <a:srgbClr val="9D9D9D"/>
            </a:solidFill>
          </a:ln>
        </p:spPr>
      </p:sp>
      <p:sp>
        <p:nvSpPr>
          <p:cNvPr id="946" name="g1331">
            <a:extLst xmlns:a="http://schemas.openxmlformats.org/drawingml/2006/main">
              <a:ext uri="{FF2B5EF4-FFF2-40B4-BE49-F238E27FC236}">
                <a16:creationId xmlns:a16="http://schemas.microsoft.com/office/drawing/2014/main" id="{5B51F783-EC03-403E-AF64-322233024F3F}"/>
              </a:ext>
            </a:extLst>
          </p:cNvPr>
          <p:cNvSpPr>
            <a:spLocks xmlns:a="http://schemas.openxmlformats.org/drawingml/2006/main" noGrp="1"/>
          </p:cNvSpPr>
          <p:nvPr/>
        </p:nvSpPr>
        <p:spPr>
          <a:xfrm xmlns:a="http://schemas.openxmlformats.org/drawingml/2006/main">
            <a:off x="11229446" y="5595533"/>
            <a:ext cx="3572" cy="953"/>
          </a:xfrm>
          <a:custGeom xmlns:a="http://schemas.openxmlformats.org/drawingml/2006/main">
            <a:pathLst>
              <a:path w="3572" h="953">
                <a:moveTo>
                  <a:pt x="3572" y="0"/>
                </a:moveTo>
                <a:lnTo>
                  <a:pt x="0" y="710"/>
                </a:lnTo>
              </a:path>
            </a:pathLst>
          </a:custGeom>
          <a:noFill xmlns:a="http://schemas.openxmlformats.org/drawingml/2006/main"/>
          <a:ln xmlns:a="http://schemas.openxmlformats.org/drawingml/2006/main" w="6668">
            <a:solidFill>
              <a:srgbClr val="9D9D9D"/>
            </a:solidFill>
          </a:ln>
        </p:spPr>
      </p:sp>
      <p:sp>
        <p:nvSpPr>
          <p:cNvPr id="947" name="g1332">
            <a:extLst xmlns:a="http://schemas.openxmlformats.org/drawingml/2006/main">
              <a:ext uri="{FF2B5EF4-FFF2-40B4-BE49-F238E27FC236}">
                <a16:creationId xmlns:a16="http://schemas.microsoft.com/office/drawing/2014/main" id="{8EBBC478-8009-4E05-8550-6EC35658B621}"/>
              </a:ext>
            </a:extLst>
          </p:cNvPr>
          <p:cNvSpPr>
            <a:spLocks xmlns:a="http://schemas.openxmlformats.org/drawingml/2006/main" noGrp="1"/>
          </p:cNvSpPr>
          <p:nvPr/>
        </p:nvSpPr>
        <p:spPr>
          <a:xfrm xmlns:a="http://schemas.openxmlformats.org/drawingml/2006/main">
            <a:off x="11204686" y="5596244"/>
            <a:ext cx="24760" cy="2931"/>
          </a:xfrm>
          <a:custGeom xmlns:a="http://schemas.openxmlformats.org/drawingml/2006/main">
            <a:pathLst>
              <a:path w="24760" h="2931">
                <a:moveTo>
                  <a:pt x="24760" y="0"/>
                </a:moveTo>
                <a:lnTo>
                  <a:pt x="0" y="2931"/>
                </a:lnTo>
              </a:path>
            </a:pathLst>
          </a:custGeom>
          <a:noFill xmlns:a="http://schemas.openxmlformats.org/drawingml/2006/main"/>
          <a:ln xmlns:a="http://schemas.openxmlformats.org/drawingml/2006/main" w="6668">
            <a:solidFill>
              <a:srgbClr val="9D9D9D"/>
            </a:solidFill>
          </a:ln>
        </p:spPr>
      </p:sp>
      <p:sp>
        <p:nvSpPr>
          <p:cNvPr id="948" name="g1333">
            <a:extLst xmlns:a="http://schemas.openxmlformats.org/drawingml/2006/main">
              <a:ext uri="{FF2B5EF4-FFF2-40B4-BE49-F238E27FC236}">
                <a16:creationId xmlns:a16="http://schemas.microsoft.com/office/drawing/2014/main" id="{FDD07C8A-D245-48E3-8DE2-6DA1DD7AD0BA}"/>
              </a:ext>
            </a:extLst>
          </p:cNvPr>
          <p:cNvSpPr>
            <a:spLocks xmlns:a="http://schemas.openxmlformats.org/drawingml/2006/main" noGrp="1"/>
          </p:cNvSpPr>
          <p:nvPr/>
        </p:nvSpPr>
        <p:spPr>
          <a:xfrm xmlns:a="http://schemas.openxmlformats.org/drawingml/2006/main">
            <a:off x="11172825" y="5600195"/>
            <a:ext cx="12847" cy="953"/>
          </a:xfrm>
          <a:custGeom xmlns:a="http://schemas.openxmlformats.org/drawingml/2006/main">
            <a:pathLst>
              <a:path w="12847" h="953">
                <a:moveTo>
                  <a:pt x="12847" y="0"/>
                </a:moveTo>
                <a:lnTo>
                  <a:pt x="0" y="505"/>
                </a:lnTo>
              </a:path>
            </a:pathLst>
          </a:custGeom>
          <a:noFill xmlns:a="http://schemas.openxmlformats.org/drawingml/2006/main"/>
          <a:ln xmlns:a="http://schemas.openxmlformats.org/drawingml/2006/main" w="6668">
            <a:solidFill>
              <a:srgbClr val="9D9D9D"/>
            </a:solidFill>
          </a:ln>
        </p:spPr>
      </p:sp>
      <p:sp>
        <p:nvSpPr>
          <p:cNvPr id="949" name="g1334">
            <a:extLst xmlns:a="http://schemas.openxmlformats.org/drawingml/2006/main">
              <a:ext uri="{FF2B5EF4-FFF2-40B4-BE49-F238E27FC236}">
                <a16:creationId xmlns:a16="http://schemas.microsoft.com/office/drawing/2014/main" id="{EEC27659-CA76-4BF7-8307-E0295D2C34F7}"/>
              </a:ext>
            </a:extLst>
          </p:cNvPr>
          <p:cNvSpPr>
            <a:spLocks xmlns:a="http://schemas.openxmlformats.org/drawingml/2006/main" noGrp="1"/>
          </p:cNvSpPr>
          <p:nvPr/>
        </p:nvSpPr>
        <p:spPr>
          <a:xfrm xmlns:a="http://schemas.openxmlformats.org/drawingml/2006/main">
            <a:off x="11157107" y="5600700"/>
            <a:ext cx="15718" cy="953"/>
          </a:xfrm>
          <a:custGeom xmlns:a="http://schemas.openxmlformats.org/drawingml/2006/main">
            <a:pathLst>
              <a:path w="15718" h="953">
                <a:moveTo>
                  <a:pt x="15718" y="0"/>
                </a:moveTo>
                <a:lnTo>
                  <a:pt x="0" y="0"/>
                </a:lnTo>
              </a:path>
            </a:pathLst>
          </a:custGeom>
          <a:noFill xmlns:a="http://schemas.openxmlformats.org/drawingml/2006/main"/>
          <a:ln xmlns:a="http://schemas.openxmlformats.org/drawingml/2006/main" w="6668">
            <a:solidFill>
              <a:srgbClr val="9D9D9D"/>
            </a:solidFill>
          </a:ln>
        </p:spPr>
      </p:sp>
      <p:sp>
        <p:nvSpPr>
          <p:cNvPr id="950" name="g1335">
            <a:extLst xmlns:a="http://schemas.openxmlformats.org/drawingml/2006/main">
              <a:ext uri="{FF2B5EF4-FFF2-40B4-BE49-F238E27FC236}">
                <a16:creationId xmlns:a16="http://schemas.microsoft.com/office/drawing/2014/main" id="{BB8C637F-323F-462D-9E65-335DB7F84905}"/>
              </a:ext>
            </a:extLst>
          </p:cNvPr>
          <p:cNvSpPr>
            <a:spLocks xmlns:a="http://schemas.openxmlformats.org/drawingml/2006/main" noGrp="1"/>
          </p:cNvSpPr>
          <p:nvPr/>
        </p:nvSpPr>
        <p:spPr>
          <a:xfrm xmlns:a="http://schemas.openxmlformats.org/drawingml/2006/main">
            <a:off x="11109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1" name="g1336">
            <a:extLst xmlns:a="http://schemas.openxmlformats.org/drawingml/2006/main">
              <a:ext uri="{FF2B5EF4-FFF2-40B4-BE49-F238E27FC236}">
                <a16:creationId xmlns:a16="http://schemas.microsoft.com/office/drawing/2014/main" id="{94A27D33-B660-4D6B-9F80-9A707993D679}"/>
              </a:ext>
            </a:extLst>
          </p:cNvPr>
          <p:cNvSpPr>
            <a:spLocks xmlns:a="http://schemas.openxmlformats.org/drawingml/2006/main" noGrp="1"/>
          </p:cNvSpPr>
          <p:nvPr/>
        </p:nvSpPr>
        <p:spPr>
          <a:xfrm xmlns:a="http://schemas.openxmlformats.org/drawingml/2006/main">
            <a:off x="11061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2" name="g1337">
            <a:extLst xmlns:a="http://schemas.openxmlformats.org/drawingml/2006/main">
              <a:ext uri="{FF2B5EF4-FFF2-40B4-BE49-F238E27FC236}">
                <a16:creationId xmlns:a16="http://schemas.microsoft.com/office/drawing/2014/main" id="{FC0A8AAF-B9F7-4B6A-BFB0-59A1A8E993B8}"/>
              </a:ext>
            </a:extLst>
          </p:cNvPr>
          <p:cNvSpPr>
            <a:spLocks xmlns:a="http://schemas.openxmlformats.org/drawingml/2006/main" noGrp="1"/>
          </p:cNvSpPr>
          <p:nvPr/>
        </p:nvSpPr>
        <p:spPr>
          <a:xfrm xmlns:a="http://schemas.openxmlformats.org/drawingml/2006/main">
            <a:off x="11014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3" name="g1338">
            <a:extLst xmlns:a="http://schemas.openxmlformats.org/drawingml/2006/main">
              <a:ext uri="{FF2B5EF4-FFF2-40B4-BE49-F238E27FC236}">
                <a16:creationId xmlns:a16="http://schemas.microsoft.com/office/drawing/2014/main" id="{876245C4-ABB8-4AF4-BA8C-AC9752B6639A}"/>
              </a:ext>
            </a:extLst>
          </p:cNvPr>
          <p:cNvSpPr>
            <a:spLocks xmlns:a="http://schemas.openxmlformats.org/drawingml/2006/main" noGrp="1"/>
          </p:cNvSpPr>
          <p:nvPr/>
        </p:nvSpPr>
        <p:spPr>
          <a:xfrm xmlns:a="http://schemas.openxmlformats.org/drawingml/2006/main">
            <a:off x="10966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4" name="g1339">
            <a:extLst xmlns:a="http://schemas.openxmlformats.org/drawingml/2006/main">
              <a:ext uri="{FF2B5EF4-FFF2-40B4-BE49-F238E27FC236}">
                <a16:creationId xmlns:a16="http://schemas.microsoft.com/office/drawing/2014/main" id="{AED1C1B2-B0C5-466D-8CDC-745D1CCDEB9E}"/>
              </a:ext>
            </a:extLst>
          </p:cNvPr>
          <p:cNvSpPr>
            <a:spLocks xmlns:a="http://schemas.openxmlformats.org/drawingml/2006/main" noGrp="1"/>
          </p:cNvSpPr>
          <p:nvPr/>
        </p:nvSpPr>
        <p:spPr>
          <a:xfrm xmlns:a="http://schemas.openxmlformats.org/drawingml/2006/main">
            <a:off x="10918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5" name="g1340">
            <a:extLst xmlns:a="http://schemas.openxmlformats.org/drawingml/2006/main">
              <a:ext uri="{FF2B5EF4-FFF2-40B4-BE49-F238E27FC236}">
                <a16:creationId xmlns:a16="http://schemas.microsoft.com/office/drawing/2014/main" id="{94BC00A2-2C2B-485D-8E66-B7D2532FAD4A}"/>
              </a:ext>
            </a:extLst>
          </p:cNvPr>
          <p:cNvSpPr>
            <a:spLocks xmlns:a="http://schemas.openxmlformats.org/drawingml/2006/main" noGrp="1"/>
          </p:cNvSpPr>
          <p:nvPr/>
        </p:nvSpPr>
        <p:spPr>
          <a:xfrm xmlns:a="http://schemas.openxmlformats.org/drawingml/2006/main">
            <a:off x="10871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6" name="g1341">
            <a:extLst xmlns:a="http://schemas.openxmlformats.org/drawingml/2006/main">
              <a:ext uri="{FF2B5EF4-FFF2-40B4-BE49-F238E27FC236}">
                <a16:creationId xmlns:a16="http://schemas.microsoft.com/office/drawing/2014/main" id="{BCCF6EF1-C81A-4084-86BB-F361A6F718F7}"/>
              </a:ext>
            </a:extLst>
          </p:cNvPr>
          <p:cNvSpPr>
            <a:spLocks xmlns:a="http://schemas.openxmlformats.org/drawingml/2006/main" noGrp="1"/>
          </p:cNvSpPr>
          <p:nvPr/>
        </p:nvSpPr>
        <p:spPr>
          <a:xfrm xmlns:a="http://schemas.openxmlformats.org/drawingml/2006/main">
            <a:off x="10823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7" name="g1342">
            <a:extLst xmlns:a="http://schemas.openxmlformats.org/drawingml/2006/main">
              <a:ext uri="{FF2B5EF4-FFF2-40B4-BE49-F238E27FC236}">
                <a16:creationId xmlns:a16="http://schemas.microsoft.com/office/drawing/2014/main" id="{944D86A3-57E8-4215-BFCB-A907013C2286}"/>
              </a:ext>
            </a:extLst>
          </p:cNvPr>
          <p:cNvSpPr>
            <a:spLocks xmlns:a="http://schemas.openxmlformats.org/drawingml/2006/main" noGrp="1"/>
          </p:cNvSpPr>
          <p:nvPr/>
        </p:nvSpPr>
        <p:spPr>
          <a:xfrm xmlns:a="http://schemas.openxmlformats.org/drawingml/2006/main">
            <a:off x="10776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8" name="g1343">
            <a:extLst xmlns:a="http://schemas.openxmlformats.org/drawingml/2006/main">
              <a:ext uri="{FF2B5EF4-FFF2-40B4-BE49-F238E27FC236}">
                <a16:creationId xmlns:a16="http://schemas.microsoft.com/office/drawing/2014/main" id="{441A5FCE-6FF1-4BA4-9B55-300DF7C075E4}"/>
              </a:ext>
            </a:extLst>
          </p:cNvPr>
          <p:cNvSpPr>
            <a:spLocks xmlns:a="http://schemas.openxmlformats.org/drawingml/2006/main" noGrp="1"/>
          </p:cNvSpPr>
          <p:nvPr/>
        </p:nvSpPr>
        <p:spPr>
          <a:xfrm xmlns:a="http://schemas.openxmlformats.org/drawingml/2006/main">
            <a:off x="10728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59" name="g1344">
            <a:extLst xmlns:a="http://schemas.openxmlformats.org/drawingml/2006/main">
              <a:ext uri="{FF2B5EF4-FFF2-40B4-BE49-F238E27FC236}">
                <a16:creationId xmlns:a16="http://schemas.microsoft.com/office/drawing/2014/main" id="{57C6C3D0-34F2-4A40-9829-1C7AD180CC7E}"/>
              </a:ext>
            </a:extLst>
          </p:cNvPr>
          <p:cNvSpPr>
            <a:spLocks xmlns:a="http://schemas.openxmlformats.org/drawingml/2006/main" noGrp="1"/>
          </p:cNvSpPr>
          <p:nvPr/>
        </p:nvSpPr>
        <p:spPr>
          <a:xfrm xmlns:a="http://schemas.openxmlformats.org/drawingml/2006/main">
            <a:off x="10680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0" name="g1345">
            <a:extLst xmlns:a="http://schemas.openxmlformats.org/drawingml/2006/main">
              <a:ext uri="{FF2B5EF4-FFF2-40B4-BE49-F238E27FC236}">
                <a16:creationId xmlns:a16="http://schemas.microsoft.com/office/drawing/2014/main" id="{E172BB19-A186-4A5A-9BB0-A6D6D57EF627}"/>
              </a:ext>
            </a:extLst>
          </p:cNvPr>
          <p:cNvSpPr>
            <a:spLocks xmlns:a="http://schemas.openxmlformats.org/drawingml/2006/main" noGrp="1"/>
          </p:cNvSpPr>
          <p:nvPr/>
        </p:nvSpPr>
        <p:spPr>
          <a:xfrm xmlns:a="http://schemas.openxmlformats.org/drawingml/2006/main">
            <a:off x="10633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1" name="g1346">
            <a:extLst xmlns:a="http://schemas.openxmlformats.org/drawingml/2006/main">
              <a:ext uri="{FF2B5EF4-FFF2-40B4-BE49-F238E27FC236}">
                <a16:creationId xmlns:a16="http://schemas.microsoft.com/office/drawing/2014/main" id="{FC8652EE-0AAC-47D2-9257-FCFF56AF6566}"/>
              </a:ext>
            </a:extLst>
          </p:cNvPr>
          <p:cNvSpPr>
            <a:spLocks xmlns:a="http://schemas.openxmlformats.org/drawingml/2006/main" noGrp="1"/>
          </p:cNvSpPr>
          <p:nvPr/>
        </p:nvSpPr>
        <p:spPr>
          <a:xfrm xmlns:a="http://schemas.openxmlformats.org/drawingml/2006/main">
            <a:off x="10585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2" name="g1347">
            <a:extLst xmlns:a="http://schemas.openxmlformats.org/drawingml/2006/main">
              <a:ext uri="{FF2B5EF4-FFF2-40B4-BE49-F238E27FC236}">
                <a16:creationId xmlns:a16="http://schemas.microsoft.com/office/drawing/2014/main" id="{40447E6F-7F2C-42B5-A38E-A7A9052DE4BB}"/>
              </a:ext>
            </a:extLst>
          </p:cNvPr>
          <p:cNvSpPr>
            <a:spLocks xmlns:a="http://schemas.openxmlformats.org/drawingml/2006/main" noGrp="1"/>
          </p:cNvSpPr>
          <p:nvPr/>
        </p:nvSpPr>
        <p:spPr>
          <a:xfrm xmlns:a="http://schemas.openxmlformats.org/drawingml/2006/main">
            <a:off x="10537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3" name="g1348">
            <a:extLst xmlns:a="http://schemas.openxmlformats.org/drawingml/2006/main">
              <a:ext uri="{FF2B5EF4-FFF2-40B4-BE49-F238E27FC236}">
                <a16:creationId xmlns:a16="http://schemas.microsoft.com/office/drawing/2014/main" id="{41BE0451-0B88-4617-AFD2-831F7054215C}"/>
              </a:ext>
            </a:extLst>
          </p:cNvPr>
          <p:cNvSpPr>
            <a:spLocks xmlns:a="http://schemas.openxmlformats.org/drawingml/2006/main" noGrp="1"/>
          </p:cNvSpPr>
          <p:nvPr/>
        </p:nvSpPr>
        <p:spPr>
          <a:xfrm xmlns:a="http://schemas.openxmlformats.org/drawingml/2006/main">
            <a:off x="10490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4" name="g1349">
            <a:extLst xmlns:a="http://schemas.openxmlformats.org/drawingml/2006/main">
              <a:ext uri="{FF2B5EF4-FFF2-40B4-BE49-F238E27FC236}">
                <a16:creationId xmlns:a16="http://schemas.microsoft.com/office/drawing/2014/main" id="{16B7BFDD-5C57-4351-B08B-5A1F175C7EFC}"/>
              </a:ext>
            </a:extLst>
          </p:cNvPr>
          <p:cNvSpPr>
            <a:spLocks xmlns:a="http://schemas.openxmlformats.org/drawingml/2006/main" noGrp="1"/>
          </p:cNvSpPr>
          <p:nvPr/>
        </p:nvSpPr>
        <p:spPr>
          <a:xfrm xmlns:a="http://schemas.openxmlformats.org/drawingml/2006/main">
            <a:off x="10442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5" name="g1350">
            <a:extLst xmlns:a="http://schemas.openxmlformats.org/drawingml/2006/main">
              <a:ext uri="{FF2B5EF4-FFF2-40B4-BE49-F238E27FC236}">
                <a16:creationId xmlns:a16="http://schemas.microsoft.com/office/drawing/2014/main" id="{150AAAE0-E0B9-407F-AFA8-D8EA9604A748}"/>
              </a:ext>
            </a:extLst>
          </p:cNvPr>
          <p:cNvSpPr>
            <a:spLocks xmlns:a="http://schemas.openxmlformats.org/drawingml/2006/main" noGrp="1"/>
          </p:cNvSpPr>
          <p:nvPr/>
        </p:nvSpPr>
        <p:spPr>
          <a:xfrm xmlns:a="http://schemas.openxmlformats.org/drawingml/2006/main">
            <a:off x="10395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6" name="g1351">
            <a:extLst xmlns:a="http://schemas.openxmlformats.org/drawingml/2006/main">
              <a:ext uri="{FF2B5EF4-FFF2-40B4-BE49-F238E27FC236}">
                <a16:creationId xmlns:a16="http://schemas.microsoft.com/office/drawing/2014/main" id="{3E3F7152-4DFC-477A-A50B-DEF0240B34E5}"/>
              </a:ext>
            </a:extLst>
          </p:cNvPr>
          <p:cNvSpPr>
            <a:spLocks xmlns:a="http://schemas.openxmlformats.org/drawingml/2006/main" noGrp="1"/>
          </p:cNvSpPr>
          <p:nvPr/>
        </p:nvSpPr>
        <p:spPr>
          <a:xfrm xmlns:a="http://schemas.openxmlformats.org/drawingml/2006/main">
            <a:off x="10347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7" name="g1352">
            <a:extLst xmlns:a="http://schemas.openxmlformats.org/drawingml/2006/main">
              <a:ext uri="{FF2B5EF4-FFF2-40B4-BE49-F238E27FC236}">
                <a16:creationId xmlns:a16="http://schemas.microsoft.com/office/drawing/2014/main" id="{3623DFD3-50DF-4507-AC6B-61022056B6FF}"/>
              </a:ext>
            </a:extLst>
          </p:cNvPr>
          <p:cNvSpPr>
            <a:spLocks xmlns:a="http://schemas.openxmlformats.org/drawingml/2006/main" noGrp="1"/>
          </p:cNvSpPr>
          <p:nvPr/>
        </p:nvSpPr>
        <p:spPr>
          <a:xfrm xmlns:a="http://schemas.openxmlformats.org/drawingml/2006/main">
            <a:off x="10299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8" name="g1353">
            <a:extLst xmlns:a="http://schemas.openxmlformats.org/drawingml/2006/main">
              <a:ext uri="{FF2B5EF4-FFF2-40B4-BE49-F238E27FC236}">
                <a16:creationId xmlns:a16="http://schemas.microsoft.com/office/drawing/2014/main" id="{0246B552-18FA-496F-BACB-CB67251EC8D7}"/>
              </a:ext>
            </a:extLst>
          </p:cNvPr>
          <p:cNvSpPr>
            <a:spLocks xmlns:a="http://schemas.openxmlformats.org/drawingml/2006/main" noGrp="1"/>
          </p:cNvSpPr>
          <p:nvPr/>
        </p:nvSpPr>
        <p:spPr>
          <a:xfrm xmlns:a="http://schemas.openxmlformats.org/drawingml/2006/main">
            <a:off x="10252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69" name="g1354">
            <a:extLst xmlns:a="http://schemas.openxmlformats.org/drawingml/2006/main">
              <a:ext uri="{FF2B5EF4-FFF2-40B4-BE49-F238E27FC236}">
                <a16:creationId xmlns:a16="http://schemas.microsoft.com/office/drawing/2014/main" id="{47F90E43-6316-4AD3-AC11-ADFF22AF3E80}"/>
              </a:ext>
            </a:extLst>
          </p:cNvPr>
          <p:cNvSpPr>
            <a:spLocks xmlns:a="http://schemas.openxmlformats.org/drawingml/2006/main" noGrp="1"/>
          </p:cNvSpPr>
          <p:nvPr/>
        </p:nvSpPr>
        <p:spPr>
          <a:xfrm xmlns:a="http://schemas.openxmlformats.org/drawingml/2006/main">
            <a:off x="10204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0" name="g1355">
            <a:extLst xmlns:a="http://schemas.openxmlformats.org/drawingml/2006/main">
              <a:ext uri="{FF2B5EF4-FFF2-40B4-BE49-F238E27FC236}">
                <a16:creationId xmlns:a16="http://schemas.microsoft.com/office/drawing/2014/main" id="{715690D2-469A-4751-918B-B42C0242D223}"/>
              </a:ext>
            </a:extLst>
          </p:cNvPr>
          <p:cNvSpPr>
            <a:spLocks xmlns:a="http://schemas.openxmlformats.org/drawingml/2006/main" noGrp="1"/>
          </p:cNvSpPr>
          <p:nvPr/>
        </p:nvSpPr>
        <p:spPr>
          <a:xfrm xmlns:a="http://schemas.openxmlformats.org/drawingml/2006/main">
            <a:off x="10156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1" name="g1356">
            <a:extLst xmlns:a="http://schemas.openxmlformats.org/drawingml/2006/main">
              <a:ext uri="{FF2B5EF4-FFF2-40B4-BE49-F238E27FC236}">
                <a16:creationId xmlns:a16="http://schemas.microsoft.com/office/drawing/2014/main" id="{50A16BBE-4AFC-4F2B-A13A-1699FAD8822F}"/>
              </a:ext>
            </a:extLst>
          </p:cNvPr>
          <p:cNvSpPr>
            <a:spLocks xmlns:a="http://schemas.openxmlformats.org/drawingml/2006/main" noGrp="1"/>
          </p:cNvSpPr>
          <p:nvPr/>
        </p:nvSpPr>
        <p:spPr>
          <a:xfrm xmlns:a="http://schemas.openxmlformats.org/drawingml/2006/main">
            <a:off x="10109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2" name="g1357">
            <a:extLst xmlns:a="http://schemas.openxmlformats.org/drawingml/2006/main">
              <a:ext uri="{FF2B5EF4-FFF2-40B4-BE49-F238E27FC236}">
                <a16:creationId xmlns:a16="http://schemas.microsoft.com/office/drawing/2014/main" id="{9932EAF7-1775-4EF8-834C-77189A83138D}"/>
              </a:ext>
            </a:extLst>
          </p:cNvPr>
          <p:cNvSpPr>
            <a:spLocks xmlns:a="http://schemas.openxmlformats.org/drawingml/2006/main" noGrp="1"/>
          </p:cNvSpPr>
          <p:nvPr/>
        </p:nvSpPr>
        <p:spPr>
          <a:xfrm xmlns:a="http://schemas.openxmlformats.org/drawingml/2006/main">
            <a:off x="10061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3" name="g1358">
            <a:extLst xmlns:a="http://schemas.openxmlformats.org/drawingml/2006/main">
              <a:ext uri="{FF2B5EF4-FFF2-40B4-BE49-F238E27FC236}">
                <a16:creationId xmlns:a16="http://schemas.microsoft.com/office/drawing/2014/main" id="{C3BBD568-9BB3-4458-8DBF-E2B4C913C6E0}"/>
              </a:ext>
            </a:extLst>
          </p:cNvPr>
          <p:cNvSpPr>
            <a:spLocks xmlns:a="http://schemas.openxmlformats.org/drawingml/2006/main" noGrp="1"/>
          </p:cNvSpPr>
          <p:nvPr/>
        </p:nvSpPr>
        <p:spPr>
          <a:xfrm xmlns:a="http://schemas.openxmlformats.org/drawingml/2006/main">
            <a:off x="10014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4" name="g1359">
            <a:extLst xmlns:a="http://schemas.openxmlformats.org/drawingml/2006/main">
              <a:ext uri="{FF2B5EF4-FFF2-40B4-BE49-F238E27FC236}">
                <a16:creationId xmlns:a16="http://schemas.microsoft.com/office/drawing/2014/main" id="{E380473B-9784-4310-A546-A311D0B701C2}"/>
              </a:ext>
            </a:extLst>
          </p:cNvPr>
          <p:cNvSpPr>
            <a:spLocks xmlns:a="http://schemas.openxmlformats.org/drawingml/2006/main" noGrp="1"/>
          </p:cNvSpPr>
          <p:nvPr/>
        </p:nvSpPr>
        <p:spPr>
          <a:xfrm xmlns:a="http://schemas.openxmlformats.org/drawingml/2006/main">
            <a:off x="9966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5" name="g1360">
            <a:extLst xmlns:a="http://schemas.openxmlformats.org/drawingml/2006/main">
              <a:ext uri="{FF2B5EF4-FFF2-40B4-BE49-F238E27FC236}">
                <a16:creationId xmlns:a16="http://schemas.microsoft.com/office/drawing/2014/main" id="{70AE9FE4-55BD-4CDC-BBB2-F374FA386A53}"/>
              </a:ext>
            </a:extLst>
          </p:cNvPr>
          <p:cNvSpPr>
            <a:spLocks xmlns:a="http://schemas.openxmlformats.org/drawingml/2006/main" noGrp="1"/>
          </p:cNvSpPr>
          <p:nvPr/>
        </p:nvSpPr>
        <p:spPr>
          <a:xfrm xmlns:a="http://schemas.openxmlformats.org/drawingml/2006/main">
            <a:off x="9918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6" name="g1361">
            <a:extLst xmlns:a="http://schemas.openxmlformats.org/drawingml/2006/main">
              <a:ext uri="{FF2B5EF4-FFF2-40B4-BE49-F238E27FC236}">
                <a16:creationId xmlns:a16="http://schemas.microsoft.com/office/drawing/2014/main" id="{35B570B8-05B5-4DC5-B2DE-EB21751FFCBB}"/>
              </a:ext>
            </a:extLst>
          </p:cNvPr>
          <p:cNvSpPr>
            <a:spLocks xmlns:a="http://schemas.openxmlformats.org/drawingml/2006/main" noGrp="1"/>
          </p:cNvSpPr>
          <p:nvPr/>
        </p:nvSpPr>
        <p:spPr>
          <a:xfrm xmlns:a="http://schemas.openxmlformats.org/drawingml/2006/main">
            <a:off x="9871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7" name="g1362">
            <a:extLst xmlns:a="http://schemas.openxmlformats.org/drawingml/2006/main">
              <a:ext uri="{FF2B5EF4-FFF2-40B4-BE49-F238E27FC236}">
                <a16:creationId xmlns:a16="http://schemas.microsoft.com/office/drawing/2014/main" id="{F598AE32-2391-4D29-BA01-6975DD0243E2}"/>
              </a:ext>
            </a:extLst>
          </p:cNvPr>
          <p:cNvSpPr>
            <a:spLocks xmlns:a="http://schemas.openxmlformats.org/drawingml/2006/main" noGrp="1"/>
          </p:cNvSpPr>
          <p:nvPr/>
        </p:nvSpPr>
        <p:spPr>
          <a:xfrm xmlns:a="http://schemas.openxmlformats.org/drawingml/2006/main">
            <a:off x="9823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8" name="g1363">
            <a:extLst xmlns:a="http://schemas.openxmlformats.org/drawingml/2006/main">
              <a:ext uri="{FF2B5EF4-FFF2-40B4-BE49-F238E27FC236}">
                <a16:creationId xmlns:a16="http://schemas.microsoft.com/office/drawing/2014/main" id="{FE89DF26-ED77-49A9-B844-566185217B61}"/>
              </a:ext>
            </a:extLst>
          </p:cNvPr>
          <p:cNvSpPr>
            <a:spLocks xmlns:a="http://schemas.openxmlformats.org/drawingml/2006/main" noGrp="1"/>
          </p:cNvSpPr>
          <p:nvPr/>
        </p:nvSpPr>
        <p:spPr>
          <a:xfrm xmlns:a="http://schemas.openxmlformats.org/drawingml/2006/main">
            <a:off x="9775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79" name="g1364">
            <a:extLst xmlns:a="http://schemas.openxmlformats.org/drawingml/2006/main">
              <a:ext uri="{FF2B5EF4-FFF2-40B4-BE49-F238E27FC236}">
                <a16:creationId xmlns:a16="http://schemas.microsoft.com/office/drawing/2014/main" id="{EE74B8DB-9D71-4C0E-9D23-7BA20E2CF395}"/>
              </a:ext>
            </a:extLst>
          </p:cNvPr>
          <p:cNvSpPr>
            <a:spLocks xmlns:a="http://schemas.openxmlformats.org/drawingml/2006/main" noGrp="1"/>
          </p:cNvSpPr>
          <p:nvPr/>
        </p:nvSpPr>
        <p:spPr>
          <a:xfrm xmlns:a="http://schemas.openxmlformats.org/drawingml/2006/main">
            <a:off x="9728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0" name="g1365">
            <a:extLst xmlns:a="http://schemas.openxmlformats.org/drawingml/2006/main">
              <a:ext uri="{FF2B5EF4-FFF2-40B4-BE49-F238E27FC236}">
                <a16:creationId xmlns:a16="http://schemas.microsoft.com/office/drawing/2014/main" id="{C4E39E93-FB2C-47B4-9D15-848393B6FEF2}"/>
              </a:ext>
            </a:extLst>
          </p:cNvPr>
          <p:cNvSpPr>
            <a:spLocks xmlns:a="http://schemas.openxmlformats.org/drawingml/2006/main" noGrp="1"/>
          </p:cNvSpPr>
          <p:nvPr/>
        </p:nvSpPr>
        <p:spPr>
          <a:xfrm xmlns:a="http://schemas.openxmlformats.org/drawingml/2006/main">
            <a:off x="9680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1" name="g1366">
            <a:extLst xmlns:a="http://schemas.openxmlformats.org/drawingml/2006/main">
              <a:ext uri="{FF2B5EF4-FFF2-40B4-BE49-F238E27FC236}">
                <a16:creationId xmlns:a16="http://schemas.microsoft.com/office/drawing/2014/main" id="{452BBB2A-EB6B-44FB-AEFD-F416D402E05D}"/>
              </a:ext>
            </a:extLst>
          </p:cNvPr>
          <p:cNvSpPr>
            <a:spLocks xmlns:a="http://schemas.openxmlformats.org/drawingml/2006/main" noGrp="1"/>
          </p:cNvSpPr>
          <p:nvPr/>
        </p:nvSpPr>
        <p:spPr>
          <a:xfrm xmlns:a="http://schemas.openxmlformats.org/drawingml/2006/main">
            <a:off x="9633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2" name="g1367">
            <a:extLst xmlns:a="http://schemas.openxmlformats.org/drawingml/2006/main">
              <a:ext uri="{FF2B5EF4-FFF2-40B4-BE49-F238E27FC236}">
                <a16:creationId xmlns:a16="http://schemas.microsoft.com/office/drawing/2014/main" id="{2F0CF062-D994-4431-8287-C82F6ABA4A9E}"/>
              </a:ext>
            </a:extLst>
          </p:cNvPr>
          <p:cNvSpPr>
            <a:spLocks xmlns:a="http://schemas.openxmlformats.org/drawingml/2006/main" noGrp="1"/>
          </p:cNvSpPr>
          <p:nvPr/>
        </p:nvSpPr>
        <p:spPr>
          <a:xfrm xmlns:a="http://schemas.openxmlformats.org/drawingml/2006/main">
            <a:off x="9585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3" name="g1368">
            <a:extLst xmlns:a="http://schemas.openxmlformats.org/drawingml/2006/main">
              <a:ext uri="{FF2B5EF4-FFF2-40B4-BE49-F238E27FC236}">
                <a16:creationId xmlns:a16="http://schemas.microsoft.com/office/drawing/2014/main" id="{BC2B1D1D-DAFB-46F0-ACD8-E62A50BA46CE}"/>
              </a:ext>
            </a:extLst>
          </p:cNvPr>
          <p:cNvSpPr>
            <a:spLocks xmlns:a="http://schemas.openxmlformats.org/drawingml/2006/main" noGrp="1"/>
          </p:cNvSpPr>
          <p:nvPr/>
        </p:nvSpPr>
        <p:spPr>
          <a:xfrm xmlns:a="http://schemas.openxmlformats.org/drawingml/2006/main">
            <a:off x="9537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4" name="g1369">
            <a:extLst xmlns:a="http://schemas.openxmlformats.org/drawingml/2006/main">
              <a:ext uri="{FF2B5EF4-FFF2-40B4-BE49-F238E27FC236}">
                <a16:creationId xmlns:a16="http://schemas.microsoft.com/office/drawing/2014/main" id="{AAD9042C-18A3-4BEB-9D1D-3DFF3F448FA1}"/>
              </a:ext>
            </a:extLst>
          </p:cNvPr>
          <p:cNvSpPr>
            <a:spLocks xmlns:a="http://schemas.openxmlformats.org/drawingml/2006/main" noGrp="1"/>
          </p:cNvSpPr>
          <p:nvPr/>
        </p:nvSpPr>
        <p:spPr>
          <a:xfrm xmlns:a="http://schemas.openxmlformats.org/drawingml/2006/main">
            <a:off x="9490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5" name="g1370">
            <a:extLst xmlns:a="http://schemas.openxmlformats.org/drawingml/2006/main">
              <a:ext uri="{FF2B5EF4-FFF2-40B4-BE49-F238E27FC236}">
                <a16:creationId xmlns:a16="http://schemas.microsoft.com/office/drawing/2014/main" id="{F161C042-7D83-4B11-82B6-02313634351A}"/>
              </a:ext>
            </a:extLst>
          </p:cNvPr>
          <p:cNvSpPr>
            <a:spLocks xmlns:a="http://schemas.openxmlformats.org/drawingml/2006/main" noGrp="1"/>
          </p:cNvSpPr>
          <p:nvPr/>
        </p:nvSpPr>
        <p:spPr>
          <a:xfrm xmlns:a="http://schemas.openxmlformats.org/drawingml/2006/main">
            <a:off x="9442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6" name="g1371">
            <a:extLst xmlns:a="http://schemas.openxmlformats.org/drawingml/2006/main">
              <a:ext uri="{FF2B5EF4-FFF2-40B4-BE49-F238E27FC236}">
                <a16:creationId xmlns:a16="http://schemas.microsoft.com/office/drawing/2014/main" id="{825165C9-921E-4D65-B86E-A5BC32310D26}"/>
              </a:ext>
            </a:extLst>
          </p:cNvPr>
          <p:cNvSpPr>
            <a:spLocks xmlns:a="http://schemas.openxmlformats.org/drawingml/2006/main" noGrp="1"/>
          </p:cNvSpPr>
          <p:nvPr/>
        </p:nvSpPr>
        <p:spPr>
          <a:xfrm xmlns:a="http://schemas.openxmlformats.org/drawingml/2006/main">
            <a:off x="9394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7" name="g1372">
            <a:extLst xmlns:a="http://schemas.openxmlformats.org/drawingml/2006/main">
              <a:ext uri="{FF2B5EF4-FFF2-40B4-BE49-F238E27FC236}">
                <a16:creationId xmlns:a16="http://schemas.microsoft.com/office/drawing/2014/main" id="{1A7A6777-53EB-4A6F-9A3C-0E008D5B5204}"/>
              </a:ext>
            </a:extLst>
          </p:cNvPr>
          <p:cNvSpPr>
            <a:spLocks xmlns:a="http://schemas.openxmlformats.org/drawingml/2006/main" noGrp="1"/>
          </p:cNvSpPr>
          <p:nvPr/>
        </p:nvSpPr>
        <p:spPr>
          <a:xfrm xmlns:a="http://schemas.openxmlformats.org/drawingml/2006/main">
            <a:off x="9347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8" name="g1373">
            <a:extLst xmlns:a="http://schemas.openxmlformats.org/drawingml/2006/main">
              <a:ext uri="{FF2B5EF4-FFF2-40B4-BE49-F238E27FC236}">
                <a16:creationId xmlns:a16="http://schemas.microsoft.com/office/drawing/2014/main" id="{7D530B59-B44A-46FC-9359-B31D6FF3ED74}"/>
              </a:ext>
            </a:extLst>
          </p:cNvPr>
          <p:cNvSpPr>
            <a:spLocks xmlns:a="http://schemas.openxmlformats.org/drawingml/2006/main" noGrp="1"/>
          </p:cNvSpPr>
          <p:nvPr/>
        </p:nvSpPr>
        <p:spPr>
          <a:xfrm xmlns:a="http://schemas.openxmlformats.org/drawingml/2006/main">
            <a:off x="9299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89" name="g1374">
            <a:extLst xmlns:a="http://schemas.openxmlformats.org/drawingml/2006/main">
              <a:ext uri="{FF2B5EF4-FFF2-40B4-BE49-F238E27FC236}">
                <a16:creationId xmlns:a16="http://schemas.microsoft.com/office/drawing/2014/main" id="{4DDA207E-A80A-4E9F-8195-F9A86821201F}"/>
              </a:ext>
            </a:extLst>
          </p:cNvPr>
          <p:cNvSpPr>
            <a:spLocks xmlns:a="http://schemas.openxmlformats.org/drawingml/2006/main" noGrp="1"/>
          </p:cNvSpPr>
          <p:nvPr/>
        </p:nvSpPr>
        <p:spPr>
          <a:xfrm xmlns:a="http://schemas.openxmlformats.org/drawingml/2006/main">
            <a:off x="9252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0" name="g1375">
            <a:extLst xmlns:a="http://schemas.openxmlformats.org/drawingml/2006/main">
              <a:ext uri="{FF2B5EF4-FFF2-40B4-BE49-F238E27FC236}">
                <a16:creationId xmlns:a16="http://schemas.microsoft.com/office/drawing/2014/main" id="{9AECCF2D-A619-43D5-B623-B5CD36C3B24F}"/>
              </a:ext>
            </a:extLst>
          </p:cNvPr>
          <p:cNvSpPr>
            <a:spLocks xmlns:a="http://schemas.openxmlformats.org/drawingml/2006/main" noGrp="1"/>
          </p:cNvSpPr>
          <p:nvPr/>
        </p:nvSpPr>
        <p:spPr>
          <a:xfrm xmlns:a="http://schemas.openxmlformats.org/drawingml/2006/main">
            <a:off x="9204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1" name="g1376">
            <a:extLst xmlns:a="http://schemas.openxmlformats.org/drawingml/2006/main">
              <a:ext uri="{FF2B5EF4-FFF2-40B4-BE49-F238E27FC236}">
                <a16:creationId xmlns:a16="http://schemas.microsoft.com/office/drawing/2014/main" id="{0BB8FEBD-FE02-4479-9E1C-167C193A8DEC}"/>
              </a:ext>
            </a:extLst>
          </p:cNvPr>
          <p:cNvSpPr>
            <a:spLocks xmlns:a="http://schemas.openxmlformats.org/drawingml/2006/main" noGrp="1"/>
          </p:cNvSpPr>
          <p:nvPr/>
        </p:nvSpPr>
        <p:spPr>
          <a:xfrm xmlns:a="http://schemas.openxmlformats.org/drawingml/2006/main">
            <a:off x="9156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2" name="g1377">
            <a:extLst xmlns:a="http://schemas.openxmlformats.org/drawingml/2006/main">
              <a:ext uri="{FF2B5EF4-FFF2-40B4-BE49-F238E27FC236}">
                <a16:creationId xmlns:a16="http://schemas.microsoft.com/office/drawing/2014/main" id="{21EDAB41-4D1D-4AD7-9780-C826F3615812}"/>
              </a:ext>
            </a:extLst>
          </p:cNvPr>
          <p:cNvSpPr>
            <a:spLocks xmlns:a="http://schemas.openxmlformats.org/drawingml/2006/main" noGrp="1"/>
          </p:cNvSpPr>
          <p:nvPr/>
        </p:nvSpPr>
        <p:spPr>
          <a:xfrm xmlns:a="http://schemas.openxmlformats.org/drawingml/2006/main">
            <a:off x="9109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3" name="g1378">
            <a:extLst xmlns:a="http://schemas.openxmlformats.org/drawingml/2006/main">
              <a:ext uri="{FF2B5EF4-FFF2-40B4-BE49-F238E27FC236}">
                <a16:creationId xmlns:a16="http://schemas.microsoft.com/office/drawing/2014/main" id="{BF4AE0DF-1D50-4B54-B448-BD8569E74D12}"/>
              </a:ext>
            </a:extLst>
          </p:cNvPr>
          <p:cNvSpPr>
            <a:spLocks xmlns:a="http://schemas.openxmlformats.org/drawingml/2006/main" noGrp="1"/>
          </p:cNvSpPr>
          <p:nvPr/>
        </p:nvSpPr>
        <p:spPr>
          <a:xfrm xmlns:a="http://schemas.openxmlformats.org/drawingml/2006/main">
            <a:off x="9061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4" name="g1379">
            <a:extLst xmlns:a="http://schemas.openxmlformats.org/drawingml/2006/main">
              <a:ext uri="{FF2B5EF4-FFF2-40B4-BE49-F238E27FC236}">
                <a16:creationId xmlns:a16="http://schemas.microsoft.com/office/drawing/2014/main" id="{DF07D9DC-B02E-4C3A-82CC-46060F517EFD}"/>
              </a:ext>
            </a:extLst>
          </p:cNvPr>
          <p:cNvSpPr>
            <a:spLocks xmlns:a="http://schemas.openxmlformats.org/drawingml/2006/main" noGrp="1"/>
          </p:cNvSpPr>
          <p:nvPr/>
        </p:nvSpPr>
        <p:spPr>
          <a:xfrm xmlns:a="http://schemas.openxmlformats.org/drawingml/2006/main">
            <a:off x="9013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5" name="g1380">
            <a:extLst xmlns:a="http://schemas.openxmlformats.org/drawingml/2006/main">
              <a:ext uri="{FF2B5EF4-FFF2-40B4-BE49-F238E27FC236}">
                <a16:creationId xmlns:a16="http://schemas.microsoft.com/office/drawing/2014/main" id="{5DD8D421-8FF4-4F71-9E2A-4FC4BAC8EF5A}"/>
              </a:ext>
            </a:extLst>
          </p:cNvPr>
          <p:cNvSpPr>
            <a:spLocks xmlns:a="http://schemas.openxmlformats.org/drawingml/2006/main" noGrp="1"/>
          </p:cNvSpPr>
          <p:nvPr/>
        </p:nvSpPr>
        <p:spPr>
          <a:xfrm xmlns:a="http://schemas.openxmlformats.org/drawingml/2006/main">
            <a:off x="8966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6" name="g1381">
            <a:extLst xmlns:a="http://schemas.openxmlformats.org/drawingml/2006/main">
              <a:ext uri="{FF2B5EF4-FFF2-40B4-BE49-F238E27FC236}">
                <a16:creationId xmlns:a16="http://schemas.microsoft.com/office/drawing/2014/main" id="{C9BA2F93-0AEB-47FB-866E-4DF72C747B24}"/>
              </a:ext>
            </a:extLst>
          </p:cNvPr>
          <p:cNvSpPr>
            <a:spLocks xmlns:a="http://schemas.openxmlformats.org/drawingml/2006/main" noGrp="1"/>
          </p:cNvSpPr>
          <p:nvPr/>
        </p:nvSpPr>
        <p:spPr>
          <a:xfrm xmlns:a="http://schemas.openxmlformats.org/drawingml/2006/main">
            <a:off x="8918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7" name="g1382">
            <a:extLst xmlns:a="http://schemas.openxmlformats.org/drawingml/2006/main">
              <a:ext uri="{FF2B5EF4-FFF2-40B4-BE49-F238E27FC236}">
                <a16:creationId xmlns:a16="http://schemas.microsoft.com/office/drawing/2014/main" id="{CD909E49-0514-4B2A-BED5-B1D013EEBCE2}"/>
              </a:ext>
            </a:extLst>
          </p:cNvPr>
          <p:cNvSpPr>
            <a:spLocks xmlns:a="http://schemas.openxmlformats.org/drawingml/2006/main" noGrp="1"/>
          </p:cNvSpPr>
          <p:nvPr/>
        </p:nvSpPr>
        <p:spPr>
          <a:xfrm xmlns:a="http://schemas.openxmlformats.org/drawingml/2006/main">
            <a:off x="8871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8" name="g1383">
            <a:extLst xmlns:a="http://schemas.openxmlformats.org/drawingml/2006/main">
              <a:ext uri="{FF2B5EF4-FFF2-40B4-BE49-F238E27FC236}">
                <a16:creationId xmlns:a16="http://schemas.microsoft.com/office/drawing/2014/main" id="{4205EC3D-C639-4F61-91EA-9EBDA9FC6062}"/>
              </a:ext>
            </a:extLst>
          </p:cNvPr>
          <p:cNvSpPr>
            <a:spLocks xmlns:a="http://schemas.openxmlformats.org/drawingml/2006/main" noGrp="1"/>
          </p:cNvSpPr>
          <p:nvPr/>
        </p:nvSpPr>
        <p:spPr>
          <a:xfrm xmlns:a="http://schemas.openxmlformats.org/drawingml/2006/main">
            <a:off x="8823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999" name="g1384">
            <a:extLst xmlns:a="http://schemas.openxmlformats.org/drawingml/2006/main">
              <a:ext uri="{FF2B5EF4-FFF2-40B4-BE49-F238E27FC236}">
                <a16:creationId xmlns:a16="http://schemas.microsoft.com/office/drawing/2014/main" id="{F48346EE-53DA-402B-A4A7-A400A638BEE2}"/>
              </a:ext>
            </a:extLst>
          </p:cNvPr>
          <p:cNvSpPr>
            <a:spLocks xmlns:a="http://schemas.openxmlformats.org/drawingml/2006/main" noGrp="1"/>
          </p:cNvSpPr>
          <p:nvPr/>
        </p:nvSpPr>
        <p:spPr>
          <a:xfrm xmlns:a="http://schemas.openxmlformats.org/drawingml/2006/main">
            <a:off x="8775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0" name="g1385">
            <a:extLst xmlns:a="http://schemas.openxmlformats.org/drawingml/2006/main">
              <a:ext uri="{FF2B5EF4-FFF2-40B4-BE49-F238E27FC236}">
                <a16:creationId xmlns:a16="http://schemas.microsoft.com/office/drawing/2014/main" id="{95C82685-ACCE-4FDD-B432-07D037F81147}"/>
              </a:ext>
            </a:extLst>
          </p:cNvPr>
          <p:cNvSpPr>
            <a:spLocks xmlns:a="http://schemas.openxmlformats.org/drawingml/2006/main" noGrp="1"/>
          </p:cNvSpPr>
          <p:nvPr/>
        </p:nvSpPr>
        <p:spPr>
          <a:xfrm xmlns:a="http://schemas.openxmlformats.org/drawingml/2006/main">
            <a:off x="8728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1" name="g1386">
            <a:extLst xmlns:a="http://schemas.openxmlformats.org/drawingml/2006/main">
              <a:ext uri="{FF2B5EF4-FFF2-40B4-BE49-F238E27FC236}">
                <a16:creationId xmlns:a16="http://schemas.microsoft.com/office/drawing/2014/main" id="{E6DD9D7B-FDD1-4FA9-9BD8-A54EE65A164A}"/>
              </a:ext>
            </a:extLst>
          </p:cNvPr>
          <p:cNvSpPr>
            <a:spLocks xmlns:a="http://schemas.openxmlformats.org/drawingml/2006/main" noGrp="1"/>
          </p:cNvSpPr>
          <p:nvPr/>
        </p:nvSpPr>
        <p:spPr>
          <a:xfrm xmlns:a="http://schemas.openxmlformats.org/drawingml/2006/main">
            <a:off x="8680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2" name="g1387">
            <a:extLst xmlns:a="http://schemas.openxmlformats.org/drawingml/2006/main">
              <a:ext uri="{FF2B5EF4-FFF2-40B4-BE49-F238E27FC236}">
                <a16:creationId xmlns:a16="http://schemas.microsoft.com/office/drawing/2014/main" id="{C0ADB504-DF62-4762-AC54-B7F6E87D359B}"/>
              </a:ext>
            </a:extLst>
          </p:cNvPr>
          <p:cNvSpPr>
            <a:spLocks xmlns:a="http://schemas.openxmlformats.org/drawingml/2006/main" noGrp="1"/>
          </p:cNvSpPr>
          <p:nvPr/>
        </p:nvSpPr>
        <p:spPr>
          <a:xfrm xmlns:a="http://schemas.openxmlformats.org/drawingml/2006/main">
            <a:off x="8632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3" name="g1388">
            <a:extLst xmlns:a="http://schemas.openxmlformats.org/drawingml/2006/main">
              <a:ext uri="{FF2B5EF4-FFF2-40B4-BE49-F238E27FC236}">
                <a16:creationId xmlns:a16="http://schemas.microsoft.com/office/drawing/2014/main" id="{5FD27E30-8E53-4D5D-BFDF-09C01ABFA047}"/>
              </a:ext>
            </a:extLst>
          </p:cNvPr>
          <p:cNvSpPr>
            <a:spLocks xmlns:a="http://schemas.openxmlformats.org/drawingml/2006/main" noGrp="1"/>
          </p:cNvSpPr>
          <p:nvPr/>
        </p:nvSpPr>
        <p:spPr>
          <a:xfrm xmlns:a="http://schemas.openxmlformats.org/drawingml/2006/main">
            <a:off x="8585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4" name="g1389">
            <a:extLst xmlns:a="http://schemas.openxmlformats.org/drawingml/2006/main">
              <a:ext uri="{FF2B5EF4-FFF2-40B4-BE49-F238E27FC236}">
                <a16:creationId xmlns:a16="http://schemas.microsoft.com/office/drawing/2014/main" id="{E9DF5179-E070-4CF2-90C7-22FF92210F23}"/>
              </a:ext>
            </a:extLst>
          </p:cNvPr>
          <p:cNvSpPr>
            <a:spLocks xmlns:a="http://schemas.openxmlformats.org/drawingml/2006/main" noGrp="1"/>
          </p:cNvSpPr>
          <p:nvPr/>
        </p:nvSpPr>
        <p:spPr>
          <a:xfrm xmlns:a="http://schemas.openxmlformats.org/drawingml/2006/main">
            <a:off x="8537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5" name="g1390">
            <a:extLst xmlns:a="http://schemas.openxmlformats.org/drawingml/2006/main">
              <a:ext uri="{FF2B5EF4-FFF2-40B4-BE49-F238E27FC236}">
                <a16:creationId xmlns:a16="http://schemas.microsoft.com/office/drawing/2014/main" id="{2E2AE326-4381-48F3-9C47-2AF5BAA198FE}"/>
              </a:ext>
            </a:extLst>
          </p:cNvPr>
          <p:cNvSpPr>
            <a:spLocks xmlns:a="http://schemas.openxmlformats.org/drawingml/2006/main" noGrp="1"/>
          </p:cNvSpPr>
          <p:nvPr/>
        </p:nvSpPr>
        <p:spPr>
          <a:xfrm xmlns:a="http://schemas.openxmlformats.org/drawingml/2006/main">
            <a:off x="8490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6" name="g1391">
            <a:extLst xmlns:a="http://schemas.openxmlformats.org/drawingml/2006/main">
              <a:ext uri="{FF2B5EF4-FFF2-40B4-BE49-F238E27FC236}">
                <a16:creationId xmlns:a16="http://schemas.microsoft.com/office/drawing/2014/main" id="{5CEC9542-17FD-4AEC-A405-010C472F98CC}"/>
              </a:ext>
            </a:extLst>
          </p:cNvPr>
          <p:cNvSpPr>
            <a:spLocks xmlns:a="http://schemas.openxmlformats.org/drawingml/2006/main" noGrp="1"/>
          </p:cNvSpPr>
          <p:nvPr/>
        </p:nvSpPr>
        <p:spPr>
          <a:xfrm xmlns:a="http://schemas.openxmlformats.org/drawingml/2006/main">
            <a:off x="8442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7" name="g1392">
            <a:extLst xmlns:a="http://schemas.openxmlformats.org/drawingml/2006/main">
              <a:ext uri="{FF2B5EF4-FFF2-40B4-BE49-F238E27FC236}">
                <a16:creationId xmlns:a16="http://schemas.microsoft.com/office/drawing/2014/main" id="{9742E9CA-196B-4F9A-8F90-80D7217121E9}"/>
              </a:ext>
            </a:extLst>
          </p:cNvPr>
          <p:cNvSpPr>
            <a:spLocks xmlns:a="http://schemas.openxmlformats.org/drawingml/2006/main" noGrp="1"/>
          </p:cNvSpPr>
          <p:nvPr/>
        </p:nvSpPr>
        <p:spPr>
          <a:xfrm xmlns:a="http://schemas.openxmlformats.org/drawingml/2006/main">
            <a:off x="8394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8" name="g1393">
            <a:extLst xmlns:a="http://schemas.openxmlformats.org/drawingml/2006/main">
              <a:ext uri="{FF2B5EF4-FFF2-40B4-BE49-F238E27FC236}">
                <a16:creationId xmlns:a16="http://schemas.microsoft.com/office/drawing/2014/main" id="{80B4BC67-73A6-4ED5-82A1-3C1D049BEF5D}"/>
              </a:ext>
            </a:extLst>
          </p:cNvPr>
          <p:cNvSpPr>
            <a:spLocks xmlns:a="http://schemas.openxmlformats.org/drawingml/2006/main" noGrp="1"/>
          </p:cNvSpPr>
          <p:nvPr/>
        </p:nvSpPr>
        <p:spPr>
          <a:xfrm xmlns:a="http://schemas.openxmlformats.org/drawingml/2006/main">
            <a:off x="8347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09" name="g1394">
            <a:extLst xmlns:a="http://schemas.openxmlformats.org/drawingml/2006/main">
              <a:ext uri="{FF2B5EF4-FFF2-40B4-BE49-F238E27FC236}">
                <a16:creationId xmlns:a16="http://schemas.microsoft.com/office/drawing/2014/main" id="{88039415-D0AA-423D-82EE-C0D8C87607AB}"/>
              </a:ext>
            </a:extLst>
          </p:cNvPr>
          <p:cNvSpPr>
            <a:spLocks xmlns:a="http://schemas.openxmlformats.org/drawingml/2006/main" noGrp="1"/>
          </p:cNvSpPr>
          <p:nvPr/>
        </p:nvSpPr>
        <p:spPr>
          <a:xfrm xmlns:a="http://schemas.openxmlformats.org/drawingml/2006/main">
            <a:off x="8299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0" name="g1395">
            <a:extLst xmlns:a="http://schemas.openxmlformats.org/drawingml/2006/main">
              <a:ext uri="{FF2B5EF4-FFF2-40B4-BE49-F238E27FC236}">
                <a16:creationId xmlns:a16="http://schemas.microsoft.com/office/drawing/2014/main" id="{2853BDDD-7B7E-4D47-BD05-C0589F512BC5}"/>
              </a:ext>
            </a:extLst>
          </p:cNvPr>
          <p:cNvSpPr>
            <a:spLocks xmlns:a="http://schemas.openxmlformats.org/drawingml/2006/main" noGrp="1"/>
          </p:cNvSpPr>
          <p:nvPr/>
        </p:nvSpPr>
        <p:spPr>
          <a:xfrm xmlns:a="http://schemas.openxmlformats.org/drawingml/2006/main">
            <a:off x="8251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1" name="g1396">
            <a:extLst xmlns:a="http://schemas.openxmlformats.org/drawingml/2006/main">
              <a:ext uri="{FF2B5EF4-FFF2-40B4-BE49-F238E27FC236}">
                <a16:creationId xmlns:a16="http://schemas.microsoft.com/office/drawing/2014/main" id="{54D428FA-E7F5-4BA9-8697-661CA34E8C5A}"/>
              </a:ext>
            </a:extLst>
          </p:cNvPr>
          <p:cNvSpPr>
            <a:spLocks xmlns:a="http://schemas.openxmlformats.org/drawingml/2006/main" noGrp="1"/>
          </p:cNvSpPr>
          <p:nvPr/>
        </p:nvSpPr>
        <p:spPr>
          <a:xfrm xmlns:a="http://schemas.openxmlformats.org/drawingml/2006/main">
            <a:off x="8204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2" name="g1397">
            <a:extLst xmlns:a="http://schemas.openxmlformats.org/drawingml/2006/main">
              <a:ext uri="{FF2B5EF4-FFF2-40B4-BE49-F238E27FC236}">
                <a16:creationId xmlns:a16="http://schemas.microsoft.com/office/drawing/2014/main" id="{73386646-DF17-466F-A55E-AFEAE9B8B5CB}"/>
              </a:ext>
            </a:extLst>
          </p:cNvPr>
          <p:cNvSpPr>
            <a:spLocks xmlns:a="http://schemas.openxmlformats.org/drawingml/2006/main" noGrp="1"/>
          </p:cNvSpPr>
          <p:nvPr/>
        </p:nvSpPr>
        <p:spPr>
          <a:xfrm xmlns:a="http://schemas.openxmlformats.org/drawingml/2006/main">
            <a:off x="8156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3" name="g1398">
            <a:extLst xmlns:a="http://schemas.openxmlformats.org/drawingml/2006/main">
              <a:ext uri="{FF2B5EF4-FFF2-40B4-BE49-F238E27FC236}">
                <a16:creationId xmlns:a16="http://schemas.microsoft.com/office/drawing/2014/main" id="{8482C25F-1914-4F1D-8061-493282D79050}"/>
              </a:ext>
            </a:extLst>
          </p:cNvPr>
          <p:cNvSpPr>
            <a:spLocks xmlns:a="http://schemas.openxmlformats.org/drawingml/2006/main" noGrp="1"/>
          </p:cNvSpPr>
          <p:nvPr/>
        </p:nvSpPr>
        <p:spPr>
          <a:xfrm xmlns:a="http://schemas.openxmlformats.org/drawingml/2006/main">
            <a:off x="8109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4" name="g1399">
            <a:extLst xmlns:a="http://schemas.openxmlformats.org/drawingml/2006/main">
              <a:ext uri="{FF2B5EF4-FFF2-40B4-BE49-F238E27FC236}">
                <a16:creationId xmlns:a16="http://schemas.microsoft.com/office/drawing/2014/main" id="{CF20D886-7F94-4044-AD9D-C2AA3D7C105A}"/>
              </a:ext>
            </a:extLst>
          </p:cNvPr>
          <p:cNvSpPr>
            <a:spLocks xmlns:a="http://schemas.openxmlformats.org/drawingml/2006/main" noGrp="1"/>
          </p:cNvSpPr>
          <p:nvPr/>
        </p:nvSpPr>
        <p:spPr>
          <a:xfrm xmlns:a="http://schemas.openxmlformats.org/drawingml/2006/main">
            <a:off x="8061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5" name="g1400">
            <a:extLst xmlns:a="http://schemas.openxmlformats.org/drawingml/2006/main">
              <a:ext uri="{FF2B5EF4-FFF2-40B4-BE49-F238E27FC236}">
                <a16:creationId xmlns:a16="http://schemas.microsoft.com/office/drawing/2014/main" id="{D01FB054-A4F2-4919-BE71-87DBDD564677}"/>
              </a:ext>
            </a:extLst>
          </p:cNvPr>
          <p:cNvSpPr>
            <a:spLocks xmlns:a="http://schemas.openxmlformats.org/drawingml/2006/main" noGrp="1"/>
          </p:cNvSpPr>
          <p:nvPr/>
        </p:nvSpPr>
        <p:spPr>
          <a:xfrm xmlns:a="http://schemas.openxmlformats.org/drawingml/2006/main">
            <a:off x="8013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6" name="g1401">
            <a:extLst xmlns:a="http://schemas.openxmlformats.org/drawingml/2006/main">
              <a:ext uri="{FF2B5EF4-FFF2-40B4-BE49-F238E27FC236}">
                <a16:creationId xmlns:a16="http://schemas.microsoft.com/office/drawing/2014/main" id="{B00CA2A3-3A55-458A-B1C1-D05071C99FB2}"/>
              </a:ext>
            </a:extLst>
          </p:cNvPr>
          <p:cNvSpPr>
            <a:spLocks xmlns:a="http://schemas.openxmlformats.org/drawingml/2006/main" noGrp="1"/>
          </p:cNvSpPr>
          <p:nvPr/>
        </p:nvSpPr>
        <p:spPr>
          <a:xfrm xmlns:a="http://schemas.openxmlformats.org/drawingml/2006/main">
            <a:off x="7966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7" name="g1402">
            <a:extLst xmlns:a="http://schemas.openxmlformats.org/drawingml/2006/main">
              <a:ext uri="{FF2B5EF4-FFF2-40B4-BE49-F238E27FC236}">
                <a16:creationId xmlns:a16="http://schemas.microsoft.com/office/drawing/2014/main" id="{AEF054C4-53FB-4872-9E61-D68F162D4BEA}"/>
              </a:ext>
            </a:extLst>
          </p:cNvPr>
          <p:cNvSpPr>
            <a:spLocks xmlns:a="http://schemas.openxmlformats.org/drawingml/2006/main" noGrp="1"/>
          </p:cNvSpPr>
          <p:nvPr/>
        </p:nvSpPr>
        <p:spPr>
          <a:xfrm xmlns:a="http://schemas.openxmlformats.org/drawingml/2006/main">
            <a:off x="7918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8" name="g1403">
            <a:extLst xmlns:a="http://schemas.openxmlformats.org/drawingml/2006/main">
              <a:ext uri="{FF2B5EF4-FFF2-40B4-BE49-F238E27FC236}">
                <a16:creationId xmlns:a16="http://schemas.microsoft.com/office/drawing/2014/main" id="{A69B5199-A6A1-45A5-A513-2151B93B1BE7}"/>
              </a:ext>
            </a:extLst>
          </p:cNvPr>
          <p:cNvSpPr>
            <a:spLocks xmlns:a="http://schemas.openxmlformats.org/drawingml/2006/main" noGrp="1"/>
          </p:cNvSpPr>
          <p:nvPr/>
        </p:nvSpPr>
        <p:spPr>
          <a:xfrm xmlns:a="http://schemas.openxmlformats.org/drawingml/2006/main">
            <a:off x="7870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19" name="g1404">
            <a:extLst xmlns:a="http://schemas.openxmlformats.org/drawingml/2006/main">
              <a:ext uri="{FF2B5EF4-FFF2-40B4-BE49-F238E27FC236}">
                <a16:creationId xmlns:a16="http://schemas.microsoft.com/office/drawing/2014/main" id="{B831EAD0-A70C-4F12-8FC7-D8B0B3D285A6}"/>
              </a:ext>
            </a:extLst>
          </p:cNvPr>
          <p:cNvSpPr>
            <a:spLocks xmlns:a="http://schemas.openxmlformats.org/drawingml/2006/main" noGrp="1"/>
          </p:cNvSpPr>
          <p:nvPr/>
        </p:nvSpPr>
        <p:spPr>
          <a:xfrm xmlns:a="http://schemas.openxmlformats.org/drawingml/2006/main">
            <a:off x="7823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0" name="g1405">
            <a:extLst xmlns:a="http://schemas.openxmlformats.org/drawingml/2006/main">
              <a:ext uri="{FF2B5EF4-FFF2-40B4-BE49-F238E27FC236}">
                <a16:creationId xmlns:a16="http://schemas.microsoft.com/office/drawing/2014/main" id="{2F9FCE59-88C7-4C6F-83F1-C85A271696B2}"/>
              </a:ext>
            </a:extLst>
          </p:cNvPr>
          <p:cNvSpPr>
            <a:spLocks xmlns:a="http://schemas.openxmlformats.org/drawingml/2006/main" noGrp="1"/>
          </p:cNvSpPr>
          <p:nvPr/>
        </p:nvSpPr>
        <p:spPr>
          <a:xfrm xmlns:a="http://schemas.openxmlformats.org/drawingml/2006/main">
            <a:off x="7775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1" name="g1406">
            <a:extLst xmlns:a="http://schemas.openxmlformats.org/drawingml/2006/main">
              <a:ext uri="{FF2B5EF4-FFF2-40B4-BE49-F238E27FC236}">
                <a16:creationId xmlns:a16="http://schemas.microsoft.com/office/drawing/2014/main" id="{B36D2C55-DEC3-418E-9EF9-A661E3DE7EDC}"/>
              </a:ext>
            </a:extLst>
          </p:cNvPr>
          <p:cNvSpPr>
            <a:spLocks xmlns:a="http://schemas.openxmlformats.org/drawingml/2006/main" noGrp="1"/>
          </p:cNvSpPr>
          <p:nvPr/>
        </p:nvSpPr>
        <p:spPr>
          <a:xfrm xmlns:a="http://schemas.openxmlformats.org/drawingml/2006/main">
            <a:off x="7728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2" name="g1407">
            <a:extLst xmlns:a="http://schemas.openxmlformats.org/drawingml/2006/main">
              <a:ext uri="{FF2B5EF4-FFF2-40B4-BE49-F238E27FC236}">
                <a16:creationId xmlns:a16="http://schemas.microsoft.com/office/drawing/2014/main" id="{AB9EE9B7-E9C6-4532-96F6-A84341362D90}"/>
              </a:ext>
            </a:extLst>
          </p:cNvPr>
          <p:cNvSpPr>
            <a:spLocks xmlns:a="http://schemas.openxmlformats.org/drawingml/2006/main" noGrp="1"/>
          </p:cNvSpPr>
          <p:nvPr/>
        </p:nvSpPr>
        <p:spPr>
          <a:xfrm xmlns:a="http://schemas.openxmlformats.org/drawingml/2006/main">
            <a:off x="7680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3" name="g1408">
            <a:extLst xmlns:a="http://schemas.openxmlformats.org/drawingml/2006/main">
              <a:ext uri="{FF2B5EF4-FFF2-40B4-BE49-F238E27FC236}">
                <a16:creationId xmlns:a16="http://schemas.microsoft.com/office/drawing/2014/main" id="{3FF6D894-EDF3-4335-B92F-03BD86232A05}"/>
              </a:ext>
            </a:extLst>
          </p:cNvPr>
          <p:cNvSpPr>
            <a:spLocks xmlns:a="http://schemas.openxmlformats.org/drawingml/2006/main" noGrp="1"/>
          </p:cNvSpPr>
          <p:nvPr/>
        </p:nvSpPr>
        <p:spPr>
          <a:xfrm xmlns:a="http://schemas.openxmlformats.org/drawingml/2006/main">
            <a:off x="7632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4" name="g1409">
            <a:extLst xmlns:a="http://schemas.openxmlformats.org/drawingml/2006/main">
              <a:ext uri="{FF2B5EF4-FFF2-40B4-BE49-F238E27FC236}">
                <a16:creationId xmlns:a16="http://schemas.microsoft.com/office/drawing/2014/main" id="{BE3F5868-B250-4B3E-91E4-5DDEEB5C9C80}"/>
              </a:ext>
            </a:extLst>
          </p:cNvPr>
          <p:cNvSpPr>
            <a:spLocks xmlns:a="http://schemas.openxmlformats.org/drawingml/2006/main" noGrp="1"/>
          </p:cNvSpPr>
          <p:nvPr/>
        </p:nvSpPr>
        <p:spPr>
          <a:xfrm xmlns:a="http://schemas.openxmlformats.org/drawingml/2006/main">
            <a:off x="7585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5" name="g1410">
            <a:extLst xmlns:a="http://schemas.openxmlformats.org/drawingml/2006/main">
              <a:ext uri="{FF2B5EF4-FFF2-40B4-BE49-F238E27FC236}">
                <a16:creationId xmlns:a16="http://schemas.microsoft.com/office/drawing/2014/main" id="{4B69149C-CFC8-4132-84C9-467C69BBD25E}"/>
              </a:ext>
            </a:extLst>
          </p:cNvPr>
          <p:cNvSpPr>
            <a:spLocks xmlns:a="http://schemas.openxmlformats.org/drawingml/2006/main" noGrp="1"/>
          </p:cNvSpPr>
          <p:nvPr/>
        </p:nvSpPr>
        <p:spPr>
          <a:xfrm xmlns:a="http://schemas.openxmlformats.org/drawingml/2006/main">
            <a:off x="7537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6" name="g1411">
            <a:extLst xmlns:a="http://schemas.openxmlformats.org/drawingml/2006/main">
              <a:ext uri="{FF2B5EF4-FFF2-40B4-BE49-F238E27FC236}">
                <a16:creationId xmlns:a16="http://schemas.microsoft.com/office/drawing/2014/main" id="{BDA0B40F-CB3B-4B43-8F42-185E27C5B2C5}"/>
              </a:ext>
            </a:extLst>
          </p:cNvPr>
          <p:cNvSpPr>
            <a:spLocks xmlns:a="http://schemas.openxmlformats.org/drawingml/2006/main" noGrp="1"/>
          </p:cNvSpPr>
          <p:nvPr/>
        </p:nvSpPr>
        <p:spPr>
          <a:xfrm xmlns:a="http://schemas.openxmlformats.org/drawingml/2006/main">
            <a:off x="7489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7" name="g1412">
            <a:extLst xmlns:a="http://schemas.openxmlformats.org/drawingml/2006/main">
              <a:ext uri="{FF2B5EF4-FFF2-40B4-BE49-F238E27FC236}">
                <a16:creationId xmlns:a16="http://schemas.microsoft.com/office/drawing/2014/main" id="{F5A930BD-20DF-4AD9-B901-972EF7477CCD}"/>
              </a:ext>
            </a:extLst>
          </p:cNvPr>
          <p:cNvSpPr>
            <a:spLocks xmlns:a="http://schemas.openxmlformats.org/drawingml/2006/main" noGrp="1"/>
          </p:cNvSpPr>
          <p:nvPr/>
        </p:nvSpPr>
        <p:spPr>
          <a:xfrm xmlns:a="http://schemas.openxmlformats.org/drawingml/2006/main">
            <a:off x="7442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8" name="g1413">
            <a:extLst xmlns:a="http://schemas.openxmlformats.org/drawingml/2006/main">
              <a:ext uri="{FF2B5EF4-FFF2-40B4-BE49-F238E27FC236}">
                <a16:creationId xmlns:a16="http://schemas.microsoft.com/office/drawing/2014/main" id="{93134BAC-5476-41C5-B89D-C0A86F384175}"/>
              </a:ext>
            </a:extLst>
          </p:cNvPr>
          <p:cNvSpPr>
            <a:spLocks xmlns:a="http://schemas.openxmlformats.org/drawingml/2006/main" noGrp="1"/>
          </p:cNvSpPr>
          <p:nvPr/>
        </p:nvSpPr>
        <p:spPr>
          <a:xfrm xmlns:a="http://schemas.openxmlformats.org/drawingml/2006/main">
            <a:off x="7394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29" name="g1414">
            <a:extLst xmlns:a="http://schemas.openxmlformats.org/drawingml/2006/main">
              <a:ext uri="{FF2B5EF4-FFF2-40B4-BE49-F238E27FC236}">
                <a16:creationId xmlns:a16="http://schemas.microsoft.com/office/drawing/2014/main" id="{76A82C96-4075-4AA3-BD0F-852BB63A662E}"/>
              </a:ext>
            </a:extLst>
          </p:cNvPr>
          <p:cNvSpPr>
            <a:spLocks xmlns:a="http://schemas.openxmlformats.org/drawingml/2006/main" noGrp="1"/>
          </p:cNvSpPr>
          <p:nvPr/>
        </p:nvSpPr>
        <p:spPr>
          <a:xfrm xmlns:a="http://schemas.openxmlformats.org/drawingml/2006/main">
            <a:off x="7347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0" name="g1415">
            <a:extLst xmlns:a="http://schemas.openxmlformats.org/drawingml/2006/main">
              <a:ext uri="{FF2B5EF4-FFF2-40B4-BE49-F238E27FC236}">
                <a16:creationId xmlns:a16="http://schemas.microsoft.com/office/drawing/2014/main" id="{73798068-32C0-472B-966F-EAC2D543F3D0}"/>
              </a:ext>
            </a:extLst>
          </p:cNvPr>
          <p:cNvSpPr>
            <a:spLocks xmlns:a="http://schemas.openxmlformats.org/drawingml/2006/main" noGrp="1"/>
          </p:cNvSpPr>
          <p:nvPr/>
        </p:nvSpPr>
        <p:spPr>
          <a:xfrm xmlns:a="http://schemas.openxmlformats.org/drawingml/2006/main">
            <a:off x="7299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1" name="g1416">
            <a:extLst xmlns:a="http://schemas.openxmlformats.org/drawingml/2006/main">
              <a:ext uri="{FF2B5EF4-FFF2-40B4-BE49-F238E27FC236}">
                <a16:creationId xmlns:a16="http://schemas.microsoft.com/office/drawing/2014/main" id="{DF6A908C-577E-404F-9ECD-AB54825F51D6}"/>
              </a:ext>
            </a:extLst>
          </p:cNvPr>
          <p:cNvSpPr>
            <a:spLocks xmlns:a="http://schemas.openxmlformats.org/drawingml/2006/main" noGrp="1"/>
          </p:cNvSpPr>
          <p:nvPr/>
        </p:nvSpPr>
        <p:spPr>
          <a:xfrm xmlns:a="http://schemas.openxmlformats.org/drawingml/2006/main">
            <a:off x="7251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2" name="g1417">
            <a:extLst xmlns:a="http://schemas.openxmlformats.org/drawingml/2006/main">
              <a:ext uri="{FF2B5EF4-FFF2-40B4-BE49-F238E27FC236}">
                <a16:creationId xmlns:a16="http://schemas.microsoft.com/office/drawing/2014/main" id="{BA06E0D9-D529-40BB-BF8F-7889A036B206}"/>
              </a:ext>
            </a:extLst>
          </p:cNvPr>
          <p:cNvSpPr>
            <a:spLocks xmlns:a="http://schemas.openxmlformats.org/drawingml/2006/main" noGrp="1"/>
          </p:cNvSpPr>
          <p:nvPr/>
        </p:nvSpPr>
        <p:spPr>
          <a:xfrm xmlns:a="http://schemas.openxmlformats.org/drawingml/2006/main">
            <a:off x="7204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3" name="g1418">
            <a:extLst xmlns:a="http://schemas.openxmlformats.org/drawingml/2006/main">
              <a:ext uri="{FF2B5EF4-FFF2-40B4-BE49-F238E27FC236}">
                <a16:creationId xmlns:a16="http://schemas.microsoft.com/office/drawing/2014/main" id="{AB84521A-6514-40D4-9B88-EE789655B5B1}"/>
              </a:ext>
            </a:extLst>
          </p:cNvPr>
          <p:cNvSpPr>
            <a:spLocks xmlns:a="http://schemas.openxmlformats.org/drawingml/2006/main" noGrp="1"/>
          </p:cNvSpPr>
          <p:nvPr/>
        </p:nvSpPr>
        <p:spPr>
          <a:xfrm xmlns:a="http://schemas.openxmlformats.org/drawingml/2006/main">
            <a:off x="7156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4" name="g1419">
            <a:extLst xmlns:a="http://schemas.openxmlformats.org/drawingml/2006/main">
              <a:ext uri="{FF2B5EF4-FFF2-40B4-BE49-F238E27FC236}">
                <a16:creationId xmlns:a16="http://schemas.microsoft.com/office/drawing/2014/main" id="{7FD3EA55-9D2D-4D96-BEDB-7CCAA8795BCC}"/>
              </a:ext>
            </a:extLst>
          </p:cNvPr>
          <p:cNvSpPr>
            <a:spLocks xmlns:a="http://schemas.openxmlformats.org/drawingml/2006/main" noGrp="1"/>
          </p:cNvSpPr>
          <p:nvPr/>
        </p:nvSpPr>
        <p:spPr>
          <a:xfrm xmlns:a="http://schemas.openxmlformats.org/drawingml/2006/main">
            <a:off x="7108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5" name="g1420">
            <a:extLst xmlns:a="http://schemas.openxmlformats.org/drawingml/2006/main">
              <a:ext uri="{FF2B5EF4-FFF2-40B4-BE49-F238E27FC236}">
                <a16:creationId xmlns:a16="http://schemas.microsoft.com/office/drawing/2014/main" id="{120D982A-7EC1-4039-90EA-40D8DF746078}"/>
              </a:ext>
            </a:extLst>
          </p:cNvPr>
          <p:cNvSpPr>
            <a:spLocks xmlns:a="http://schemas.openxmlformats.org/drawingml/2006/main" noGrp="1"/>
          </p:cNvSpPr>
          <p:nvPr/>
        </p:nvSpPr>
        <p:spPr>
          <a:xfrm xmlns:a="http://schemas.openxmlformats.org/drawingml/2006/main">
            <a:off x="7061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6" name="g1421">
            <a:extLst xmlns:a="http://schemas.openxmlformats.org/drawingml/2006/main">
              <a:ext uri="{FF2B5EF4-FFF2-40B4-BE49-F238E27FC236}">
                <a16:creationId xmlns:a16="http://schemas.microsoft.com/office/drawing/2014/main" id="{DC62711C-C527-4D9D-9953-2AEE760075E9}"/>
              </a:ext>
            </a:extLst>
          </p:cNvPr>
          <p:cNvSpPr>
            <a:spLocks xmlns:a="http://schemas.openxmlformats.org/drawingml/2006/main" noGrp="1"/>
          </p:cNvSpPr>
          <p:nvPr/>
        </p:nvSpPr>
        <p:spPr>
          <a:xfrm xmlns:a="http://schemas.openxmlformats.org/drawingml/2006/main">
            <a:off x="7013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7" name="g1422">
            <a:extLst xmlns:a="http://schemas.openxmlformats.org/drawingml/2006/main">
              <a:ext uri="{FF2B5EF4-FFF2-40B4-BE49-F238E27FC236}">
                <a16:creationId xmlns:a16="http://schemas.microsoft.com/office/drawing/2014/main" id="{B90BC322-2B49-4939-AFDC-E70051344E4D}"/>
              </a:ext>
            </a:extLst>
          </p:cNvPr>
          <p:cNvSpPr>
            <a:spLocks xmlns:a="http://schemas.openxmlformats.org/drawingml/2006/main" noGrp="1"/>
          </p:cNvSpPr>
          <p:nvPr/>
        </p:nvSpPr>
        <p:spPr>
          <a:xfrm xmlns:a="http://schemas.openxmlformats.org/drawingml/2006/main">
            <a:off x="6966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8" name="g1423">
            <a:extLst xmlns:a="http://schemas.openxmlformats.org/drawingml/2006/main">
              <a:ext uri="{FF2B5EF4-FFF2-40B4-BE49-F238E27FC236}">
                <a16:creationId xmlns:a16="http://schemas.microsoft.com/office/drawing/2014/main" id="{4E34E2ED-B56A-4180-B3DB-6F4852552C3F}"/>
              </a:ext>
            </a:extLst>
          </p:cNvPr>
          <p:cNvSpPr>
            <a:spLocks xmlns:a="http://schemas.openxmlformats.org/drawingml/2006/main" noGrp="1"/>
          </p:cNvSpPr>
          <p:nvPr/>
        </p:nvSpPr>
        <p:spPr>
          <a:xfrm xmlns:a="http://schemas.openxmlformats.org/drawingml/2006/main">
            <a:off x="6918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39" name="g1424">
            <a:extLst xmlns:a="http://schemas.openxmlformats.org/drawingml/2006/main">
              <a:ext uri="{FF2B5EF4-FFF2-40B4-BE49-F238E27FC236}">
                <a16:creationId xmlns:a16="http://schemas.microsoft.com/office/drawing/2014/main" id="{5F77A86A-8A27-449F-BDDB-8DD64496D54B}"/>
              </a:ext>
            </a:extLst>
          </p:cNvPr>
          <p:cNvSpPr>
            <a:spLocks xmlns:a="http://schemas.openxmlformats.org/drawingml/2006/main" noGrp="1"/>
          </p:cNvSpPr>
          <p:nvPr/>
        </p:nvSpPr>
        <p:spPr>
          <a:xfrm xmlns:a="http://schemas.openxmlformats.org/drawingml/2006/main">
            <a:off x="6870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0" name="g1425">
            <a:extLst xmlns:a="http://schemas.openxmlformats.org/drawingml/2006/main">
              <a:ext uri="{FF2B5EF4-FFF2-40B4-BE49-F238E27FC236}">
                <a16:creationId xmlns:a16="http://schemas.microsoft.com/office/drawing/2014/main" id="{29A40647-97ED-4A73-91C7-9810B13D4F8A}"/>
              </a:ext>
            </a:extLst>
          </p:cNvPr>
          <p:cNvSpPr>
            <a:spLocks xmlns:a="http://schemas.openxmlformats.org/drawingml/2006/main" noGrp="1"/>
          </p:cNvSpPr>
          <p:nvPr/>
        </p:nvSpPr>
        <p:spPr>
          <a:xfrm xmlns:a="http://schemas.openxmlformats.org/drawingml/2006/main">
            <a:off x="6823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1" name="g1426">
            <a:extLst xmlns:a="http://schemas.openxmlformats.org/drawingml/2006/main">
              <a:ext uri="{FF2B5EF4-FFF2-40B4-BE49-F238E27FC236}">
                <a16:creationId xmlns:a16="http://schemas.microsoft.com/office/drawing/2014/main" id="{EB20960C-E301-4B4B-B9F4-6C2972B13FD1}"/>
              </a:ext>
            </a:extLst>
          </p:cNvPr>
          <p:cNvSpPr>
            <a:spLocks xmlns:a="http://schemas.openxmlformats.org/drawingml/2006/main" noGrp="1"/>
          </p:cNvSpPr>
          <p:nvPr/>
        </p:nvSpPr>
        <p:spPr>
          <a:xfrm xmlns:a="http://schemas.openxmlformats.org/drawingml/2006/main">
            <a:off x="6775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2" name="g1427">
            <a:extLst xmlns:a="http://schemas.openxmlformats.org/drawingml/2006/main">
              <a:ext uri="{FF2B5EF4-FFF2-40B4-BE49-F238E27FC236}">
                <a16:creationId xmlns:a16="http://schemas.microsoft.com/office/drawing/2014/main" id="{03BCE6BC-C461-46EF-B70D-C7923F56FCF9}"/>
              </a:ext>
            </a:extLst>
          </p:cNvPr>
          <p:cNvSpPr>
            <a:spLocks xmlns:a="http://schemas.openxmlformats.org/drawingml/2006/main" noGrp="1"/>
          </p:cNvSpPr>
          <p:nvPr/>
        </p:nvSpPr>
        <p:spPr>
          <a:xfrm xmlns:a="http://schemas.openxmlformats.org/drawingml/2006/main">
            <a:off x="6727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3" name="g1428">
            <a:extLst xmlns:a="http://schemas.openxmlformats.org/drawingml/2006/main">
              <a:ext uri="{FF2B5EF4-FFF2-40B4-BE49-F238E27FC236}">
                <a16:creationId xmlns:a16="http://schemas.microsoft.com/office/drawing/2014/main" id="{C539111C-12F6-4AC1-BC68-30FC70D5AE67}"/>
              </a:ext>
            </a:extLst>
          </p:cNvPr>
          <p:cNvSpPr>
            <a:spLocks xmlns:a="http://schemas.openxmlformats.org/drawingml/2006/main" noGrp="1"/>
          </p:cNvSpPr>
          <p:nvPr/>
        </p:nvSpPr>
        <p:spPr>
          <a:xfrm xmlns:a="http://schemas.openxmlformats.org/drawingml/2006/main">
            <a:off x="6680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4" name="g1429">
            <a:extLst xmlns:a="http://schemas.openxmlformats.org/drawingml/2006/main">
              <a:ext uri="{FF2B5EF4-FFF2-40B4-BE49-F238E27FC236}">
                <a16:creationId xmlns:a16="http://schemas.microsoft.com/office/drawing/2014/main" id="{1A59A1D7-E29D-4D5C-A953-42C9F53928F0}"/>
              </a:ext>
            </a:extLst>
          </p:cNvPr>
          <p:cNvSpPr>
            <a:spLocks xmlns:a="http://schemas.openxmlformats.org/drawingml/2006/main" noGrp="1"/>
          </p:cNvSpPr>
          <p:nvPr/>
        </p:nvSpPr>
        <p:spPr>
          <a:xfrm xmlns:a="http://schemas.openxmlformats.org/drawingml/2006/main">
            <a:off x="6632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5" name="g1430">
            <a:extLst xmlns:a="http://schemas.openxmlformats.org/drawingml/2006/main">
              <a:ext uri="{FF2B5EF4-FFF2-40B4-BE49-F238E27FC236}">
                <a16:creationId xmlns:a16="http://schemas.microsoft.com/office/drawing/2014/main" id="{AB8B3B1C-053A-4DDF-BCFF-3ADD1B48224D}"/>
              </a:ext>
            </a:extLst>
          </p:cNvPr>
          <p:cNvSpPr>
            <a:spLocks xmlns:a="http://schemas.openxmlformats.org/drawingml/2006/main" noGrp="1"/>
          </p:cNvSpPr>
          <p:nvPr/>
        </p:nvSpPr>
        <p:spPr>
          <a:xfrm xmlns:a="http://schemas.openxmlformats.org/drawingml/2006/main">
            <a:off x="6585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6" name="g1431">
            <a:extLst xmlns:a="http://schemas.openxmlformats.org/drawingml/2006/main">
              <a:ext uri="{FF2B5EF4-FFF2-40B4-BE49-F238E27FC236}">
                <a16:creationId xmlns:a16="http://schemas.microsoft.com/office/drawing/2014/main" id="{F809ABF2-6D95-4166-B4FC-A1989D16F020}"/>
              </a:ext>
            </a:extLst>
          </p:cNvPr>
          <p:cNvSpPr>
            <a:spLocks xmlns:a="http://schemas.openxmlformats.org/drawingml/2006/main" noGrp="1"/>
          </p:cNvSpPr>
          <p:nvPr/>
        </p:nvSpPr>
        <p:spPr>
          <a:xfrm xmlns:a="http://schemas.openxmlformats.org/drawingml/2006/main">
            <a:off x="6537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7" name="g1432">
            <a:extLst xmlns:a="http://schemas.openxmlformats.org/drawingml/2006/main">
              <a:ext uri="{FF2B5EF4-FFF2-40B4-BE49-F238E27FC236}">
                <a16:creationId xmlns:a16="http://schemas.microsoft.com/office/drawing/2014/main" id="{8E52E253-0AC4-4902-AADD-D730D9D9A19D}"/>
              </a:ext>
            </a:extLst>
          </p:cNvPr>
          <p:cNvSpPr>
            <a:spLocks xmlns:a="http://schemas.openxmlformats.org/drawingml/2006/main" noGrp="1"/>
          </p:cNvSpPr>
          <p:nvPr/>
        </p:nvSpPr>
        <p:spPr>
          <a:xfrm xmlns:a="http://schemas.openxmlformats.org/drawingml/2006/main">
            <a:off x="6489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8" name="g1433">
            <a:extLst xmlns:a="http://schemas.openxmlformats.org/drawingml/2006/main">
              <a:ext uri="{FF2B5EF4-FFF2-40B4-BE49-F238E27FC236}">
                <a16:creationId xmlns:a16="http://schemas.microsoft.com/office/drawing/2014/main" id="{4C03675D-216F-4949-B956-3D5B6F0724F6}"/>
              </a:ext>
            </a:extLst>
          </p:cNvPr>
          <p:cNvSpPr>
            <a:spLocks xmlns:a="http://schemas.openxmlformats.org/drawingml/2006/main" noGrp="1"/>
          </p:cNvSpPr>
          <p:nvPr/>
        </p:nvSpPr>
        <p:spPr>
          <a:xfrm xmlns:a="http://schemas.openxmlformats.org/drawingml/2006/main">
            <a:off x="6442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49" name="g1434">
            <a:extLst xmlns:a="http://schemas.openxmlformats.org/drawingml/2006/main">
              <a:ext uri="{FF2B5EF4-FFF2-40B4-BE49-F238E27FC236}">
                <a16:creationId xmlns:a16="http://schemas.microsoft.com/office/drawing/2014/main" id="{A8E60D3E-5346-47CD-ABA7-D5C8547AAE24}"/>
              </a:ext>
            </a:extLst>
          </p:cNvPr>
          <p:cNvSpPr>
            <a:spLocks xmlns:a="http://schemas.openxmlformats.org/drawingml/2006/main" noGrp="1"/>
          </p:cNvSpPr>
          <p:nvPr/>
        </p:nvSpPr>
        <p:spPr>
          <a:xfrm xmlns:a="http://schemas.openxmlformats.org/drawingml/2006/main">
            <a:off x="6394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0" name="g1435">
            <a:extLst xmlns:a="http://schemas.openxmlformats.org/drawingml/2006/main">
              <a:ext uri="{FF2B5EF4-FFF2-40B4-BE49-F238E27FC236}">
                <a16:creationId xmlns:a16="http://schemas.microsoft.com/office/drawing/2014/main" id="{FCA34573-38EB-4EEC-A732-127F9C4F39D3}"/>
              </a:ext>
            </a:extLst>
          </p:cNvPr>
          <p:cNvSpPr>
            <a:spLocks xmlns:a="http://schemas.openxmlformats.org/drawingml/2006/main" noGrp="1"/>
          </p:cNvSpPr>
          <p:nvPr/>
        </p:nvSpPr>
        <p:spPr>
          <a:xfrm xmlns:a="http://schemas.openxmlformats.org/drawingml/2006/main">
            <a:off x="6346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1" name="g1436">
            <a:extLst xmlns:a="http://schemas.openxmlformats.org/drawingml/2006/main">
              <a:ext uri="{FF2B5EF4-FFF2-40B4-BE49-F238E27FC236}">
                <a16:creationId xmlns:a16="http://schemas.microsoft.com/office/drawing/2014/main" id="{07D370F3-C9A5-49E9-AE71-F9BA9DA6FA2A}"/>
              </a:ext>
            </a:extLst>
          </p:cNvPr>
          <p:cNvSpPr>
            <a:spLocks xmlns:a="http://schemas.openxmlformats.org/drawingml/2006/main" noGrp="1"/>
          </p:cNvSpPr>
          <p:nvPr/>
        </p:nvSpPr>
        <p:spPr>
          <a:xfrm xmlns:a="http://schemas.openxmlformats.org/drawingml/2006/main">
            <a:off x="6299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2" name="g1437">
            <a:extLst xmlns:a="http://schemas.openxmlformats.org/drawingml/2006/main">
              <a:ext uri="{FF2B5EF4-FFF2-40B4-BE49-F238E27FC236}">
                <a16:creationId xmlns:a16="http://schemas.microsoft.com/office/drawing/2014/main" id="{9E6DE0BC-26B6-4CA4-8D25-A7D93E292CC0}"/>
              </a:ext>
            </a:extLst>
          </p:cNvPr>
          <p:cNvSpPr>
            <a:spLocks xmlns:a="http://schemas.openxmlformats.org/drawingml/2006/main" noGrp="1"/>
          </p:cNvSpPr>
          <p:nvPr/>
        </p:nvSpPr>
        <p:spPr>
          <a:xfrm xmlns:a="http://schemas.openxmlformats.org/drawingml/2006/main">
            <a:off x="6251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3" name="g1438">
            <a:extLst xmlns:a="http://schemas.openxmlformats.org/drawingml/2006/main">
              <a:ext uri="{FF2B5EF4-FFF2-40B4-BE49-F238E27FC236}">
                <a16:creationId xmlns:a16="http://schemas.microsoft.com/office/drawing/2014/main" id="{B5B8469C-9230-4F6B-A929-7BF47D0626D1}"/>
              </a:ext>
            </a:extLst>
          </p:cNvPr>
          <p:cNvSpPr>
            <a:spLocks xmlns:a="http://schemas.openxmlformats.org/drawingml/2006/main" noGrp="1"/>
          </p:cNvSpPr>
          <p:nvPr/>
        </p:nvSpPr>
        <p:spPr>
          <a:xfrm xmlns:a="http://schemas.openxmlformats.org/drawingml/2006/main">
            <a:off x="6204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4" name="g1439">
            <a:extLst xmlns:a="http://schemas.openxmlformats.org/drawingml/2006/main">
              <a:ext uri="{FF2B5EF4-FFF2-40B4-BE49-F238E27FC236}">
                <a16:creationId xmlns:a16="http://schemas.microsoft.com/office/drawing/2014/main" id="{1DA61199-577C-4E98-8A36-3DDAD11C7CA3}"/>
              </a:ext>
            </a:extLst>
          </p:cNvPr>
          <p:cNvSpPr>
            <a:spLocks xmlns:a="http://schemas.openxmlformats.org/drawingml/2006/main" noGrp="1"/>
          </p:cNvSpPr>
          <p:nvPr/>
        </p:nvSpPr>
        <p:spPr>
          <a:xfrm xmlns:a="http://schemas.openxmlformats.org/drawingml/2006/main">
            <a:off x="6156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5" name="g1440">
            <a:extLst xmlns:a="http://schemas.openxmlformats.org/drawingml/2006/main">
              <a:ext uri="{FF2B5EF4-FFF2-40B4-BE49-F238E27FC236}">
                <a16:creationId xmlns:a16="http://schemas.microsoft.com/office/drawing/2014/main" id="{9BCA5B14-9851-45E4-A796-824EE33E8C0A}"/>
              </a:ext>
            </a:extLst>
          </p:cNvPr>
          <p:cNvSpPr>
            <a:spLocks xmlns:a="http://schemas.openxmlformats.org/drawingml/2006/main" noGrp="1"/>
          </p:cNvSpPr>
          <p:nvPr/>
        </p:nvSpPr>
        <p:spPr>
          <a:xfrm xmlns:a="http://schemas.openxmlformats.org/drawingml/2006/main">
            <a:off x="6108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6" name="g1441">
            <a:extLst xmlns:a="http://schemas.openxmlformats.org/drawingml/2006/main">
              <a:ext uri="{FF2B5EF4-FFF2-40B4-BE49-F238E27FC236}">
                <a16:creationId xmlns:a16="http://schemas.microsoft.com/office/drawing/2014/main" id="{46427786-CD85-46AF-B0F1-478B6805CE62}"/>
              </a:ext>
            </a:extLst>
          </p:cNvPr>
          <p:cNvSpPr>
            <a:spLocks xmlns:a="http://schemas.openxmlformats.org/drawingml/2006/main" noGrp="1"/>
          </p:cNvSpPr>
          <p:nvPr/>
        </p:nvSpPr>
        <p:spPr>
          <a:xfrm xmlns:a="http://schemas.openxmlformats.org/drawingml/2006/main">
            <a:off x="6061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7" name="g1442">
            <a:extLst xmlns:a="http://schemas.openxmlformats.org/drawingml/2006/main">
              <a:ext uri="{FF2B5EF4-FFF2-40B4-BE49-F238E27FC236}">
                <a16:creationId xmlns:a16="http://schemas.microsoft.com/office/drawing/2014/main" id="{D01503D8-55C0-4F5B-A9E8-C491622389DC}"/>
              </a:ext>
            </a:extLst>
          </p:cNvPr>
          <p:cNvSpPr>
            <a:spLocks xmlns:a="http://schemas.openxmlformats.org/drawingml/2006/main" noGrp="1"/>
          </p:cNvSpPr>
          <p:nvPr/>
        </p:nvSpPr>
        <p:spPr>
          <a:xfrm xmlns:a="http://schemas.openxmlformats.org/drawingml/2006/main">
            <a:off x="6013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8" name="g1443">
            <a:extLst xmlns:a="http://schemas.openxmlformats.org/drawingml/2006/main">
              <a:ext uri="{FF2B5EF4-FFF2-40B4-BE49-F238E27FC236}">
                <a16:creationId xmlns:a16="http://schemas.microsoft.com/office/drawing/2014/main" id="{E1C49B95-B7F8-4F63-BDFC-C6DEF3445836}"/>
              </a:ext>
            </a:extLst>
          </p:cNvPr>
          <p:cNvSpPr>
            <a:spLocks xmlns:a="http://schemas.openxmlformats.org/drawingml/2006/main" noGrp="1"/>
          </p:cNvSpPr>
          <p:nvPr/>
        </p:nvSpPr>
        <p:spPr>
          <a:xfrm xmlns:a="http://schemas.openxmlformats.org/drawingml/2006/main">
            <a:off x="5965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59" name="g1444">
            <a:extLst xmlns:a="http://schemas.openxmlformats.org/drawingml/2006/main">
              <a:ext uri="{FF2B5EF4-FFF2-40B4-BE49-F238E27FC236}">
                <a16:creationId xmlns:a16="http://schemas.microsoft.com/office/drawing/2014/main" id="{D209699E-E7BE-421D-BDCA-3A3EF01AE173}"/>
              </a:ext>
            </a:extLst>
          </p:cNvPr>
          <p:cNvSpPr>
            <a:spLocks xmlns:a="http://schemas.openxmlformats.org/drawingml/2006/main" noGrp="1"/>
          </p:cNvSpPr>
          <p:nvPr/>
        </p:nvSpPr>
        <p:spPr>
          <a:xfrm xmlns:a="http://schemas.openxmlformats.org/drawingml/2006/main">
            <a:off x="5918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0" name="g1445">
            <a:extLst xmlns:a="http://schemas.openxmlformats.org/drawingml/2006/main">
              <a:ext uri="{FF2B5EF4-FFF2-40B4-BE49-F238E27FC236}">
                <a16:creationId xmlns:a16="http://schemas.microsoft.com/office/drawing/2014/main" id="{1065E357-B028-4A43-97D1-79A8DB3955B4}"/>
              </a:ext>
            </a:extLst>
          </p:cNvPr>
          <p:cNvSpPr>
            <a:spLocks xmlns:a="http://schemas.openxmlformats.org/drawingml/2006/main" noGrp="1"/>
          </p:cNvSpPr>
          <p:nvPr/>
        </p:nvSpPr>
        <p:spPr>
          <a:xfrm xmlns:a="http://schemas.openxmlformats.org/drawingml/2006/main">
            <a:off x="5870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1" name="g1446">
            <a:extLst xmlns:a="http://schemas.openxmlformats.org/drawingml/2006/main">
              <a:ext uri="{FF2B5EF4-FFF2-40B4-BE49-F238E27FC236}">
                <a16:creationId xmlns:a16="http://schemas.microsoft.com/office/drawing/2014/main" id="{DBCCD0E3-216A-4B67-86BD-AB79F69A8BA5}"/>
              </a:ext>
            </a:extLst>
          </p:cNvPr>
          <p:cNvSpPr>
            <a:spLocks xmlns:a="http://schemas.openxmlformats.org/drawingml/2006/main" noGrp="1"/>
          </p:cNvSpPr>
          <p:nvPr/>
        </p:nvSpPr>
        <p:spPr>
          <a:xfrm xmlns:a="http://schemas.openxmlformats.org/drawingml/2006/main">
            <a:off x="5823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2" name="g1447">
            <a:extLst xmlns:a="http://schemas.openxmlformats.org/drawingml/2006/main">
              <a:ext uri="{FF2B5EF4-FFF2-40B4-BE49-F238E27FC236}">
                <a16:creationId xmlns:a16="http://schemas.microsoft.com/office/drawing/2014/main" id="{016E3988-8BE4-4BFD-8314-A589B47AB504}"/>
              </a:ext>
            </a:extLst>
          </p:cNvPr>
          <p:cNvSpPr>
            <a:spLocks xmlns:a="http://schemas.openxmlformats.org/drawingml/2006/main" noGrp="1"/>
          </p:cNvSpPr>
          <p:nvPr/>
        </p:nvSpPr>
        <p:spPr>
          <a:xfrm xmlns:a="http://schemas.openxmlformats.org/drawingml/2006/main">
            <a:off x="5775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3" name="g1448">
            <a:extLst xmlns:a="http://schemas.openxmlformats.org/drawingml/2006/main">
              <a:ext uri="{FF2B5EF4-FFF2-40B4-BE49-F238E27FC236}">
                <a16:creationId xmlns:a16="http://schemas.microsoft.com/office/drawing/2014/main" id="{85850921-D6C5-4883-8428-71981720A13B}"/>
              </a:ext>
            </a:extLst>
          </p:cNvPr>
          <p:cNvSpPr>
            <a:spLocks xmlns:a="http://schemas.openxmlformats.org/drawingml/2006/main" noGrp="1"/>
          </p:cNvSpPr>
          <p:nvPr/>
        </p:nvSpPr>
        <p:spPr>
          <a:xfrm xmlns:a="http://schemas.openxmlformats.org/drawingml/2006/main">
            <a:off x="5727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4" name="g1449">
            <a:extLst xmlns:a="http://schemas.openxmlformats.org/drawingml/2006/main">
              <a:ext uri="{FF2B5EF4-FFF2-40B4-BE49-F238E27FC236}">
                <a16:creationId xmlns:a16="http://schemas.microsoft.com/office/drawing/2014/main" id="{364EBD0B-A28F-4145-AC6D-D7E76BFA47CD}"/>
              </a:ext>
            </a:extLst>
          </p:cNvPr>
          <p:cNvSpPr>
            <a:spLocks xmlns:a="http://schemas.openxmlformats.org/drawingml/2006/main" noGrp="1"/>
          </p:cNvSpPr>
          <p:nvPr/>
        </p:nvSpPr>
        <p:spPr>
          <a:xfrm xmlns:a="http://schemas.openxmlformats.org/drawingml/2006/main">
            <a:off x="5680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5" name="g1450">
            <a:extLst xmlns:a="http://schemas.openxmlformats.org/drawingml/2006/main">
              <a:ext uri="{FF2B5EF4-FFF2-40B4-BE49-F238E27FC236}">
                <a16:creationId xmlns:a16="http://schemas.microsoft.com/office/drawing/2014/main" id="{8CE63BC8-C8D8-4007-8478-3DBCF37AD57F}"/>
              </a:ext>
            </a:extLst>
          </p:cNvPr>
          <p:cNvSpPr>
            <a:spLocks xmlns:a="http://schemas.openxmlformats.org/drawingml/2006/main" noGrp="1"/>
          </p:cNvSpPr>
          <p:nvPr/>
        </p:nvSpPr>
        <p:spPr>
          <a:xfrm xmlns:a="http://schemas.openxmlformats.org/drawingml/2006/main">
            <a:off x="5632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6" name="g1451">
            <a:extLst xmlns:a="http://schemas.openxmlformats.org/drawingml/2006/main">
              <a:ext uri="{FF2B5EF4-FFF2-40B4-BE49-F238E27FC236}">
                <a16:creationId xmlns:a16="http://schemas.microsoft.com/office/drawing/2014/main" id="{727E4AC5-6925-43BC-AA9B-DC23FDF8B215}"/>
              </a:ext>
            </a:extLst>
          </p:cNvPr>
          <p:cNvSpPr>
            <a:spLocks xmlns:a="http://schemas.openxmlformats.org/drawingml/2006/main" noGrp="1"/>
          </p:cNvSpPr>
          <p:nvPr/>
        </p:nvSpPr>
        <p:spPr>
          <a:xfrm xmlns:a="http://schemas.openxmlformats.org/drawingml/2006/main">
            <a:off x="5584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7" name="g1452">
            <a:extLst xmlns:a="http://schemas.openxmlformats.org/drawingml/2006/main">
              <a:ext uri="{FF2B5EF4-FFF2-40B4-BE49-F238E27FC236}">
                <a16:creationId xmlns:a16="http://schemas.microsoft.com/office/drawing/2014/main" id="{A7686F15-7C93-4F49-91E7-DE6537A77232}"/>
              </a:ext>
            </a:extLst>
          </p:cNvPr>
          <p:cNvSpPr>
            <a:spLocks xmlns:a="http://schemas.openxmlformats.org/drawingml/2006/main" noGrp="1"/>
          </p:cNvSpPr>
          <p:nvPr/>
        </p:nvSpPr>
        <p:spPr>
          <a:xfrm xmlns:a="http://schemas.openxmlformats.org/drawingml/2006/main">
            <a:off x="5537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8" name="g1453">
            <a:extLst xmlns:a="http://schemas.openxmlformats.org/drawingml/2006/main">
              <a:ext uri="{FF2B5EF4-FFF2-40B4-BE49-F238E27FC236}">
                <a16:creationId xmlns:a16="http://schemas.microsoft.com/office/drawing/2014/main" id="{3380C87D-2D1E-4479-96D8-E41173C0D55E}"/>
              </a:ext>
            </a:extLst>
          </p:cNvPr>
          <p:cNvSpPr>
            <a:spLocks xmlns:a="http://schemas.openxmlformats.org/drawingml/2006/main" noGrp="1"/>
          </p:cNvSpPr>
          <p:nvPr/>
        </p:nvSpPr>
        <p:spPr>
          <a:xfrm xmlns:a="http://schemas.openxmlformats.org/drawingml/2006/main">
            <a:off x="5489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69" name="g1454">
            <a:extLst xmlns:a="http://schemas.openxmlformats.org/drawingml/2006/main">
              <a:ext uri="{FF2B5EF4-FFF2-40B4-BE49-F238E27FC236}">
                <a16:creationId xmlns:a16="http://schemas.microsoft.com/office/drawing/2014/main" id="{B0DA5D59-A16A-4EB0-9F77-F154C1BDD5CA}"/>
              </a:ext>
            </a:extLst>
          </p:cNvPr>
          <p:cNvSpPr>
            <a:spLocks xmlns:a="http://schemas.openxmlformats.org/drawingml/2006/main" noGrp="1"/>
          </p:cNvSpPr>
          <p:nvPr/>
        </p:nvSpPr>
        <p:spPr>
          <a:xfrm xmlns:a="http://schemas.openxmlformats.org/drawingml/2006/main">
            <a:off x="5442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0" name="g1455">
            <a:extLst xmlns:a="http://schemas.openxmlformats.org/drawingml/2006/main">
              <a:ext uri="{FF2B5EF4-FFF2-40B4-BE49-F238E27FC236}">
                <a16:creationId xmlns:a16="http://schemas.microsoft.com/office/drawing/2014/main" id="{D2B8EE22-9512-4395-A552-CC4BFAC588E9}"/>
              </a:ext>
            </a:extLst>
          </p:cNvPr>
          <p:cNvSpPr>
            <a:spLocks xmlns:a="http://schemas.openxmlformats.org/drawingml/2006/main" noGrp="1"/>
          </p:cNvSpPr>
          <p:nvPr/>
        </p:nvSpPr>
        <p:spPr>
          <a:xfrm xmlns:a="http://schemas.openxmlformats.org/drawingml/2006/main">
            <a:off x="5394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1" name="g1456">
            <a:extLst xmlns:a="http://schemas.openxmlformats.org/drawingml/2006/main">
              <a:ext uri="{FF2B5EF4-FFF2-40B4-BE49-F238E27FC236}">
                <a16:creationId xmlns:a16="http://schemas.microsoft.com/office/drawing/2014/main" id="{70361D8A-AF4B-4091-9351-77C6EC0D0D1E}"/>
              </a:ext>
            </a:extLst>
          </p:cNvPr>
          <p:cNvSpPr>
            <a:spLocks xmlns:a="http://schemas.openxmlformats.org/drawingml/2006/main" noGrp="1"/>
          </p:cNvSpPr>
          <p:nvPr/>
        </p:nvSpPr>
        <p:spPr>
          <a:xfrm xmlns:a="http://schemas.openxmlformats.org/drawingml/2006/main">
            <a:off x="5346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2" name="g1457">
            <a:extLst xmlns:a="http://schemas.openxmlformats.org/drawingml/2006/main">
              <a:ext uri="{FF2B5EF4-FFF2-40B4-BE49-F238E27FC236}">
                <a16:creationId xmlns:a16="http://schemas.microsoft.com/office/drawing/2014/main" id="{9F626891-2CF0-46C2-BE52-30E4E13A97F4}"/>
              </a:ext>
            </a:extLst>
          </p:cNvPr>
          <p:cNvSpPr>
            <a:spLocks xmlns:a="http://schemas.openxmlformats.org/drawingml/2006/main" noGrp="1"/>
          </p:cNvSpPr>
          <p:nvPr/>
        </p:nvSpPr>
        <p:spPr>
          <a:xfrm xmlns:a="http://schemas.openxmlformats.org/drawingml/2006/main">
            <a:off x="5299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3" name="g1458">
            <a:extLst xmlns:a="http://schemas.openxmlformats.org/drawingml/2006/main">
              <a:ext uri="{FF2B5EF4-FFF2-40B4-BE49-F238E27FC236}">
                <a16:creationId xmlns:a16="http://schemas.microsoft.com/office/drawing/2014/main" id="{BB68A126-281E-460D-A69A-7575A0B55628}"/>
              </a:ext>
            </a:extLst>
          </p:cNvPr>
          <p:cNvSpPr>
            <a:spLocks xmlns:a="http://schemas.openxmlformats.org/drawingml/2006/main" noGrp="1"/>
          </p:cNvSpPr>
          <p:nvPr/>
        </p:nvSpPr>
        <p:spPr>
          <a:xfrm xmlns:a="http://schemas.openxmlformats.org/drawingml/2006/main">
            <a:off x="5251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4" name="g1459">
            <a:extLst xmlns:a="http://schemas.openxmlformats.org/drawingml/2006/main">
              <a:ext uri="{FF2B5EF4-FFF2-40B4-BE49-F238E27FC236}">
                <a16:creationId xmlns:a16="http://schemas.microsoft.com/office/drawing/2014/main" id="{AA589B07-7D60-4F89-965F-98711F44B19B}"/>
              </a:ext>
            </a:extLst>
          </p:cNvPr>
          <p:cNvSpPr>
            <a:spLocks xmlns:a="http://schemas.openxmlformats.org/drawingml/2006/main" noGrp="1"/>
          </p:cNvSpPr>
          <p:nvPr/>
        </p:nvSpPr>
        <p:spPr>
          <a:xfrm xmlns:a="http://schemas.openxmlformats.org/drawingml/2006/main">
            <a:off x="5203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5" name="g1460">
            <a:extLst xmlns:a="http://schemas.openxmlformats.org/drawingml/2006/main">
              <a:ext uri="{FF2B5EF4-FFF2-40B4-BE49-F238E27FC236}">
                <a16:creationId xmlns:a16="http://schemas.microsoft.com/office/drawing/2014/main" id="{53F116E3-3E44-42E0-A157-4B370CB24331}"/>
              </a:ext>
            </a:extLst>
          </p:cNvPr>
          <p:cNvSpPr>
            <a:spLocks xmlns:a="http://schemas.openxmlformats.org/drawingml/2006/main" noGrp="1"/>
          </p:cNvSpPr>
          <p:nvPr/>
        </p:nvSpPr>
        <p:spPr>
          <a:xfrm xmlns:a="http://schemas.openxmlformats.org/drawingml/2006/main">
            <a:off x="5156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6" name="g1461">
            <a:extLst xmlns:a="http://schemas.openxmlformats.org/drawingml/2006/main">
              <a:ext uri="{FF2B5EF4-FFF2-40B4-BE49-F238E27FC236}">
                <a16:creationId xmlns:a16="http://schemas.microsoft.com/office/drawing/2014/main" id="{29834B3E-8E42-4EE8-B099-F46D8DF3DE4F}"/>
              </a:ext>
            </a:extLst>
          </p:cNvPr>
          <p:cNvSpPr>
            <a:spLocks xmlns:a="http://schemas.openxmlformats.org/drawingml/2006/main" noGrp="1"/>
          </p:cNvSpPr>
          <p:nvPr/>
        </p:nvSpPr>
        <p:spPr>
          <a:xfrm xmlns:a="http://schemas.openxmlformats.org/drawingml/2006/main">
            <a:off x="5108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7" name="g1462">
            <a:extLst xmlns:a="http://schemas.openxmlformats.org/drawingml/2006/main">
              <a:ext uri="{FF2B5EF4-FFF2-40B4-BE49-F238E27FC236}">
                <a16:creationId xmlns:a16="http://schemas.microsoft.com/office/drawing/2014/main" id="{0F008332-2893-4FB9-BE42-13AFDE8EB417}"/>
              </a:ext>
            </a:extLst>
          </p:cNvPr>
          <p:cNvSpPr>
            <a:spLocks xmlns:a="http://schemas.openxmlformats.org/drawingml/2006/main" noGrp="1"/>
          </p:cNvSpPr>
          <p:nvPr/>
        </p:nvSpPr>
        <p:spPr>
          <a:xfrm xmlns:a="http://schemas.openxmlformats.org/drawingml/2006/main">
            <a:off x="5061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8" name="g1463">
            <a:extLst xmlns:a="http://schemas.openxmlformats.org/drawingml/2006/main">
              <a:ext uri="{FF2B5EF4-FFF2-40B4-BE49-F238E27FC236}">
                <a16:creationId xmlns:a16="http://schemas.microsoft.com/office/drawing/2014/main" id="{04437FAC-1C42-48E2-9618-F335A4F9BCBF}"/>
              </a:ext>
            </a:extLst>
          </p:cNvPr>
          <p:cNvSpPr>
            <a:spLocks xmlns:a="http://schemas.openxmlformats.org/drawingml/2006/main" noGrp="1"/>
          </p:cNvSpPr>
          <p:nvPr/>
        </p:nvSpPr>
        <p:spPr>
          <a:xfrm xmlns:a="http://schemas.openxmlformats.org/drawingml/2006/main">
            <a:off x="5013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79" name="g1464">
            <a:extLst xmlns:a="http://schemas.openxmlformats.org/drawingml/2006/main">
              <a:ext uri="{FF2B5EF4-FFF2-40B4-BE49-F238E27FC236}">
                <a16:creationId xmlns:a16="http://schemas.microsoft.com/office/drawing/2014/main" id="{6CC0A5A5-4033-40B9-AFD2-929369CB160A}"/>
              </a:ext>
            </a:extLst>
          </p:cNvPr>
          <p:cNvSpPr>
            <a:spLocks xmlns:a="http://schemas.openxmlformats.org/drawingml/2006/main" noGrp="1"/>
          </p:cNvSpPr>
          <p:nvPr/>
        </p:nvSpPr>
        <p:spPr>
          <a:xfrm xmlns:a="http://schemas.openxmlformats.org/drawingml/2006/main">
            <a:off x="4965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0" name="g1465">
            <a:extLst xmlns:a="http://schemas.openxmlformats.org/drawingml/2006/main">
              <a:ext uri="{FF2B5EF4-FFF2-40B4-BE49-F238E27FC236}">
                <a16:creationId xmlns:a16="http://schemas.microsoft.com/office/drawing/2014/main" id="{5F2E0A41-38C0-47D4-A489-5BC076FE6CEB}"/>
              </a:ext>
            </a:extLst>
          </p:cNvPr>
          <p:cNvSpPr>
            <a:spLocks xmlns:a="http://schemas.openxmlformats.org/drawingml/2006/main" noGrp="1"/>
          </p:cNvSpPr>
          <p:nvPr/>
        </p:nvSpPr>
        <p:spPr>
          <a:xfrm xmlns:a="http://schemas.openxmlformats.org/drawingml/2006/main">
            <a:off x="49182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1" name="g1466">
            <a:extLst xmlns:a="http://schemas.openxmlformats.org/drawingml/2006/main">
              <a:ext uri="{FF2B5EF4-FFF2-40B4-BE49-F238E27FC236}">
                <a16:creationId xmlns:a16="http://schemas.microsoft.com/office/drawing/2014/main" id="{3E8E20A2-4516-4FB6-990A-81F4292772E8}"/>
              </a:ext>
            </a:extLst>
          </p:cNvPr>
          <p:cNvSpPr>
            <a:spLocks xmlns:a="http://schemas.openxmlformats.org/drawingml/2006/main" noGrp="1"/>
          </p:cNvSpPr>
          <p:nvPr/>
        </p:nvSpPr>
        <p:spPr>
          <a:xfrm xmlns:a="http://schemas.openxmlformats.org/drawingml/2006/main">
            <a:off x="48706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2" name="g1467">
            <a:extLst xmlns:a="http://schemas.openxmlformats.org/drawingml/2006/main">
              <a:ext uri="{FF2B5EF4-FFF2-40B4-BE49-F238E27FC236}">
                <a16:creationId xmlns:a16="http://schemas.microsoft.com/office/drawing/2014/main" id="{BF5DD2BC-056A-4357-8421-2014A32F9C8D}"/>
              </a:ext>
            </a:extLst>
          </p:cNvPr>
          <p:cNvSpPr>
            <a:spLocks xmlns:a="http://schemas.openxmlformats.org/drawingml/2006/main" noGrp="1"/>
          </p:cNvSpPr>
          <p:nvPr/>
        </p:nvSpPr>
        <p:spPr>
          <a:xfrm xmlns:a="http://schemas.openxmlformats.org/drawingml/2006/main">
            <a:off x="48229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3" name="g1468">
            <a:extLst xmlns:a="http://schemas.openxmlformats.org/drawingml/2006/main">
              <a:ext uri="{FF2B5EF4-FFF2-40B4-BE49-F238E27FC236}">
                <a16:creationId xmlns:a16="http://schemas.microsoft.com/office/drawing/2014/main" id="{2FE5EA58-DEAA-4837-B278-1F655BE4833E}"/>
              </a:ext>
            </a:extLst>
          </p:cNvPr>
          <p:cNvSpPr>
            <a:spLocks xmlns:a="http://schemas.openxmlformats.org/drawingml/2006/main" noGrp="1"/>
          </p:cNvSpPr>
          <p:nvPr/>
        </p:nvSpPr>
        <p:spPr>
          <a:xfrm xmlns:a="http://schemas.openxmlformats.org/drawingml/2006/main">
            <a:off x="47753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4" name="g1469">
            <a:extLst xmlns:a="http://schemas.openxmlformats.org/drawingml/2006/main">
              <a:ext uri="{FF2B5EF4-FFF2-40B4-BE49-F238E27FC236}">
                <a16:creationId xmlns:a16="http://schemas.microsoft.com/office/drawing/2014/main" id="{03F4A4D9-2ABF-4C38-909C-1E34A8814397}"/>
              </a:ext>
            </a:extLst>
          </p:cNvPr>
          <p:cNvSpPr>
            <a:spLocks xmlns:a="http://schemas.openxmlformats.org/drawingml/2006/main" noGrp="1"/>
          </p:cNvSpPr>
          <p:nvPr/>
        </p:nvSpPr>
        <p:spPr>
          <a:xfrm xmlns:a="http://schemas.openxmlformats.org/drawingml/2006/main">
            <a:off x="472773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5" name="g1470">
            <a:extLst xmlns:a="http://schemas.openxmlformats.org/drawingml/2006/main">
              <a:ext uri="{FF2B5EF4-FFF2-40B4-BE49-F238E27FC236}">
                <a16:creationId xmlns:a16="http://schemas.microsoft.com/office/drawing/2014/main" id="{090232C2-A454-42F1-A715-EB4C0B328875}"/>
              </a:ext>
            </a:extLst>
          </p:cNvPr>
          <p:cNvSpPr>
            <a:spLocks xmlns:a="http://schemas.openxmlformats.org/drawingml/2006/main" noGrp="1"/>
          </p:cNvSpPr>
          <p:nvPr/>
        </p:nvSpPr>
        <p:spPr>
          <a:xfrm xmlns:a="http://schemas.openxmlformats.org/drawingml/2006/main">
            <a:off x="468010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6" name="g1471">
            <a:extLst xmlns:a="http://schemas.openxmlformats.org/drawingml/2006/main">
              <a:ext uri="{FF2B5EF4-FFF2-40B4-BE49-F238E27FC236}">
                <a16:creationId xmlns:a16="http://schemas.microsoft.com/office/drawing/2014/main" id="{320390D9-19ED-4EF5-9C35-989A537A73AB}"/>
              </a:ext>
            </a:extLst>
          </p:cNvPr>
          <p:cNvSpPr>
            <a:spLocks xmlns:a="http://schemas.openxmlformats.org/drawingml/2006/main" noGrp="1"/>
          </p:cNvSpPr>
          <p:nvPr/>
        </p:nvSpPr>
        <p:spPr>
          <a:xfrm xmlns:a="http://schemas.openxmlformats.org/drawingml/2006/main">
            <a:off x="4632482"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7" name="g1472">
            <a:extLst xmlns:a="http://schemas.openxmlformats.org/drawingml/2006/main">
              <a:ext uri="{FF2B5EF4-FFF2-40B4-BE49-F238E27FC236}">
                <a16:creationId xmlns:a16="http://schemas.microsoft.com/office/drawing/2014/main" id="{AB3ADF07-90E2-4BDF-9E69-F1F6368B4DBB}"/>
              </a:ext>
            </a:extLst>
          </p:cNvPr>
          <p:cNvSpPr>
            <a:spLocks xmlns:a="http://schemas.openxmlformats.org/drawingml/2006/main" noGrp="1"/>
          </p:cNvSpPr>
          <p:nvPr/>
        </p:nvSpPr>
        <p:spPr>
          <a:xfrm xmlns:a="http://schemas.openxmlformats.org/drawingml/2006/main">
            <a:off x="4584857" y="5600700"/>
            <a:ext cx="28575" cy="953"/>
          </a:xfrm>
          <a:custGeom xmlns:a="http://schemas.openxmlformats.org/drawingml/2006/main">
            <a:pathLst>
              <a:path w="28575" h="953">
                <a:moveTo>
                  <a:pt x="28575" y="0"/>
                </a:moveTo>
                <a:lnTo>
                  <a:pt x="0" y="0"/>
                </a:lnTo>
              </a:path>
            </a:pathLst>
          </a:custGeom>
          <a:noFill xmlns:a="http://schemas.openxmlformats.org/drawingml/2006/main"/>
          <a:ln xmlns:a="http://schemas.openxmlformats.org/drawingml/2006/main" w="6668">
            <a:solidFill>
              <a:srgbClr val="9D9D9D"/>
            </a:solidFill>
          </a:ln>
        </p:spPr>
      </p:sp>
      <p:sp>
        <p:nvSpPr>
          <p:cNvPr id="1088" name="g1473">
            <a:extLst xmlns:a="http://schemas.openxmlformats.org/drawingml/2006/main">
              <a:ext uri="{FF2B5EF4-FFF2-40B4-BE49-F238E27FC236}">
                <a16:creationId xmlns:a16="http://schemas.microsoft.com/office/drawing/2014/main" id="{E235BD2B-9ECE-4B53-BA3E-73A1389F896A}"/>
              </a:ext>
            </a:extLst>
          </p:cNvPr>
          <p:cNvSpPr>
            <a:spLocks xmlns:a="http://schemas.openxmlformats.org/drawingml/2006/main" noGrp="1"/>
          </p:cNvSpPr>
          <p:nvPr/>
        </p:nvSpPr>
        <p:spPr>
          <a:xfrm xmlns:a="http://schemas.openxmlformats.org/drawingml/2006/main">
            <a:off x="4543602" y="5599584"/>
            <a:ext cx="22210" cy="953"/>
          </a:xfrm>
          <a:custGeom xmlns:a="http://schemas.openxmlformats.org/drawingml/2006/main">
            <a:pathLst>
              <a:path w="22210" h="953">
                <a:moveTo>
                  <a:pt x="22210" y="873"/>
                </a:moveTo>
                <a:lnTo>
                  <a:pt x="0" y="0"/>
                </a:lnTo>
              </a:path>
            </a:pathLst>
          </a:custGeom>
          <a:noFill xmlns:a="http://schemas.openxmlformats.org/drawingml/2006/main"/>
          <a:ln xmlns:a="http://schemas.openxmlformats.org/drawingml/2006/main" w="6668">
            <a:solidFill>
              <a:srgbClr val="9D9D9D"/>
            </a:solidFill>
          </a:ln>
        </p:spPr>
      </p:sp>
      <p:sp>
        <p:nvSpPr>
          <p:cNvPr id="1089" name="g1474">
            <a:extLst xmlns:a="http://schemas.openxmlformats.org/drawingml/2006/main">
              <a:ext uri="{FF2B5EF4-FFF2-40B4-BE49-F238E27FC236}">
                <a16:creationId xmlns:a16="http://schemas.microsoft.com/office/drawing/2014/main" id="{85F1575B-338E-42C7-9C23-643999E4307F}"/>
              </a:ext>
            </a:extLst>
          </p:cNvPr>
          <p:cNvSpPr>
            <a:spLocks xmlns:a="http://schemas.openxmlformats.org/drawingml/2006/main" noGrp="1"/>
          </p:cNvSpPr>
          <p:nvPr/>
        </p:nvSpPr>
        <p:spPr>
          <a:xfrm xmlns:a="http://schemas.openxmlformats.org/drawingml/2006/main">
            <a:off x="4537298" y="5598838"/>
            <a:ext cx="6304" cy="953"/>
          </a:xfrm>
          <a:custGeom xmlns:a="http://schemas.openxmlformats.org/drawingml/2006/main">
            <a:pathLst>
              <a:path w="6304" h="953">
                <a:moveTo>
                  <a:pt x="6304" y="746"/>
                </a:moveTo>
                <a:lnTo>
                  <a:pt x="0" y="0"/>
                </a:lnTo>
              </a:path>
            </a:pathLst>
          </a:custGeom>
          <a:noFill xmlns:a="http://schemas.openxmlformats.org/drawingml/2006/main"/>
          <a:ln xmlns:a="http://schemas.openxmlformats.org/drawingml/2006/main" w="6668">
            <a:solidFill>
              <a:srgbClr val="9D9D9D"/>
            </a:solidFill>
          </a:ln>
        </p:spPr>
      </p:sp>
      <p:sp>
        <p:nvSpPr>
          <p:cNvPr id="1090" name="g1475">
            <a:extLst xmlns:a="http://schemas.openxmlformats.org/drawingml/2006/main">
              <a:ext uri="{FF2B5EF4-FFF2-40B4-BE49-F238E27FC236}">
                <a16:creationId xmlns:a16="http://schemas.microsoft.com/office/drawing/2014/main" id="{7EE8CA96-D858-4AD6-9211-0EEF3F187B0A}"/>
              </a:ext>
            </a:extLst>
          </p:cNvPr>
          <p:cNvSpPr>
            <a:spLocks xmlns:a="http://schemas.openxmlformats.org/drawingml/2006/main" noGrp="1"/>
          </p:cNvSpPr>
          <p:nvPr/>
        </p:nvSpPr>
        <p:spPr>
          <a:xfrm xmlns:a="http://schemas.openxmlformats.org/drawingml/2006/main">
            <a:off x="4515379" y="5596244"/>
            <a:ext cx="3002" cy="953"/>
          </a:xfrm>
          <a:custGeom xmlns:a="http://schemas.openxmlformats.org/drawingml/2006/main">
            <a:pathLst>
              <a:path w="3002" h="953">
                <a:moveTo>
                  <a:pt x="3002" y="355"/>
                </a:moveTo>
                <a:lnTo>
                  <a:pt x="0" y="0"/>
                </a:lnTo>
              </a:path>
            </a:pathLst>
          </a:custGeom>
          <a:noFill xmlns:a="http://schemas.openxmlformats.org/drawingml/2006/main"/>
          <a:ln xmlns:a="http://schemas.openxmlformats.org/drawingml/2006/main" w="6668">
            <a:solidFill>
              <a:srgbClr val="9D9D9D"/>
            </a:solidFill>
          </a:ln>
        </p:spPr>
      </p:sp>
      <p:sp>
        <p:nvSpPr>
          <p:cNvPr id="1091" name="g1476">
            <a:extLst xmlns:a="http://schemas.openxmlformats.org/drawingml/2006/main">
              <a:ext uri="{FF2B5EF4-FFF2-40B4-BE49-F238E27FC236}">
                <a16:creationId xmlns:a16="http://schemas.microsoft.com/office/drawing/2014/main" id="{EFF54E60-ABC8-4B69-BA2D-AE0243151CE0}"/>
              </a:ext>
            </a:extLst>
          </p:cNvPr>
          <p:cNvSpPr>
            <a:spLocks xmlns:a="http://schemas.openxmlformats.org/drawingml/2006/main" noGrp="1"/>
          </p:cNvSpPr>
          <p:nvPr/>
        </p:nvSpPr>
        <p:spPr>
          <a:xfrm xmlns:a="http://schemas.openxmlformats.org/drawingml/2006/main">
            <a:off x="4490317" y="5591259"/>
            <a:ext cx="25061" cy="4985"/>
          </a:xfrm>
          <a:custGeom xmlns:a="http://schemas.openxmlformats.org/drawingml/2006/main">
            <a:pathLst>
              <a:path w="25061" h="4985">
                <a:moveTo>
                  <a:pt x="25061" y="4985"/>
                </a:moveTo>
                <a:lnTo>
                  <a:pt x="0" y="0"/>
                </a:lnTo>
              </a:path>
            </a:pathLst>
          </a:custGeom>
          <a:noFill xmlns:a="http://schemas.openxmlformats.org/drawingml/2006/main"/>
          <a:ln xmlns:a="http://schemas.openxmlformats.org/drawingml/2006/main" w="6668">
            <a:solidFill>
              <a:srgbClr val="9D9D9D"/>
            </a:solidFill>
          </a:ln>
        </p:spPr>
      </p:sp>
      <p:sp>
        <p:nvSpPr>
          <p:cNvPr id="1092" name="g1477">
            <a:extLst xmlns:a="http://schemas.openxmlformats.org/drawingml/2006/main">
              <a:ext uri="{FF2B5EF4-FFF2-40B4-BE49-F238E27FC236}">
                <a16:creationId xmlns:a16="http://schemas.microsoft.com/office/drawing/2014/main" id="{8664FA3B-3407-46F5-8F82-E216A02D3CEC}"/>
              </a:ext>
            </a:extLst>
          </p:cNvPr>
          <p:cNvSpPr>
            <a:spLocks xmlns:a="http://schemas.openxmlformats.org/drawingml/2006/main" noGrp="1"/>
          </p:cNvSpPr>
          <p:nvPr/>
        </p:nvSpPr>
        <p:spPr>
          <a:xfrm xmlns:a="http://schemas.openxmlformats.org/drawingml/2006/main">
            <a:off x="4460151" y="5582985"/>
            <a:ext cx="11778" cy="3322"/>
          </a:xfrm>
          <a:custGeom xmlns:a="http://schemas.openxmlformats.org/drawingml/2006/main">
            <a:pathLst>
              <a:path w="11778" h="3322">
                <a:moveTo>
                  <a:pt x="11778" y="3322"/>
                </a:moveTo>
                <a:lnTo>
                  <a:pt x="0" y="0"/>
                </a:lnTo>
              </a:path>
            </a:pathLst>
          </a:custGeom>
          <a:noFill xmlns:a="http://schemas.openxmlformats.org/drawingml/2006/main"/>
          <a:ln xmlns:a="http://schemas.openxmlformats.org/drawingml/2006/main" w="6668">
            <a:solidFill>
              <a:srgbClr val="9D9D9D"/>
            </a:solidFill>
          </a:ln>
        </p:spPr>
      </p:sp>
      <p:sp>
        <p:nvSpPr>
          <p:cNvPr id="1093" name="g1478">
            <a:extLst xmlns:a="http://schemas.openxmlformats.org/drawingml/2006/main">
              <a:ext uri="{FF2B5EF4-FFF2-40B4-BE49-F238E27FC236}">
                <a16:creationId xmlns:a16="http://schemas.microsoft.com/office/drawing/2014/main" id="{DAD8FB86-088D-420A-B0C8-A3AA66D91890}"/>
              </a:ext>
            </a:extLst>
          </p:cNvPr>
          <p:cNvSpPr>
            <a:spLocks xmlns:a="http://schemas.openxmlformats.org/drawingml/2006/main" noGrp="1"/>
          </p:cNvSpPr>
          <p:nvPr/>
        </p:nvSpPr>
        <p:spPr>
          <a:xfrm xmlns:a="http://schemas.openxmlformats.org/drawingml/2006/main">
            <a:off x="4444824" y="5577330"/>
            <a:ext cx="15327" cy="5655"/>
          </a:xfrm>
          <a:custGeom xmlns:a="http://schemas.openxmlformats.org/drawingml/2006/main">
            <a:pathLst>
              <a:path w="15327" h="5655">
                <a:moveTo>
                  <a:pt x="15327" y="5655"/>
                </a:moveTo>
                <a:lnTo>
                  <a:pt x="0" y="0"/>
                </a:lnTo>
              </a:path>
            </a:pathLst>
          </a:custGeom>
          <a:noFill xmlns:a="http://schemas.openxmlformats.org/drawingml/2006/main"/>
          <a:ln xmlns:a="http://schemas.openxmlformats.org/drawingml/2006/main" w="6668">
            <a:solidFill>
              <a:srgbClr val="9D9D9D"/>
            </a:solidFill>
          </a:ln>
        </p:spPr>
      </p:sp>
      <p:sp>
        <p:nvSpPr>
          <p:cNvPr id="1094" name="g1479">
            <a:extLst xmlns:a="http://schemas.openxmlformats.org/drawingml/2006/main">
              <a:ext uri="{FF2B5EF4-FFF2-40B4-BE49-F238E27FC236}">
                <a16:creationId xmlns:a16="http://schemas.microsoft.com/office/drawing/2014/main" id="{EEFAB9A1-F50F-4680-85E0-AB7DB8C4C67D}"/>
              </a:ext>
            </a:extLst>
          </p:cNvPr>
          <p:cNvSpPr>
            <a:spLocks xmlns:a="http://schemas.openxmlformats.org/drawingml/2006/main" noGrp="1"/>
          </p:cNvSpPr>
          <p:nvPr/>
        </p:nvSpPr>
        <p:spPr>
          <a:xfrm xmlns:a="http://schemas.openxmlformats.org/drawingml/2006/main">
            <a:off x="4407678" y="5561250"/>
            <a:ext cx="19483" cy="8982"/>
          </a:xfrm>
          <a:custGeom xmlns:a="http://schemas.openxmlformats.org/drawingml/2006/main">
            <a:pathLst>
              <a:path w="19483" h="8982">
                <a:moveTo>
                  <a:pt x="19483" y="8982"/>
                </a:moveTo>
                <a:lnTo>
                  <a:pt x="0" y="0"/>
                </a:lnTo>
              </a:path>
            </a:pathLst>
          </a:custGeom>
          <a:noFill xmlns:a="http://schemas.openxmlformats.org/drawingml/2006/main"/>
          <a:ln xmlns:a="http://schemas.openxmlformats.org/drawingml/2006/main" w="6668">
            <a:solidFill>
              <a:srgbClr val="9D9D9D"/>
            </a:solidFill>
          </a:ln>
        </p:spPr>
      </p:sp>
      <p:sp>
        <p:nvSpPr>
          <p:cNvPr id="1095" name="g1480">
            <a:extLst xmlns:a="http://schemas.openxmlformats.org/drawingml/2006/main">
              <a:ext uri="{FF2B5EF4-FFF2-40B4-BE49-F238E27FC236}">
                <a16:creationId xmlns:a16="http://schemas.microsoft.com/office/drawing/2014/main" id="{7C5C7A53-2DCE-4983-8BEF-B5547C7FA656}"/>
              </a:ext>
            </a:extLst>
          </p:cNvPr>
          <p:cNvSpPr>
            <a:spLocks xmlns:a="http://schemas.openxmlformats.org/drawingml/2006/main" noGrp="1"/>
          </p:cNvSpPr>
          <p:nvPr/>
        </p:nvSpPr>
        <p:spPr>
          <a:xfrm xmlns:a="http://schemas.openxmlformats.org/drawingml/2006/main">
            <a:off x="4401464" y="5557770"/>
            <a:ext cx="6214" cy="3480"/>
          </a:xfrm>
          <a:custGeom xmlns:a="http://schemas.openxmlformats.org/drawingml/2006/main">
            <a:pathLst>
              <a:path w="6214" h="3480">
                <a:moveTo>
                  <a:pt x="6214" y="3480"/>
                </a:moveTo>
                <a:lnTo>
                  <a:pt x="0" y="0"/>
                </a:lnTo>
              </a:path>
            </a:pathLst>
          </a:custGeom>
          <a:noFill xmlns:a="http://schemas.openxmlformats.org/drawingml/2006/main"/>
          <a:ln xmlns:a="http://schemas.openxmlformats.org/drawingml/2006/main" w="6668">
            <a:solidFill>
              <a:srgbClr val="9D9D9D"/>
            </a:solidFill>
          </a:ln>
        </p:spPr>
      </p:sp>
      <p:sp>
        <p:nvSpPr>
          <p:cNvPr id="1096" name="g1481">
            <a:extLst xmlns:a="http://schemas.openxmlformats.org/drawingml/2006/main">
              <a:ext uri="{FF2B5EF4-FFF2-40B4-BE49-F238E27FC236}">
                <a16:creationId xmlns:a16="http://schemas.microsoft.com/office/drawing/2014/main" id="{39431A62-3AAB-40E3-A2B7-74D6F4DB2E6F}"/>
              </a:ext>
            </a:extLst>
          </p:cNvPr>
          <p:cNvSpPr>
            <a:spLocks xmlns:a="http://schemas.openxmlformats.org/drawingml/2006/main" noGrp="1"/>
          </p:cNvSpPr>
          <p:nvPr/>
        </p:nvSpPr>
        <p:spPr>
          <a:xfrm xmlns:a="http://schemas.openxmlformats.org/drawingml/2006/main">
            <a:off x="4382882" y="5547363"/>
            <a:ext cx="1962" cy="1099"/>
          </a:xfrm>
          <a:custGeom xmlns:a="http://schemas.openxmlformats.org/drawingml/2006/main">
            <a:pathLst>
              <a:path w="1962" h="1099">
                <a:moveTo>
                  <a:pt x="1962" y="1099"/>
                </a:moveTo>
                <a:lnTo>
                  <a:pt x="0" y="0"/>
                </a:lnTo>
              </a:path>
            </a:pathLst>
          </a:custGeom>
          <a:noFill xmlns:a="http://schemas.openxmlformats.org/drawingml/2006/main"/>
          <a:ln xmlns:a="http://schemas.openxmlformats.org/drawingml/2006/main" w="6668">
            <a:solidFill>
              <a:srgbClr val="9D9D9D"/>
            </a:solidFill>
          </a:ln>
        </p:spPr>
      </p:sp>
      <p:sp>
        <p:nvSpPr>
          <p:cNvPr id="1097" name="g1482">
            <a:extLst xmlns:a="http://schemas.openxmlformats.org/drawingml/2006/main">
              <a:ext uri="{FF2B5EF4-FFF2-40B4-BE49-F238E27FC236}">
                <a16:creationId xmlns:a16="http://schemas.microsoft.com/office/drawing/2014/main" id="{8CAB86C4-FCF4-40F7-A874-37892D855F16}"/>
              </a:ext>
            </a:extLst>
          </p:cNvPr>
          <p:cNvSpPr>
            <a:spLocks xmlns:a="http://schemas.openxmlformats.org/drawingml/2006/main" noGrp="1"/>
          </p:cNvSpPr>
          <p:nvPr/>
        </p:nvSpPr>
        <p:spPr>
          <a:xfrm xmlns:a="http://schemas.openxmlformats.org/drawingml/2006/main">
            <a:off x="4360992" y="5532737"/>
            <a:ext cx="21890" cy="14626"/>
          </a:xfrm>
          <a:custGeom xmlns:a="http://schemas.openxmlformats.org/drawingml/2006/main">
            <a:pathLst>
              <a:path w="21890" h="14626">
                <a:moveTo>
                  <a:pt x="21890" y="14626"/>
                </a:moveTo>
                <a:lnTo>
                  <a:pt x="0" y="0"/>
                </a:lnTo>
              </a:path>
            </a:pathLst>
          </a:custGeom>
          <a:noFill xmlns:a="http://schemas.openxmlformats.org/drawingml/2006/main"/>
          <a:ln xmlns:a="http://schemas.openxmlformats.org/drawingml/2006/main" w="6668">
            <a:solidFill>
              <a:srgbClr val="9D9D9D"/>
            </a:solidFill>
          </a:ln>
        </p:spPr>
      </p:sp>
      <p:sp>
        <p:nvSpPr>
          <p:cNvPr id="1098" name="g1483">
            <a:extLst xmlns:a="http://schemas.openxmlformats.org/drawingml/2006/main">
              <a:ext uri="{FF2B5EF4-FFF2-40B4-BE49-F238E27FC236}">
                <a16:creationId xmlns:a16="http://schemas.microsoft.com/office/drawing/2014/main" id="{7CF96CB9-7771-408F-A1F4-B33DFF9C1978}"/>
              </a:ext>
            </a:extLst>
          </p:cNvPr>
          <p:cNvSpPr>
            <a:spLocks xmlns:a="http://schemas.openxmlformats.org/drawingml/2006/main" noGrp="1"/>
          </p:cNvSpPr>
          <p:nvPr/>
        </p:nvSpPr>
        <p:spPr>
          <a:xfrm xmlns:a="http://schemas.openxmlformats.org/drawingml/2006/main">
            <a:off x="4336932" y="5513979"/>
            <a:ext cx="9003" cy="7097"/>
          </a:xfrm>
          <a:custGeom xmlns:a="http://schemas.openxmlformats.org/drawingml/2006/main">
            <a:pathLst>
              <a:path w="9003" h="7097">
                <a:moveTo>
                  <a:pt x="9003" y="7097"/>
                </a:moveTo>
                <a:lnTo>
                  <a:pt x="0" y="0"/>
                </a:lnTo>
              </a:path>
            </a:pathLst>
          </a:custGeom>
          <a:noFill xmlns:a="http://schemas.openxmlformats.org/drawingml/2006/main"/>
          <a:ln xmlns:a="http://schemas.openxmlformats.org/drawingml/2006/main" w="6668">
            <a:solidFill>
              <a:srgbClr val="9D9D9D"/>
            </a:solidFill>
          </a:ln>
        </p:spPr>
      </p:sp>
      <p:sp>
        <p:nvSpPr>
          <p:cNvPr id="1099" name="g1484">
            <a:extLst xmlns:a="http://schemas.openxmlformats.org/drawingml/2006/main">
              <a:ext uri="{FF2B5EF4-FFF2-40B4-BE49-F238E27FC236}">
                <a16:creationId xmlns:a16="http://schemas.microsoft.com/office/drawing/2014/main" id="{D8F54291-2B84-48BC-9807-FFB6A2B3C34F}"/>
              </a:ext>
            </a:extLst>
          </p:cNvPr>
          <p:cNvSpPr>
            <a:spLocks xmlns:a="http://schemas.openxmlformats.org/drawingml/2006/main" noGrp="1"/>
          </p:cNvSpPr>
          <p:nvPr/>
        </p:nvSpPr>
        <p:spPr>
          <a:xfrm xmlns:a="http://schemas.openxmlformats.org/drawingml/2006/main">
            <a:off x="4324367" y="5502364"/>
            <a:ext cx="12565" cy="11615"/>
          </a:xfrm>
          <a:custGeom xmlns:a="http://schemas.openxmlformats.org/drawingml/2006/main">
            <a:pathLst>
              <a:path w="12565" h="11615">
                <a:moveTo>
                  <a:pt x="12565" y="11615"/>
                </a:moveTo>
                <a:lnTo>
                  <a:pt x="0" y="0"/>
                </a:lnTo>
              </a:path>
            </a:pathLst>
          </a:custGeom>
          <a:noFill xmlns:a="http://schemas.openxmlformats.org/drawingml/2006/main"/>
          <a:ln xmlns:a="http://schemas.openxmlformats.org/drawingml/2006/main" w="6668">
            <a:solidFill>
              <a:srgbClr val="9D9D9D"/>
            </a:solidFill>
          </a:ln>
        </p:spPr>
      </p:sp>
      <p:sp>
        <p:nvSpPr>
          <p:cNvPr id="1100" name="g1485">
            <a:extLst xmlns:a="http://schemas.openxmlformats.org/drawingml/2006/main">
              <a:ext uri="{FF2B5EF4-FFF2-40B4-BE49-F238E27FC236}">
                <a16:creationId xmlns:a16="http://schemas.microsoft.com/office/drawing/2014/main" id="{6E88D96A-0CB9-457C-A0B7-2A8620256564}"/>
              </a:ext>
            </a:extLst>
          </p:cNvPr>
          <p:cNvSpPr>
            <a:spLocks xmlns:a="http://schemas.openxmlformats.org/drawingml/2006/main" noGrp="1"/>
          </p:cNvSpPr>
          <p:nvPr/>
        </p:nvSpPr>
        <p:spPr>
          <a:xfrm xmlns:a="http://schemas.openxmlformats.org/drawingml/2006/main">
            <a:off x="4296771" y="5473818"/>
            <a:ext cx="14037" cy="15185"/>
          </a:xfrm>
          <a:custGeom xmlns:a="http://schemas.openxmlformats.org/drawingml/2006/main">
            <a:pathLst>
              <a:path w="14037" h="15185">
                <a:moveTo>
                  <a:pt x="14037" y="15185"/>
                </a:moveTo>
                <a:lnTo>
                  <a:pt x="0" y="0"/>
                </a:lnTo>
              </a:path>
            </a:pathLst>
          </a:custGeom>
          <a:noFill xmlns:a="http://schemas.openxmlformats.org/drawingml/2006/main"/>
          <a:ln xmlns:a="http://schemas.openxmlformats.org/drawingml/2006/main" w="6668">
            <a:solidFill>
              <a:srgbClr val="9D9D9D"/>
            </a:solidFill>
          </a:ln>
        </p:spPr>
      </p:sp>
      <p:sp>
        <p:nvSpPr>
          <p:cNvPr id="1101" name="g1486">
            <a:extLst xmlns:a="http://schemas.openxmlformats.org/drawingml/2006/main">
              <a:ext uri="{FF2B5EF4-FFF2-40B4-BE49-F238E27FC236}">
                <a16:creationId xmlns:a16="http://schemas.microsoft.com/office/drawing/2014/main" id="{0A0D816D-3B44-4A5D-8D5D-D57ED5A75C39}"/>
              </a:ext>
            </a:extLst>
          </p:cNvPr>
          <p:cNvSpPr>
            <a:spLocks xmlns:a="http://schemas.openxmlformats.org/drawingml/2006/main" noGrp="1"/>
          </p:cNvSpPr>
          <p:nvPr/>
        </p:nvSpPr>
        <p:spPr>
          <a:xfrm xmlns:a="http://schemas.openxmlformats.org/drawingml/2006/main">
            <a:off x="4291883" y="5467617"/>
            <a:ext cx="4888" cy="6201"/>
          </a:xfrm>
          <a:custGeom xmlns:a="http://schemas.openxmlformats.org/drawingml/2006/main">
            <a:pathLst>
              <a:path w="4888" h="6201">
                <a:moveTo>
                  <a:pt x="4888" y="6201"/>
                </a:moveTo>
                <a:lnTo>
                  <a:pt x="0" y="0"/>
                </a:lnTo>
              </a:path>
            </a:pathLst>
          </a:custGeom>
          <a:noFill xmlns:a="http://schemas.openxmlformats.org/drawingml/2006/main"/>
          <a:ln xmlns:a="http://schemas.openxmlformats.org/drawingml/2006/main" w="6668">
            <a:solidFill>
              <a:srgbClr val="9D9D9D"/>
            </a:solidFill>
          </a:ln>
        </p:spPr>
      </p:sp>
      <p:sp>
        <p:nvSpPr>
          <p:cNvPr id="1102" name="g1487">
            <a:extLst xmlns:a="http://schemas.openxmlformats.org/drawingml/2006/main">
              <a:ext uri="{FF2B5EF4-FFF2-40B4-BE49-F238E27FC236}">
                <a16:creationId xmlns:a16="http://schemas.microsoft.com/office/drawing/2014/main" id="{DFAA5E39-9B47-49DC-96FD-A9FECF11B4AC}"/>
              </a:ext>
            </a:extLst>
          </p:cNvPr>
          <p:cNvSpPr>
            <a:spLocks xmlns:a="http://schemas.openxmlformats.org/drawingml/2006/main" noGrp="1"/>
          </p:cNvSpPr>
          <p:nvPr/>
        </p:nvSpPr>
        <p:spPr>
          <a:xfrm xmlns:a="http://schemas.openxmlformats.org/drawingml/2006/main">
            <a:off x="4279176" y="5451499"/>
            <a:ext cx="953" cy="1158"/>
          </a:xfrm>
          <a:custGeom xmlns:a="http://schemas.openxmlformats.org/drawingml/2006/main">
            <a:pathLst>
              <a:path w="953" h="1158">
                <a:moveTo>
                  <a:pt x="913" y="1158"/>
                </a:moveTo>
                <a:lnTo>
                  <a:pt x="0" y="0"/>
                </a:lnTo>
              </a:path>
            </a:pathLst>
          </a:custGeom>
          <a:noFill xmlns:a="http://schemas.openxmlformats.org/drawingml/2006/main"/>
          <a:ln xmlns:a="http://schemas.openxmlformats.org/drawingml/2006/main" w="6668">
            <a:solidFill>
              <a:srgbClr val="9D9D9D"/>
            </a:solidFill>
          </a:ln>
        </p:spPr>
      </p:sp>
      <p:sp>
        <p:nvSpPr>
          <p:cNvPr id="1103" name="g1488">
            <a:extLst xmlns:a="http://schemas.openxmlformats.org/drawingml/2006/main">
              <a:ext uri="{FF2B5EF4-FFF2-40B4-BE49-F238E27FC236}">
                <a16:creationId xmlns:a16="http://schemas.microsoft.com/office/drawing/2014/main" id="{1EC5299B-C886-4B65-9E9F-2BFBF1AAE7D6}"/>
              </a:ext>
            </a:extLst>
          </p:cNvPr>
          <p:cNvSpPr>
            <a:spLocks xmlns:a="http://schemas.openxmlformats.org/drawingml/2006/main" noGrp="1"/>
          </p:cNvSpPr>
          <p:nvPr/>
        </p:nvSpPr>
        <p:spPr>
          <a:xfrm xmlns:a="http://schemas.openxmlformats.org/drawingml/2006/main">
            <a:off x="4264120" y="5428966"/>
            <a:ext cx="15056" cy="22533"/>
          </a:xfrm>
          <a:custGeom xmlns:a="http://schemas.openxmlformats.org/drawingml/2006/main">
            <a:pathLst>
              <a:path w="15056" h="22533">
                <a:moveTo>
                  <a:pt x="15056" y="22533"/>
                </a:moveTo>
                <a:lnTo>
                  <a:pt x="0" y="0"/>
                </a:lnTo>
              </a:path>
            </a:pathLst>
          </a:custGeom>
          <a:noFill xmlns:a="http://schemas.openxmlformats.org/drawingml/2006/main"/>
          <a:ln xmlns:a="http://schemas.openxmlformats.org/drawingml/2006/main" w="6668">
            <a:solidFill>
              <a:srgbClr val="9D9D9D"/>
            </a:solidFill>
          </a:ln>
        </p:spPr>
      </p:sp>
      <p:sp>
        <p:nvSpPr>
          <p:cNvPr id="1104" name="g1489">
            <a:extLst xmlns:a="http://schemas.openxmlformats.org/drawingml/2006/main">
              <a:ext uri="{FF2B5EF4-FFF2-40B4-BE49-F238E27FC236}">
                <a16:creationId xmlns:a16="http://schemas.microsoft.com/office/drawing/2014/main" id="{1CCC4FA5-18E0-4009-A84C-05275CFDAB85}"/>
              </a:ext>
            </a:extLst>
          </p:cNvPr>
          <p:cNvSpPr>
            <a:spLocks xmlns:a="http://schemas.openxmlformats.org/drawingml/2006/main" noGrp="1"/>
          </p:cNvSpPr>
          <p:nvPr/>
        </p:nvSpPr>
        <p:spPr>
          <a:xfrm xmlns:a="http://schemas.openxmlformats.org/drawingml/2006/main">
            <a:off x="4249500" y="5403072"/>
            <a:ext cx="5223" cy="9327"/>
          </a:xfrm>
          <a:custGeom xmlns:a="http://schemas.openxmlformats.org/drawingml/2006/main">
            <a:pathLst>
              <a:path w="5223" h="9327">
                <a:moveTo>
                  <a:pt x="5223" y="9327"/>
                </a:moveTo>
                <a:lnTo>
                  <a:pt x="0" y="0"/>
                </a:lnTo>
              </a:path>
            </a:pathLst>
          </a:custGeom>
          <a:noFill xmlns:a="http://schemas.openxmlformats.org/drawingml/2006/main"/>
          <a:ln xmlns:a="http://schemas.openxmlformats.org/drawingml/2006/main" w="6668">
            <a:solidFill>
              <a:srgbClr val="9D9D9D"/>
            </a:solidFill>
          </a:ln>
        </p:spPr>
      </p:sp>
      <p:sp>
        <p:nvSpPr>
          <p:cNvPr id="1105" name="g1490">
            <a:extLst xmlns:a="http://schemas.openxmlformats.org/drawingml/2006/main">
              <a:ext uri="{FF2B5EF4-FFF2-40B4-BE49-F238E27FC236}">
                <a16:creationId xmlns:a16="http://schemas.microsoft.com/office/drawing/2014/main" id="{0A1986DF-BC10-4FC4-98D1-BB818F57B245}"/>
              </a:ext>
            </a:extLst>
          </p:cNvPr>
          <p:cNvSpPr>
            <a:spLocks xmlns:a="http://schemas.openxmlformats.org/drawingml/2006/main" noGrp="1"/>
          </p:cNvSpPr>
          <p:nvPr/>
        </p:nvSpPr>
        <p:spPr>
          <a:xfrm xmlns:a="http://schemas.openxmlformats.org/drawingml/2006/main">
            <a:off x="4242012" y="5386829"/>
            <a:ext cx="7488" cy="16242"/>
          </a:xfrm>
          <a:custGeom xmlns:a="http://schemas.openxmlformats.org/drawingml/2006/main">
            <a:pathLst>
              <a:path w="7488" h="16242">
                <a:moveTo>
                  <a:pt x="7488" y="16242"/>
                </a:moveTo>
                <a:lnTo>
                  <a:pt x="0" y="0"/>
                </a:lnTo>
              </a:path>
            </a:pathLst>
          </a:custGeom>
          <a:noFill xmlns:a="http://schemas.openxmlformats.org/drawingml/2006/main"/>
          <a:ln xmlns:a="http://schemas.openxmlformats.org/drawingml/2006/main" w="6668">
            <a:solidFill>
              <a:srgbClr val="9D9D9D"/>
            </a:solidFill>
          </a:ln>
        </p:spPr>
      </p:sp>
      <p:sp>
        <p:nvSpPr>
          <p:cNvPr id="1106" name="g1491">
            <a:extLst xmlns:a="http://schemas.openxmlformats.org/drawingml/2006/main">
              <a:ext uri="{FF2B5EF4-FFF2-40B4-BE49-F238E27FC236}">
                <a16:creationId xmlns:a16="http://schemas.microsoft.com/office/drawing/2014/main" id="{54143476-2617-4293-A3B8-D4DD97524983}"/>
              </a:ext>
            </a:extLst>
          </p:cNvPr>
          <p:cNvSpPr>
            <a:spLocks xmlns:a="http://schemas.openxmlformats.org/drawingml/2006/main" noGrp="1"/>
          </p:cNvSpPr>
          <p:nvPr/>
        </p:nvSpPr>
        <p:spPr>
          <a:xfrm xmlns:a="http://schemas.openxmlformats.org/drawingml/2006/main">
            <a:off x="4227765" y="5350599"/>
            <a:ext cx="6889" cy="18675"/>
          </a:xfrm>
          <a:custGeom xmlns:a="http://schemas.openxmlformats.org/drawingml/2006/main">
            <a:pathLst>
              <a:path w="6889" h="18675">
                <a:moveTo>
                  <a:pt x="6889" y="18675"/>
                </a:moveTo>
                <a:lnTo>
                  <a:pt x="0" y="0"/>
                </a:lnTo>
              </a:path>
            </a:pathLst>
          </a:custGeom>
          <a:noFill xmlns:a="http://schemas.openxmlformats.org/drawingml/2006/main"/>
          <a:ln xmlns:a="http://schemas.openxmlformats.org/drawingml/2006/main" w="6668">
            <a:solidFill>
              <a:srgbClr val="9D9D9D"/>
            </a:solidFill>
          </a:ln>
        </p:spPr>
      </p:sp>
      <p:sp>
        <p:nvSpPr>
          <p:cNvPr id="1107" name="g1492">
            <a:extLst xmlns:a="http://schemas.openxmlformats.org/drawingml/2006/main">
              <a:ext uri="{FF2B5EF4-FFF2-40B4-BE49-F238E27FC236}">
                <a16:creationId xmlns:a16="http://schemas.microsoft.com/office/drawing/2014/main" id="{A99EFA9C-84D2-4A94-B887-77B186ECC8E6}"/>
              </a:ext>
            </a:extLst>
          </p:cNvPr>
          <p:cNvSpPr>
            <a:spLocks xmlns:a="http://schemas.openxmlformats.org/drawingml/2006/main" noGrp="1"/>
          </p:cNvSpPr>
          <p:nvPr/>
        </p:nvSpPr>
        <p:spPr>
          <a:xfrm xmlns:a="http://schemas.openxmlformats.org/drawingml/2006/main">
            <a:off x="4225412" y="5342254"/>
            <a:ext cx="2353" cy="8344"/>
          </a:xfrm>
          <a:custGeom xmlns:a="http://schemas.openxmlformats.org/drawingml/2006/main">
            <a:pathLst>
              <a:path w="2353" h="8344">
                <a:moveTo>
                  <a:pt x="2353" y="8344"/>
                </a:moveTo>
                <a:lnTo>
                  <a:pt x="0" y="0"/>
                </a:lnTo>
              </a:path>
            </a:pathLst>
          </a:custGeom>
          <a:noFill xmlns:a="http://schemas.openxmlformats.org/drawingml/2006/main"/>
          <a:ln xmlns:a="http://schemas.openxmlformats.org/drawingml/2006/main" w="6668">
            <a:solidFill>
              <a:srgbClr val="9D9D9D"/>
            </a:solidFill>
          </a:ln>
        </p:spPr>
      </p:sp>
      <p:sp>
        <p:nvSpPr>
          <p:cNvPr id="1108" name="g1493">
            <a:extLst xmlns:a="http://schemas.openxmlformats.org/drawingml/2006/main">
              <a:ext uri="{FF2B5EF4-FFF2-40B4-BE49-F238E27FC236}">
                <a16:creationId xmlns:a16="http://schemas.microsoft.com/office/drawing/2014/main" id="{5195BB3E-4715-4D6A-97B9-AF43FDBCC381}"/>
              </a:ext>
            </a:extLst>
          </p:cNvPr>
          <p:cNvSpPr>
            <a:spLocks xmlns:a="http://schemas.openxmlformats.org/drawingml/2006/main" noGrp="1"/>
          </p:cNvSpPr>
          <p:nvPr/>
        </p:nvSpPr>
        <p:spPr>
          <a:xfrm xmlns:a="http://schemas.openxmlformats.org/drawingml/2006/main">
            <a:off x="4220051" y="5323246"/>
            <a:ext cx="953" cy="953"/>
          </a:xfrm>
          <a:custGeom xmlns:a="http://schemas.openxmlformats.org/drawingml/2006/main">
            <a:pathLst>
              <a:path w="953" h="953">
                <a:moveTo>
                  <a:pt x="190" y="674"/>
                </a:moveTo>
                <a:lnTo>
                  <a:pt x="0" y="0"/>
                </a:lnTo>
              </a:path>
            </a:pathLst>
          </a:custGeom>
          <a:noFill xmlns:a="http://schemas.openxmlformats.org/drawingml/2006/main"/>
          <a:ln xmlns:a="http://schemas.openxmlformats.org/drawingml/2006/main" w="6668">
            <a:solidFill>
              <a:srgbClr val="9D9D9D"/>
            </a:solidFill>
          </a:ln>
        </p:spPr>
      </p:sp>
      <p:sp>
        <p:nvSpPr>
          <p:cNvPr id="1109" name="g1494">
            <a:extLst xmlns:a="http://schemas.openxmlformats.org/drawingml/2006/main">
              <a:ext uri="{FF2B5EF4-FFF2-40B4-BE49-F238E27FC236}">
                <a16:creationId xmlns:a16="http://schemas.microsoft.com/office/drawing/2014/main" id="{46688DB2-91E2-43FF-9C0C-61072010D898}"/>
              </a:ext>
            </a:extLst>
          </p:cNvPr>
          <p:cNvSpPr>
            <a:spLocks xmlns:a="http://schemas.openxmlformats.org/drawingml/2006/main" noGrp="1"/>
          </p:cNvSpPr>
          <p:nvPr/>
        </p:nvSpPr>
        <p:spPr>
          <a:xfrm xmlns:a="http://schemas.openxmlformats.org/drawingml/2006/main">
            <a:off x="4214613" y="5295906"/>
            <a:ext cx="5438" cy="27339"/>
          </a:xfrm>
          <a:custGeom xmlns:a="http://schemas.openxmlformats.org/drawingml/2006/main">
            <a:pathLst>
              <a:path w="5438" h="27339">
                <a:moveTo>
                  <a:pt x="5438" y="27339"/>
                </a:moveTo>
                <a:lnTo>
                  <a:pt x="0" y="0"/>
                </a:lnTo>
              </a:path>
            </a:pathLst>
          </a:custGeom>
          <a:noFill xmlns:a="http://schemas.openxmlformats.org/drawingml/2006/main"/>
          <a:ln xmlns:a="http://schemas.openxmlformats.org/drawingml/2006/main" w="6668">
            <a:solidFill>
              <a:srgbClr val="9D9D9D"/>
            </a:solidFill>
          </a:ln>
        </p:spPr>
      </p:sp>
      <p:sp>
        <p:nvSpPr>
          <p:cNvPr id="1110" name="g1495">
            <a:extLst xmlns:a="http://schemas.openxmlformats.org/drawingml/2006/main">
              <a:ext uri="{FF2B5EF4-FFF2-40B4-BE49-F238E27FC236}">
                <a16:creationId xmlns:a16="http://schemas.microsoft.com/office/drawing/2014/main" id="{70F706E2-412F-498D-9057-5D53776ECE71}"/>
              </a:ext>
            </a:extLst>
          </p:cNvPr>
          <p:cNvSpPr>
            <a:spLocks xmlns:a="http://schemas.openxmlformats.org/drawingml/2006/main" noGrp="1"/>
          </p:cNvSpPr>
          <p:nvPr/>
        </p:nvSpPr>
        <p:spPr>
          <a:xfrm xmlns:a="http://schemas.openxmlformats.org/drawingml/2006/main">
            <a:off x="4211166" y="5267148"/>
            <a:ext cx="1165" cy="9847"/>
          </a:xfrm>
          <a:custGeom xmlns:a="http://schemas.openxmlformats.org/drawingml/2006/main">
            <a:pathLst>
              <a:path w="1165" h="9847">
                <a:moveTo>
                  <a:pt x="1165" y="9847"/>
                </a:moveTo>
                <a:lnTo>
                  <a:pt x="0" y="0"/>
                </a:lnTo>
              </a:path>
            </a:pathLst>
          </a:custGeom>
          <a:noFill xmlns:a="http://schemas.openxmlformats.org/drawingml/2006/main"/>
          <a:ln xmlns:a="http://schemas.openxmlformats.org/drawingml/2006/main" w="6668">
            <a:solidFill>
              <a:srgbClr val="9D9D9D"/>
            </a:solidFill>
          </a:ln>
        </p:spPr>
      </p:sp>
      <p:sp>
        <p:nvSpPr>
          <p:cNvPr id="1111" name="g1496">
            <a:extLst xmlns:a="http://schemas.openxmlformats.org/drawingml/2006/main">
              <a:ext uri="{FF2B5EF4-FFF2-40B4-BE49-F238E27FC236}">
                <a16:creationId xmlns:a16="http://schemas.microsoft.com/office/drawing/2014/main" id="{9276B064-08E7-4875-A415-F40B9472DC78}"/>
              </a:ext>
            </a:extLst>
          </p:cNvPr>
          <p:cNvSpPr>
            <a:spLocks xmlns:a="http://schemas.openxmlformats.org/drawingml/2006/main" noGrp="1"/>
          </p:cNvSpPr>
          <p:nvPr/>
        </p:nvSpPr>
        <p:spPr>
          <a:xfrm xmlns:a="http://schemas.openxmlformats.org/drawingml/2006/main">
            <a:off x="4210433" y="5248503"/>
            <a:ext cx="953" cy="18645"/>
          </a:xfrm>
          <a:custGeom xmlns:a="http://schemas.openxmlformats.org/drawingml/2006/main">
            <a:pathLst>
              <a:path w="953" h="18645">
                <a:moveTo>
                  <a:pt x="733" y="18645"/>
                </a:moveTo>
                <a:lnTo>
                  <a:pt x="0" y="0"/>
                </a:lnTo>
              </a:path>
            </a:pathLst>
          </a:custGeom>
          <a:noFill xmlns:a="http://schemas.openxmlformats.org/drawingml/2006/main"/>
          <a:ln xmlns:a="http://schemas.openxmlformats.org/drawingml/2006/main" w="6668">
            <a:solidFill>
              <a:srgbClr val="9D9D9D"/>
            </a:solidFill>
          </a:ln>
        </p:spPr>
      </p:sp>
      <p:sp>
        <p:nvSpPr>
          <p:cNvPr id="1112" name="g1497">
            <a:extLst xmlns:a="http://schemas.openxmlformats.org/drawingml/2006/main">
              <a:ext uri="{FF2B5EF4-FFF2-40B4-BE49-F238E27FC236}">
                <a16:creationId xmlns:a16="http://schemas.microsoft.com/office/drawing/2014/main" id="{16C648F8-BE71-4F83-8A2A-95D20102974C}"/>
              </a:ext>
            </a:extLst>
          </p:cNvPr>
          <p:cNvSpPr>
            <a:spLocks xmlns:a="http://schemas.openxmlformats.org/drawingml/2006/main" noGrp="1"/>
          </p:cNvSpPr>
          <p:nvPr/>
        </p:nvSpPr>
        <p:spPr>
          <a:xfrm xmlns:a="http://schemas.openxmlformats.org/drawingml/2006/main">
            <a:off x="4210050" y="52008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13" name="g1498">
            <a:extLst xmlns:a="http://schemas.openxmlformats.org/drawingml/2006/main">
              <a:ext uri="{FF2B5EF4-FFF2-40B4-BE49-F238E27FC236}">
                <a16:creationId xmlns:a16="http://schemas.microsoft.com/office/drawing/2014/main" id="{0A406464-7D29-4B88-9D86-A724DE2050CA}"/>
              </a:ext>
            </a:extLst>
          </p:cNvPr>
          <p:cNvSpPr>
            <a:spLocks xmlns:a="http://schemas.openxmlformats.org/drawingml/2006/main" noGrp="1"/>
          </p:cNvSpPr>
          <p:nvPr/>
        </p:nvSpPr>
        <p:spPr>
          <a:xfrm xmlns:a="http://schemas.openxmlformats.org/drawingml/2006/main">
            <a:off x="4210050" y="51532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14" name="g1499">
            <a:extLst xmlns:a="http://schemas.openxmlformats.org/drawingml/2006/main">
              <a:ext uri="{FF2B5EF4-FFF2-40B4-BE49-F238E27FC236}">
                <a16:creationId xmlns:a16="http://schemas.microsoft.com/office/drawing/2014/main" id="{21749D9F-0169-414B-825C-B49D9667D430}"/>
              </a:ext>
            </a:extLst>
          </p:cNvPr>
          <p:cNvSpPr>
            <a:spLocks xmlns:a="http://schemas.openxmlformats.org/drawingml/2006/main" noGrp="1"/>
          </p:cNvSpPr>
          <p:nvPr/>
        </p:nvSpPr>
        <p:spPr>
          <a:xfrm xmlns:a="http://schemas.openxmlformats.org/drawingml/2006/main">
            <a:off x="4210050" y="51056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15" name="g1500">
            <a:extLst xmlns:a="http://schemas.openxmlformats.org/drawingml/2006/main">
              <a:ext uri="{FF2B5EF4-FFF2-40B4-BE49-F238E27FC236}">
                <a16:creationId xmlns:a16="http://schemas.microsoft.com/office/drawing/2014/main" id="{A42E31D1-6CFA-4763-BBED-B0E37A638941}"/>
              </a:ext>
            </a:extLst>
          </p:cNvPr>
          <p:cNvSpPr>
            <a:spLocks xmlns:a="http://schemas.openxmlformats.org/drawingml/2006/main" noGrp="1"/>
          </p:cNvSpPr>
          <p:nvPr/>
        </p:nvSpPr>
        <p:spPr>
          <a:xfrm xmlns:a="http://schemas.openxmlformats.org/drawingml/2006/main">
            <a:off x="4210050" y="50580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16" name="g1501">
            <a:extLst xmlns:a="http://schemas.openxmlformats.org/drawingml/2006/main">
              <a:ext uri="{FF2B5EF4-FFF2-40B4-BE49-F238E27FC236}">
                <a16:creationId xmlns:a16="http://schemas.microsoft.com/office/drawing/2014/main" id="{307128D5-949C-4205-86FA-1D6FAE5E4CE5}"/>
              </a:ext>
            </a:extLst>
          </p:cNvPr>
          <p:cNvSpPr>
            <a:spLocks xmlns:a="http://schemas.openxmlformats.org/drawingml/2006/main" noGrp="1"/>
          </p:cNvSpPr>
          <p:nvPr/>
        </p:nvSpPr>
        <p:spPr>
          <a:xfrm xmlns:a="http://schemas.openxmlformats.org/drawingml/2006/main">
            <a:off x="4210050" y="50103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17" name="g1502">
            <a:extLst xmlns:a="http://schemas.openxmlformats.org/drawingml/2006/main">
              <a:ext uri="{FF2B5EF4-FFF2-40B4-BE49-F238E27FC236}">
                <a16:creationId xmlns:a16="http://schemas.microsoft.com/office/drawing/2014/main" id="{0467AA51-06D5-4E5A-BEFC-8AB7D18E10E9}"/>
              </a:ext>
            </a:extLst>
          </p:cNvPr>
          <p:cNvSpPr>
            <a:spLocks xmlns:a="http://schemas.openxmlformats.org/drawingml/2006/main" noGrp="1"/>
          </p:cNvSpPr>
          <p:nvPr/>
        </p:nvSpPr>
        <p:spPr>
          <a:xfrm xmlns:a="http://schemas.openxmlformats.org/drawingml/2006/main">
            <a:off x="4210050" y="49627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18" name="g1503">
            <a:extLst xmlns:a="http://schemas.openxmlformats.org/drawingml/2006/main">
              <a:ext uri="{FF2B5EF4-FFF2-40B4-BE49-F238E27FC236}">
                <a16:creationId xmlns:a16="http://schemas.microsoft.com/office/drawing/2014/main" id="{47B962F8-4E2E-4E23-9D03-E23E1A8A6EB8}"/>
              </a:ext>
            </a:extLst>
          </p:cNvPr>
          <p:cNvSpPr>
            <a:spLocks xmlns:a="http://schemas.openxmlformats.org/drawingml/2006/main" noGrp="1"/>
          </p:cNvSpPr>
          <p:nvPr/>
        </p:nvSpPr>
        <p:spPr>
          <a:xfrm xmlns:a="http://schemas.openxmlformats.org/drawingml/2006/main">
            <a:off x="4210050" y="49151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19" name="g1504">
            <a:extLst xmlns:a="http://schemas.openxmlformats.org/drawingml/2006/main">
              <a:ext uri="{FF2B5EF4-FFF2-40B4-BE49-F238E27FC236}">
                <a16:creationId xmlns:a16="http://schemas.microsoft.com/office/drawing/2014/main" id="{A7ADE6B0-907B-4D4A-B7F1-280FD024FFFF}"/>
              </a:ext>
            </a:extLst>
          </p:cNvPr>
          <p:cNvSpPr>
            <a:spLocks xmlns:a="http://schemas.openxmlformats.org/drawingml/2006/main" noGrp="1"/>
          </p:cNvSpPr>
          <p:nvPr/>
        </p:nvSpPr>
        <p:spPr>
          <a:xfrm xmlns:a="http://schemas.openxmlformats.org/drawingml/2006/main">
            <a:off x="4210050" y="48675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0" name="g1505">
            <a:extLst xmlns:a="http://schemas.openxmlformats.org/drawingml/2006/main">
              <a:ext uri="{FF2B5EF4-FFF2-40B4-BE49-F238E27FC236}">
                <a16:creationId xmlns:a16="http://schemas.microsoft.com/office/drawing/2014/main" id="{AA644CE9-6DA0-402B-994B-0CFFC374042B}"/>
              </a:ext>
            </a:extLst>
          </p:cNvPr>
          <p:cNvSpPr>
            <a:spLocks xmlns:a="http://schemas.openxmlformats.org/drawingml/2006/main" noGrp="1"/>
          </p:cNvSpPr>
          <p:nvPr/>
        </p:nvSpPr>
        <p:spPr>
          <a:xfrm xmlns:a="http://schemas.openxmlformats.org/drawingml/2006/main">
            <a:off x="4210050" y="48198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1" name="g1506">
            <a:extLst xmlns:a="http://schemas.openxmlformats.org/drawingml/2006/main">
              <a:ext uri="{FF2B5EF4-FFF2-40B4-BE49-F238E27FC236}">
                <a16:creationId xmlns:a16="http://schemas.microsoft.com/office/drawing/2014/main" id="{7A45E88A-C020-4CB3-B6D4-01D4D013D8CA}"/>
              </a:ext>
            </a:extLst>
          </p:cNvPr>
          <p:cNvSpPr>
            <a:spLocks xmlns:a="http://schemas.openxmlformats.org/drawingml/2006/main" noGrp="1"/>
          </p:cNvSpPr>
          <p:nvPr/>
        </p:nvSpPr>
        <p:spPr>
          <a:xfrm xmlns:a="http://schemas.openxmlformats.org/drawingml/2006/main">
            <a:off x="4210050" y="47722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2" name="g1507">
            <a:extLst xmlns:a="http://schemas.openxmlformats.org/drawingml/2006/main">
              <a:ext uri="{FF2B5EF4-FFF2-40B4-BE49-F238E27FC236}">
                <a16:creationId xmlns:a16="http://schemas.microsoft.com/office/drawing/2014/main" id="{DEC414D2-DDF7-495F-90DF-84614D26B714}"/>
              </a:ext>
            </a:extLst>
          </p:cNvPr>
          <p:cNvSpPr>
            <a:spLocks xmlns:a="http://schemas.openxmlformats.org/drawingml/2006/main" noGrp="1"/>
          </p:cNvSpPr>
          <p:nvPr/>
        </p:nvSpPr>
        <p:spPr>
          <a:xfrm xmlns:a="http://schemas.openxmlformats.org/drawingml/2006/main">
            <a:off x="4210050" y="47246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3" name="g1508">
            <a:extLst xmlns:a="http://schemas.openxmlformats.org/drawingml/2006/main">
              <a:ext uri="{FF2B5EF4-FFF2-40B4-BE49-F238E27FC236}">
                <a16:creationId xmlns:a16="http://schemas.microsoft.com/office/drawing/2014/main" id="{7D335388-B54C-4FD7-8235-8BFD1C015201}"/>
              </a:ext>
            </a:extLst>
          </p:cNvPr>
          <p:cNvSpPr>
            <a:spLocks xmlns:a="http://schemas.openxmlformats.org/drawingml/2006/main" noGrp="1"/>
          </p:cNvSpPr>
          <p:nvPr/>
        </p:nvSpPr>
        <p:spPr>
          <a:xfrm xmlns:a="http://schemas.openxmlformats.org/drawingml/2006/main">
            <a:off x="4210050" y="46770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4" name="g1509">
            <a:extLst xmlns:a="http://schemas.openxmlformats.org/drawingml/2006/main">
              <a:ext uri="{FF2B5EF4-FFF2-40B4-BE49-F238E27FC236}">
                <a16:creationId xmlns:a16="http://schemas.microsoft.com/office/drawing/2014/main" id="{477CED4D-2897-476F-B979-489AC83C652D}"/>
              </a:ext>
            </a:extLst>
          </p:cNvPr>
          <p:cNvSpPr>
            <a:spLocks xmlns:a="http://schemas.openxmlformats.org/drawingml/2006/main" noGrp="1"/>
          </p:cNvSpPr>
          <p:nvPr/>
        </p:nvSpPr>
        <p:spPr>
          <a:xfrm xmlns:a="http://schemas.openxmlformats.org/drawingml/2006/main">
            <a:off x="4210050" y="46293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5" name="g1510">
            <a:extLst xmlns:a="http://schemas.openxmlformats.org/drawingml/2006/main">
              <a:ext uri="{FF2B5EF4-FFF2-40B4-BE49-F238E27FC236}">
                <a16:creationId xmlns:a16="http://schemas.microsoft.com/office/drawing/2014/main" id="{170E91CD-B5F8-45CC-A94E-58D3C0F91825}"/>
              </a:ext>
            </a:extLst>
          </p:cNvPr>
          <p:cNvSpPr>
            <a:spLocks xmlns:a="http://schemas.openxmlformats.org/drawingml/2006/main" noGrp="1"/>
          </p:cNvSpPr>
          <p:nvPr/>
        </p:nvSpPr>
        <p:spPr>
          <a:xfrm xmlns:a="http://schemas.openxmlformats.org/drawingml/2006/main">
            <a:off x="4210050" y="45817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6" name="g1511">
            <a:extLst xmlns:a="http://schemas.openxmlformats.org/drawingml/2006/main">
              <a:ext uri="{FF2B5EF4-FFF2-40B4-BE49-F238E27FC236}">
                <a16:creationId xmlns:a16="http://schemas.microsoft.com/office/drawing/2014/main" id="{CC603468-D30F-4459-B8ED-1184857E23AB}"/>
              </a:ext>
            </a:extLst>
          </p:cNvPr>
          <p:cNvSpPr>
            <a:spLocks xmlns:a="http://schemas.openxmlformats.org/drawingml/2006/main" noGrp="1"/>
          </p:cNvSpPr>
          <p:nvPr/>
        </p:nvSpPr>
        <p:spPr>
          <a:xfrm xmlns:a="http://schemas.openxmlformats.org/drawingml/2006/main">
            <a:off x="4210050" y="45341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7" name="g1512">
            <a:extLst xmlns:a="http://schemas.openxmlformats.org/drawingml/2006/main">
              <a:ext uri="{FF2B5EF4-FFF2-40B4-BE49-F238E27FC236}">
                <a16:creationId xmlns:a16="http://schemas.microsoft.com/office/drawing/2014/main" id="{A8099A7A-1A21-4595-9D15-7888BBFEE40D}"/>
              </a:ext>
            </a:extLst>
          </p:cNvPr>
          <p:cNvSpPr>
            <a:spLocks xmlns:a="http://schemas.openxmlformats.org/drawingml/2006/main" noGrp="1"/>
          </p:cNvSpPr>
          <p:nvPr/>
        </p:nvSpPr>
        <p:spPr>
          <a:xfrm xmlns:a="http://schemas.openxmlformats.org/drawingml/2006/main">
            <a:off x="4210050" y="44865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8" name="g1513">
            <a:extLst xmlns:a="http://schemas.openxmlformats.org/drawingml/2006/main">
              <a:ext uri="{FF2B5EF4-FFF2-40B4-BE49-F238E27FC236}">
                <a16:creationId xmlns:a16="http://schemas.microsoft.com/office/drawing/2014/main" id="{B6B63387-3217-4CDD-BB19-9BDEA657CEB9}"/>
              </a:ext>
            </a:extLst>
          </p:cNvPr>
          <p:cNvSpPr>
            <a:spLocks xmlns:a="http://schemas.openxmlformats.org/drawingml/2006/main" noGrp="1"/>
          </p:cNvSpPr>
          <p:nvPr/>
        </p:nvSpPr>
        <p:spPr>
          <a:xfrm xmlns:a="http://schemas.openxmlformats.org/drawingml/2006/main">
            <a:off x="4210050" y="44388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29" name="g1514">
            <a:extLst xmlns:a="http://schemas.openxmlformats.org/drawingml/2006/main">
              <a:ext uri="{FF2B5EF4-FFF2-40B4-BE49-F238E27FC236}">
                <a16:creationId xmlns:a16="http://schemas.microsoft.com/office/drawing/2014/main" id="{5F2E1D46-5771-47BF-A6C1-EB8457FF4479}"/>
              </a:ext>
            </a:extLst>
          </p:cNvPr>
          <p:cNvSpPr>
            <a:spLocks xmlns:a="http://schemas.openxmlformats.org/drawingml/2006/main" noGrp="1"/>
          </p:cNvSpPr>
          <p:nvPr/>
        </p:nvSpPr>
        <p:spPr>
          <a:xfrm xmlns:a="http://schemas.openxmlformats.org/drawingml/2006/main">
            <a:off x="4210050" y="43912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0" name="g1515">
            <a:extLst xmlns:a="http://schemas.openxmlformats.org/drawingml/2006/main">
              <a:ext uri="{FF2B5EF4-FFF2-40B4-BE49-F238E27FC236}">
                <a16:creationId xmlns:a16="http://schemas.microsoft.com/office/drawing/2014/main" id="{72D1B30B-75C9-4069-9F3A-78BAE31350E3}"/>
              </a:ext>
            </a:extLst>
          </p:cNvPr>
          <p:cNvSpPr>
            <a:spLocks xmlns:a="http://schemas.openxmlformats.org/drawingml/2006/main" noGrp="1"/>
          </p:cNvSpPr>
          <p:nvPr/>
        </p:nvSpPr>
        <p:spPr>
          <a:xfrm xmlns:a="http://schemas.openxmlformats.org/drawingml/2006/main">
            <a:off x="4210050" y="43436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1" name="g1516">
            <a:extLst xmlns:a="http://schemas.openxmlformats.org/drawingml/2006/main">
              <a:ext uri="{FF2B5EF4-FFF2-40B4-BE49-F238E27FC236}">
                <a16:creationId xmlns:a16="http://schemas.microsoft.com/office/drawing/2014/main" id="{A625FAAF-45AC-429C-940A-D51E5C9D3565}"/>
              </a:ext>
            </a:extLst>
          </p:cNvPr>
          <p:cNvSpPr>
            <a:spLocks xmlns:a="http://schemas.openxmlformats.org/drawingml/2006/main" noGrp="1"/>
          </p:cNvSpPr>
          <p:nvPr/>
        </p:nvSpPr>
        <p:spPr>
          <a:xfrm xmlns:a="http://schemas.openxmlformats.org/drawingml/2006/main">
            <a:off x="4210050" y="42960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2" name="g1517">
            <a:extLst xmlns:a="http://schemas.openxmlformats.org/drawingml/2006/main">
              <a:ext uri="{FF2B5EF4-FFF2-40B4-BE49-F238E27FC236}">
                <a16:creationId xmlns:a16="http://schemas.microsoft.com/office/drawing/2014/main" id="{A42BB5B8-625F-420D-9452-76B9AD9E9E75}"/>
              </a:ext>
            </a:extLst>
          </p:cNvPr>
          <p:cNvSpPr>
            <a:spLocks xmlns:a="http://schemas.openxmlformats.org/drawingml/2006/main" noGrp="1"/>
          </p:cNvSpPr>
          <p:nvPr/>
        </p:nvSpPr>
        <p:spPr>
          <a:xfrm xmlns:a="http://schemas.openxmlformats.org/drawingml/2006/main">
            <a:off x="4210050" y="42483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3" name="g1518">
            <a:extLst xmlns:a="http://schemas.openxmlformats.org/drawingml/2006/main">
              <a:ext uri="{FF2B5EF4-FFF2-40B4-BE49-F238E27FC236}">
                <a16:creationId xmlns:a16="http://schemas.microsoft.com/office/drawing/2014/main" id="{E71ABF55-CC76-4564-84B0-C8533305C9B6}"/>
              </a:ext>
            </a:extLst>
          </p:cNvPr>
          <p:cNvSpPr>
            <a:spLocks xmlns:a="http://schemas.openxmlformats.org/drawingml/2006/main" noGrp="1"/>
          </p:cNvSpPr>
          <p:nvPr/>
        </p:nvSpPr>
        <p:spPr>
          <a:xfrm xmlns:a="http://schemas.openxmlformats.org/drawingml/2006/main">
            <a:off x="4210050" y="42007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4" name="g1519">
            <a:extLst xmlns:a="http://schemas.openxmlformats.org/drawingml/2006/main">
              <a:ext uri="{FF2B5EF4-FFF2-40B4-BE49-F238E27FC236}">
                <a16:creationId xmlns:a16="http://schemas.microsoft.com/office/drawing/2014/main" id="{D4BF41E2-AB7D-451F-9306-D0A4116FDF3B}"/>
              </a:ext>
            </a:extLst>
          </p:cNvPr>
          <p:cNvSpPr>
            <a:spLocks xmlns:a="http://schemas.openxmlformats.org/drawingml/2006/main" noGrp="1"/>
          </p:cNvSpPr>
          <p:nvPr/>
        </p:nvSpPr>
        <p:spPr>
          <a:xfrm xmlns:a="http://schemas.openxmlformats.org/drawingml/2006/main">
            <a:off x="4210050" y="41531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5" name="g1520">
            <a:extLst xmlns:a="http://schemas.openxmlformats.org/drawingml/2006/main">
              <a:ext uri="{FF2B5EF4-FFF2-40B4-BE49-F238E27FC236}">
                <a16:creationId xmlns:a16="http://schemas.microsoft.com/office/drawing/2014/main" id="{BEC5BCFC-4AFF-4D2A-8AEF-A792DBE0A008}"/>
              </a:ext>
            </a:extLst>
          </p:cNvPr>
          <p:cNvSpPr>
            <a:spLocks xmlns:a="http://schemas.openxmlformats.org/drawingml/2006/main" noGrp="1"/>
          </p:cNvSpPr>
          <p:nvPr/>
        </p:nvSpPr>
        <p:spPr>
          <a:xfrm xmlns:a="http://schemas.openxmlformats.org/drawingml/2006/main">
            <a:off x="4210050" y="41055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6" name="g1521">
            <a:extLst xmlns:a="http://schemas.openxmlformats.org/drawingml/2006/main">
              <a:ext uri="{FF2B5EF4-FFF2-40B4-BE49-F238E27FC236}">
                <a16:creationId xmlns:a16="http://schemas.microsoft.com/office/drawing/2014/main" id="{7360B87C-26A3-481D-86BF-7151D9A514A9}"/>
              </a:ext>
            </a:extLst>
          </p:cNvPr>
          <p:cNvSpPr>
            <a:spLocks xmlns:a="http://schemas.openxmlformats.org/drawingml/2006/main" noGrp="1"/>
          </p:cNvSpPr>
          <p:nvPr/>
        </p:nvSpPr>
        <p:spPr>
          <a:xfrm xmlns:a="http://schemas.openxmlformats.org/drawingml/2006/main">
            <a:off x="4210050" y="40578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7" name="g1522">
            <a:extLst xmlns:a="http://schemas.openxmlformats.org/drawingml/2006/main">
              <a:ext uri="{FF2B5EF4-FFF2-40B4-BE49-F238E27FC236}">
                <a16:creationId xmlns:a16="http://schemas.microsoft.com/office/drawing/2014/main" id="{839CE217-E53A-45E5-8D87-7A6D16A7DFE2}"/>
              </a:ext>
            </a:extLst>
          </p:cNvPr>
          <p:cNvSpPr>
            <a:spLocks xmlns:a="http://schemas.openxmlformats.org/drawingml/2006/main" noGrp="1"/>
          </p:cNvSpPr>
          <p:nvPr/>
        </p:nvSpPr>
        <p:spPr>
          <a:xfrm xmlns:a="http://schemas.openxmlformats.org/drawingml/2006/main">
            <a:off x="4210050" y="40102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8" name="g1523">
            <a:extLst xmlns:a="http://schemas.openxmlformats.org/drawingml/2006/main">
              <a:ext uri="{FF2B5EF4-FFF2-40B4-BE49-F238E27FC236}">
                <a16:creationId xmlns:a16="http://schemas.microsoft.com/office/drawing/2014/main" id="{6910E9C7-992F-470D-BAB2-1C303747C330}"/>
              </a:ext>
            </a:extLst>
          </p:cNvPr>
          <p:cNvSpPr>
            <a:spLocks xmlns:a="http://schemas.openxmlformats.org/drawingml/2006/main" noGrp="1"/>
          </p:cNvSpPr>
          <p:nvPr/>
        </p:nvSpPr>
        <p:spPr>
          <a:xfrm xmlns:a="http://schemas.openxmlformats.org/drawingml/2006/main">
            <a:off x="4210050" y="39626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39" name="g1524">
            <a:extLst xmlns:a="http://schemas.openxmlformats.org/drawingml/2006/main">
              <a:ext uri="{FF2B5EF4-FFF2-40B4-BE49-F238E27FC236}">
                <a16:creationId xmlns:a16="http://schemas.microsoft.com/office/drawing/2014/main" id="{C6DFEC89-EDA0-40B1-9306-4003AB5D1FA0}"/>
              </a:ext>
            </a:extLst>
          </p:cNvPr>
          <p:cNvSpPr>
            <a:spLocks xmlns:a="http://schemas.openxmlformats.org/drawingml/2006/main" noGrp="1"/>
          </p:cNvSpPr>
          <p:nvPr/>
        </p:nvSpPr>
        <p:spPr>
          <a:xfrm xmlns:a="http://schemas.openxmlformats.org/drawingml/2006/main">
            <a:off x="4210050" y="391501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40" name="g1525">
            <a:extLst xmlns:a="http://schemas.openxmlformats.org/drawingml/2006/main">
              <a:ext uri="{FF2B5EF4-FFF2-40B4-BE49-F238E27FC236}">
                <a16:creationId xmlns:a16="http://schemas.microsoft.com/office/drawing/2014/main" id="{B54D928A-7BF4-4000-B02C-EFDA66396664}"/>
              </a:ext>
            </a:extLst>
          </p:cNvPr>
          <p:cNvSpPr>
            <a:spLocks xmlns:a="http://schemas.openxmlformats.org/drawingml/2006/main" noGrp="1"/>
          </p:cNvSpPr>
          <p:nvPr/>
        </p:nvSpPr>
        <p:spPr>
          <a:xfrm xmlns:a="http://schemas.openxmlformats.org/drawingml/2006/main">
            <a:off x="4210050" y="386738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41" name="g1526">
            <a:extLst xmlns:a="http://schemas.openxmlformats.org/drawingml/2006/main">
              <a:ext uri="{FF2B5EF4-FFF2-40B4-BE49-F238E27FC236}">
                <a16:creationId xmlns:a16="http://schemas.microsoft.com/office/drawing/2014/main" id="{BC919055-BFB5-4D77-AE7B-2932EC503B00}"/>
              </a:ext>
            </a:extLst>
          </p:cNvPr>
          <p:cNvSpPr>
            <a:spLocks xmlns:a="http://schemas.openxmlformats.org/drawingml/2006/main" noGrp="1"/>
          </p:cNvSpPr>
          <p:nvPr/>
        </p:nvSpPr>
        <p:spPr>
          <a:xfrm xmlns:a="http://schemas.openxmlformats.org/drawingml/2006/main">
            <a:off x="4210050" y="3819761"/>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42" name="g1527">
            <a:extLst xmlns:a="http://schemas.openxmlformats.org/drawingml/2006/main">
              <a:ext uri="{FF2B5EF4-FFF2-40B4-BE49-F238E27FC236}">
                <a16:creationId xmlns:a16="http://schemas.microsoft.com/office/drawing/2014/main" id="{4FC00C8F-9180-4CAB-8934-5462AA7739CF}"/>
              </a:ext>
            </a:extLst>
          </p:cNvPr>
          <p:cNvSpPr>
            <a:spLocks xmlns:a="http://schemas.openxmlformats.org/drawingml/2006/main" noGrp="1"/>
          </p:cNvSpPr>
          <p:nvPr/>
        </p:nvSpPr>
        <p:spPr>
          <a:xfrm xmlns:a="http://schemas.openxmlformats.org/drawingml/2006/main">
            <a:off x="4210050" y="3772136"/>
            <a:ext cx="953" cy="28575"/>
          </a:xfrm>
          <a:custGeom xmlns:a="http://schemas.openxmlformats.org/drawingml/2006/main">
            <a:pathLst>
              <a:path w="953" h="28575">
                <a:moveTo>
                  <a:pt x="0" y="28575"/>
                </a:moveTo>
                <a:lnTo>
                  <a:pt x="0" y="0"/>
                </a:lnTo>
              </a:path>
            </a:pathLst>
          </a:custGeom>
          <a:noFill xmlns:a="http://schemas.openxmlformats.org/drawingml/2006/main"/>
          <a:ln xmlns:a="http://schemas.openxmlformats.org/drawingml/2006/main" w="6668">
            <a:solidFill>
              <a:srgbClr val="9D9D9D"/>
            </a:solidFill>
          </a:ln>
        </p:spPr>
      </p:sp>
      <p:sp>
        <p:nvSpPr>
          <p:cNvPr id="1143" name="g1528">
            <a:extLst xmlns:a="http://schemas.openxmlformats.org/drawingml/2006/main">
              <a:ext uri="{FF2B5EF4-FFF2-40B4-BE49-F238E27FC236}">
                <a16:creationId xmlns:a16="http://schemas.microsoft.com/office/drawing/2014/main" id="{71F6B96B-4772-4C3C-BD57-65D1EF0C8D7E}"/>
              </a:ext>
            </a:extLst>
          </p:cNvPr>
          <p:cNvSpPr>
            <a:spLocks xmlns:a="http://schemas.openxmlformats.org/drawingml/2006/main" noGrp="1"/>
          </p:cNvSpPr>
          <p:nvPr/>
        </p:nvSpPr>
        <p:spPr>
          <a:xfrm xmlns:a="http://schemas.openxmlformats.org/drawingml/2006/main">
            <a:off x="4210050" y="3743325"/>
            <a:ext cx="953" cy="9761"/>
          </a:xfrm>
          <a:custGeom xmlns:a="http://schemas.openxmlformats.org/drawingml/2006/main">
            <a:pathLst>
              <a:path w="953" h="9761">
                <a:moveTo>
                  <a:pt x="0" y="9761"/>
                </a:moveTo>
                <a:lnTo>
                  <a:pt x="0" y="0"/>
                </a:lnTo>
              </a:path>
            </a:pathLst>
          </a:custGeom>
          <a:noFill xmlns:a="http://schemas.openxmlformats.org/drawingml/2006/main"/>
          <a:ln xmlns:a="http://schemas.openxmlformats.org/drawingml/2006/main" w="6668">
            <a:solidFill>
              <a:srgbClr val="9D9D9D"/>
            </a:solidFill>
          </a:ln>
        </p:spPr>
      </p:sp>
      <p:sp>
        <p:nvSpPr>
          <p:cNvPr id="1144" name="g1529">
            <a:extLst xmlns:a="http://schemas.openxmlformats.org/drawingml/2006/main">
              <a:ext uri="{FF2B5EF4-FFF2-40B4-BE49-F238E27FC236}">
                <a16:creationId xmlns:a16="http://schemas.microsoft.com/office/drawing/2014/main" id="{D5CB2DEA-65F5-4094-A7D7-A7F8C878BD3F}"/>
              </a:ext>
            </a:extLst>
          </p:cNvPr>
          <p:cNvSpPr>
            <a:spLocks xmlns:a="http://schemas.openxmlformats.org/drawingml/2006/main" noGrp="1"/>
          </p:cNvSpPr>
          <p:nvPr/>
        </p:nvSpPr>
        <p:spPr>
          <a:xfrm xmlns:a="http://schemas.openxmlformats.org/drawingml/2006/main">
            <a:off x="4210050" y="3724525"/>
            <a:ext cx="953" cy="18800"/>
          </a:xfrm>
          <a:custGeom xmlns:a="http://schemas.openxmlformats.org/drawingml/2006/main">
            <a:pathLst>
              <a:path w="953" h="18800">
                <a:moveTo>
                  <a:pt x="0" y="18800"/>
                </a:moveTo>
                <a:lnTo>
                  <a:pt x="739" y="0"/>
                </a:lnTo>
              </a:path>
            </a:pathLst>
          </a:custGeom>
          <a:noFill xmlns:a="http://schemas.openxmlformats.org/drawingml/2006/main"/>
          <a:ln xmlns:a="http://schemas.openxmlformats.org/drawingml/2006/main" w="6668">
            <a:solidFill>
              <a:srgbClr val="9D9D9D"/>
            </a:solidFill>
          </a:ln>
        </p:spPr>
      </p:sp>
      <p:sp>
        <p:nvSpPr>
          <p:cNvPr id="1145" name="g1530">
            <a:extLst xmlns:a="http://schemas.openxmlformats.org/drawingml/2006/main">
              <a:ext uri="{FF2B5EF4-FFF2-40B4-BE49-F238E27FC236}">
                <a16:creationId xmlns:a16="http://schemas.microsoft.com/office/drawing/2014/main" id="{DF73BCDF-19CF-4B3B-BD99-1538788A65B7}"/>
              </a:ext>
            </a:extLst>
          </p:cNvPr>
          <p:cNvSpPr>
            <a:spLocks xmlns:a="http://schemas.openxmlformats.org/drawingml/2006/main" noGrp="1"/>
          </p:cNvSpPr>
          <p:nvPr/>
        </p:nvSpPr>
        <p:spPr>
          <a:xfrm xmlns:a="http://schemas.openxmlformats.org/drawingml/2006/main">
            <a:off x="4212276" y="3686704"/>
            <a:ext cx="2230" cy="18845"/>
          </a:xfrm>
          <a:custGeom xmlns:a="http://schemas.openxmlformats.org/drawingml/2006/main">
            <a:pathLst>
              <a:path w="2230" h="18845">
                <a:moveTo>
                  <a:pt x="0" y="18845"/>
                </a:moveTo>
                <a:lnTo>
                  <a:pt x="2230" y="0"/>
                </a:lnTo>
              </a:path>
            </a:pathLst>
          </a:custGeom>
          <a:noFill xmlns:a="http://schemas.openxmlformats.org/drawingml/2006/main"/>
          <a:ln xmlns:a="http://schemas.openxmlformats.org/drawingml/2006/main" w="6668">
            <a:solidFill>
              <a:srgbClr val="9D9D9D"/>
            </a:solidFill>
          </a:ln>
        </p:spPr>
      </p:sp>
      <p:sp>
        <p:nvSpPr>
          <p:cNvPr id="1146" name="g1531">
            <a:extLst xmlns:a="http://schemas.openxmlformats.org/drawingml/2006/main">
              <a:ext uri="{FF2B5EF4-FFF2-40B4-BE49-F238E27FC236}">
                <a16:creationId xmlns:a16="http://schemas.microsoft.com/office/drawing/2014/main" id="{DD97F39F-1D15-420D-B1D5-26391F63F06F}"/>
              </a:ext>
            </a:extLst>
          </p:cNvPr>
          <p:cNvSpPr>
            <a:spLocks xmlns:a="http://schemas.openxmlformats.org/drawingml/2006/main" noGrp="1"/>
          </p:cNvSpPr>
          <p:nvPr/>
        </p:nvSpPr>
        <p:spPr>
          <a:xfrm xmlns:a="http://schemas.openxmlformats.org/drawingml/2006/main">
            <a:off x="4214506" y="3677289"/>
            <a:ext cx="1873" cy="9414"/>
          </a:xfrm>
          <a:custGeom xmlns:a="http://schemas.openxmlformats.org/drawingml/2006/main">
            <a:pathLst>
              <a:path w="1873" h="9414">
                <a:moveTo>
                  <a:pt x="0" y="9414"/>
                </a:moveTo>
                <a:lnTo>
                  <a:pt x="1873" y="0"/>
                </a:lnTo>
              </a:path>
            </a:pathLst>
          </a:custGeom>
          <a:noFill xmlns:a="http://schemas.openxmlformats.org/drawingml/2006/main"/>
          <a:ln xmlns:a="http://schemas.openxmlformats.org/drawingml/2006/main" w="6668">
            <a:solidFill>
              <a:srgbClr val="9D9D9D"/>
            </a:solidFill>
          </a:ln>
        </p:spPr>
      </p:sp>
      <p:sp>
        <p:nvSpPr>
          <p:cNvPr id="1147" name="g1532">
            <a:extLst xmlns:a="http://schemas.openxmlformats.org/drawingml/2006/main">
              <a:ext uri="{FF2B5EF4-FFF2-40B4-BE49-F238E27FC236}">
                <a16:creationId xmlns:a16="http://schemas.microsoft.com/office/drawing/2014/main" id="{16EF7A8C-0A38-440A-8240-FA584981E60E}"/>
              </a:ext>
            </a:extLst>
          </p:cNvPr>
          <p:cNvSpPr>
            <a:spLocks xmlns:a="http://schemas.openxmlformats.org/drawingml/2006/main" noGrp="1"/>
          </p:cNvSpPr>
          <p:nvPr/>
        </p:nvSpPr>
        <p:spPr>
          <a:xfrm xmlns:a="http://schemas.openxmlformats.org/drawingml/2006/main">
            <a:off x="4220113" y="3631476"/>
            <a:ext cx="7652" cy="27133"/>
          </a:xfrm>
          <a:custGeom xmlns:a="http://schemas.openxmlformats.org/drawingml/2006/main">
            <a:pathLst>
              <a:path w="7652" h="27133">
                <a:moveTo>
                  <a:pt x="0" y="27133"/>
                </a:moveTo>
                <a:lnTo>
                  <a:pt x="7652" y="0"/>
                </a:lnTo>
              </a:path>
            </a:pathLst>
          </a:custGeom>
          <a:noFill xmlns:a="http://schemas.openxmlformats.org/drawingml/2006/main"/>
          <a:ln xmlns:a="http://schemas.openxmlformats.org/drawingml/2006/main" w="6668">
            <a:solidFill>
              <a:srgbClr val="9D9D9D"/>
            </a:solidFill>
          </a:ln>
        </p:spPr>
      </p:sp>
      <p:sp>
        <p:nvSpPr>
          <p:cNvPr id="1148" name="g1533">
            <a:extLst xmlns:a="http://schemas.openxmlformats.org/drawingml/2006/main">
              <a:ext uri="{FF2B5EF4-FFF2-40B4-BE49-F238E27FC236}">
                <a16:creationId xmlns:a16="http://schemas.microsoft.com/office/drawing/2014/main" id="{2C3E5AE6-69C6-41AD-9BA7-8A014765EABF}"/>
              </a:ext>
            </a:extLst>
          </p:cNvPr>
          <p:cNvSpPr>
            <a:spLocks xmlns:a="http://schemas.openxmlformats.org/drawingml/2006/main" noGrp="1"/>
          </p:cNvSpPr>
          <p:nvPr/>
        </p:nvSpPr>
        <p:spPr>
          <a:xfrm xmlns:a="http://schemas.openxmlformats.org/drawingml/2006/main">
            <a:off x="4227765" y="3631117"/>
            <a:ext cx="953" cy="953"/>
          </a:xfrm>
          <a:custGeom xmlns:a="http://schemas.openxmlformats.org/drawingml/2006/main">
            <a:pathLst>
              <a:path w="953" h="953">
                <a:moveTo>
                  <a:pt x="0" y="360"/>
                </a:moveTo>
                <a:lnTo>
                  <a:pt x="133" y="0"/>
                </a:lnTo>
              </a:path>
            </a:pathLst>
          </a:custGeom>
          <a:noFill xmlns:a="http://schemas.openxmlformats.org/drawingml/2006/main"/>
          <a:ln xmlns:a="http://schemas.openxmlformats.org/drawingml/2006/main" w="6668">
            <a:solidFill>
              <a:srgbClr val="9D9D9D"/>
            </a:solidFill>
          </a:ln>
        </p:spPr>
      </p:sp>
      <p:sp>
        <p:nvSpPr>
          <p:cNvPr id="1149" name="g1534">
            <a:extLst xmlns:a="http://schemas.openxmlformats.org/drawingml/2006/main">
              <a:ext uri="{FF2B5EF4-FFF2-40B4-BE49-F238E27FC236}">
                <a16:creationId xmlns:a16="http://schemas.microsoft.com/office/drawing/2014/main" id="{9ACF12C7-C3EC-433C-82A3-F635575BFFC4}"/>
              </a:ext>
            </a:extLst>
          </p:cNvPr>
          <p:cNvSpPr>
            <a:spLocks xmlns:a="http://schemas.openxmlformats.org/drawingml/2006/main" noGrp="1"/>
          </p:cNvSpPr>
          <p:nvPr/>
        </p:nvSpPr>
        <p:spPr>
          <a:xfrm xmlns:a="http://schemas.openxmlformats.org/drawingml/2006/main">
            <a:off x="4234491" y="3604813"/>
            <a:ext cx="3110" cy="8431"/>
          </a:xfrm>
          <a:custGeom xmlns:a="http://schemas.openxmlformats.org/drawingml/2006/main">
            <a:pathLst>
              <a:path w="3110" h="8431">
                <a:moveTo>
                  <a:pt x="0" y="8431"/>
                </a:moveTo>
                <a:lnTo>
                  <a:pt x="3110" y="0"/>
                </a:lnTo>
              </a:path>
            </a:pathLst>
          </a:custGeom>
          <a:noFill xmlns:a="http://schemas.openxmlformats.org/drawingml/2006/main"/>
          <a:ln xmlns:a="http://schemas.openxmlformats.org/drawingml/2006/main" w="6668">
            <a:solidFill>
              <a:srgbClr val="9D9D9D"/>
            </a:solidFill>
          </a:ln>
        </p:spPr>
      </p:sp>
      <p:sp>
        <p:nvSpPr>
          <p:cNvPr id="1150" name="g1535">
            <a:extLst xmlns:a="http://schemas.openxmlformats.org/drawingml/2006/main">
              <a:ext uri="{FF2B5EF4-FFF2-40B4-BE49-F238E27FC236}">
                <a16:creationId xmlns:a16="http://schemas.microsoft.com/office/drawing/2014/main" id="{13C27614-B2D0-4664-B3C6-9D8BF317E140}"/>
              </a:ext>
            </a:extLst>
          </p:cNvPr>
          <p:cNvSpPr>
            <a:spLocks xmlns:a="http://schemas.openxmlformats.org/drawingml/2006/main" noGrp="1"/>
          </p:cNvSpPr>
          <p:nvPr/>
        </p:nvSpPr>
        <p:spPr>
          <a:xfrm xmlns:a="http://schemas.openxmlformats.org/drawingml/2006/main">
            <a:off x="4237602" y="3587024"/>
            <a:ext cx="8201" cy="17789"/>
          </a:xfrm>
          <a:custGeom xmlns:a="http://schemas.openxmlformats.org/drawingml/2006/main">
            <a:pathLst>
              <a:path w="8201" h="17789">
                <a:moveTo>
                  <a:pt x="0" y="17789"/>
                </a:moveTo>
                <a:lnTo>
                  <a:pt x="8201" y="0"/>
                </a:lnTo>
              </a:path>
            </a:pathLst>
          </a:custGeom>
          <a:noFill xmlns:a="http://schemas.openxmlformats.org/drawingml/2006/main"/>
          <a:ln xmlns:a="http://schemas.openxmlformats.org/drawingml/2006/main" w="6668">
            <a:solidFill>
              <a:srgbClr val="9D9D9D"/>
            </a:solidFill>
          </a:ln>
        </p:spPr>
      </p:sp>
      <p:sp>
        <p:nvSpPr>
          <p:cNvPr id="1151" name="g1536">
            <a:extLst xmlns:a="http://schemas.openxmlformats.org/drawingml/2006/main">
              <a:ext uri="{FF2B5EF4-FFF2-40B4-BE49-F238E27FC236}">
                <a16:creationId xmlns:a16="http://schemas.microsoft.com/office/drawing/2014/main" id="{5F84F757-2628-484D-B61E-F4CA07E78003}"/>
              </a:ext>
            </a:extLst>
          </p:cNvPr>
          <p:cNvSpPr>
            <a:spLocks xmlns:a="http://schemas.openxmlformats.org/drawingml/2006/main" noGrp="1"/>
          </p:cNvSpPr>
          <p:nvPr/>
        </p:nvSpPr>
        <p:spPr>
          <a:xfrm xmlns:a="http://schemas.openxmlformats.org/drawingml/2006/main">
            <a:off x="4254493" y="3554207"/>
            <a:ext cx="8894" cy="15881"/>
          </a:xfrm>
          <a:custGeom xmlns:a="http://schemas.openxmlformats.org/drawingml/2006/main">
            <a:pathLst>
              <a:path w="8894" h="15881">
                <a:moveTo>
                  <a:pt x="0" y="15881"/>
                </a:moveTo>
                <a:lnTo>
                  <a:pt x="8894" y="0"/>
                </a:lnTo>
              </a:path>
            </a:pathLst>
          </a:custGeom>
          <a:noFill xmlns:a="http://schemas.openxmlformats.org/drawingml/2006/main"/>
          <a:ln xmlns:a="http://schemas.openxmlformats.org/drawingml/2006/main" w="6668">
            <a:solidFill>
              <a:srgbClr val="9D9D9D"/>
            </a:solidFill>
          </a:ln>
        </p:spPr>
      </p:sp>
      <p:sp>
        <p:nvSpPr>
          <p:cNvPr id="1152" name="g1537">
            <a:extLst xmlns:a="http://schemas.openxmlformats.org/drawingml/2006/main">
              <a:ext uri="{FF2B5EF4-FFF2-40B4-BE49-F238E27FC236}">
                <a16:creationId xmlns:a16="http://schemas.microsoft.com/office/drawing/2014/main" id="{7D2C0624-665E-48F0-8A31-B8BB4E7F0E87}"/>
              </a:ext>
            </a:extLst>
          </p:cNvPr>
          <p:cNvSpPr>
            <a:spLocks xmlns:a="http://schemas.openxmlformats.org/drawingml/2006/main" noGrp="1"/>
          </p:cNvSpPr>
          <p:nvPr/>
        </p:nvSpPr>
        <p:spPr>
          <a:xfrm xmlns:a="http://schemas.openxmlformats.org/drawingml/2006/main">
            <a:off x="4263387" y="3545582"/>
            <a:ext cx="5763" cy="8625"/>
          </a:xfrm>
          <a:custGeom xmlns:a="http://schemas.openxmlformats.org/drawingml/2006/main">
            <a:pathLst>
              <a:path w="5763" h="8625">
                <a:moveTo>
                  <a:pt x="0" y="8625"/>
                </a:moveTo>
                <a:lnTo>
                  <a:pt x="5763" y="0"/>
                </a:lnTo>
              </a:path>
            </a:pathLst>
          </a:custGeom>
          <a:noFill xmlns:a="http://schemas.openxmlformats.org/drawingml/2006/main"/>
          <a:ln xmlns:a="http://schemas.openxmlformats.org/drawingml/2006/main" w="6668">
            <a:solidFill>
              <a:srgbClr val="9D9D9D"/>
            </a:solidFill>
          </a:ln>
        </p:spPr>
      </p:sp>
      <p:sp>
        <p:nvSpPr>
          <p:cNvPr id="1153" name="g1538">
            <a:extLst xmlns:a="http://schemas.openxmlformats.org/drawingml/2006/main">
              <a:ext uri="{FF2B5EF4-FFF2-40B4-BE49-F238E27FC236}">
                <a16:creationId xmlns:a16="http://schemas.microsoft.com/office/drawing/2014/main" id="{500B8499-C7CF-4EBE-8B79-966A9D78BF44}"/>
              </a:ext>
            </a:extLst>
          </p:cNvPr>
          <p:cNvSpPr>
            <a:spLocks xmlns:a="http://schemas.openxmlformats.org/drawingml/2006/main" noGrp="1"/>
          </p:cNvSpPr>
          <p:nvPr/>
        </p:nvSpPr>
        <p:spPr>
          <a:xfrm xmlns:a="http://schemas.openxmlformats.org/drawingml/2006/main">
            <a:off x="4279797" y="3508257"/>
            <a:ext cx="16974" cy="21531"/>
          </a:xfrm>
          <a:custGeom xmlns:a="http://schemas.openxmlformats.org/drawingml/2006/main">
            <a:pathLst>
              <a:path w="16974" h="21531">
                <a:moveTo>
                  <a:pt x="0" y="21531"/>
                </a:moveTo>
                <a:lnTo>
                  <a:pt x="16974" y="0"/>
                </a:lnTo>
              </a:path>
            </a:pathLst>
          </a:custGeom>
          <a:noFill xmlns:a="http://schemas.openxmlformats.org/drawingml/2006/main"/>
          <a:ln xmlns:a="http://schemas.openxmlformats.org/drawingml/2006/main" w="6668">
            <a:solidFill>
              <a:srgbClr val="9D9D9D"/>
            </a:solidFill>
          </a:ln>
        </p:spPr>
      </p:sp>
      <p:sp>
        <p:nvSpPr>
          <p:cNvPr id="1154" name="g1539">
            <a:extLst xmlns:a="http://schemas.openxmlformats.org/drawingml/2006/main">
              <a:ext uri="{FF2B5EF4-FFF2-40B4-BE49-F238E27FC236}">
                <a16:creationId xmlns:a16="http://schemas.microsoft.com/office/drawing/2014/main" id="{8401F7AC-AC52-479A-8124-AF8DD14AE6E2}"/>
              </a:ext>
            </a:extLst>
          </p:cNvPr>
          <p:cNvSpPr>
            <a:spLocks xmlns:a="http://schemas.openxmlformats.org/drawingml/2006/main" noGrp="1"/>
          </p:cNvSpPr>
          <p:nvPr/>
        </p:nvSpPr>
        <p:spPr>
          <a:xfrm xmlns:a="http://schemas.openxmlformats.org/drawingml/2006/main">
            <a:off x="4296771" y="3507407"/>
            <a:ext cx="953" cy="953"/>
          </a:xfrm>
          <a:custGeom xmlns:a="http://schemas.openxmlformats.org/drawingml/2006/main">
            <a:pathLst>
              <a:path w="953" h="953">
                <a:moveTo>
                  <a:pt x="0" y="850"/>
                </a:moveTo>
                <a:lnTo>
                  <a:pt x="786" y="0"/>
                </a:lnTo>
              </a:path>
            </a:pathLst>
          </a:custGeom>
          <a:noFill xmlns:a="http://schemas.openxmlformats.org/drawingml/2006/main"/>
          <a:ln xmlns:a="http://schemas.openxmlformats.org/drawingml/2006/main" w="6668">
            <a:solidFill>
              <a:srgbClr val="9D9D9D"/>
            </a:solidFill>
          </a:ln>
        </p:spPr>
      </p:sp>
      <p:sp>
        <p:nvSpPr>
          <p:cNvPr id="1155" name="g1540">
            <a:extLst xmlns:a="http://schemas.openxmlformats.org/drawingml/2006/main">
              <a:ext uri="{FF2B5EF4-FFF2-40B4-BE49-F238E27FC236}">
                <a16:creationId xmlns:a16="http://schemas.microsoft.com/office/drawing/2014/main" id="{2B2BE282-2E53-4B43-9CC8-1D591D1339FA}"/>
              </a:ext>
            </a:extLst>
          </p:cNvPr>
          <p:cNvSpPr>
            <a:spLocks xmlns:a="http://schemas.openxmlformats.org/drawingml/2006/main" noGrp="1"/>
          </p:cNvSpPr>
          <p:nvPr/>
        </p:nvSpPr>
        <p:spPr>
          <a:xfrm xmlns:a="http://schemas.openxmlformats.org/drawingml/2006/main">
            <a:off x="4310488" y="3487388"/>
            <a:ext cx="5575" cy="6031"/>
          </a:xfrm>
          <a:custGeom xmlns:a="http://schemas.openxmlformats.org/drawingml/2006/main">
            <a:pathLst>
              <a:path w="5575" h="6031">
                <a:moveTo>
                  <a:pt x="0" y="6031"/>
                </a:moveTo>
                <a:lnTo>
                  <a:pt x="5575" y="0"/>
                </a:lnTo>
              </a:path>
            </a:pathLst>
          </a:custGeom>
          <a:noFill xmlns:a="http://schemas.openxmlformats.org/drawingml/2006/main"/>
          <a:ln xmlns:a="http://schemas.openxmlformats.org/drawingml/2006/main" w="6668">
            <a:solidFill>
              <a:srgbClr val="9D9D9D"/>
            </a:solidFill>
          </a:ln>
        </p:spPr>
      </p:sp>
      <p:sp>
        <p:nvSpPr>
          <p:cNvPr id="1156" name="g1541">
            <a:extLst xmlns:a="http://schemas.openxmlformats.org/drawingml/2006/main">
              <a:ext uri="{FF2B5EF4-FFF2-40B4-BE49-F238E27FC236}">
                <a16:creationId xmlns:a16="http://schemas.microsoft.com/office/drawing/2014/main" id="{ECC01E78-51E6-4F92-8064-8C4635D36626}"/>
              </a:ext>
            </a:extLst>
          </p:cNvPr>
          <p:cNvSpPr>
            <a:spLocks xmlns:a="http://schemas.openxmlformats.org/drawingml/2006/main" noGrp="1"/>
          </p:cNvSpPr>
          <p:nvPr/>
        </p:nvSpPr>
        <p:spPr>
          <a:xfrm xmlns:a="http://schemas.openxmlformats.org/drawingml/2006/main">
            <a:off x="4316063" y="3473566"/>
            <a:ext cx="14953" cy="13822"/>
          </a:xfrm>
          <a:custGeom xmlns:a="http://schemas.openxmlformats.org/drawingml/2006/main">
            <a:pathLst>
              <a:path w="14953" h="13822">
                <a:moveTo>
                  <a:pt x="0" y="13822"/>
                </a:moveTo>
                <a:lnTo>
                  <a:pt x="14953" y="0"/>
                </a:lnTo>
              </a:path>
            </a:pathLst>
          </a:custGeom>
          <a:noFill xmlns:a="http://schemas.openxmlformats.org/drawingml/2006/main"/>
          <a:ln xmlns:a="http://schemas.openxmlformats.org/drawingml/2006/main" w="6668">
            <a:solidFill>
              <a:srgbClr val="9D9D9D"/>
            </a:solidFill>
          </a:ln>
        </p:spPr>
      </p:sp>
      <p:sp>
        <p:nvSpPr>
          <p:cNvPr id="1157" name="g1542">
            <a:extLst xmlns:a="http://schemas.openxmlformats.org/drawingml/2006/main">
              <a:ext uri="{FF2B5EF4-FFF2-40B4-BE49-F238E27FC236}">
                <a16:creationId xmlns:a16="http://schemas.microsoft.com/office/drawing/2014/main" id="{E9A818F9-2393-4FBC-B058-3ADBBD3407AF}"/>
              </a:ext>
            </a:extLst>
          </p:cNvPr>
          <p:cNvSpPr>
            <a:spLocks xmlns:a="http://schemas.openxmlformats.org/drawingml/2006/main" noGrp="1"/>
          </p:cNvSpPr>
          <p:nvPr/>
        </p:nvSpPr>
        <p:spPr>
          <a:xfrm xmlns:a="http://schemas.openxmlformats.org/drawingml/2006/main">
            <a:off x="4345565" y="3450501"/>
            <a:ext cx="13687" cy="10790"/>
          </a:xfrm>
          <a:custGeom xmlns:a="http://schemas.openxmlformats.org/drawingml/2006/main">
            <a:pathLst>
              <a:path w="13687" h="10790">
                <a:moveTo>
                  <a:pt x="0" y="10790"/>
                </a:moveTo>
                <a:lnTo>
                  <a:pt x="13687" y="0"/>
                </a:lnTo>
              </a:path>
            </a:pathLst>
          </a:custGeom>
          <a:noFill xmlns:a="http://schemas.openxmlformats.org/drawingml/2006/main"/>
          <a:ln xmlns:a="http://schemas.openxmlformats.org/drawingml/2006/main" w="6668">
            <a:solidFill>
              <a:srgbClr val="9D9D9D"/>
            </a:solidFill>
          </a:ln>
        </p:spPr>
      </p:sp>
      <p:sp>
        <p:nvSpPr>
          <p:cNvPr id="1158" name="g1543">
            <a:extLst xmlns:a="http://schemas.openxmlformats.org/drawingml/2006/main">
              <a:ext uri="{FF2B5EF4-FFF2-40B4-BE49-F238E27FC236}">
                <a16:creationId xmlns:a16="http://schemas.microsoft.com/office/drawing/2014/main" id="{332108BD-0564-41F1-A1DA-EDAB0D1C03E3}"/>
              </a:ext>
            </a:extLst>
          </p:cNvPr>
          <p:cNvSpPr>
            <a:spLocks xmlns:a="http://schemas.openxmlformats.org/drawingml/2006/main" noGrp="1"/>
          </p:cNvSpPr>
          <p:nvPr/>
        </p:nvSpPr>
        <p:spPr>
          <a:xfrm xmlns:a="http://schemas.openxmlformats.org/drawingml/2006/main">
            <a:off x="4359251" y="3444308"/>
            <a:ext cx="9268" cy="6193"/>
          </a:xfrm>
          <a:custGeom xmlns:a="http://schemas.openxmlformats.org/drawingml/2006/main">
            <a:pathLst>
              <a:path w="9268" h="6193">
                <a:moveTo>
                  <a:pt x="0" y="6193"/>
                </a:moveTo>
                <a:lnTo>
                  <a:pt x="9268" y="0"/>
                </a:lnTo>
              </a:path>
            </a:pathLst>
          </a:custGeom>
          <a:noFill xmlns:a="http://schemas.openxmlformats.org/drawingml/2006/main"/>
          <a:ln xmlns:a="http://schemas.openxmlformats.org/drawingml/2006/main" w="6668">
            <a:solidFill>
              <a:srgbClr val="9D9D9D"/>
            </a:solidFill>
          </a:ln>
        </p:spPr>
      </p:sp>
      <p:sp>
        <p:nvSpPr>
          <p:cNvPr id="1159" name="g1544">
            <a:extLst xmlns:a="http://schemas.openxmlformats.org/drawingml/2006/main">
              <a:ext uri="{FF2B5EF4-FFF2-40B4-BE49-F238E27FC236}">
                <a16:creationId xmlns:a16="http://schemas.microsoft.com/office/drawing/2014/main" id="{6AD79657-2DA6-4FE6-A12B-9D5EC886004B}"/>
              </a:ext>
            </a:extLst>
          </p:cNvPr>
          <p:cNvSpPr>
            <a:spLocks xmlns:a="http://schemas.openxmlformats.org/drawingml/2006/main" noGrp="1"/>
          </p:cNvSpPr>
          <p:nvPr/>
        </p:nvSpPr>
        <p:spPr>
          <a:xfrm xmlns:a="http://schemas.openxmlformats.org/drawingml/2006/main">
            <a:off x="4384432" y="3420825"/>
            <a:ext cx="23246" cy="13019"/>
          </a:xfrm>
          <a:custGeom xmlns:a="http://schemas.openxmlformats.org/drawingml/2006/main">
            <a:pathLst>
              <a:path w="23246" h="13019">
                <a:moveTo>
                  <a:pt x="0" y="13019"/>
                </a:moveTo>
                <a:lnTo>
                  <a:pt x="23246" y="0"/>
                </a:lnTo>
              </a:path>
            </a:pathLst>
          </a:custGeom>
          <a:noFill xmlns:a="http://schemas.openxmlformats.org/drawingml/2006/main"/>
          <a:ln xmlns:a="http://schemas.openxmlformats.org/drawingml/2006/main" w="6668">
            <a:solidFill>
              <a:srgbClr val="9D9D9D"/>
            </a:solidFill>
          </a:ln>
        </p:spPr>
      </p:sp>
      <p:sp>
        <p:nvSpPr>
          <p:cNvPr id="1160" name="g1545">
            <a:extLst xmlns:a="http://schemas.openxmlformats.org/drawingml/2006/main">
              <a:ext uri="{FF2B5EF4-FFF2-40B4-BE49-F238E27FC236}">
                <a16:creationId xmlns:a16="http://schemas.microsoft.com/office/drawing/2014/main" id="{0A73A0F4-DB8F-4174-86A8-B25B0E2B8DC9}"/>
              </a:ext>
            </a:extLst>
          </p:cNvPr>
          <p:cNvSpPr>
            <a:spLocks xmlns:a="http://schemas.openxmlformats.org/drawingml/2006/main" noGrp="1"/>
          </p:cNvSpPr>
          <p:nvPr/>
        </p:nvSpPr>
        <p:spPr>
          <a:xfrm xmlns:a="http://schemas.openxmlformats.org/drawingml/2006/main">
            <a:off x="4407678" y="3420016"/>
            <a:ext cx="1754" cy="953"/>
          </a:xfrm>
          <a:custGeom xmlns:a="http://schemas.openxmlformats.org/drawingml/2006/main">
            <a:pathLst>
              <a:path w="1754" h="953">
                <a:moveTo>
                  <a:pt x="0" y="809"/>
                </a:moveTo>
                <a:lnTo>
                  <a:pt x="1754" y="0"/>
                </a:lnTo>
              </a:path>
            </a:pathLst>
          </a:custGeom>
          <a:noFill xmlns:a="http://schemas.openxmlformats.org/drawingml/2006/main"/>
          <a:ln xmlns:a="http://schemas.openxmlformats.org/drawingml/2006/main" w="6668">
            <a:solidFill>
              <a:srgbClr val="9D9D9D"/>
            </a:solidFill>
          </a:ln>
        </p:spPr>
      </p:sp>
      <p:sp>
        <p:nvSpPr>
          <p:cNvPr id="1161" name="g1546">
            <a:extLst xmlns:a="http://schemas.openxmlformats.org/drawingml/2006/main">
              <a:ext uri="{FF2B5EF4-FFF2-40B4-BE49-F238E27FC236}">
                <a16:creationId xmlns:a16="http://schemas.microsoft.com/office/drawing/2014/main" id="{A0D603E8-9064-4826-8E87-5AB00609B77D}"/>
              </a:ext>
            </a:extLst>
          </p:cNvPr>
          <p:cNvSpPr>
            <a:spLocks xmlns:a="http://schemas.openxmlformats.org/drawingml/2006/main" noGrp="1"/>
          </p:cNvSpPr>
          <p:nvPr/>
        </p:nvSpPr>
        <p:spPr>
          <a:xfrm xmlns:a="http://schemas.openxmlformats.org/drawingml/2006/main">
            <a:off x="4426732" y="3408927"/>
            <a:ext cx="6755" cy="3114"/>
          </a:xfrm>
          <a:custGeom xmlns:a="http://schemas.openxmlformats.org/drawingml/2006/main">
            <a:pathLst>
              <a:path w="6755" h="3114">
                <a:moveTo>
                  <a:pt x="0" y="3114"/>
                </a:moveTo>
                <a:lnTo>
                  <a:pt x="6755" y="0"/>
                </a:lnTo>
              </a:path>
            </a:pathLst>
          </a:custGeom>
          <a:noFill xmlns:a="http://schemas.openxmlformats.org/drawingml/2006/main"/>
          <a:ln xmlns:a="http://schemas.openxmlformats.org/drawingml/2006/main" w="6668">
            <a:solidFill>
              <a:srgbClr val="9D9D9D"/>
            </a:solidFill>
          </a:ln>
        </p:spPr>
      </p:sp>
      <p:sp>
        <p:nvSpPr>
          <p:cNvPr id="1162" name="g1547">
            <a:extLst xmlns:a="http://schemas.openxmlformats.org/drawingml/2006/main">
              <a:ext uri="{FF2B5EF4-FFF2-40B4-BE49-F238E27FC236}">
                <a16:creationId xmlns:a16="http://schemas.microsoft.com/office/drawing/2014/main" id="{654EDBA4-CDE0-4D52-B375-D6734EFBA4E8}"/>
              </a:ext>
            </a:extLst>
          </p:cNvPr>
          <p:cNvSpPr>
            <a:spLocks xmlns:a="http://schemas.openxmlformats.org/drawingml/2006/main" noGrp="1"/>
          </p:cNvSpPr>
          <p:nvPr/>
        </p:nvSpPr>
        <p:spPr>
          <a:xfrm xmlns:a="http://schemas.openxmlformats.org/drawingml/2006/main">
            <a:off x="4433488" y="3401611"/>
            <a:ext cx="19830" cy="7316"/>
          </a:xfrm>
          <a:custGeom xmlns:a="http://schemas.openxmlformats.org/drawingml/2006/main">
            <a:pathLst>
              <a:path w="19830" h="7316">
                <a:moveTo>
                  <a:pt x="0" y="7316"/>
                </a:moveTo>
                <a:lnTo>
                  <a:pt x="19830" y="0"/>
                </a:lnTo>
              </a:path>
            </a:pathLst>
          </a:custGeom>
          <a:noFill xmlns:a="http://schemas.openxmlformats.org/drawingml/2006/main"/>
          <a:ln xmlns:a="http://schemas.openxmlformats.org/drawingml/2006/main" w="6668">
            <a:solidFill>
              <a:srgbClr val="9D9D9D"/>
            </a:solidFill>
          </a:ln>
        </p:spPr>
      </p:sp>
      <p:sp>
        <p:nvSpPr>
          <p:cNvPr id="1163" name="g1548">
            <a:extLst xmlns:a="http://schemas.openxmlformats.org/drawingml/2006/main">
              <a:ext uri="{FF2B5EF4-FFF2-40B4-BE49-F238E27FC236}">
                <a16:creationId xmlns:a16="http://schemas.microsoft.com/office/drawing/2014/main" id="{4FCECE7F-2CD7-452D-9E31-CB302BFEC77D}"/>
              </a:ext>
            </a:extLst>
          </p:cNvPr>
          <p:cNvSpPr>
            <a:spLocks xmlns:a="http://schemas.openxmlformats.org/drawingml/2006/main" noGrp="1"/>
          </p:cNvSpPr>
          <p:nvPr/>
        </p:nvSpPr>
        <p:spPr>
          <a:xfrm xmlns:a="http://schemas.openxmlformats.org/drawingml/2006/main">
            <a:off x="4471476" y="3391376"/>
            <a:ext cx="16029" cy="4521"/>
          </a:xfrm>
          <a:custGeom xmlns:a="http://schemas.openxmlformats.org/drawingml/2006/main">
            <a:pathLst>
              <a:path w="16029" h="4521">
                <a:moveTo>
                  <a:pt x="0" y="4521"/>
                </a:moveTo>
                <a:lnTo>
                  <a:pt x="16029" y="0"/>
                </a:lnTo>
              </a:path>
            </a:pathLst>
          </a:custGeom>
          <a:noFill xmlns:a="http://schemas.openxmlformats.org/drawingml/2006/main"/>
          <a:ln xmlns:a="http://schemas.openxmlformats.org/drawingml/2006/main" w="6668">
            <a:solidFill>
              <a:srgbClr val="9D9D9D"/>
            </a:solidFill>
          </a:ln>
        </p:spPr>
      </p:sp>
      <p:sp>
        <p:nvSpPr>
          <p:cNvPr id="1164" name="g1549">
            <a:extLst xmlns:a="http://schemas.openxmlformats.org/drawingml/2006/main">
              <a:ext uri="{FF2B5EF4-FFF2-40B4-BE49-F238E27FC236}">
                <a16:creationId xmlns:a16="http://schemas.microsoft.com/office/drawing/2014/main" id="{3F2EA3EE-C841-40CA-94D9-408B17CC8D56}"/>
              </a:ext>
            </a:extLst>
          </p:cNvPr>
          <p:cNvSpPr>
            <a:spLocks xmlns:a="http://schemas.openxmlformats.org/drawingml/2006/main" noGrp="1"/>
          </p:cNvSpPr>
          <p:nvPr/>
        </p:nvSpPr>
        <p:spPr>
          <a:xfrm xmlns:a="http://schemas.openxmlformats.org/drawingml/2006/main">
            <a:off x="4487504" y="3389050"/>
            <a:ext cx="11692" cy="2326"/>
          </a:xfrm>
          <a:custGeom xmlns:a="http://schemas.openxmlformats.org/drawingml/2006/main">
            <a:pathLst>
              <a:path w="11692" h="2326">
                <a:moveTo>
                  <a:pt x="0" y="2326"/>
                </a:moveTo>
                <a:lnTo>
                  <a:pt x="11692" y="0"/>
                </a:lnTo>
              </a:path>
            </a:pathLst>
          </a:custGeom>
          <a:noFill xmlns:a="http://schemas.openxmlformats.org/drawingml/2006/main"/>
          <a:ln xmlns:a="http://schemas.openxmlformats.org/drawingml/2006/main" w="6668">
            <a:solidFill>
              <a:srgbClr val="9D9D9D"/>
            </a:solidFill>
          </a:ln>
        </p:spPr>
      </p:sp>
      <p:sp>
        <p:nvSpPr>
          <p:cNvPr id="1165" name="g1550">
            <a:extLst xmlns:a="http://schemas.openxmlformats.org/drawingml/2006/main">
              <a:ext uri="{FF2B5EF4-FFF2-40B4-BE49-F238E27FC236}">
                <a16:creationId xmlns:a16="http://schemas.microsoft.com/office/drawing/2014/main" id="{6E62FE2C-D428-43E6-BC5D-8086D33CB865}"/>
              </a:ext>
            </a:extLst>
          </p:cNvPr>
          <p:cNvSpPr>
            <a:spLocks xmlns:a="http://schemas.openxmlformats.org/drawingml/2006/main" noGrp="1"/>
          </p:cNvSpPr>
          <p:nvPr/>
        </p:nvSpPr>
        <p:spPr>
          <a:xfrm xmlns:a="http://schemas.openxmlformats.org/drawingml/2006/main">
            <a:off x="4517912" y="3382491"/>
            <a:ext cx="25690" cy="3041"/>
          </a:xfrm>
          <a:custGeom xmlns:a="http://schemas.openxmlformats.org/drawingml/2006/main">
            <a:pathLst>
              <a:path w="25690" h="3041">
                <a:moveTo>
                  <a:pt x="0" y="3041"/>
                </a:moveTo>
                <a:lnTo>
                  <a:pt x="25690" y="0"/>
                </a:lnTo>
              </a:path>
            </a:pathLst>
          </a:custGeom>
          <a:noFill xmlns:a="http://schemas.openxmlformats.org/drawingml/2006/main"/>
          <a:ln xmlns:a="http://schemas.openxmlformats.org/drawingml/2006/main" w="6668">
            <a:solidFill>
              <a:srgbClr val="9D9D9D"/>
            </a:solidFill>
          </a:ln>
        </p:spPr>
      </p:sp>
      <p:sp>
        <p:nvSpPr>
          <p:cNvPr id="1166" name="g1551">
            <a:extLst xmlns:a="http://schemas.openxmlformats.org/drawingml/2006/main">
              <a:ext uri="{FF2B5EF4-FFF2-40B4-BE49-F238E27FC236}">
                <a16:creationId xmlns:a16="http://schemas.microsoft.com/office/drawing/2014/main" id="{C2398F01-A6CA-4277-BE0C-0F6585255B6D}"/>
              </a:ext>
            </a:extLst>
          </p:cNvPr>
          <p:cNvSpPr>
            <a:spLocks xmlns:a="http://schemas.openxmlformats.org/drawingml/2006/main" noGrp="1"/>
          </p:cNvSpPr>
          <p:nvPr/>
        </p:nvSpPr>
        <p:spPr>
          <a:xfrm xmlns:a="http://schemas.openxmlformats.org/drawingml/2006/main">
            <a:off x="4543602" y="3382385"/>
            <a:ext cx="2704" cy="953"/>
          </a:xfrm>
          <a:custGeom xmlns:a="http://schemas.openxmlformats.org/drawingml/2006/main">
            <a:pathLst>
              <a:path w="2704" h="953">
                <a:moveTo>
                  <a:pt x="0" y="106"/>
                </a:moveTo>
                <a:lnTo>
                  <a:pt x="2704" y="0"/>
                </a:lnTo>
              </a:path>
            </a:pathLst>
          </a:custGeom>
          <a:noFill xmlns:a="http://schemas.openxmlformats.org/drawingml/2006/main"/>
          <a:ln xmlns:a="http://schemas.openxmlformats.org/drawingml/2006/main" w="6668">
            <a:solidFill>
              <a:srgbClr val="9D9D9D"/>
            </a:solidFill>
          </a:ln>
        </p:spPr>
      </p:sp>
      <p:sp>
        <p:nvSpPr>
          <p:cNvPr id="1167" name="g1552">
            <a:extLst xmlns:a="http://schemas.openxmlformats.org/drawingml/2006/main">
              <a:ext uri="{FF2B5EF4-FFF2-40B4-BE49-F238E27FC236}">
                <a16:creationId xmlns:a16="http://schemas.microsoft.com/office/drawing/2014/main" id="{7AFC3B64-E93E-449B-B4C8-4ACF287BDF53}"/>
              </a:ext>
            </a:extLst>
          </p:cNvPr>
          <p:cNvSpPr>
            <a:spLocks xmlns:a="http://schemas.openxmlformats.org/drawingml/2006/main" noGrp="1"/>
          </p:cNvSpPr>
          <p:nvPr/>
        </p:nvSpPr>
        <p:spPr>
          <a:xfrm xmlns:a="http://schemas.openxmlformats.org/drawingml/2006/main">
            <a:off x="4565341" y="3381375"/>
            <a:ext cx="6659" cy="953"/>
          </a:xfrm>
          <a:custGeom xmlns:a="http://schemas.openxmlformats.org/drawingml/2006/main">
            <a:pathLst>
              <a:path w="6659" h="953">
                <a:moveTo>
                  <a:pt x="0" y="262"/>
                </a:moveTo>
                <a:lnTo>
                  <a:pt x="6659" y="0"/>
                </a:lnTo>
              </a:path>
            </a:pathLst>
          </a:custGeom>
          <a:noFill xmlns:a="http://schemas.openxmlformats.org/drawingml/2006/main"/>
          <a:ln xmlns:a="http://schemas.openxmlformats.org/drawingml/2006/main" w="6668">
            <a:solidFill>
              <a:srgbClr val="9D9D9D"/>
            </a:solidFill>
          </a:ln>
        </p:spPr>
      </p:sp>
      <p:sp>
        <p:nvSpPr>
          <p:cNvPr id="1168" name="g1553">
            <a:extLst xmlns:a="http://schemas.openxmlformats.org/drawingml/2006/main">
              <a:ext uri="{FF2B5EF4-FFF2-40B4-BE49-F238E27FC236}">
                <a16:creationId xmlns:a16="http://schemas.microsoft.com/office/drawing/2014/main" id="{C2E24D7B-7C4B-4FEC-AE16-823D91E10AFB}"/>
              </a:ext>
            </a:extLst>
          </p:cNvPr>
          <p:cNvSpPr>
            <a:spLocks xmlns:a="http://schemas.openxmlformats.org/drawingml/2006/main" noGrp="1"/>
          </p:cNvSpPr>
          <p:nvPr/>
        </p:nvSpPr>
        <p:spPr>
          <a:xfrm xmlns:a="http://schemas.openxmlformats.org/drawingml/2006/main">
            <a:off x="4572000" y="3381375"/>
            <a:ext cx="21911" cy="953"/>
          </a:xfrm>
          <a:custGeom xmlns:a="http://schemas.openxmlformats.org/drawingml/2006/main">
            <a:pathLst>
              <a:path w="21911" h="953">
                <a:moveTo>
                  <a:pt x="0" y="0"/>
                </a:moveTo>
                <a:lnTo>
                  <a:pt x="21911" y="0"/>
                </a:lnTo>
              </a:path>
            </a:pathLst>
          </a:custGeom>
          <a:noFill xmlns:a="http://schemas.openxmlformats.org/drawingml/2006/main"/>
          <a:ln xmlns:a="http://schemas.openxmlformats.org/drawingml/2006/main" w="6668">
            <a:solidFill>
              <a:srgbClr val="9D9D9D"/>
            </a:solidFill>
          </a:ln>
        </p:spPr>
      </p:sp>
      <p:sp>
        <p:nvSpPr>
          <p:cNvPr id="1169" name="g1554">
            <a:extLst xmlns:a="http://schemas.openxmlformats.org/drawingml/2006/main">
              <a:ext uri="{FF2B5EF4-FFF2-40B4-BE49-F238E27FC236}">
                <a16:creationId xmlns:a16="http://schemas.microsoft.com/office/drawing/2014/main" id="{E039ADD3-9E2C-4B13-B79D-3F217823F1A8}"/>
              </a:ext>
            </a:extLst>
          </p:cNvPr>
          <p:cNvSpPr>
            <a:spLocks xmlns:a="http://schemas.openxmlformats.org/drawingml/2006/main" noGrp="1"/>
          </p:cNvSpPr>
          <p:nvPr/>
        </p:nvSpPr>
        <p:spPr>
          <a:xfrm xmlns:a="http://schemas.openxmlformats.org/drawingml/2006/main">
            <a:off x="4612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0" name="g1555">
            <a:extLst xmlns:a="http://schemas.openxmlformats.org/drawingml/2006/main">
              <a:ext uri="{FF2B5EF4-FFF2-40B4-BE49-F238E27FC236}">
                <a16:creationId xmlns:a16="http://schemas.microsoft.com/office/drawing/2014/main" id="{8D2C8502-2D35-4063-AE18-EE13DC89C736}"/>
              </a:ext>
            </a:extLst>
          </p:cNvPr>
          <p:cNvSpPr>
            <a:spLocks xmlns:a="http://schemas.openxmlformats.org/drawingml/2006/main" noGrp="1"/>
          </p:cNvSpPr>
          <p:nvPr/>
        </p:nvSpPr>
        <p:spPr>
          <a:xfrm xmlns:a="http://schemas.openxmlformats.org/drawingml/2006/main">
            <a:off x="4660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1" name="g1556">
            <a:extLst xmlns:a="http://schemas.openxmlformats.org/drawingml/2006/main">
              <a:ext uri="{FF2B5EF4-FFF2-40B4-BE49-F238E27FC236}">
                <a16:creationId xmlns:a16="http://schemas.microsoft.com/office/drawing/2014/main" id="{C6A53CA0-5EC5-4767-A365-175F0AC04BD0}"/>
              </a:ext>
            </a:extLst>
          </p:cNvPr>
          <p:cNvSpPr>
            <a:spLocks xmlns:a="http://schemas.openxmlformats.org/drawingml/2006/main" noGrp="1"/>
          </p:cNvSpPr>
          <p:nvPr/>
        </p:nvSpPr>
        <p:spPr>
          <a:xfrm xmlns:a="http://schemas.openxmlformats.org/drawingml/2006/main">
            <a:off x="4708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2" name="g1557">
            <a:extLst xmlns:a="http://schemas.openxmlformats.org/drawingml/2006/main">
              <a:ext uri="{FF2B5EF4-FFF2-40B4-BE49-F238E27FC236}">
                <a16:creationId xmlns:a16="http://schemas.microsoft.com/office/drawing/2014/main" id="{EA47957B-4D8A-4131-A82F-FC264D7C7A2B}"/>
              </a:ext>
            </a:extLst>
          </p:cNvPr>
          <p:cNvSpPr>
            <a:spLocks xmlns:a="http://schemas.openxmlformats.org/drawingml/2006/main" noGrp="1"/>
          </p:cNvSpPr>
          <p:nvPr/>
        </p:nvSpPr>
        <p:spPr>
          <a:xfrm xmlns:a="http://schemas.openxmlformats.org/drawingml/2006/main">
            <a:off x="4755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3" name="g1558">
            <a:extLst xmlns:a="http://schemas.openxmlformats.org/drawingml/2006/main">
              <a:ext uri="{FF2B5EF4-FFF2-40B4-BE49-F238E27FC236}">
                <a16:creationId xmlns:a16="http://schemas.microsoft.com/office/drawing/2014/main" id="{36574925-DEB9-420B-9D72-F73D3AA1301A}"/>
              </a:ext>
            </a:extLst>
          </p:cNvPr>
          <p:cNvSpPr>
            <a:spLocks xmlns:a="http://schemas.openxmlformats.org/drawingml/2006/main" noGrp="1"/>
          </p:cNvSpPr>
          <p:nvPr/>
        </p:nvSpPr>
        <p:spPr>
          <a:xfrm xmlns:a="http://schemas.openxmlformats.org/drawingml/2006/main">
            <a:off x="4803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4" name="g1559">
            <a:extLst xmlns:a="http://schemas.openxmlformats.org/drawingml/2006/main">
              <a:ext uri="{FF2B5EF4-FFF2-40B4-BE49-F238E27FC236}">
                <a16:creationId xmlns:a16="http://schemas.microsoft.com/office/drawing/2014/main" id="{0E95CC07-78BF-42D0-8315-2A62C5C3533E}"/>
              </a:ext>
            </a:extLst>
          </p:cNvPr>
          <p:cNvSpPr>
            <a:spLocks xmlns:a="http://schemas.openxmlformats.org/drawingml/2006/main" noGrp="1"/>
          </p:cNvSpPr>
          <p:nvPr/>
        </p:nvSpPr>
        <p:spPr>
          <a:xfrm xmlns:a="http://schemas.openxmlformats.org/drawingml/2006/main">
            <a:off x="4851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5" name="g1560">
            <a:extLst xmlns:a="http://schemas.openxmlformats.org/drawingml/2006/main">
              <a:ext uri="{FF2B5EF4-FFF2-40B4-BE49-F238E27FC236}">
                <a16:creationId xmlns:a16="http://schemas.microsoft.com/office/drawing/2014/main" id="{16C4DC8F-32C6-4790-A3C0-129FC083C2F6}"/>
              </a:ext>
            </a:extLst>
          </p:cNvPr>
          <p:cNvSpPr>
            <a:spLocks xmlns:a="http://schemas.openxmlformats.org/drawingml/2006/main" noGrp="1"/>
          </p:cNvSpPr>
          <p:nvPr/>
        </p:nvSpPr>
        <p:spPr>
          <a:xfrm xmlns:a="http://schemas.openxmlformats.org/drawingml/2006/main">
            <a:off x="4898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6" name="g1561">
            <a:extLst xmlns:a="http://schemas.openxmlformats.org/drawingml/2006/main">
              <a:ext uri="{FF2B5EF4-FFF2-40B4-BE49-F238E27FC236}">
                <a16:creationId xmlns:a16="http://schemas.microsoft.com/office/drawing/2014/main" id="{F8DFC052-0D0E-4AEC-8AF1-31525C8EB588}"/>
              </a:ext>
            </a:extLst>
          </p:cNvPr>
          <p:cNvSpPr>
            <a:spLocks xmlns:a="http://schemas.openxmlformats.org/drawingml/2006/main" noGrp="1"/>
          </p:cNvSpPr>
          <p:nvPr/>
        </p:nvSpPr>
        <p:spPr>
          <a:xfrm xmlns:a="http://schemas.openxmlformats.org/drawingml/2006/main">
            <a:off x="4946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7" name="g1562">
            <a:extLst xmlns:a="http://schemas.openxmlformats.org/drawingml/2006/main">
              <a:ext uri="{FF2B5EF4-FFF2-40B4-BE49-F238E27FC236}">
                <a16:creationId xmlns:a16="http://schemas.microsoft.com/office/drawing/2014/main" id="{5D519E54-AF3E-4C2B-90DC-4D18BD6C605E}"/>
              </a:ext>
            </a:extLst>
          </p:cNvPr>
          <p:cNvSpPr>
            <a:spLocks xmlns:a="http://schemas.openxmlformats.org/drawingml/2006/main" noGrp="1"/>
          </p:cNvSpPr>
          <p:nvPr/>
        </p:nvSpPr>
        <p:spPr>
          <a:xfrm xmlns:a="http://schemas.openxmlformats.org/drawingml/2006/main">
            <a:off x="4993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8" name="g1563">
            <a:extLst xmlns:a="http://schemas.openxmlformats.org/drawingml/2006/main">
              <a:ext uri="{FF2B5EF4-FFF2-40B4-BE49-F238E27FC236}">
                <a16:creationId xmlns:a16="http://schemas.microsoft.com/office/drawing/2014/main" id="{9A843039-3995-4F20-9109-4565742CDE76}"/>
              </a:ext>
            </a:extLst>
          </p:cNvPr>
          <p:cNvSpPr>
            <a:spLocks xmlns:a="http://schemas.openxmlformats.org/drawingml/2006/main" noGrp="1"/>
          </p:cNvSpPr>
          <p:nvPr/>
        </p:nvSpPr>
        <p:spPr>
          <a:xfrm xmlns:a="http://schemas.openxmlformats.org/drawingml/2006/main">
            <a:off x="5041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79" name="g1564">
            <a:extLst xmlns:a="http://schemas.openxmlformats.org/drawingml/2006/main">
              <a:ext uri="{FF2B5EF4-FFF2-40B4-BE49-F238E27FC236}">
                <a16:creationId xmlns:a16="http://schemas.microsoft.com/office/drawing/2014/main" id="{7BB63716-05DA-455D-BE21-815BC0409A9E}"/>
              </a:ext>
            </a:extLst>
          </p:cNvPr>
          <p:cNvSpPr>
            <a:spLocks xmlns:a="http://schemas.openxmlformats.org/drawingml/2006/main" noGrp="1"/>
          </p:cNvSpPr>
          <p:nvPr/>
        </p:nvSpPr>
        <p:spPr>
          <a:xfrm xmlns:a="http://schemas.openxmlformats.org/drawingml/2006/main">
            <a:off x="5089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0" name="g1565">
            <a:extLst xmlns:a="http://schemas.openxmlformats.org/drawingml/2006/main">
              <a:ext uri="{FF2B5EF4-FFF2-40B4-BE49-F238E27FC236}">
                <a16:creationId xmlns:a16="http://schemas.microsoft.com/office/drawing/2014/main" id="{3C18A328-E196-4880-8F06-005253A40DC0}"/>
              </a:ext>
            </a:extLst>
          </p:cNvPr>
          <p:cNvSpPr>
            <a:spLocks xmlns:a="http://schemas.openxmlformats.org/drawingml/2006/main" noGrp="1"/>
          </p:cNvSpPr>
          <p:nvPr/>
        </p:nvSpPr>
        <p:spPr>
          <a:xfrm xmlns:a="http://schemas.openxmlformats.org/drawingml/2006/main">
            <a:off x="5136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1" name="g1566">
            <a:extLst xmlns:a="http://schemas.openxmlformats.org/drawingml/2006/main">
              <a:ext uri="{FF2B5EF4-FFF2-40B4-BE49-F238E27FC236}">
                <a16:creationId xmlns:a16="http://schemas.microsoft.com/office/drawing/2014/main" id="{7F9106D1-6C11-484C-9045-B8D696ED0DD4}"/>
              </a:ext>
            </a:extLst>
          </p:cNvPr>
          <p:cNvSpPr>
            <a:spLocks xmlns:a="http://schemas.openxmlformats.org/drawingml/2006/main" noGrp="1"/>
          </p:cNvSpPr>
          <p:nvPr/>
        </p:nvSpPr>
        <p:spPr>
          <a:xfrm xmlns:a="http://schemas.openxmlformats.org/drawingml/2006/main">
            <a:off x="5184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2" name="g1567">
            <a:extLst xmlns:a="http://schemas.openxmlformats.org/drawingml/2006/main">
              <a:ext uri="{FF2B5EF4-FFF2-40B4-BE49-F238E27FC236}">
                <a16:creationId xmlns:a16="http://schemas.microsoft.com/office/drawing/2014/main" id="{FCBE371B-C80D-463E-89EC-97502C601E1D}"/>
              </a:ext>
            </a:extLst>
          </p:cNvPr>
          <p:cNvSpPr>
            <a:spLocks xmlns:a="http://schemas.openxmlformats.org/drawingml/2006/main" noGrp="1"/>
          </p:cNvSpPr>
          <p:nvPr/>
        </p:nvSpPr>
        <p:spPr>
          <a:xfrm xmlns:a="http://schemas.openxmlformats.org/drawingml/2006/main">
            <a:off x="5232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3" name="g1568">
            <a:extLst xmlns:a="http://schemas.openxmlformats.org/drawingml/2006/main">
              <a:ext uri="{FF2B5EF4-FFF2-40B4-BE49-F238E27FC236}">
                <a16:creationId xmlns:a16="http://schemas.microsoft.com/office/drawing/2014/main" id="{E762EB0E-7B9F-4B80-BF3B-E2787DAA681E}"/>
              </a:ext>
            </a:extLst>
          </p:cNvPr>
          <p:cNvSpPr>
            <a:spLocks xmlns:a="http://schemas.openxmlformats.org/drawingml/2006/main" noGrp="1"/>
          </p:cNvSpPr>
          <p:nvPr/>
        </p:nvSpPr>
        <p:spPr>
          <a:xfrm xmlns:a="http://schemas.openxmlformats.org/drawingml/2006/main">
            <a:off x="5279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4" name="g1569">
            <a:extLst xmlns:a="http://schemas.openxmlformats.org/drawingml/2006/main">
              <a:ext uri="{FF2B5EF4-FFF2-40B4-BE49-F238E27FC236}">
                <a16:creationId xmlns:a16="http://schemas.microsoft.com/office/drawing/2014/main" id="{716A4C2A-A28A-4EF4-A04B-DC919D209CD5}"/>
              </a:ext>
            </a:extLst>
          </p:cNvPr>
          <p:cNvSpPr>
            <a:spLocks xmlns:a="http://schemas.openxmlformats.org/drawingml/2006/main" noGrp="1"/>
          </p:cNvSpPr>
          <p:nvPr/>
        </p:nvSpPr>
        <p:spPr>
          <a:xfrm xmlns:a="http://schemas.openxmlformats.org/drawingml/2006/main">
            <a:off x="5327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5" name="g1570">
            <a:extLst xmlns:a="http://schemas.openxmlformats.org/drawingml/2006/main">
              <a:ext uri="{FF2B5EF4-FFF2-40B4-BE49-F238E27FC236}">
                <a16:creationId xmlns:a16="http://schemas.microsoft.com/office/drawing/2014/main" id="{FD30DB32-2F9F-4807-A5F9-5DCDBD9C24EF}"/>
              </a:ext>
            </a:extLst>
          </p:cNvPr>
          <p:cNvSpPr>
            <a:spLocks xmlns:a="http://schemas.openxmlformats.org/drawingml/2006/main" noGrp="1"/>
          </p:cNvSpPr>
          <p:nvPr/>
        </p:nvSpPr>
        <p:spPr>
          <a:xfrm xmlns:a="http://schemas.openxmlformats.org/drawingml/2006/main">
            <a:off x="5374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6" name="g1571">
            <a:extLst xmlns:a="http://schemas.openxmlformats.org/drawingml/2006/main">
              <a:ext uri="{FF2B5EF4-FFF2-40B4-BE49-F238E27FC236}">
                <a16:creationId xmlns:a16="http://schemas.microsoft.com/office/drawing/2014/main" id="{F764D1FE-C0DB-4CED-91B9-E6C98F6FAD8E}"/>
              </a:ext>
            </a:extLst>
          </p:cNvPr>
          <p:cNvSpPr>
            <a:spLocks xmlns:a="http://schemas.openxmlformats.org/drawingml/2006/main" noGrp="1"/>
          </p:cNvSpPr>
          <p:nvPr/>
        </p:nvSpPr>
        <p:spPr>
          <a:xfrm xmlns:a="http://schemas.openxmlformats.org/drawingml/2006/main">
            <a:off x="5422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7" name="g1572">
            <a:extLst xmlns:a="http://schemas.openxmlformats.org/drawingml/2006/main">
              <a:ext uri="{FF2B5EF4-FFF2-40B4-BE49-F238E27FC236}">
                <a16:creationId xmlns:a16="http://schemas.microsoft.com/office/drawing/2014/main" id="{0D7E02E6-A8F0-41CA-AC23-D408D5D345A1}"/>
              </a:ext>
            </a:extLst>
          </p:cNvPr>
          <p:cNvSpPr>
            <a:spLocks xmlns:a="http://schemas.openxmlformats.org/drawingml/2006/main" noGrp="1"/>
          </p:cNvSpPr>
          <p:nvPr/>
        </p:nvSpPr>
        <p:spPr>
          <a:xfrm xmlns:a="http://schemas.openxmlformats.org/drawingml/2006/main">
            <a:off x="5470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8" name="g1573">
            <a:extLst xmlns:a="http://schemas.openxmlformats.org/drawingml/2006/main">
              <a:ext uri="{FF2B5EF4-FFF2-40B4-BE49-F238E27FC236}">
                <a16:creationId xmlns:a16="http://schemas.microsoft.com/office/drawing/2014/main" id="{ABAFBA23-1670-46B2-A5A7-E2248FBD4D53}"/>
              </a:ext>
            </a:extLst>
          </p:cNvPr>
          <p:cNvSpPr>
            <a:spLocks xmlns:a="http://schemas.openxmlformats.org/drawingml/2006/main" noGrp="1"/>
          </p:cNvSpPr>
          <p:nvPr/>
        </p:nvSpPr>
        <p:spPr>
          <a:xfrm xmlns:a="http://schemas.openxmlformats.org/drawingml/2006/main">
            <a:off x="5517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89" name="g1574">
            <a:extLst xmlns:a="http://schemas.openxmlformats.org/drawingml/2006/main">
              <a:ext uri="{FF2B5EF4-FFF2-40B4-BE49-F238E27FC236}">
                <a16:creationId xmlns:a16="http://schemas.microsoft.com/office/drawing/2014/main" id="{1F7940CB-27CE-4BFC-A045-FA48A33B4176}"/>
              </a:ext>
            </a:extLst>
          </p:cNvPr>
          <p:cNvSpPr>
            <a:spLocks xmlns:a="http://schemas.openxmlformats.org/drawingml/2006/main" noGrp="1"/>
          </p:cNvSpPr>
          <p:nvPr/>
        </p:nvSpPr>
        <p:spPr>
          <a:xfrm xmlns:a="http://schemas.openxmlformats.org/drawingml/2006/main">
            <a:off x="5565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0" name="g1575">
            <a:extLst xmlns:a="http://schemas.openxmlformats.org/drawingml/2006/main">
              <a:ext uri="{FF2B5EF4-FFF2-40B4-BE49-F238E27FC236}">
                <a16:creationId xmlns:a16="http://schemas.microsoft.com/office/drawing/2014/main" id="{21836911-8B9D-4504-8170-F3112B6A744D}"/>
              </a:ext>
            </a:extLst>
          </p:cNvPr>
          <p:cNvSpPr>
            <a:spLocks xmlns:a="http://schemas.openxmlformats.org/drawingml/2006/main" noGrp="1"/>
          </p:cNvSpPr>
          <p:nvPr/>
        </p:nvSpPr>
        <p:spPr>
          <a:xfrm xmlns:a="http://schemas.openxmlformats.org/drawingml/2006/main">
            <a:off x="5613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1" name="g1576">
            <a:extLst xmlns:a="http://schemas.openxmlformats.org/drawingml/2006/main">
              <a:ext uri="{FF2B5EF4-FFF2-40B4-BE49-F238E27FC236}">
                <a16:creationId xmlns:a16="http://schemas.microsoft.com/office/drawing/2014/main" id="{6ED90D33-FFBF-43EF-80D8-0CF3669A7E8C}"/>
              </a:ext>
            </a:extLst>
          </p:cNvPr>
          <p:cNvSpPr>
            <a:spLocks xmlns:a="http://schemas.openxmlformats.org/drawingml/2006/main" noGrp="1"/>
          </p:cNvSpPr>
          <p:nvPr/>
        </p:nvSpPr>
        <p:spPr>
          <a:xfrm xmlns:a="http://schemas.openxmlformats.org/drawingml/2006/main">
            <a:off x="5660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2" name="g1577">
            <a:extLst xmlns:a="http://schemas.openxmlformats.org/drawingml/2006/main">
              <a:ext uri="{FF2B5EF4-FFF2-40B4-BE49-F238E27FC236}">
                <a16:creationId xmlns:a16="http://schemas.microsoft.com/office/drawing/2014/main" id="{8AE9A954-81F7-44A8-B5C6-C67B9BCD9727}"/>
              </a:ext>
            </a:extLst>
          </p:cNvPr>
          <p:cNvSpPr>
            <a:spLocks xmlns:a="http://schemas.openxmlformats.org/drawingml/2006/main" noGrp="1"/>
          </p:cNvSpPr>
          <p:nvPr/>
        </p:nvSpPr>
        <p:spPr>
          <a:xfrm xmlns:a="http://schemas.openxmlformats.org/drawingml/2006/main">
            <a:off x="5708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3" name="g1578">
            <a:extLst xmlns:a="http://schemas.openxmlformats.org/drawingml/2006/main">
              <a:ext uri="{FF2B5EF4-FFF2-40B4-BE49-F238E27FC236}">
                <a16:creationId xmlns:a16="http://schemas.microsoft.com/office/drawing/2014/main" id="{75D078FB-4CD2-457C-BFB5-5FE6A6529174}"/>
              </a:ext>
            </a:extLst>
          </p:cNvPr>
          <p:cNvSpPr>
            <a:spLocks xmlns:a="http://schemas.openxmlformats.org/drawingml/2006/main" noGrp="1"/>
          </p:cNvSpPr>
          <p:nvPr/>
        </p:nvSpPr>
        <p:spPr>
          <a:xfrm xmlns:a="http://schemas.openxmlformats.org/drawingml/2006/main">
            <a:off x="5755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4" name="g1579">
            <a:extLst xmlns:a="http://schemas.openxmlformats.org/drawingml/2006/main">
              <a:ext uri="{FF2B5EF4-FFF2-40B4-BE49-F238E27FC236}">
                <a16:creationId xmlns:a16="http://schemas.microsoft.com/office/drawing/2014/main" id="{283FE9D5-5C2B-4586-89EB-F5785009E123}"/>
              </a:ext>
            </a:extLst>
          </p:cNvPr>
          <p:cNvSpPr>
            <a:spLocks xmlns:a="http://schemas.openxmlformats.org/drawingml/2006/main" noGrp="1"/>
          </p:cNvSpPr>
          <p:nvPr/>
        </p:nvSpPr>
        <p:spPr>
          <a:xfrm xmlns:a="http://schemas.openxmlformats.org/drawingml/2006/main">
            <a:off x="5803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5" name="g1580">
            <a:extLst xmlns:a="http://schemas.openxmlformats.org/drawingml/2006/main">
              <a:ext uri="{FF2B5EF4-FFF2-40B4-BE49-F238E27FC236}">
                <a16:creationId xmlns:a16="http://schemas.microsoft.com/office/drawing/2014/main" id="{CF40A090-B7A9-427D-BD2D-7193FC6A6A0E}"/>
              </a:ext>
            </a:extLst>
          </p:cNvPr>
          <p:cNvSpPr>
            <a:spLocks xmlns:a="http://schemas.openxmlformats.org/drawingml/2006/main" noGrp="1"/>
          </p:cNvSpPr>
          <p:nvPr/>
        </p:nvSpPr>
        <p:spPr>
          <a:xfrm xmlns:a="http://schemas.openxmlformats.org/drawingml/2006/main">
            <a:off x="5851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6" name="g1581">
            <a:extLst xmlns:a="http://schemas.openxmlformats.org/drawingml/2006/main">
              <a:ext uri="{FF2B5EF4-FFF2-40B4-BE49-F238E27FC236}">
                <a16:creationId xmlns:a16="http://schemas.microsoft.com/office/drawing/2014/main" id="{EBF41F24-D019-4C39-838D-BB0014E94E47}"/>
              </a:ext>
            </a:extLst>
          </p:cNvPr>
          <p:cNvSpPr>
            <a:spLocks xmlns:a="http://schemas.openxmlformats.org/drawingml/2006/main" noGrp="1"/>
          </p:cNvSpPr>
          <p:nvPr/>
        </p:nvSpPr>
        <p:spPr>
          <a:xfrm xmlns:a="http://schemas.openxmlformats.org/drawingml/2006/main">
            <a:off x="5898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7" name="g1582">
            <a:extLst xmlns:a="http://schemas.openxmlformats.org/drawingml/2006/main">
              <a:ext uri="{FF2B5EF4-FFF2-40B4-BE49-F238E27FC236}">
                <a16:creationId xmlns:a16="http://schemas.microsoft.com/office/drawing/2014/main" id="{306287EF-56F6-43C5-950F-E81F280655F1}"/>
              </a:ext>
            </a:extLst>
          </p:cNvPr>
          <p:cNvSpPr>
            <a:spLocks xmlns:a="http://schemas.openxmlformats.org/drawingml/2006/main" noGrp="1"/>
          </p:cNvSpPr>
          <p:nvPr/>
        </p:nvSpPr>
        <p:spPr>
          <a:xfrm xmlns:a="http://schemas.openxmlformats.org/drawingml/2006/main">
            <a:off x="5946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8" name="g1583">
            <a:extLst xmlns:a="http://schemas.openxmlformats.org/drawingml/2006/main">
              <a:ext uri="{FF2B5EF4-FFF2-40B4-BE49-F238E27FC236}">
                <a16:creationId xmlns:a16="http://schemas.microsoft.com/office/drawing/2014/main" id="{05663153-1052-4B9B-9023-6BD4BCDEC188}"/>
              </a:ext>
            </a:extLst>
          </p:cNvPr>
          <p:cNvSpPr>
            <a:spLocks xmlns:a="http://schemas.openxmlformats.org/drawingml/2006/main" noGrp="1"/>
          </p:cNvSpPr>
          <p:nvPr/>
        </p:nvSpPr>
        <p:spPr>
          <a:xfrm xmlns:a="http://schemas.openxmlformats.org/drawingml/2006/main">
            <a:off x="5994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199" name="g1584">
            <a:extLst xmlns:a="http://schemas.openxmlformats.org/drawingml/2006/main">
              <a:ext uri="{FF2B5EF4-FFF2-40B4-BE49-F238E27FC236}">
                <a16:creationId xmlns:a16="http://schemas.microsoft.com/office/drawing/2014/main" id="{47105400-CF05-4FEB-93F3-D1091DA3C7D3}"/>
              </a:ext>
            </a:extLst>
          </p:cNvPr>
          <p:cNvSpPr>
            <a:spLocks xmlns:a="http://schemas.openxmlformats.org/drawingml/2006/main" noGrp="1"/>
          </p:cNvSpPr>
          <p:nvPr/>
        </p:nvSpPr>
        <p:spPr>
          <a:xfrm xmlns:a="http://schemas.openxmlformats.org/drawingml/2006/main">
            <a:off x="6041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0" name="g1585">
            <a:extLst xmlns:a="http://schemas.openxmlformats.org/drawingml/2006/main">
              <a:ext uri="{FF2B5EF4-FFF2-40B4-BE49-F238E27FC236}">
                <a16:creationId xmlns:a16="http://schemas.microsoft.com/office/drawing/2014/main" id="{FBD0195A-FD9F-4C75-8498-4DD6999D6565}"/>
              </a:ext>
            </a:extLst>
          </p:cNvPr>
          <p:cNvSpPr>
            <a:spLocks xmlns:a="http://schemas.openxmlformats.org/drawingml/2006/main" noGrp="1"/>
          </p:cNvSpPr>
          <p:nvPr/>
        </p:nvSpPr>
        <p:spPr>
          <a:xfrm xmlns:a="http://schemas.openxmlformats.org/drawingml/2006/main">
            <a:off x="6089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1" name="g1586">
            <a:extLst xmlns:a="http://schemas.openxmlformats.org/drawingml/2006/main">
              <a:ext uri="{FF2B5EF4-FFF2-40B4-BE49-F238E27FC236}">
                <a16:creationId xmlns:a16="http://schemas.microsoft.com/office/drawing/2014/main" id="{D35E6A4D-C5B4-48CC-BEBC-5A16743D2B67}"/>
              </a:ext>
            </a:extLst>
          </p:cNvPr>
          <p:cNvSpPr>
            <a:spLocks xmlns:a="http://schemas.openxmlformats.org/drawingml/2006/main" noGrp="1"/>
          </p:cNvSpPr>
          <p:nvPr/>
        </p:nvSpPr>
        <p:spPr>
          <a:xfrm xmlns:a="http://schemas.openxmlformats.org/drawingml/2006/main">
            <a:off x="6136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2" name="g1587">
            <a:extLst xmlns:a="http://schemas.openxmlformats.org/drawingml/2006/main">
              <a:ext uri="{FF2B5EF4-FFF2-40B4-BE49-F238E27FC236}">
                <a16:creationId xmlns:a16="http://schemas.microsoft.com/office/drawing/2014/main" id="{62D4A054-6307-45C5-BFAF-10DD4FC1A138}"/>
              </a:ext>
            </a:extLst>
          </p:cNvPr>
          <p:cNvSpPr>
            <a:spLocks xmlns:a="http://schemas.openxmlformats.org/drawingml/2006/main" noGrp="1"/>
          </p:cNvSpPr>
          <p:nvPr/>
        </p:nvSpPr>
        <p:spPr>
          <a:xfrm xmlns:a="http://schemas.openxmlformats.org/drawingml/2006/main">
            <a:off x="6184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3" name="g1588">
            <a:extLst xmlns:a="http://schemas.openxmlformats.org/drawingml/2006/main">
              <a:ext uri="{FF2B5EF4-FFF2-40B4-BE49-F238E27FC236}">
                <a16:creationId xmlns:a16="http://schemas.microsoft.com/office/drawing/2014/main" id="{A88BC946-EF87-42AA-8F16-C9BFB15CF076}"/>
              </a:ext>
            </a:extLst>
          </p:cNvPr>
          <p:cNvSpPr>
            <a:spLocks xmlns:a="http://schemas.openxmlformats.org/drawingml/2006/main" noGrp="1"/>
          </p:cNvSpPr>
          <p:nvPr/>
        </p:nvSpPr>
        <p:spPr>
          <a:xfrm xmlns:a="http://schemas.openxmlformats.org/drawingml/2006/main">
            <a:off x="6232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4" name="g1589">
            <a:extLst xmlns:a="http://schemas.openxmlformats.org/drawingml/2006/main">
              <a:ext uri="{FF2B5EF4-FFF2-40B4-BE49-F238E27FC236}">
                <a16:creationId xmlns:a16="http://schemas.microsoft.com/office/drawing/2014/main" id="{690C4543-43BC-4E6C-B908-F048D44445D3}"/>
              </a:ext>
            </a:extLst>
          </p:cNvPr>
          <p:cNvSpPr>
            <a:spLocks xmlns:a="http://schemas.openxmlformats.org/drawingml/2006/main" noGrp="1"/>
          </p:cNvSpPr>
          <p:nvPr/>
        </p:nvSpPr>
        <p:spPr>
          <a:xfrm xmlns:a="http://schemas.openxmlformats.org/drawingml/2006/main">
            <a:off x="6279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5" name="g1590">
            <a:extLst xmlns:a="http://schemas.openxmlformats.org/drawingml/2006/main">
              <a:ext uri="{FF2B5EF4-FFF2-40B4-BE49-F238E27FC236}">
                <a16:creationId xmlns:a16="http://schemas.microsoft.com/office/drawing/2014/main" id="{6B22B179-AE42-4015-9D8C-97EEEFDD2563}"/>
              </a:ext>
            </a:extLst>
          </p:cNvPr>
          <p:cNvSpPr>
            <a:spLocks xmlns:a="http://schemas.openxmlformats.org/drawingml/2006/main" noGrp="1"/>
          </p:cNvSpPr>
          <p:nvPr/>
        </p:nvSpPr>
        <p:spPr>
          <a:xfrm xmlns:a="http://schemas.openxmlformats.org/drawingml/2006/main">
            <a:off x="6327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6" name="g1591">
            <a:extLst xmlns:a="http://schemas.openxmlformats.org/drawingml/2006/main">
              <a:ext uri="{FF2B5EF4-FFF2-40B4-BE49-F238E27FC236}">
                <a16:creationId xmlns:a16="http://schemas.microsoft.com/office/drawing/2014/main" id="{B7015FA2-52E0-467D-9A06-34C4992A69C9}"/>
              </a:ext>
            </a:extLst>
          </p:cNvPr>
          <p:cNvSpPr>
            <a:spLocks xmlns:a="http://schemas.openxmlformats.org/drawingml/2006/main" noGrp="1"/>
          </p:cNvSpPr>
          <p:nvPr/>
        </p:nvSpPr>
        <p:spPr>
          <a:xfrm xmlns:a="http://schemas.openxmlformats.org/drawingml/2006/main">
            <a:off x="6375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7" name="g1592">
            <a:extLst xmlns:a="http://schemas.openxmlformats.org/drawingml/2006/main">
              <a:ext uri="{FF2B5EF4-FFF2-40B4-BE49-F238E27FC236}">
                <a16:creationId xmlns:a16="http://schemas.microsoft.com/office/drawing/2014/main" id="{8D016EED-3285-4EBF-BFDD-A96EA44E490E}"/>
              </a:ext>
            </a:extLst>
          </p:cNvPr>
          <p:cNvSpPr>
            <a:spLocks xmlns:a="http://schemas.openxmlformats.org/drawingml/2006/main" noGrp="1"/>
          </p:cNvSpPr>
          <p:nvPr/>
        </p:nvSpPr>
        <p:spPr>
          <a:xfrm xmlns:a="http://schemas.openxmlformats.org/drawingml/2006/main">
            <a:off x="6422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8" name="g1593">
            <a:extLst xmlns:a="http://schemas.openxmlformats.org/drawingml/2006/main">
              <a:ext uri="{FF2B5EF4-FFF2-40B4-BE49-F238E27FC236}">
                <a16:creationId xmlns:a16="http://schemas.microsoft.com/office/drawing/2014/main" id="{324B2085-98C5-4B96-8E97-1283A2F7A99E}"/>
              </a:ext>
            </a:extLst>
          </p:cNvPr>
          <p:cNvSpPr>
            <a:spLocks xmlns:a="http://schemas.openxmlformats.org/drawingml/2006/main" noGrp="1"/>
          </p:cNvSpPr>
          <p:nvPr/>
        </p:nvSpPr>
        <p:spPr>
          <a:xfrm xmlns:a="http://schemas.openxmlformats.org/drawingml/2006/main">
            <a:off x="6470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09" name="g1594">
            <a:extLst xmlns:a="http://schemas.openxmlformats.org/drawingml/2006/main">
              <a:ext uri="{FF2B5EF4-FFF2-40B4-BE49-F238E27FC236}">
                <a16:creationId xmlns:a16="http://schemas.microsoft.com/office/drawing/2014/main" id="{6F2ECC0F-5DCA-4E87-9B7F-34AE5760A84E}"/>
              </a:ext>
            </a:extLst>
          </p:cNvPr>
          <p:cNvSpPr>
            <a:spLocks xmlns:a="http://schemas.openxmlformats.org/drawingml/2006/main" noGrp="1"/>
          </p:cNvSpPr>
          <p:nvPr/>
        </p:nvSpPr>
        <p:spPr>
          <a:xfrm xmlns:a="http://schemas.openxmlformats.org/drawingml/2006/main">
            <a:off x="6517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0" name="g1595">
            <a:extLst xmlns:a="http://schemas.openxmlformats.org/drawingml/2006/main">
              <a:ext uri="{FF2B5EF4-FFF2-40B4-BE49-F238E27FC236}">
                <a16:creationId xmlns:a16="http://schemas.microsoft.com/office/drawing/2014/main" id="{D62C3475-28AD-4485-8DF9-BE0514DE2DB5}"/>
              </a:ext>
            </a:extLst>
          </p:cNvPr>
          <p:cNvSpPr>
            <a:spLocks xmlns:a="http://schemas.openxmlformats.org/drawingml/2006/main" noGrp="1"/>
          </p:cNvSpPr>
          <p:nvPr/>
        </p:nvSpPr>
        <p:spPr>
          <a:xfrm xmlns:a="http://schemas.openxmlformats.org/drawingml/2006/main">
            <a:off x="6565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1" name="g1596">
            <a:extLst xmlns:a="http://schemas.openxmlformats.org/drawingml/2006/main">
              <a:ext uri="{FF2B5EF4-FFF2-40B4-BE49-F238E27FC236}">
                <a16:creationId xmlns:a16="http://schemas.microsoft.com/office/drawing/2014/main" id="{E02C9966-1CC2-4164-BC2C-64F527B9597F}"/>
              </a:ext>
            </a:extLst>
          </p:cNvPr>
          <p:cNvSpPr>
            <a:spLocks xmlns:a="http://schemas.openxmlformats.org/drawingml/2006/main" noGrp="1"/>
          </p:cNvSpPr>
          <p:nvPr/>
        </p:nvSpPr>
        <p:spPr>
          <a:xfrm xmlns:a="http://schemas.openxmlformats.org/drawingml/2006/main">
            <a:off x="6613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2" name="g1597">
            <a:extLst xmlns:a="http://schemas.openxmlformats.org/drawingml/2006/main">
              <a:ext uri="{FF2B5EF4-FFF2-40B4-BE49-F238E27FC236}">
                <a16:creationId xmlns:a16="http://schemas.microsoft.com/office/drawing/2014/main" id="{ABCEA5EA-0F96-439B-B69F-0E082D04F7D1}"/>
              </a:ext>
            </a:extLst>
          </p:cNvPr>
          <p:cNvSpPr>
            <a:spLocks xmlns:a="http://schemas.openxmlformats.org/drawingml/2006/main" noGrp="1"/>
          </p:cNvSpPr>
          <p:nvPr/>
        </p:nvSpPr>
        <p:spPr>
          <a:xfrm xmlns:a="http://schemas.openxmlformats.org/drawingml/2006/main">
            <a:off x="6660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3" name="g1598">
            <a:extLst xmlns:a="http://schemas.openxmlformats.org/drawingml/2006/main">
              <a:ext uri="{FF2B5EF4-FFF2-40B4-BE49-F238E27FC236}">
                <a16:creationId xmlns:a16="http://schemas.microsoft.com/office/drawing/2014/main" id="{0EDA448C-4D2B-4E95-8B70-70753360C8CD}"/>
              </a:ext>
            </a:extLst>
          </p:cNvPr>
          <p:cNvSpPr>
            <a:spLocks xmlns:a="http://schemas.openxmlformats.org/drawingml/2006/main" noGrp="1"/>
          </p:cNvSpPr>
          <p:nvPr/>
        </p:nvSpPr>
        <p:spPr>
          <a:xfrm xmlns:a="http://schemas.openxmlformats.org/drawingml/2006/main">
            <a:off x="6708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4" name="g1599">
            <a:extLst xmlns:a="http://schemas.openxmlformats.org/drawingml/2006/main">
              <a:ext uri="{FF2B5EF4-FFF2-40B4-BE49-F238E27FC236}">
                <a16:creationId xmlns:a16="http://schemas.microsoft.com/office/drawing/2014/main" id="{C32D9B7E-F7FE-409A-8ACB-C5DCC5629C61}"/>
              </a:ext>
            </a:extLst>
          </p:cNvPr>
          <p:cNvSpPr>
            <a:spLocks xmlns:a="http://schemas.openxmlformats.org/drawingml/2006/main" noGrp="1"/>
          </p:cNvSpPr>
          <p:nvPr/>
        </p:nvSpPr>
        <p:spPr>
          <a:xfrm xmlns:a="http://schemas.openxmlformats.org/drawingml/2006/main">
            <a:off x="6756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5" name="g1600">
            <a:extLst xmlns:a="http://schemas.openxmlformats.org/drawingml/2006/main">
              <a:ext uri="{FF2B5EF4-FFF2-40B4-BE49-F238E27FC236}">
                <a16:creationId xmlns:a16="http://schemas.microsoft.com/office/drawing/2014/main" id="{EE23111C-40CB-4A6F-B7FF-B24D18A3A4CF}"/>
              </a:ext>
            </a:extLst>
          </p:cNvPr>
          <p:cNvSpPr>
            <a:spLocks xmlns:a="http://schemas.openxmlformats.org/drawingml/2006/main" noGrp="1"/>
          </p:cNvSpPr>
          <p:nvPr/>
        </p:nvSpPr>
        <p:spPr>
          <a:xfrm xmlns:a="http://schemas.openxmlformats.org/drawingml/2006/main">
            <a:off x="6803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6" name="g1601">
            <a:extLst xmlns:a="http://schemas.openxmlformats.org/drawingml/2006/main">
              <a:ext uri="{FF2B5EF4-FFF2-40B4-BE49-F238E27FC236}">
                <a16:creationId xmlns:a16="http://schemas.microsoft.com/office/drawing/2014/main" id="{F68F09AD-29AD-4D86-9479-8817AD15D62C}"/>
              </a:ext>
            </a:extLst>
          </p:cNvPr>
          <p:cNvSpPr>
            <a:spLocks xmlns:a="http://schemas.openxmlformats.org/drawingml/2006/main" noGrp="1"/>
          </p:cNvSpPr>
          <p:nvPr/>
        </p:nvSpPr>
        <p:spPr>
          <a:xfrm xmlns:a="http://schemas.openxmlformats.org/drawingml/2006/main">
            <a:off x="6851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7" name="g1602">
            <a:extLst xmlns:a="http://schemas.openxmlformats.org/drawingml/2006/main">
              <a:ext uri="{FF2B5EF4-FFF2-40B4-BE49-F238E27FC236}">
                <a16:creationId xmlns:a16="http://schemas.microsoft.com/office/drawing/2014/main" id="{8C6DBF58-2413-4200-9C52-DC7FD1AD92C2}"/>
              </a:ext>
            </a:extLst>
          </p:cNvPr>
          <p:cNvSpPr>
            <a:spLocks xmlns:a="http://schemas.openxmlformats.org/drawingml/2006/main" noGrp="1"/>
          </p:cNvSpPr>
          <p:nvPr/>
        </p:nvSpPr>
        <p:spPr>
          <a:xfrm xmlns:a="http://schemas.openxmlformats.org/drawingml/2006/main">
            <a:off x="6898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8" name="g1603">
            <a:extLst xmlns:a="http://schemas.openxmlformats.org/drawingml/2006/main">
              <a:ext uri="{FF2B5EF4-FFF2-40B4-BE49-F238E27FC236}">
                <a16:creationId xmlns:a16="http://schemas.microsoft.com/office/drawing/2014/main" id="{FFB65E3B-BD4A-40DD-B108-C562E382AE6C}"/>
              </a:ext>
            </a:extLst>
          </p:cNvPr>
          <p:cNvSpPr>
            <a:spLocks xmlns:a="http://schemas.openxmlformats.org/drawingml/2006/main" noGrp="1"/>
          </p:cNvSpPr>
          <p:nvPr/>
        </p:nvSpPr>
        <p:spPr>
          <a:xfrm xmlns:a="http://schemas.openxmlformats.org/drawingml/2006/main">
            <a:off x="6946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19" name="g1604">
            <a:extLst xmlns:a="http://schemas.openxmlformats.org/drawingml/2006/main">
              <a:ext uri="{FF2B5EF4-FFF2-40B4-BE49-F238E27FC236}">
                <a16:creationId xmlns:a16="http://schemas.microsoft.com/office/drawing/2014/main" id="{E3EDE2E0-B696-48CF-90FC-A34601E44BE7}"/>
              </a:ext>
            </a:extLst>
          </p:cNvPr>
          <p:cNvSpPr>
            <a:spLocks xmlns:a="http://schemas.openxmlformats.org/drawingml/2006/main" noGrp="1"/>
          </p:cNvSpPr>
          <p:nvPr/>
        </p:nvSpPr>
        <p:spPr>
          <a:xfrm xmlns:a="http://schemas.openxmlformats.org/drawingml/2006/main">
            <a:off x="6994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0" name="g1605">
            <a:extLst xmlns:a="http://schemas.openxmlformats.org/drawingml/2006/main">
              <a:ext uri="{FF2B5EF4-FFF2-40B4-BE49-F238E27FC236}">
                <a16:creationId xmlns:a16="http://schemas.microsoft.com/office/drawing/2014/main" id="{2907B426-5ECE-45F6-95CD-FE1862C71384}"/>
              </a:ext>
            </a:extLst>
          </p:cNvPr>
          <p:cNvSpPr>
            <a:spLocks xmlns:a="http://schemas.openxmlformats.org/drawingml/2006/main" noGrp="1"/>
          </p:cNvSpPr>
          <p:nvPr/>
        </p:nvSpPr>
        <p:spPr>
          <a:xfrm xmlns:a="http://schemas.openxmlformats.org/drawingml/2006/main">
            <a:off x="7041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1" name="g1606">
            <a:extLst xmlns:a="http://schemas.openxmlformats.org/drawingml/2006/main">
              <a:ext uri="{FF2B5EF4-FFF2-40B4-BE49-F238E27FC236}">
                <a16:creationId xmlns:a16="http://schemas.microsoft.com/office/drawing/2014/main" id="{9C72E5CF-99C5-42D3-B5F0-B907A3C0F80E}"/>
              </a:ext>
            </a:extLst>
          </p:cNvPr>
          <p:cNvSpPr>
            <a:spLocks xmlns:a="http://schemas.openxmlformats.org/drawingml/2006/main" noGrp="1"/>
          </p:cNvSpPr>
          <p:nvPr/>
        </p:nvSpPr>
        <p:spPr>
          <a:xfrm xmlns:a="http://schemas.openxmlformats.org/drawingml/2006/main">
            <a:off x="7089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2" name="g1607">
            <a:extLst xmlns:a="http://schemas.openxmlformats.org/drawingml/2006/main">
              <a:ext uri="{FF2B5EF4-FFF2-40B4-BE49-F238E27FC236}">
                <a16:creationId xmlns:a16="http://schemas.microsoft.com/office/drawing/2014/main" id="{875C8107-DDE9-4FFB-9864-57C9AD8D4D00}"/>
              </a:ext>
            </a:extLst>
          </p:cNvPr>
          <p:cNvSpPr>
            <a:spLocks xmlns:a="http://schemas.openxmlformats.org/drawingml/2006/main" noGrp="1"/>
          </p:cNvSpPr>
          <p:nvPr/>
        </p:nvSpPr>
        <p:spPr>
          <a:xfrm xmlns:a="http://schemas.openxmlformats.org/drawingml/2006/main">
            <a:off x="7137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3" name="g1608">
            <a:extLst xmlns:a="http://schemas.openxmlformats.org/drawingml/2006/main">
              <a:ext uri="{FF2B5EF4-FFF2-40B4-BE49-F238E27FC236}">
                <a16:creationId xmlns:a16="http://schemas.microsoft.com/office/drawing/2014/main" id="{02C2FFC4-B7AE-40E1-B255-CE7463C9C20C}"/>
              </a:ext>
            </a:extLst>
          </p:cNvPr>
          <p:cNvSpPr>
            <a:spLocks xmlns:a="http://schemas.openxmlformats.org/drawingml/2006/main" noGrp="1"/>
          </p:cNvSpPr>
          <p:nvPr/>
        </p:nvSpPr>
        <p:spPr>
          <a:xfrm xmlns:a="http://schemas.openxmlformats.org/drawingml/2006/main">
            <a:off x="7184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4" name="g1609">
            <a:extLst xmlns:a="http://schemas.openxmlformats.org/drawingml/2006/main">
              <a:ext uri="{FF2B5EF4-FFF2-40B4-BE49-F238E27FC236}">
                <a16:creationId xmlns:a16="http://schemas.microsoft.com/office/drawing/2014/main" id="{820C011D-2044-4924-A00D-3B07CA423A9A}"/>
              </a:ext>
            </a:extLst>
          </p:cNvPr>
          <p:cNvSpPr>
            <a:spLocks xmlns:a="http://schemas.openxmlformats.org/drawingml/2006/main" noGrp="1"/>
          </p:cNvSpPr>
          <p:nvPr/>
        </p:nvSpPr>
        <p:spPr>
          <a:xfrm xmlns:a="http://schemas.openxmlformats.org/drawingml/2006/main">
            <a:off x="7232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5" name="g1610">
            <a:extLst xmlns:a="http://schemas.openxmlformats.org/drawingml/2006/main">
              <a:ext uri="{FF2B5EF4-FFF2-40B4-BE49-F238E27FC236}">
                <a16:creationId xmlns:a16="http://schemas.microsoft.com/office/drawing/2014/main" id="{75B12999-0D4D-4B4C-BB4B-E0FCF0A60C7C}"/>
              </a:ext>
            </a:extLst>
          </p:cNvPr>
          <p:cNvSpPr>
            <a:spLocks xmlns:a="http://schemas.openxmlformats.org/drawingml/2006/main" noGrp="1"/>
          </p:cNvSpPr>
          <p:nvPr/>
        </p:nvSpPr>
        <p:spPr>
          <a:xfrm xmlns:a="http://schemas.openxmlformats.org/drawingml/2006/main">
            <a:off x="7279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6" name="g1611">
            <a:extLst xmlns:a="http://schemas.openxmlformats.org/drawingml/2006/main">
              <a:ext uri="{FF2B5EF4-FFF2-40B4-BE49-F238E27FC236}">
                <a16:creationId xmlns:a16="http://schemas.microsoft.com/office/drawing/2014/main" id="{CA993C52-4BB8-41BE-9116-BCFF0FD936DD}"/>
              </a:ext>
            </a:extLst>
          </p:cNvPr>
          <p:cNvSpPr>
            <a:spLocks xmlns:a="http://schemas.openxmlformats.org/drawingml/2006/main" noGrp="1"/>
          </p:cNvSpPr>
          <p:nvPr/>
        </p:nvSpPr>
        <p:spPr>
          <a:xfrm xmlns:a="http://schemas.openxmlformats.org/drawingml/2006/main">
            <a:off x="7327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7" name="g1612">
            <a:extLst xmlns:a="http://schemas.openxmlformats.org/drawingml/2006/main">
              <a:ext uri="{FF2B5EF4-FFF2-40B4-BE49-F238E27FC236}">
                <a16:creationId xmlns:a16="http://schemas.microsoft.com/office/drawing/2014/main" id="{43452CB8-16CD-43FE-878C-2DBBAEA805F5}"/>
              </a:ext>
            </a:extLst>
          </p:cNvPr>
          <p:cNvSpPr>
            <a:spLocks xmlns:a="http://schemas.openxmlformats.org/drawingml/2006/main" noGrp="1"/>
          </p:cNvSpPr>
          <p:nvPr/>
        </p:nvSpPr>
        <p:spPr>
          <a:xfrm xmlns:a="http://schemas.openxmlformats.org/drawingml/2006/main">
            <a:off x="7375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8" name="g1613">
            <a:extLst xmlns:a="http://schemas.openxmlformats.org/drawingml/2006/main">
              <a:ext uri="{FF2B5EF4-FFF2-40B4-BE49-F238E27FC236}">
                <a16:creationId xmlns:a16="http://schemas.microsoft.com/office/drawing/2014/main" id="{13C63599-6BC6-4F19-9B40-93D62FD41C08}"/>
              </a:ext>
            </a:extLst>
          </p:cNvPr>
          <p:cNvSpPr>
            <a:spLocks xmlns:a="http://schemas.openxmlformats.org/drawingml/2006/main" noGrp="1"/>
          </p:cNvSpPr>
          <p:nvPr/>
        </p:nvSpPr>
        <p:spPr>
          <a:xfrm xmlns:a="http://schemas.openxmlformats.org/drawingml/2006/main">
            <a:off x="7422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29" name="g1614">
            <a:extLst xmlns:a="http://schemas.openxmlformats.org/drawingml/2006/main">
              <a:ext uri="{FF2B5EF4-FFF2-40B4-BE49-F238E27FC236}">
                <a16:creationId xmlns:a16="http://schemas.microsoft.com/office/drawing/2014/main" id="{DA28E984-450D-425B-A8AA-1B02C4A2E240}"/>
              </a:ext>
            </a:extLst>
          </p:cNvPr>
          <p:cNvSpPr>
            <a:spLocks xmlns:a="http://schemas.openxmlformats.org/drawingml/2006/main" noGrp="1"/>
          </p:cNvSpPr>
          <p:nvPr/>
        </p:nvSpPr>
        <p:spPr>
          <a:xfrm xmlns:a="http://schemas.openxmlformats.org/drawingml/2006/main">
            <a:off x="7470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0" name="g1615">
            <a:extLst xmlns:a="http://schemas.openxmlformats.org/drawingml/2006/main">
              <a:ext uri="{FF2B5EF4-FFF2-40B4-BE49-F238E27FC236}">
                <a16:creationId xmlns:a16="http://schemas.microsoft.com/office/drawing/2014/main" id="{8C6186C7-8DDA-47DF-97D3-A921781ADA70}"/>
              </a:ext>
            </a:extLst>
          </p:cNvPr>
          <p:cNvSpPr>
            <a:spLocks xmlns:a="http://schemas.openxmlformats.org/drawingml/2006/main" noGrp="1"/>
          </p:cNvSpPr>
          <p:nvPr/>
        </p:nvSpPr>
        <p:spPr>
          <a:xfrm xmlns:a="http://schemas.openxmlformats.org/drawingml/2006/main">
            <a:off x="7518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1" name="g1616">
            <a:extLst xmlns:a="http://schemas.openxmlformats.org/drawingml/2006/main">
              <a:ext uri="{FF2B5EF4-FFF2-40B4-BE49-F238E27FC236}">
                <a16:creationId xmlns:a16="http://schemas.microsoft.com/office/drawing/2014/main" id="{70130684-7414-42C8-983F-749ABC928B1F}"/>
              </a:ext>
            </a:extLst>
          </p:cNvPr>
          <p:cNvSpPr>
            <a:spLocks xmlns:a="http://schemas.openxmlformats.org/drawingml/2006/main" noGrp="1"/>
          </p:cNvSpPr>
          <p:nvPr/>
        </p:nvSpPr>
        <p:spPr>
          <a:xfrm xmlns:a="http://schemas.openxmlformats.org/drawingml/2006/main">
            <a:off x="7565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2" name="g1617">
            <a:extLst xmlns:a="http://schemas.openxmlformats.org/drawingml/2006/main">
              <a:ext uri="{FF2B5EF4-FFF2-40B4-BE49-F238E27FC236}">
                <a16:creationId xmlns:a16="http://schemas.microsoft.com/office/drawing/2014/main" id="{CB0D75A2-F065-4671-8E3B-E23FB61C001B}"/>
              </a:ext>
            </a:extLst>
          </p:cNvPr>
          <p:cNvSpPr>
            <a:spLocks xmlns:a="http://schemas.openxmlformats.org/drawingml/2006/main" noGrp="1"/>
          </p:cNvSpPr>
          <p:nvPr/>
        </p:nvSpPr>
        <p:spPr>
          <a:xfrm xmlns:a="http://schemas.openxmlformats.org/drawingml/2006/main">
            <a:off x="7613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3" name="g1618">
            <a:extLst xmlns:a="http://schemas.openxmlformats.org/drawingml/2006/main">
              <a:ext uri="{FF2B5EF4-FFF2-40B4-BE49-F238E27FC236}">
                <a16:creationId xmlns:a16="http://schemas.microsoft.com/office/drawing/2014/main" id="{99C5531C-DCCD-4339-8DF7-57FD74014177}"/>
              </a:ext>
            </a:extLst>
          </p:cNvPr>
          <p:cNvSpPr>
            <a:spLocks xmlns:a="http://schemas.openxmlformats.org/drawingml/2006/main" noGrp="1"/>
          </p:cNvSpPr>
          <p:nvPr/>
        </p:nvSpPr>
        <p:spPr>
          <a:xfrm xmlns:a="http://schemas.openxmlformats.org/drawingml/2006/main">
            <a:off x="7660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4" name="g1619">
            <a:extLst xmlns:a="http://schemas.openxmlformats.org/drawingml/2006/main">
              <a:ext uri="{FF2B5EF4-FFF2-40B4-BE49-F238E27FC236}">
                <a16:creationId xmlns:a16="http://schemas.microsoft.com/office/drawing/2014/main" id="{2D9DC8CB-F5D2-4EBE-BC5A-A950607372ED}"/>
              </a:ext>
            </a:extLst>
          </p:cNvPr>
          <p:cNvSpPr>
            <a:spLocks xmlns:a="http://schemas.openxmlformats.org/drawingml/2006/main" noGrp="1"/>
          </p:cNvSpPr>
          <p:nvPr/>
        </p:nvSpPr>
        <p:spPr>
          <a:xfrm xmlns:a="http://schemas.openxmlformats.org/drawingml/2006/main">
            <a:off x="7708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5" name="g1620">
            <a:extLst xmlns:a="http://schemas.openxmlformats.org/drawingml/2006/main">
              <a:ext uri="{FF2B5EF4-FFF2-40B4-BE49-F238E27FC236}">
                <a16:creationId xmlns:a16="http://schemas.microsoft.com/office/drawing/2014/main" id="{A39FE753-E5C0-48F3-ACA9-216497D92144}"/>
              </a:ext>
            </a:extLst>
          </p:cNvPr>
          <p:cNvSpPr>
            <a:spLocks xmlns:a="http://schemas.openxmlformats.org/drawingml/2006/main" noGrp="1"/>
          </p:cNvSpPr>
          <p:nvPr/>
        </p:nvSpPr>
        <p:spPr>
          <a:xfrm xmlns:a="http://schemas.openxmlformats.org/drawingml/2006/main">
            <a:off x="7756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6" name="g1621">
            <a:extLst xmlns:a="http://schemas.openxmlformats.org/drawingml/2006/main">
              <a:ext uri="{FF2B5EF4-FFF2-40B4-BE49-F238E27FC236}">
                <a16:creationId xmlns:a16="http://schemas.microsoft.com/office/drawing/2014/main" id="{C356BA3A-6F7B-43B0-A009-D210FFA91B2A}"/>
              </a:ext>
            </a:extLst>
          </p:cNvPr>
          <p:cNvSpPr>
            <a:spLocks xmlns:a="http://schemas.openxmlformats.org/drawingml/2006/main" noGrp="1"/>
          </p:cNvSpPr>
          <p:nvPr/>
        </p:nvSpPr>
        <p:spPr>
          <a:xfrm xmlns:a="http://schemas.openxmlformats.org/drawingml/2006/main">
            <a:off x="7803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7" name="g1622">
            <a:extLst xmlns:a="http://schemas.openxmlformats.org/drawingml/2006/main">
              <a:ext uri="{FF2B5EF4-FFF2-40B4-BE49-F238E27FC236}">
                <a16:creationId xmlns:a16="http://schemas.microsoft.com/office/drawing/2014/main" id="{5CB7DE3B-2F76-43BF-8FC1-7D53F52E6F62}"/>
              </a:ext>
            </a:extLst>
          </p:cNvPr>
          <p:cNvSpPr>
            <a:spLocks xmlns:a="http://schemas.openxmlformats.org/drawingml/2006/main" noGrp="1"/>
          </p:cNvSpPr>
          <p:nvPr/>
        </p:nvSpPr>
        <p:spPr>
          <a:xfrm xmlns:a="http://schemas.openxmlformats.org/drawingml/2006/main">
            <a:off x="7851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8" name="g1623">
            <a:extLst xmlns:a="http://schemas.openxmlformats.org/drawingml/2006/main">
              <a:ext uri="{FF2B5EF4-FFF2-40B4-BE49-F238E27FC236}">
                <a16:creationId xmlns:a16="http://schemas.microsoft.com/office/drawing/2014/main" id="{26394BC4-7947-4B67-A489-7697F07C4B72}"/>
              </a:ext>
            </a:extLst>
          </p:cNvPr>
          <p:cNvSpPr>
            <a:spLocks xmlns:a="http://schemas.openxmlformats.org/drawingml/2006/main" noGrp="1"/>
          </p:cNvSpPr>
          <p:nvPr/>
        </p:nvSpPr>
        <p:spPr>
          <a:xfrm xmlns:a="http://schemas.openxmlformats.org/drawingml/2006/main">
            <a:off x="7899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39" name="g1624">
            <a:extLst xmlns:a="http://schemas.openxmlformats.org/drawingml/2006/main">
              <a:ext uri="{FF2B5EF4-FFF2-40B4-BE49-F238E27FC236}">
                <a16:creationId xmlns:a16="http://schemas.microsoft.com/office/drawing/2014/main" id="{484F473F-7036-48BA-A9E6-F1855BC3E684}"/>
              </a:ext>
            </a:extLst>
          </p:cNvPr>
          <p:cNvSpPr>
            <a:spLocks xmlns:a="http://schemas.openxmlformats.org/drawingml/2006/main" noGrp="1"/>
          </p:cNvSpPr>
          <p:nvPr/>
        </p:nvSpPr>
        <p:spPr>
          <a:xfrm xmlns:a="http://schemas.openxmlformats.org/drawingml/2006/main">
            <a:off x="7946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0" name="g1625">
            <a:extLst xmlns:a="http://schemas.openxmlformats.org/drawingml/2006/main">
              <a:ext uri="{FF2B5EF4-FFF2-40B4-BE49-F238E27FC236}">
                <a16:creationId xmlns:a16="http://schemas.microsoft.com/office/drawing/2014/main" id="{35D1EDB2-D3DA-4DA1-81FD-EA0EE9734097}"/>
              </a:ext>
            </a:extLst>
          </p:cNvPr>
          <p:cNvSpPr>
            <a:spLocks xmlns:a="http://schemas.openxmlformats.org/drawingml/2006/main" noGrp="1"/>
          </p:cNvSpPr>
          <p:nvPr/>
        </p:nvSpPr>
        <p:spPr>
          <a:xfrm xmlns:a="http://schemas.openxmlformats.org/drawingml/2006/main">
            <a:off x="7994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1" name="g1626">
            <a:extLst xmlns:a="http://schemas.openxmlformats.org/drawingml/2006/main">
              <a:ext uri="{FF2B5EF4-FFF2-40B4-BE49-F238E27FC236}">
                <a16:creationId xmlns:a16="http://schemas.microsoft.com/office/drawing/2014/main" id="{85194815-E88B-4F25-94BD-3CF21BACDAD8}"/>
              </a:ext>
            </a:extLst>
          </p:cNvPr>
          <p:cNvSpPr>
            <a:spLocks xmlns:a="http://schemas.openxmlformats.org/drawingml/2006/main" noGrp="1"/>
          </p:cNvSpPr>
          <p:nvPr/>
        </p:nvSpPr>
        <p:spPr>
          <a:xfrm xmlns:a="http://schemas.openxmlformats.org/drawingml/2006/main">
            <a:off x="8041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2" name="g1627">
            <a:extLst xmlns:a="http://schemas.openxmlformats.org/drawingml/2006/main">
              <a:ext uri="{FF2B5EF4-FFF2-40B4-BE49-F238E27FC236}">
                <a16:creationId xmlns:a16="http://schemas.microsoft.com/office/drawing/2014/main" id="{8B14A012-E383-4992-A743-AFD389888C67}"/>
              </a:ext>
            </a:extLst>
          </p:cNvPr>
          <p:cNvSpPr>
            <a:spLocks xmlns:a="http://schemas.openxmlformats.org/drawingml/2006/main" noGrp="1"/>
          </p:cNvSpPr>
          <p:nvPr/>
        </p:nvSpPr>
        <p:spPr>
          <a:xfrm xmlns:a="http://schemas.openxmlformats.org/drawingml/2006/main">
            <a:off x="8089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3" name="g1628">
            <a:extLst xmlns:a="http://schemas.openxmlformats.org/drawingml/2006/main">
              <a:ext uri="{FF2B5EF4-FFF2-40B4-BE49-F238E27FC236}">
                <a16:creationId xmlns:a16="http://schemas.microsoft.com/office/drawing/2014/main" id="{FFC7A9C5-A81A-4909-A180-706225917E03}"/>
              </a:ext>
            </a:extLst>
          </p:cNvPr>
          <p:cNvSpPr>
            <a:spLocks xmlns:a="http://schemas.openxmlformats.org/drawingml/2006/main" noGrp="1"/>
          </p:cNvSpPr>
          <p:nvPr/>
        </p:nvSpPr>
        <p:spPr>
          <a:xfrm xmlns:a="http://schemas.openxmlformats.org/drawingml/2006/main">
            <a:off x="8137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4" name="g1629">
            <a:extLst xmlns:a="http://schemas.openxmlformats.org/drawingml/2006/main">
              <a:ext uri="{FF2B5EF4-FFF2-40B4-BE49-F238E27FC236}">
                <a16:creationId xmlns:a16="http://schemas.microsoft.com/office/drawing/2014/main" id="{7897A99D-1487-4CBF-BBD3-24AD5E6FC09B}"/>
              </a:ext>
            </a:extLst>
          </p:cNvPr>
          <p:cNvSpPr>
            <a:spLocks xmlns:a="http://schemas.openxmlformats.org/drawingml/2006/main" noGrp="1"/>
          </p:cNvSpPr>
          <p:nvPr/>
        </p:nvSpPr>
        <p:spPr>
          <a:xfrm xmlns:a="http://schemas.openxmlformats.org/drawingml/2006/main">
            <a:off x="8184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5" name="g1630">
            <a:extLst xmlns:a="http://schemas.openxmlformats.org/drawingml/2006/main">
              <a:ext uri="{FF2B5EF4-FFF2-40B4-BE49-F238E27FC236}">
                <a16:creationId xmlns:a16="http://schemas.microsoft.com/office/drawing/2014/main" id="{388C3A76-BA02-4CEC-8827-0845817034E3}"/>
              </a:ext>
            </a:extLst>
          </p:cNvPr>
          <p:cNvSpPr>
            <a:spLocks xmlns:a="http://schemas.openxmlformats.org/drawingml/2006/main" noGrp="1"/>
          </p:cNvSpPr>
          <p:nvPr/>
        </p:nvSpPr>
        <p:spPr>
          <a:xfrm xmlns:a="http://schemas.openxmlformats.org/drawingml/2006/main">
            <a:off x="8232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6" name="g1631">
            <a:extLst xmlns:a="http://schemas.openxmlformats.org/drawingml/2006/main">
              <a:ext uri="{FF2B5EF4-FFF2-40B4-BE49-F238E27FC236}">
                <a16:creationId xmlns:a16="http://schemas.microsoft.com/office/drawing/2014/main" id="{F4E847B5-0CAA-440F-B7E7-83FA9C294323}"/>
              </a:ext>
            </a:extLst>
          </p:cNvPr>
          <p:cNvSpPr>
            <a:spLocks xmlns:a="http://schemas.openxmlformats.org/drawingml/2006/main" noGrp="1"/>
          </p:cNvSpPr>
          <p:nvPr/>
        </p:nvSpPr>
        <p:spPr>
          <a:xfrm xmlns:a="http://schemas.openxmlformats.org/drawingml/2006/main">
            <a:off x="8280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7" name="g1632">
            <a:extLst xmlns:a="http://schemas.openxmlformats.org/drawingml/2006/main">
              <a:ext uri="{FF2B5EF4-FFF2-40B4-BE49-F238E27FC236}">
                <a16:creationId xmlns:a16="http://schemas.microsoft.com/office/drawing/2014/main" id="{EB443780-05A8-4467-951C-93B71F82926F}"/>
              </a:ext>
            </a:extLst>
          </p:cNvPr>
          <p:cNvSpPr>
            <a:spLocks xmlns:a="http://schemas.openxmlformats.org/drawingml/2006/main" noGrp="1"/>
          </p:cNvSpPr>
          <p:nvPr/>
        </p:nvSpPr>
        <p:spPr>
          <a:xfrm xmlns:a="http://schemas.openxmlformats.org/drawingml/2006/main">
            <a:off x="8327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8" name="g1633">
            <a:extLst xmlns:a="http://schemas.openxmlformats.org/drawingml/2006/main">
              <a:ext uri="{FF2B5EF4-FFF2-40B4-BE49-F238E27FC236}">
                <a16:creationId xmlns:a16="http://schemas.microsoft.com/office/drawing/2014/main" id="{B6855783-43D4-4768-93FE-2C9DB8E761FF}"/>
              </a:ext>
            </a:extLst>
          </p:cNvPr>
          <p:cNvSpPr>
            <a:spLocks xmlns:a="http://schemas.openxmlformats.org/drawingml/2006/main" noGrp="1"/>
          </p:cNvSpPr>
          <p:nvPr/>
        </p:nvSpPr>
        <p:spPr>
          <a:xfrm xmlns:a="http://schemas.openxmlformats.org/drawingml/2006/main">
            <a:off x="8375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49" name="g1634">
            <a:extLst xmlns:a="http://schemas.openxmlformats.org/drawingml/2006/main">
              <a:ext uri="{FF2B5EF4-FFF2-40B4-BE49-F238E27FC236}">
                <a16:creationId xmlns:a16="http://schemas.microsoft.com/office/drawing/2014/main" id="{6D9990F4-C47A-4593-A8E3-253759D5C8AC}"/>
              </a:ext>
            </a:extLst>
          </p:cNvPr>
          <p:cNvSpPr>
            <a:spLocks xmlns:a="http://schemas.openxmlformats.org/drawingml/2006/main" noGrp="1"/>
          </p:cNvSpPr>
          <p:nvPr/>
        </p:nvSpPr>
        <p:spPr>
          <a:xfrm xmlns:a="http://schemas.openxmlformats.org/drawingml/2006/main">
            <a:off x="8422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0" name="g1635">
            <a:extLst xmlns:a="http://schemas.openxmlformats.org/drawingml/2006/main">
              <a:ext uri="{FF2B5EF4-FFF2-40B4-BE49-F238E27FC236}">
                <a16:creationId xmlns:a16="http://schemas.microsoft.com/office/drawing/2014/main" id="{EF4DCBBD-6075-4BB9-A641-648B616B4457}"/>
              </a:ext>
            </a:extLst>
          </p:cNvPr>
          <p:cNvSpPr>
            <a:spLocks xmlns:a="http://schemas.openxmlformats.org/drawingml/2006/main" noGrp="1"/>
          </p:cNvSpPr>
          <p:nvPr/>
        </p:nvSpPr>
        <p:spPr>
          <a:xfrm xmlns:a="http://schemas.openxmlformats.org/drawingml/2006/main">
            <a:off x="8470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1" name="g1636">
            <a:extLst xmlns:a="http://schemas.openxmlformats.org/drawingml/2006/main">
              <a:ext uri="{FF2B5EF4-FFF2-40B4-BE49-F238E27FC236}">
                <a16:creationId xmlns:a16="http://schemas.microsoft.com/office/drawing/2014/main" id="{9E518A00-1A66-4B83-9CCA-508DA70EC5FA}"/>
              </a:ext>
            </a:extLst>
          </p:cNvPr>
          <p:cNvSpPr>
            <a:spLocks xmlns:a="http://schemas.openxmlformats.org/drawingml/2006/main" noGrp="1"/>
          </p:cNvSpPr>
          <p:nvPr/>
        </p:nvSpPr>
        <p:spPr>
          <a:xfrm xmlns:a="http://schemas.openxmlformats.org/drawingml/2006/main">
            <a:off x="8518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2" name="g1637">
            <a:extLst xmlns:a="http://schemas.openxmlformats.org/drawingml/2006/main">
              <a:ext uri="{FF2B5EF4-FFF2-40B4-BE49-F238E27FC236}">
                <a16:creationId xmlns:a16="http://schemas.microsoft.com/office/drawing/2014/main" id="{A2D74367-EDB2-4B98-B993-1F8DD06F1D35}"/>
              </a:ext>
            </a:extLst>
          </p:cNvPr>
          <p:cNvSpPr>
            <a:spLocks xmlns:a="http://schemas.openxmlformats.org/drawingml/2006/main" noGrp="1"/>
          </p:cNvSpPr>
          <p:nvPr/>
        </p:nvSpPr>
        <p:spPr>
          <a:xfrm xmlns:a="http://schemas.openxmlformats.org/drawingml/2006/main">
            <a:off x="8565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3" name="g1638">
            <a:extLst xmlns:a="http://schemas.openxmlformats.org/drawingml/2006/main">
              <a:ext uri="{FF2B5EF4-FFF2-40B4-BE49-F238E27FC236}">
                <a16:creationId xmlns:a16="http://schemas.microsoft.com/office/drawing/2014/main" id="{1189D3B0-7C63-4E6A-81A2-02E64DF9A827}"/>
              </a:ext>
            </a:extLst>
          </p:cNvPr>
          <p:cNvSpPr>
            <a:spLocks xmlns:a="http://schemas.openxmlformats.org/drawingml/2006/main" noGrp="1"/>
          </p:cNvSpPr>
          <p:nvPr/>
        </p:nvSpPr>
        <p:spPr>
          <a:xfrm xmlns:a="http://schemas.openxmlformats.org/drawingml/2006/main">
            <a:off x="8613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4" name="g1639">
            <a:extLst xmlns:a="http://schemas.openxmlformats.org/drawingml/2006/main">
              <a:ext uri="{FF2B5EF4-FFF2-40B4-BE49-F238E27FC236}">
                <a16:creationId xmlns:a16="http://schemas.microsoft.com/office/drawing/2014/main" id="{5E19F302-2B3A-43B6-AD01-E6FDC5B20CC8}"/>
              </a:ext>
            </a:extLst>
          </p:cNvPr>
          <p:cNvSpPr>
            <a:spLocks xmlns:a="http://schemas.openxmlformats.org/drawingml/2006/main" noGrp="1"/>
          </p:cNvSpPr>
          <p:nvPr/>
        </p:nvSpPr>
        <p:spPr>
          <a:xfrm xmlns:a="http://schemas.openxmlformats.org/drawingml/2006/main">
            <a:off x="8661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5" name="g1640">
            <a:extLst xmlns:a="http://schemas.openxmlformats.org/drawingml/2006/main">
              <a:ext uri="{FF2B5EF4-FFF2-40B4-BE49-F238E27FC236}">
                <a16:creationId xmlns:a16="http://schemas.microsoft.com/office/drawing/2014/main" id="{93AB19F1-8EA9-4805-9288-ADC20AF4555F}"/>
              </a:ext>
            </a:extLst>
          </p:cNvPr>
          <p:cNvSpPr>
            <a:spLocks xmlns:a="http://schemas.openxmlformats.org/drawingml/2006/main" noGrp="1"/>
          </p:cNvSpPr>
          <p:nvPr/>
        </p:nvSpPr>
        <p:spPr>
          <a:xfrm xmlns:a="http://schemas.openxmlformats.org/drawingml/2006/main">
            <a:off x="8708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6" name="g1641">
            <a:extLst xmlns:a="http://schemas.openxmlformats.org/drawingml/2006/main">
              <a:ext uri="{FF2B5EF4-FFF2-40B4-BE49-F238E27FC236}">
                <a16:creationId xmlns:a16="http://schemas.microsoft.com/office/drawing/2014/main" id="{EB1189A9-219F-40FA-A83F-60CD21E6EBF5}"/>
              </a:ext>
            </a:extLst>
          </p:cNvPr>
          <p:cNvSpPr>
            <a:spLocks xmlns:a="http://schemas.openxmlformats.org/drawingml/2006/main" noGrp="1"/>
          </p:cNvSpPr>
          <p:nvPr/>
        </p:nvSpPr>
        <p:spPr>
          <a:xfrm xmlns:a="http://schemas.openxmlformats.org/drawingml/2006/main">
            <a:off x="8756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7" name="g1642">
            <a:extLst xmlns:a="http://schemas.openxmlformats.org/drawingml/2006/main">
              <a:ext uri="{FF2B5EF4-FFF2-40B4-BE49-F238E27FC236}">
                <a16:creationId xmlns:a16="http://schemas.microsoft.com/office/drawing/2014/main" id="{C84D64E5-6204-4C47-99D6-1E3ABA658154}"/>
              </a:ext>
            </a:extLst>
          </p:cNvPr>
          <p:cNvSpPr>
            <a:spLocks xmlns:a="http://schemas.openxmlformats.org/drawingml/2006/main" noGrp="1"/>
          </p:cNvSpPr>
          <p:nvPr/>
        </p:nvSpPr>
        <p:spPr>
          <a:xfrm xmlns:a="http://schemas.openxmlformats.org/drawingml/2006/main">
            <a:off x="8803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8" name="g1643">
            <a:extLst xmlns:a="http://schemas.openxmlformats.org/drawingml/2006/main">
              <a:ext uri="{FF2B5EF4-FFF2-40B4-BE49-F238E27FC236}">
                <a16:creationId xmlns:a16="http://schemas.microsoft.com/office/drawing/2014/main" id="{C2F6894C-E12E-4070-ACEB-406C54DFD9EF}"/>
              </a:ext>
            </a:extLst>
          </p:cNvPr>
          <p:cNvSpPr>
            <a:spLocks xmlns:a="http://schemas.openxmlformats.org/drawingml/2006/main" noGrp="1"/>
          </p:cNvSpPr>
          <p:nvPr/>
        </p:nvSpPr>
        <p:spPr>
          <a:xfrm xmlns:a="http://schemas.openxmlformats.org/drawingml/2006/main">
            <a:off x="8851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59" name="g1644">
            <a:extLst xmlns:a="http://schemas.openxmlformats.org/drawingml/2006/main">
              <a:ext uri="{FF2B5EF4-FFF2-40B4-BE49-F238E27FC236}">
                <a16:creationId xmlns:a16="http://schemas.microsoft.com/office/drawing/2014/main" id="{CC00AFC9-4F75-48E9-A31E-C5EF093734DD}"/>
              </a:ext>
            </a:extLst>
          </p:cNvPr>
          <p:cNvSpPr>
            <a:spLocks xmlns:a="http://schemas.openxmlformats.org/drawingml/2006/main" noGrp="1"/>
          </p:cNvSpPr>
          <p:nvPr/>
        </p:nvSpPr>
        <p:spPr>
          <a:xfrm xmlns:a="http://schemas.openxmlformats.org/drawingml/2006/main">
            <a:off x="8899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0" name="g1645">
            <a:extLst xmlns:a="http://schemas.openxmlformats.org/drawingml/2006/main">
              <a:ext uri="{FF2B5EF4-FFF2-40B4-BE49-F238E27FC236}">
                <a16:creationId xmlns:a16="http://schemas.microsoft.com/office/drawing/2014/main" id="{CCACC92E-1F87-4FBC-9A71-69C50D3B5193}"/>
              </a:ext>
            </a:extLst>
          </p:cNvPr>
          <p:cNvSpPr>
            <a:spLocks xmlns:a="http://schemas.openxmlformats.org/drawingml/2006/main" noGrp="1"/>
          </p:cNvSpPr>
          <p:nvPr/>
        </p:nvSpPr>
        <p:spPr>
          <a:xfrm xmlns:a="http://schemas.openxmlformats.org/drawingml/2006/main">
            <a:off x="8946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1" name="g1646">
            <a:extLst xmlns:a="http://schemas.openxmlformats.org/drawingml/2006/main">
              <a:ext uri="{FF2B5EF4-FFF2-40B4-BE49-F238E27FC236}">
                <a16:creationId xmlns:a16="http://schemas.microsoft.com/office/drawing/2014/main" id="{85D888DE-FE1F-413B-BE1F-9AF5110C32CC}"/>
              </a:ext>
            </a:extLst>
          </p:cNvPr>
          <p:cNvSpPr>
            <a:spLocks xmlns:a="http://schemas.openxmlformats.org/drawingml/2006/main" noGrp="1"/>
          </p:cNvSpPr>
          <p:nvPr/>
        </p:nvSpPr>
        <p:spPr>
          <a:xfrm xmlns:a="http://schemas.openxmlformats.org/drawingml/2006/main">
            <a:off x="8994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2" name="g1647">
            <a:extLst xmlns:a="http://schemas.openxmlformats.org/drawingml/2006/main">
              <a:ext uri="{FF2B5EF4-FFF2-40B4-BE49-F238E27FC236}">
                <a16:creationId xmlns:a16="http://schemas.microsoft.com/office/drawing/2014/main" id="{EB0981A5-16E8-42D5-9CEF-7BF6FCDFDA4B}"/>
              </a:ext>
            </a:extLst>
          </p:cNvPr>
          <p:cNvSpPr>
            <a:spLocks xmlns:a="http://schemas.openxmlformats.org/drawingml/2006/main" noGrp="1"/>
          </p:cNvSpPr>
          <p:nvPr/>
        </p:nvSpPr>
        <p:spPr>
          <a:xfrm xmlns:a="http://schemas.openxmlformats.org/drawingml/2006/main">
            <a:off x="9042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3" name="g1648">
            <a:extLst xmlns:a="http://schemas.openxmlformats.org/drawingml/2006/main">
              <a:ext uri="{FF2B5EF4-FFF2-40B4-BE49-F238E27FC236}">
                <a16:creationId xmlns:a16="http://schemas.microsoft.com/office/drawing/2014/main" id="{3607948F-64FC-429F-93C2-D4E1BDB325FE}"/>
              </a:ext>
            </a:extLst>
          </p:cNvPr>
          <p:cNvSpPr>
            <a:spLocks xmlns:a="http://schemas.openxmlformats.org/drawingml/2006/main" noGrp="1"/>
          </p:cNvSpPr>
          <p:nvPr/>
        </p:nvSpPr>
        <p:spPr>
          <a:xfrm xmlns:a="http://schemas.openxmlformats.org/drawingml/2006/main">
            <a:off x="9089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4" name="g1649">
            <a:extLst xmlns:a="http://schemas.openxmlformats.org/drawingml/2006/main">
              <a:ext uri="{FF2B5EF4-FFF2-40B4-BE49-F238E27FC236}">
                <a16:creationId xmlns:a16="http://schemas.microsoft.com/office/drawing/2014/main" id="{7D53FD6E-CC51-42F8-A7EE-5A9FC30CDD8D}"/>
              </a:ext>
            </a:extLst>
          </p:cNvPr>
          <p:cNvSpPr>
            <a:spLocks xmlns:a="http://schemas.openxmlformats.org/drawingml/2006/main" noGrp="1"/>
          </p:cNvSpPr>
          <p:nvPr/>
        </p:nvSpPr>
        <p:spPr>
          <a:xfrm xmlns:a="http://schemas.openxmlformats.org/drawingml/2006/main">
            <a:off x="9137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5" name="g1650">
            <a:extLst xmlns:a="http://schemas.openxmlformats.org/drawingml/2006/main">
              <a:ext uri="{FF2B5EF4-FFF2-40B4-BE49-F238E27FC236}">
                <a16:creationId xmlns:a16="http://schemas.microsoft.com/office/drawing/2014/main" id="{A677CA2E-98E9-4627-B5A3-938176E8D1D3}"/>
              </a:ext>
            </a:extLst>
          </p:cNvPr>
          <p:cNvSpPr>
            <a:spLocks xmlns:a="http://schemas.openxmlformats.org/drawingml/2006/main" noGrp="1"/>
          </p:cNvSpPr>
          <p:nvPr/>
        </p:nvSpPr>
        <p:spPr>
          <a:xfrm xmlns:a="http://schemas.openxmlformats.org/drawingml/2006/main">
            <a:off x="9184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6" name="g1651">
            <a:extLst xmlns:a="http://schemas.openxmlformats.org/drawingml/2006/main">
              <a:ext uri="{FF2B5EF4-FFF2-40B4-BE49-F238E27FC236}">
                <a16:creationId xmlns:a16="http://schemas.microsoft.com/office/drawing/2014/main" id="{23CAEC4C-5BE7-4525-ABC9-F8AE8302AA19}"/>
              </a:ext>
            </a:extLst>
          </p:cNvPr>
          <p:cNvSpPr>
            <a:spLocks xmlns:a="http://schemas.openxmlformats.org/drawingml/2006/main" noGrp="1"/>
          </p:cNvSpPr>
          <p:nvPr/>
        </p:nvSpPr>
        <p:spPr>
          <a:xfrm xmlns:a="http://schemas.openxmlformats.org/drawingml/2006/main">
            <a:off x="9232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7" name="g1652">
            <a:extLst xmlns:a="http://schemas.openxmlformats.org/drawingml/2006/main">
              <a:ext uri="{FF2B5EF4-FFF2-40B4-BE49-F238E27FC236}">
                <a16:creationId xmlns:a16="http://schemas.microsoft.com/office/drawing/2014/main" id="{44A2ABDD-819A-42E8-9D34-B85B1B25183B}"/>
              </a:ext>
            </a:extLst>
          </p:cNvPr>
          <p:cNvSpPr>
            <a:spLocks xmlns:a="http://schemas.openxmlformats.org/drawingml/2006/main" noGrp="1"/>
          </p:cNvSpPr>
          <p:nvPr/>
        </p:nvSpPr>
        <p:spPr>
          <a:xfrm xmlns:a="http://schemas.openxmlformats.org/drawingml/2006/main">
            <a:off x="9280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8" name="g1653">
            <a:extLst xmlns:a="http://schemas.openxmlformats.org/drawingml/2006/main">
              <a:ext uri="{FF2B5EF4-FFF2-40B4-BE49-F238E27FC236}">
                <a16:creationId xmlns:a16="http://schemas.microsoft.com/office/drawing/2014/main" id="{C8442D18-C636-48BA-931E-93A7C244C161}"/>
              </a:ext>
            </a:extLst>
          </p:cNvPr>
          <p:cNvSpPr>
            <a:spLocks xmlns:a="http://schemas.openxmlformats.org/drawingml/2006/main" noGrp="1"/>
          </p:cNvSpPr>
          <p:nvPr/>
        </p:nvSpPr>
        <p:spPr>
          <a:xfrm xmlns:a="http://schemas.openxmlformats.org/drawingml/2006/main">
            <a:off x="9327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69" name="g1654">
            <a:extLst xmlns:a="http://schemas.openxmlformats.org/drawingml/2006/main">
              <a:ext uri="{FF2B5EF4-FFF2-40B4-BE49-F238E27FC236}">
                <a16:creationId xmlns:a16="http://schemas.microsoft.com/office/drawing/2014/main" id="{053441E2-480C-4B92-8635-DAF12E08B585}"/>
              </a:ext>
            </a:extLst>
          </p:cNvPr>
          <p:cNvSpPr>
            <a:spLocks xmlns:a="http://schemas.openxmlformats.org/drawingml/2006/main" noGrp="1"/>
          </p:cNvSpPr>
          <p:nvPr/>
        </p:nvSpPr>
        <p:spPr>
          <a:xfrm xmlns:a="http://schemas.openxmlformats.org/drawingml/2006/main">
            <a:off x="9375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0" name="g1655">
            <a:extLst xmlns:a="http://schemas.openxmlformats.org/drawingml/2006/main">
              <a:ext uri="{FF2B5EF4-FFF2-40B4-BE49-F238E27FC236}">
                <a16:creationId xmlns:a16="http://schemas.microsoft.com/office/drawing/2014/main" id="{F5BDF596-578C-48E3-9F83-724376458356}"/>
              </a:ext>
            </a:extLst>
          </p:cNvPr>
          <p:cNvSpPr>
            <a:spLocks xmlns:a="http://schemas.openxmlformats.org/drawingml/2006/main" noGrp="1"/>
          </p:cNvSpPr>
          <p:nvPr/>
        </p:nvSpPr>
        <p:spPr>
          <a:xfrm xmlns:a="http://schemas.openxmlformats.org/drawingml/2006/main">
            <a:off x="9423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1" name="g1656">
            <a:extLst xmlns:a="http://schemas.openxmlformats.org/drawingml/2006/main">
              <a:ext uri="{FF2B5EF4-FFF2-40B4-BE49-F238E27FC236}">
                <a16:creationId xmlns:a16="http://schemas.microsoft.com/office/drawing/2014/main" id="{BEEAF377-BA24-4F11-B6FF-B85F32552BC6}"/>
              </a:ext>
            </a:extLst>
          </p:cNvPr>
          <p:cNvSpPr>
            <a:spLocks xmlns:a="http://schemas.openxmlformats.org/drawingml/2006/main" noGrp="1"/>
          </p:cNvSpPr>
          <p:nvPr/>
        </p:nvSpPr>
        <p:spPr>
          <a:xfrm xmlns:a="http://schemas.openxmlformats.org/drawingml/2006/main">
            <a:off x="9470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2" name="g1657">
            <a:extLst xmlns:a="http://schemas.openxmlformats.org/drawingml/2006/main">
              <a:ext uri="{FF2B5EF4-FFF2-40B4-BE49-F238E27FC236}">
                <a16:creationId xmlns:a16="http://schemas.microsoft.com/office/drawing/2014/main" id="{7189804B-305E-4718-A40E-237D26A91A70}"/>
              </a:ext>
            </a:extLst>
          </p:cNvPr>
          <p:cNvSpPr>
            <a:spLocks xmlns:a="http://schemas.openxmlformats.org/drawingml/2006/main" noGrp="1"/>
          </p:cNvSpPr>
          <p:nvPr/>
        </p:nvSpPr>
        <p:spPr>
          <a:xfrm xmlns:a="http://schemas.openxmlformats.org/drawingml/2006/main">
            <a:off x="9518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3" name="g1658">
            <a:extLst xmlns:a="http://schemas.openxmlformats.org/drawingml/2006/main">
              <a:ext uri="{FF2B5EF4-FFF2-40B4-BE49-F238E27FC236}">
                <a16:creationId xmlns:a16="http://schemas.microsoft.com/office/drawing/2014/main" id="{4B711FF5-ADFB-4B54-84C6-283ECAB77110}"/>
              </a:ext>
            </a:extLst>
          </p:cNvPr>
          <p:cNvSpPr>
            <a:spLocks xmlns:a="http://schemas.openxmlformats.org/drawingml/2006/main" noGrp="1"/>
          </p:cNvSpPr>
          <p:nvPr/>
        </p:nvSpPr>
        <p:spPr>
          <a:xfrm xmlns:a="http://schemas.openxmlformats.org/drawingml/2006/main">
            <a:off x="9565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4" name="g1659">
            <a:extLst xmlns:a="http://schemas.openxmlformats.org/drawingml/2006/main">
              <a:ext uri="{FF2B5EF4-FFF2-40B4-BE49-F238E27FC236}">
                <a16:creationId xmlns:a16="http://schemas.microsoft.com/office/drawing/2014/main" id="{82FAD5AF-CE64-4963-9F52-03B3A8F70379}"/>
              </a:ext>
            </a:extLst>
          </p:cNvPr>
          <p:cNvSpPr>
            <a:spLocks xmlns:a="http://schemas.openxmlformats.org/drawingml/2006/main" noGrp="1"/>
          </p:cNvSpPr>
          <p:nvPr/>
        </p:nvSpPr>
        <p:spPr>
          <a:xfrm xmlns:a="http://schemas.openxmlformats.org/drawingml/2006/main">
            <a:off x="9613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5" name="g1660">
            <a:extLst xmlns:a="http://schemas.openxmlformats.org/drawingml/2006/main">
              <a:ext uri="{FF2B5EF4-FFF2-40B4-BE49-F238E27FC236}">
                <a16:creationId xmlns:a16="http://schemas.microsoft.com/office/drawing/2014/main" id="{9EA3BFA3-8E4C-44FA-91E0-656D6663A186}"/>
              </a:ext>
            </a:extLst>
          </p:cNvPr>
          <p:cNvSpPr>
            <a:spLocks xmlns:a="http://schemas.openxmlformats.org/drawingml/2006/main" noGrp="1"/>
          </p:cNvSpPr>
          <p:nvPr/>
        </p:nvSpPr>
        <p:spPr>
          <a:xfrm xmlns:a="http://schemas.openxmlformats.org/drawingml/2006/main">
            <a:off x="9661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6" name="g1661">
            <a:extLst xmlns:a="http://schemas.openxmlformats.org/drawingml/2006/main">
              <a:ext uri="{FF2B5EF4-FFF2-40B4-BE49-F238E27FC236}">
                <a16:creationId xmlns:a16="http://schemas.microsoft.com/office/drawing/2014/main" id="{EE181F61-E9DB-475A-A119-15D2C6A214B2}"/>
              </a:ext>
            </a:extLst>
          </p:cNvPr>
          <p:cNvSpPr>
            <a:spLocks xmlns:a="http://schemas.openxmlformats.org/drawingml/2006/main" noGrp="1"/>
          </p:cNvSpPr>
          <p:nvPr/>
        </p:nvSpPr>
        <p:spPr>
          <a:xfrm xmlns:a="http://schemas.openxmlformats.org/drawingml/2006/main">
            <a:off x="9708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7" name="g1662">
            <a:extLst xmlns:a="http://schemas.openxmlformats.org/drawingml/2006/main">
              <a:ext uri="{FF2B5EF4-FFF2-40B4-BE49-F238E27FC236}">
                <a16:creationId xmlns:a16="http://schemas.microsoft.com/office/drawing/2014/main" id="{CF34A260-FAD2-4222-9E37-2523F6FC3DF5}"/>
              </a:ext>
            </a:extLst>
          </p:cNvPr>
          <p:cNvSpPr>
            <a:spLocks xmlns:a="http://schemas.openxmlformats.org/drawingml/2006/main" noGrp="1"/>
          </p:cNvSpPr>
          <p:nvPr/>
        </p:nvSpPr>
        <p:spPr>
          <a:xfrm xmlns:a="http://schemas.openxmlformats.org/drawingml/2006/main">
            <a:off x="9756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8" name="g1663">
            <a:extLst xmlns:a="http://schemas.openxmlformats.org/drawingml/2006/main">
              <a:ext uri="{FF2B5EF4-FFF2-40B4-BE49-F238E27FC236}">
                <a16:creationId xmlns:a16="http://schemas.microsoft.com/office/drawing/2014/main" id="{2FD7F32F-8F9B-407B-AD27-0DCC6863CC20}"/>
              </a:ext>
            </a:extLst>
          </p:cNvPr>
          <p:cNvSpPr>
            <a:spLocks xmlns:a="http://schemas.openxmlformats.org/drawingml/2006/main" noGrp="1"/>
          </p:cNvSpPr>
          <p:nvPr/>
        </p:nvSpPr>
        <p:spPr>
          <a:xfrm xmlns:a="http://schemas.openxmlformats.org/drawingml/2006/main">
            <a:off x="9804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79" name="g1664">
            <a:extLst xmlns:a="http://schemas.openxmlformats.org/drawingml/2006/main">
              <a:ext uri="{FF2B5EF4-FFF2-40B4-BE49-F238E27FC236}">
                <a16:creationId xmlns:a16="http://schemas.microsoft.com/office/drawing/2014/main" id="{263C8A8B-2E9E-48F1-8E14-29558041D7E2}"/>
              </a:ext>
            </a:extLst>
          </p:cNvPr>
          <p:cNvSpPr>
            <a:spLocks xmlns:a="http://schemas.openxmlformats.org/drawingml/2006/main" noGrp="1"/>
          </p:cNvSpPr>
          <p:nvPr/>
        </p:nvSpPr>
        <p:spPr>
          <a:xfrm xmlns:a="http://schemas.openxmlformats.org/drawingml/2006/main">
            <a:off x="9851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0" name="g1665">
            <a:extLst xmlns:a="http://schemas.openxmlformats.org/drawingml/2006/main">
              <a:ext uri="{FF2B5EF4-FFF2-40B4-BE49-F238E27FC236}">
                <a16:creationId xmlns:a16="http://schemas.microsoft.com/office/drawing/2014/main" id="{993CB51F-1568-4002-8C3F-98C61DBD376F}"/>
              </a:ext>
            </a:extLst>
          </p:cNvPr>
          <p:cNvSpPr>
            <a:spLocks xmlns:a="http://schemas.openxmlformats.org/drawingml/2006/main" noGrp="1"/>
          </p:cNvSpPr>
          <p:nvPr/>
        </p:nvSpPr>
        <p:spPr>
          <a:xfrm xmlns:a="http://schemas.openxmlformats.org/drawingml/2006/main">
            <a:off x="9899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1" name="g1666">
            <a:extLst xmlns:a="http://schemas.openxmlformats.org/drawingml/2006/main">
              <a:ext uri="{FF2B5EF4-FFF2-40B4-BE49-F238E27FC236}">
                <a16:creationId xmlns:a16="http://schemas.microsoft.com/office/drawing/2014/main" id="{8D852C0E-880E-4461-B1E2-4A8A09D520E7}"/>
              </a:ext>
            </a:extLst>
          </p:cNvPr>
          <p:cNvSpPr>
            <a:spLocks xmlns:a="http://schemas.openxmlformats.org/drawingml/2006/main" noGrp="1"/>
          </p:cNvSpPr>
          <p:nvPr/>
        </p:nvSpPr>
        <p:spPr>
          <a:xfrm xmlns:a="http://schemas.openxmlformats.org/drawingml/2006/main">
            <a:off x="9946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2" name="g1667">
            <a:extLst xmlns:a="http://schemas.openxmlformats.org/drawingml/2006/main">
              <a:ext uri="{FF2B5EF4-FFF2-40B4-BE49-F238E27FC236}">
                <a16:creationId xmlns:a16="http://schemas.microsoft.com/office/drawing/2014/main" id="{84E79717-5F2C-441E-B013-39CBCF0CBB6F}"/>
              </a:ext>
            </a:extLst>
          </p:cNvPr>
          <p:cNvSpPr>
            <a:spLocks xmlns:a="http://schemas.openxmlformats.org/drawingml/2006/main" noGrp="1"/>
          </p:cNvSpPr>
          <p:nvPr/>
        </p:nvSpPr>
        <p:spPr>
          <a:xfrm xmlns:a="http://schemas.openxmlformats.org/drawingml/2006/main">
            <a:off x="9994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3" name="g1668">
            <a:extLst xmlns:a="http://schemas.openxmlformats.org/drawingml/2006/main">
              <a:ext uri="{FF2B5EF4-FFF2-40B4-BE49-F238E27FC236}">
                <a16:creationId xmlns:a16="http://schemas.microsoft.com/office/drawing/2014/main" id="{7E50987B-D25B-4E6A-8B84-7530876A3F60}"/>
              </a:ext>
            </a:extLst>
          </p:cNvPr>
          <p:cNvSpPr>
            <a:spLocks xmlns:a="http://schemas.openxmlformats.org/drawingml/2006/main" noGrp="1"/>
          </p:cNvSpPr>
          <p:nvPr/>
        </p:nvSpPr>
        <p:spPr>
          <a:xfrm xmlns:a="http://schemas.openxmlformats.org/drawingml/2006/main">
            <a:off x="10042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4" name="g1669">
            <a:extLst xmlns:a="http://schemas.openxmlformats.org/drawingml/2006/main">
              <a:ext uri="{FF2B5EF4-FFF2-40B4-BE49-F238E27FC236}">
                <a16:creationId xmlns:a16="http://schemas.microsoft.com/office/drawing/2014/main" id="{8DD0C08B-85A4-4973-B952-324753C010A4}"/>
              </a:ext>
            </a:extLst>
          </p:cNvPr>
          <p:cNvSpPr>
            <a:spLocks xmlns:a="http://schemas.openxmlformats.org/drawingml/2006/main" noGrp="1"/>
          </p:cNvSpPr>
          <p:nvPr/>
        </p:nvSpPr>
        <p:spPr>
          <a:xfrm xmlns:a="http://schemas.openxmlformats.org/drawingml/2006/main">
            <a:off x="10089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5" name="g1670">
            <a:extLst xmlns:a="http://schemas.openxmlformats.org/drawingml/2006/main">
              <a:ext uri="{FF2B5EF4-FFF2-40B4-BE49-F238E27FC236}">
                <a16:creationId xmlns:a16="http://schemas.microsoft.com/office/drawing/2014/main" id="{EF79072E-2204-4B6E-94B5-DF031A43A619}"/>
              </a:ext>
            </a:extLst>
          </p:cNvPr>
          <p:cNvSpPr>
            <a:spLocks xmlns:a="http://schemas.openxmlformats.org/drawingml/2006/main" noGrp="1"/>
          </p:cNvSpPr>
          <p:nvPr/>
        </p:nvSpPr>
        <p:spPr>
          <a:xfrm xmlns:a="http://schemas.openxmlformats.org/drawingml/2006/main">
            <a:off x="10137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6" name="g1671">
            <a:extLst xmlns:a="http://schemas.openxmlformats.org/drawingml/2006/main">
              <a:ext uri="{FF2B5EF4-FFF2-40B4-BE49-F238E27FC236}">
                <a16:creationId xmlns:a16="http://schemas.microsoft.com/office/drawing/2014/main" id="{D9760F03-493E-4689-ABF7-7582B9B53A27}"/>
              </a:ext>
            </a:extLst>
          </p:cNvPr>
          <p:cNvSpPr>
            <a:spLocks xmlns:a="http://schemas.openxmlformats.org/drawingml/2006/main" noGrp="1"/>
          </p:cNvSpPr>
          <p:nvPr/>
        </p:nvSpPr>
        <p:spPr>
          <a:xfrm xmlns:a="http://schemas.openxmlformats.org/drawingml/2006/main">
            <a:off x="10185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7" name="g1672">
            <a:extLst xmlns:a="http://schemas.openxmlformats.org/drawingml/2006/main">
              <a:ext uri="{FF2B5EF4-FFF2-40B4-BE49-F238E27FC236}">
                <a16:creationId xmlns:a16="http://schemas.microsoft.com/office/drawing/2014/main" id="{8655D757-F3FD-4D2B-A8FE-40586D655DB7}"/>
              </a:ext>
            </a:extLst>
          </p:cNvPr>
          <p:cNvSpPr>
            <a:spLocks xmlns:a="http://schemas.openxmlformats.org/drawingml/2006/main" noGrp="1"/>
          </p:cNvSpPr>
          <p:nvPr/>
        </p:nvSpPr>
        <p:spPr>
          <a:xfrm xmlns:a="http://schemas.openxmlformats.org/drawingml/2006/main">
            <a:off x="10232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8" name="g1673">
            <a:extLst xmlns:a="http://schemas.openxmlformats.org/drawingml/2006/main">
              <a:ext uri="{FF2B5EF4-FFF2-40B4-BE49-F238E27FC236}">
                <a16:creationId xmlns:a16="http://schemas.microsoft.com/office/drawing/2014/main" id="{88824B41-8E4B-4075-AE21-5A13F7D330C8}"/>
              </a:ext>
            </a:extLst>
          </p:cNvPr>
          <p:cNvSpPr>
            <a:spLocks xmlns:a="http://schemas.openxmlformats.org/drawingml/2006/main" noGrp="1"/>
          </p:cNvSpPr>
          <p:nvPr/>
        </p:nvSpPr>
        <p:spPr>
          <a:xfrm xmlns:a="http://schemas.openxmlformats.org/drawingml/2006/main">
            <a:off x="10280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89" name="g1674">
            <a:extLst xmlns:a="http://schemas.openxmlformats.org/drawingml/2006/main">
              <a:ext uri="{FF2B5EF4-FFF2-40B4-BE49-F238E27FC236}">
                <a16:creationId xmlns:a16="http://schemas.microsoft.com/office/drawing/2014/main" id="{0C665181-17FD-4527-9A60-7E385D288D0C}"/>
              </a:ext>
            </a:extLst>
          </p:cNvPr>
          <p:cNvSpPr>
            <a:spLocks xmlns:a="http://schemas.openxmlformats.org/drawingml/2006/main" noGrp="1"/>
          </p:cNvSpPr>
          <p:nvPr/>
        </p:nvSpPr>
        <p:spPr>
          <a:xfrm xmlns:a="http://schemas.openxmlformats.org/drawingml/2006/main">
            <a:off x="10327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0" name="g1675">
            <a:extLst xmlns:a="http://schemas.openxmlformats.org/drawingml/2006/main">
              <a:ext uri="{FF2B5EF4-FFF2-40B4-BE49-F238E27FC236}">
                <a16:creationId xmlns:a16="http://schemas.microsoft.com/office/drawing/2014/main" id="{8BE89183-DB59-4EED-85D5-0E4D1F68A954}"/>
              </a:ext>
            </a:extLst>
          </p:cNvPr>
          <p:cNvSpPr>
            <a:spLocks xmlns:a="http://schemas.openxmlformats.org/drawingml/2006/main" noGrp="1"/>
          </p:cNvSpPr>
          <p:nvPr/>
        </p:nvSpPr>
        <p:spPr>
          <a:xfrm xmlns:a="http://schemas.openxmlformats.org/drawingml/2006/main">
            <a:off x="10375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1" name="g1676">
            <a:extLst xmlns:a="http://schemas.openxmlformats.org/drawingml/2006/main">
              <a:ext uri="{FF2B5EF4-FFF2-40B4-BE49-F238E27FC236}">
                <a16:creationId xmlns:a16="http://schemas.microsoft.com/office/drawing/2014/main" id="{77B9B93E-8610-4E2B-866B-D3D2BFD80849}"/>
              </a:ext>
            </a:extLst>
          </p:cNvPr>
          <p:cNvSpPr>
            <a:spLocks xmlns:a="http://schemas.openxmlformats.org/drawingml/2006/main" noGrp="1"/>
          </p:cNvSpPr>
          <p:nvPr/>
        </p:nvSpPr>
        <p:spPr>
          <a:xfrm xmlns:a="http://schemas.openxmlformats.org/drawingml/2006/main">
            <a:off x="10423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2" name="g1677">
            <a:extLst xmlns:a="http://schemas.openxmlformats.org/drawingml/2006/main">
              <a:ext uri="{FF2B5EF4-FFF2-40B4-BE49-F238E27FC236}">
                <a16:creationId xmlns:a16="http://schemas.microsoft.com/office/drawing/2014/main" id="{D2076B92-AAD1-4B7B-B947-382AF0C092BA}"/>
              </a:ext>
            </a:extLst>
          </p:cNvPr>
          <p:cNvSpPr>
            <a:spLocks xmlns:a="http://schemas.openxmlformats.org/drawingml/2006/main" noGrp="1"/>
          </p:cNvSpPr>
          <p:nvPr/>
        </p:nvSpPr>
        <p:spPr>
          <a:xfrm xmlns:a="http://schemas.openxmlformats.org/drawingml/2006/main">
            <a:off x="10470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3" name="g1678">
            <a:extLst xmlns:a="http://schemas.openxmlformats.org/drawingml/2006/main">
              <a:ext uri="{FF2B5EF4-FFF2-40B4-BE49-F238E27FC236}">
                <a16:creationId xmlns:a16="http://schemas.microsoft.com/office/drawing/2014/main" id="{E7F57FAA-0235-43B4-82E6-0A5EF6112AFE}"/>
              </a:ext>
            </a:extLst>
          </p:cNvPr>
          <p:cNvSpPr>
            <a:spLocks xmlns:a="http://schemas.openxmlformats.org/drawingml/2006/main" noGrp="1"/>
          </p:cNvSpPr>
          <p:nvPr/>
        </p:nvSpPr>
        <p:spPr>
          <a:xfrm xmlns:a="http://schemas.openxmlformats.org/drawingml/2006/main">
            <a:off x="10518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4" name="g1679">
            <a:extLst xmlns:a="http://schemas.openxmlformats.org/drawingml/2006/main">
              <a:ext uri="{FF2B5EF4-FFF2-40B4-BE49-F238E27FC236}">
                <a16:creationId xmlns:a16="http://schemas.microsoft.com/office/drawing/2014/main" id="{E297C8BF-251B-4BB7-B0E6-21F96596F641}"/>
              </a:ext>
            </a:extLst>
          </p:cNvPr>
          <p:cNvSpPr>
            <a:spLocks xmlns:a="http://schemas.openxmlformats.org/drawingml/2006/main" noGrp="1"/>
          </p:cNvSpPr>
          <p:nvPr/>
        </p:nvSpPr>
        <p:spPr>
          <a:xfrm xmlns:a="http://schemas.openxmlformats.org/drawingml/2006/main">
            <a:off x="10566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5" name="g1680">
            <a:extLst xmlns:a="http://schemas.openxmlformats.org/drawingml/2006/main">
              <a:ext uri="{FF2B5EF4-FFF2-40B4-BE49-F238E27FC236}">
                <a16:creationId xmlns:a16="http://schemas.microsoft.com/office/drawing/2014/main" id="{7CF6B49B-21DD-4196-8C68-EFBCC4276B83}"/>
              </a:ext>
            </a:extLst>
          </p:cNvPr>
          <p:cNvSpPr>
            <a:spLocks xmlns:a="http://schemas.openxmlformats.org/drawingml/2006/main" noGrp="1"/>
          </p:cNvSpPr>
          <p:nvPr/>
        </p:nvSpPr>
        <p:spPr>
          <a:xfrm xmlns:a="http://schemas.openxmlformats.org/drawingml/2006/main">
            <a:off x="10613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6" name="g1681">
            <a:extLst xmlns:a="http://schemas.openxmlformats.org/drawingml/2006/main">
              <a:ext uri="{FF2B5EF4-FFF2-40B4-BE49-F238E27FC236}">
                <a16:creationId xmlns:a16="http://schemas.microsoft.com/office/drawing/2014/main" id="{EC60B59A-C5E9-4657-8C80-96C7BB80E6E8}"/>
              </a:ext>
            </a:extLst>
          </p:cNvPr>
          <p:cNvSpPr>
            <a:spLocks xmlns:a="http://schemas.openxmlformats.org/drawingml/2006/main" noGrp="1"/>
          </p:cNvSpPr>
          <p:nvPr/>
        </p:nvSpPr>
        <p:spPr>
          <a:xfrm xmlns:a="http://schemas.openxmlformats.org/drawingml/2006/main">
            <a:off x="10661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7" name="g1682">
            <a:extLst xmlns:a="http://schemas.openxmlformats.org/drawingml/2006/main">
              <a:ext uri="{FF2B5EF4-FFF2-40B4-BE49-F238E27FC236}">
                <a16:creationId xmlns:a16="http://schemas.microsoft.com/office/drawing/2014/main" id="{CE27860F-8369-467F-96EF-27BCEB191E03}"/>
              </a:ext>
            </a:extLst>
          </p:cNvPr>
          <p:cNvSpPr>
            <a:spLocks xmlns:a="http://schemas.openxmlformats.org/drawingml/2006/main" noGrp="1"/>
          </p:cNvSpPr>
          <p:nvPr/>
        </p:nvSpPr>
        <p:spPr>
          <a:xfrm xmlns:a="http://schemas.openxmlformats.org/drawingml/2006/main">
            <a:off x="10708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8" name="g1683">
            <a:extLst xmlns:a="http://schemas.openxmlformats.org/drawingml/2006/main">
              <a:ext uri="{FF2B5EF4-FFF2-40B4-BE49-F238E27FC236}">
                <a16:creationId xmlns:a16="http://schemas.microsoft.com/office/drawing/2014/main" id="{E20BFB51-F105-43BC-8E7A-2EEBCCCF2140}"/>
              </a:ext>
            </a:extLst>
          </p:cNvPr>
          <p:cNvSpPr>
            <a:spLocks xmlns:a="http://schemas.openxmlformats.org/drawingml/2006/main" noGrp="1"/>
          </p:cNvSpPr>
          <p:nvPr/>
        </p:nvSpPr>
        <p:spPr>
          <a:xfrm xmlns:a="http://schemas.openxmlformats.org/drawingml/2006/main">
            <a:off x="10756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299" name="g1684">
            <a:extLst xmlns:a="http://schemas.openxmlformats.org/drawingml/2006/main">
              <a:ext uri="{FF2B5EF4-FFF2-40B4-BE49-F238E27FC236}">
                <a16:creationId xmlns:a16="http://schemas.microsoft.com/office/drawing/2014/main" id="{E1E0D68D-ECC7-44FB-B59B-1A65AF51166E}"/>
              </a:ext>
            </a:extLst>
          </p:cNvPr>
          <p:cNvSpPr>
            <a:spLocks xmlns:a="http://schemas.openxmlformats.org/drawingml/2006/main" noGrp="1"/>
          </p:cNvSpPr>
          <p:nvPr/>
        </p:nvSpPr>
        <p:spPr>
          <a:xfrm xmlns:a="http://schemas.openxmlformats.org/drawingml/2006/main">
            <a:off x="108042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0" name="g1685">
            <a:extLst xmlns:a="http://schemas.openxmlformats.org/drawingml/2006/main">
              <a:ext uri="{FF2B5EF4-FFF2-40B4-BE49-F238E27FC236}">
                <a16:creationId xmlns:a16="http://schemas.microsoft.com/office/drawing/2014/main" id="{04F9497B-FE25-478E-A643-5FB2AFB8ADDB}"/>
              </a:ext>
            </a:extLst>
          </p:cNvPr>
          <p:cNvSpPr>
            <a:spLocks xmlns:a="http://schemas.openxmlformats.org/drawingml/2006/main" noGrp="1"/>
          </p:cNvSpPr>
          <p:nvPr/>
        </p:nvSpPr>
        <p:spPr>
          <a:xfrm xmlns:a="http://schemas.openxmlformats.org/drawingml/2006/main">
            <a:off x="108518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1" name="g1686">
            <a:extLst xmlns:a="http://schemas.openxmlformats.org/drawingml/2006/main">
              <a:ext uri="{FF2B5EF4-FFF2-40B4-BE49-F238E27FC236}">
                <a16:creationId xmlns:a16="http://schemas.microsoft.com/office/drawing/2014/main" id="{E4D5AEAC-9BF0-46E9-B669-E2B8D52BD056}"/>
              </a:ext>
            </a:extLst>
          </p:cNvPr>
          <p:cNvSpPr>
            <a:spLocks xmlns:a="http://schemas.openxmlformats.org/drawingml/2006/main" noGrp="1"/>
          </p:cNvSpPr>
          <p:nvPr/>
        </p:nvSpPr>
        <p:spPr>
          <a:xfrm xmlns:a="http://schemas.openxmlformats.org/drawingml/2006/main">
            <a:off x="108994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2" name="g1687">
            <a:extLst xmlns:a="http://schemas.openxmlformats.org/drawingml/2006/main">
              <a:ext uri="{FF2B5EF4-FFF2-40B4-BE49-F238E27FC236}">
                <a16:creationId xmlns:a16="http://schemas.microsoft.com/office/drawing/2014/main" id="{7AD37013-C6A2-4BD9-92C9-B7BBD8209324}"/>
              </a:ext>
            </a:extLst>
          </p:cNvPr>
          <p:cNvSpPr>
            <a:spLocks xmlns:a="http://schemas.openxmlformats.org/drawingml/2006/main" noGrp="1"/>
          </p:cNvSpPr>
          <p:nvPr/>
        </p:nvSpPr>
        <p:spPr>
          <a:xfrm xmlns:a="http://schemas.openxmlformats.org/drawingml/2006/main">
            <a:off x="109470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3" name="g1688">
            <a:extLst xmlns:a="http://schemas.openxmlformats.org/drawingml/2006/main">
              <a:ext uri="{FF2B5EF4-FFF2-40B4-BE49-F238E27FC236}">
                <a16:creationId xmlns:a16="http://schemas.microsoft.com/office/drawing/2014/main" id="{6F178666-5652-4995-8D10-EF2EB416BE34}"/>
              </a:ext>
            </a:extLst>
          </p:cNvPr>
          <p:cNvSpPr>
            <a:spLocks xmlns:a="http://schemas.openxmlformats.org/drawingml/2006/main" noGrp="1"/>
          </p:cNvSpPr>
          <p:nvPr/>
        </p:nvSpPr>
        <p:spPr>
          <a:xfrm xmlns:a="http://schemas.openxmlformats.org/drawingml/2006/main">
            <a:off x="1099471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4" name="g1689">
            <a:extLst xmlns:a="http://schemas.openxmlformats.org/drawingml/2006/main">
              <a:ext uri="{FF2B5EF4-FFF2-40B4-BE49-F238E27FC236}">
                <a16:creationId xmlns:a16="http://schemas.microsoft.com/office/drawing/2014/main" id="{C83521E4-D692-4F9D-8DA4-933BBA7771B9}"/>
              </a:ext>
            </a:extLst>
          </p:cNvPr>
          <p:cNvSpPr>
            <a:spLocks xmlns:a="http://schemas.openxmlformats.org/drawingml/2006/main" noGrp="1"/>
          </p:cNvSpPr>
          <p:nvPr/>
        </p:nvSpPr>
        <p:spPr>
          <a:xfrm xmlns:a="http://schemas.openxmlformats.org/drawingml/2006/main">
            <a:off x="1104233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5" name="g1690">
            <a:extLst xmlns:a="http://schemas.openxmlformats.org/drawingml/2006/main">
              <a:ext uri="{FF2B5EF4-FFF2-40B4-BE49-F238E27FC236}">
                <a16:creationId xmlns:a16="http://schemas.microsoft.com/office/drawing/2014/main" id="{F5C4B1CB-E4E1-4E12-8E52-5A2340862271}"/>
              </a:ext>
            </a:extLst>
          </p:cNvPr>
          <p:cNvSpPr>
            <a:spLocks xmlns:a="http://schemas.openxmlformats.org/drawingml/2006/main" noGrp="1"/>
          </p:cNvSpPr>
          <p:nvPr/>
        </p:nvSpPr>
        <p:spPr>
          <a:xfrm xmlns:a="http://schemas.openxmlformats.org/drawingml/2006/main">
            <a:off x="11089961"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6" name="g1691">
            <a:extLst xmlns:a="http://schemas.openxmlformats.org/drawingml/2006/main">
              <a:ext uri="{FF2B5EF4-FFF2-40B4-BE49-F238E27FC236}">
                <a16:creationId xmlns:a16="http://schemas.microsoft.com/office/drawing/2014/main" id="{21FBEE91-B4D0-44DF-B838-CD1A740C7DFE}"/>
              </a:ext>
            </a:extLst>
          </p:cNvPr>
          <p:cNvSpPr>
            <a:spLocks xmlns:a="http://schemas.openxmlformats.org/drawingml/2006/main" noGrp="1"/>
          </p:cNvSpPr>
          <p:nvPr/>
        </p:nvSpPr>
        <p:spPr>
          <a:xfrm xmlns:a="http://schemas.openxmlformats.org/drawingml/2006/main">
            <a:off x="11137586" y="3381375"/>
            <a:ext cx="28575" cy="953"/>
          </a:xfrm>
          <a:custGeom xmlns:a="http://schemas.openxmlformats.org/drawingml/2006/main">
            <a:pathLst>
              <a:path w="28575" h="953">
                <a:moveTo>
                  <a:pt x="0" y="0"/>
                </a:moveTo>
                <a:lnTo>
                  <a:pt x="28575" y="0"/>
                </a:lnTo>
              </a:path>
            </a:pathLst>
          </a:custGeom>
          <a:noFill xmlns:a="http://schemas.openxmlformats.org/drawingml/2006/main"/>
          <a:ln xmlns:a="http://schemas.openxmlformats.org/drawingml/2006/main" w="6668">
            <a:solidFill>
              <a:srgbClr val="9D9D9D"/>
            </a:solidFill>
          </a:ln>
        </p:spPr>
      </p:sp>
      <p:sp>
        <p:nvSpPr>
          <p:cNvPr id="1307" name="g1692">
            <a:extLst xmlns:a="http://schemas.openxmlformats.org/drawingml/2006/main">
              <a:ext uri="{FF2B5EF4-FFF2-40B4-BE49-F238E27FC236}">
                <a16:creationId xmlns:a16="http://schemas.microsoft.com/office/drawing/2014/main" id="{A0BC74D2-0860-4441-96D5-9CFDEC361954}"/>
              </a:ext>
            </a:extLst>
          </p:cNvPr>
          <p:cNvSpPr>
            <a:spLocks xmlns:a="http://schemas.openxmlformats.org/drawingml/2006/main" noGrp="1"/>
          </p:cNvSpPr>
          <p:nvPr/>
        </p:nvSpPr>
        <p:spPr>
          <a:xfrm xmlns:a="http://schemas.openxmlformats.org/drawingml/2006/main">
            <a:off x="1362075" y="3429000"/>
            <a:ext cx="2647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全链条核心技术攻关</a:t>
            </a:r>
          </a:p>
        </p:txBody>
      </p:sp>
      <p:sp>
        <p:nvSpPr>
          <p:cNvPr id="1308" name="g1693">
            <a:extLst xmlns:a="http://schemas.openxmlformats.org/drawingml/2006/main">
              <a:ext uri="{FF2B5EF4-FFF2-40B4-BE49-F238E27FC236}">
                <a16:creationId xmlns:a16="http://schemas.microsoft.com/office/drawing/2014/main" id="{FFE8E72F-5F3C-4C41-817B-76214381932B}"/>
              </a:ext>
            </a:extLst>
          </p:cNvPr>
          <p:cNvSpPr>
            <a:spLocks xmlns:a="http://schemas.openxmlformats.org/drawingml/2006/main" noGrp="1"/>
          </p:cNvSpPr>
          <p:nvPr/>
        </p:nvSpPr>
        <p:spPr>
          <a:xfrm xmlns:a="http://schemas.openxmlformats.org/drawingml/2006/main">
            <a:off x="1362075" y="3724275"/>
            <a:ext cx="2647950" cy="1752600"/>
          </a:xfrm>
          <a:prstGeom xmlns:a="http://schemas.openxmlformats.org/drawingml/2006/main" prst="rect">
            <a:avLst/>
          </a:prstGeom>
          <a:solidFill xmlns:a="http://schemas.openxmlformats.org/drawingml/2006/main">
            <a:srgbClr val="D9E9FD"/>
          </a:solidFill>
          <a:ln xmlns:a="http://schemas.openxmlformats.org/drawingml/2006/main" w="0">
            <a:noFill/>
          </a:ln>
        </p:spPr>
      </p:sp>
      <p:sp>
        <p:nvSpPr>
          <p:cNvPr id="1309" name="g1694">
            <a:extLst xmlns:a="http://schemas.openxmlformats.org/drawingml/2006/main">
              <a:ext uri="{FF2B5EF4-FFF2-40B4-BE49-F238E27FC236}">
                <a16:creationId xmlns:a16="http://schemas.microsoft.com/office/drawing/2014/main" id="{1A7E59CB-FB77-4EA2-8636-8868FBAF4074}"/>
              </a:ext>
            </a:extLst>
          </p:cNvPr>
          <p:cNvSpPr>
            <a:spLocks xmlns:a="http://schemas.openxmlformats.org/drawingml/2006/main" noGrp="1"/>
          </p:cNvSpPr>
          <p:nvPr/>
        </p:nvSpPr>
        <p:spPr>
          <a:xfrm xmlns:a="http://schemas.openxmlformats.org/drawingml/2006/main">
            <a:off x="1466850" y="3914775"/>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10" name="g1695">
            <a:extLst xmlns:a="http://schemas.openxmlformats.org/drawingml/2006/main">
              <a:ext uri="{FF2B5EF4-FFF2-40B4-BE49-F238E27FC236}">
                <a16:creationId xmlns:a16="http://schemas.microsoft.com/office/drawing/2014/main" id="{A20700C1-CFAA-4984-A9C2-7F4C3903A221}"/>
              </a:ext>
            </a:extLst>
          </p:cNvPr>
          <p:cNvSpPr>
            <a:spLocks xmlns:a="http://schemas.openxmlformats.org/drawingml/2006/main" noGrp="1"/>
          </p:cNvSpPr>
          <p:nvPr/>
        </p:nvSpPr>
        <p:spPr>
          <a:xfrm xmlns:a="http://schemas.openxmlformats.org/drawingml/2006/main">
            <a:off x="1628775" y="3848100"/>
            <a:ext cx="230505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构建“基础研究-技术攻关-产业化</a:t>
            </a:r>
          </a:p>
        </p:txBody>
      </p:sp>
      <p:sp>
        <p:nvSpPr>
          <p:cNvPr id="1311" name="g1696">
            <a:extLst xmlns:a="http://schemas.openxmlformats.org/drawingml/2006/main">
              <a:ext uri="{FF2B5EF4-FFF2-40B4-BE49-F238E27FC236}">
                <a16:creationId xmlns:a16="http://schemas.microsoft.com/office/drawing/2014/main" id="{1CC1FB7A-FA1D-4CE3-A8E9-3FC5ACF08A46}"/>
              </a:ext>
            </a:extLst>
          </p:cNvPr>
          <p:cNvSpPr>
            <a:spLocks xmlns:a="http://schemas.openxmlformats.org/drawingml/2006/main" noGrp="1"/>
          </p:cNvSpPr>
          <p:nvPr/>
        </p:nvSpPr>
        <p:spPr>
          <a:xfrm xmlns:a="http://schemas.openxmlformats.org/drawingml/2006/main">
            <a:off x="1628775" y="4121468"/>
            <a:ext cx="230505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应用”分层分类全链条攻关体系；</a:t>
            </a:r>
          </a:p>
        </p:txBody>
      </p:sp>
      <p:sp>
        <p:nvSpPr>
          <p:cNvPr id="1312" name="g1697">
            <a:extLst xmlns:a="http://schemas.openxmlformats.org/drawingml/2006/main">
              <a:ext uri="{FF2B5EF4-FFF2-40B4-BE49-F238E27FC236}">
                <a16:creationId xmlns:a16="http://schemas.microsoft.com/office/drawing/2014/main" id="{C2FB791F-038C-4B93-A03F-1A96F7DFE454}"/>
              </a:ext>
            </a:extLst>
          </p:cNvPr>
          <p:cNvSpPr>
            <a:spLocks xmlns:a="http://schemas.openxmlformats.org/drawingml/2006/main" noGrp="1"/>
          </p:cNvSpPr>
          <p:nvPr/>
        </p:nvSpPr>
        <p:spPr>
          <a:xfrm xmlns:a="http://schemas.openxmlformats.org/drawingml/2006/main">
            <a:off x="1466850" y="4461510"/>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13" name="g1698">
            <a:extLst xmlns:a="http://schemas.openxmlformats.org/drawingml/2006/main">
              <a:ext uri="{FF2B5EF4-FFF2-40B4-BE49-F238E27FC236}">
                <a16:creationId xmlns:a16="http://schemas.microsoft.com/office/drawing/2014/main" id="{DCA97901-3EB8-433C-A4FA-AC4750399355}"/>
              </a:ext>
            </a:extLst>
          </p:cNvPr>
          <p:cNvSpPr>
            <a:spLocks xmlns:a="http://schemas.openxmlformats.org/drawingml/2006/main" noGrp="1"/>
          </p:cNvSpPr>
          <p:nvPr/>
        </p:nvSpPr>
        <p:spPr>
          <a:xfrm xmlns:a="http://schemas.openxmlformats.org/drawingml/2006/main">
            <a:off x="1628775" y="4394835"/>
            <a:ext cx="230505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建立“战略价值×技术成熟度”二</a:t>
            </a:r>
          </a:p>
        </p:txBody>
      </p:sp>
      <p:sp>
        <p:nvSpPr>
          <p:cNvPr id="1314" name="g1699">
            <a:extLst xmlns:a="http://schemas.openxmlformats.org/drawingml/2006/main">
              <a:ext uri="{FF2B5EF4-FFF2-40B4-BE49-F238E27FC236}">
                <a16:creationId xmlns:a16="http://schemas.microsoft.com/office/drawing/2014/main" id="{B831FC29-C960-46C6-95B9-E4E1EE009F2D}"/>
              </a:ext>
            </a:extLst>
          </p:cNvPr>
          <p:cNvSpPr>
            <a:spLocks xmlns:a="http://schemas.openxmlformats.org/drawingml/2006/main" noGrp="1"/>
          </p:cNvSpPr>
          <p:nvPr/>
        </p:nvSpPr>
        <p:spPr>
          <a:xfrm xmlns:a="http://schemas.openxmlformats.org/drawingml/2006/main">
            <a:off x="1628775" y="4668203"/>
            <a:ext cx="230505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维矩阵，实施差异化攻关策略；</a:t>
            </a:r>
          </a:p>
        </p:txBody>
      </p:sp>
      <p:sp>
        <p:nvSpPr>
          <p:cNvPr id="1315" name="g1700">
            <a:extLst xmlns:a="http://schemas.openxmlformats.org/drawingml/2006/main">
              <a:ext uri="{FF2B5EF4-FFF2-40B4-BE49-F238E27FC236}">
                <a16:creationId xmlns:a16="http://schemas.microsoft.com/office/drawing/2014/main" id="{CD3078BB-D058-4AAD-8DEA-961D25EF5C49}"/>
              </a:ext>
            </a:extLst>
          </p:cNvPr>
          <p:cNvSpPr>
            <a:spLocks xmlns:a="http://schemas.openxmlformats.org/drawingml/2006/main" noGrp="1"/>
          </p:cNvSpPr>
          <p:nvPr/>
        </p:nvSpPr>
        <p:spPr>
          <a:xfrm xmlns:a="http://schemas.openxmlformats.org/drawingml/2006/main">
            <a:off x="1466850" y="5008245"/>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16" name="g1701">
            <a:extLst xmlns:a="http://schemas.openxmlformats.org/drawingml/2006/main">
              <a:ext uri="{FF2B5EF4-FFF2-40B4-BE49-F238E27FC236}">
                <a16:creationId xmlns:a16="http://schemas.microsoft.com/office/drawing/2014/main" id="{8D876E97-90F0-4E61-A780-FC3F7A91196D}"/>
              </a:ext>
            </a:extLst>
          </p:cNvPr>
          <p:cNvSpPr>
            <a:spLocks xmlns:a="http://schemas.openxmlformats.org/drawingml/2006/main" noGrp="1"/>
          </p:cNvSpPr>
          <p:nvPr/>
        </p:nvSpPr>
        <p:spPr>
          <a:xfrm xmlns:a="http://schemas.openxmlformats.org/drawingml/2006/main">
            <a:off x="1628775" y="4941570"/>
            <a:ext cx="230505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明确关键攻关节点，设置量化里程</a:t>
            </a:r>
          </a:p>
        </p:txBody>
      </p:sp>
      <p:sp>
        <p:nvSpPr>
          <p:cNvPr id="1317" name="g1702">
            <a:extLst xmlns:a="http://schemas.openxmlformats.org/drawingml/2006/main">
              <a:ext uri="{FF2B5EF4-FFF2-40B4-BE49-F238E27FC236}">
                <a16:creationId xmlns:a16="http://schemas.microsoft.com/office/drawing/2014/main" id="{B2CAD843-126F-40DB-B59D-9281A56A2FAC}"/>
              </a:ext>
            </a:extLst>
          </p:cNvPr>
          <p:cNvSpPr>
            <a:spLocks xmlns:a="http://schemas.openxmlformats.org/drawingml/2006/main" noGrp="1"/>
          </p:cNvSpPr>
          <p:nvPr/>
        </p:nvSpPr>
        <p:spPr>
          <a:xfrm xmlns:a="http://schemas.openxmlformats.org/drawingml/2006/main">
            <a:off x="1628775" y="5214938"/>
            <a:ext cx="2305050"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碑指标。</a:t>
            </a:r>
          </a:p>
        </p:txBody>
      </p:sp>
      <p:sp>
        <p:nvSpPr>
          <p:cNvPr id="1318" name="g1703">
            <a:extLst xmlns:a="http://schemas.openxmlformats.org/drawingml/2006/main">
              <a:ext uri="{FF2B5EF4-FFF2-40B4-BE49-F238E27FC236}">
                <a16:creationId xmlns:a16="http://schemas.microsoft.com/office/drawing/2014/main" id="{8ADB6A97-D2A4-48F5-A1F6-77A1E21C3B24}"/>
              </a:ext>
            </a:extLst>
          </p:cNvPr>
          <p:cNvSpPr>
            <a:spLocks xmlns:a="http://schemas.openxmlformats.org/drawingml/2006/main" noGrp="1"/>
          </p:cNvSpPr>
          <p:nvPr/>
        </p:nvSpPr>
        <p:spPr>
          <a:xfrm xmlns:a="http://schemas.openxmlformats.org/drawingml/2006/main">
            <a:off x="4305300" y="3429000"/>
            <a:ext cx="23145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547FFE"/>
                </a:solidFill>
                <a:latin typeface="Microsoft YaHei UI"/>
                <a:ea typeface="Microsoft YaHei UI"/>
                <a:cs typeface="Microsoft YaHei UI"/>
              </a:defRPr>
            </a:pPr>
            <a:r>
              <a:rPr sz="1402" b="1">
                <a:solidFill>
                  <a:srgbClr val="547FFE"/>
                </a:solidFill>
                <a:latin typeface="Microsoft YaHei UI"/>
                <a:ea typeface="Microsoft YaHei UI"/>
                <a:cs typeface="Microsoft YaHei UI"/>
              </a:rPr>
              <a:t>创新平台建设</a:t>
            </a:r>
          </a:p>
        </p:txBody>
      </p:sp>
      <p:sp>
        <p:nvSpPr>
          <p:cNvPr id="1319" name="g1704">
            <a:extLst xmlns:a="http://schemas.openxmlformats.org/drawingml/2006/main">
              <a:ext uri="{FF2B5EF4-FFF2-40B4-BE49-F238E27FC236}">
                <a16:creationId xmlns:a16="http://schemas.microsoft.com/office/drawing/2014/main" id="{3C072DCB-08C8-4D52-A7C6-49C1BF9D8E3C}"/>
              </a:ext>
            </a:extLst>
          </p:cNvPr>
          <p:cNvSpPr>
            <a:spLocks xmlns:a="http://schemas.openxmlformats.org/drawingml/2006/main" noGrp="1"/>
          </p:cNvSpPr>
          <p:nvPr/>
        </p:nvSpPr>
        <p:spPr>
          <a:xfrm xmlns:a="http://schemas.openxmlformats.org/drawingml/2006/main">
            <a:off x="4305300" y="3724275"/>
            <a:ext cx="2314575" cy="1752600"/>
          </a:xfrm>
          <a:prstGeom xmlns:a="http://schemas.openxmlformats.org/drawingml/2006/main" prst="rect">
            <a:avLst/>
          </a:prstGeom>
          <a:solidFill xmlns:a="http://schemas.openxmlformats.org/drawingml/2006/main">
            <a:srgbClr val="EFF5FE"/>
          </a:solidFill>
          <a:ln xmlns:a="http://schemas.openxmlformats.org/drawingml/2006/main" w="0">
            <a:noFill/>
          </a:ln>
        </p:spPr>
      </p:sp>
      <p:sp>
        <p:nvSpPr>
          <p:cNvPr id="1320" name="g1705">
            <a:extLst xmlns:a="http://schemas.openxmlformats.org/drawingml/2006/main">
              <a:ext uri="{FF2B5EF4-FFF2-40B4-BE49-F238E27FC236}">
                <a16:creationId xmlns:a16="http://schemas.microsoft.com/office/drawing/2014/main" id="{A9CD30FC-207A-45DD-B650-98707FAD5527}"/>
              </a:ext>
            </a:extLst>
          </p:cNvPr>
          <p:cNvSpPr>
            <a:spLocks xmlns:a="http://schemas.openxmlformats.org/drawingml/2006/main" noGrp="1"/>
          </p:cNvSpPr>
          <p:nvPr/>
        </p:nvSpPr>
        <p:spPr>
          <a:xfrm xmlns:a="http://schemas.openxmlformats.org/drawingml/2006/main">
            <a:off x="4410075" y="3914775"/>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21" name="g1706">
            <a:extLst xmlns:a="http://schemas.openxmlformats.org/drawingml/2006/main">
              <a:ext uri="{FF2B5EF4-FFF2-40B4-BE49-F238E27FC236}">
                <a16:creationId xmlns:a16="http://schemas.microsoft.com/office/drawing/2014/main" id="{E9DBF4EB-303C-4160-A1B3-1E4397673509}"/>
              </a:ext>
            </a:extLst>
          </p:cNvPr>
          <p:cNvSpPr>
            <a:spLocks xmlns:a="http://schemas.openxmlformats.org/drawingml/2006/main" noGrp="1"/>
          </p:cNvSpPr>
          <p:nvPr/>
        </p:nvSpPr>
        <p:spPr>
          <a:xfrm xmlns:a="http://schemas.openxmlformats.org/drawingml/2006/main">
            <a:off x="4572000" y="384810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搭建“决策-咨询-管理-实施”</a:t>
            </a:r>
          </a:p>
        </p:txBody>
      </p:sp>
      <p:sp>
        <p:nvSpPr>
          <p:cNvPr id="1322" name="g1707">
            <a:extLst xmlns:a="http://schemas.openxmlformats.org/drawingml/2006/main">
              <a:ext uri="{FF2B5EF4-FFF2-40B4-BE49-F238E27FC236}">
                <a16:creationId xmlns:a16="http://schemas.microsoft.com/office/drawing/2014/main" id="{0E14149A-9399-486D-B9B4-678E195E70BA}"/>
              </a:ext>
            </a:extLst>
          </p:cNvPr>
          <p:cNvSpPr>
            <a:spLocks xmlns:a="http://schemas.openxmlformats.org/drawingml/2006/main" noGrp="1"/>
          </p:cNvSpPr>
          <p:nvPr/>
        </p:nvSpPr>
        <p:spPr>
          <a:xfrm xmlns:a="http://schemas.openxmlformats.org/drawingml/2006/main">
            <a:off x="4572000" y="4121468"/>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四级联动组织架构；</a:t>
            </a:r>
          </a:p>
        </p:txBody>
      </p:sp>
      <p:sp>
        <p:nvSpPr>
          <p:cNvPr id="1323" name="g1708">
            <a:extLst xmlns:a="http://schemas.openxmlformats.org/drawingml/2006/main">
              <a:ext uri="{FF2B5EF4-FFF2-40B4-BE49-F238E27FC236}">
                <a16:creationId xmlns:a16="http://schemas.microsoft.com/office/drawing/2014/main" id="{5766ED42-B72F-4472-91B6-4B8A540961D7}"/>
              </a:ext>
            </a:extLst>
          </p:cNvPr>
          <p:cNvSpPr>
            <a:spLocks xmlns:a="http://schemas.openxmlformats.org/drawingml/2006/main" noGrp="1"/>
          </p:cNvSpPr>
          <p:nvPr/>
        </p:nvSpPr>
        <p:spPr>
          <a:xfrm xmlns:a="http://schemas.openxmlformats.org/drawingml/2006/main">
            <a:off x="4410075" y="4461510"/>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24" name="g1709">
            <a:extLst xmlns:a="http://schemas.openxmlformats.org/drawingml/2006/main">
              <a:ext uri="{FF2B5EF4-FFF2-40B4-BE49-F238E27FC236}">
                <a16:creationId xmlns:a16="http://schemas.microsoft.com/office/drawing/2014/main" id="{8B3ACBFA-09F9-43C8-88B0-7FE215D842F7}"/>
              </a:ext>
            </a:extLst>
          </p:cNvPr>
          <p:cNvSpPr>
            <a:spLocks xmlns:a="http://schemas.openxmlformats.org/drawingml/2006/main" noGrp="1"/>
          </p:cNvSpPr>
          <p:nvPr/>
        </p:nvSpPr>
        <p:spPr>
          <a:xfrm xmlns:a="http://schemas.openxmlformats.org/drawingml/2006/main">
            <a:off x="4572000" y="439483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争创国家、省、市多级创新平</a:t>
            </a:r>
          </a:p>
        </p:txBody>
      </p:sp>
      <p:sp>
        <p:nvSpPr>
          <p:cNvPr id="1325" name="g1710">
            <a:extLst xmlns:a="http://schemas.openxmlformats.org/drawingml/2006/main">
              <a:ext uri="{FF2B5EF4-FFF2-40B4-BE49-F238E27FC236}">
                <a16:creationId xmlns:a16="http://schemas.microsoft.com/office/drawing/2014/main" id="{4C8E6075-C020-41C3-A76E-30EB90AFFC79}"/>
              </a:ext>
            </a:extLst>
          </p:cNvPr>
          <p:cNvSpPr>
            <a:spLocks xmlns:a="http://schemas.openxmlformats.org/drawingml/2006/main" noGrp="1"/>
          </p:cNvSpPr>
          <p:nvPr/>
        </p:nvSpPr>
        <p:spPr>
          <a:xfrm xmlns:a="http://schemas.openxmlformats.org/drawingml/2006/main">
            <a:off x="4572000" y="4668203"/>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台体系；</a:t>
            </a:r>
          </a:p>
        </p:txBody>
      </p:sp>
      <p:sp>
        <p:nvSpPr>
          <p:cNvPr id="1326" name="g1711">
            <a:extLst xmlns:a="http://schemas.openxmlformats.org/drawingml/2006/main">
              <a:ext uri="{FF2B5EF4-FFF2-40B4-BE49-F238E27FC236}">
                <a16:creationId xmlns:a16="http://schemas.microsoft.com/office/drawing/2014/main" id="{C823093E-5CBA-4BBF-9319-3A57C5632F01}"/>
              </a:ext>
            </a:extLst>
          </p:cNvPr>
          <p:cNvSpPr>
            <a:spLocks xmlns:a="http://schemas.openxmlformats.org/drawingml/2006/main" noGrp="1"/>
          </p:cNvSpPr>
          <p:nvPr/>
        </p:nvSpPr>
        <p:spPr>
          <a:xfrm xmlns:a="http://schemas.openxmlformats.org/drawingml/2006/main">
            <a:off x="4410075" y="5008245"/>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27" name="g1712">
            <a:extLst xmlns:a="http://schemas.openxmlformats.org/drawingml/2006/main">
              <a:ext uri="{FF2B5EF4-FFF2-40B4-BE49-F238E27FC236}">
                <a16:creationId xmlns:a16="http://schemas.microsoft.com/office/drawing/2014/main" id="{AB73E916-8930-4D63-8F14-7F7B28432D96}"/>
              </a:ext>
            </a:extLst>
          </p:cNvPr>
          <p:cNvSpPr>
            <a:spLocks xmlns:a="http://schemas.openxmlformats.org/drawingml/2006/main" noGrp="1"/>
          </p:cNvSpPr>
          <p:nvPr/>
        </p:nvSpPr>
        <p:spPr>
          <a:xfrm xmlns:a="http://schemas.openxmlformats.org/drawingml/2006/main">
            <a:off x="4572000" y="494157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搭建产学研用协同、产业链联</a:t>
            </a:r>
          </a:p>
        </p:txBody>
      </p:sp>
      <p:sp>
        <p:nvSpPr>
          <p:cNvPr id="1328" name="g1713">
            <a:extLst xmlns:a="http://schemas.openxmlformats.org/drawingml/2006/main">
              <a:ext uri="{FF2B5EF4-FFF2-40B4-BE49-F238E27FC236}">
                <a16:creationId xmlns:a16="http://schemas.microsoft.com/office/drawing/2014/main" id="{067A8C18-9517-4901-BCAA-3916658FA0F4}"/>
              </a:ext>
            </a:extLst>
          </p:cNvPr>
          <p:cNvSpPr>
            <a:spLocks xmlns:a="http://schemas.openxmlformats.org/drawingml/2006/main" noGrp="1"/>
          </p:cNvSpPr>
          <p:nvPr/>
        </p:nvSpPr>
        <p:spPr>
          <a:xfrm xmlns:a="http://schemas.openxmlformats.org/drawingml/2006/main">
            <a:off x="4572000" y="5214938"/>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动的全球开放合作网络。</a:t>
            </a:r>
          </a:p>
        </p:txBody>
      </p:sp>
      <p:sp>
        <p:nvSpPr>
          <p:cNvPr id="1329" name="g1714">
            <a:extLst xmlns:a="http://schemas.openxmlformats.org/drawingml/2006/main">
              <a:ext uri="{FF2B5EF4-FFF2-40B4-BE49-F238E27FC236}">
                <a16:creationId xmlns:a16="http://schemas.microsoft.com/office/drawing/2014/main" id="{73EA8964-5C0D-45AD-99DD-FB8F17F29F91}"/>
              </a:ext>
            </a:extLst>
          </p:cNvPr>
          <p:cNvSpPr>
            <a:spLocks xmlns:a="http://schemas.openxmlformats.org/drawingml/2006/main" noGrp="1"/>
          </p:cNvSpPr>
          <p:nvPr/>
        </p:nvSpPr>
        <p:spPr>
          <a:xfrm xmlns:a="http://schemas.openxmlformats.org/drawingml/2006/main">
            <a:off x="6705600" y="3429000"/>
            <a:ext cx="23145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547FFE"/>
                </a:solidFill>
                <a:latin typeface="Microsoft YaHei UI"/>
                <a:ea typeface="Microsoft YaHei UI"/>
                <a:cs typeface="Microsoft YaHei UI"/>
              </a:defRPr>
            </a:pPr>
            <a:r>
              <a:rPr sz="1402" b="1">
                <a:solidFill>
                  <a:srgbClr val="547FFE"/>
                </a:solidFill>
                <a:latin typeface="Microsoft YaHei UI"/>
                <a:ea typeface="Microsoft YaHei UI"/>
                <a:cs typeface="Microsoft YaHei UI"/>
              </a:rPr>
              <a:t>成果转化体系</a:t>
            </a:r>
          </a:p>
        </p:txBody>
      </p:sp>
      <p:sp>
        <p:nvSpPr>
          <p:cNvPr id="1330" name="g1715">
            <a:extLst xmlns:a="http://schemas.openxmlformats.org/drawingml/2006/main">
              <a:ext uri="{FF2B5EF4-FFF2-40B4-BE49-F238E27FC236}">
                <a16:creationId xmlns:a16="http://schemas.microsoft.com/office/drawing/2014/main" id="{9261FE94-AA37-4D40-ACB6-9CB85766F294}"/>
              </a:ext>
            </a:extLst>
          </p:cNvPr>
          <p:cNvSpPr>
            <a:spLocks xmlns:a="http://schemas.openxmlformats.org/drawingml/2006/main" noGrp="1"/>
          </p:cNvSpPr>
          <p:nvPr/>
        </p:nvSpPr>
        <p:spPr>
          <a:xfrm xmlns:a="http://schemas.openxmlformats.org/drawingml/2006/main">
            <a:off x="6705600" y="3724275"/>
            <a:ext cx="2314575" cy="1752600"/>
          </a:xfrm>
          <a:prstGeom xmlns:a="http://schemas.openxmlformats.org/drawingml/2006/main" prst="rect">
            <a:avLst/>
          </a:prstGeom>
          <a:solidFill xmlns:a="http://schemas.openxmlformats.org/drawingml/2006/main">
            <a:srgbClr val="EFF5FE"/>
          </a:solidFill>
          <a:ln xmlns:a="http://schemas.openxmlformats.org/drawingml/2006/main" w="0">
            <a:noFill/>
          </a:ln>
        </p:spPr>
      </p:sp>
      <p:sp>
        <p:nvSpPr>
          <p:cNvPr id="1331" name="g1716">
            <a:extLst xmlns:a="http://schemas.openxmlformats.org/drawingml/2006/main">
              <a:ext uri="{FF2B5EF4-FFF2-40B4-BE49-F238E27FC236}">
                <a16:creationId xmlns:a16="http://schemas.microsoft.com/office/drawing/2014/main" id="{473902EE-6433-4C7F-AFD9-D9B0ECA51FEB}"/>
              </a:ext>
            </a:extLst>
          </p:cNvPr>
          <p:cNvSpPr>
            <a:spLocks xmlns:a="http://schemas.openxmlformats.org/drawingml/2006/main" noGrp="1"/>
          </p:cNvSpPr>
          <p:nvPr/>
        </p:nvSpPr>
        <p:spPr>
          <a:xfrm xmlns:a="http://schemas.openxmlformats.org/drawingml/2006/main">
            <a:off x="6810375" y="3867150"/>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32" name="g1717">
            <a:extLst xmlns:a="http://schemas.openxmlformats.org/drawingml/2006/main">
              <a:ext uri="{FF2B5EF4-FFF2-40B4-BE49-F238E27FC236}">
                <a16:creationId xmlns:a16="http://schemas.microsoft.com/office/drawing/2014/main" id="{460A911E-DAB1-4CF7-9A29-DBED03AEB835}"/>
              </a:ext>
            </a:extLst>
          </p:cNvPr>
          <p:cNvSpPr>
            <a:spLocks xmlns:a="http://schemas.openxmlformats.org/drawingml/2006/main" noGrp="1"/>
          </p:cNvSpPr>
          <p:nvPr/>
        </p:nvSpPr>
        <p:spPr>
          <a:xfrm xmlns:a="http://schemas.openxmlformats.org/drawingml/2006/main">
            <a:off x="6972300" y="380047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构建“源头激活-载体培育-</a:t>
            </a:r>
          </a:p>
        </p:txBody>
      </p:sp>
      <p:sp>
        <p:nvSpPr>
          <p:cNvPr id="1333" name="g1718">
            <a:extLst xmlns:a="http://schemas.openxmlformats.org/drawingml/2006/main">
              <a:ext uri="{FF2B5EF4-FFF2-40B4-BE49-F238E27FC236}">
                <a16:creationId xmlns:a16="http://schemas.microsoft.com/office/drawing/2014/main" id="{21BEA1FE-F9C8-4F41-965E-6B127417EC2A}"/>
              </a:ext>
            </a:extLst>
          </p:cNvPr>
          <p:cNvSpPr>
            <a:spLocks xmlns:a="http://schemas.openxmlformats.org/drawingml/2006/main" noGrp="1"/>
          </p:cNvSpPr>
          <p:nvPr/>
        </p:nvSpPr>
        <p:spPr>
          <a:xfrm xmlns:a="http://schemas.openxmlformats.org/drawingml/2006/main">
            <a:off x="6972300" y="403860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市场流通”三级全链条转化体</a:t>
            </a:r>
          </a:p>
        </p:txBody>
      </p:sp>
      <p:sp>
        <p:nvSpPr>
          <p:cNvPr id="1334" name="g1719">
            <a:extLst xmlns:a="http://schemas.openxmlformats.org/drawingml/2006/main">
              <a:ext uri="{FF2B5EF4-FFF2-40B4-BE49-F238E27FC236}">
                <a16:creationId xmlns:a16="http://schemas.microsoft.com/office/drawing/2014/main" id="{E8B734A9-5F33-4DCF-A459-F17F3156669C}"/>
              </a:ext>
            </a:extLst>
          </p:cNvPr>
          <p:cNvSpPr>
            <a:spLocks xmlns:a="http://schemas.openxmlformats.org/drawingml/2006/main" noGrp="1"/>
          </p:cNvSpPr>
          <p:nvPr/>
        </p:nvSpPr>
        <p:spPr>
          <a:xfrm xmlns:a="http://schemas.openxmlformats.org/drawingml/2006/main">
            <a:off x="6972300" y="427672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系；</a:t>
            </a:r>
          </a:p>
        </p:txBody>
      </p:sp>
      <p:sp>
        <p:nvSpPr>
          <p:cNvPr id="1335" name="g1720">
            <a:extLst xmlns:a="http://schemas.openxmlformats.org/drawingml/2006/main">
              <a:ext uri="{FF2B5EF4-FFF2-40B4-BE49-F238E27FC236}">
                <a16:creationId xmlns:a16="http://schemas.microsoft.com/office/drawing/2014/main" id="{24A0DF18-4A08-48AA-8653-4613EB1D5C6A}"/>
              </a:ext>
            </a:extLst>
          </p:cNvPr>
          <p:cNvSpPr>
            <a:spLocks xmlns:a="http://schemas.openxmlformats.org/drawingml/2006/main" noGrp="1"/>
          </p:cNvSpPr>
          <p:nvPr/>
        </p:nvSpPr>
        <p:spPr>
          <a:xfrm xmlns:a="http://schemas.openxmlformats.org/drawingml/2006/main">
            <a:off x="6810375" y="4581525"/>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36" name="g1721">
            <a:extLst xmlns:a="http://schemas.openxmlformats.org/drawingml/2006/main">
              <a:ext uri="{FF2B5EF4-FFF2-40B4-BE49-F238E27FC236}">
                <a16:creationId xmlns:a16="http://schemas.microsoft.com/office/drawing/2014/main" id="{395D48AC-DA71-4486-8B32-72398CDA0611}"/>
              </a:ext>
            </a:extLst>
          </p:cNvPr>
          <p:cNvSpPr>
            <a:spLocks xmlns:a="http://schemas.openxmlformats.org/drawingml/2006/main" noGrp="1"/>
          </p:cNvSpPr>
          <p:nvPr/>
        </p:nvSpPr>
        <p:spPr>
          <a:xfrm xmlns:a="http://schemas.openxmlformats.org/drawingml/2006/main">
            <a:off x="6972300" y="451485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建立二维项目分类管控机制；</a:t>
            </a:r>
          </a:p>
        </p:txBody>
      </p:sp>
      <p:sp>
        <p:nvSpPr>
          <p:cNvPr id="1337" name="g1722">
            <a:extLst xmlns:a="http://schemas.openxmlformats.org/drawingml/2006/main">
              <a:ext uri="{FF2B5EF4-FFF2-40B4-BE49-F238E27FC236}">
                <a16:creationId xmlns:a16="http://schemas.microsoft.com/office/drawing/2014/main" id="{C248AFF2-DC9C-4BCE-BA1B-DB1B85502207}"/>
              </a:ext>
            </a:extLst>
          </p:cNvPr>
          <p:cNvSpPr>
            <a:spLocks xmlns:a="http://schemas.openxmlformats.org/drawingml/2006/main" noGrp="1"/>
          </p:cNvSpPr>
          <p:nvPr/>
        </p:nvSpPr>
        <p:spPr>
          <a:xfrm xmlns:a="http://schemas.openxmlformats.org/drawingml/2006/main">
            <a:off x="6810375" y="4819650"/>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38" name="g1723">
            <a:extLst xmlns:a="http://schemas.openxmlformats.org/drawingml/2006/main">
              <a:ext uri="{FF2B5EF4-FFF2-40B4-BE49-F238E27FC236}">
                <a16:creationId xmlns:a16="http://schemas.microsoft.com/office/drawing/2014/main" id="{625948EF-F332-409F-A246-9A6B12C029A2}"/>
              </a:ext>
            </a:extLst>
          </p:cNvPr>
          <p:cNvSpPr>
            <a:spLocks xmlns:a="http://schemas.openxmlformats.org/drawingml/2006/main" noGrp="1"/>
          </p:cNvSpPr>
          <p:nvPr/>
        </p:nvSpPr>
        <p:spPr>
          <a:xfrm xmlns:a="http://schemas.openxmlformats.org/drawingml/2006/main">
            <a:off x="6972300" y="475297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健全多层次协同工作机制，打</a:t>
            </a:r>
          </a:p>
        </p:txBody>
      </p:sp>
      <p:sp>
        <p:nvSpPr>
          <p:cNvPr id="1339" name="g1724">
            <a:extLst xmlns:a="http://schemas.openxmlformats.org/drawingml/2006/main">
              <a:ext uri="{FF2B5EF4-FFF2-40B4-BE49-F238E27FC236}">
                <a16:creationId xmlns:a16="http://schemas.microsoft.com/office/drawing/2014/main" id="{D33FC31C-8B1F-4EE5-84D0-DB624C0DC277}"/>
              </a:ext>
            </a:extLst>
          </p:cNvPr>
          <p:cNvSpPr>
            <a:spLocks xmlns:a="http://schemas.openxmlformats.org/drawingml/2006/main" noGrp="1"/>
          </p:cNvSpPr>
          <p:nvPr/>
        </p:nvSpPr>
        <p:spPr>
          <a:xfrm xmlns:a="http://schemas.openxmlformats.org/drawingml/2006/main">
            <a:off x="6972300" y="499110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通从技术到产业的“最后一公</a:t>
            </a:r>
          </a:p>
        </p:txBody>
      </p:sp>
      <p:sp>
        <p:nvSpPr>
          <p:cNvPr id="1340" name="g1725">
            <a:extLst xmlns:a="http://schemas.openxmlformats.org/drawingml/2006/main">
              <a:ext uri="{FF2B5EF4-FFF2-40B4-BE49-F238E27FC236}">
                <a16:creationId xmlns:a16="http://schemas.microsoft.com/office/drawing/2014/main" id="{E12939CD-34CE-4FE3-9E2B-B5147062E7E2}"/>
              </a:ext>
            </a:extLst>
          </p:cNvPr>
          <p:cNvSpPr>
            <a:spLocks xmlns:a="http://schemas.openxmlformats.org/drawingml/2006/main" noGrp="1"/>
          </p:cNvSpPr>
          <p:nvPr/>
        </p:nvSpPr>
        <p:spPr>
          <a:xfrm xmlns:a="http://schemas.openxmlformats.org/drawingml/2006/main">
            <a:off x="6972300" y="522922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里”。</a:t>
            </a:r>
          </a:p>
        </p:txBody>
      </p:sp>
      <p:sp>
        <p:nvSpPr>
          <p:cNvPr id="1341" name="g1726">
            <a:extLst xmlns:a="http://schemas.openxmlformats.org/drawingml/2006/main">
              <a:ext uri="{FF2B5EF4-FFF2-40B4-BE49-F238E27FC236}">
                <a16:creationId xmlns:a16="http://schemas.microsoft.com/office/drawing/2014/main" id="{D6A39FF2-432B-4993-A907-BDB0A973051E}"/>
              </a:ext>
            </a:extLst>
          </p:cNvPr>
          <p:cNvSpPr>
            <a:spLocks xmlns:a="http://schemas.openxmlformats.org/drawingml/2006/main" noGrp="1"/>
          </p:cNvSpPr>
          <p:nvPr/>
        </p:nvSpPr>
        <p:spPr>
          <a:xfrm xmlns:a="http://schemas.openxmlformats.org/drawingml/2006/main">
            <a:off x="9096375" y="3429000"/>
            <a:ext cx="23145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547FFE"/>
                </a:solidFill>
                <a:latin typeface="Microsoft YaHei UI"/>
                <a:ea typeface="Microsoft YaHei UI"/>
                <a:cs typeface="Microsoft YaHei UI"/>
              </a:defRPr>
            </a:pPr>
            <a:r>
              <a:rPr sz="1402" b="1">
                <a:solidFill>
                  <a:srgbClr val="547FFE"/>
                </a:solidFill>
                <a:latin typeface="Microsoft YaHei UI"/>
                <a:ea typeface="Microsoft YaHei UI"/>
                <a:cs typeface="Microsoft YaHei UI"/>
              </a:rPr>
              <a:t>人才发展体系</a:t>
            </a:r>
          </a:p>
        </p:txBody>
      </p:sp>
      <p:sp>
        <p:nvSpPr>
          <p:cNvPr id="1342" name="g1727">
            <a:extLst xmlns:a="http://schemas.openxmlformats.org/drawingml/2006/main">
              <a:ext uri="{FF2B5EF4-FFF2-40B4-BE49-F238E27FC236}">
                <a16:creationId xmlns:a16="http://schemas.microsoft.com/office/drawing/2014/main" id="{E3AF58B9-6F06-43B1-8C5C-A2E0CF82968F}"/>
              </a:ext>
            </a:extLst>
          </p:cNvPr>
          <p:cNvSpPr>
            <a:spLocks xmlns:a="http://schemas.openxmlformats.org/drawingml/2006/main" noGrp="1"/>
          </p:cNvSpPr>
          <p:nvPr/>
        </p:nvSpPr>
        <p:spPr>
          <a:xfrm xmlns:a="http://schemas.openxmlformats.org/drawingml/2006/main">
            <a:off x="9096375" y="3724275"/>
            <a:ext cx="2314575" cy="1752600"/>
          </a:xfrm>
          <a:prstGeom xmlns:a="http://schemas.openxmlformats.org/drawingml/2006/main" prst="rect">
            <a:avLst/>
          </a:prstGeom>
          <a:solidFill xmlns:a="http://schemas.openxmlformats.org/drawingml/2006/main">
            <a:srgbClr val="EFF5FE"/>
          </a:solidFill>
          <a:ln xmlns:a="http://schemas.openxmlformats.org/drawingml/2006/main" w="0">
            <a:noFill/>
          </a:ln>
        </p:spPr>
      </p:sp>
      <p:sp>
        <p:nvSpPr>
          <p:cNvPr id="1343" name="g1728">
            <a:extLst xmlns:a="http://schemas.openxmlformats.org/drawingml/2006/main">
              <a:ext uri="{FF2B5EF4-FFF2-40B4-BE49-F238E27FC236}">
                <a16:creationId xmlns:a16="http://schemas.microsoft.com/office/drawing/2014/main" id="{47C797D6-D5D0-4904-9ABE-2F8D4D8A36B1}"/>
              </a:ext>
            </a:extLst>
          </p:cNvPr>
          <p:cNvSpPr>
            <a:spLocks xmlns:a="http://schemas.openxmlformats.org/drawingml/2006/main" noGrp="1"/>
          </p:cNvSpPr>
          <p:nvPr/>
        </p:nvSpPr>
        <p:spPr>
          <a:xfrm xmlns:a="http://schemas.openxmlformats.org/drawingml/2006/main">
            <a:off x="9201150" y="3867150"/>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44" name="g1729">
            <a:extLst xmlns:a="http://schemas.openxmlformats.org/drawingml/2006/main">
              <a:ext uri="{FF2B5EF4-FFF2-40B4-BE49-F238E27FC236}">
                <a16:creationId xmlns:a16="http://schemas.microsoft.com/office/drawing/2014/main" id="{699A72A9-4E7E-41E2-9B94-62055A209F85}"/>
              </a:ext>
            </a:extLst>
          </p:cNvPr>
          <p:cNvSpPr>
            <a:spLocks xmlns:a="http://schemas.openxmlformats.org/drawingml/2006/main" noGrp="1"/>
          </p:cNvSpPr>
          <p:nvPr/>
        </p:nvSpPr>
        <p:spPr>
          <a:xfrm xmlns:a="http://schemas.openxmlformats.org/drawingml/2006/main">
            <a:off x="9363075" y="380047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构建“选-用-育-激”全链条</a:t>
            </a:r>
          </a:p>
        </p:txBody>
      </p:sp>
      <p:sp>
        <p:nvSpPr>
          <p:cNvPr id="1345" name="g1730">
            <a:extLst xmlns:a="http://schemas.openxmlformats.org/drawingml/2006/main">
              <a:ext uri="{FF2B5EF4-FFF2-40B4-BE49-F238E27FC236}">
                <a16:creationId xmlns:a16="http://schemas.microsoft.com/office/drawing/2014/main" id="{0D96030C-AE1D-4010-B785-F2F5A022DB35}"/>
              </a:ext>
            </a:extLst>
          </p:cNvPr>
          <p:cNvSpPr>
            <a:spLocks xmlns:a="http://schemas.openxmlformats.org/drawingml/2006/main" noGrp="1"/>
          </p:cNvSpPr>
          <p:nvPr/>
        </p:nvSpPr>
        <p:spPr>
          <a:xfrm xmlns:a="http://schemas.openxmlformats.org/drawingml/2006/main">
            <a:off x="9363075" y="403860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人才发展机制；</a:t>
            </a:r>
          </a:p>
        </p:txBody>
      </p:sp>
      <p:sp>
        <p:nvSpPr>
          <p:cNvPr id="1346" name="g1731">
            <a:extLst xmlns:a="http://schemas.openxmlformats.org/drawingml/2006/main">
              <a:ext uri="{FF2B5EF4-FFF2-40B4-BE49-F238E27FC236}">
                <a16:creationId xmlns:a16="http://schemas.microsoft.com/office/drawing/2014/main" id="{B85166EC-4110-48C0-BE17-3059C2D350D0}"/>
              </a:ext>
            </a:extLst>
          </p:cNvPr>
          <p:cNvSpPr>
            <a:spLocks xmlns:a="http://schemas.openxmlformats.org/drawingml/2006/main" noGrp="1"/>
          </p:cNvSpPr>
          <p:nvPr/>
        </p:nvSpPr>
        <p:spPr>
          <a:xfrm xmlns:a="http://schemas.openxmlformats.org/drawingml/2006/main">
            <a:off x="9201150" y="4343400"/>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47" name="g1732">
            <a:extLst xmlns:a="http://schemas.openxmlformats.org/drawingml/2006/main">
              <a:ext uri="{FF2B5EF4-FFF2-40B4-BE49-F238E27FC236}">
                <a16:creationId xmlns:a16="http://schemas.microsoft.com/office/drawing/2014/main" id="{EE073434-FD74-4A1D-8A6D-6522E0FC04E8}"/>
              </a:ext>
            </a:extLst>
          </p:cNvPr>
          <p:cNvSpPr>
            <a:spLocks xmlns:a="http://schemas.openxmlformats.org/drawingml/2006/main" noGrp="1"/>
          </p:cNvSpPr>
          <p:nvPr/>
        </p:nvSpPr>
        <p:spPr>
          <a:xfrm xmlns:a="http://schemas.openxmlformats.org/drawingml/2006/main">
            <a:off x="9363075" y="427672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建立分类分层人才评价体系；</a:t>
            </a:r>
          </a:p>
        </p:txBody>
      </p:sp>
      <p:sp>
        <p:nvSpPr>
          <p:cNvPr id="1348" name="g1733">
            <a:extLst xmlns:a="http://schemas.openxmlformats.org/drawingml/2006/main">
              <a:ext uri="{FF2B5EF4-FFF2-40B4-BE49-F238E27FC236}">
                <a16:creationId xmlns:a16="http://schemas.microsoft.com/office/drawing/2014/main" id="{4B98ABD6-2897-4630-B81E-D337FC748190}"/>
              </a:ext>
            </a:extLst>
          </p:cNvPr>
          <p:cNvSpPr>
            <a:spLocks xmlns:a="http://schemas.openxmlformats.org/drawingml/2006/main" noGrp="1"/>
          </p:cNvSpPr>
          <p:nvPr/>
        </p:nvSpPr>
        <p:spPr>
          <a:xfrm xmlns:a="http://schemas.openxmlformats.org/drawingml/2006/main">
            <a:off x="9201150" y="4581525"/>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49" name="g1734">
            <a:extLst xmlns:a="http://schemas.openxmlformats.org/drawingml/2006/main">
              <a:ext uri="{FF2B5EF4-FFF2-40B4-BE49-F238E27FC236}">
                <a16:creationId xmlns:a16="http://schemas.microsoft.com/office/drawing/2014/main" id="{AE94464A-98FB-4E03-9600-A46E68792DFD}"/>
              </a:ext>
            </a:extLst>
          </p:cNvPr>
          <p:cNvSpPr>
            <a:spLocks xmlns:a="http://schemas.openxmlformats.org/drawingml/2006/main" noGrp="1"/>
          </p:cNvSpPr>
          <p:nvPr/>
        </p:nvSpPr>
        <p:spPr>
          <a:xfrm xmlns:a="http://schemas.openxmlformats.org/drawingml/2006/main">
            <a:off x="9363075" y="451485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实施股权、期权、分红等多元</a:t>
            </a:r>
          </a:p>
        </p:txBody>
      </p:sp>
      <p:sp>
        <p:nvSpPr>
          <p:cNvPr id="1350" name="g1735">
            <a:extLst xmlns:a="http://schemas.openxmlformats.org/drawingml/2006/main">
              <a:ext uri="{FF2B5EF4-FFF2-40B4-BE49-F238E27FC236}">
                <a16:creationId xmlns:a16="http://schemas.microsoft.com/office/drawing/2014/main" id="{699A6B00-D5A6-4AE8-8263-057B0F7C9B68}"/>
              </a:ext>
            </a:extLst>
          </p:cNvPr>
          <p:cNvSpPr>
            <a:spLocks xmlns:a="http://schemas.openxmlformats.org/drawingml/2006/main" noGrp="1"/>
          </p:cNvSpPr>
          <p:nvPr/>
        </p:nvSpPr>
        <p:spPr>
          <a:xfrm xmlns:a="http://schemas.openxmlformats.org/drawingml/2006/main">
            <a:off x="9363075" y="475297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化中长期激励；</a:t>
            </a:r>
          </a:p>
        </p:txBody>
      </p:sp>
      <p:sp>
        <p:nvSpPr>
          <p:cNvPr id="1351" name="g1736">
            <a:extLst xmlns:a="http://schemas.openxmlformats.org/drawingml/2006/main">
              <a:ext uri="{FF2B5EF4-FFF2-40B4-BE49-F238E27FC236}">
                <a16:creationId xmlns:a16="http://schemas.microsoft.com/office/drawing/2014/main" id="{99DC4D7D-3F28-4E67-B27B-092AEA0E1DB6}"/>
              </a:ext>
            </a:extLst>
          </p:cNvPr>
          <p:cNvSpPr>
            <a:spLocks xmlns:a="http://schemas.openxmlformats.org/drawingml/2006/main" noGrp="1"/>
          </p:cNvSpPr>
          <p:nvPr/>
        </p:nvSpPr>
        <p:spPr>
          <a:xfrm xmlns:a="http://schemas.openxmlformats.org/drawingml/2006/main">
            <a:off x="9201150" y="5057775"/>
            <a:ext cx="76200" cy="76200"/>
          </a:xfrm>
          <a:prstGeom xmlns:a="http://schemas.openxmlformats.org/drawingml/2006/main" prst="rect">
            <a:avLst/>
          </a:prstGeom>
          <a:noFill xmlns:a="http://schemas.openxmlformats.org/drawingml/2006/main"/>
          <a:ln xmlns:a="http://schemas.openxmlformats.org/drawingml/2006/main" w="16193">
            <a:solidFill>
              <a:srgbClr val="383838"/>
            </a:solidFill>
          </a:ln>
        </p:spPr>
      </p:sp>
      <p:sp>
        <p:nvSpPr>
          <p:cNvPr id="1352" name="g1737">
            <a:extLst xmlns:a="http://schemas.openxmlformats.org/drawingml/2006/main">
              <a:ext uri="{FF2B5EF4-FFF2-40B4-BE49-F238E27FC236}">
                <a16:creationId xmlns:a16="http://schemas.microsoft.com/office/drawing/2014/main" id="{66CFF192-734E-411B-8063-99D07B39265E}"/>
              </a:ext>
            </a:extLst>
          </p:cNvPr>
          <p:cNvSpPr>
            <a:spLocks xmlns:a="http://schemas.openxmlformats.org/drawingml/2006/main" noGrp="1"/>
          </p:cNvSpPr>
          <p:nvPr/>
        </p:nvSpPr>
        <p:spPr>
          <a:xfrm xmlns:a="http://schemas.openxmlformats.org/drawingml/2006/main">
            <a:off x="9363075" y="4991100"/>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营造鼓励创新、宽容失败的创</a:t>
            </a:r>
          </a:p>
        </p:txBody>
      </p:sp>
      <p:sp>
        <p:nvSpPr>
          <p:cNvPr id="1353" name="g1738">
            <a:extLst xmlns:a="http://schemas.openxmlformats.org/drawingml/2006/main">
              <a:ext uri="{FF2B5EF4-FFF2-40B4-BE49-F238E27FC236}">
                <a16:creationId xmlns:a16="http://schemas.microsoft.com/office/drawing/2014/main" id="{6728B02F-3482-4DFF-B135-FF4FA1A0D689}"/>
              </a:ext>
            </a:extLst>
          </p:cNvPr>
          <p:cNvSpPr>
            <a:spLocks xmlns:a="http://schemas.openxmlformats.org/drawingml/2006/main" noGrp="1"/>
          </p:cNvSpPr>
          <p:nvPr/>
        </p:nvSpPr>
        <p:spPr>
          <a:xfrm xmlns:a="http://schemas.openxmlformats.org/drawingml/2006/main">
            <a:off x="9363075" y="5229225"/>
            <a:ext cx="19716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177" b="0">
                <a:solidFill>
                  <a:srgbClr val="383838"/>
                </a:solidFill>
                <a:latin typeface="Microsoft YaHei UI"/>
                <a:ea typeface="Microsoft YaHei UI"/>
                <a:cs typeface="Microsoft YaHei UI"/>
              </a:defRPr>
            </a:pPr>
            <a:r>
              <a:rPr sz="1177" b="0">
                <a:solidFill>
                  <a:srgbClr val="383838"/>
                </a:solidFill>
                <a:latin typeface="Microsoft YaHei UI"/>
                <a:ea typeface="Microsoft YaHei UI"/>
                <a:cs typeface="Microsoft YaHei UI"/>
              </a:rPr>
              <a:t>新文化氛围。</a:t>
            </a:r>
          </a:p>
        </p:txBody>
      </p:sp>
      <p:sp>
        <p:nvSpPr>
          <p:cNvPr id="1354" name="g1739">
            <a:extLst xmlns:a="http://schemas.openxmlformats.org/drawingml/2006/main">
              <a:ext uri="{FF2B5EF4-FFF2-40B4-BE49-F238E27FC236}">
                <a16:creationId xmlns:a16="http://schemas.microsoft.com/office/drawing/2014/main" id="{B1B2DD68-47CB-43EA-99B2-2A3A70F5F864}"/>
              </a:ext>
            </a:extLst>
          </p:cNvPr>
          <p:cNvSpPr>
            <a:spLocks xmlns:a="http://schemas.openxmlformats.org/drawingml/2006/main" noGrp="1"/>
          </p:cNvSpPr>
          <p:nvPr/>
        </p:nvSpPr>
        <p:spPr>
          <a:xfrm xmlns:a="http://schemas.openxmlformats.org/drawingml/2006/main">
            <a:off x="447675" y="5791200"/>
            <a:ext cx="609600" cy="428625"/>
          </a:xfrm>
          <a:prstGeom xmlns:a="http://schemas.openxmlformats.org/drawingml/2006/main" prst="rect">
            <a:avLst/>
          </a:prstGeom>
          <a:solidFill xmlns:a="http://schemas.openxmlformats.org/drawingml/2006/main">
            <a:srgbClr val="F1F1F1"/>
          </a:solidFill>
          <a:ln xmlns:a="http://schemas.openxmlformats.org/drawingml/2006/main" w="0">
            <a:noFill/>
          </a:ln>
        </p:spPr>
      </p:sp>
      <p:sp>
        <p:nvSpPr>
          <p:cNvPr id="1355" name="g1740">
            <a:extLst xmlns:a="http://schemas.openxmlformats.org/drawingml/2006/main">
              <a:ext uri="{FF2B5EF4-FFF2-40B4-BE49-F238E27FC236}">
                <a16:creationId xmlns:a16="http://schemas.microsoft.com/office/drawing/2014/main" id="{0B05511C-A9FC-4FCA-BC40-495581AA0085}"/>
              </a:ext>
            </a:extLst>
          </p:cNvPr>
          <p:cNvSpPr>
            <a:spLocks xmlns:a="http://schemas.openxmlformats.org/drawingml/2006/main" noGrp="1"/>
          </p:cNvSpPr>
          <p:nvPr/>
        </p:nvSpPr>
        <p:spPr>
          <a:xfrm xmlns:a="http://schemas.openxmlformats.org/drawingml/2006/main">
            <a:off x="447675" y="578167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327" b="1">
                <a:solidFill>
                  <a:srgbClr val="383838"/>
                </a:solidFill>
                <a:latin typeface="Microsoft YaHei UI"/>
                <a:ea typeface="Microsoft YaHei UI"/>
                <a:cs typeface="Microsoft YaHei UI"/>
              </a:defRPr>
            </a:pPr>
            <a:r>
              <a:rPr sz="1327" b="1">
                <a:solidFill>
                  <a:srgbClr val="383838"/>
                </a:solidFill>
                <a:latin typeface="Microsoft YaHei UI"/>
                <a:ea typeface="Microsoft YaHei UI"/>
                <a:cs typeface="Microsoft YaHei UI"/>
              </a:rPr>
              <a:t>机制</a:t>
            </a:r>
          </a:p>
          <a:p xmlns:a="http://schemas.openxmlformats.org/drawingml/2006/main">
            <a:pPr algn="ctr">
              <a:lnSpc>
                <a:spcPct val="120000"/>
              </a:lnSpc>
              <a:buNone/>
              <a:defRPr sz="1327" b="1">
                <a:solidFill>
                  <a:srgbClr val="383838"/>
                </a:solidFill>
                <a:latin typeface="Microsoft YaHei UI"/>
                <a:ea typeface="Microsoft YaHei UI"/>
                <a:cs typeface="Microsoft YaHei UI"/>
              </a:defRPr>
            </a:pPr>
            <a:r>
              <a:rPr sz="1327" b="1">
                <a:solidFill>
                  <a:srgbClr val="383838"/>
                </a:solidFill>
                <a:latin typeface="Microsoft YaHei UI"/>
                <a:ea typeface="Microsoft YaHei UI"/>
                <a:cs typeface="Microsoft YaHei UI"/>
              </a:rPr>
              <a:t>保障</a:t>
            </a:r>
          </a:p>
        </p:txBody>
      </p:sp>
      <p:sp>
        <p:nvSpPr>
          <p:cNvPr id="1356" name="g1741">
            <a:extLst xmlns:a="http://schemas.openxmlformats.org/drawingml/2006/main">
              <a:ext uri="{FF2B5EF4-FFF2-40B4-BE49-F238E27FC236}">
                <a16:creationId xmlns:a16="http://schemas.microsoft.com/office/drawing/2014/main" id="{98193B30-8B6C-450E-A962-077C42725D95}"/>
              </a:ext>
            </a:extLst>
          </p:cNvPr>
          <p:cNvSpPr>
            <a:spLocks xmlns:a="http://schemas.openxmlformats.org/drawingml/2006/main" noGrp="1"/>
          </p:cNvSpPr>
          <p:nvPr/>
        </p:nvSpPr>
        <p:spPr>
          <a:xfrm xmlns:a="http://schemas.openxmlformats.org/drawingml/2006/main">
            <a:off x="1152525" y="5781675"/>
            <a:ext cx="10467975" cy="438150"/>
          </a:xfrm>
          <a:prstGeom xmlns:a="http://schemas.openxmlformats.org/drawingml/2006/main" prst="rect">
            <a:avLst/>
          </a:prstGeom>
          <a:solidFill xmlns:a="http://schemas.openxmlformats.org/drawingml/2006/main">
            <a:srgbClr val="F5F8FF"/>
          </a:solidFill>
          <a:ln xmlns:a="http://schemas.openxmlformats.org/drawingml/2006/main" w="0">
            <a:noFill/>
          </a:ln>
        </p:spPr>
      </p:sp>
      <p:sp>
        <p:nvSpPr>
          <p:cNvPr id="1357" name="g1742">
            <a:extLst xmlns:a="http://schemas.openxmlformats.org/drawingml/2006/main">
              <a:ext uri="{FF2B5EF4-FFF2-40B4-BE49-F238E27FC236}">
                <a16:creationId xmlns:a16="http://schemas.microsoft.com/office/drawing/2014/main" id="{721E9552-216F-470B-A76C-648DA1AAB269}"/>
              </a:ext>
            </a:extLst>
          </p:cNvPr>
          <p:cNvSpPr>
            <a:spLocks xmlns:a="http://schemas.openxmlformats.org/drawingml/2006/main" noGrp="1"/>
          </p:cNvSpPr>
          <p:nvPr/>
        </p:nvSpPr>
        <p:spPr>
          <a:xfrm xmlns:a="http://schemas.openxmlformats.org/drawingml/2006/main">
            <a:off x="11525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58" name="g1743">
            <a:extLst xmlns:a="http://schemas.openxmlformats.org/drawingml/2006/main">
              <a:ext uri="{FF2B5EF4-FFF2-40B4-BE49-F238E27FC236}">
                <a16:creationId xmlns:a16="http://schemas.microsoft.com/office/drawing/2014/main" id="{C109A7BC-610F-498A-A8D2-34995A59501D}"/>
              </a:ext>
            </a:extLst>
          </p:cNvPr>
          <p:cNvSpPr>
            <a:spLocks xmlns:a="http://schemas.openxmlformats.org/drawingml/2006/main" noGrp="1"/>
          </p:cNvSpPr>
          <p:nvPr/>
        </p:nvSpPr>
        <p:spPr>
          <a:xfrm xmlns:a="http://schemas.openxmlformats.org/drawingml/2006/main">
            <a:off x="12382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59" name="g1744">
            <a:extLst xmlns:a="http://schemas.openxmlformats.org/drawingml/2006/main">
              <a:ext uri="{FF2B5EF4-FFF2-40B4-BE49-F238E27FC236}">
                <a16:creationId xmlns:a16="http://schemas.microsoft.com/office/drawing/2014/main" id="{8A8332A9-671D-40D9-A0B2-A178BD14C726}"/>
              </a:ext>
            </a:extLst>
          </p:cNvPr>
          <p:cNvSpPr>
            <a:spLocks xmlns:a="http://schemas.openxmlformats.org/drawingml/2006/main" noGrp="1"/>
          </p:cNvSpPr>
          <p:nvPr/>
        </p:nvSpPr>
        <p:spPr>
          <a:xfrm xmlns:a="http://schemas.openxmlformats.org/drawingml/2006/main">
            <a:off x="13239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0" name="g1745">
            <a:extLst xmlns:a="http://schemas.openxmlformats.org/drawingml/2006/main">
              <a:ext uri="{FF2B5EF4-FFF2-40B4-BE49-F238E27FC236}">
                <a16:creationId xmlns:a16="http://schemas.microsoft.com/office/drawing/2014/main" id="{C9DC7E37-D918-4C9A-BC11-509A8790D662}"/>
              </a:ext>
            </a:extLst>
          </p:cNvPr>
          <p:cNvSpPr>
            <a:spLocks xmlns:a="http://schemas.openxmlformats.org/drawingml/2006/main" noGrp="1"/>
          </p:cNvSpPr>
          <p:nvPr/>
        </p:nvSpPr>
        <p:spPr>
          <a:xfrm xmlns:a="http://schemas.openxmlformats.org/drawingml/2006/main">
            <a:off x="14097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1" name="g1746">
            <a:extLst xmlns:a="http://schemas.openxmlformats.org/drawingml/2006/main">
              <a:ext uri="{FF2B5EF4-FFF2-40B4-BE49-F238E27FC236}">
                <a16:creationId xmlns:a16="http://schemas.microsoft.com/office/drawing/2014/main" id="{6DEC80CF-5F24-4F8F-AA06-900BE9AA2AE8}"/>
              </a:ext>
            </a:extLst>
          </p:cNvPr>
          <p:cNvSpPr>
            <a:spLocks xmlns:a="http://schemas.openxmlformats.org/drawingml/2006/main" noGrp="1"/>
          </p:cNvSpPr>
          <p:nvPr/>
        </p:nvSpPr>
        <p:spPr>
          <a:xfrm xmlns:a="http://schemas.openxmlformats.org/drawingml/2006/main">
            <a:off x="14954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2" name="g1747">
            <a:extLst xmlns:a="http://schemas.openxmlformats.org/drawingml/2006/main">
              <a:ext uri="{FF2B5EF4-FFF2-40B4-BE49-F238E27FC236}">
                <a16:creationId xmlns:a16="http://schemas.microsoft.com/office/drawing/2014/main" id="{96BF234B-F6AA-4803-8B8D-8338C9515884}"/>
              </a:ext>
            </a:extLst>
          </p:cNvPr>
          <p:cNvSpPr>
            <a:spLocks xmlns:a="http://schemas.openxmlformats.org/drawingml/2006/main" noGrp="1"/>
          </p:cNvSpPr>
          <p:nvPr/>
        </p:nvSpPr>
        <p:spPr>
          <a:xfrm xmlns:a="http://schemas.openxmlformats.org/drawingml/2006/main">
            <a:off x="15811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3" name="g1748">
            <a:extLst xmlns:a="http://schemas.openxmlformats.org/drawingml/2006/main">
              <a:ext uri="{FF2B5EF4-FFF2-40B4-BE49-F238E27FC236}">
                <a16:creationId xmlns:a16="http://schemas.microsoft.com/office/drawing/2014/main" id="{03C4AC81-1FFA-43B4-90B1-7C3B73F38AA6}"/>
              </a:ext>
            </a:extLst>
          </p:cNvPr>
          <p:cNvSpPr>
            <a:spLocks xmlns:a="http://schemas.openxmlformats.org/drawingml/2006/main" noGrp="1"/>
          </p:cNvSpPr>
          <p:nvPr/>
        </p:nvSpPr>
        <p:spPr>
          <a:xfrm xmlns:a="http://schemas.openxmlformats.org/drawingml/2006/main">
            <a:off x="16668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4" name="g1749">
            <a:extLst xmlns:a="http://schemas.openxmlformats.org/drawingml/2006/main">
              <a:ext uri="{FF2B5EF4-FFF2-40B4-BE49-F238E27FC236}">
                <a16:creationId xmlns:a16="http://schemas.microsoft.com/office/drawing/2014/main" id="{EE72665F-4EEC-4BAA-8F7E-F2CB127ADB6D}"/>
              </a:ext>
            </a:extLst>
          </p:cNvPr>
          <p:cNvSpPr>
            <a:spLocks xmlns:a="http://schemas.openxmlformats.org/drawingml/2006/main" noGrp="1"/>
          </p:cNvSpPr>
          <p:nvPr/>
        </p:nvSpPr>
        <p:spPr>
          <a:xfrm xmlns:a="http://schemas.openxmlformats.org/drawingml/2006/main">
            <a:off x="17526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5" name="g1750">
            <a:extLst xmlns:a="http://schemas.openxmlformats.org/drawingml/2006/main">
              <a:ext uri="{FF2B5EF4-FFF2-40B4-BE49-F238E27FC236}">
                <a16:creationId xmlns:a16="http://schemas.microsoft.com/office/drawing/2014/main" id="{93436877-4143-4D8D-90F9-1E219D3E5342}"/>
              </a:ext>
            </a:extLst>
          </p:cNvPr>
          <p:cNvSpPr>
            <a:spLocks xmlns:a="http://schemas.openxmlformats.org/drawingml/2006/main" noGrp="1"/>
          </p:cNvSpPr>
          <p:nvPr/>
        </p:nvSpPr>
        <p:spPr>
          <a:xfrm xmlns:a="http://schemas.openxmlformats.org/drawingml/2006/main">
            <a:off x="18383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6" name="g1751">
            <a:extLst xmlns:a="http://schemas.openxmlformats.org/drawingml/2006/main">
              <a:ext uri="{FF2B5EF4-FFF2-40B4-BE49-F238E27FC236}">
                <a16:creationId xmlns:a16="http://schemas.microsoft.com/office/drawing/2014/main" id="{3E8340A7-24DD-4BCA-B805-5C517A9AEFC4}"/>
              </a:ext>
            </a:extLst>
          </p:cNvPr>
          <p:cNvSpPr>
            <a:spLocks xmlns:a="http://schemas.openxmlformats.org/drawingml/2006/main" noGrp="1"/>
          </p:cNvSpPr>
          <p:nvPr/>
        </p:nvSpPr>
        <p:spPr>
          <a:xfrm xmlns:a="http://schemas.openxmlformats.org/drawingml/2006/main">
            <a:off x="19240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7" name="g1752">
            <a:extLst xmlns:a="http://schemas.openxmlformats.org/drawingml/2006/main">
              <a:ext uri="{FF2B5EF4-FFF2-40B4-BE49-F238E27FC236}">
                <a16:creationId xmlns:a16="http://schemas.microsoft.com/office/drawing/2014/main" id="{E4E0E012-A1CE-4593-966C-4BFC98CE6428}"/>
              </a:ext>
            </a:extLst>
          </p:cNvPr>
          <p:cNvSpPr>
            <a:spLocks xmlns:a="http://schemas.openxmlformats.org/drawingml/2006/main" noGrp="1"/>
          </p:cNvSpPr>
          <p:nvPr/>
        </p:nvSpPr>
        <p:spPr>
          <a:xfrm xmlns:a="http://schemas.openxmlformats.org/drawingml/2006/main">
            <a:off x="20097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8" name="g1753">
            <a:extLst xmlns:a="http://schemas.openxmlformats.org/drawingml/2006/main">
              <a:ext uri="{FF2B5EF4-FFF2-40B4-BE49-F238E27FC236}">
                <a16:creationId xmlns:a16="http://schemas.microsoft.com/office/drawing/2014/main" id="{4D11D2EA-16B7-46A7-9C9D-E4949412C4C2}"/>
              </a:ext>
            </a:extLst>
          </p:cNvPr>
          <p:cNvSpPr>
            <a:spLocks xmlns:a="http://schemas.openxmlformats.org/drawingml/2006/main" noGrp="1"/>
          </p:cNvSpPr>
          <p:nvPr/>
        </p:nvSpPr>
        <p:spPr>
          <a:xfrm xmlns:a="http://schemas.openxmlformats.org/drawingml/2006/main">
            <a:off x="20955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69" name="g1754">
            <a:extLst xmlns:a="http://schemas.openxmlformats.org/drawingml/2006/main">
              <a:ext uri="{FF2B5EF4-FFF2-40B4-BE49-F238E27FC236}">
                <a16:creationId xmlns:a16="http://schemas.microsoft.com/office/drawing/2014/main" id="{6554B41E-3F09-46A2-8DC0-90ADD706B910}"/>
              </a:ext>
            </a:extLst>
          </p:cNvPr>
          <p:cNvSpPr>
            <a:spLocks xmlns:a="http://schemas.openxmlformats.org/drawingml/2006/main" noGrp="1"/>
          </p:cNvSpPr>
          <p:nvPr/>
        </p:nvSpPr>
        <p:spPr>
          <a:xfrm xmlns:a="http://schemas.openxmlformats.org/drawingml/2006/main">
            <a:off x="21812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0" name="g1755">
            <a:extLst xmlns:a="http://schemas.openxmlformats.org/drawingml/2006/main">
              <a:ext uri="{FF2B5EF4-FFF2-40B4-BE49-F238E27FC236}">
                <a16:creationId xmlns:a16="http://schemas.microsoft.com/office/drawing/2014/main" id="{720E2DB0-28D2-4AE9-B268-693E9E1DACAB}"/>
              </a:ext>
            </a:extLst>
          </p:cNvPr>
          <p:cNvSpPr>
            <a:spLocks xmlns:a="http://schemas.openxmlformats.org/drawingml/2006/main" noGrp="1"/>
          </p:cNvSpPr>
          <p:nvPr/>
        </p:nvSpPr>
        <p:spPr>
          <a:xfrm xmlns:a="http://schemas.openxmlformats.org/drawingml/2006/main">
            <a:off x="22669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1" name="g1756">
            <a:extLst xmlns:a="http://schemas.openxmlformats.org/drawingml/2006/main">
              <a:ext uri="{FF2B5EF4-FFF2-40B4-BE49-F238E27FC236}">
                <a16:creationId xmlns:a16="http://schemas.microsoft.com/office/drawing/2014/main" id="{F24FAB8A-C2F0-4E63-B929-332BD921D7AA}"/>
              </a:ext>
            </a:extLst>
          </p:cNvPr>
          <p:cNvSpPr>
            <a:spLocks xmlns:a="http://schemas.openxmlformats.org/drawingml/2006/main" noGrp="1"/>
          </p:cNvSpPr>
          <p:nvPr/>
        </p:nvSpPr>
        <p:spPr>
          <a:xfrm xmlns:a="http://schemas.openxmlformats.org/drawingml/2006/main">
            <a:off x="23526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2" name="g1757">
            <a:extLst xmlns:a="http://schemas.openxmlformats.org/drawingml/2006/main">
              <a:ext uri="{FF2B5EF4-FFF2-40B4-BE49-F238E27FC236}">
                <a16:creationId xmlns:a16="http://schemas.microsoft.com/office/drawing/2014/main" id="{72F7C51E-D3C3-42C0-853F-FB2B6435EA03}"/>
              </a:ext>
            </a:extLst>
          </p:cNvPr>
          <p:cNvSpPr>
            <a:spLocks xmlns:a="http://schemas.openxmlformats.org/drawingml/2006/main" noGrp="1"/>
          </p:cNvSpPr>
          <p:nvPr/>
        </p:nvSpPr>
        <p:spPr>
          <a:xfrm xmlns:a="http://schemas.openxmlformats.org/drawingml/2006/main">
            <a:off x="24384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3" name="g1758">
            <a:extLst xmlns:a="http://schemas.openxmlformats.org/drawingml/2006/main">
              <a:ext uri="{FF2B5EF4-FFF2-40B4-BE49-F238E27FC236}">
                <a16:creationId xmlns:a16="http://schemas.microsoft.com/office/drawing/2014/main" id="{1D53507F-B438-4FD6-A3E0-4D63813F3502}"/>
              </a:ext>
            </a:extLst>
          </p:cNvPr>
          <p:cNvSpPr>
            <a:spLocks xmlns:a="http://schemas.openxmlformats.org/drawingml/2006/main" noGrp="1"/>
          </p:cNvSpPr>
          <p:nvPr/>
        </p:nvSpPr>
        <p:spPr>
          <a:xfrm xmlns:a="http://schemas.openxmlformats.org/drawingml/2006/main">
            <a:off x="25241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4" name="g1759">
            <a:extLst xmlns:a="http://schemas.openxmlformats.org/drawingml/2006/main">
              <a:ext uri="{FF2B5EF4-FFF2-40B4-BE49-F238E27FC236}">
                <a16:creationId xmlns:a16="http://schemas.microsoft.com/office/drawing/2014/main" id="{DA889630-384B-42C3-AE4D-6B759DFD2E43}"/>
              </a:ext>
            </a:extLst>
          </p:cNvPr>
          <p:cNvSpPr>
            <a:spLocks xmlns:a="http://schemas.openxmlformats.org/drawingml/2006/main" noGrp="1"/>
          </p:cNvSpPr>
          <p:nvPr/>
        </p:nvSpPr>
        <p:spPr>
          <a:xfrm xmlns:a="http://schemas.openxmlformats.org/drawingml/2006/main">
            <a:off x="26098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5" name="g1760">
            <a:extLst xmlns:a="http://schemas.openxmlformats.org/drawingml/2006/main">
              <a:ext uri="{FF2B5EF4-FFF2-40B4-BE49-F238E27FC236}">
                <a16:creationId xmlns:a16="http://schemas.microsoft.com/office/drawing/2014/main" id="{2EDB7E9A-F606-4378-AC8D-6D22EB74F3B7}"/>
              </a:ext>
            </a:extLst>
          </p:cNvPr>
          <p:cNvSpPr>
            <a:spLocks xmlns:a="http://schemas.openxmlformats.org/drawingml/2006/main" noGrp="1"/>
          </p:cNvSpPr>
          <p:nvPr/>
        </p:nvSpPr>
        <p:spPr>
          <a:xfrm xmlns:a="http://schemas.openxmlformats.org/drawingml/2006/main">
            <a:off x="26955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6" name="g1761">
            <a:extLst xmlns:a="http://schemas.openxmlformats.org/drawingml/2006/main">
              <a:ext uri="{FF2B5EF4-FFF2-40B4-BE49-F238E27FC236}">
                <a16:creationId xmlns:a16="http://schemas.microsoft.com/office/drawing/2014/main" id="{9AF2F961-779A-434D-9B2D-F80B4D55F30F}"/>
              </a:ext>
            </a:extLst>
          </p:cNvPr>
          <p:cNvSpPr>
            <a:spLocks xmlns:a="http://schemas.openxmlformats.org/drawingml/2006/main" noGrp="1"/>
          </p:cNvSpPr>
          <p:nvPr/>
        </p:nvSpPr>
        <p:spPr>
          <a:xfrm xmlns:a="http://schemas.openxmlformats.org/drawingml/2006/main">
            <a:off x="27813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7" name="g1762">
            <a:extLst xmlns:a="http://schemas.openxmlformats.org/drawingml/2006/main">
              <a:ext uri="{FF2B5EF4-FFF2-40B4-BE49-F238E27FC236}">
                <a16:creationId xmlns:a16="http://schemas.microsoft.com/office/drawing/2014/main" id="{CEB7BBC4-DAF5-40E1-91CC-1C4A2E427092}"/>
              </a:ext>
            </a:extLst>
          </p:cNvPr>
          <p:cNvSpPr>
            <a:spLocks xmlns:a="http://schemas.openxmlformats.org/drawingml/2006/main" noGrp="1"/>
          </p:cNvSpPr>
          <p:nvPr/>
        </p:nvSpPr>
        <p:spPr>
          <a:xfrm xmlns:a="http://schemas.openxmlformats.org/drawingml/2006/main">
            <a:off x="28670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8" name="g1763">
            <a:extLst xmlns:a="http://schemas.openxmlformats.org/drawingml/2006/main">
              <a:ext uri="{FF2B5EF4-FFF2-40B4-BE49-F238E27FC236}">
                <a16:creationId xmlns:a16="http://schemas.microsoft.com/office/drawing/2014/main" id="{87C6D5D7-B5E0-4248-A653-763A93D6919E}"/>
              </a:ext>
            </a:extLst>
          </p:cNvPr>
          <p:cNvSpPr>
            <a:spLocks xmlns:a="http://schemas.openxmlformats.org/drawingml/2006/main" noGrp="1"/>
          </p:cNvSpPr>
          <p:nvPr/>
        </p:nvSpPr>
        <p:spPr>
          <a:xfrm xmlns:a="http://schemas.openxmlformats.org/drawingml/2006/main">
            <a:off x="29527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79" name="g1764">
            <a:extLst xmlns:a="http://schemas.openxmlformats.org/drawingml/2006/main">
              <a:ext uri="{FF2B5EF4-FFF2-40B4-BE49-F238E27FC236}">
                <a16:creationId xmlns:a16="http://schemas.microsoft.com/office/drawing/2014/main" id="{C156C203-61A7-4D25-BCD4-4CA8B9CB54E8}"/>
              </a:ext>
            </a:extLst>
          </p:cNvPr>
          <p:cNvSpPr>
            <a:spLocks xmlns:a="http://schemas.openxmlformats.org/drawingml/2006/main" noGrp="1"/>
          </p:cNvSpPr>
          <p:nvPr/>
        </p:nvSpPr>
        <p:spPr>
          <a:xfrm xmlns:a="http://schemas.openxmlformats.org/drawingml/2006/main">
            <a:off x="30384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0" name="g1765">
            <a:extLst xmlns:a="http://schemas.openxmlformats.org/drawingml/2006/main">
              <a:ext uri="{FF2B5EF4-FFF2-40B4-BE49-F238E27FC236}">
                <a16:creationId xmlns:a16="http://schemas.microsoft.com/office/drawing/2014/main" id="{683692A1-5174-493A-95CF-2BE677FD762F}"/>
              </a:ext>
            </a:extLst>
          </p:cNvPr>
          <p:cNvSpPr>
            <a:spLocks xmlns:a="http://schemas.openxmlformats.org/drawingml/2006/main" noGrp="1"/>
          </p:cNvSpPr>
          <p:nvPr/>
        </p:nvSpPr>
        <p:spPr>
          <a:xfrm xmlns:a="http://schemas.openxmlformats.org/drawingml/2006/main">
            <a:off x="31242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1" name="g1766">
            <a:extLst xmlns:a="http://schemas.openxmlformats.org/drawingml/2006/main">
              <a:ext uri="{FF2B5EF4-FFF2-40B4-BE49-F238E27FC236}">
                <a16:creationId xmlns:a16="http://schemas.microsoft.com/office/drawing/2014/main" id="{5D202425-EB41-45B7-8FF1-3CE7813E8B63}"/>
              </a:ext>
            </a:extLst>
          </p:cNvPr>
          <p:cNvSpPr>
            <a:spLocks xmlns:a="http://schemas.openxmlformats.org/drawingml/2006/main" noGrp="1"/>
          </p:cNvSpPr>
          <p:nvPr/>
        </p:nvSpPr>
        <p:spPr>
          <a:xfrm xmlns:a="http://schemas.openxmlformats.org/drawingml/2006/main">
            <a:off x="32099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2" name="g1767">
            <a:extLst xmlns:a="http://schemas.openxmlformats.org/drawingml/2006/main">
              <a:ext uri="{FF2B5EF4-FFF2-40B4-BE49-F238E27FC236}">
                <a16:creationId xmlns:a16="http://schemas.microsoft.com/office/drawing/2014/main" id="{41523A21-C055-4DFD-9792-B5169796FD1A}"/>
              </a:ext>
            </a:extLst>
          </p:cNvPr>
          <p:cNvSpPr>
            <a:spLocks xmlns:a="http://schemas.openxmlformats.org/drawingml/2006/main" noGrp="1"/>
          </p:cNvSpPr>
          <p:nvPr/>
        </p:nvSpPr>
        <p:spPr>
          <a:xfrm xmlns:a="http://schemas.openxmlformats.org/drawingml/2006/main">
            <a:off x="32956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3" name="g1768">
            <a:extLst xmlns:a="http://schemas.openxmlformats.org/drawingml/2006/main">
              <a:ext uri="{FF2B5EF4-FFF2-40B4-BE49-F238E27FC236}">
                <a16:creationId xmlns:a16="http://schemas.microsoft.com/office/drawing/2014/main" id="{C030A607-C5C8-4637-A897-C378BA770C4D}"/>
              </a:ext>
            </a:extLst>
          </p:cNvPr>
          <p:cNvSpPr>
            <a:spLocks xmlns:a="http://schemas.openxmlformats.org/drawingml/2006/main" noGrp="1"/>
          </p:cNvSpPr>
          <p:nvPr/>
        </p:nvSpPr>
        <p:spPr>
          <a:xfrm xmlns:a="http://schemas.openxmlformats.org/drawingml/2006/main">
            <a:off x="33813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4" name="g1769">
            <a:extLst xmlns:a="http://schemas.openxmlformats.org/drawingml/2006/main">
              <a:ext uri="{FF2B5EF4-FFF2-40B4-BE49-F238E27FC236}">
                <a16:creationId xmlns:a16="http://schemas.microsoft.com/office/drawing/2014/main" id="{B7DB36BB-9EF8-46B1-AA06-6AC82BE08AEE}"/>
              </a:ext>
            </a:extLst>
          </p:cNvPr>
          <p:cNvSpPr>
            <a:spLocks xmlns:a="http://schemas.openxmlformats.org/drawingml/2006/main" noGrp="1"/>
          </p:cNvSpPr>
          <p:nvPr/>
        </p:nvSpPr>
        <p:spPr>
          <a:xfrm xmlns:a="http://schemas.openxmlformats.org/drawingml/2006/main">
            <a:off x="34671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5" name="g1770">
            <a:extLst xmlns:a="http://schemas.openxmlformats.org/drawingml/2006/main">
              <a:ext uri="{FF2B5EF4-FFF2-40B4-BE49-F238E27FC236}">
                <a16:creationId xmlns:a16="http://schemas.microsoft.com/office/drawing/2014/main" id="{69149420-3AB1-4395-BEBC-FC0DC861EF3D}"/>
              </a:ext>
            </a:extLst>
          </p:cNvPr>
          <p:cNvSpPr>
            <a:spLocks xmlns:a="http://schemas.openxmlformats.org/drawingml/2006/main" noGrp="1"/>
          </p:cNvSpPr>
          <p:nvPr/>
        </p:nvSpPr>
        <p:spPr>
          <a:xfrm xmlns:a="http://schemas.openxmlformats.org/drawingml/2006/main">
            <a:off x="35528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6" name="g1771">
            <a:extLst xmlns:a="http://schemas.openxmlformats.org/drawingml/2006/main">
              <a:ext uri="{FF2B5EF4-FFF2-40B4-BE49-F238E27FC236}">
                <a16:creationId xmlns:a16="http://schemas.microsoft.com/office/drawing/2014/main" id="{40FD01D8-0EDB-46A6-9B9C-2182469A33DD}"/>
              </a:ext>
            </a:extLst>
          </p:cNvPr>
          <p:cNvSpPr>
            <a:spLocks xmlns:a="http://schemas.openxmlformats.org/drawingml/2006/main" noGrp="1"/>
          </p:cNvSpPr>
          <p:nvPr/>
        </p:nvSpPr>
        <p:spPr>
          <a:xfrm xmlns:a="http://schemas.openxmlformats.org/drawingml/2006/main">
            <a:off x="36385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7" name="g1772">
            <a:extLst xmlns:a="http://schemas.openxmlformats.org/drawingml/2006/main">
              <a:ext uri="{FF2B5EF4-FFF2-40B4-BE49-F238E27FC236}">
                <a16:creationId xmlns:a16="http://schemas.microsoft.com/office/drawing/2014/main" id="{5FB61E17-729C-4CFC-A804-26B5672DC68A}"/>
              </a:ext>
            </a:extLst>
          </p:cNvPr>
          <p:cNvSpPr>
            <a:spLocks xmlns:a="http://schemas.openxmlformats.org/drawingml/2006/main" noGrp="1"/>
          </p:cNvSpPr>
          <p:nvPr/>
        </p:nvSpPr>
        <p:spPr>
          <a:xfrm xmlns:a="http://schemas.openxmlformats.org/drawingml/2006/main">
            <a:off x="37242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8" name="g1773">
            <a:extLst xmlns:a="http://schemas.openxmlformats.org/drawingml/2006/main">
              <a:ext uri="{FF2B5EF4-FFF2-40B4-BE49-F238E27FC236}">
                <a16:creationId xmlns:a16="http://schemas.microsoft.com/office/drawing/2014/main" id="{CE560449-C618-4EDC-A1F9-D6CA1D1A14E9}"/>
              </a:ext>
            </a:extLst>
          </p:cNvPr>
          <p:cNvSpPr>
            <a:spLocks xmlns:a="http://schemas.openxmlformats.org/drawingml/2006/main" noGrp="1"/>
          </p:cNvSpPr>
          <p:nvPr/>
        </p:nvSpPr>
        <p:spPr>
          <a:xfrm xmlns:a="http://schemas.openxmlformats.org/drawingml/2006/main">
            <a:off x="38100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89" name="g1774">
            <a:extLst xmlns:a="http://schemas.openxmlformats.org/drawingml/2006/main">
              <a:ext uri="{FF2B5EF4-FFF2-40B4-BE49-F238E27FC236}">
                <a16:creationId xmlns:a16="http://schemas.microsoft.com/office/drawing/2014/main" id="{E2C52D0C-AAC2-4F00-8769-0D01F542C28C}"/>
              </a:ext>
            </a:extLst>
          </p:cNvPr>
          <p:cNvSpPr>
            <a:spLocks xmlns:a="http://schemas.openxmlformats.org/drawingml/2006/main" noGrp="1"/>
          </p:cNvSpPr>
          <p:nvPr/>
        </p:nvSpPr>
        <p:spPr>
          <a:xfrm xmlns:a="http://schemas.openxmlformats.org/drawingml/2006/main">
            <a:off x="38957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0" name="g1775">
            <a:extLst xmlns:a="http://schemas.openxmlformats.org/drawingml/2006/main">
              <a:ext uri="{FF2B5EF4-FFF2-40B4-BE49-F238E27FC236}">
                <a16:creationId xmlns:a16="http://schemas.microsoft.com/office/drawing/2014/main" id="{41E21598-505B-4F9C-8ABB-633CC15CD586}"/>
              </a:ext>
            </a:extLst>
          </p:cNvPr>
          <p:cNvSpPr>
            <a:spLocks xmlns:a="http://schemas.openxmlformats.org/drawingml/2006/main" noGrp="1"/>
          </p:cNvSpPr>
          <p:nvPr/>
        </p:nvSpPr>
        <p:spPr>
          <a:xfrm xmlns:a="http://schemas.openxmlformats.org/drawingml/2006/main">
            <a:off x="39814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1" name="g1776">
            <a:extLst xmlns:a="http://schemas.openxmlformats.org/drawingml/2006/main">
              <a:ext uri="{FF2B5EF4-FFF2-40B4-BE49-F238E27FC236}">
                <a16:creationId xmlns:a16="http://schemas.microsoft.com/office/drawing/2014/main" id="{E8D796A0-CB4A-4CAA-9A65-A4B9685504F0}"/>
              </a:ext>
            </a:extLst>
          </p:cNvPr>
          <p:cNvSpPr>
            <a:spLocks xmlns:a="http://schemas.openxmlformats.org/drawingml/2006/main" noGrp="1"/>
          </p:cNvSpPr>
          <p:nvPr/>
        </p:nvSpPr>
        <p:spPr>
          <a:xfrm xmlns:a="http://schemas.openxmlformats.org/drawingml/2006/main">
            <a:off x="40671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2" name="g1777">
            <a:extLst xmlns:a="http://schemas.openxmlformats.org/drawingml/2006/main">
              <a:ext uri="{FF2B5EF4-FFF2-40B4-BE49-F238E27FC236}">
                <a16:creationId xmlns:a16="http://schemas.microsoft.com/office/drawing/2014/main" id="{21A083FC-10EB-4850-AAB4-9655BBDB4C43}"/>
              </a:ext>
            </a:extLst>
          </p:cNvPr>
          <p:cNvSpPr>
            <a:spLocks xmlns:a="http://schemas.openxmlformats.org/drawingml/2006/main" noGrp="1"/>
          </p:cNvSpPr>
          <p:nvPr/>
        </p:nvSpPr>
        <p:spPr>
          <a:xfrm xmlns:a="http://schemas.openxmlformats.org/drawingml/2006/main">
            <a:off x="41529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3" name="g1778">
            <a:extLst xmlns:a="http://schemas.openxmlformats.org/drawingml/2006/main">
              <a:ext uri="{FF2B5EF4-FFF2-40B4-BE49-F238E27FC236}">
                <a16:creationId xmlns:a16="http://schemas.microsoft.com/office/drawing/2014/main" id="{32EE18D1-E0FD-4D17-B2D6-B19E79A812B4}"/>
              </a:ext>
            </a:extLst>
          </p:cNvPr>
          <p:cNvSpPr>
            <a:spLocks xmlns:a="http://schemas.openxmlformats.org/drawingml/2006/main" noGrp="1"/>
          </p:cNvSpPr>
          <p:nvPr/>
        </p:nvSpPr>
        <p:spPr>
          <a:xfrm xmlns:a="http://schemas.openxmlformats.org/drawingml/2006/main">
            <a:off x="42386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4" name="g1779">
            <a:extLst xmlns:a="http://schemas.openxmlformats.org/drawingml/2006/main">
              <a:ext uri="{FF2B5EF4-FFF2-40B4-BE49-F238E27FC236}">
                <a16:creationId xmlns:a16="http://schemas.microsoft.com/office/drawing/2014/main" id="{3A84E9B9-B0B5-43A6-A26C-94633465EF33}"/>
              </a:ext>
            </a:extLst>
          </p:cNvPr>
          <p:cNvSpPr>
            <a:spLocks xmlns:a="http://schemas.openxmlformats.org/drawingml/2006/main" noGrp="1"/>
          </p:cNvSpPr>
          <p:nvPr/>
        </p:nvSpPr>
        <p:spPr>
          <a:xfrm xmlns:a="http://schemas.openxmlformats.org/drawingml/2006/main">
            <a:off x="43243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5" name="g1780">
            <a:extLst xmlns:a="http://schemas.openxmlformats.org/drawingml/2006/main">
              <a:ext uri="{FF2B5EF4-FFF2-40B4-BE49-F238E27FC236}">
                <a16:creationId xmlns:a16="http://schemas.microsoft.com/office/drawing/2014/main" id="{A56B1EBB-B13A-4E6A-89D8-B82201E10A25}"/>
              </a:ext>
            </a:extLst>
          </p:cNvPr>
          <p:cNvSpPr>
            <a:spLocks xmlns:a="http://schemas.openxmlformats.org/drawingml/2006/main" noGrp="1"/>
          </p:cNvSpPr>
          <p:nvPr/>
        </p:nvSpPr>
        <p:spPr>
          <a:xfrm xmlns:a="http://schemas.openxmlformats.org/drawingml/2006/main">
            <a:off x="44100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6" name="g1781">
            <a:extLst xmlns:a="http://schemas.openxmlformats.org/drawingml/2006/main">
              <a:ext uri="{FF2B5EF4-FFF2-40B4-BE49-F238E27FC236}">
                <a16:creationId xmlns:a16="http://schemas.microsoft.com/office/drawing/2014/main" id="{1A0F55A0-E7E0-44B0-B2E2-6BA029D7FD13}"/>
              </a:ext>
            </a:extLst>
          </p:cNvPr>
          <p:cNvSpPr>
            <a:spLocks xmlns:a="http://schemas.openxmlformats.org/drawingml/2006/main" noGrp="1"/>
          </p:cNvSpPr>
          <p:nvPr/>
        </p:nvSpPr>
        <p:spPr>
          <a:xfrm xmlns:a="http://schemas.openxmlformats.org/drawingml/2006/main">
            <a:off x="44958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7" name="g1782">
            <a:extLst xmlns:a="http://schemas.openxmlformats.org/drawingml/2006/main">
              <a:ext uri="{FF2B5EF4-FFF2-40B4-BE49-F238E27FC236}">
                <a16:creationId xmlns:a16="http://schemas.microsoft.com/office/drawing/2014/main" id="{2896A139-6D84-404D-BFA5-EB6B9787B34A}"/>
              </a:ext>
            </a:extLst>
          </p:cNvPr>
          <p:cNvSpPr>
            <a:spLocks xmlns:a="http://schemas.openxmlformats.org/drawingml/2006/main" noGrp="1"/>
          </p:cNvSpPr>
          <p:nvPr/>
        </p:nvSpPr>
        <p:spPr>
          <a:xfrm xmlns:a="http://schemas.openxmlformats.org/drawingml/2006/main">
            <a:off x="45815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8" name="g1783">
            <a:extLst xmlns:a="http://schemas.openxmlformats.org/drawingml/2006/main">
              <a:ext uri="{FF2B5EF4-FFF2-40B4-BE49-F238E27FC236}">
                <a16:creationId xmlns:a16="http://schemas.microsoft.com/office/drawing/2014/main" id="{5861CC49-141C-4BCB-91D4-0EDAB07EE70B}"/>
              </a:ext>
            </a:extLst>
          </p:cNvPr>
          <p:cNvSpPr>
            <a:spLocks xmlns:a="http://schemas.openxmlformats.org/drawingml/2006/main" noGrp="1"/>
          </p:cNvSpPr>
          <p:nvPr/>
        </p:nvSpPr>
        <p:spPr>
          <a:xfrm xmlns:a="http://schemas.openxmlformats.org/drawingml/2006/main">
            <a:off x="46672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399" name="g1784">
            <a:extLst xmlns:a="http://schemas.openxmlformats.org/drawingml/2006/main">
              <a:ext uri="{FF2B5EF4-FFF2-40B4-BE49-F238E27FC236}">
                <a16:creationId xmlns:a16="http://schemas.microsoft.com/office/drawing/2014/main" id="{FE6DE7EF-7AEA-4979-BECD-10912C96E3BC}"/>
              </a:ext>
            </a:extLst>
          </p:cNvPr>
          <p:cNvSpPr>
            <a:spLocks xmlns:a="http://schemas.openxmlformats.org/drawingml/2006/main" noGrp="1"/>
          </p:cNvSpPr>
          <p:nvPr/>
        </p:nvSpPr>
        <p:spPr>
          <a:xfrm xmlns:a="http://schemas.openxmlformats.org/drawingml/2006/main">
            <a:off x="47529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0" name="g1785">
            <a:extLst xmlns:a="http://schemas.openxmlformats.org/drawingml/2006/main">
              <a:ext uri="{FF2B5EF4-FFF2-40B4-BE49-F238E27FC236}">
                <a16:creationId xmlns:a16="http://schemas.microsoft.com/office/drawing/2014/main" id="{9DE5D2B7-F90A-4916-8F3B-C500D43BB976}"/>
              </a:ext>
            </a:extLst>
          </p:cNvPr>
          <p:cNvSpPr>
            <a:spLocks xmlns:a="http://schemas.openxmlformats.org/drawingml/2006/main" noGrp="1"/>
          </p:cNvSpPr>
          <p:nvPr/>
        </p:nvSpPr>
        <p:spPr>
          <a:xfrm xmlns:a="http://schemas.openxmlformats.org/drawingml/2006/main">
            <a:off x="48387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1" name="g1786">
            <a:extLst xmlns:a="http://schemas.openxmlformats.org/drawingml/2006/main">
              <a:ext uri="{FF2B5EF4-FFF2-40B4-BE49-F238E27FC236}">
                <a16:creationId xmlns:a16="http://schemas.microsoft.com/office/drawing/2014/main" id="{623153AE-41F0-40E0-AA14-1B4ECBAB77F3}"/>
              </a:ext>
            </a:extLst>
          </p:cNvPr>
          <p:cNvSpPr>
            <a:spLocks xmlns:a="http://schemas.openxmlformats.org/drawingml/2006/main" noGrp="1"/>
          </p:cNvSpPr>
          <p:nvPr/>
        </p:nvSpPr>
        <p:spPr>
          <a:xfrm xmlns:a="http://schemas.openxmlformats.org/drawingml/2006/main">
            <a:off x="49244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2" name="g1787">
            <a:extLst xmlns:a="http://schemas.openxmlformats.org/drawingml/2006/main">
              <a:ext uri="{FF2B5EF4-FFF2-40B4-BE49-F238E27FC236}">
                <a16:creationId xmlns:a16="http://schemas.microsoft.com/office/drawing/2014/main" id="{51919ECA-0EA1-4822-9672-C36F734B2A7D}"/>
              </a:ext>
            </a:extLst>
          </p:cNvPr>
          <p:cNvSpPr>
            <a:spLocks xmlns:a="http://schemas.openxmlformats.org/drawingml/2006/main" noGrp="1"/>
          </p:cNvSpPr>
          <p:nvPr/>
        </p:nvSpPr>
        <p:spPr>
          <a:xfrm xmlns:a="http://schemas.openxmlformats.org/drawingml/2006/main">
            <a:off x="50101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3" name="g1788">
            <a:extLst xmlns:a="http://schemas.openxmlformats.org/drawingml/2006/main">
              <a:ext uri="{FF2B5EF4-FFF2-40B4-BE49-F238E27FC236}">
                <a16:creationId xmlns:a16="http://schemas.microsoft.com/office/drawing/2014/main" id="{346F7D9B-C640-4B12-8A11-8BD572B3EEDB}"/>
              </a:ext>
            </a:extLst>
          </p:cNvPr>
          <p:cNvSpPr>
            <a:spLocks xmlns:a="http://schemas.openxmlformats.org/drawingml/2006/main" noGrp="1"/>
          </p:cNvSpPr>
          <p:nvPr/>
        </p:nvSpPr>
        <p:spPr>
          <a:xfrm xmlns:a="http://schemas.openxmlformats.org/drawingml/2006/main">
            <a:off x="50958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4" name="g1789">
            <a:extLst xmlns:a="http://schemas.openxmlformats.org/drawingml/2006/main">
              <a:ext uri="{FF2B5EF4-FFF2-40B4-BE49-F238E27FC236}">
                <a16:creationId xmlns:a16="http://schemas.microsoft.com/office/drawing/2014/main" id="{68030186-3052-41EA-B72E-BFDE0D049AAF}"/>
              </a:ext>
            </a:extLst>
          </p:cNvPr>
          <p:cNvSpPr>
            <a:spLocks xmlns:a="http://schemas.openxmlformats.org/drawingml/2006/main" noGrp="1"/>
          </p:cNvSpPr>
          <p:nvPr/>
        </p:nvSpPr>
        <p:spPr>
          <a:xfrm xmlns:a="http://schemas.openxmlformats.org/drawingml/2006/main">
            <a:off x="51816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5" name="g1790">
            <a:extLst xmlns:a="http://schemas.openxmlformats.org/drawingml/2006/main">
              <a:ext uri="{FF2B5EF4-FFF2-40B4-BE49-F238E27FC236}">
                <a16:creationId xmlns:a16="http://schemas.microsoft.com/office/drawing/2014/main" id="{E8DEE53B-9C0E-41EE-8A2E-2C2928424AC7}"/>
              </a:ext>
            </a:extLst>
          </p:cNvPr>
          <p:cNvSpPr>
            <a:spLocks xmlns:a="http://schemas.openxmlformats.org/drawingml/2006/main" noGrp="1"/>
          </p:cNvSpPr>
          <p:nvPr/>
        </p:nvSpPr>
        <p:spPr>
          <a:xfrm xmlns:a="http://schemas.openxmlformats.org/drawingml/2006/main">
            <a:off x="52673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6" name="g1791">
            <a:extLst xmlns:a="http://schemas.openxmlformats.org/drawingml/2006/main">
              <a:ext uri="{FF2B5EF4-FFF2-40B4-BE49-F238E27FC236}">
                <a16:creationId xmlns:a16="http://schemas.microsoft.com/office/drawing/2014/main" id="{0D83612B-073B-40C2-9FB2-0E77800993D6}"/>
              </a:ext>
            </a:extLst>
          </p:cNvPr>
          <p:cNvSpPr>
            <a:spLocks xmlns:a="http://schemas.openxmlformats.org/drawingml/2006/main" noGrp="1"/>
          </p:cNvSpPr>
          <p:nvPr/>
        </p:nvSpPr>
        <p:spPr>
          <a:xfrm xmlns:a="http://schemas.openxmlformats.org/drawingml/2006/main">
            <a:off x="53530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7" name="g1792">
            <a:extLst xmlns:a="http://schemas.openxmlformats.org/drawingml/2006/main">
              <a:ext uri="{FF2B5EF4-FFF2-40B4-BE49-F238E27FC236}">
                <a16:creationId xmlns:a16="http://schemas.microsoft.com/office/drawing/2014/main" id="{FB89079C-6370-4950-B21E-2E23013B118C}"/>
              </a:ext>
            </a:extLst>
          </p:cNvPr>
          <p:cNvSpPr>
            <a:spLocks xmlns:a="http://schemas.openxmlformats.org/drawingml/2006/main" noGrp="1"/>
          </p:cNvSpPr>
          <p:nvPr/>
        </p:nvSpPr>
        <p:spPr>
          <a:xfrm xmlns:a="http://schemas.openxmlformats.org/drawingml/2006/main">
            <a:off x="54387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8" name="g1793">
            <a:extLst xmlns:a="http://schemas.openxmlformats.org/drawingml/2006/main">
              <a:ext uri="{FF2B5EF4-FFF2-40B4-BE49-F238E27FC236}">
                <a16:creationId xmlns:a16="http://schemas.microsoft.com/office/drawing/2014/main" id="{DF396AD1-7234-4BDB-AF81-813FB7D36F12}"/>
              </a:ext>
            </a:extLst>
          </p:cNvPr>
          <p:cNvSpPr>
            <a:spLocks xmlns:a="http://schemas.openxmlformats.org/drawingml/2006/main" noGrp="1"/>
          </p:cNvSpPr>
          <p:nvPr/>
        </p:nvSpPr>
        <p:spPr>
          <a:xfrm xmlns:a="http://schemas.openxmlformats.org/drawingml/2006/main">
            <a:off x="55245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09" name="g1794">
            <a:extLst xmlns:a="http://schemas.openxmlformats.org/drawingml/2006/main">
              <a:ext uri="{FF2B5EF4-FFF2-40B4-BE49-F238E27FC236}">
                <a16:creationId xmlns:a16="http://schemas.microsoft.com/office/drawing/2014/main" id="{D62E93CD-96F4-4E03-B834-B8AB01520F74}"/>
              </a:ext>
            </a:extLst>
          </p:cNvPr>
          <p:cNvSpPr>
            <a:spLocks xmlns:a="http://schemas.openxmlformats.org/drawingml/2006/main" noGrp="1"/>
          </p:cNvSpPr>
          <p:nvPr/>
        </p:nvSpPr>
        <p:spPr>
          <a:xfrm xmlns:a="http://schemas.openxmlformats.org/drawingml/2006/main">
            <a:off x="56102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0" name="g1795">
            <a:extLst xmlns:a="http://schemas.openxmlformats.org/drawingml/2006/main">
              <a:ext uri="{FF2B5EF4-FFF2-40B4-BE49-F238E27FC236}">
                <a16:creationId xmlns:a16="http://schemas.microsoft.com/office/drawing/2014/main" id="{14CAA8D8-C483-49EE-BAA8-1BA71D5AC5CA}"/>
              </a:ext>
            </a:extLst>
          </p:cNvPr>
          <p:cNvSpPr>
            <a:spLocks xmlns:a="http://schemas.openxmlformats.org/drawingml/2006/main" noGrp="1"/>
          </p:cNvSpPr>
          <p:nvPr/>
        </p:nvSpPr>
        <p:spPr>
          <a:xfrm xmlns:a="http://schemas.openxmlformats.org/drawingml/2006/main">
            <a:off x="56959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1" name="g1796">
            <a:extLst xmlns:a="http://schemas.openxmlformats.org/drawingml/2006/main">
              <a:ext uri="{FF2B5EF4-FFF2-40B4-BE49-F238E27FC236}">
                <a16:creationId xmlns:a16="http://schemas.microsoft.com/office/drawing/2014/main" id="{76DBC964-7D0A-4125-8B59-9B0DB7A2CE5A}"/>
              </a:ext>
            </a:extLst>
          </p:cNvPr>
          <p:cNvSpPr>
            <a:spLocks xmlns:a="http://schemas.openxmlformats.org/drawingml/2006/main" noGrp="1"/>
          </p:cNvSpPr>
          <p:nvPr/>
        </p:nvSpPr>
        <p:spPr>
          <a:xfrm xmlns:a="http://schemas.openxmlformats.org/drawingml/2006/main">
            <a:off x="57816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2" name="g1797">
            <a:extLst xmlns:a="http://schemas.openxmlformats.org/drawingml/2006/main">
              <a:ext uri="{FF2B5EF4-FFF2-40B4-BE49-F238E27FC236}">
                <a16:creationId xmlns:a16="http://schemas.microsoft.com/office/drawing/2014/main" id="{1EB56A45-8F57-4516-8E12-A012D4484C2A}"/>
              </a:ext>
            </a:extLst>
          </p:cNvPr>
          <p:cNvSpPr>
            <a:spLocks xmlns:a="http://schemas.openxmlformats.org/drawingml/2006/main" noGrp="1"/>
          </p:cNvSpPr>
          <p:nvPr/>
        </p:nvSpPr>
        <p:spPr>
          <a:xfrm xmlns:a="http://schemas.openxmlformats.org/drawingml/2006/main">
            <a:off x="58674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3" name="g1798">
            <a:extLst xmlns:a="http://schemas.openxmlformats.org/drawingml/2006/main">
              <a:ext uri="{FF2B5EF4-FFF2-40B4-BE49-F238E27FC236}">
                <a16:creationId xmlns:a16="http://schemas.microsoft.com/office/drawing/2014/main" id="{0456BBD7-ADC7-40A9-867C-13FF28D7AD81}"/>
              </a:ext>
            </a:extLst>
          </p:cNvPr>
          <p:cNvSpPr>
            <a:spLocks xmlns:a="http://schemas.openxmlformats.org/drawingml/2006/main" noGrp="1"/>
          </p:cNvSpPr>
          <p:nvPr/>
        </p:nvSpPr>
        <p:spPr>
          <a:xfrm xmlns:a="http://schemas.openxmlformats.org/drawingml/2006/main">
            <a:off x="59531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4" name="g1799">
            <a:extLst xmlns:a="http://schemas.openxmlformats.org/drawingml/2006/main">
              <a:ext uri="{FF2B5EF4-FFF2-40B4-BE49-F238E27FC236}">
                <a16:creationId xmlns:a16="http://schemas.microsoft.com/office/drawing/2014/main" id="{195BFAF2-4D6F-4E35-B4D3-43596B6DB01D}"/>
              </a:ext>
            </a:extLst>
          </p:cNvPr>
          <p:cNvSpPr>
            <a:spLocks xmlns:a="http://schemas.openxmlformats.org/drawingml/2006/main" noGrp="1"/>
          </p:cNvSpPr>
          <p:nvPr/>
        </p:nvSpPr>
        <p:spPr>
          <a:xfrm xmlns:a="http://schemas.openxmlformats.org/drawingml/2006/main">
            <a:off x="60388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5" name="g1800">
            <a:extLst xmlns:a="http://schemas.openxmlformats.org/drawingml/2006/main">
              <a:ext uri="{FF2B5EF4-FFF2-40B4-BE49-F238E27FC236}">
                <a16:creationId xmlns:a16="http://schemas.microsoft.com/office/drawing/2014/main" id="{9281C7AB-080C-47FB-BB24-4CDBAB1D984E}"/>
              </a:ext>
            </a:extLst>
          </p:cNvPr>
          <p:cNvSpPr>
            <a:spLocks xmlns:a="http://schemas.openxmlformats.org/drawingml/2006/main" noGrp="1"/>
          </p:cNvSpPr>
          <p:nvPr/>
        </p:nvSpPr>
        <p:spPr>
          <a:xfrm xmlns:a="http://schemas.openxmlformats.org/drawingml/2006/main">
            <a:off x="61245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6" name="g1801">
            <a:extLst xmlns:a="http://schemas.openxmlformats.org/drawingml/2006/main">
              <a:ext uri="{FF2B5EF4-FFF2-40B4-BE49-F238E27FC236}">
                <a16:creationId xmlns:a16="http://schemas.microsoft.com/office/drawing/2014/main" id="{C039892E-AE73-4E6C-8E2F-C37DD9609026}"/>
              </a:ext>
            </a:extLst>
          </p:cNvPr>
          <p:cNvSpPr>
            <a:spLocks xmlns:a="http://schemas.openxmlformats.org/drawingml/2006/main" noGrp="1"/>
          </p:cNvSpPr>
          <p:nvPr/>
        </p:nvSpPr>
        <p:spPr>
          <a:xfrm xmlns:a="http://schemas.openxmlformats.org/drawingml/2006/main">
            <a:off x="62103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7" name="g1802">
            <a:extLst xmlns:a="http://schemas.openxmlformats.org/drawingml/2006/main">
              <a:ext uri="{FF2B5EF4-FFF2-40B4-BE49-F238E27FC236}">
                <a16:creationId xmlns:a16="http://schemas.microsoft.com/office/drawing/2014/main" id="{FD4E5333-9552-4DAD-BD27-8E5A863A3DA8}"/>
              </a:ext>
            </a:extLst>
          </p:cNvPr>
          <p:cNvSpPr>
            <a:spLocks xmlns:a="http://schemas.openxmlformats.org/drawingml/2006/main" noGrp="1"/>
          </p:cNvSpPr>
          <p:nvPr/>
        </p:nvSpPr>
        <p:spPr>
          <a:xfrm xmlns:a="http://schemas.openxmlformats.org/drawingml/2006/main">
            <a:off x="62960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8" name="g1803">
            <a:extLst xmlns:a="http://schemas.openxmlformats.org/drawingml/2006/main">
              <a:ext uri="{FF2B5EF4-FFF2-40B4-BE49-F238E27FC236}">
                <a16:creationId xmlns:a16="http://schemas.microsoft.com/office/drawing/2014/main" id="{FE75DA31-A482-4DCC-A3BC-409E35DF1413}"/>
              </a:ext>
            </a:extLst>
          </p:cNvPr>
          <p:cNvSpPr>
            <a:spLocks xmlns:a="http://schemas.openxmlformats.org/drawingml/2006/main" noGrp="1"/>
          </p:cNvSpPr>
          <p:nvPr/>
        </p:nvSpPr>
        <p:spPr>
          <a:xfrm xmlns:a="http://schemas.openxmlformats.org/drawingml/2006/main">
            <a:off x="63817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19" name="g1804">
            <a:extLst xmlns:a="http://schemas.openxmlformats.org/drawingml/2006/main">
              <a:ext uri="{FF2B5EF4-FFF2-40B4-BE49-F238E27FC236}">
                <a16:creationId xmlns:a16="http://schemas.microsoft.com/office/drawing/2014/main" id="{A47BC280-F3BC-4269-AB51-5D46988C0BE7}"/>
              </a:ext>
            </a:extLst>
          </p:cNvPr>
          <p:cNvSpPr>
            <a:spLocks xmlns:a="http://schemas.openxmlformats.org/drawingml/2006/main" noGrp="1"/>
          </p:cNvSpPr>
          <p:nvPr/>
        </p:nvSpPr>
        <p:spPr>
          <a:xfrm xmlns:a="http://schemas.openxmlformats.org/drawingml/2006/main">
            <a:off x="64674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0" name="g1805">
            <a:extLst xmlns:a="http://schemas.openxmlformats.org/drawingml/2006/main">
              <a:ext uri="{FF2B5EF4-FFF2-40B4-BE49-F238E27FC236}">
                <a16:creationId xmlns:a16="http://schemas.microsoft.com/office/drawing/2014/main" id="{9F3F9D2A-657B-48DF-B8C0-FBB6EAFCFA51}"/>
              </a:ext>
            </a:extLst>
          </p:cNvPr>
          <p:cNvSpPr>
            <a:spLocks xmlns:a="http://schemas.openxmlformats.org/drawingml/2006/main" noGrp="1"/>
          </p:cNvSpPr>
          <p:nvPr/>
        </p:nvSpPr>
        <p:spPr>
          <a:xfrm xmlns:a="http://schemas.openxmlformats.org/drawingml/2006/main">
            <a:off x="65532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1" name="g1806">
            <a:extLst xmlns:a="http://schemas.openxmlformats.org/drawingml/2006/main">
              <a:ext uri="{FF2B5EF4-FFF2-40B4-BE49-F238E27FC236}">
                <a16:creationId xmlns:a16="http://schemas.microsoft.com/office/drawing/2014/main" id="{A4D6D090-D778-4C14-AAA3-66225F262A9F}"/>
              </a:ext>
            </a:extLst>
          </p:cNvPr>
          <p:cNvSpPr>
            <a:spLocks xmlns:a="http://schemas.openxmlformats.org/drawingml/2006/main" noGrp="1"/>
          </p:cNvSpPr>
          <p:nvPr/>
        </p:nvSpPr>
        <p:spPr>
          <a:xfrm xmlns:a="http://schemas.openxmlformats.org/drawingml/2006/main">
            <a:off x="66389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2" name="g1807">
            <a:extLst xmlns:a="http://schemas.openxmlformats.org/drawingml/2006/main">
              <a:ext uri="{FF2B5EF4-FFF2-40B4-BE49-F238E27FC236}">
                <a16:creationId xmlns:a16="http://schemas.microsoft.com/office/drawing/2014/main" id="{3B537AF1-C04D-4CEE-B540-1279E808B1AC}"/>
              </a:ext>
            </a:extLst>
          </p:cNvPr>
          <p:cNvSpPr>
            <a:spLocks xmlns:a="http://schemas.openxmlformats.org/drawingml/2006/main" noGrp="1"/>
          </p:cNvSpPr>
          <p:nvPr/>
        </p:nvSpPr>
        <p:spPr>
          <a:xfrm xmlns:a="http://schemas.openxmlformats.org/drawingml/2006/main">
            <a:off x="67246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3" name="g1808">
            <a:extLst xmlns:a="http://schemas.openxmlformats.org/drawingml/2006/main">
              <a:ext uri="{FF2B5EF4-FFF2-40B4-BE49-F238E27FC236}">
                <a16:creationId xmlns:a16="http://schemas.microsoft.com/office/drawing/2014/main" id="{95BC39FA-14AA-4D95-BD8F-F07A9CA2A3EE}"/>
              </a:ext>
            </a:extLst>
          </p:cNvPr>
          <p:cNvSpPr>
            <a:spLocks xmlns:a="http://schemas.openxmlformats.org/drawingml/2006/main" noGrp="1"/>
          </p:cNvSpPr>
          <p:nvPr/>
        </p:nvSpPr>
        <p:spPr>
          <a:xfrm xmlns:a="http://schemas.openxmlformats.org/drawingml/2006/main">
            <a:off x="68103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4" name="g1809">
            <a:extLst xmlns:a="http://schemas.openxmlformats.org/drawingml/2006/main">
              <a:ext uri="{FF2B5EF4-FFF2-40B4-BE49-F238E27FC236}">
                <a16:creationId xmlns:a16="http://schemas.microsoft.com/office/drawing/2014/main" id="{2375B2A7-3E32-43B7-B9CE-017C2E2289E8}"/>
              </a:ext>
            </a:extLst>
          </p:cNvPr>
          <p:cNvSpPr>
            <a:spLocks xmlns:a="http://schemas.openxmlformats.org/drawingml/2006/main" noGrp="1"/>
          </p:cNvSpPr>
          <p:nvPr/>
        </p:nvSpPr>
        <p:spPr>
          <a:xfrm xmlns:a="http://schemas.openxmlformats.org/drawingml/2006/main">
            <a:off x="68961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5" name="g1810">
            <a:extLst xmlns:a="http://schemas.openxmlformats.org/drawingml/2006/main">
              <a:ext uri="{FF2B5EF4-FFF2-40B4-BE49-F238E27FC236}">
                <a16:creationId xmlns:a16="http://schemas.microsoft.com/office/drawing/2014/main" id="{1AA770A8-6108-410F-8F74-B436F972805B}"/>
              </a:ext>
            </a:extLst>
          </p:cNvPr>
          <p:cNvSpPr>
            <a:spLocks xmlns:a="http://schemas.openxmlformats.org/drawingml/2006/main" noGrp="1"/>
          </p:cNvSpPr>
          <p:nvPr/>
        </p:nvSpPr>
        <p:spPr>
          <a:xfrm xmlns:a="http://schemas.openxmlformats.org/drawingml/2006/main">
            <a:off x="69818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6" name="g1811">
            <a:extLst xmlns:a="http://schemas.openxmlformats.org/drawingml/2006/main">
              <a:ext uri="{FF2B5EF4-FFF2-40B4-BE49-F238E27FC236}">
                <a16:creationId xmlns:a16="http://schemas.microsoft.com/office/drawing/2014/main" id="{480A6ACD-B886-409A-A34C-5BC5C26FF502}"/>
              </a:ext>
            </a:extLst>
          </p:cNvPr>
          <p:cNvSpPr>
            <a:spLocks xmlns:a="http://schemas.openxmlformats.org/drawingml/2006/main" noGrp="1"/>
          </p:cNvSpPr>
          <p:nvPr/>
        </p:nvSpPr>
        <p:spPr>
          <a:xfrm xmlns:a="http://schemas.openxmlformats.org/drawingml/2006/main">
            <a:off x="70675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7" name="g1812">
            <a:extLst xmlns:a="http://schemas.openxmlformats.org/drawingml/2006/main">
              <a:ext uri="{FF2B5EF4-FFF2-40B4-BE49-F238E27FC236}">
                <a16:creationId xmlns:a16="http://schemas.microsoft.com/office/drawing/2014/main" id="{BEE06405-B65C-4708-9DA6-3C0FD6194A4B}"/>
              </a:ext>
            </a:extLst>
          </p:cNvPr>
          <p:cNvSpPr>
            <a:spLocks xmlns:a="http://schemas.openxmlformats.org/drawingml/2006/main" noGrp="1"/>
          </p:cNvSpPr>
          <p:nvPr/>
        </p:nvSpPr>
        <p:spPr>
          <a:xfrm xmlns:a="http://schemas.openxmlformats.org/drawingml/2006/main">
            <a:off x="71532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8" name="g1813">
            <a:extLst xmlns:a="http://schemas.openxmlformats.org/drawingml/2006/main">
              <a:ext uri="{FF2B5EF4-FFF2-40B4-BE49-F238E27FC236}">
                <a16:creationId xmlns:a16="http://schemas.microsoft.com/office/drawing/2014/main" id="{22A62118-BA45-488F-83E6-AD113910A0D8}"/>
              </a:ext>
            </a:extLst>
          </p:cNvPr>
          <p:cNvSpPr>
            <a:spLocks xmlns:a="http://schemas.openxmlformats.org/drawingml/2006/main" noGrp="1"/>
          </p:cNvSpPr>
          <p:nvPr/>
        </p:nvSpPr>
        <p:spPr>
          <a:xfrm xmlns:a="http://schemas.openxmlformats.org/drawingml/2006/main">
            <a:off x="72390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29" name="g1814">
            <a:extLst xmlns:a="http://schemas.openxmlformats.org/drawingml/2006/main">
              <a:ext uri="{FF2B5EF4-FFF2-40B4-BE49-F238E27FC236}">
                <a16:creationId xmlns:a16="http://schemas.microsoft.com/office/drawing/2014/main" id="{88A5F7F7-6AB9-40AA-BA4E-21B3DE196E48}"/>
              </a:ext>
            </a:extLst>
          </p:cNvPr>
          <p:cNvSpPr>
            <a:spLocks xmlns:a="http://schemas.openxmlformats.org/drawingml/2006/main" noGrp="1"/>
          </p:cNvSpPr>
          <p:nvPr/>
        </p:nvSpPr>
        <p:spPr>
          <a:xfrm xmlns:a="http://schemas.openxmlformats.org/drawingml/2006/main">
            <a:off x="73247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0" name="g1815">
            <a:extLst xmlns:a="http://schemas.openxmlformats.org/drawingml/2006/main">
              <a:ext uri="{FF2B5EF4-FFF2-40B4-BE49-F238E27FC236}">
                <a16:creationId xmlns:a16="http://schemas.microsoft.com/office/drawing/2014/main" id="{92DE37A3-75EA-42DA-8B92-D349CC6DA5E7}"/>
              </a:ext>
            </a:extLst>
          </p:cNvPr>
          <p:cNvSpPr>
            <a:spLocks xmlns:a="http://schemas.openxmlformats.org/drawingml/2006/main" noGrp="1"/>
          </p:cNvSpPr>
          <p:nvPr/>
        </p:nvSpPr>
        <p:spPr>
          <a:xfrm xmlns:a="http://schemas.openxmlformats.org/drawingml/2006/main">
            <a:off x="74104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1" name="g1816">
            <a:extLst xmlns:a="http://schemas.openxmlformats.org/drawingml/2006/main">
              <a:ext uri="{FF2B5EF4-FFF2-40B4-BE49-F238E27FC236}">
                <a16:creationId xmlns:a16="http://schemas.microsoft.com/office/drawing/2014/main" id="{C0A4C6A0-3A07-4630-BDEF-96876423E573}"/>
              </a:ext>
            </a:extLst>
          </p:cNvPr>
          <p:cNvSpPr>
            <a:spLocks xmlns:a="http://schemas.openxmlformats.org/drawingml/2006/main" noGrp="1"/>
          </p:cNvSpPr>
          <p:nvPr/>
        </p:nvSpPr>
        <p:spPr>
          <a:xfrm xmlns:a="http://schemas.openxmlformats.org/drawingml/2006/main">
            <a:off x="74961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2" name="g1817">
            <a:extLst xmlns:a="http://schemas.openxmlformats.org/drawingml/2006/main">
              <a:ext uri="{FF2B5EF4-FFF2-40B4-BE49-F238E27FC236}">
                <a16:creationId xmlns:a16="http://schemas.microsoft.com/office/drawing/2014/main" id="{E1A56817-3BCA-4EA9-B1BF-8ADA19A5F44F}"/>
              </a:ext>
            </a:extLst>
          </p:cNvPr>
          <p:cNvSpPr>
            <a:spLocks xmlns:a="http://schemas.openxmlformats.org/drawingml/2006/main" noGrp="1"/>
          </p:cNvSpPr>
          <p:nvPr/>
        </p:nvSpPr>
        <p:spPr>
          <a:xfrm xmlns:a="http://schemas.openxmlformats.org/drawingml/2006/main">
            <a:off x="75819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3" name="g1818">
            <a:extLst xmlns:a="http://schemas.openxmlformats.org/drawingml/2006/main">
              <a:ext uri="{FF2B5EF4-FFF2-40B4-BE49-F238E27FC236}">
                <a16:creationId xmlns:a16="http://schemas.microsoft.com/office/drawing/2014/main" id="{CC65EFE8-8789-4F22-BEC5-01D542AB32BF}"/>
              </a:ext>
            </a:extLst>
          </p:cNvPr>
          <p:cNvSpPr>
            <a:spLocks xmlns:a="http://schemas.openxmlformats.org/drawingml/2006/main" noGrp="1"/>
          </p:cNvSpPr>
          <p:nvPr/>
        </p:nvSpPr>
        <p:spPr>
          <a:xfrm xmlns:a="http://schemas.openxmlformats.org/drawingml/2006/main">
            <a:off x="76676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4" name="g1819">
            <a:extLst xmlns:a="http://schemas.openxmlformats.org/drawingml/2006/main">
              <a:ext uri="{FF2B5EF4-FFF2-40B4-BE49-F238E27FC236}">
                <a16:creationId xmlns:a16="http://schemas.microsoft.com/office/drawing/2014/main" id="{9CF9B2BF-E942-45B0-A120-1FDAD0F49894}"/>
              </a:ext>
            </a:extLst>
          </p:cNvPr>
          <p:cNvSpPr>
            <a:spLocks xmlns:a="http://schemas.openxmlformats.org/drawingml/2006/main" noGrp="1"/>
          </p:cNvSpPr>
          <p:nvPr/>
        </p:nvSpPr>
        <p:spPr>
          <a:xfrm xmlns:a="http://schemas.openxmlformats.org/drawingml/2006/main">
            <a:off x="77533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5" name="g1820">
            <a:extLst xmlns:a="http://schemas.openxmlformats.org/drawingml/2006/main">
              <a:ext uri="{FF2B5EF4-FFF2-40B4-BE49-F238E27FC236}">
                <a16:creationId xmlns:a16="http://schemas.microsoft.com/office/drawing/2014/main" id="{CB946329-E2FB-4BED-869E-F2E42D6A2F1A}"/>
              </a:ext>
            </a:extLst>
          </p:cNvPr>
          <p:cNvSpPr>
            <a:spLocks xmlns:a="http://schemas.openxmlformats.org/drawingml/2006/main" noGrp="1"/>
          </p:cNvSpPr>
          <p:nvPr/>
        </p:nvSpPr>
        <p:spPr>
          <a:xfrm xmlns:a="http://schemas.openxmlformats.org/drawingml/2006/main">
            <a:off x="78390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6" name="g1821">
            <a:extLst xmlns:a="http://schemas.openxmlformats.org/drawingml/2006/main">
              <a:ext uri="{FF2B5EF4-FFF2-40B4-BE49-F238E27FC236}">
                <a16:creationId xmlns:a16="http://schemas.microsoft.com/office/drawing/2014/main" id="{6C5B9FAE-BECD-492B-9A8F-16FA580C70C8}"/>
              </a:ext>
            </a:extLst>
          </p:cNvPr>
          <p:cNvSpPr>
            <a:spLocks xmlns:a="http://schemas.openxmlformats.org/drawingml/2006/main" noGrp="1"/>
          </p:cNvSpPr>
          <p:nvPr/>
        </p:nvSpPr>
        <p:spPr>
          <a:xfrm xmlns:a="http://schemas.openxmlformats.org/drawingml/2006/main">
            <a:off x="79248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7" name="g1822">
            <a:extLst xmlns:a="http://schemas.openxmlformats.org/drawingml/2006/main">
              <a:ext uri="{FF2B5EF4-FFF2-40B4-BE49-F238E27FC236}">
                <a16:creationId xmlns:a16="http://schemas.microsoft.com/office/drawing/2014/main" id="{5DE5FA1F-ECBC-4CD2-9BFD-8637927A5A68}"/>
              </a:ext>
            </a:extLst>
          </p:cNvPr>
          <p:cNvSpPr>
            <a:spLocks xmlns:a="http://schemas.openxmlformats.org/drawingml/2006/main" noGrp="1"/>
          </p:cNvSpPr>
          <p:nvPr/>
        </p:nvSpPr>
        <p:spPr>
          <a:xfrm xmlns:a="http://schemas.openxmlformats.org/drawingml/2006/main">
            <a:off x="80105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8" name="g1823">
            <a:extLst xmlns:a="http://schemas.openxmlformats.org/drawingml/2006/main">
              <a:ext uri="{FF2B5EF4-FFF2-40B4-BE49-F238E27FC236}">
                <a16:creationId xmlns:a16="http://schemas.microsoft.com/office/drawing/2014/main" id="{03D969FB-649D-4B5D-8DB9-3A1D69C1062D}"/>
              </a:ext>
            </a:extLst>
          </p:cNvPr>
          <p:cNvSpPr>
            <a:spLocks xmlns:a="http://schemas.openxmlformats.org/drawingml/2006/main" noGrp="1"/>
          </p:cNvSpPr>
          <p:nvPr/>
        </p:nvSpPr>
        <p:spPr>
          <a:xfrm xmlns:a="http://schemas.openxmlformats.org/drawingml/2006/main">
            <a:off x="80962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39" name="g1824">
            <a:extLst xmlns:a="http://schemas.openxmlformats.org/drawingml/2006/main">
              <a:ext uri="{FF2B5EF4-FFF2-40B4-BE49-F238E27FC236}">
                <a16:creationId xmlns:a16="http://schemas.microsoft.com/office/drawing/2014/main" id="{5B7A1D61-2727-420F-A31E-08FBDAE8D051}"/>
              </a:ext>
            </a:extLst>
          </p:cNvPr>
          <p:cNvSpPr>
            <a:spLocks xmlns:a="http://schemas.openxmlformats.org/drawingml/2006/main" noGrp="1"/>
          </p:cNvSpPr>
          <p:nvPr/>
        </p:nvSpPr>
        <p:spPr>
          <a:xfrm xmlns:a="http://schemas.openxmlformats.org/drawingml/2006/main">
            <a:off x="81819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0" name="g1825">
            <a:extLst xmlns:a="http://schemas.openxmlformats.org/drawingml/2006/main">
              <a:ext uri="{FF2B5EF4-FFF2-40B4-BE49-F238E27FC236}">
                <a16:creationId xmlns:a16="http://schemas.microsoft.com/office/drawing/2014/main" id="{8EEEE754-F7E5-4B91-9E9E-FDEC626D987C}"/>
              </a:ext>
            </a:extLst>
          </p:cNvPr>
          <p:cNvSpPr>
            <a:spLocks xmlns:a="http://schemas.openxmlformats.org/drawingml/2006/main" noGrp="1"/>
          </p:cNvSpPr>
          <p:nvPr/>
        </p:nvSpPr>
        <p:spPr>
          <a:xfrm xmlns:a="http://schemas.openxmlformats.org/drawingml/2006/main">
            <a:off x="82677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1" name="g1826">
            <a:extLst xmlns:a="http://schemas.openxmlformats.org/drawingml/2006/main">
              <a:ext uri="{FF2B5EF4-FFF2-40B4-BE49-F238E27FC236}">
                <a16:creationId xmlns:a16="http://schemas.microsoft.com/office/drawing/2014/main" id="{E08C0545-E1A0-4D7F-86CB-313DF3124C9B}"/>
              </a:ext>
            </a:extLst>
          </p:cNvPr>
          <p:cNvSpPr>
            <a:spLocks xmlns:a="http://schemas.openxmlformats.org/drawingml/2006/main" noGrp="1"/>
          </p:cNvSpPr>
          <p:nvPr/>
        </p:nvSpPr>
        <p:spPr>
          <a:xfrm xmlns:a="http://schemas.openxmlformats.org/drawingml/2006/main">
            <a:off x="83534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2" name="g1827">
            <a:extLst xmlns:a="http://schemas.openxmlformats.org/drawingml/2006/main">
              <a:ext uri="{FF2B5EF4-FFF2-40B4-BE49-F238E27FC236}">
                <a16:creationId xmlns:a16="http://schemas.microsoft.com/office/drawing/2014/main" id="{A6624B84-35B8-4703-B529-C7D2BC4BAB40}"/>
              </a:ext>
            </a:extLst>
          </p:cNvPr>
          <p:cNvSpPr>
            <a:spLocks xmlns:a="http://schemas.openxmlformats.org/drawingml/2006/main" noGrp="1"/>
          </p:cNvSpPr>
          <p:nvPr/>
        </p:nvSpPr>
        <p:spPr>
          <a:xfrm xmlns:a="http://schemas.openxmlformats.org/drawingml/2006/main">
            <a:off x="84391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3" name="g1828">
            <a:extLst xmlns:a="http://schemas.openxmlformats.org/drawingml/2006/main">
              <a:ext uri="{FF2B5EF4-FFF2-40B4-BE49-F238E27FC236}">
                <a16:creationId xmlns:a16="http://schemas.microsoft.com/office/drawing/2014/main" id="{029686C1-3189-484C-AC3B-596676337A5F}"/>
              </a:ext>
            </a:extLst>
          </p:cNvPr>
          <p:cNvSpPr>
            <a:spLocks xmlns:a="http://schemas.openxmlformats.org/drawingml/2006/main" noGrp="1"/>
          </p:cNvSpPr>
          <p:nvPr/>
        </p:nvSpPr>
        <p:spPr>
          <a:xfrm xmlns:a="http://schemas.openxmlformats.org/drawingml/2006/main">
            <a:off x="85248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4" name="g1829">
            <a:extLst xmlns:a="http://schemas.openxmlformats.org/drawingml/2006/main">
              <a:ext uri="{FF2B5EF4-FFF2-40B4-BE49-F238E27FC236}">
                <a16:creationId xmlns:a16="http://schemas.microsoft.com/office/drawing/2014/main" id="{CE3D5B1D-68F6-4F22-AE02-59949FD59208}"/>
              </a:ext>
            </a:extLst>
          </p:cNvPr>
          <p:cNvSpPr>
            <a:spLocks xmlns:a="http://schemas.openxmlformats.org/drawingml/2006/main" noGrp="1"/>
          </p:cNvSpPr>
          <p:nvPr/>
        </p:nvSpPr>
        <p:spPr>
          <a:xfrm xmlns:a="http://schemas.openxmlformats.org/drawingml/2006/main">
            <a:off x="86106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5" name="g1830">
            <a:extLst xmlns:a="http://schemas.openxmlformats.org/drawingml/2006/main">
              <a:ext uri="{FF2B5EF4-FFF2-40B4-BE49-F238E27FC236}">
                <a16:creationId xmlns:a16="http://schemas.microsoft.com/office/drawing/2014/main" id="{C62F0DC5-B3D5-4917-9AA2-BC5A0C34E3D3}"/>
              </a:ext>
            </a:extLst>
          </p:cNvPr>
          <p:cNvSpPr>
            <a:spLocks xmlns:a="http://schemas.openxmlformats.org/drawingml/2006/main" noGrp="1"/>
          </p:cNvSpPr>
          <p:nvPr/>
        </p:nvSpPr>
        <p:spPr>
          <a:xfrm xmlns:a="http://schemas.openxmlformats.org/drawingml/2006/main">
            <a:off x="86963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6" name="g1831">
            <a:extLst xmlns:a="http://schemas.openxmlformats.org/drawingml/2006/main">
              <a:ext uri="{FF2B5EF4-FFF2-40B4-BE49-F238E27FC236}">
                <a16:creationId xmlns:a16="http://schemas.microsoft.com/office/drawing/2014/main" id="{E92E8C30-0D4F-483F-9313-FB63ADE9B7B6}"/>
              </a:ext>
            </a:extLst>
          </p:cNvPr>
          <p:cNvSpPr>
            <a:spLocks xmlns:a="http://schemas.openxmlformats.org/drawingml/2006/main" noGrp="1"/>
          </p:cNvSpPr>
          <p:nvPr/>
        </p:nvSpPr>
        <p:spPr>
          <a:xfrm xmlns:a="http://schemas.openxmlformats.org/drawingml/2006/main">
            <a:off x="87820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7" name="g1832">
            <a:extLst xmlns:a="http://schemas.openxmlformats.org/drawingml/2006/main">
              <a:ext uri="{FF2B5EF4-FFF2-40B4-BE49-F238E27FC236}">
                <a16:creationId xmlns:a16="http://schemas.microsoft.com/office/drawing/2014/main" id="{4DE322B1-9CCA-4D30-B48D-F7716FAA79AE}"/>
              </a:ext>
            </a:extLst>
          </p:cNvPr>
          <p:cNvSpPr>
            <a:spLocks xmlns:a="http://schemas.openxmlformats.org/drawingml/2006/main" noGrp="1"/>
          </p:cNvSpPr>
          <p:nvPr/>
        </p:nvSpPr>
        <p:spPr>
          <a:xfrm xmlns:a="http://schemas.openxmlformats.org/drawingml/2006/main">
            <a:off x="88677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8" name="g1833">
            <a:extLst xmlns:a="http://schemas.openxmlformats.org/drawingml/2006/main">
              <a:ext uri="{FF2B5EF4-FFF2-40B4-BE49-F238E27FC236}">
                <a16:creationId xmlns:a16="http://schemas.microsoft.com/office/drawing/2014/main" id="{26B86EFF-F3A5-4E52-8F8D-DC0262AFB194}"/>
              </a:ext>
            </a:extLst>
          </p:cNvPr>
          <p:cNvSpPr>
            <a:spLocks xmlns:a="http://schemas.openxmlformats.org/drawingml/2006/main" noGrp="1"/>
          </p:cNvSpPr>
          <p:nvPr/>
        </p:nvSpPr>
        <p:spPr>
          <a:xfrm xmlns:a="http://schemas.openxmlformats.org/drawingml/2006/main">
            <a:off x="89535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49" name="g1834">
            <a:extLst xmlns:a="http://schemas.openxmlformats.org/drawingml/2006/main">
              <a:ext uri="{FF2B5EF4-FFF2-40B4-BE49-F238E27FC236}">
                <a16:creationId xmlns:a16="http://schemas.microsoft.com/office/drawing/2014/main" id="{295419AB-2DDF-4DC4-BE4D-4BA90402CFC4}"/>
              </a:ext>
            </a:extLst>
          </p:cNvPr>
          <p:cNvSpPr>
            <a:spLocks xmlns:a="http://schemas.openxmlformats.org/drawingml/2006/main" noGrp="1"/>
          </p:cNvSpPr>
          <p:nvPr/>
        </p:nvSpPr>
        <p:spPr>
          <a:xfrm xmlns:a="http://schemas.openxmlformats.org/drawingml/2006/main">
            <a:off x="90392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0" name="g1835">
            <a:extLst xmlns:a="http://schemas.openxmlformats.org/drawingml/2006/main">
              <a:ext uri="{FF2B5EF4-FFF2-40B4-BE49-F238E27FC236}">
                <a16:creationId xmlns:a16="http://schemas.microsoft.com/office/drawing/2014/main" id="{6B6778CE-DC7F-43E6-B595-53C2F6EBA38E}"/>
              </a:ext>
            </a:extLst>
          </p:cNvPr>
          <p:cNvSpPr>
            <a:spLocks xmlns:a="http://schemas.openxmlformats.org/drawingml/2006/main" noGrp="1"/>
          </p:cNvSpPr>
          <p:nvPr/>
        </p:nvSpPr>
        <p:spPr>
          <a:xfrm xmlns:a="http://schemas.openxmlformats.org/drawingml/2006/main">
            <a:off x="91249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1" name="g1836">
            <a:extLst xmlns:a="http://schemas.openxmlformats.org/drawingml/2006/main">
              <a:ext uri="{FF2B5EF4-FFF2-40B4-BE49-F238E27FC236}">
                <a16:creationId xmlns:a16="http://schemas.microsoft.com/office/drawing/2014/main" id="{D5E9154F-374E-47FA-A52B-C73CBA54F93C}"/>
              </a:ext>
            </a:extLst>
          </p:cNvPr>
          <p:cNvSpPr>
            <a:spLocks xmlns:a="http://schemas.openxmlformats.org/drawingml/2006/main" noGrp="1"/>
          </p:cNvSpPr>
          <p:nvPr/>
        </p:nvSpPr>
        <p:spPr>
          <a:xfrm xmlns:a="http://schemas.openxmlformats.org/drawingml/2006/main">
            <a:off x="92106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2" name="g1837">
            <a:extLst xmlns:a="http://schemas.openxmlformats.org/drawingml/2006/main">
              <a:ext uri="{FF2B5EF4-FFF2-40B4-BE49-F238E27FC236}">
                <a16:creationId xmlns:a16="http://schemas.microsoft.com/office/drawing/2014/main" id="{5CAA2D17-44F0-4065-A1F9-8F18C082870D}"/>
              </a:ext>
            </a:extLst>
          </p:cNvPr>
          <p:cNvSpPr>
            <a:spLocks xmlns:a="http://schemas.openxmlformats.org/drawingml/2006/main" noGrp="1"/>
          </p:cNvSpPr>
          <p:nvPr/>
        </p:nvSpPr>
        <p:spPr>
          <a:xfrm xmlns:a="http://schemas.openxmlformats.org/drawingml/2006/main">
            <a:off x="92964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3" name="g1838">
            <a:extLst xmlns:a="http://schemas.openxmlformats.org/drawingml/2006/main">
              <a:ext uri="{FF2B5EF4-FFF2-40B4-BE49-F238E27FC236}">
                <a16:creationId xmlns:a16="http://schemas.microsoft.com/office/drawing/2014/main" id="{06018438-DC79-4F6A-8039-BBA8D525A654}"/>
              </a:ext>
            </a:extLst>
          </p:cNvPr>
          <p:cNvSpPr>
            <a:spLocks xmlns:a="http://schemas.openxmlformats.org/drawingml/2006/main" noGrp="1"/>
          </p:cNvSpPr>
          <p:nvPr/>
        </p:nvSpPr>
        <p:spPr>
          <a:xfrm xmlns:a="http://schemas.openxmlformats.org/drawingml/2006/main">
            <a:off x="93821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4" name="g1839">
            <a:extLst xmlns:a="http://schemas.openxmlformats.org/drawingml/2006/main">
              <a:ext uri="{FF2B5EF4-FFF2-40B4-BE49-F238E27FC236}">
                <a16:creationId xmlns:a16="http://schemas.microsoft.com/office/drawing/2014/main" id="{32DA0D6B-F64B-4680-99FC-4F48C2B61377}"/>
              </a:ext>
            </a:extLst>
          </p:cNvPr>
          <p:cNvSpPr>
            <a:spLocks xmlns:a="http://schemas.openxmlformats.org/drawingml/2006/main" noGrp="1"/>
          </p:cNvSpPr>
          <p:nvPr/>
        </p:nvSpPr>
        <p:spPr>
          <a:xfrm xmlns:a="http://schemas.openxmlformats.org/drawingml/2006/main">
            <a:off x="94678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5" name="g1840">
            <a:extLst xmlns:a="http://schemas.openxmlformats.org/drawingml/2006/main">
              <a:ext uri="{FF2B5EF4-FFF2-40B4-BE49-F238E27FC236}">
                <a16:creationId xmlns:a16="http://schemas.microsoft.com/office/drawing/2014/main" id="{439B87E4-F9EE-4FC3-AB5A-0322627F2822}"/>
              </a:ext>
            </a:extLst>
          </p:cNvPr>
          <p:cNvSpPr>
            <a:spLocks xmlns:a="http://schemas.openxmlformats.org/drawingml/2006/main" noGrp="1"/>
          </p:cNvSpPr>
          <p:nvPr/>
        </p:nvSpPr>
        <p:spPr>
          <a:xfrm xmlns:a="http://schemas.openxmlformats.org/drawingml/2006/main">
            <a:off x="95535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6" name="g1841">
            <a:extLst xmlns:a="http://schemas.openxmlformats.org/drawingml/2006/main">
              <a:ext uri="{FF2B5EF4-FFF2-40B4-BE49-F238E27FC236}">
                <a16:creationId xmlns:a16="http://schemas.microsoft.com/office/drawing/2014/main" id="{1D64F708-06D4-42EE-8FE0-DE57E3BEEC29}"/>
              </a:ext>
            </a:extLst>
          </p:cNvPr>
          <p:cNvSpPr>
            <a:spLocks xmlns:a="http://schemas.openxmlformats.org/drawingml/2006/main" noGrp="1"/>
          </p:cNvSpPr>
          <p:nvPr/>
        </p:nvSpPr>
        <p:spPr>
          <a:xfrm xmlns:a="http://schemas.openxmlformats.org/drawingml/2006/main">
            <a:off x="96393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7" name="g1842">
            <a:extLst xmlns:a="http://schemas.openxmlformats.org/drawingml/2006/main">
              <a:ext uri="{FF2B5EF4-FFF2-40B4-BE49-F238E27FC236}">
                <a16:creationId xmlns:a16="http://schemas.microsoft.com/office/drawing/2014/main" id="{125EFEC0-4404-411B-ABC5-6AE0A3040141}"/>
              </a:ext>
            </a:extLst>
          </p:cNvPr>
          <p:cNvSpPr>
            <a:spLocks xmlns:a="http://schemas.openxmlformats.org/drawingml/2006/main" noGrp="1"/>
          </p:cNvSpPr>
          <p:nvPr/>
        </p:nvSpPr>
        <p:spPr>
          <a:xfrm xmlns:a="http://schemas.openxmlformats.org/drawingml/2006/main">
            <a:off x="97250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8" name="g1843">
            <a:extLst xmlns:a="http://schemas.openxmlformats.org/drawingml/2006/main">
              <a:ext uri="{FF2B5EF4-FFF2-40B4-BE49-F238E27FC236}">
                <a16:creationId xmlns:a16="http://schemas.microsoft.com/office/drawing/2014/main" id="{862B5DBE-4BAD-43B1-9574-C7E32E4BCA87}"/>
              </a:ext>
            </a:extLst>
          </p:cNvPr>
          <p:cNvSpPr>
            <a:spLocks xmlns:a="http://schemas.openxmlformats.org/drawingml/2006/main" noGrp="1"/>
          </p:cNvSpPr>
          <p:nvPr/>
        </p:nvSpPr>
        <p:spPr>
          <a:xfrm xmlns:a="http://schemas.openxmlformats.org/drawingml/2006/main">
            <a:off x="98107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59" name="g1844">
            <a:extLst xmlns:a="http://schemas.openxmlformats.org/drawingml/2006/main">
              <a:ext uri="{FF2B5EF4-FFF2-40B4-BE49-F238E27FC236}">
                <a16:creationId xmlns:a16="http://schemas.microsoft.com/office/drawing/2014/main" id="{37CE9F72-2542-4AD5-A694-A222037B676D}"/>
              </a:ext>
            </a:extLst>
          </p:cNvPr>
          <p:cNvSpPr>
            <a:spLocks xmlns:a="http://schemas.openxmlformats.org/drawingml/2006/main" noGrp="1"/>
          </p:cNvSpPr>
          <p:nvPr/>
        </p:nvSpPr>
        <p:spPr>
          <a:xfrm xmlns:a="http://schemas.openxmlformats.org/drawingml/2006/main">
            <a:off x="98964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0" name="g1845">
            <a:extLst xmlns:a="http://schemas.openxmlformats.org/drawingml/2006/main">
              <a:ext uri="{FF2B5EF4-FFF2-40B4-BE49-F238E27FC236}">
                <a16:creationId xmlns:a16="http://schemas.microsoft.com/office/drawing/2014/main" id="{1400E3C5-BD52-4C25-8ADE-ECE9AC9AAB94}"/>
              </a:ext>
            </a:extLst>
          </p:cNvPr>
          <p:cNvSpPr>
            <a:spLocks xmlns:a="http://schemas.openxmlformats.org/drawingml/2006/main" noGrp="1"/>
          </p:cNvSpPr>
          <p:nvPr/>
        </p:nvSpPr>
        <p:spPr>
          <a:xfrm xmlns:a="http://schemas.openxmlformats.org/drawingml/2006/main">
            <a:off x="99822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1" name="g1846">
            <a:extLst xmlns:a="http://schemas.openxmlformats.org/drawingml/2006/main">
              <a:ext uri="{FF2B5EF4-FFF2-40B4-BE49-F238E27FC236}">
                <a16:creationId xmlns:a16="http://schemas.microsoft.com/office/drawing/2014/main" id="{657FB4FA-7623-48F5-B408-6BB0A743C4AC}"/>
              </a:ext>
            </a:extLst>
          </p:cNvPr>
          <p:cNvSpPr>
            <a:spLocks xmlns:a="http://schemas.openxmlformats.org/drawingml/2006/main" noGrp="1"/>
          </p:cNvSpPr>
          <p:nvPr/>
        </p:nvSpPr>
        <p:spPr>
          <a:xfrm xmlns:a="http://schemas.openxmlformats.org/drawingml/2006/main">
            <a:off x="100679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2" name="g1847">
            <a:extLst xmlns:a="http://schemas.openxmlformats.org/drawingml/2006/main">
              <a:ext uri="{FF2B5EF4-FFF2-40B4-BE49-F238E27FC236}">
                <a16:creationId xmlns:a16="http://schemas.microsoft.com/office/drawing/2014/main" id="{044C5C62-3324-4B71-B100-1E105FA0E999}"/>
              </a:ext>
            </a:extLst>
          </p:cNvPr>
          <p:cNvSpPr>
            <a:spLocks xmlns:a="http://schemas.openxmlformats.org/drawingml/2006/main" noGrp="1"/>
          </p:cNvSpPr>
          <p:nvPr/>
        </p:nvSpPr>
        <p:spPr>
          <a:xfrm xmlns:a="http://schemas.openxmlformats.org/drawingml/2006/main">
            <a:off x="101536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3" name="g1848">
            <a:extLst xmlns:a="http://schemas.openxmlformats.org/drawingml/2006/main">
              <a:ext uri="{FF2B5EF4-FFF2-40B4-BE49-F238E27FC236}">
                <a16:creationId xmlns:a16="http://schemas.microsoft.com/office/drawing/2014/main" id="{453BDD5E-C4E2-40E5-9C1F-69028C79EB12}"/>
              </a:ext>
            </a:extLst>
          </p:cNvPr>
          <p:cNvSpPr>
            <a:spLocks xmlns:a="http://schemas.openxmlformats.org/drawingml/2006/main" noGrp="1"/>
          </p:cNvSpPr>
          <p:nvPr/>
        </p:nvSpPr>
        <p:spPr>
          <a:xfrm xmlns:a="http://schemas.openxmlformats.org/drawingml/2006/main">
            <a:off x="102393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4" name="g1849">
            <a:extLst xmlns:a="http://schemas.openxmlformats.org/drawingml/2006/main">
              <a:ext uri="{FF2B5EF4-FFF2-40B4-BE49-F238E27FC236}">
                <a16:creationId xmlns:a16="http://schemas.microsoft.com/office/drawing/2014/main" id="{53781937-7C30-4582-948D-F452333697E3}"/>
              </a:ext>
            </a:extLst>
          </p:cNvPr>
          <p:cNvSpPr>
            <a:spLocks xmlns:a="http://schemas.openxmlformats.org/drawingml/2006/main" noGrp="1"/>
          </p:cNvSpPr>
          <p:nvPr/>
        </p:nvSpPr>
        <p:spPr>
          <a:xfrm xmlns:a="http://schemas.openxmlformats.org/drawingml/2006/main">
            <a:off x="103251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5" name="g1850">
            <a:extLst xmlns:a="http://schemas.openxmlformats.org/drawingml/2006/main">
              <a:ext uri="{FF2B5EF4-FFF2-40B4-BE49-F238E27FC236}">
                <a16:creationId xmlns:a16="http://schemas.microsoft.com/office/drawing/2014/main" id="{0DBE448B-810A-48F3-9759-1D848FD89181}"/>
              </a:ext>
            </a:extLst>
          </p:cNvPr>
          <p:cNvSpPr>
            <a:spLocks xmlns:a="http://schemas.openxmlformats.org/drawingml/2006/main" noGrp="1"/>
          </p:cNvSpPr>
          <p:nvPr/>
        </p:nvSpPr>
        <p:spPr>
          <a:xfrm xmlns:a="http://schemas.openxmlformats.org/drawingml/2006/main">
            <a:off x="104108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6" name="g1851">
            <a:extLst xmlns:a="http://schemas.openxmlformats.org/drawingml/2006/main">
              <a:ext uri="{FF2B5EF4-FFF2-40B4-BE49-F238E27FC236}">
                <a16:creationId xmlns:a16="http://schemas.microsoft.com/office/drawing/2014/main" id="{5EE9A98B-7302-4C3B-BFA6-2A0650CB807F}"/>
              </a:ext>
            </a:extLst>
          </p:cNvPr>
          <p:cNvSpPr>
            <a:spLocks xmlns:a="http://schemas.openxmlformats.org/drawingml/2006/main" noGrp="1"/>
          </p:cNvSpPr>
          <p:nvPr/>
        </p:nvSpPr>
        <p:spPr>
          <a:xfrm xmlns:a="http://schemas.openxmlformats.org/drawingml/2006/main">
            <a:off x="104965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7" name="g1852">
            <a:extLst xmlns:a="http://schemas.openxmlformats.org/drawingml/2006/main">
              <a:ext uri="{FF2B5EF4-FFF2-40B4-BE49-F238E27FC236}">
                <a16:creationId xmlns:a16="http://schemas.microsoft.com/office/drawing/2014/main" id="{D979646F-A1C8-4FBA-A928-C08EFA386CAA}"/>
              </a:ext>
            </a:extLst>
          </p:cNvPr>
          <p:cNvSpPr>
            <a:spLocks xmlns:a="http://schemas.openxmlformats.org/drawingml/2006/main" noGrp="1"/>
          </p:cNvSpPr>
          <p:nvPr/>
        </p:nvSpPr>
        <p:spPr>
          <a:xfrm xmlns:a="http://schemas.openxmlformats.org/drawingml/2006/main">
            <a:off x="105822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8" name="g1853">
            <a:extLst xmlns:a="http://schemas.openxmlformats.org/drawingml/2006/main">
              <a:ext uri="{FF2B5EF4-FFF2-40B4-BE49-F238E27FC236}">
                <a16:creationId xmlns:a16="http://schemas.microsoft.com/office/drawing/2014/main" id="{0A4D3F5F-2D85-49AE-A739-E8E0195F4487}"/>
              </a:ext>
            </a:extLst>
          </p:cNvPr>
          <p:cNvSpPr>
            <a:spLocks xmlns:a="http://schemas.openxmlformats.org/drawingml/2006/main" noGrp="1"/>
          </p:cNvSpPr>
          <p:nvPr/>
        </p:nvSpPr>
        <p:spPr>
          <a:xfrm xmlns:a="http://schemas.openxmlformats.org/drawingml/2006/main">
            <a:off x="106680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69" name="g1854">
            <a:extLst xmlns:a="http://schemas.openxmlformats.org/drawingml/2006/main">
              <a:ext uri="{FF2B5EF4-FFF2-40B4-BE49-F238E27FC236}">
                <a16:creationId xmlns:a16="http://schemas.microsoft.com/office/drawing/2014/main" id="{3ACEF739-44F1-4B28-BFE3-8BAB9642A547}"/>
              </a:ext>
            </a:extLst>
          </p:cNvPr>
          <p:cNvSpPr>
            <a:spLocks xmlns:a="http://schemas.openxmlformats.org/drawingml/2006/main" noGrp="1"/>
          </p:cNvSpPr>
          <p:nvPr/>
        </p:nvSpPr>
        <p:spPr>
          <a:xfrm xmlns:a="http://schemas.openxmlformats.org/drawingml/2006/main">
            <a:off x="107537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0" name="g1855">
            <a:extLst xmlns:a="http://schemas.openxmlformats.org/drawingml/2006/main">
              <a:ext uri="{FF2B5EF4-FFF2-40B4-BE49-F238E27FC236}">
                <a16:creationId xmlns:a16="http://schemas.microsoft.com/office/drawing/2014/main" id="{2F82F084-0A73-4422-8CAE-C42E4D9932B5}"/>
              </a:ext>
            </a:extLst>
          </p:cNvPr>
          <p:cNvSpPr>
            <a:spLocks xmlns:a="http://schemas.openxmlformats.org/drawingml/2006/main" noGrp="1"/>
          </p:cNvSpPr>
          <p:nvPr/>
        </p:nvSpPr>
        <p:spPr>
          <a:xfrm xmlns:a="http://schemas.openxmlformats.org/drawingml/2006/main">
            <a:off x="108394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1" name="g1856">
            <a:extLst xmlns:a="http://schemas.openxmlformats.org/drawingml/2006/main">
              <a:ext uri="{FF2B5EF4-FFF2-40B4-BE49-F238E27FC236}">
                <a16:creationId xmlns:a16="http://schemas.microsoft.com/office/drawing/2014/main" id="{0965FA22-461D-4AEC-A0B5-A263D57516ED}"/>
              </a:ext>
            </a:extLst>
          </p:cNvPr>
          <p:cNvSpPr>
            <a:spLocks xmlns:a="http://schemas.openxmlformats.org/drawingml/2006/main" noGrp="1"/>
          </p:cNvSpPr>
          <p:nvPr/>
        </p:nvSpPr>
        <p:spPr>
          <a:xfrm xmlns:a="http://schemas.openxmlformats.org/drawingml/2006/main">
            <a:off x="109251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2" name="g1857">
            <a:extLst xmlns:a="http://schemas.openxmlformats.org/drawingml/2006/main">
              <a:ext uri="{FF2B5EF4-FFF2-40B4-BE49-F238E27FC236}">
                <a16:creationId xmlns:a16="http://schemas.microsoft.com/office/drawing/2014/main" id="{45860F43-7140-4F30-AB26-A976336F05CA}"/>
              </a:ext>
            </a:extLst>
          </p:cNvPr>
          <p:cNvSpPr>
            <a:spLocks xmlns:a="http://schemas.openxmlformats.org/drawingml/2006/main" noGrp="1"/>
          </p:cNvSpPr>
          <p:nvPr/>
        </p:nvSpPr>
        <p:spPr>
          <a:xfrm xmlns:a="http://schemas.openxmlformats.org/drawingml/2006/main">
            <a:off x="110109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3" name="g1858">
            <a:extLst xmlns:a="http://schemas.openxmlformats.org/drawingml/2006/main">
              <a:ext uri="{FF2B5EF4-FFF2-40B4-BE49-F238E27FC236}">
                <a16:creationId xmlns:a16="http://schemas.microsoft.com/office/drawing/2014/main" id="{6BB3BC03-DB5A-406C-9DA4-CE92E82B09DC}"/>
              </a:ext>
            </a:extLst>
          </p:cNvPr>
          <p:cNvSpPr>
            <a:spLocks xmlns:a="http://schemas.openxmlformats.org/drawingml/2006/main" noGrp="1"/>
          </p:cNvSpPr>
          <p:nvPr/>
        </p:nvSpPr>
        <p:spPr>
          <a:xfrm xmlns:a="http://schemas.openxmlformats.org/drawingml/2006/main">
            <a:off x="110966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4" name="g1859">
            <a:extLst xmlns:a="http://schemas.openxmlformats.org/drawingml/2006/main">
              <a:ext uri="{FF2B5EF4-FFF2-40B4-BE49-F238E27FC236}">
                <a16:creationId xmlns:a16="http://schemas.microsoft.com/office/drawing/2014/main" id="{53B1D5FA-2C8A-4117-BC75-D3323874BA94}"/>
              </a:ext>
            </a:extLst>
          </p:cNvPr>
          <p:cNvSpPr>
            <a:spLocks xmlns:a="http://schemas.openxmlformats.org/drawingml/2006/main" noGrp="1"/>
          </p:cNvSpPr>
          <p:nvPr/>
        </p:nvSpPr>
        <p:spPr>
          <a:xfrm xmlns:a="http://schemas.openxmlformats.org/drawingml/2006/main">
            <a:off x="111823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5" name="g1860">
            <a:extLst xmlns:a="http://schemas.openxmlformats.org/drawingml/2006/main">
              <a:ext uri="{FF2B5EF4-FFF2-40B4-BE49-F238E27FC236}">
                <a16:creationId xmlns:a16="http://schemas.microsoft.com/office/drawing/2014/main" id="{C7C422C0-11AC-4F85-82ED-6A322E94CA1B}"/>
              </a:ext>
            </a:extLst>
          </p:cNvPr>
          <p:cNvSpPr>
            <a:spLocks xmlns:a="http://schemas.openxmlformats.org/drawingml/2006/main" noGrp="1"/>
          </p:cNvSpPr>
          <p:nvPr/>
        </p:nvSpPr>
        <p:spPr>
          <a:xfrm xmlns:a="http://schemas.openxmlformats.org/drawingml/2006/main">
            <a:off x="1126807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6" name="g1861">
            <a:extLst xmlns:a="http://schemas.openxmlformats.org/drawingml/2006/main">
              <a:ext uri="{FF2B5EF4-FFF2-40B4-BE49-F238E27FC236}">
                <a16:creationId xmlns:a16="http://schemas.microsoft.com/office/drawing/2014/main" id="{CADF9B5C-9A39-4EB1-9436-09C0C9833865}"/>
              </a:ext>
            </a:extLst>
          </p:cNvPr>
          <p:cNvSpPr>
            <a:spLocks xmlns:a="http://schemas.openxmlformats.org/drawingml/2006/main" noGrp="1"/>
          </p:cNvSpPr>
          <p:nvPr/>
        </p:nvSpPr>
        <p:spPr>
          <a:xfrm xmlns:a="http://schemas.openxmlformats.org/drawingml/2006/main">
            <a:off x="1135380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7" name="g1862">
            <a:extLst xmlns:a="http://schemas.openxmlformats.org/drawingml/2006/main">
              <a:ext uri="{FF2B5EF4-FFF2-40B4-BE49-F238E27FC236}">
                <a16:creationId xmlns:a16="http://schemas.microsoft.com/office/drawing/2014/main" id="{DA54AECC-CCE7-4153-9983-B0B4B13752EC}"/>
              </a:ext>
            </a:extLst>
          </p:cNvPr>
          <p:cNvSpPr>
            <a:spLocks xmlns:a="http://schemas.openxmlformats.org/drawingml/2006/main" noGrp="1"/>
          </p:cNvSpPr>
          <p:nvPr/>
        </p:nvSpPr>
        <p:spPr>
          <a:xfrm xmlns:a="http://schemas.openxmlformats.org/drawingml/2006/main">
            <a:off x="11439525"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8" name="g1863">
            <a:extLst xmlns:a="http://schemas.openxmlformats.org/drawingml/2006/main">
              <a:ext uri="{FF2B5EF4-FFF2-40B4-BE49-F238E27FC236}">
                <a16:creationId xmlns:a16="http://schemas.microsoft.com/office/drawing/2014/main" id="{E6E5100B-5110-4A1C-8BC2-EF43315F7592}"/>
              </a:ext>
            </a:extLst>
          </p:cNvPr>
          <p:cNvSpPr>
            <a:spLocks xmlns:a="http://schemas.openxmlformats.org/drawingml/2006/main" noGrp="1"/>
          </p:cNvSpPr>
          <p:nvPr/>
        </p:nvSpPr>
        <p:spPr>
          <a:xfrm xmlns:a="http://schemas.openxmlformats.org/drawingml/2006/main">
            <a:off x="11525250" y="5781675"/>
            <a:ext cx="47625" cy="953"/>
          </a:xfrm>
          <a:custGeom xmlns:a="http://schemas.openxmlformats.org/drawingml/2006/main">
            <a:pathLst>
              <a:path w="47625" h="953">
                <a:moveTo>
                  <a:pt x="0" y="0"/>
                </a:moveTo>
                <a:lnTo>
                  <a:pt x="47625" y="0"/>
                </a:lnTo>
              </a:path>
            </a:pathLst>
          </a:custGeom>
          <a:noFill xmlns:a="http://schemas.openxmlformats.org/drawingml/2006/main"/>
          <a:ln xmlns:a="http://schemas.openxmlformats.org/drawingml/2006/main" w="6191">
            <a:solidFill>
              <a:srgbClr val="8DAAFE"/>
            </a:solidFill>
          </a:ln>
        </p:spPr>
      </p:sp>
      <p:sp>
        <p:nvSpPr>
          <p:cNvPr id="1479" name="g1864">
            <a:extLst xmlns:a="http://schemas.openxmlformats.org/drawingml/2006/main">
              <a:ext uri="{FF2B5EF4-FFF2-40B4-BE49-F238E27FC236}">
                <a16:creationId xmlns:a16="http://schemas.microsoft.com/office/drawing/2014/main" id="{28A1B67A-A4C9-462F-B7EF-BA39A013A6F8}"/>
              </a:ext>
            </a:extLst>
          </p:cNvPr>
          <p:cNvSpPr>
            <a:spLocks xmlns:a="http://schemas.openxmlformats.org/drawingml/2006/main" noGrp="1"/>
          </p:cNvSpPr>
          <p:nvPr/>
        </p:nvSpPr>
        <p:spPr>
          <a:xfrm xmlns:a="http://schemas.openxmlformats.org/drawingml/2006/main">
            <a:off x="11610975" y="5781675"/>
            <a:ext cx="9525" cy="953"/>
          </a:xfrm>
          <a:custGeom xmlns:a="http://schemas.openxmlformats.org/drawingml/2006/main">
            <a:pathLst>
              <a:path w="9525" h="953">
                <a:moveTo>
                  <a:pt x="0" y="0"/>
                </a:moveTo>
                <a:lnTo>
                  <a:pt x="9525" y="0"/>
                </a:lnTo>
              </a:path>
            </a:pathLst>
          </a:custGeom>
          <a:noFill xmlns:a="http://schemas.openxmlformats.org/drawingml/2006/main"/>
          <a:ln xmlns:a="http://schemas.openxmlformats.org/drawingml/2006/main" w="6191">
            <a:solidFill>
              <a:srgbClr val="8DAAFE"/>
            </a:solidFill>
          </a:ln>
        </p:spPr>
      </p:sp>
      <p:sp>
        <p:nvSpPr>
          <p:cNvPr id="1480" name="g1865">
            <a:extLst xmlns:a="http://schemas.openxmlformats.org/drawingml/2006/main">
              <a:ext uri="{FF2B5EF4-FFF2-40B4-BE49-F238E27FC236}">
                <a16:creationId xmlns:a16="http://schemas.microsoft.com/office/drawing/2014/main" id="{BCE90B81-15BF-45FB-A329-4B27413E48B5}"/>
              </a:ext>
            </a:extLst>
          </p:cNvPr>
          <p:cNvSpPr>
            <a:spLocks xmlns:a="http://schemas.openxmlformats.org/drawingml/2006/main" noGrp="1"/>
          </p:cNvSpPr>
          <p:nvPr/>
        </p:nvSpPr>
        <p:spPr>
          <a:xfrm xmlns:a="http://schemas.openxmlformats.org/drawingml/2006/main">
            <a:off x="11620500" y="5781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81" name="g1866">
            <a:extLst xmlns:a="http://schemas.openxmlformats.org/drawingml/2006/main">
              <a:ext uri="{FF2B5EF4-FFF2-40B4-BE49-F238E27FC236}">
                <a16:creationId xmlns:a16="http://schemas.microsoft.com/office/drawing/2014/main" id="{D5EE4AB1-1930-4BD6-8299-35AF99641B3C}"/>
              </a:ext>
            </a:extLst>
          </p:cNvPr>
          <p:cNvSpPr>
            <a:spLocks xmlns:a="http://schemas.openxmlformats.org/drawingml/2006/main" noGrp="1"/>
          </p:cNvSpPr>
          <p:nvPr/>
        </p:nvSpPr>
        <p:spPr>
          <a:xfrm xmlns:a="http://schemas.openxmlformats.org/drawingml/2006/main">
            <a:off x="11620500" y="5867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82" name="g1867">
            <a:extLst xmlns:a="http://schemas.openxmlformats.org/drawingml/2006/main">
              <a:ext uri="{FF2B5EF4-FFF2-40B4-BE49-F238E27FC236}">
                <a16:creationId xmlns:a16="http://schemas.microsoft.com/office/drawing/2014/main" id="{C03247C3-7DB2-41F0-B974-6EC8C5944999}"/>
              </a:ext>
            </a:extLst>
          </p:cNvPr>
          <p:cNvSpPr>
            <a:spLocks xmlns:a="http://schemas.openxmlformats.org/drawingml/2006/main" noGrp="1"/>
          </p:cNvSpPr>
          <p:nvPr/>
        </p:nvSpPr>
        <p:spPr>
          <a:xfrm xmlns:a="http://schemas.openxmlformats.org/drawingml/2006/main">
            <a:off x="11620500" y="5953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83" name="g1868">
            <a:extLst xmlns:a="http://schemas.openxmlformats.org/drawingml/2006/main">
              <a:ext uri="{FF2B5EF4-FFF2-40B4-BE49-F238E27FC236}">
                <a16:creationId xmlns:a16="http://schemas.microsoft.com/office/drawing/2014/main" id="{0E938588-C529-4A37-9C17-DDDAFC2E90DB}"/>
              </a:ext>
            </a:extLst>
          </p:cNvPr>
          <p:cNvSpPr>
            <a:spLocks xmlns:a="http://schemas.openxmlformats.org/drawingml/2006/main" noGrp="1"/>
          </p:cNvSpPr>
          <p:nvPr/>
        </p:nvSpPr>
        <p:spPr>
          <a:xfrm xmlns:a="http://schemas.openxmlformats.org/drawingml/2006/main">
            <a:off x="11620500" y="6038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84" name="g1869">
            <a:extLst xmlns:a="http://schemas.openxmlformats.org/drawingml/2006/main">
              <a:ext uri="{FF2B5EF4-FFF2-40B4-BE49-F238E27FC236}">
                <a16:creationId xmlns:a16="http://schemas.microsoft.com/office/drawing/2014/main" id="{FE3C1585-036C-480D-87E4-6DA173118AB9}"/>
              </a:ext>
            </a:extLst>
          </p:cNvPr>
          <p:cNvSpPr>
            <a:spLocks xmlns:a="http://schemas.openxmlformats.org/drawingml/2006/main" noGrp="1"/>
          </p:cNvSpPr>
          <p:nvPr/>
        </p:nvSpPr>
        <p:spPr>
          <a:xfrm xmlns:a="http://schemas.openxmlformats.org/drawingml/2006/main">
            <a:off x="11620500" y="6124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6191">
            <a:solidFill>
              <a:srgbClr val="8DAAFE"/>
            </a:solidFill>
          </a:ln>
        </p:spPr>
      </p:sp>
      <p:sp>
        <p:nvSpPr>
          <p:cNvPr id="1485" name="g1870">
            <a:extLst xmlns:a="http://schemas.openxmlformats.org/drawingml/2006/main">
              <a:ext uri="{FF2B5EF4-FFF2-40B4-BE49-F238E27FC236}">
                <a16:creationId xmlns:a16="http://schemas.microsoft.com/office/drawing/2014/main" id="{27821569-9024-466A-8494-B0FD69D636DA}"/>
              </a:ext>
            </a:extLst>
          </p:cNvPr>
          <p:cNvSpPr>
            <a:spLocks xmlns:a="http://schemas.openxmlformats.org/drawingml/2006/main" noGrp="1"/>
          </p:cNvSpPr>
          <p:nvPr/>
        </p:nvSpPr>
        <p:spPr>
          <a:xfrm xmlns:a="http://schemas.openxmlformats.org/drawingml/2006/main">
            <a:off x="11620500" y="6210300"/>
            <a:ext cx="953" cy="9525"/>
          </a:xfrm>
          <a:custGeom xmlns:a="http://schemas.openxmlformats.org/drawingml/2006/main">
            <a:pathLst>
              <a:path w="953" h="9525">
                <a:moveTo>
                  <a:pt x="0" y="0"/>
                </a:moveTo>
                <a:lnTo>
                  <a:pt x="0" y="9525"/>
                </a:lnTo>
              </a:path>
            </a:pathLst>
          </a:custGeom>
          <a:noFill xmlns:a="http://schemas.openxmlformats.org/drawingml/2006/main"/>
          <a:ln xmlns:a="http://schemas.openxmlformats.org/drawingml/2006/main" w="6191">
            <a:solidFill>
              <a:srgbClr val="8DAAFE"/>
            </a:solidFill>
          </a:ln>
        </p:spPr>
      </p:sp>
      <p:sp>
        <p:nvSpPr>
          <p:cNvPr id="1486" name="g1871">
            <a:extLst xmlns:a="http://schemas.openxmlformats.org/drawingml/2006/main">
              <a:ext uri="{FF2B5EF4-FFF2-40B4-BE49-F238E27FC236}">
                <a16:creationId xmlns:a16="http://schemas.microsoft.com/office/drawing/2014/main" id="{40996EEB-9BC7-4D2F-871C-55B50CB996B9}"/>
              </a:ext>
            </a:extLst>
          </p:cNvPr>
          <p:cNvSpPr>
            <a:spLocks xmlns:a="http://schemas.openxmlformats.org/drawingml/2006/main" noGrp="1"/>
          </p:cNvSpPr>
          <p:nvPr/>
        </p:nvSpPr>
        <p:spPr>
          <a:xfrm xmlns:a="http://schemas.openxmlformats.org/drawingml/2006/main">
            <a:off x="115728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87" name="g1872">
            <a:extLst xmlns:a="http://schemas.openxmlformats.org/drawingml/2006/main">
              <a:ext uri="{FF2B5EF4-FFF2-40B4-BE49-F238E27FC236}">
                <a16:creationId xmlns:a16="http://schemas.microsoft.com/office/drawing/2014/main" id="{FD5AD04E-DEB3-4A0A-9102-9B8AE4037FB2}"/>
              </a:ext>
            </a:extLst>
          </p:cNvPr>
          <p:cNvSpPr>
            <a:spLocks xmlns:a="http://schemas.openxmlformats.org/drawingml/2006/main" noGrp="1"/>
          </p:cNvSpPr>
          <p:nvPr/>
        </p:nvSpPr>
        <p:spPr>
          <a:xfrm xmlns:a="http://schemas.openxmlformats.org/drawingml/2006/main">
            <a:off x="114871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88" name="g1873">
            <a:extLst xmlns:a="http://schemas.openxmlformats.org/drawingml/2006/main">
              <a:ext uri="{FF2B5EF4-FFF2-40B4-BE49-F238E27FC236}">
                <a16:creationId xmlns:a16="http://schemas.microsoft.com/office/drawing/2014/main" id="{3F786630-D848-4939-949D-B9531F2CE9DD}"/>
              </a:ext>
            </a:extLst>
          </p:cNvPr>
          <p:cNvSpPr>
            <a:spLocks xmlns:a="http://schemas.openxmlformats.org/drawingml/2006/main" noGrp="1"/>
          </p:cNvSpPr>
          <p:nvPr/>
        </p:nvSpPr>
        <p:spPr>
          <a:xfrm xmlns:a="http://schemas.openxmlformats.org/drawingml/2006/main">
            <a:off x="114014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89" name="g1874">
            <a:extLst xmlns:a="http://schemas.openxmlformats.org/drawingml/2006/main">
              <a:ext uri="{FF2B5EF4-FFF2-40B4-BE49-F238E27FC236}">
                <a16:creationId xmlns:a16="http://schemas.microsoft.com/office/drawing/2014/main" id="{2D1514CA-4F48-454A-9A4C-9C7CE30BF1EE}"/>
              </a:ext>
            </a:extLst>
          </p:cNvPr>
          <p:cNvSpPr>
            <a:spLocks xmlns:a="http://schemas.openxmlformats.org/drawingml/2006/main" noGrp="1"/>
          </p:cNvSpPr>
          <p:nvPr/>
        </p:nvSpPr>
        <p:spPr>
          <a:xfrm xmlns:a="http://schemas.openxmlformats.org/drawingml/2006/main">
            <a:off x="113157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0" name="g1875">
            <a:extLst xmlns:a="http://schemas.openxmlformats.org/drawingml/2006/main">
              <a:ext uri="{FF2B5EF4-FFF2-40B4-BE49-F238E27FC236}">
                <a16:creationId xmlns:a16="http://schemas.microsoft.com/office/drawing/2014/main" id="{5054FD33-9D4F-4C0A-B5F6-65C2D21BB10E}"/>
              </a:ext>
            </a:extLst>
          </p:cNvPr>
          <p:cNvSpPr>
            <a:spLocks xmlns:a="http://schemas.openxmlformats.org/drawingml/2006/main" noGrp="1"/>
          </p:cNvSpPr>
          <p:nvPr/>
        </p:nvSpPr>
        <p:spPr>
          <a:xfrm xmlns:a="http://schemas.openxmlformats.org/drawingml/2006/main">
            <a:off x="112299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1" name="g1876">
            <a:extLst xmlns:a="http://schemas.openxmlformats.org/drawingml/2006/main">
              <a:ext uri="{FF2B5EF4-FFF2-40B4-BE49-F238E27FC236}">
                <a16:creationId xmlns:a16="http://schemas.microsoft.com/office/drawing/2014/main" id="{CD569A81-5174-4725-93AB-313AB91D723D}"/>
              </a:ext>
            </a:extLst>
          </p:cNvPr>
          <p:cNvSpPr>
            <a:spLocks xmlns:a="http://schemas.openxmlformats.org/drawingml/2006/main" noGrp="1"/>
          </p:cNvSpPr>
          <p:nvPr/>
        </p:nvSpPr>
        <p:spPr>
          <a:xfrm xmlns:a="http://schemas.openxmlformats.org/drawingml/2006/main">
            <a:off x="111442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2" name="g1877">
            <a:extLst xmlns:a="http://schemas.openxmlformats.org/drawingml/2006/main">
              <a:ext uri="{FF2B5EF4-FFF2-40B4-BE49-F238E27FC236}">
                <a16:creationId xmlns:a16="http://schemas.microsoft.com/office/drawing/2014/main" id="{D2C383BF-930B-4FAE-98F4-1D6370280C33}"/>
              </a:ext>
            </a:extLst>
          </p:cNvPr>
          <p:cNvSpPr>
            <a:spLocks xmlns:a="http://schemas.openxmlformats.org/drawingml/2006/main" noGrp="1"/>
          </p:cNvSpPr>
          <p:nvPr/>
        </p:nvSpPr>
        <p:spPr>
          <a:xfrm xmlns:a="http://schemas.openxmlformats.org/drawingml/2006/main">
            <a:off x="110585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3" name="g1878">
            <a:extLst xmlns:a="http://schemas.openxmlformats.org/drawingml/2006/main">
              <a:ext uri="{FF2B5EF4-FFF2-40B4-BE49-F238E27FC236}">
                <a16:creationId xmlns:a16="http://schemas.microsoft.com/office/drawing/2014/main" id="{1B9BB95F-F68B-45CC-92DA-3BA75C3419A5}"/>
              </a:ext>
            </a:extLst>
          </p:cNvPr>
          <p:cNvSpPr>
            <a:spLocks xmlns:a="http://schemas.openxmlformats.org/drawingml/2006/main" noGrp="1"/>
          </p:cNvSpPr>
          <p:nvPr/>
        </p:nvSpPr>
        <p:spPr>
          <a:xfrm xmlns:a="http://schemas.openxmlformats.org/drawingml/2006/main">
            <a:off x="109728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4" name="g1879">
            <a:extLst xmlns:a="http://schemas.openxmlformats.org/drawingml/2006/main">
              <a:ext uri="{FF2B5EF4-FFF2-40B4-BE49-F238E27FC236}">
                <a16:creationId xmlns:a16="http://schemas.microsoft.com/office/drawing/2014/main" id="{E1F02648-17AA-4FB8-A6BF-6020D79DF82A}"/>
              </a:ext>
            </a:extLst>
          </p:cNvPr>
          <p:cNvSpPr>
            <a:spLocks xmlns:a="http://schemas.openxmlformats.org/drawingml/2006/main" noGrp="1"/>
          </p:cNvSpPr>
          <p:nvPr/>
        </p:nvSpPr>
        <p:spPr>
          <a:xfrm xmlns:a="http://schemas.openxmlformats.org/drawingml/2006/main">
            <a:off x="108870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5" name="g1880">
            <a:extLst xmlns:a="http://schemas.openxmlformats.org/drawingml/2006/main">
              <a:ext uri="{FF2B5EF4-FFF2-40B4-BE49-F238E27FC236}">
                <a16:creationId xmlns:a16="http://schemas.microsoft.com/office/drawing/2014/main" id="{2DAD02C5-52C8-4E66-B3E4-A449E41C9F0F}"/>
              </a:ext>
            </a:extLst>
          </p:cNvPr>
          <p:cNvSpPr>
            <a:spLocks xmlns:a="http://schemas.openxmlformats.org/drawingml/2006/main" noGrp="1"/>
          </p:cNvSpPr>
          <p:nvPr/>
        </p:nvSpPr>
        <p:spPr>
          <a:xfrm xmlns:a="http://schemas.openxmlformats.org/drawingml/2006/main">
            <a:off x="108013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6" name="g1881">
            <a:extLst xmlns:a="http://schemas.openxmlformats.org/drawingml/2006/main">
              <a:ext uri="{FF2B5EF4-FFF2-40B4-BE49-F238E27FC236}">
                <a16:creationId xmlns:a16="http://schemas.microsoft.com/office/drawing/2014/main" id="{0AEEC020-7B63-4D46-AC18-0B5FAF2F884D}"/>
              </a:ext>
            </a:extLst>
          </p:cNvPr>
          <p:cNvSpPr>
            <a:spLocks xmlns:a="http://schemas.openxmlformats.org/drawingml/2006/main" noGrp="1"/>
          </p:cNvSpPr>
          <p:nvPr/>
        </p:nvSpPr>
        <p:spPr>
          <a:xfrm xmlns:a="http://schemas.openxmlformats.org/drawingml/2006/main">
            <a:off x="107156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7" name="g1882">
            <a:extLst xmlns:a="http://schemas.openxmlformats.org/drawingml/2006/main">
              <a:ext uri="{FF2B5EF4-FFF2-40B4-BE49-F238E27FC236}">
                <a16:creationId xmlns:a16="http://schemas.microsoft.com/office/drawing/2014/main" id="{2445BA12-209D-49E9-8928-E38BDB75A35C}"/>
              </a:ext>
            </a:extLst>
          </p:cNvPr>
          <p:cNvSpPr>
            <a:spLocks xmlns:a="http://schemas.openxmlformats.org/drawingml/2006/main" noGrp="1"/>
          </p:cNvSpPr>
          <p:nvPr/>
        </p:nvSpPr>
        <p:spPr>
          <a:xfrm xmlns:a="http://schemas.openxmlformats.org/drawingml/2006/main">
            <a:off x="106299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8" name="g1883">
            <a:extLst xmlns:a="http://schemas.openxmlformats.org/drawingml/2006/main">
              <a:ext uri="{FF2B5EF4-FFF2-40B4-BE49-F238E27FC236}">
                <a16:creationId xmlns:a16="http://schemas.microsoft.com/office/drawing/2014/main" id="{F9B01988-04FC-484D-81AA-F4F7D981F1B8}"/>
              </a:ext>
            </a:extLst>
          </p:cNvPr>
          <p:cNvSpPr>
            <a:spLocks xmlns:a="http://schemas.openxmlformats.org/drawingml/2006/main" noGrp="1"/>
          </p:cNvSpPr>
          <p:nvPr/>
        </p:nvSpPr>
        <p:spPr>
          <a:xfrm xmlns:a="http://schemas.openxmlformats.org/drawingml/2006/main">
            <a:off x="105441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499" name="g1884">
            <a:extLst xmlns:a="http://schemas.openxmlformats.org/drawingml/2006/main">
              <a:ext uri="{FF2B5EF4-FFF2-40B4-BE49-F238E27FC236}">
                <a16:creationId xmlns:a16="http://schemas.microsoft.com/office/drawing/2014/main" id="{8E0895F5-0060-46A2-A54F-213A555ADF1F}"/>
              </a:ext>
            </a:extLst>
          </p:cNvPr>
          <p:cNvSpPr>
            <a:spLocks xmlns:a="http://schemas.openxmlformats.org/drawingml/2006/main" noGrp="1"/>
          </p:cNvSpPr>
          <p:nvPr/>
        </p:nvSpPr>
        <p:spPr>
          <a:xfrm xmlns:a="http://schemas.openxmlformats.org/drawingml/2006/main">
            <a:off x="104584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0" name="g1885">
            <a:extLst xmlns:a="http://schemas.openxmlformats.org/drawingml/2006/main">
              <a:ext uri="{FF2B5EF4-FFF2-40B4-BE49-F238E27FC236}">
                <a16:creationId xmlns:a16="http://schemas.microsoft.com/office/drawing/2014/main" id="{CCA76EA7-C81D-4DE5-A8CF-99B04D02898D}"/>
              </a:ext>
            </a:extLst>
          </p:cNvPr>
          <p:cNvSpPr>
            <a:spLocks xmlns:a="http://schemas.openxmlformats.org/drawingml/2006/main" noGrp="1"/>
          </p:cNvSpPr>
          <p:nvPr/>
        </p:nvSpPr>
        <p:spPr>
          <a:xfrm xmlns:a="http://schemas.openxmlformats.org/drawingml/2006/main">
            <a:off x="103727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1" name="g1886">
            <a:extLst xmlns:a="http://schemas.openxmlformats.org/drawingml/2006/main">
              <a:ext uri="{FF2B5EF4-FFF2-40B4-BE49-F238E27FC236}">
                <a16:creationId xmlns:a16="http://schemas.microsoft.com/office/drawing/2014/main" id="{0A5A89FB-FC39-4BF6-A1D2-E8ED05DCA0CC}"/>
              </a:ext>
            </a:extLst>
          </p:cNvPr>
          <p:cNvSpPr>
            <a:spLocks xmlns:a="http://schemas.openxmlformats.org/drawingml/2006/main" noGrp="1"/>
          </p:cNvSpPr>
          <p:nvPr/>
        </p:nvSpPr>
        <p:spPr>
          <a:xfrm xmlns:a="http://schemas.openxmlformats.org/drawingml/2006/main">
            <a:off x="102870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2" name="g1887">
            <a:extLst xmlns:a="http://schemas.openxmlformats.org/drawingml/2006/main">
              <a:ext uri="{FF2B5EF4-FFF2-40B4-BE49-F238E27FC236}">
                <a16:creationId xmlns:a16="http://schemas.microsoft.com/office/drawing/2014/main" id="{B951EF44-C334-4147-9557-38195D748FA1}"/>
              </a:ext>
            </a:extLst>
          </p:cNvPr>
          <p:cNvSpPr>
            <a:spLocks xmlns:a="http://schemas.openxmlformats.org/drawingml/2006/main" noGrp="1"/>
          </p:cNvSpPr>
          <p:nvPr/>
        </p:nvSpPr>
        <p:spPr>
          <a:xfrm xmlns:a="http://schemas.openxmlformats.org/drawingml/2006/main">
            <a:off x="102012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3" name="g1888">
            <a:extLst xmlns:a="http://schemas.openxmlformats.org/drawingml/2006/main">
              <a:ext uri="{FF2B5EF4-FFF2-40B4-BE49-F238E27FC236}">
                <a16:creationId xmlns:a16="http://schemas.microsoft.com/office/drawing/2014/main" id="{C6793654-FEF1-4A9F-991D-5C4F08E6F47E}"/>
              </a:ext>
            </a:extLst>
          </p:cNvPr>
          <p:cNvSpPr>
            <a:spLocks xmlns:a="http://schemas.openxmlformats.org/drawingml/2006/main" noGrp="1"/>
          </p:cNvSpPr>
          <p:nvPr/>
        </p:nvSpPr>
        <p:spPr>
          <a:xfrm xmlns:a="http://schemas.openxmlformats.org/drawingml/2006/main">
            <a:off x="101155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4" name="g1889">
            <a:extLst xmlns:a="http://schemas.openxmlformats.org/drawingml/2006/main">
              <a:ext uri="{FF2B5EF4-FFF2-40B4-BE49-F238E27FC236}">
                <a16:creationId xmlns:a16="http://schemas.microsoft.com/office/drawing/2014/main" id="{938461A7-60D6-4450-AC60-286FF7E57B50}"/>
              </a:ext>
            </a:extLst>
          </p:cNvPr>
          <p:cNvSpPr>
            <a:spLocks xmlns:a="http://schemas.openxmlformats.org/drawingml/2006/main" noGrp="1"/>
          </p:cNvSpPr>
          <p:nvPr/>
        </p:nvSpPr>
        <p:spPr>
          <a:xfrm xmlns:a="http://schemas.openxmlformats.org/drawingml/2006/main">
            <a:off x="100298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5" name="g1890">
            <a:extLst xmlns:a="http://schemas.openxmlformats.org/drawingml/2006/main">
              <a:ext uri="{FF2B5EF4-FFF2-40B4-BE49-F238E27FC236}">
                <a16:creationId xmlns:a16="http://schemas.microsoft.com/office/drawing/2014/main" id="{F56A213C-64F6-41D5-89A7-A92B05D179B5}"/>
              </a:ext>
            </a:extLst>
          </p:cNvPr>
          <p:cNvSpPr>
            <a:spLocks xmlns:a="http://schemas.openxmlformats.org/drawingml/2006/main" noGrp="1"/>
          </p:cNvSpPr>
          <p:nvPr/>
        </p:nvSpPr>
        <p:spPr>
          <a:xfrm xmlns:a="http://schemas.openxmlformats.org/drawingml/2006/main">
            <a:off x="99441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6" name="g1891">
            <a:extLst xmlns:a="http://schemas.openxmlformats.org/drawingml/2006/main">
              <a:ext uri="{FF2B5EF4-FFF2-40B4-BE49-F238E27FC236}">
                <a16:creationId xmlns:a16="http://schemas.microsoft.com/office/drawing/2014/main" id="{4CC03FFD-AECD-4FB5-8569-B7DB2B24052E}"/>
              </a:ext>
            </a:extLst>
          </p:cNvPr>
          <p:cNvSpPr>
            <a:spLocks xmlns:a="http://schemas.openxmlformats.org/drawingml/2006/main" noGrp="1"/>
          </p:cNvSpPr>
          <p:nvPr/>
        </p:nvSpPr>
        <p:spPr>
          <a:xfrm xmlns:a="http://schemas.openxmlformats.org/drawingml/2006/main">
            <a:off x="98583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7" name="g1892">
            <a:extLst xmlns:a="http://schemas.openxmlformats.org/drawingml/2006/main">
              <a:ext uri="{FF2B5EF4-FFF2-40B4-BE49-F238E27FC236}">
                <a16:creationId xmlns:a16="http://schemas.microsoft.com/office/drawing/2014/main" id="{0DA669E6-3BDB-43C0-B898-3EF8D4AA1CC4}"/>
              </a:ext>
            </a:extLst>
          </p:cNvPr>
          <p:cNvSpPr>
            <a:spLocks xmlns:a="http://schemas.openxmlformats.org/drawingml/2006/main" noGrp="1"/>
          </p:cNvSpPr>
          <p:nvPr/>
        </p:nvSpPr>
        <p:spPr>
          <a:xfrm xmlns:a="http://schemas.openxmlformats.org/drawingml/2006/main">
            <a:off x="97726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8" name="g1893">
            <a:extLst xmlns:a="http://schemas.openxmlformats.org/drawingml/2006/main">
              <a:ext uri="{FF2B5EF4-FFF2-40B4-BE49-F238E27FC236}">
                <a16:creationId xmlns:a16="http://schemas.microsoft.com/office/drawing/2014/main" id="{F9DC2460-108D-4E6F-AC75-01CBD744B22E}"/>
              </a:ext>
            </a:extLst>
          </p:cNvPr>
          <p:cNvSpPr>
            <a:spLocks xmlns:a="http://schemas.openxmlformats.org/drawingml/2006/main" noGrp="1"/>
          </p:cNvSpPr>
          <p:nvPr/>
        </p:nvSpPr>
        <p:spPr>
          <a:xfrm xmlns:a="http://schemas.openxmlformats.org/drawingml/2006/main">
            <a:off x="96869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09" name="g1894">
            <a:extLst xmlns:a="http://schemas.openxmlformats.org/drawingml/2006/main">
              <a:ext uri="{FF2B5EF4-FFF2-40B4-BE49-F238E27FC236}">
                <a16:creationId xmlns:a16="http://schemas.microsoft.com/office/drawing/2014/main" id="{3B82ACDD-A27E-4A33-8B6D-24C2AE589AC7}"/>
              </a:ext>
            </a:extLst>
          </p:cNvPr>
          <p:cNvSpPr>
            <a:spLocks xmlns:a="http://schemas.openxmlformats.org/drawingml/2006/main" noGrp="1"/>
          </p:cNvSpPr>
          <p:nvPr/>
        </p:nvSpPr>
        <p:spPr>
          <a:xfrm xmlns:a="http://schemas.openxmlformats.org/drawingml/2006/main">
            <a:off x="96012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0" name="g1895">
            <a:extLst xmlns:a="http://schemas.openxmlformats.org/drawingml/2006/main">
              <a:ext uri="{FF2B5EF4-FFF2-40B4-BE49-F238E27FC236}">
                <a16:creationId xmlns:a16="http://schemas.microsoft.com/office/drawing/2014/main" id="{BAF56507-AF65-47FC-A2BC-36306EFBC31C}"/>
              </a:ext>
            </a:extLst>
          </p:cNvPr>
          <p:cNvSpPr>
            <a:spLocks xmlns:a="http://schemas.openxmlformats.org/drawingml/2006/main" noGrp="1"/>
          </p:cNvSpPr>
          <p:nvPr/>
        </p:nvSpPr>
        <p:spPr>
          <a:xfrm xmlns:a="http://schemas.openxmlformats.org/drawingml/2006/main">
            <a:off x="95154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1" name="g1896">
            <a:extLst xmlns:a="http://schemas.openxmlformats.org/drawingml/2006/main">
              <a:ext uri="{FF2B5EF4-FFF2-40B4-BE49-F238E27FC236}">
                <a16:creationId xmlns:a16="http://schemas.microsoft.com/office/drawing/2014/main" id="{6050FCEE-5413-4959-89C6-CABE2273AFCF}"/>
              </a:ext>
            </a:extLst>
          </p:cNvPr>
          <p:cNvSpPr>
            <a:spLocks xmlns:a="http://schemas.openxmlformats.org/drawingml/2006/main" noGrp="1"/>
          </p:cNvSpPr>
          <p:nvPr/>
        </p:nvSpPr>
        <p:spPr>
          <a:xfrm xmlns:a="http://schemas.openxmlformats.org/drawingml/2006/main">
            <a:off x="94297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2" name="g1897">
            <a:extLst xmlns:a="http://schemas.openxmlformats.org/drawingml/2006/main">
              <a:ext uri="{FF2B5EF4-FFF2-40B4-BE49-F238E27FC236}">
                <a16:creationId xmlns:a16="http://schemas.microsoft.com/office/drawing/2014/main" id="{C6D60EC9-4A43-4474-92D0-B05E806849E3}"/>
              </a:ext>
            </a:extLst>
          </p:cNvPr>
          <p:cNvSpPr>
            <a:spLocks xmlns:a="http://schemas.openxmlformats.org/drawingml/2006/main" noGrp="1"/>
          </p:cNvSpPr>
          <p:nvPr/>
        </p:nvSpPr>
        <p:spPr>
          <a:xfrm xmlns:a="http://schemas.openxmlformats.org/drawingml/2006/main">
            <a:off x="93440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3" name="g1898">
            <a:extLst xmlns:a="http://schemas.openxmlformats.org/drawingml/2006/main">
              <a:ext uri="{FF2B5EF4-FFF2-40B4-BE49-F238E27FC236}">
                <a16:creationId xmlns:a16="http://schemas.microsoft.com/office/drawing/2014/main" id="{009E6389-707B-4976-96E6-3AA7BC631318}"/>
              </a:ext>
            </a:extLst>
          </p:cNvPr>
          <p:cNvSpPr>
            <a:spLocks xmlns:a="http://schemas.openxmlformats.org/drawingml/2006/main" noGrp="1"/>
          </p:cNvSpPr>
          <p:nvPr/>
        </p:nvSpPr>
        <p:spPr>
          <a:xfrm xmlns:a="http://schemas.openxmlformats.org/drawingml/2006/main">
            <a:off x="92583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4" name="g1899">
            <a:extLst xmlns:a="http://schemas.openxmlformats.org/drawingml/2006/main">
              <a:ext uri="{FF2B5EF4-FFF2-40B4-BE49-F238E27FC236}">
                <a16:creationId xmlns:a16="http://schemas.microsoft.com/office/drawing/2014/main" id="{4CB531E3-C536-465B-BECB-6EDCB49189E5}"/>
              </a:ext>
            </a:extLst>
          </p:cNvPr>
          <p:cNvSpPr>
            <a:spLocks xmlns:a="http://schemas.openxmlformats.org/drawingml/2006/main" noGrp="1"/>
          </p:cNvSpPr>
          <p:nvPr/>
        </p:nvSpPr>
        <p:spPr>
          <a:xfrm xmlns:a="http://schemas.openxmlformats.org/drawingml/2006/main">
            <a:off x="91725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5" name="g1900">
            <a:extLst xmlns:a="http://schemas.openxmlformats.org/drawingml/2006/main">
              <a:ext uri="{FF2B5EF4-FFF2-40B4-BE49-F238E27FC236}">
                <a16:creationId xmlns:a16="http://schemas.microsoft.com/office/drawing/2014/main" id="{7E5BB36B-6185-4DE7-8A9C-4C216997DBFB}"/>
              </a:ext>
            </a:extLst>
          </p:cNvPr>
          <p:cNvSpPr>
            <a:spLocks xmlns:a="http://schemas.openxmlformats.org/drawingml/2006/main" noGrp="1"/>
          </p:cNvSpPr>
          <p:nvPr/>
        </p:nvSpPr>
        <p:spPr>
          <a:xfrm xmlns:a="http://schemas.openxmlformats.org/drawingml/2006/main">
            <a:off x="90868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6" name="g1901">
            <a:extLst xmlns:a="http://schemas.openxmlformats.org/drawingml/2006/main">
              <a:ext uri="{FF2B5EF4-FFF2-40B4-BE49-F238E27FC236}">
                <a16:creationId xmlns:a16="http://schemas.microsoft.com/office/drawing/2014/main" id="{FC4A4F77-0206-4280-9400-556ABB1F060E}"/>
              </a:ext>
            </a:extLst>
          </p:cNvPr>
          <p:cNvSpPr>
            <a:spLocks xmlns:a="http://schemas.openxmlformats.org/drawingml/2006/main" noGrp="1"/>
          </p:cNvSpPr>
          <p:nvPr/>
        </p:nvSpPr>
        <p:spPr>
          <a:xfrm xmlns:a="http://schemas.openxmlformats.org/drawingml/2006/main">
            <a:off x="90011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7" name="g1902">
            <a:extLst xmlns:a="http://schemas.openxmlformats.org/drawingml/2006/main">
              <a:ext uri="{FF2B5EF4-FFF2-40B4-BE49-F238E27FC236}">
                <a16:creationId xmlns:a16="http://schemas.microsoft.com/office/drawing/2014/main" id="{E708B98E-9E83-48DD-9120-C28536F88314}"/>
              </a:ext>
            </a:extLst>
          </p:cNvPr>
          <p:cNvSpPr>
            <a:spLocks xmlns:a="http://schemas.openxmlformats.org/drawingml/2006/main" noGrp="1"/>
          </p:cNvSpPr>
          <p:nvPr/>
        </p:nvSpPr>
        <p:spPr>
          <a:xfrm xmlns:a="http://schemas.openxmlformats.org/drawingml/2006/main">
            <a:off x="89154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8" name="g1903">
            <a:extLst xmlns:a="http://schemas.openxmlformats.org/drawingml/2006/main">
              <a:ext uri="{FF2B5EF4-FFF2-40B4-BE49-F238E27FC236}">
                <a16:creationId xmlns:a16="http://schemas.microsoft.com/office/drawing/2014/main" id="{2A968117-8511-41E1-BE64-54CEC35EF8DC}"/>
              </a:ext>
            </a:extLst>
          </p:cNvPr>
          <p:cNvSpPr>
            <a:spLocks xmlns:a="http://schemas.openxmlformats.org/drawingml/2006/main" noGrp="1"/>
          </p:cNvSpPr>
          <p:nvPr/>
        </p:nvSpPr>
        <p:spPr>
          <a:xfrm xmlns:a="http://schemas.openxmlformats.org/drawingml/2006/main">
            <a:off x="88296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19" name="g1904">
            <a:extLst xmlns:a="http://schemas.openxmlformats.org/drawingml/2006/main">
              <a:ext uri="{FF2B5EF4-FFF2-40B4-BE49-F238E27FC236}">
                <a16:creationId xmlns:a16="http://schemas.microsoft.com/office/drawing/2014/main" id="{294389F3-AC84-4985-B9F8-C0F0888F3BC3}"/>
              </a:ext>
            </a:extLst>
          </p:cNvPr>
          <p:cNvSpPr>
            <a:spLocks xmlns:a="http://schemas.openxmlformats.org/drawingml/2006/main" noGrp="1"/>
          </p:cNvSpPr>
          <p:nvPr/>
        </p:nvSpPr>
        <p:spPr>
          <a:xfrm xmlns:a="http://schemas.openxmlformats.org/drawingml/2006/main">
            <a:off x="87439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0" name="g1905">
            <a:extLst xmlns:a="http://schemas.openxmlformats.org/drawingml/2006/main">
              <a:ext uri="{FF2B5EF4-FFF2-40B4-BE49-F238E27FC236}">
                <a16:creationId xmlns:a16="http://schemas.microsoft.com/office/drawing/2014/main" id="{CAB91668-3BE6-4180-9460-4314731B82BC}"/>
              </a:ext>
            </a:extLst>
          </p:cNvPr>
          <p:cNvSpPr>
            <a:spLocks xmlns:a="http://schemas.openxmlformats.org/drawingml/2006/main" noGrp="1"/>
          </p:cNvSpPr>
          <p:nvPr/>
        </p:nvSpPr>
        <p:spPr>
          <a:xfrm xmlns:a="http://schemas.openxmlformats.org/drawingml/2006/main">
            <a:off x="86582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1" name="g1906">
            <a:extLst xmlns:a="http://schemas.openxmlformats.org/drawingml/2006/main">
              <a:ext uri="{FF2B5EF4-FFF2-40B4-BE49-F238E27FC236}">
                <a16:creationId xmlns:a16="http://schemas.microsoft.com/office/drawing/2014/main" id="{F051ABC0-30E1-4D6E-BFF7-6756315B8237}"/>
              </a:ext>
            </a:extLst>
          </p:cNvPr>
          <p:cNvSpPr>
            <a:spLocks xmlns:a="http://schemas.openxmlformats.org/drawingml/2006/main" noGrp="1"/>
          </p:cNvSpPr>
          <p:nvPr/>
        </p:nvSpPr>
        <p:spPr>
          <a:xfrm xmlns:a="http://schemas.openxmlformats.org/drawingml/2006/main">
            <a:off x="85725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2" name="g1907">
            <a:extLst xmlns:a="http://schemas.openxmlformats.org/drawingml/2006/main">
              <a:ext uri="{FF2B5EF4-FFF2-40B4-BE49-F238E27FC236}">
                <a16:creationId xmlns:a16="http://schemas.microsoft.com/office/drawing/2014/main" id="{24680F2E-7A4F-479E-8CBD-150DF902A804}"/>
              </a:ext>
            </a:extLst>
          </p:cNvPr>
          <p:cNvSpPr>
            <a:spLocks xmlns:a="http://schemas.openxmlformats.org/drawingml/2006/main" noGrp="1"/>
          </p:cNvSpPr>
          <p:nvPr/>
        </p:nvSpPr>
        <p:spPr>
          <a:xfrm xmlns:a="http://schemas.openxmlformats.org/drawingml/2006/main">
            <a:off x="84867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3" name="g1908">
            <a:extLst xmlns:a="http://schemas.openxmlformats.org/drawingml/2006/main">
              <a:ext uri="{FF2B5EF4-FFF2-40B4-BE49-F238E27FC236}">
                <a16:creationId xmlns:a16="http://schemas.microsoft.com/office/drawing/2014/main" id="{6467DC8A-B8DB-4703-84B0-3C42519ABE10}"/>
              </a:ext>
            </a:extLst>
          </p:cNvPr>
          <p:cNvSpPr>
            <a:spLocks xmlns:a="http://schemas.openxmlformats.org/drawingml/2006/main" noGrp="1"/>
          </p:cNvSpPr>
          <p:nvPr/>
        </p:nvSpPr>
        <p:spPr>
          <a:xfrm xmlns:a="http://schemas.openxmlformats.org/drawingml/2006/main">
            <a:off x="84010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4" name="g1909">
            <a:extLst xmlns:a="http://schemas.openxmlformats.org/drawingml/2006/main">
              <a:ext uri="{FF2B5EF4-FFF2-40B4-BE49-F238E27FC236}">
                <a16:creationId xmlns:a16="http://schemas.microsoft.com/office/drawing/2014/main" id="{64CBD4BB-C0B7-4077-95BC-B96C8A64836F}"/>
              </a:ext>
            </a:extLst>
          </p:cNvPr>
          <p:cNvSpPr>
            <a:spLocks xmlns:a="http://schemas.openxmlformats.org/drawingml/2006/main" noGrp="1"/>
          </p:cNvSpPr>
          <p:nvPr/>
        </p:nvSpPr>
        <p:spPr>
          <a:xfrm xmlns:a="http://schemas.openxmlformats.org/drawingml/2006/main">
            <a:off x="83153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5" name="g1910">
            <a:extLst xmlns:a="http://schemas.openxmlformats.org/drawingml/2006/main">
              <a:ext uri="{FF2B5EF4-FFF2-40B4-BE49-F238E27FC236}">
                <a16:creationId xmlns:a16="http://schemas.microsoft.com/office/drawing/2014/main" id="{484E5072-73EC-4B54-8E63-9F4D8DDEB89E}"/>
              </a:ext>
            </a:extLst>
          </p:cNvPr>
          <p:cNvSpPr>
            <a:spLocks xmlns:a="http://schemas.openxmlformats.org/drawingml/2006/main" noGrp="1"/>
          </p:cNvSpPr>
          <p:nvPr/>
        </p:nvSpPr>
        <p:spPr>
          <a:xfrm xmlns:a="http://schemas.openxmlformats.org/drawingml/2006/main">
            <a:off x="82296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6" name="g1911">
            <a:extLst xmlns:a="http://schemas.openxmlformats.org/drawingml/2006/main">
              <a:ext uri="{FF2B5EF4-FFF2-40B4-BE49-F238E27FC236}">
                <a16:creationId xmlns:a16="http://schemas.microsoft.com/office/drawing/2014/main" id="{53659705-F509-4386-966D-6CD2CF5D6CC5}"/>
              </a:ext>
            </a:extLst>
          </p:cNvPr>
          <p:cNvSpPr>
            <a:spLocks xmlns:a="http://schemas.openxmlformats.org/drawingml/2006/main" noGrp="1"/>
          </p:cNvSpPr>
          <p:nvPr/>
        </p:nvSpPr>
        <p:spPr>
          <a:xfrm xmlns:a="http://schemas.openxmlformats.org/drawingml/2006/main">
            <a:off x="81438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7" name="g1912">
            <a:extLst xmlns:a="http://schemas.openxmlformats.org/drawingml/2006/main">
              <a:ext uri="{FF2B5EF4-FFF2-40B4-BE49-F238E27FC236}">
                <a16:creationId xmlns:a16="http://schemas.microsoft.com/office/drawing/2014/main" id="{6E2F4203-092A-4C15-91D4-231564DB63EF}"/>
              </a:ext>
            </a:extLst>
          </p:cNvPr>
          <p:cNvSpPr>
            <a:spLocks xmlns:a="http://schemas.openxmlformats.org/drawingml/2006/main" noGrp="1"/>
          </p:cNvSpPr>
          <p:nvPr/>
        </p:nvSpPr>
        <p:spPr>
          <a:xfrm xmlns:a="http://schemas.openxmlformats.org/drawingml/2006/main">
            <a:off x="80581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8" name="g1913">
            <a:extLst xmlns:a="http://schemas.openxmlformats.org/drawingml/2006/main">
              <a:ext uri="{FF2B5EF4-FFF2-40B4-BE49-F238E27FC236}">
                <a16:creationId xmlns:a16="http://schemas.microsoft.com/office/drawing/2014/main" id="{D92F389E-8A69-4375-9ADA-AF6E4BBC3805}"/>
              </a:ext>
            </a:extLst>
          </p:cNvPr>
          <p:cNvSpPr>
            <a:spLocks xmlns:a="http://schemas.openxmlformats.org/drawingml/2006/main" noGrp="1"/>
          </p:cNvSpPr>
          <p:nvPr/>
        </p:nvSpPr>
        <p:spPr>
          <a:xfrm xmlns:a="http://schemas.openxmlformats.org/drawingml/2006/main">
            <a:off x="79724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29" name="g1914">
            <a:extLst xmlns:a="http://schemas.openxmlformats.org/drawingml/2006/main">
              <a:ext uri="{FF2B5EF4-FFF2-40B4-BE49-F238E27FC236}">
                <a16:creationId xmlns:a16="http://schemas.microsoft.com/office/drawing/2014/main" id="{7C7DCA38-6DA0-46B9-9E45-DB8EA29E95F8}"/>
              </a:ext>
            </a:extLst>
          </p:cNvPr>
          <p:cNvSpPr>
            <a:spLocks xmlns:a="http://schemas.openxmlformats.org/drawingml/2006/main" noGrp="1"/>
          </p:cNvSpPr>
          <p:nvPr/>
        </p:nvSpPr>
        <p:spPr>
          <a:xfrm xmlns:a="http://schemas.openxmlformats.org/drawingml/2006/main">
            <a:off x="78867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0" name="g1915">
            <a:extLst xmlns:a="http://schemas.openxmlformats.org/drawingml/2006/main">
              <a:ext uri="{FF2B5EF4-FFF2-40B4-BE49-F238E27FC236}">
                <a16:creationId xmlns:a16="http://schemas.microsoft.com/office/drawing/2014/main" id="{174459D4-C15D-4161-914D-DF4F40278E5D}"/>
              </a:ext>
            </a:extLst>
          </p:cNvPr>
          <p:cNvSpPr>
            <a:spLocks xmlns:a="http://schemas.openxmlformats.org/drawingml/2006/main" noGrp="1"/>
          </p:cNvSpPr>
          <p:nvPr/>
        </p:nvSpPr>
        <p:spPr>
          <a:xfrm xmlns:a="http://schemas.openxmlformats.org/drawingml/2006/main">
            <a:off x="78009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1" name="g1916">
            <a:extLst xmlns:a="http://schemas.openxmlformats.org/drawingml/2006/main">
              <a:ext uri="{FF2B5EF4-FFF2-40B4-BE49-F238E27FC236}">
                <a16:creationId xmlns:a16="http://schemas.microsoft.com/office/drawing/2014/main" id="{1457D0DC-1140-4CF1-AB81-A8B402DD5429}"/>
              </a:ext>
            </a:extLst>
          </p:cNvPr>
          <p:cNvSpPr>
            <a:spLocks xmlns:a="http://schemas.openxmlformats.org/drawingml/2006/main" noGrp="1"/>
          </p:cNvSpPr>
          <p:nvPr/>
        </p:nvSpPr>
        <p:spPr>
          <a:xfrm xmlns:a="http://schemas.openxmlformats.org/drawingml/2006/main">
            <a:off x="77152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2" name="g1917">
            <a:extLst xmlns:a="http://schemas.openxmlformats.org/drawingml/2006/main">
              <a:ext uri="{FF2B5EF4-FFF2-40B4-BE49-F238E27FC236}">
                <a16:creationId xmlns:a16="http://schemas.microsoft.com/office/drawing/2014/main" id="{312DD344-B192-409D-AEC4-F1ABC6AF635D}"/>
              </a:ext>
            </a:extLst>
          </p:cNvPr>
          <p:cNvSpPr>
            <a:spLocks xmlns:a="http://schemas.openxmlformats.org/drawingml/2006/main" noGrp="1"/>
          </p:cNvSpPr>
          <p:nvPr/>
        </p:nvSpPr>
        <p:spPr>
          <a:xfrm xmlns:a="http://schemas.openxmlformats.org/drawingml/2006/main">
            <a:off x="76295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3" name="g1918">
            <a:extLst xmlns:a="http://schemas.openxmlformats.org/drawingml/2006/main">
              <a:ext uri="{FF2B5EF4-FFF2-40B4-BE49-F238E27FC236}">
                <a16:creationId xmlns:a16="http://schemas.microsoft.com/office/drawing/2014/main" id="{39B9A577-7C9C-4EC4-9527-8A947AAB5A14}"/>
              </a:ext>
            </a:extLst>
          </p:cNvPr>
          <p:cNvSpPr>
            <a:spLocks xmlns:a="http://schemas.openxmlformats.org/drawingml/2006/main" noGrp="1"/>
          </p:cNvSpPr>
          <p:nvPr/>
        </p:nvSpPr>
        <p:spPr>
          <a:xfrm xmlns:a="http://schemas.openxmlformats.org/drawingml/2006/main">
            <a:off x="75438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4" name="g1919">
            <a:extLst xmlns:a="http://schemas.openxmlformats.org/drawingml/2006/main">
              <a:ext uri="{FF2B5EF4-FFF2-40B4-BE49-F238E27FC236}">
                <a16:creationId xmlns:a16="http://schemas.microsoft.com/office/drawing/2014/main" id="{1888894C-5614-466A-B566-40792E779806}"/>
              </a:ext>
            </a:extLst>
          </p:cNvPr>
          <p:cNvSpPr>
            <a:spLocks xmlns:a="http://schemas.openxmlformats.org/drawingml/2006/main" noGrp="1"/>
          </p:cNvSpPr>
          <p:nvPr/>
        </p:nvSpPr>
        <p:spPr>
          <a:xfrm xmlns:a="http://schemas.openxmlformats.org/drawingml/2006/main">
            <a:off x="74580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5" name="g1920">
            <a:extLst xmlns:a="http://schemas.openxmlformats.org/drawingml/2006/main">
              <a:ext uri="{FF2B5EF4-FFF2-40B4-BE49-F238E27FC236}">
                <a16:creationId xmlns:a16="http://schemas.microsoft.com/office/drawing/2014/main" id="{869C9946-538D-4AAE-B921-446F0E7FB18E}"/>
              </a:ext>
            </a:extLst>
          </p:cNvPr>
          <p:cNvSpPr>
            <a:spLocks xmlns:a="http://schemas.openxmlformats.org/drawingml/2006/main" noGrp="1"/>
          </p:cNvSpPr>
          <p:nvPr/>
        </p:nvSpPr>
        <p:spPr>
          <a:xfrm xmlns:a="http://schemas.openxmlformats.org/drawingml/2006/main">
            <a:off x="73723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6" name="g1921">
            <a:extLst xmlns:a="http://schemas.openxmlformats.org/drawingml/2006/main">
              <a:ext uri="{FF2B5EF4-FFF2-40B4-BE49-F238E27FC236}">
                <a16:creationId xmlns:a16="http://schemas.microsoft.com/office/drawing/2014/main" id="{C8EF52CC-C37C-4DF7-A969-D1A69BCDF810}"/>
              </a:ext>
            </a:extLst>
          </p:cNvPr>
          <p:cNvSpPr>
            <a:spLocks xmlns:a="http://schemas.openxmlformats.org/drawingml/2006/main" noGrp="1"/>
          </p:cNvSpPr>
          <p:nvPr/>
        </p:nvSpPr>
        <p:spPr>
          <a:xfrm xmlns:a="http://schemas.openxmlformats.org/drawingml/2006/main">
            <a:off x="72866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7" name="g1922">
            <a:extLst xmlns:a="http://schemas.openxmlformats.org/drawingml/2006/main">
              <a:ext uri="{FF2B5EF4-FFF2-40B4-BE49-F238E27FC236}">
                <a16:creationId xmlns:a16="http://schemas.microsoft.com/office/drawing/2014/main" id="{864E1740-25D6-4A39-AEC7-B13A02EABD29}"/>
              </a:ext>
            </a:extLst>
          </p:cNvPr>
          <p:cNvSpPr>
            <a:spLocks xmlns:a="http://schemas.openxmlformats.org/drawingml/2006/main" noGrp="1"/>
          </p:cNvSpPr>
          <p:nvPr/>
        </p:nvSpPr>
        <p:spPr>
          <a:xfrm xmlns:a="http://schemas.openxmlformats.org/drawingml/2006/main">
            <a:off x="72009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8" name="g1923">
            <a:extLst xmlns:a="http://schemas.openxmlformats.org/drawingml/2006/main">
              <a:ext uri="{FF2B5EF4-FFF2-40B4-BE49-F238E27FC236}">
                <a16:creationId xmlns:a16="http://schemas.microsoft.com/office/drawing/2014/main" id="{5C61E64D-ECC2-4224-B856-9F345E0E7C8B}"/>
              </a:ext>
            </a:extLst>
          </p:cNvPr>
          <p:cNvSpPr>
            <a:spLocks xmlns:a="http://schemas.openxmlformats.org/drawingml/2006/main" noGrp="1"/>
          </p:cNvSpPr>
          <p:nvPr/>
        </p:nvSpPr>
        <p:spPr>
          <a:xfrm xmlns:a="http://schemas.openxmlformats.org/drawingml/2006/main">
            <a:off x="71151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39" name="g1924">
            <a:extLst xmlns:a="http://schemas.openxmlformats.org/drawingml/2006/main">
              <a:ext uri="{FF2B5EF4-FFF2-40B4-BE49-F238E27FC236}">
                <a16:creationId xmlns:a16="http://schemas.microsoft.com/office/drawing/2014/main" id="{866CAA41-42CB-46F8-9D34-B88D7C7B2BBC}"/>
              </a:ext>
            </a:extLst>
          </p:cNvPr>
          <p:cNvSpPr>
            <a:spLocks xmlns:a="http://schemas.openxmlformats.org/drawingml/2006/main" noGrp="1"/>
          </p:cNvSpPr>
          <p:nvPr/>
        </p:nvSpPr>
        <p:spPr>
          <a:xfrm xmlns:a="http://schemas.openxmlformats.org/drawingml/2006/main">
            <a:off x="70294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0" name="g1925">
            <a:extLst xmlns:a="http://schemas.openxmlformats.org/drawingml/2006/main">
              <a:ext uri="{FF2B5EF4-FFF2-40B4-BE49-F238E27FC236}">
                <a16:creationId xmlns:a16="http://schemas.microsoft.com/office/drawing/2014/main" id="{CFBCF095-0272-41DB-9573-471A65755D09}"/>
              </a:ext>
            </a:extLst>
          </p:cNvPr>
          <p:cNvSpPr>
            <a:spLocks xmlns:a="http://schemas.openxmlformats.org/drawingml/2006/main" noGrp="1"/>
          </p:cNvSpPr>
          <p:nvPr/>
        </p:nvSpPr>
        <p:spPr>
          <a:xfrm xmlns:a="http://schemas.openxmlformats.org/drawingml/2006/main">
            <a:off x="69437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1" name="g1926">
            <a:extLst xmlns:a="http://schemas.openxmlformats.org/drawingml/2006/main">
              <a:ext uri="{FF2B5EF4-FFF2-40B4-BE49-F238E27FC236}">
                <a16:creationId xmlns:a16="http://schemas.microsoft.com/office/drawing/2014/main" id="{5D3B3C82-8E35-414E-B213-1B14A3FD1C87}"/>
              </a:ext>
            </a:extLst>
          </p:cNvPr>
          <p:cNvSpPr>
            <a:spLocks xmlns:a="http://schemas.openxmlformats.org/drawingml/2006/main" noGrp="1"/>
          </p:cNvSpPr>
          <p:nvPr/>
        </p:nvSpPr>
        <p:spPr>
          <a:xfrm xmlns:a="http://schemas.openxmlformats.org/drawingml/2006/main">
            <a:off x="68580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2" name="g1927">
            <a:extLst xmlns:a="http://schemas.openxmlformats.org/drawingml/2006/main">
              <a:ext uri="{FF2B5EF4-FFF2-40B4-BE49-F238E27FC236}">
                <a16:creationId xmlns:a16="http://schemas.microsoft.com/office/drawing/2014/main" id="{CAD4B88F-012A-42EE-9B05-8F5E2FDCD64B}"/>
              </a:ext>
            </a:extLst>
          </p:cNvPr>
          <p:cNvSpPr>
            <a:spLocks xmlns:a="http://schemas.openxmlformats.org/drawingml/2006/main" noGrp="1"/>
          </p:cNvSpPr>
          <p:nvPr/>
        </p:nvSpPr>
        <p:spPr>
          <a:xfrm xmlns:a="http://schemas.openxmlformats.org/drawingml/2006/main">
            <a:off x="67722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3" name="g1928">
            <a:extLst xmlns:a="http://schemas.openxmlformats.org/drawingml/2006/main">
              <a:ext uri="{FF2B5EF4-FFF2-40B4-BE49-F238E27FC236}">
                <a16:creationId xmlns:a16="http://schemas.microsoft.com/office/drawing/2014/main" id="{4548504A-D77B-4DF3-BA40-7A5DD0889E59}"/>
              </a:ext>
            </a:extLst>
          </p:cNvPr>
          <p:cNvSpPr>
            <a:spLocks xmlns:a="http://schemas.openxmlformats.org/drawingml/2006/main" noGrp="1"/>
          </p:cNvSpPr>
          <p:nvPr/>
        </p:nvSpPr>
        <p:spPr>
          <a:xfrm xmlns:a="http://schemas.openxmlformats.org/drawingml/2006/main">
            <a:off x="66865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4" name="g1929">
            <a:extLst xmlns:a="http://schemas.openxmlformats.org/drawingml/2006/main">
              <a:ext uri="{FF2B5EF4-FFF2-40B4-BE49-F238E27FC236}">
                <a16:creationId xmlns:a16="http://schemas.microsoft.com/office/drawing/2014/main" id="{B7BDF72D-9A30-4C33-9E99-220DBBB5BB6B}"/>
              </a:ext>
            </a:extLst>
          </p:cNvPr>
          <p:cNvSpPr>
            <a:spLocks xmlns:a="http://schemas.openxmlformats.org/drawingml/2006/main" noGrp="1"/>
          </p:cNvSpPr>
          <p:nvPr/>
        </p:nvSpPr>
        <p:spPr>
          <a:xfrm xmlns:a="http://schemas.openxmlformats.org/drawingml/2006/main">
            <a:off x="66008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5" name="g1930">
            <a:extLst xmlns:a="http://schemas.openxmlformats.org/drawingml/2006/main">
              <a:ext uri="{FF2B5EF4-FFF2-40B4-BE49-F238E27FC236}">
                <a16:creationId xmlns:a16="http://schemas.microsoft.com/office/drawing/2014/main" id="{CB6087D5-54AD-482F-894C-0278DFB362A9}"/>
              </a:ext>
            </a:extLst>
          </p:cNvPr>
          <p:cNvSpPr>
            <a:spLocks xmlns:a="http://schemas.openxmlformats.org/drawingml/2006/main" noGrp="1"/>
          </p:cNvSpPr>
          <p:nvPr/>
        </p:nvSpPr>
        <p:spPr>
          <a:xfrm xmlns:a="http://schemas.openxmlformats.org/drawingml/2006/main">
            <a:off x="65151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6" name="g1931">
            <a:extLst xmlns:a="http://schemas.openxmlformats.org/drawingml/2006/main">
              <a:ext uri="{FF2B5EF4-FFF2-40B4-BE49-F238E27FC236}">
                <a16:creationId xmlns:a16="http://schemas.microsoft.com/office/drawing/2014/main" id="{0AD4819B-CDD1-46CE-B657-A4D3F0328FF6}"/>
              </a:ext>
            </a:extLst>
          </p:cNvPr>
          <p:cNvSpPr>
            <a:spLocks xmlns:a="http://schemas.openxmlformats.org/drawingml/2006/main" noGrp="1"/>
          </p:cNvSpPr>
          <p:nvPr/>
        </p:nvSpPr>
        <p:spPr>
          <a:xfrm xmlns:a="http://schemas.openxmlformats.org/drawingml/2006/main">
            <a:off x="64293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7" name="g1932">
            <a:extLst xmlns:a="http://schemas.openxmlformats.org/drawingml/2006/main">
              <a:ext uri="{FF2B5EF4-FFF2-40B4-BE49-F238E27FC236}">
                <a16:creationId xmlns:a16="http://schemas.microsoft.com/office/drawing/2014/main" id="{DEACD981-8A50-48EB-AD63-23F4D0DAAA89}"/>
              </a:ext>
            </a:extLst>
          </p:cNvPr>
          <p:cNvSpPr>
            <a:spLocks xmlns:a="http://schemas.openxmlformats.org/drawingml/2006/main" noGrp="1"/>
          </p:cNvSpPr>
          <p:nvPr/>
        </p:nvSpPr>
        <p:spPr>
          <a:xfrm xmlns:a="http://schemas.openxmlformats.org/drawingml/2006/main">
            <a:off x="63436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8" name="g1933">
            <a:extLst xmlns:a="http://schemas.openxmlformats.org/drawingml/2006/main">
              <a:ext uri="{FF2B5EF4-FFF2-40B4-BE49-F238E27FC236}">
                <a16:creationId xmlns:a16="http://schemas.microsoft.com/office/drawing/2014/main" id="{2C19CB85-3B4D-4F4B-BCEB-6C7EDC3645F8}"/>
              </a:ext>
            </a:extLst>
          </p:cNvPr>
          <p:cNvSpPr>
            <a:spLocks xmlns:a="http://schemas.openxmlformats.org/drawingml/2006/main" noGrp="1"/>
          </p:cNvSpPr>
          <p:nvPr/>
        </p:nvSpPr>
        <p:spPr>
          <a:xfrm xmlns:a="http://schemas.openxmlformats.org/drawingml/2006/main">
            <a:off x="62579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49" name="g1934">
            <a:extLst xmlns:a="http://schemas.openxmlformats.org/drawingml/2006/main">
              <a:ext uri="{FF2B5EF4-FFF2-40B4-BE49-F238E27FC236}">
                <a16:creationId xmlns:a16="http://schemas.microsoft.com/office/drawing/2014/main" id="{09CA1092-3143-4576-A1C4-EE4297D31D90}"/>
              </a:ext>
            </a:extLst>
          </p:cNvPr>
          <p:cNvSpPr>
            <a:spLocks xmlns:a="http://schemas.openxmlformats.org/drawingml/2006/main" noGrp="1"/>
          </p:cNvSpPr>
          <p:nvPr/>
        </p:nvSpPr>
        <p:spPr>
          <a:xfrm xmlns:a="http://schemas.openxmlformats.org/drawingml/2006/main">
            <a:off x="61722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0" name="g1935">
            <a:extLst xmlns:a="http://schemas.openxmlformats.org/drawingml/2006/main">
              <a:ext uri="{FF2B5EF4-FFF2-40B4-BE49-F238E27FC236}">
                <a16:creationId xmlns:a16="http://schemas.microsoft.com/office/drawing/2014/main" id="{2E57C4F9-D40D-4F62-8F4C-9301E54260DC}"/>
              </a:ext>
            </a:extLst>
          </p:cNvPr>
          <p:cNvSpPr>
            <a:spLocks xmlns:a="http://schemas.openxmlformats.org/drawingml/2006/main" noGrp="1"/>
          </p:cNvSpPr>
          <p:nvPr/>
        </p:nvSpPr>
        <p:spPr>
          <a:xfrm xmlns:a="http://schemas.openxmlformats.org/drawingml/2006/main">
            <a:off x="60864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1" name="g1936">
            <a:extLst xmlns:a="http://schemas.openxmlformats.org/drawingml/2006/main">
              <a:ext uri="{FF2B5EF4-FFF2-40B4-BE49-F238E27FC236}">
                <a16:creationId xmlns:a16="http://schemas.microsoft.com/office/drawing/2014/main" id="{2817C32F-47C9-4852-9ED8-D7822C020E82}"/>
              </a:ext>
            </a:extLst>
          </p:cNvPr>
          <p:cNvSpPr>
            <a:spLocks xmlns:a="http://schemas.openxmlformats.org/drawingml/2006/main" noGrp="1"/>
          </p:cNvSpPr>
          <p:nvPr/>
        </p:nvSpPr>
        <p:spPr>
          <a:xfrm xmlns:a="http://schemas.openxmlformats.org/drawingml/2006/main">
            <a:off x="60007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2" name="g1937">
            <a:extLst xmlns:a="http://schemas.openxmlformats.org/drawingml/2006/main">
              <a:ext uri="{FF2B5EF4-FFF2-40B4-BE49-F238E27FC236}">
                <a16:creationId xmlns:a16="http://schemas.microsoft.com/office/drawing/2014/main" id="{706FA309-4C72-4CE3-8262-95667535505D}"/>
              </a:ext>
            </a:extLst>
          </p:cNvPr>
          <p:cNvSpPr>
            <a:spLocks xmlns:a="http://schemas.openxmlformats.org/drawingml/2006/main" noGrp="1"/>
          </p:cNvSpPr>
          <p:nvPr/>
        </p:nvSpPr>
        <p:spPr>
          <a:xfrm xmlns:a="http://schemas.openxmlformats.org/drawingml/2006/main">
            <a:off x="59150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3" name="g1938">
            <a:extLst xmlns:a="http://schemas.openxmlformats.org/drawingml/2006/main">
              <a:ext uri="{FF2B5EF4-FFF2-40B4-BE49-F238E27FC236}">
                <a16:creationId xmlns:a16="http://schemas.microsoft.com/office/drawing/2014/main" id="{BADBC2ED-A6F6-454F-B581-9DCD9F27625A}"/>
              </a:ext>
            </a:extLst>
          </p:cNvPr>
          <p:cNvSpPr>
            <a:spLocks xmlns:a="http://schemas.openxmlformats.org/drawingml/2006/main" noGrp="1"/>
          </p:cNvSpPr>
          <p:nvPr/>
        </p:nvSpPr>
        <p:spPr>
          <a:xfrm xmlns:a="http://schemas.openxmlformats.org/drawingml/2006/main">
            <a:off x="58293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4" name="g1939">
            <a:extLst xmlns:a="http://schemas.openxmlformats.org/drawingml/2006/main">
              <a:ext uri="{FF2B5EF4-FFF2-40B4-BE49-F238E27FC236}">
                <a16:creationId xmlns:a16="http://schemas.microsoft.com/office/drawing/2014/main" id="{ABC60A11-A0E3-4E4E-A148-64E35C2C9AF3}"/>
              </a:ext>
            </a:extLst>
          </p:cNvPr>
          <p:cNvSpPr>
            <a:spLocks xmlns:a="http://schemas.openxmlformats.org/drawingml/2006/main" noGrp="1"/>
          </p:cNvSpPr>
          <p:nvPr/>
        </p:nvSpPr>
        <p:spPr>
          <a:xfrm xmlns:a="http://schemas.openxmlformats.org/drawingml/2006/main">
            <a:off x="57435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5" name="g1940">
            <a:extLst xmlns:a="http://schemas.openxmlformats.org/drawingml/2006/main">
              <a:ext uri="{FF2B5EF4-FFF2-40B4-BE49-F238E27FC236}">
                <a16:creationId xmlns:a16="http://schemas.microsoft.com/office/drawing/2014/main" id="{BD823CF2-509D-4E70-A129-6141ED5076A2}"/>
              </a:ext>
            </a:extLst>
          </p:cNvPr>
          <p:cNvSpPr>
            <a:spLocks xmlns:a="http://schemas.openxmlformats.org/drawingml/2006/main" noGrp="1"/>
          </p:cNvSpPr>
          <p:nvPr/>
        </p:nvSpPr>
        <p:spPr>
          <a:xfrm xmlns:a="http://schemas.openxmlformats.org/drawingml/2006/main">
            <a:off x="56578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6" name="g1941">
            <a:extLst xmlns:a="http://schemas.openxmlformats.org/drawingml/2006/main">
              <a:ext uri="{FF2B5EF4-FFF2-40B4-BE49-F238E27FC236}">
                <a16:creationId xmlns:a16="http://schemas.microsoft.com/office/drawing/2014/main" id="{DB0A7DCC-F26B-4CB9-908D-C46299F196CB}"/>
              </a:ext>
            </a:extLst>
          </p:cNvPr>
          <p:cNvSpPr>
            <a:spLocks xmlns:a="http://schemas.openxmlformats.org/drawingml/2006/main" noGrp="1"/>
          </p:cNvSpPr>
          <p:nvPr/>
        </p:nvSpPr>
        <p:spPr>
          <a:xfrm xmlns:a="http://schemas.openxmlformats.org/drawingml/2006/main">
            <a:off x="55721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7" name="g1942">
            <a:extLst xmlns:a="http://schemas.openxmlformats.org/drawingml/2006/main">
              <a:ext uri="{FF2B5EF4-FFF2-40B4-BE49-F238E27FC236}">
                <a16:creationId xmlns:a16="http://schemas.microsoft.com/office/drawing/2014/main" id="{12DE3E0C-F072-4EE5-A40A-F19AE9870D2D}"/>
              </a:ext>
            </a:extLst>
          </p:cNvPr>
          <p:cNvSpPr>
            <a:spLocks xmlns:a="http://schemas.openxmlformats.org/drawingml/2006/main" noGrp="1"/>
          </p:cNvSpPr>
          <p:nvPr/>
        </p:nvSpPr>
        <p:spPr>
          <a:xfrm xmlns:a="http://schemas.openxmlformats.org/drawingml/2006/main">
            <a:off x="54864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8" name="g1943">
            <a:extLst xmlns:a="http://schemas.openxmlformats.org/drawingml/2006/main">
              <a:ext uri="{FF2B5EF4-FFF2-40B4-BE49-F238E27FC236}">
                <a16:creationId xmlns:a16="http://schemas.microsoft.com/office/drawing/2014/main" id="{64654DA5-2E16-4920-A04E-4E6CD5CE832F}"/>
              </a:ext>
            </a:extLst>
          </p:cNvPr>
          <p:cNvSpPr>
            <a:spLocks xmlns:a="http://schemas.openxmlformats.org/drawingml/2006/main" noGrp="1"/>
          </p:cNvSpPr>
          <p:nvPr/>
        </p:nvSpPr>
        <p:spPr>
          <a:xfrm xmlns:a="http://schemas.openxmlformats.org/drawingml/2006/main">
            <a:off x="54006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59" name="g1944">
            <a:extLst xmlns:a="http://schemas.openxmlformats.org/drawingml/2006/main">
              <a:ext uri="{FF2B5EF4-FFF2-40B4-BE49-F238E27FC236}">
                <a16:creationId xmlns:a16="http://schemas.microsoft.com/office/drawing/2014/main" id="{41AA4E9C-DF1A-409F-BED1-AC82BF36A6AC}"/>
              </a:ext>
            </a:extLst>
          </p:cNvPr>
          <p:cNvSpPr>
            <a:spLocks xmlns:a="http://schemas.openxmlformats.org/drawingml/2006/main" noGrp="1"/>
          </p:cNvSpPr>
          <p:nvPr/>
        </p:nvSpPr>
        <p:spPr>
          <a:xfrm xmlns:a="http://schemas.openxmlformats.org/drawingml/2006/main">
            <a:off x="53149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0" name="g1945">
            <a:extLst xmlns:a="http://schemas.openxmlformats.org/drawingml/2006/main">
              <a:ext uri="{FF2B5EF4-FFF2-40B4-BE49-F238E27FC236}">
                <a16:creationId xmlns:a16="http://schemas.microsoft.com/office/drawing/2014/main" id="{C779521F-268C-4285-B60D-C3D0A57FF82F}"/>
              </a:ext>
            </a:extLst>
          </p:cNvPr>
          <p:cNvSpPr>
            <a:spLocks xmlns:a="http://schemas.openxmlformats.org/drawingml/2006/main" noGrp="1"/>
          </p:cNvSpPr>
          <p:nvPr/>
        </p:nvSpPr>
        <p:spPr>
          <a:xfrm xmlns:a="http://schemas.openxmlformats.org/drawingml/2006/main">
            <a:off x="52292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1" name="g1946">
            <a:extLst xmlns:a="http://schemas.openxmlformats.org/drawingml/2006/main">
              <a:ext uri="{FF2B5EF4-FFF2-40B4-BE49-F238E27FC236}">
                <a16:creationId xmlns:a16="http://schemas.microsoft.com/office/drawing/2014/main" id="{8E08453C-B62A-4F3D-8FA8-DE93C40AC922}"/>
              </a:ext>
            </a:extLst>
          </p:cNvPr>
          <p:cNvSpPr>
            <a:spLocks xmlns:a="http://schemas.openxmlformats.org/drawingml/2006/main" noGrp="1"/>
          </p:cNvSpPr>
          <p:nvPr/>
        </p:nvSpPr>
        <p:spPr>
          <a:xfrm xmlns:a="http://schemas.openxmlformats.org/drawingml/2006/main">
            <a:off x="51435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2" name="g1947">
            <a:extLst xmlns:a="http://schemas.openxmlformats.org/drawingml/2006/main">
              <a:ext uri="{FF2B5EF4-FFF2-40B4-BE49-F238E27FC236}">
                <a16:creationId xmlns:a16="http://schemas.microsoft.com/office/drawing/2014/main" id="{88BC0294-E0E6-4713-812C-69C40B5E95BF}"/>
              </a:ext>
            </a:extLst>
          </p:cNvPr>
          <p:cNvSpPr>
            <a:spLocks xmlns:a="http://schemas.openxmlformats.org/drawingml/2006/main" noGrp="1"/>
          </p:cNvSpPr>
          <p:nvPr/>
        </p:nvSpPr>
        <p:spPr>
          <a:xfrm xmlns:a="http://schemas.openxmlformats.org/drawingml/2006/main">
            <a:off x="50577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3" name="g1948">
            <a:extLst xmlns:a="http://schemas.openxmlformats.org/drawingml/2006/main">
              <a:ext uri="{FF2B5EF4-FFF2-40B4-BE49-F238E27FC236}">
                <a16:creationId xmlns:a16="http://schemas.microsoft.com/office/drawing/2014/main" id="{92568694-70E8-45FB-BAB5-ECB52EFC0757}"/>
              </a:ext>
            </a:extLst>
          </p:cNvPr>
          <p:cNvSpPr>
            <a:spLocks xmlns:a="http://schemas.openxmlformats.org/drawingml/2006/main" noGrp="1"/>
          </p:cNvSpPr>
          <p:nvPr/>
        </p:nvSpPr>
        <p:spPr>
          <a:xfrm xmlns:a="http://schemas.openxmlformats.org/drawingml/2006/main">
            <a:off x="49720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4" name="g1949">
            <a:extLst xmlns:a="http://schemas.openxmlformats.org/drawingml/2006/main">
              <a:ext uri="{FF2B5EF4-FFF2-40B4-BE49-F238E27FC236}">
                <a16:creationId xmlns:a16="http://schemas.microsoft.com/office/drawing/2014/main" id="{F1FF4659-B8BD-4A96-9703-821D161731A1}"/>
              </a:ext>
            </a:extLst>
          </p:cNvPr>
          <p:cNvSpPr>
            <a:spLocks xmlns:a="http://schemas.openxmlformats.org/drawingml/2006/main" noGrp="1"/>
          </p:cNvSpPr>
          <p:nvPr/>
        </p:nvSpPr>
        <p:spPr>
          <a:xfrm xmlns:a="http://schemas.openxmlformats.org/drawingml/2006/main">
            <a:off x="48863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5" name="g1950">
            <a:extLst xmlns:a="http://schemas.openxmlformats.org/drawingml/2006/main">
              <a:ext uri="{FF2B5EF4-FFF2-40B4-BE49-F238E27FC236}">
                <a16:creationId xmlns:a16="http://schemas.microsoft.com/office/drawing/2014/main" id="{1BB08082-88E7-413C-88AC-5DE53D742024}"/>
              </a:ext>
            </a:extLst>
          </p:cNvPr>
          <p:cNvSpPr>
            <a:spLocks xmlns:a="http://schemas.openxmlformats.org/drawingml/2006/main" noGrp="1"/>
          </p:cNvSpPr>
          <p:nvPr/>
        </p:nvSpPr>
        <p:spPr>
          <a:xfrm xmlns:a="http://schemas.openxmlformats.org/drawingml/2006/main">
            <a:off x="48006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6" name="g1951">
            <a:extLst xmlns:a="http://schemas.openxmlformats.org/drawingml/2006/main">
              <a:ext uri="{FF2B5EF4-FFF2-40B4-BE49-F238E27FC236}">
                <a16:creationId xmlns:a16="http://schemas.microsoft.com/office/drawing/2014/main" id="{9F99EC30-CC04-446B-B596-7E4ADDF70448}"/>
              </a:ext>
            </a:extLst>
          </p:cNvPr>
          <p:cNvSpPr>
            <a:spLocks xmlns:a="http://schemas.openxmlformats.org/drawingml/2006/main" noGrp="1"/>
          </p:cNvSpPr>
          <p:nvPr/>
        </p:nvSpPr>
        <p:spPr>
          <a:xfrm xmlns:a="http://schemas.openxmlformats.org/drawingml/2006/main">
            <a:off x="47148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7" name="g1952">
            <a:extLst xmlns:a="http://schemas.openxmlformats.org/drawingml/2006/main">
              <a:ext uri="{FF2B5EF4-FFF2-40B4-BE49-F238E27FC236}">
                <a16:creationId xmlns:a16="http://schemas.microsoft.com/office/drawing/2014/main" id="{EAF5AE8B-81A8-4386-BDF9-AF6135D90861}"/>
              </a:ext>
            </a:extLst>
          </p:cNvPr>
          <p:cNvSpPr>
            <a:spLocks xmlns:a="http://schemas.openxmlformats.org/drawingml/2006/main" noGrp="1"/>
          </p:cNvSpPr>
          <p:nvPr/>
        </p:nvSpPr>
        <p:spPr>
          <a:xfrm xmlns:a="http://schemas.openxmlformats.org/drawingml/2006/main">
            <a:off x="46291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8" name="g1953">
            <a:extLst xmlns:a="http://schemas.openxmlformats.org/drawingml/2006/main">
              <a:ext uri="{FF2B5EF4-FFF2-40B4-BE49-F238E27FC236}">
                <a16:creationId xmlns:a16="http://schemas.microsoft.com/office/drawing/2014/main" id="{1B311970-D67A-4693-9C17-5F606E2D0239}"/>
              </a:ext>
            </a:extLst>
          </p:cNvPr>
          <p:cNvSpPr>
            <a:spLocks xmlns:a="http://schemas.openxmlformats.org/drawingml/2006/main" noGrp="1"/>
          </p:cNvSpPr>
          <p:nvPr/>
        </p:nvSpPr>
        <p:spPr>
          <a:xfrm xmlns:a="http://schemas.openxmlformats.org/drawingml/2006/main">
            <a:off x="45434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69" name="g1954">
            <a:extLst xmlns:a="http://schemas.openxmlformats.org/drawingml/2006/main">
              <a:ext uri="{FF2B5EF4-FFF2-40B4-BE49-F238E27FC236}">
                <a16:creationId xmlns:a16="http://schemas.microsoft.com/office/drawing/2014/main" id="{1763CC73-7F18-431D-88B6-BC21E1C473B5}"/>
              </a:ext>
            </a:extLst>
          </p:cNvPr>
          <p:cNvSpPr>
            <a:spLocks xmlns:a="http://schemas.openxmlformats.org/drawingml/2006/main" noGrp="1"/>
          </p:cNvSpPr>
          <p:nvPr/>
        </p:nvSpPr>
        <p:spPr>
          <a:xfrm xmlns:a="http://schemas.openxmlformats.org/drawingml/2006/main">
            <a:off x="44577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0" name="g1955">
            <a:extLst xmlns:a="http://schemas.openxmlformats.org/drawingml/2006/main">
              <a:ext uri="{FF2B5EF4-FFF2-40B4-BE49-F238E27FC236}">
                <a16:creationId xmlns:a16="http://schemas.microsoft.com/office/drawing/2014/main" id="{BDFA2D73-BD51-4A1B-A54E-C018B486AFA0}"/>
              </a:ext>
            </a:extLst>
          </p:cNvPr>
          <p:cNvSpPr>
            <a:spLocks xmlns:a="http://schemas.openxmlformats.org/drawingml/2006/main" noGrp="1"/>
          </p:cNvSpPr>
          <p:nvPr/>
        </p:nvSpPr>
        <p:spPr>
          <a:xfrm xmlns:a="http://schemas.openxmlformats.org/drawingml/2006/main">
            <a:off x="43719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1" name="g1956">
            <a:extLst xmlns:a="http://schemas.openxmlformats.org/drawingml/2006/main">
              <a:ext uri="{FF2B5EF4-FFF2-40B4-BE49-F238E27FC236}">
                <a16:creationId xmlns:a16="http://schemas.microsoft.com/office/drawing/2014/main" id="{19E4006F-A946-4E09-BE87-4AC5B8FECE4C}"/>
              </a:ext>
            </a:extLst>
          </p:cNvPr>
          <p:cNvSpPr>
            <a:spLocks xmlns:a="http://schemas.openxmlformats.org/drawingml/2006/main" noGrp="1"/>
          </p:cNvSpPr>
          <p:nvPr/>
        </p:nvSpPr>
        <p:spPr>
          <a:xfrm xmlns:a="http://schemas.openxmlformats.org/drawingml/2006/main">
            <a:off x="42862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2" name="g1957">
            <a:extLst xmlns:a="http://schemas.openxmlformats.org/drawingml/2006/main">
              <a:ext uri="{FF2B5EF4-FFF2-40B4-BE49-F238E27FC236}">
                <a16:creationId xmlns:a16="http://schemas.microsoft.com/office/drawing/2014/main" id="{CC1210A7-0107-49B9-A2C8-CEE3512A11D7}"/>
              </a:ext>
            </a:extLst>
          </p:cNvPr>
          <p:cNvSpPr>
            <a:spLocks xmlns:a="http://schemas.openxmlformats.org/drawingml/2006/main" noGrp="1"/>
          </p:cNvSpPr>
          <p:nvPr/>
        </p:nvSpPr>
        <p:spPr>
          <a:xfrm xmlns:a="http://schemas.openxmlformats.org/drawingml/2006/main">
            <a:off x="42005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3" name="g1958">
            <a:extLst xmlns:a="http://schemas.openxmlformats.org/drawingml/2006/main">
              <a:ext uri="{FF2B5EF4-FFF2-40B4-BE49-F238E27FC236}">
                <a16:creationId xmlns:a16="http://schemas.microsoft.com/office/drawing/2014/main" id="{92F2AC43-C3D4-4B70-850E-463C7004A5BB}"/>
              </a:ext>
            </a:extLst>
          </p:cNvPr>
          <p:cNvSpPr>
            <a:spLocks xmlns:a="http://schemas.openxmlformats.org/drawingml/2006/main" noGrp="1"/>
          </p:cNvSpPr>
          <p:nvPr/>
        </p:nvSpPr>
        <p:spPr>
          <a:xfrm xmlns:a="http://schemas.openxmlformats.org/drawingml/2006/main">
            <a:off x="41148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4" name="g1959">
            <a:extLst xmlns:a="http://schemas.openxmlformats.org/drawingml/2006/main">
              <a:ext uri="{FF2B5EF4-FFF2-40B4-BE49-F238E27FC236}">
                <a16:creationId xmlns:a16="http://schemas.microsoft.com/office/drawing/2014/main" id="{96DCB01B-5E60-4678-8362-92DD86521A96}"/>
              </a:ext>
            </a:extLst>
          </p:cNvPr>
          <p:cNvSpPr>
            <a:spLocks xmlns:a="http://schemas.openxmlformats.org/drawingml/2006/main" noGrp="1"/>
          </p:cNvSpPr>
          <p:nvPr/>
        </p:nvSpPr>
        <p:spPr>
          <a:xfrm xmlns:a="http://schemas.openxmlformats.org/drawingml/2006/main">
            <a:off x="40290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5" name="g1960">
            <a:extLst xmlns:a="http://schemas.openxmlformats.org/drawingml/2006/main">
              <a:ext uri="{FF2B5EF4-FFF2-40B4-BE49-F238E27FC236}">
                <a16:creationId xmlns:a16="http://schemas.microsoft.com/office/drawing/2014/main" id="{E3C8D54C-8A54-459A-BCAF-261CF193300C}"/>
              </a:ext>
            </a:extLst>
          </p:cNvPr>
          <p:cNvSpPr>
            <a:spLocks xmlns:a="http://schemas.openxmlformats.org/drawingml/2006/main" noGrp="1"/>
          </p:cNvSpPr>
          <p:nvPr/>
        </p:nvSpPr>
        <p:spPr>
          <a:xfrm xmlns:a="http://schemas.openxmlformats.org/drawingml/2006/main">
            <a:off x="39433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6" name="g1961">
            <a:extLst xmlns:a="http://schemas.openxmlformats.org/drawingml/2006/main">
              <a:ext uri="{FF2B5EF4-FFF2-40B4-BE49-F238E27FC236}">
                <a16:creationId xmlns:a16="http://schemas.microsoft.com/office/drawing/2014/main" id="{1950EF17-928E-48CC-AAF3-0912B3227EF3}"/>
              </a:ext>
            </a:extLst>
          </p:cNvPr>
          <p:cNvSpPr>
            <a:spLocks xmlns:a="http://schemas.openxmlformats.org/drawingml/2006/main" noGrp="1"/>
          </p:cNvSpPr>
          <p:nvPr/>
        </p:nvSpPr>
        <p:spPr>
          <a:xfrm xmlns:a="http://schemas.openxmlformats.org/drawingml/2006/main">
            <a:off x="38576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7" name="g1962">
            <a:extLst xmlns:a="http://schemas.openxmlformats.org/drawingml/2006/main">
              <a:ext uri="{FF2B5EF4-FFF2-40B4-BE49-F238E27FC236}">
                <a16:creationId xmlns:a16="http://schemas.microsoft.com/office/drawing/2014/main" id="{4B892616-3D34-4F6E-95CF-96B26AA06BC1}"/>
              </a:ext>
            </a:extLst>
          </p:cNvPr>
          <p:cNvSpPr>
            <a:spLocks xmlns:a="http://schemas.openxmlformats.org/drawingml/2006/main" noGrp="1"/>
          </p:cNvSpPr>
          <p:nvPr/>
        </p:nvSpPr>
        <p:spPr>
          <a:xfrm xmlns:a="http://schemas.openxmlformats.org/drawingml/2006/main">
            <a:off x="37719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8" name="g1963">
            <a:extLst xmlns:a="http://schemas.openxmlformats.org/drawingml/2006/main">
              <a:ext uri="{FF2B5EF4-FFF2-40B4-BE49-F238E27FC236}">
                <a16:creationId xmlns:a16="http://schemas.microsoft.com/office/drawing/2014/main" id="{BBD9A380-16AA-4FBC-B100-3C51BE8265C7}"/>
              </a:ext>
            </a:extLst>
          </p:cNvPr>
          <p:cNvSpPr>
            <a:spLocks xmlns:a="http://schemas.openxmlformats.org/drawingml/2006/main" noGrp="1"/>
          </p:cNvSpPr>
          <p:nvPr/>
        </p:nvSpPr>
        <p:spPr>
          <a:xfrm xmlns:a="http://schemas.openxmlformats.org/drawingml/2006/main">
            <a:off x="36861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79" name="g1964">
            <a:extLst xmlns:a="http://schemas.openxmlformats.org/drawingml/2006/main">
              <a:ext uri="{FF2B5EF4-FFF2-40B4-BE49-F238E27FC236}">
                <a16:creationId xmlns:a16="http://schemas.microsoft.com/office/drawing/2014/main" id="{F7501ED9-0A9C-4D69-B772-271B616D2290}"/>
              </a:ext>
            </a:extLst>
          </p:cNvPr>
          <p:cNvSpPr>
            <a:spLocks xmlns:a="http://schemas.openxmlformats.org/drawingml/2006/main" noGrp="1"/>
          </p:cNvSpPr>
          <p:nvPr/>
        </p:nvSpPr>
        <p:spPr>
          <a:xfrm xmlns:a="http://schemas.openxmlformats.org/drawingml/2006/main">
            <a:off x="36004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0" name="g1965">
            <a:extLst xmlns:a="http://schemas.openxmlformats.org/drawingml/2006/main">
              <a:ext uri="{FF2B5EF4-FFF2-40B4-BE49-F238E27FC236}">
                <a16:creationId xmlns:a16="http://schemas.microsoft.com/office/drawing/2014/main" id="{4CDDA037-1BD6-455C-934A-E7B288DD2FF6}"/>
              </a:ext>
            </a:extLst>
          </p:cNvPr>
          <p:cNvSpPr>
            <a:spLocks xmlns:a="http://schemas.openxmlformats.org/drawingml/2006/main" noGrp="1"/>
          </p:cNvSpPr>
          <p:nvPr/>
        </p:nvSpPr>
        <p:spPr>
          <a:xfrm xmlns:a="http://schemas.openxmlformats.org/drawingml/2006/main">
            <a:off x="35147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1" name="g1966">
            <a:extLst xmlns:a="http://schemas.openxmlformats.org/drawingml/2006/main">
              <a:ext uri="{FF2B5EF4-FFF2-40B4-BE49-F238E27FC236}">
                <a16:creationId xmlns:a16="http://schemas.microsoft.com/office/drawing/2014/main" id="{57746EF8-19DC-4C7C-9E20-6932E76C1E30}"/>
              </a:ext>
            </a:extLst>
          </p:cNvPr>
          <p:cNvSpPr>
            <a:spLocks xmlns:a="http://schemas.openxmlformats.org/drawingml/2006/main" noGrp="1"/>
          </p:cNvSpPr>
          <p:nvPr/>
        </p:nvSpPr>
        <p:spPr>
          <a:xfrm xmlns:a="http://schemas.openxmlformats.org/drawingml/2006/main">
            <a:off x="34290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2" name="g1967">
            <a:extLst xmlns:a="http://schemas.openxmlformats.org/drawingml/2006/main">
              <a:ext uri="{FF2B5EF4-FFF2-40B4-BE49-F238E27FC236}">
                <a16:creationId xmlns:a16="http://schemas.microsoft.com/office/drawing/2014/main" id="{86CB4983-E496-44A2-BDA5-47AF8DC55F61}"/>
              </a:ext>
            </a:extLst>
          </p:cNvPr>
          <p:cNvSpPr>
            <a:spLocks xmlns:a="http://schemas.openxmlformats.org/drawingml/2006/main" noGrp="1"/>
          </p:cNvSpPr>
          <p:nvPr/>
        </p:nvSpPr>
        <p:spPr>
          <a:xfrm xmlns:a="http://schemas.openxmlformats.org/drawingml/2006/main">
            <a:off x="33432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3" name="g1968">
            <a:extLst xmlns:a="http://schemas.openxmlformats.org/drawingml/2006/main">
              <a:ext uri="{FF2B5EF4-FFF2-40B4-BE49-F238E27FC236}">
                <a16:creationId xmlns:a16="http://schemas.microsoft.com/office/drawing/2014/main" id="{775781BF-3ED5-46B4-8FBA-2D17F242E8FA}"/>
              </a:ext>
            </a:extLst>
          </p:cNvPr>
          <p:cNvSpPr>
            <a:spLocks xmlns:a="http://schemas.openxmlformats.org/drawingml/2006/main" noGrp="1"/>
          </p:cNvSpPr>
          <p:nvPr/>
        </p:nvSpPr>
        <p:spPr>
          <a:xfrm xmlns:a="http://schemas.openxmlformats.org/drawingml/2006/main">
            <a:off x="32575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4" name="g1969">
            <a:extLst xmlns:a="http://schemas.openxmlformats.org/drawingml/2006/main">
              <a:ext uri="{FF2B5EF4-FFF2-40B4-BE49-F238E27FC236}">
                <a16:creationId xmlns:a16="http://schemas.microsoft.com/office/drawing/2014/main" id="{E1BE0B86-9323-469E-A5FF-16DE3F0649DD}"/>
              </a:ext>
            </a:extLst>
          </p:cNvPr>
          <p:cNvSpPr>
            <a:spLocks xmlns:a="http://schemas.openxmlformats.org/drawingml/2006/main" noGrp="1"/>
          </p:cNvSpPr>
          <p:nvPr/>
        </p:nvSpPr>
        <p:spPr>
          <a:xfrm xmlns:a="http://schemas.openxmlformats.org/drawingml/2006/main">
            <a:off x="31718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5" name="g1970">
            <a:extLst xmlns:a="http://schemas.openxmlformats.org/drawingml/2006/main">
              <a:ext uri="{FF2B5EF4-FFF2-40B4-BE49-F238E27FC236}">
                <a16:creationId xmlns:a16="http://schemas.microsoft.com/office/drawing/2014/main" id="{443186B2-BD1C-4A75-A6CF-D028DB407FFA}"/>
              </a:ext>
            </a:extLst>
          </p:cNvPr>
          <p:cNvSpPr>
            <a:spLocks xmlns:a="http://schemas.openxmlformats.org/drawingml/2006/main" noGrp="1"/>
          </p:cNvSpPr>
          <p:nvPr/>
        </p:nvSpPr>
        <p:spPr>
          <a:xfrm xmlns:a="http://schemas.openxmlformats.org/drawingml/2006/main">
            <a:off x="30861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6" name="g1971">
            <a:extLst xmlns:a="http://schemas.openxmlformats.org/drawingml/2006/main">
              <a:ext uri="{FF2B5EF4-FFF2-40B4-BE49-F238E27FC236}">
                <a16:creationId xmlns:a16="http://schemas.microsoft.com/office/drawing/2014/main" id="{8BC5A0A4-3E8C-44D0-ABE4-F146BBCD0CB6}"/>
              </a:ext>
            </a:extLst>
          </p:cNvPr>
          <p:cNvSpPr>
            <a:spLocks xmlns:a="http://schemas.openxmlformats.org/drawingml/2006/main" noGrp="1"/>
          </p:cNvSpPr>
          <p:nvPr/>
        </p:nvSpPr>
        <p:spPr>
          <a:xfrm xmlns:a="http://schemas.openxmlformats.org/drawingml/2006/main">
            <a:off x="30003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7" name="g1972">
            <a:extLst xmlns:a="http://schemas.openxmlformats.org/drawingml/2006/main">
              <a:ext uri="{FF2B5EF4-FFF2-40B4-BE49-F238E27FC236}">
                <a16:creationId xmlns:a16="http://schemas.microsoft.com/office/drawing/2014/main" id="{A5FE01C2-2F9B-4DD8-A7E0-C0B777F0316B}"/>
              </a:ext>
            </a:extLst>
          </p:cNvPr>
          <p:cNvSpPr>
            <a:spLocks xmlns:a="http://schemas.openxmlformats.org/drawingml/2006/main" noGrp="1"/>
          </p:cNvSpPr>
          <p:nvPr/>
        </p:nvSpPr>
        <p:spPr>
          <a:xfrm xmlns:a="http://schemas.openxmlformats.org/drawingml/2006/main">
            <a:off x="29146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8" name="g1973">
            <a:extLst xmlns:a="http://schemas.openxmlformats.org/drawingml/2006/main">
              <a:ext uri="{FF2B5EF4-FFF2-40B4-BE49-F238E27FC236}">
                <a16:creationId xmlns:a16="http://schemas.microsoft.com/office/drawing/2014/main" id="{BB34E409-9927-4834-B876-C166959F4D72}"/>
              </a:ext>
            </a:extLst>
          </p:cNvPr>
          <p:cNvSpPr>
            <a:spLocks xmlns:a="http://schemas.openxmlformats.org/drawingml/2006/main" noGrp="1"/>
          </p:cNvSpPr>
          <p:nvPr/>
        </p:nvSpPr>
        <p:spPr>
          <a:xfrm xmlns:a="http://schemas.openxmlformats.org/drawingml/2006/main">
            <a:off x="28289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89" name="g1974">
            <a:extLst xmlns:a="http://schemas.openxmlformats.org/drawingml/2006/main">
              <a:ext uri="{FF2B5EF4-FFF2-40B4-BE49-F238E27FC236}">
                <a16:creationId xmlns:a16="http://schemas.microsoft.com/office/drawing/2014/main" id="{45E33E58-AD6A-4BEB-8BB1-AD696A0B2581}"/>
              </a:ext>
            </a:extLst>
          </p:cNvPr>
          <p:cNvSpPr>
            <a:spLocks xmlns:a="http://schemas.openxmlformats.org/drawingml/2006/main" noGrp="1"/>
          </p:cNvSpPr>
          <p:nvPr/>
        </p:nvSpPr>
        <p:spPr>
          <a:xfrm xmlns:a="http://schemas.openxmlformats.org/drawingml/2006/main">
            <a:off x="27432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0" name="g1975">
            <a:extLst xmlns:a="http://schemas.openxmlformats.org/drawingml/2006/main">
              <a:ext uri="{FF2B5EF4-FFF2-40B4-BE49-F238E27FC236}">
                <a16:creationId xmlns:a16="http://schemas.microsoft.com/office/drawing/2014/main" id="{5084D251-89B1-4E26-95C6-6360F7689D39}"/>
              </a:ext>
            </a:extLst>
          </p:cNvPr>
          <p:cNvSpPr>
            <a:spLocks xmlns:a="http://schemas.openxmlformats.org/drawingml/2006/main" noGrp="1"/>
          </p:cNvSpPr>
          <p:nvPr/>
        </p:nvSpPr>
        <p:spPr>
          <a:xfrm xmlns:a="http://schemas.openxmlformats.org/drawingml/2006/main">
            <a:off x="26574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1" name="g1976">
            <a:extLst xmlns:a="http://schemas.openxmlformats.org/drawingml/2006/main">
              <a:ext uri="{FF2B5EF4-FFF2-40B4-BE49-F238E27FC236}">
                <a16:creationId xmlns:a16="http://schemas.microsoft.com/office/drawing/2014/main" id="{C87AB307-C0F7-43ED-B6E6-053E7EB08106}"/>
              </a:ext>
            </a:extLst>
          </p:cNvPr>
          <p:cNvSpPr>
            <a:spLocks xmlns:a="http://schemas.openxmlformats.org/drawingml/2006/main" noGrp="1"/>
          </p:cNvSpPr>
          <p:nvPr/>
        </p:nvSpPr>
        <p:spPr>
          <a:xfrm xmlns:a="http://schemas.openxmlformats.org/drawingml/2006/main">
            <a:off x="25717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2" name="g1977">
            <a:extLst xmlns:a="http://schemas.openxmlformats.org/drawingml/2006/main">
              <a:ext uri="{FF2B5EF4-FFF2-40B4-BE49-F238E27FC236}">
                <a16:creationId xmlns:a16="http://schemas.microsoft.com/office/drawing/2014/main" id="{4A7AF9CF-5AA8-414D-BCFE-D0836663DD6A}"/>
              </a:ext>
            </a:extLst>
          </p:cNvPr>
          <p:cNvSpPr>
            <a:spLocks xmlns:a="http://schemas.openxmlformats.org/drawingml/2006/main" noGrp="1"/>
          </p:cNvSpPr>
          <p:nvPr/>
        </p:nvSpPr>
        <p:spPr>
          <a:xfrm xmlns:a="http://schemas.openxmlformats.org/drawingml/2006/main">
            <a:off x="24860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3" name="g1978">
            <a:extLst xmlns:a="http://schemas.openxmlformats.org/drawingml/2006/main">
              <a:ext uri="{FF2B5EF4-FFF2-40B4-BE49-F238E27FC236}">
                <a16:creationId xmlns:a16="http://schemas.microsoft.com/office/drawing/2014/main" id="{FF1ECC92-BA6D-4A20-B582-7DF20631F37F}"/>
              </a:ext>
            </a:extLst>
          </p:cNvPr>
          <p:cNvSpPr>
            <a:spLocks xmlns:a="http://schemas.openxmlformats.org/drawingml/2006/main" noGrp="1"/>
          </p:cNvSpPr>
          <p:nvPr/>
        </p:nvSpPr>
        <p:spPr>
          <a:xfrm xmlns:a="http://schemas.openxmlformats.org/drawingml/2006/main">
            <a:off x="24003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4" name="g1979">
            <a:extLst xmlns:a="http://schemas.openxmlformats.org/drawingml/2006/main">
              <a:ext uri="{FF2B5EF4-FFF2-40B4-BE49-F238E27FC236}">
                <a16:creationId xmlns:a16="http://schemas.microsoft.com/office/drawing/2014/main" id="{1CFEEA1B-7152-4895-96E7-B6042257C084}"/>
              </a:ext>
            </a:extLst>
          </p:cNvPr>
          <p:cNvSpPr>
            <a:spLocks xmlns:a="http://schemas.openxmlformats.org/drawingml/2006/main" noGrp="1"/>
          </p:cNvSpPr>
          <p:nvPr/>
        </p:nvSpPr>
        <p:spPr>
          <a:xfrm xmlns:a="http://schemas.openxmlformats.org/drawingml/2006/main">
            <a:off x="23145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5" name="g1980">
            <a:extLst xmlns:a="http://schemas.openxmlformats.org/drawingml/2006/main">
              <a:ext uri="{FF2B5EF4-FFF2-40B4-BE49-F238E27FC236}">
                <a16:creationId xmlns:a16="http://schemas.microsoft.com/office/drawing/2014/main" id="{6726F770-2F9C-415D-8B42-9D062FB58513}"/>
              </a:ext>
            </a:extLst>
          </p:cNvPr>
          <p:cNvSpPr>
            <a:spLocks xmlns:a="http://schemas.openxmlformats.org/drawingml/2006/main" noGrp="1"/>
          </p:cNvSpPr>
          <p:nvPr/>
        </p:nvSpPr>
        <p:spPr>
          <a:xfrm xmlns:a="http://schemas.openxmlformats.org/drawingml/2006/main">
            <a:off x="22288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6" name="g1981">
            <a:extLst xmlns:a="http://schemas.openxmlformats.org/drawingml/2006/main">
              <a:ext uri="{FF2B5EF4-FFF2-40B4-BE49-F238E27FC236}">
                <a16:creationId xmlns:a16="http://schemas.microsoft.com/office/drawing/2014/main" id="{ACFF82A5-A8E6-49F8-BD45-C610F0193C83}"/>
              </a:ext>
            </a:extLst>
          </p:cNvPr>
          <p:cNvSpPr>
            <a:spLocks xmlns:a="http://schemas.openxmlformats.org/drawingml/2006/main" noGrp="1"/>
          </p:cNvSpPr>
          <p:nvPr/>
        </p:nvSpPr>
        <p:spPr>
          <a:xfrm xmlns:a="http://schemas.openxmlformats.org/drawingml/2006/main">
            <a:off x="21431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7" name="g1982">
            <a:extLst xmlns:a="http://schemas.openxmlformats.org/drawingml/2006/main">
              <a:ext uri="{FF2B5EF4-FFF2-40B4-BE49-F238E27FC236}">
                <a16:creationId xmlns:a16="http://schemas.microsoft.com/office/drawing/2014/main" id="{A9B0917F-6020-4DBF-9C9D-70550F0E342C}"/>
              </a:ext>
            </a:extLst>
          </p:cNvPr>
          <p:cNvSpPr>
            <a:spLocks xmlns:a="http://schemas.openxmlformats.org/drawingml/2006/main" noGrp="1"/>
          </p:cNvSpPr>
          <p:nvPr/>
        </p:nvSpPr>
        <p:spPr>
          <a:xfrm xmlns:a="http://schemas.openxmlformats.org/drawingml/2006/main">
            <a:off x="20574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8" name="g1983">
            <a:extLst xmlns:a="http://schemas.openxmlformats.org/drawingml/2006/main">
              <a:ext uri="{FF2B5EF4-FFF2-40B4-BE49-F238E27FC236}">
                <a16:creationId xmlns:a16="http://schemas.microsoft.com/office/drawing/2014/main" id="{66AECCAB-F6E5-497A-96E8-226F3EB2183E}"/>
              </a:ext>
            </a:extLst>
          </p:cNvPr>
          <p:cNvSpPr>
            <a:spLocks xmlns:a="http://schemas.openxmlformats.org/drawingml/2006/main" noGrp="1"/>
          </p:cNvSpPr>
          <p:nvPr/>
        </p:nvSpPr>
        <p:spPr>
          <a:xfrm xmlns:a="http://schemas.openxmlformats.org/drawingml/2006/main">
            <a:off x="19716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599" name="g1984">
            <a:extLst xmlns:a="http://schemas.openxmlformats.org/drawingml/2006/main">
              <a:ext uri="{FF2B5EF4-FFF2-40B4-BE49-F238E27FC236}">
                <a16:creationId xmlns:a16="http://schemas.microsoft.com/office/drawing/2014/main" id="{59B31479-3F1D-436B-A52F-EA12CE813601}"/>
              </a:ext>
            </a:extLst>
          </p:cNvPr>
          <p:cNvSpPr>
            <a:spLocks xmlns:a="http://schemas.openxmlformats.org/drawingml/2006/main" noGrp="1"/>
          </p:cNvSpPr>
          <p:nvPr/>
        </p:nvSpPr>
        <p:spPr>
          <a:xfrm xmlns:a="http://schemas.openxmlformats.org/drawingml/2006/main">
            <a:off x="18859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0" name="g1985">
            <a:extLst xmlns:a="http://schemas.openxmlformats.org/drawingml/2006/main">
              <a:ext uri="{FF2B5EF4-FFF2-40B4-BE49-F238E27FC236}">
                <a16:creationId xmlns:a16="http://schemas.microsoft.com/office/drawing/2014/main" id="{3074875E-F463-4054-A748-B99190927C2F}"/>
              </a:ext>
            </a:extLst>
          </p:cNvPr>
          <p:cNvSpPr>
            <a:spLocks xmlns:a="http://schemas.openxmlformats.org/drawingml/2006/main" noGrp="1"/>
          </p:cNvSpPr>
          <p:nvPr/>
        </p:nvSpPr>
        <p:spPr>
          <a:xfrm xmlns:a="http://schemas.openxmlformats.org/drawingml/2006/main">
            <a:off x="18002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1" name="g1986">
            <a:extLst xmlns:a="http://schemas.openxmlformats.org/drawingml/2006/main">
              <a:ext uri="{FF2B5EF4-FFF2-40B4-BE49-F238E27FC236}">
                <a16:creationId xmlns:a16="http://schemas.microsoft.com/office/drawing/2014/main" id="{219AD2DB-03DB-4E7C-B1F3-C656634E2162}"/>
              </a:ext>
            </a:extLst>
          </p:cNvPr>
          <p:cNvSpPr>
            <a:spLocks xmlns:a="http://schemas.openxmlformats.org/drawingml/2006/main" noGrp="1"/>
          </p:cNvSpPr>
          <p:nvPr/>
        </p:nvSpPr>
        <p:spPr>
          <a:xfrm xmlns:a="http://schemas.openxmlformats.org/drawingml/2006/main">
            <a:off x="17145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2" name="g1987">
            <a:extLst xmlns:a="http://schemas.openxmlformats.org/drawingml/2006/main">
              <a:ext uri="{FF2B5EF4-FFF2-40B4-BE49-F238E27FC236}">
                <a16:creationId xmlns:a16="http://schemas.microsoft.com/office/drawing/2014/main" id="{133A7C64-2B40-4DA7-9D52-E04BE763667D}"/>
              </a:ext>
            </a:extLst>
          </p:cNvPr>
          <p:cNvSpPr>
            <a:spLocks xmlns:a="http://schemas.openxmlformats.org/drawingml/2006/main" noGrp="1"/>
          </p:cNvSpPr>
          <p:nvPr/>
        </p:nvSpPr>
        <p:spPr>
          <a:xfrm xmlns:a="http://schemas.openxmlformats.org/drawingml/2006/main">
            <a:off x="16287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3" name="g1988">
            <a:extLst xmlns:a="http://schemas.openxmlformats.org/drawingml/2006/main">
              <a:ext uri="{FF2B5EF4-FFF2-40B4-BE49-F238E27FC236}">
                <a16:creationId xmlns:a16="http://schemas.microsoft.com/office/drawing/2014/main" id="{CE9ADA7A-CFD9-46E7-AA73-CA52EAEDA778}"/>
              </a:ext>
            </a:extLst>
          </p:cNvPr>
          <p:cNvSpPr>
            <a:spLocks xmlns:a="http://schemas.openxmlformats.org/drawingml/2006/main" noGrp="1"/>
          </p:cNvSpPr>
          <p:nvPr/>
        </p:nvSpPr>
        <p:spPr>
          <a:xfrm xmlns:a="http://schemas.openxmlformats.org/drawingml/2006/main">
            <a:off x="15430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4" name="g1989">
            <a:extLst xmlns:a="http://schemas.openxmlformats.org/drawingml/2006/main">
              <a:ext uri="{FF2B5EF4-FFF2-40B4-BE49-F238E27FC236}">
                <a16:creationId xmlns:a16="http://schemas.microsoft.com/office/drawing/2014/main" id="{535DF23B-48A3-487E-8291-276C783F19A0}"/>
              </a:ext>
            </a:extLst>
          </p:cNvPr>
          <p:cNvSpPr>
            <a:spLocks xmlns:a="http://schemas.openxmlformats.org/drawingml/2006/main" noGrp="1"/>
          </p:cNvSpPr>
          <p:nvPr/>
        </p:nvSpPr>
        <p:spPr>
          <a:xfrm xmlns:a="http://schemas.openxmlformats.org/drawingml/2006/main">
            <a:off x="145732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5" name="g1990">
            <a:extLst xmlns:a="http://schemas.openxmlformats.org/drawingml/2006/main">
              <a:ext uri="{FF2B5EF4-FFF2-40B4-BE49-F238E27FC236}">
                <a16:creationId xmlns:a16="http://schemas.microsoft.com/office/drawing/2014/main" id="{889CC9D9-EFA7-41C6-BD46-A0C5E6015E25}"/>
              </a:ext>
            </a:extLst>
          </p:cNvPr>
          <p:cNvSpPr>
            <a:spLocks xmlns:a="http://schemas.openxmlformats.org/drawingml/2006/main" noGrp="1"/>
          </p:cNvSpPr>
          <p:nvPr/>
        </p:nvSpPr>
        <p:spPr>
          <a:xfrm xmlns:a="http://schemas.openxmlformats.org/drawingml/2006/main">
            <a:off x="137160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6" name="g1991">
            <a:extLst xmlns:a="http://schemas.openxmlformats.org/drawingml/2006/main">
              <a:ext uri="{FF2B5EF4-FFF2-40B4-BE49-F238E27FC236}">
                <a16:creationId xmlns:a16="http://schemas.microsoft.com/office/drawing/2014/main" id="{2BE07483-F795-4F5A-A8A4-2945392C30C6}"/>
              </a:ext>
            </a:extLst>
          </p:cNvPr>
          <p:cNvSpPr>
            <a:spLocks xmlns:a="http://schemas.openxmlformats.org/drawingml/2006/main" noGrp="1"/>
          </p:cNvSpPr>
          <p:nvPr/>
        </p:nvSpPr>
        <p:spPr>
          <a:xfrm xmlns:a="http://schemas.openxmlformats.org/drawingml/2006/main">
            <a:off x="1285875"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7" name="g1992">
            <a:extLst xmlns:a="http://schemas.openxmlformats.org/drawingml/2006/main">
              <a:ext uri="{FF2B5EF4-FFF2-40B4-BE49-F238E27FC236}">
                <a16:creationId xmlns:a16="http://schemas.microsoft.com/office/drawing/2014/main" id="{F0B708E4-E0AD-49E4-B487-E889323AD139}"/>
              </a:ext>
            </a:extLst>
          </p:cNvPr>
          <p:cNvSpPr>
            <a:spLocks xmlns:a="http://schemas.openxmlformats.org/drawingml/2006/main" noGrp="1"/>
          </p:cNvSpPr>
          <p:nvPr/>
        </p:nvSpPr>
        <p:spPr>
          <a:xfrm xmlns:a="http://schemas.openxmlformats.org/drawingml/2006/main">
            <a:off x="1200150" y="6219825"/>
            <a:ext cx="47625" cy="953"/>
          </a:xfrm>
          <a:custGeom xmlns:a="http://schemas.openxmlformats.org/drawingml/2006/main">
            <a:pathLst>
              <a:path w="47625" h="953">
                <a:moveTo>
                  <a:pt x="47625" y="0"/>
                </a:moveTo>
                <a:lnTo>
                  <a:pt x="0" y="0"/>
                </a:lnTo>
              </a:path>
            </a:pathLst>
          </a:custGeom>
          <a:noFill xmlns:a="http://schemas.openxmlformats.org/drawingml/2006/main"/>
          <a:ln xmlns:a="http://schemas.openxmlformats.org/drawingml/2006/main" w="6191">
            <a:solidFill>
              <a:srgbClr val="8DAAFE"/>
            </a:solidFill>
          </a:ln>
        </p:spPr>
      </p:sp>
      <p:sp>
        <p:nvSpPr>
          <p:cNvPr id="1608" name="g1993">
            <a:extLst xmlns:a="http://schemas.openxmlformats.org/drawingml/2006/main">
              <a:ext uri="{FF2B5EF4-FFF2-40B4-BE49-F238E27FC236}">
                <a16:creationId xmlns:a16="http://schemas.microsoft.com/office/drawing/2014/main" id="{BEFFB008-16C0-4779-BE91-FAFD3D54A5D2}"/>
              </a:ext>
            </a:extLst>
          </p:cNvPr>
          <p:cNvSpPr>
            <a:spLocks xmlns:a="http://schemas.openxmlformats.org/drawingml/2006/main" noGrp="1"/>
          </p:cNvSpPr>
          <p:nvPr/>
        </p:nvSpPr>
        <p:spPr>
          <a:xfrm xmlns:a="http://schemas.openxmlformats.org/drawingml/2006/main">
            <a:off x="1152525" y="6219825"/>
            <a:ext cx="9525" cy="953"/>
          </a:xfrm>
          <a:custGeom xmlns:a="http://schemas.openxmlformats.org/drawingml/2006/main">
            <a:pathLst>
              <a:path w="9525" h="953">
                <a:moveTo>
                  <a:pt x="9525" y="0"/>
                </a:moveTo>
                <a:lnTo>
                  <a:pt x="0" y="0"/>
                </a:lnTo>
              </a:path>
            </a:pathLst>
          </a:custGeom>
          <a:noFill xmlns:a="http://schemas.openxmlformats.org/drawingml/2006/main"/>
          <a:ln xmlns:a="http://schemas.openxmlformats.org/drawingml/2006/main" w="6191">
            <a:solidFill>
              <a:srgbClr val="8DAAFE"/>
            </a:solidFill>
          </a:ln>
        </p:spPr>
      </p:sp>
      <p:sp>
        <p:nvSpPr>
          <p:cNvPr id="1609" name="g1994">
            <a:extLst xmlns:a="http://schemas.openxmlformats.org/drawingml/2006/main">
              <a:ext uri="{FF2B5EF4-FFF2-40B4-BE49-F238E27FC236}">
                <a16:creationId xmlns:a16="http://schemas.microsoft.com/office/drawing/2014/main" id="{54FE5844-083B-4B02-A084-0DB589B0088C}"/>
              </a:ext>
            </a:extLst>
          </p:cNvPr>
          <p:cNvSpPr>
            <a:spLocks xmlns:a="http://schemas.openxmlformats.org/drawingml/2006/main" noGrp="1"/>
          </p:cNvSpPr>
          <p:nvPr/>
        </p:nvSpPr>
        <p:spPr>
          <a:xfrm xmlns:a="http://schemas.openxmlformats.org/drawingml/2006/main">
            <a:off x="1152525" y="61722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1610" name="g1995">
            <a:extLst xmlns:a="http://schemas.openxmlformats.org/drawingml/2006/main">
              <a:ext uri="{FF2B5EF4-FFF2-40B4-BE49-F238E27FC236}">
                <a16:creationId xmlns:a16="http://schemas.microsoft.com/office/drawing/2014/main" id="{3485FE29-E6B0-40DB-B753-D9E675E8033D}"/>
              </a:ext>
            </a:extLst>
          </p:cNvPr>
          <p:cNvSpPr>
            <a:spLocks xmlns:a="http://schemas.openxmlformats.org/drawingml/2006/main" noGrp="1"/>
          </p:cNvSpPr>
          <p:nvPr/>
        </p:nvSpPr>
        <p:spPr>
          <a:xfrm xmlns:a="http://schemas.openxmlformats.org/drawingml/2006/main">
            <a:off x="1152525" y="608647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1611" name="g1996">
            <a:extLst xmlns:a="http://schemas.openxmlformats.org/drawingml/2006/main">
              <a:ext uri="{FF2B5EF4-FFF2-40B4-BE49-F238E27FC236}">
                <a16:creationId xmlns:a16="http://schemas.microsoft.com/office/drawing/2014/main" id="{3AB7FE49-B7B3-470F-B775-54BBE63661D4}"/>
              </a:ext>
            </a:extLst>
          </p:cNvPr>
          <p:cNvSpPr>
            <a:spLocks xmlns:a="http://schemas.openxmlformats.org/drawingml/2006/main" noGrp="1"/>
          </p:cNvSpPr>
          <p:nvPr/>
        </p:nvSpPr>
        <p:spPr>
          <a:xfrm xmlns:a="http://schemas.openxmlformats.org/drawingml/2006/main">
            <a:off x="1152525" y="600075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1612" name="g1997">
            <a:extLst xmlns:a="http://schemas.openxmlformats.org/drawingml/2006/main">
              <a:ext uri="{FF2B5EF4-FFF2-40B4-BE49-F238E27FC236}">
                <a16:creationId xmlns:a16="http://schemas.microsoft.com/office/drawing/2014/main" id="{A8FBDFB3-A4B2-4A7B-A62C-6D028CEBF351}"/>
              </a:ext>
            </a:extLst>
          </p:cNvPr>
          <p:cNvSpPr>
            <a:spLocks xmlns:a="http://schemas.openxmlformats.org/drawingml/2006/main" noGrp="1"/>
          </p:cNvSpPr>
          <p:nvPr/>
        </p:nvSpPr>
        <p:spPr>
          <a:xfrm xmlns:a="http://schemas.openxmlformats.org/drawingml/2006/main">
            <a:off x="1152525" y="5915025"/>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1613" name="g1998">
            <a:extLst xmlns:a="http://schemas.openxmlformats.org/drawingml/2006/main">
              <a:ext uri="{FF2B5EF4-FFF2-40B4-BE49-F238E27FC236}">
                <a16:creationId xmlns:a16="http://schemas.microsoft.com/office/drawing/2014/main" id="{602E012C-563E-4716-A418-BE181BF0997D}"/>
              </a:ext>
            </a:extLst>
          </p:cNvPr>
          <p:cNvSpPr>
            <a:spLocks xmlns:a="http://schemas.openxmlformats.org/drawingml/2006/main" noGrp="1"/>
          </p:cNvSpPr>
          <p:nvPr/>
        </p:nvSpPr>
        <p:spPr>
          <a:xfrm xmlns:a="http://schemas.openxmlformats.org/drawingml/2006/main">
            <a:off x="1152525" y="5829300"/>
            <a:ext cx="953" cy="47625"/>
          </a:xfrm>
          <a:custGeom xmlns:a="http://schemas.openxmlformats.org/drawingml/2006/main">
            <a:pathLst>
              <a:path w="953" h="47625">
                <a:moveTo>
                  <a:pt x="0" y="47625"/>
                </a:moveTo>
                <a:lnTo>
                  <a:pt x="0" y="0"/>
                </a:lnTo>
              </a:path>
            </a:pathLst>
          </a:custGeom>
          <a:noFill xmlns:a="http://schemas.openxmlformats.org/drawingml/2006/main"/>
          <a:ln xmlns:a="http://schemas.openxmlformats.org/drawingml/2006/main" w="6191">
            <a:solidFill>
              <a:srgbClr val="8DAAFE"/>
            </a:solidFill>
          </a:ln>
        </p:spPr>
      </p:sp>
      <p:sp>
        <p:nvSpPr>
          <p:cNvPr id="1614" name="g1999">
            <a:extLst xmlns:a="http://schemas.openxmlformats.org/drawingml/2006/main">
              <a:ext uri="{FF2B5EF4-FFF2-40B4-BE49-F238E27FC236}">
                <a16:creationId xmlns:a16="http://schemas.microsoft.com/office/drawing/2014/main" id="{4ED0D3B7-E2CC-4B51-9882-143425C5414F}"/>
              </a:ext>
            </a:extLst>
          </p:cNvPr>
          <p:cNvSpPr>
            <a:spLocks xmlns:a="http://schemas.openxmlformats.org/drawingml/2006/main" noGrp="1"/>
          </p:cNvSpPr>
          <p:nvPr/>
        </p:nvSpPr>
        <p:spPr>
          <a:xfrm xmlns:a="http://schemas.openxmlformats.org/drawingml/2006/main">
            <a:off x="1152525" y="5781675"/>
            <a:ext cx="953" cy="9525"/>
          </a:xfrm>
          <a:custGeom xmlns:a="http://schemas.openxmlformats.org/drawingml/2006/main">
            <a:pathLst>
              <a:path w="953" h="9525">
                <a:moveTo>
                  <a:pt x="0" y="9525"/>
                </a:moveTo>
                <a:lnTo>
                  <a:pt x="0" y="0"/>
                </a:lnTo>
              </a:path>
            </a:pathLst>
          </a:custGeom>
          <a:noFill xmlns:a="http://schemas.openxmlformats.org/drawingml/2006/main"/>
          <a:ln xmlns:a="http://schemas.openxmlformats.org/drawingml/2006/main" w="6191">
            <a:solidFill>
              <a:srgbClr val="8DAAFE"/>
            </a:solidFill>
          </a:ln>
        </p:spPr>
      </p:sp>
      <p:sp>
        <p:nvSpPr>
          <p:cNvPr id="1615" name="g2000">
            <a:extLst xmlns:a="http://schemas.openxmlformats.org/drawingml/2006/main">
              <a:ext uri="{FF2B5EF4-FFF2-40B4-BE49-F238E27FC236}">
                <a16:creationId xmlns:a16="http://schemas.microsoft.com/office/drawing/2014/main" id="{16A9D9A8-D731-4D1E-867D-71613D39FF5B}"/>
              </a:ext>
            </a:extLst>
          </p:cNvPr>
          <p:cNvSpPr>
            <a:spLocks xmlns:a="http://schemas.openxmlformats.org/drawingml/2006/main" noGrp="1"/>
          </p:cNvSpPr>
          <p:nvPr/>
        </p:nvSpPr>
        <p:spPr>
          <a:xfrm xmlns:a="http://schemas.openxmlformats.org/drawingml/2006/main">
            <a:off x="1247775" y="5848350"/>
            <a:ext cx="2352675" cy="333375"/>
          </a:xfrm>
          <a:custGeom xmlns:a="http://schemas.openxmlformats.org/drawingml/2006/main">
            <a:pathLst>
              <a:path w="2352675" h="333375">
                <a:moveTo>
                  <a:pt x="0" y="0"/>
                </a:moveTo>
                <a:lnTo>
                  <a:pt x="2181225" y="0"/>
                </a:lnTo>
                <a:lnTo>
                  <a:pt x="2352675" y="166688"/>
                </a:lnTo>
                <a:lnTo>
                  <a:pt x="2181225" y="333375"/>
                </a:lnTo>
                <a:lnTo>
                  <a:pt x="0" y="333375"/>
                </a:lnTo>
                <a:lnTo>
                  <a:pt x="171450" y="166688"/>
                </a:lnTo>
                <a:close/>
              </a:path>
            </a:pathLst>
          </a:custGeom>
          <a:solidFill xmlns:a="http://schemas.openxmlformats.org/drawingml/2006/main">
            <a:srgbClr val="B8CAFE"/>
          </a:solidFill>
          <a:ln xmlns:a="http://schemas.openxmlformats.org/drawingml/2006/main" w="0">
            <a:noFill/>
          </a:ln>
        </p:spPr>
      </p:sp>
      <p:sp>
        <p:nvSpPr>
          <p:cNvPr id="1616" name="g2001">
            <a:extLst xmlns:a="http://schemas.openxmlformats.org/drawingml/2006/main">
              <a:ext uri="{FF2B5EF4-FFF2-40B4-BE49-F238E27FC236}">
                <a16:creationId xmlns:a16="http://schemas.microsoft.com/office/drawing/2014/main" id="{A428003D-3E90-4167-8A8E-057DDD4E3EC6}"/>
              </a:ext>
            </a:extLst>
          </p:cNvPr>
          <p:cNvSpPr>
            <a:spLocks xmlns:a="http://schemas.openxmlformats.org/drawingml/2006/main" noGrp="1"/>
          </p:cNvSpPr>
          <p:nvPr/>
        </p:nvSpPr>
        <p:spPr>
          <a:xfrm xmlns:a="http://schemas.openxmlformats.org/drawingml/2006/main">
            <a:off x="1390650" y="5857875"/>
            <a:ext cx="2066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资金保障</a:t>
            </a:r>
          </a:p>
        </p:txBody>
      </p:sp>
      <p:sp>
        <p:nvSpPr>
          <p:cNvPr id="1617" name="g2002">
            <a:extLst xmlns:a="http://schemas.openxmlformats.org/drawingml/2006/main">
              <a:ext uri="{FF2B5EF4-FFF2-40B4-BE49-F238E27FC236}">
                <a16:creationId xmlns:a16="http://schemas.microsoft.com/office/drawing/2014/main" id="{047E0980-6680-4E7D-91E4-BD9252CD57D6}"/>
              </a:ext>
            </a:extLst>
          </p:cNvPr>
          <p:cNvSpPr>
            <a:spLocks xmlns:a="http://schemas.openxmlformats.org/drawingml/2006/main" noGrp="1"/>
          </p:cNvSpPr>
          <p:nvPr/>
        </p:nvSpPr>
        <p:spPr>
          <a:xfrm xmlns:a="http://schemas.openxmlformats.org/drawingml/2006/main">
            <a:off x="3887153" y="5848350"/>
            <a:ext cx="2352675" cy="333375"/>
          </a:xfrm>
          <a:custGeom xmlns:a="http://schemas.openxmlformats.org/drawingml/2006/main">
            <a:pathLst>
              <a:path w="2352675" h="333375">
                <a:moveTo>
                  <a:pt x="0" y="0"/>
                </a:moveTo>
                <a:lnTo>
                  <a:pt x="2181225" y="0"/>
                </a:lnTo>
                <a:lnTo>
                  <a:pt x="2352675" y="166688"/>
                </a:lnTo>
                <a:lnTo>
                  <a:pt x="2181225" y="333375"/>
                </a:lnTo>
                <a:lnTo>
                  <a:pt x="0" y="333375"/>
                </a:lnTo>
                <a:lnTo>
                  <a:pt x="171450" y="166688"/>
                </a:lnTo>
                <a:close/>
              </a:path>
            </a:pathLst>
          </a:custGeom>
          <a:solidFill xmlns:a="http://schemas.openxmlformats.org/drawingml/2006/main">
            <a:srgbClr val="B8CAFE"/>
          </a:solidFill>
          <a:ln xmlns:a="http://schemas.openxmlformats.org/drawingml/2006/main" w="0">
            <a:noFill/>
          </a:ln>
        </p:spPr>
      </p:sp>
      <p:sp>
        <p:nvSpPr>
          <p:cNvPr id="1618" name="g2003">
            <a:extLst xmlns:a="http://schemas.openxmlformats.org/drawingml/2006/main">
              <a:ext uri="{FF2B5EF4-FFF2-40B4-BE49-F238E27FC236}">
                <a16:creationId xmlns:a16="http://schemas.microsoft.com/office/drawing/2014/main" id="{86D29E85-6B6D-4610-B957-A3AA33642FC9}"/>
              </a:ext>
            </a:extLst>
          </p:cNvPr>
          <p:cNvSpPr>
            <a:spLocks xmlns:a="http://schemas.openxmlformats.org/drawingml/2006/main" noGrp="1"/>
          </p:cNvSpPr>
          <p:nvPr/>
        </p:nvSpPr>
        <p:spPr>
          <a:xfrm xmlns:a="http://schemas.openxmlformats.org/drawingml/2006/main">
            <a:off x="4030028" y="5857875"/>
            <a:ext cx="2066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能力保障</a:t>
            </a:r>
          </a:p>
        </p:txBody>
      </p:sp>
      <p:sp>
        <p:nvSpPr>
          <p:cNvPr id="1619" name="g2004">
            <a:extLst xmlns:a="http://schemas.openxmlformats.org/drawingml/2006/main">
              <a:ext uri="{FF2B5EF4-FFF2-40B4-BE49-F238E27FC236}">
                <a16:creationId xmlns:a16="http://schemas.microsoft.com/office/drawing/2014/main" id="{25592758-684F-45F0-9E25-BE12FED4D549}"/>
              </a:ext>
            </a:extLst>
          </p:cNvPr>
          <p:cNvSpPr>
            <a:spLocks xmlns:a="http://schemas.openxmlformats.org/drawingml/2006/main" noGrp="1"/>
          </p:cNvSpPr>
          <p:nvPr/>
        </p:nvSpPr>
        <p:spPr>
          <a:xfrm xmlns:a="http://schemas.openxmlformats.org/drawingml/2006/main">
            <a:off x="6526530" y="5848350"/>
            <a:ext cx="2352675" cy="333375"/>
          </a:xfrm>
          <a:custGeom xmlns:a="http://schemas.openxmlformats.org/drawingml/2006/main">
            <a:pathLst>
              <a:path w="2352675" h="333375">
                <a:moveTo>
                  <a:pt x="0" y="0"/>
                </a:moveTo>
                <a:lnTo>
                  <a:pt x="2181225" y="0"/>
                </a:lnTo>
                <a:lnTo>
                  <a:pt x="2352675" y="166688"/>
                </a:lnTo>
                <a:lnTo>
                  <a:pt x="2181225" y="333375"/>
                </a:lnTo>
                <a:lnTo>
                  <a:pt x="0" y="333375"/>
                </a:lnTo>
                <a:lnTo>
                  <a:pt x="171450" y="166688"/>
                </a:lnTo>
                <a:close/>
              </a:path>
            </a:pathLst>
          </a:custGeom>
          <a:solidFill xmlns:a="http://schemas.openxmlformats.org/drawingml/2006/main">
            <a:srgbClr val="B8CAFE"/>
          </a:solidFill>
          <a:ln xmlns:a="http://schemas.openxmlformats.org/drawingml/2006/main" w="0">
            <a:noFill/>
          </a:ln>
        </p:spPr>
      </p:sp>
      <p:sp>
        <p:nvSpPr>
          <p:cNvPr id="1620" name="g2005">
            <a:extLst xmlns:a="http://schemas.openxmlformats.org/drawingml/2006/main">
              <a:ext uri="{FF2B5EF4-FFF2-40B4-BE49-F238E27FC236}">
                <a16:creationId xmlns:a16="http://schemas.microsoft.com/office/drawing/2014/main" id="{05EB6DEF-8CDB-438D-978A-A34E7C1F9115}"/>
              </a:ext>
            </a:extLst>
          </p:cNvPr>
          <p:cNvSpPr>
            <a:spLocks xmlns:a="http://schemas.openxmlformats.org/drawingml/2006/main" noGrp="1"/>
          </p:cNvSpPr>
          <p:nvPr/>
        </p:nvSpPr>
        <p:spPr>
          <a:xfrm xmlns:a="http://schemas.openxmlformats.org/drawingml/2006/main">
            <a:off x="6669405" y="5857875"/>
            <a:ext cx="2066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知识产权保障</a:t>
            </a:r>
          </a:p>
        </p:txBody>
      </p:sp>
      <p:sp>
        <p:nvSpPr>
          <p:cNvPr id="1621" name="g2006">
            <a:extLst xmlns:a="http://schemas.openxmlformats.org/drawingml/2006/main">
              <a:ext uri="{FF2B5EF4-FFF2-40B4-BE49-F238E27FC236}">
                <a16:creationId xmlns:a16="http://schemas.microsoft.com/office/drawing/2014/main" id="{7AC5903C-4C1E-4DFB-81B3-267C6FD3B6AB}"/>
              </a:ext>
            </a:extLst>
          </p:cNvPr>
          <p:cNvSpPr>
            <a:spLocks xmlns:a="http://schemas.openxmlformats.org/drawingml/2006/main" noGrp="1"/>
          </p:cNvSpPr>
          <p:nvPr/>
        </p:nvSpPr>
        <p:spPr>
          <a:xfrm xmlns:a="http://schemas.openxmlformats.org/drawingml/2006/main">
            <a:off x="9165908" y="5848350"/>
            <a:ext cx="2352675" cy="333375"/>
          </a:xfrm>
          <a:custGeom xmlns:a="http://schemas.openxmlformats.org/drawingml/2006/main">
            <a:pathLst>
              <a:path w="2352675" h="333375">
                <a:moveTo>
                  <a:pt x="0" y="0"/>
                </a:moveTo>
                <a:lnTo>
                  <a:pt x="2181225" y="0"/>
                </a:lnTo>
                <a:lnTo>
                  <a:pt x="2352675" y="166688"/>
                </a:lnTo>
                <a:lnTo>
                  <a:pt x="2181225" y="333375"/>
                </a:lnTo>
                <a:lnTo>
                  <a:pt x="0" y="333375"/>
                </a:lnTo>
                <a:lnTo>
                  <a:pt x="171450" y="166688"/>
                </a:lnTo>
                <a:close/>
              </a:path>
            </a:pathLst>
          </a:custGeom>
          <a:solidFill xmlns:a="http://schemas.openxmlformats.org/drawingml/2006/main">
            <a:srgbClr val="B8CAFE"/>
          </a:solidFill>
          <a:ln xmlns:a="http://schemas.openxmlformats.org/drawingml/2006/main" w="0">
            <a:noFill/>
          </a:ln>
        </p:spPr>
      </p:sp>
      <p:sp>
        <p:nvSpPr>
          <p:cNvPr id="1622" name="g2007">
            <a:extLst xmlns:a="http://schemas.openxmlformats.org/drawingml/2006/main">
              <a:ext uri="{FF2B5EF4-FFF2-40B4-BE49-F238E27FC236}">
                <a16:creationId xmlns:a16="http://schemas.microsoft.com/office/drawing/2014/main" id="{F5683CCA-4645-4EBA-BBC6-44D7AAEFC363}"/>
              </a:ext>
            </a:extLst>
          </p:cNvPr>
          <p:cNvSpPr>
            <a:spLocks xmlns:a="http://schemas.openxmlformats.org/drawingml/2006/main" noGrp="1"/>
          </p:cNvSpPr>
          <p:nvPr/>
        </p:nvSpPr>
        <p:spPr>
          <a:xfrm xmlns:a="http://schemas.openxmlformats.org/drawingml/2006/main">
            <a:off x="9308783" y="5857875"/>
            <a:ext cx="2066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lnSpc>
                <a:spcPct val="12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文化保障</a:t>
            </a:r>
          </a:p>
        </p:txBody>
      </p:sp>
      <p:sp>
        <p:nvSpPr>
          <p:cNvPr id="1623" name="g2008">
            <a:extLst xmlns:a="http://schemas.openxmlformats.org/drawingml/2006/main">
              <a:ext uri="{FF2B5EF4-FFF2-40B4-BE49-F238E27FC236}">
                <a16:creationId xmlns:a16="http://schemas.microsoft.com/office/drawing/2014/main" id="{50C64717-A47B-4170-B767-CE94FA7DDB3B}"/>
              </a:ext>
            </a:extLst>
          </p:cNvPr>
          <p:cNvSpPr>
            <a:spLocks xmlns:a="http://schemas.openxmlformats.org/drawingml/2006/main" noGrp="1"/>
          </p:cNvSpPr>
          <p:nvPr/>
        </p:nvSpPr>
        <p:spPr>
          <a:xfrm xmlns:a="http://schemas.openxmlformats.org/drawingml/2006/main">
            <a:off x="11182350" y="6219825"/>
            <a:ext cx="238125" cy="238125"/>
          </a:xfrm>
          <a:prstGeom xmlns:a="http://schemas.openxmlformats.org/drawingml/2006/main" prst="rect">
            <a:avLst/>
          </a:prstGeom>
          <a:solidFill xmlns:a="http://schemas.openxmlformats.org/drawingml/2006/main">
            <a:srgbClr val="FF4200"/>
          </a:solidFill>
          <a:ln xmlns:a="http://schemas.openxmlformats.org/drawingml/2006/main" w="0">
            <a:noFill/>
          </a:ln>
        </p:spPr>
      </p:sp>
      <p:sp>
        <p:nvSpPr>
          <p:cNvPr id="1624" name="g2009">
            <a:extLst xmlns:a="http://schemas.openxmlformats.org/drawingml/2006/main">
              <a:ext uri="{FF2B5EF4-FFF2-40B4-BE49-F238E27FC236}">
                <a16:creationId xmlns:a16="http://schemas.microsoft.com/office/drawing/2014/main" id="{AD9F0CE6-94ED-4B4F-B27F-9B4A76612F52}"/>
              </a:ext>
            </a:extLst>
          </p:cNvPr>
          <p:cNvSpPr>
            <a:spLocks xmlns:a="http://schemas.openxmlformats.org/drawingml/2006/main" noGrp="1"/>
          </p:cNvSpPr>
          <p:nvPr/>
        </p:nvSpPr>
        <p:spPr>
          <a:xfrm xmlns:a="http://schemas.openxmlformats.org/drawingml/2006/main">
            <a:off x="10591800" y="6515100"/>
            <a:ext cx="952500" cy="171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2000"/>
              </a:lnSpc>
              <a:buNone/>
              <a:defRPr sz="675" b="0">
                <a:solidFill>
                  <a:srgbClr val="383838"/>
                </a:solidFill>
                <a:latin typeface="Microsoft YaHei UI"/>
                <a:ea typeface="Microsoft YaHei UI"/>
                <a:cs typeface="Microsoft YaHei UI"/>
              </a:defRPr>
            </a:pPr>
            <a:r>
              <a:rPr sz="675" b="0">
                <a:solidFill>
                  <a:srgbClr val="383838"/>
                </a:solidFill>
                <a:latin typeface="Microsoft YaHei UI"/>
                <a:ea typeface="Microsoft YaHei UI"/>
                <a:cs typeface="Microsoft YaHei UI"/>
              </a:rPr>
              <a:t>www.ciicmc.com</a:t>
            </a:r>
          </a:p>
        </p:txBody>
      </p:sp>
    </p:spTree>
    <p:extLst>
      <p:ext uri="{BB962C8B-B14F-4D97-AF65-F5344CB8AC3E}">
        <p14:creationId xmlns:p14="http://schemas.microsoft.com/office/powerpoint/2010/main" val="16547681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 name="g2010">
            <a:extLst xmlns:a="http://schemas.openxmlformats.org/drawingml/2006/main">
              <a:ext uri="{FF2B5EF4-FFF2-40B4-BE49-F238E27FC236}">
                <a16:creationId xmlns:a16="http://schemas.microsoft.com/office/drawing/2014/main" id="{12EA50A8-BBAB-467D-AFAF-5B1697CEE5FF}"/>
              </a:ext>
            </a:extLst>
          </p:cNvPr>
          <p:cNvSpPr>
            <a:spLocks xmlns:a="http://schemas.openxmlformats.org/drawingml/2006/main" noGrp="1"/>
          </p:cNvSpPr>
          <p:nvPr/>
        </p:nvSpPr>
        <p:spPr>
          <a:xfrm xmlns:a="http://schemas.openxmlformats.org/drawingml/2006/main">
            <a:off x="72390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2" name="g2011">
            <a:extLst xmlns:a="http://schemas.openxmlformats.org/drawingml/2006/main">
              <a:ext uri="{FF2B5EF4-FFF2-40B4-BE49-F238E27FC236}">
                <a16:creationId xmlns:a16="http://schemas.microsoft.com/office/drawing/2014/main" id="{7FBB9CC2-48BE-4C26-AB04-26E027D5CE71}"/>
              </a:ext>
            </a:extLst>
          </p:cNvPr>
          <p:cNvSpPr>
            <a:spLocks xmlns:a="http://schemas.openxmlformats.org/drawingml/2006/main" noGrp="1"/>
          </p:cNvSpPr>
          <p:nvPr/>
        </p:nvSpPr>
        <p:spPr>
          <a:xfrm xmlns:a="http://schemas.openxmlformats.org/drawingml/2006/main">
            <a:off x="72771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规划背景</a:t>
            </a:r>
          </a:p>
        </p:txBody>
      </p:sp>
      <p:sp>
        <p:nvSpPr>
          <p:cNvPr id="3" name="g2012">
            <a:extLst xmlns:a="http://schemas.openxmlformats.org/drawingml/2006/main">
              <a:ext uri="{FF2B5EF4-FFF2-40B4-BE49-F238E27FC236}">
                <a16:creationId xmlns:a16="http://schemas.microsoft.com/office/drawing/2014/main" id="{FCA94C88-5E16-4CCB-9EB2-AF410547DDA9}"/>
              </a:ext>
            </a:extLst>
          </p:cNvPr>
          <p:cNvSpPr>
            <a:spLocks xmlns:a="http://schemas.openxmlformats.org/drawingml/2006/main" noGrp="1"/>
          </p:cNvSpPr>
          <p:nvPr/>
        </p:nvSpPr>
        <p:spPr>
          <a:xfrm xmlns:a="http://schemas.openxmlformats.org/drawingml/2006/main">
            <a:off x="82296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4" name="g2013">
            <a:extLst xmlns:a="http://schemas.openxmlformats.org/drawingml/2006/main">
              <a:ext uri="{FF2B5EF4-FFF2-40B4-BE49-F238E27FC236}">
                <a16:creationId xmlns:a16="http://schemas.microsoft.com/office/drawing/2014/main" id="{1B9A67FC-F678-4010-88CD-E1FB5BEA270D}"/>
              </a:ext>
            </a:extLst>
          </p:cNvPr>
          <p:cNvSpPr>
            <a:spLocks xmlns:a="http://schemas.openxmlformats.org/drawingml/2006/main" noGrp="1"/>
          </p:cNvSpPr>
          <p:nvPr/>
        </p:nvSpPr>
        <p:spPr>
          <a:xfrm xmlns:a="http://schemas.openxmlformats.org/drawingml/2006/main">
            <a:off x="82677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顶层设计</a:t>
            </a:r>
          </a:p>
        </p:txBody>
      </p:sp>
      <p:sp>
        <p:nvSpPr>
          <p:cNvPr id="5" name="g2014">
            <a:extLst xmlns:a="http://schemas.openxmlformats.org/drawingml/2006/main">
              <a:ext uri="{FF2B5EF4-FFF2-40B4-BE49-F238E27FC236}">
                <a16:creationId xmlns:a16="http://schemas.microsoft.com/office/drawing/2014/main" id="{4A20A5A9-68A3-431E-A1D9-8A03CABC67E5}"/>
              </a:ext>
            </a:extLst>
          </p:cNvPr>
          <p:cNvSpPr>
            <a:spLocks xmlns:a="http://schemas.openxmlformats.org/drawingml/2006/main" noGrp="1"/>
          </p:cNvSpPr>
          <p:nvPr/>
        </p:nvSpPr>
        <p:spPr>
          <a:xfrm xmlns:a="http://schemas.openxmlformats.org/drawingml/2006/main">
            <a:off x="92202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6" name="g2015">
            <a:extLst xmlns:a="http://schemas.openxmlformats.org/drawingml/2006/main">
              <a:ext uri="{FF2B5EF4-FFF2-40B4-BE49-F238E27FC236}">
                <a16:creationId xmlns:a16="http://schemas.microsoft.com/office/drawing/2014/main" id="{F570D0DF-5739-493A-8007-FA2F3C7EEDC2}"/>
              </a:ext>
            </a:extLst>
          </p:cNvPr>
          <p:cNvSpPr>
            <a:spLocks xmlns:a="http://schemas.openxmlformats.org/drawingml/2006/main" noGrp="1"/>
          </p:cNvSpPr>
          <p:nvPr/>
        </p:nvSpPr>
        <p:spPr>
          <a:xfrm xmlns:a="http://schemas.openxmlformats.org/drawingml/2006/main">
            <a:off x="92583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重点任务</a:t>
            </a:r>
          </a:p>
        </p:txBody>
      </p:sp>
      <p:sp>
        <p:nvSpPr>
          <p:cNvPr id="7" name="g2016">
            <a:extLst xmlns:a="http://schemas.openxmlformats.org/drawingml/2006/main">
              <a:ext uri="{FF2B5EF4-FFF2-40B4-BE49-F238E27FC236}">
                <a16:creationId xmlns:a16="http://schemas.microsoft.com/office/drawing/2014/main" id="{0E4DA4AD-854D-4C4F-84C2-810B059E1631}"/>
              </a:ext>
            </a:extLst>
          </p:cNvPr>
          <p:cNvSpPr>
            <a:spLocks xmlns:a="http://schemas.openxmlformats.org/drawingml/2006/main" noGrp="1"/>
          </p:cNvSpPr>
          <p:nvPr/>
        </p:nvSpPr>
        <p:spPr>
          <a:xfrm xmlns:a="http://schemas.openxmlformats.org/drawingml/2006/main">
            <a:off x="10210800" y="0"/>
            <a:ext cx="981075" cy="257175"/>
          </a:xfrm>
          <a:prstGeom xmlns:a="http://schemas.openxmlformats.org/drawingml/2006/main" prst="rect">
            <a:avLst/>
          </a:prstGeom>
          <a:solidFill xmlns:a="http://schemas.openxmlformats.org/drawingml/2006/main">
            <a:srgbClr val="547FFE"/>
          </a:solidFill>
          <a:ln xmlns:a="http://schemas.openxmlformats.org/drawingml/2006/main" w="0">
            <a:noFill/>
          </a:ln>
        </p:spPr>
      </p:sp>
      <p:sp>
        <p:nvSpPr>
          <p:cNvPr id="8" name="g2017">
            <a:extLst xmlns:a="http://schemas.openxmlformats.org/drawingml/2006/main">
              <a:ext uri="{FF2B5EF4-FFF2-40B4-BE49-F238E27FC236}">
                <a16:creationId xmlns:a16="http://schemas.microsoft.com/office/drawing/2014/main" id="{E1176747-E076-4D9A-AD12-3C6A303865C6}"/>
              </a:ext>
            </a:extLst>
          </p:cNvPr>
          <p:cNvSpPr>
            <a:spLocks xmlns:a="http://schemas.openxmlformats.org/drawingml/2006/main" noGrp="1"/>
          </p:cNvSpPr>
          <p:nvPr/>
        </p:nvSpPr>
        <p:spPr>
          <a:xfrm xmlns:a="http://schemas.openxmlformats.org/drawingml/2006/main">
            <a:off x="102489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保障机制</a:t>
            </a:r>
          </a:p>
        </p:txBody>
      </p:sp>
      <p:sp>
        <p:nvSpPr>
          <p:cNvPr id="9" name="g2018">
            <a:extLst xmlns:a="http://schemas.openxmlformats.org/drawingml/2006/main">
              <a:ext uri="{FF2B5EF4-FFF2-40B4-BE49-F238E27FC236}">
                <a16:creationId xmlns:a16="http://schemas.microsoft.com/office/drawing/2014/main" id="{CEBFFB26-D9A7-43C8-AD34-A08DCD57A5C6}"/>
              </a:ext>
            </a:extLst>
          </p:cNvPr>
          <p:cNvSpPr>
            <a:spLocks xmlns:a="http://schemas.openxmlformats.org/drawingml/2006/main" noGrp="1"/>
          </p:cNvSpPr>
          <p:nvPr/>
        </p:nvSpPr>
        <p:spPr>
          <a:xfrm xmlns:a="http://schemas.openxmlformats.org/drawingml/2006/main">
            <a:off x="11201400" y="0"/>
            <a:ext cx="981075" cy="257175"/>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10" name="g2019">
            <a:extLst xmlns:a="http://schemas.openxmlformats.org/drawingml/2006/main">
              <a:ext uri="{FF2B5EF4-FFF2-40B4-BE49-F238E27FC236}">
                <a16:creationId xmlns:a16="http://schemas.microsoft.com/office/drawing/2014/main" id="{01E82C49-0F54-432F-8656-8FC7C1BCB893}"/>
              </a:ext>
            </a:extLst>
          </p:cNvPr>
          <p:cNvSpPr>
            <a:spLocks xmlns:a="http://schemas.openxmlformats.org/drawingml/2006/main" noGrp="1"/>
          </p:cNvSpPr>
          <p:nvPr/>
        </p:nvSpPr>
        <p:spPr>
          <a:xfrm xmlns:a="http://schemas.openxmlformats.org/drawingml/2006/main">
            <a:off x="11239500" y="28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22000"/>
              </a:lnSpc>
              <a:buNone/>
              <a:defRPr sz="1350" b="1">
                <a:solidFill>
                  <a:srgbClr val="FFFFFF"/>
                </a:solidFill>
                <a:latin typeface="Microsoft YaHei UI"/>
                <a:ea typeface="Microsoft YaHei UI"/>
                <a:cs typeface="Microsoft YaHei UI"/>
              </a:defRPr>
            </a:pPr>
            <a:r>
              <a:rPr sz="1350" b="1">
                <a:solidFill>
                  <a:srgbClr val="FFFFFF"/>
                </a:solidFill>
                <a:latin typeface="Microsoft YaHei UI"/>
                <a:ea typeface="Microsoft YaHei UI"/>
                <a:cs typeface="Microsoft YaHei UI"/>
              </a:rPr>
              <a:t>实施路径</a:t>
            </a:r>
          </a:p>
        </p:txBody>
      </p:sp>
      <p:sp>
        <p:nvSpPr>
          <p:cNvPr id="11" name="g2020">
            <a:extLst xmlns:a="http://schemas.openxmlformats.org/drawingml/2006/main">
              <a:ext uri="{FF2B5EF4-FFF2-40B4-BE49-F238E27FC236}">
                <a16:creationId xmlns:a16="http://schemas.microsoft.com/office/drawing/2014/main" id="{4DFDB50D-36DC-4AAE-B393-C4A0B4D0B6EE}"/>
              </a:ext>
            </a:extLst>
          </p:cNvPr>
          <p:cNvSpPr>
            <a:spLocks xmlns:a="http://schemas.openxmlformats.org/drawingml/2006/main" noGrp="1"/>
          </p:cNvSpPr>
          <p:nvPr/>
        </p:nvSpPr>
        <p:spPr>
          <a:xfrm xmlns:a="http://schemas.openxmlformats.org/drawingml/2006/main">
            <a:off x="742950" y="657225"/>
            <a:ext cx="10725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2198" b="1">
                <a:solidFill>
                  <a:srgbClr val="383838"/>
                </a:solidFill>
                <a:latin typeface="Microsoft YaHei UI"/>
                <a:ea typeface="Microsoft YaHei UI"/>
                <a:cs typeface="Microsoft YaHei UI"/>
              </a:defRPr>
            </a:pPr>
            <a:r>
              <a:rPr sz="2198" b="1">
                <a:solidFill>
                  <a:srgbClr val="383838"/>
                </a:solidFill>
                <a:latin typeface="Microsoft YaHei UI"/>
                <a:ea typeface="Microsoft YaHei UI"/>
                <a:cs typeface="Microsoft YaHei UI"/>
              </a:rPr>
              <a:t>保障机制 | 配套完善资金、能力、知识产权以及容错文化氛围等全要素支撑保障</a:t>
            </a:r>
          </a:p>
        </p:txBody>
      </p:sp>
      <p:sp>
        <p:nvSpPr>
          <p:cNvPr id="12" name="g2021">
            <a:extLst xmlns:a="http://schemas.openxmlformats.org/drawingml/2006/main">
              <a:ext uri="{FF2B5EF4-FFF2-40B4-BE49-F238E27FC236}">
                <a16:creationId xmlns:a16="http://schemas.microsoft.com/office/drawing/2014/main" id="{C085C8D6-F147-4DE5-87FF-FB5D1E8C0D13}"/>
              </a:ext>
            </a:extLst>
          </p:cNvPr>
          <p:cNvSpPr>
            <a:spLocks xmlns:a="http://schemas.openxmlformats.org/drawingml/2006/main" noGrp="1"/>
          </p:cNvSpPr>
          <p:nvPr/>
        </p:nvSpPr>
        <p:spPr>
          <a:xfrm xmlns:a="http://schemas.openxmlformats.org/drawingml/2006/main">
            <a:off x="1171575" y="3819525"/>
            <a:ext cx="9744075" cy="953"/>
          </a:xfrm>
          <a:custGeom xmlns:a="http://schemas.openxmlformats.org/drawingml/2006/main">
            <a:pathLst>
              <a:path w="9744075" h="953">
                <a:moveTo>
                  <a:pt x="0" y="0"/>
                </a:moveTo>
                <a:lnTo>
                  <a:pt x="9744075" y="0"/>
                </a:lnTo>
              </a:path>
            </a:pathLst>
          </a:custGeom>
          <a:noFill xmlns:a="http://schemas.openxmlformats.org/drawingml/2006/main"/>
          <a:ln xmlns:a="http://schemas.openxmlformats.org/drawingml/2006/main" w="14288">
            <a:solidFill>
              <a:srgbClr val="1C55FE"/>
            </a:solidFill>
          </a:ln>
        </p:spPr>
      </p:sp>
      <p:sp>
        <p:nvSpPr>
          <p:cNvPr id="13" name="g2022">
            <a:extLst xmlns:a="http://schemas.openxmlformats.org/drawingml/2006/main">
              <a:ext uri="{FF2B5EF4-FFF2-40B4-BE49-F238E27FC236}">
                <a16:creationId xmlns:a16="http://schemas.microsoft.com/office/drawing/2014/main" id="{1E42727F-C593-46DD-AE53-84A731B5931A}"/>
              </a:ext>
            </a:extLst>
          </p:cNvPr>
          <p:cNvSpPr>
            <a:spLocks xmlns:a="http://schemas.openxmlformats.org/drawingml/2006/main" noGrp="1"/>
          </p:cNvSpPr>
          <p:nvPr/>
        </p:nvSpPr>
        <p:spPr>
          <a:xfrm xmlns:a="http://schemas.openxmlformats.org/drawingml/2006/main">
            <a:off x="504825" y="3638550"/>
            <a:ext cx="762000" cy="180975"/>
          </a:xfrm>
          <a:custGeom xmlns:a="http://schemas.openxmlformats.org/drawingml/2006/main">
            <a:pathLst>
              <a:path w="762000" h="180975">
                <a:moveTo>
                  <a:pt x="0" y="0"/>
                </a:moveTo>
                <a:lnTo>
                  <a:pt x="638175" y="0"/>
                </a:lnTo>
                <a:lnTo>
                  <a:pt x="762000" y="180975"/>
                </a:lnTo>
                <a:lnTo>
                  <a:pt x="123825" y="180975"/>
                </a:lnTo>
                <a:close/>
              </a:path>
            </a:pathLst>
          </a:custGeom>
          <a:solidFill xmlns:a="http://schemas.openxmlformats.org/drawingml/2006/main">
            <a:srgbClr val="1C55FE"/>
          </a:solidFill>
          <a:ln xmlns:a="http://schemas.openxmlformats.org/drawingml/2006/main" w="0">
            <a:noFill/>
          </a:ln>
        </p:spPr>
      </p:sp>
      <p:sp>
        <p:nvSpPr>
          <p:cNvPr id="14" name="g2023">
            <a:extLst xmlns:a="http://schemas.openxmlformats.org/drawingml/2006/main">
              <a:ext uri="{FF2B5EF4-FFF2-40B4-BE49-F238E27FC236}">
                <a16:creationId xmlns:a16="http://schemas.microsoft.com/office/drawing/2014/main" id="{2FF459A5-5DFF-44E0-A4F6-D8C39D4352F3}"/>
              </a:ext>
            </a:extLst>
          </p:cNvPr>
          <p:cNvSpPr>
            <a:spLocks xmlns:a="http://schemas.openxmlformats.org/drawingml/2006/main" noGrp="1"/>
          </p:cNvSpPr>
          <p:nvPr/>
        </p:nvSpPr>
        <p:spPr>
          <a:xfrm xmlns:a="http://schemas.openxmlformats.org/drawingml/2006/main">
            <a:off x="504825" y="3819525"/>
            <a:ext cx="762000" cy="171450"/>
          </a:xfrm>
          <a:custGeom xmlns:a="http://schemas.openxmlformats.org/drawingml/2006/main">
            <a:pathLst>
              <a:path w="762000" h="171450">
                <a:moveTo>
                  <a:pt x="123825" y="0"/>
                </a:moveTo>
                <a:lnTo>
                  <a:pt x="762000" y="0"/>
                </a:lnTo>
                <a:lnTo>
                  <a:pt x="638175" y="171450"/>
                </a:lnTo>
                <a:lnTo>
                  <a:pt x="0" y="171450"/>
                </a:lnTo>
                <a:close/>
              </a:path>
            </a:pathLst>
          </a:custGeom>
          <a:solidFill xmlns:a="http://schemas.openxmlformats.org/drawingml/2006/main">
            <a:srgbClr val="547FFE"/>
          </a:solidFill>
          <a:ln xmlns:a="http://schemas.openxmlformats.org/drawingml/2006/main" w="0">
            <a:noFill/>
          </a:ln>
        </p:spPr>
      </p:sp>
      <p:sp>
        <p:nvSpPr>
          <p:cNvPr id="15" name="g2024">
            <a:extLst xmlns:a="http://schemas.openxmlformats.org/drawingml/2006/main">
              <a:ext uri="{FF2B5EF4-FFF2-40B4-BE49-F238E27FC236}">
                <a16:creationId xmlns:a16="http://schemas.microsoft.com/office/drawing/2014/main" id="{8685C0F1-D271-4178-824F-F973E08B4722}"/>
              </a:ext>
            </a:extLst>
          </p:cNvPr>
          <p:cNvSpPr>
            <a:spLocks xmlns:a="http://schemas.openxmlformats.org/drawingml/2006/main" noGrp="1"/>
          </p:cNvSpPr>
          <p:nvPr/>
        </p:nvSpPr>
        <p:spPr>
          <a:xfrm xmlns:a="http://schemas.openxmlformats.org/drawingml/2006/main">
            <a:off x="5648325" y="14954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6" name="g2025">
            <a:extLst xmlns:a="http://schemas.openxmlformats.org/drawingml/2006/main">
              <a:ext uri="{FF2B5EF4-FFF2-40B4-BE49-F238E27FC236}">
                <a16:creationId xmlns:a16="http://schemas.microsoft.com/office/drawing/2014/main" id="{2F4E4E92-3BB1-4051-B2A9-B7E7CBDD1FC2}"/>
              </a:ext>
            </a:extLst>
          </p:cNvPr>
          <p:cNvSpPr>
            <a:spLocks xmlns:a="http://schemas.openxmlformats.org/drawingml/2006/main" noGrp="1"/>
          </p:cNvSpPr>
          <p:nvPr/>
        </p:nvSpPr>
        <p:spPr>
          <a:xfrm xmlns:a="http://schemas.openxmlformats.org/drawingml/2006/main">
            <a:off x="5648325" y="15811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7" name="g2026">
            <a:extLst xmlns:a="http://schemas.openxmlformats.org/drawingml/2006/main">
              <a:ext uri="{FF2B5EF4-FFF2-40B4-BE49-F238E27FC236}">
                <a16:creationId xmlns:a16="http://schemas.microsoft.com/office/drawing/2014/main" id="{64D04D42-AA04-4083-A382-E49EBAC2FD75}"/>
              </a:ext>
            </a:extLst>
          </p:cNvPr>
          <p:cNvSpPr>
            <a:spLocks xmlns:a="http://schemas.openxmlformats.org/drawingml/2006/main" noGrp="1"/>
          </p:cNvSpPr>
          <p:nvPr/>
        </p:nvSpPr>
        <p:spPr>
          <a:xfrm xmlns:a="http://schemas.openxmlformats.org/drawingml/2006/main">
            <a:off x="5648325" y="16668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8" name="g2027">
            <a:extLst xmlns:a="http://schemas.openxmlformats.org/drawingml/2006/main">
              <a:ext uri="{FF2B5EF4-FFF2-40B4-BE49-F238E27FC236}">
                <a16:creationId xmlns:a16="http://schemas.microsoft.com/office/drawing/2014/main" id="{A4D8C920-D272-4E0A-A67F-6DC78776F10D}"/>
              </a:ext>
            </a:extLst>
          </p:cNvPr>
          <p:cNvSpPr>
            <a:spLocks xmlns:a="http://schemas.openxmlformats.org/drawingml/2006/main" noGrp="1"/>
          </p:cNvSpPr>
          <p:nvPr/>
        </p:nvSpPr>
        <p:spPr>
          <a:xfrm xmlns:a="http://schemas.openxmlformats.org/drawingml/2006/main">
            <a:off x="5648325" y="17526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9" name="g2028">
            <a:extLst xmlns:a="http://schemas.openxmlformats.org/drawingml/2006/main">
              <a:ext uri="{FF2B5EF4-FFF2-40B4-BE49-F238E27FC236}">
                <a16:creationId xmlns:a16="http://schemas.microsoft.com/office/drawing/2014/main" id="{2AB0AC37-606F-4418-9377-9A32E6A4CD56}"/>
              </a:ext>
            </a:extLst>
          </p:cNvPr>
          <p:cNvSpPr>
            <a:spLocks xmlns:a="http://schemas.openxmlformats.org/drawingml/2006/main" noGrp="1"/>
          </p:cNvSpPr>
          <p:nvPr/>
        </p:nvSpPr>
        <p:spPr>
          <a:xfrm xmlns:a="http://schemas.openxmlformats.org/drawingml/2006/main">
            <a:off x="5648325" y="18383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0" name="g2029">
            <a:extLst xmlns:a="http://schemas.openxmlformats.org/drawingml/2006/main">
              <a:ext uri="{FF2B5EF4-FFF2-40B4-BE49-F238E27FC236}">
                <a16:creationId xmlns:a16="http://schemas.microsoft.com/office/drawing/2014/main" id="{E41CC015-E841-47BC-B135-A65AA5B052A9}"/>
              </a:ext>
            </a:extLst>
          </p:cNvPr>
          <p:cNvSpPr>
            <a:spLocks xmlns:a="http://schemas.openxmlformats.org/drawingml/2006/main" noGrp="1"/>
          </p:cNvSpPr>
          <p:nvPr/>
        </p:nvSpPr>
        <p:spPr>
          <a:xfrm xmlns:a="http://schemas.openxmlformats.org/drawingml/2006/main">
            <a:off x="5648325" y="19240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1" name="g2030">
            <a:extLst xmlns:a="http://schemas.openxmlformats.org/drawingml/2006/main">
              <a:ext uri="{FF2B5EF4-FFF2-40B4-BE49-F238E27FC236}">
                <a16:creationId xmlns:a16="http://schemas.microsoft.com/office/drawing/2014/main" id="{950E7B6E-8E3D-4B3B-A97C-4EC66CE5538B}"/>
              </a:ext>
            </a:extLst>
          </p:cNvPr>
          <p:cNvSpPr>
            <a:spLocks xmlns:a="http://schemas.openxmlformats.org/drawingml/2006/main" noGrp="1"/>
          </p:cNvSpPr>
          <p:nvPr/>
        </p:nvSpPr>
        <p:spPr>
          <a:xfrm xmlns:a="http://schemas.openxmlformats.org/drawingml/2006/main">
            <a:off x="5648325" y="20097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2" name="g2031">
            <a:extLst xmlns:a="http://schemas.openxmlformats.org/drawingml/2006/main">
              <a:ext uri="{FF2B5EF4-FFF2-40B4-BE49-F238E27FC236}">
                <a16:creationId xmlns:a16="http://schemas.microsoft.com/office/drawing/2014/main" id="{911F6874-575D-45EA-BBB3-9A39572CBBA9}"/>
              </a:ext>
            </a:extLst>
          </p:cNvPr>
          <p:cNvSpPr>
            <a:spLocks xmlns:a="http://schemas.openxmlformats.org/drawingml/2006/main" noGrp="1"/>
          </p:cNvSpPr>
          <p:nvPr/>
        </p:nvSpPr>
        <p:spPr>
          <a:xfrm xmlns:a="http://schemas.openxmlformats.org/drawingml/2006/main">
            <a:off x="5648325" y="20955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3" name="g2032">
            <a:extLst xmlns:a="http://schemas.openxmlformats.org/drawingml/2006/main">
              <a:ext uri="{FF2B5EF4-FFF2-40B4-BE49-F238E27FC236}">
                <a16:creationId xmlns:a16="http://schemas.microsoft.com/office/drawing/2014/main" id="{5F1A99DB-5FFD-4D9D-A5A9-97E6F542343B}"/>
              </a:ext>
            </a:extLst>
          </p:cNvPr>
          <p:cNvSpPr>
            <a:spLocks xmlns:a="http://schemas.openxmlformats.org/drawingml/2006/main" noGrp="1"/>
          </p:cNvSpPr>
          <p:nvPr/>
        </p:nvSpPr>
        <p:spPr>
          <a:xfrm xmlns:a="http://schemas.openxmlformats.org/drawingml/2006/main">
            <a:off x="5648325" y="21812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4" name="g2033">
            <a:extLst xmlns:a="http://schemas.openxmlformats.org/drawingml/2006/main">
              <a:ext uri="{FF2B5EF4-FFF2-40B4-BE49-F238E27FC236}">
                <a16:creationId xmlns:a16="http://schemas.microsoft.com/office/drawing/2014/main" id="{0A3D334F-0858-4F84-847D-41112069D001}"/>
              </a:ext>
            </a:extLst>
          </p:cNvPr>
          <p:cNvSpPr>
            <a:spLocks xmlns:a="http://schemas.openxmlformats.org/drawingml/2006/main" noGrp="1"/>
          </p:cNvSpPr>
          <p:nvPr/>
        </p:nvSpPr>
        <p:spPr>
          <a:xfrm xmlns:a="http://schemas.openxmlformats.org/drawingml/2006/main">
            <a:off x="5648325" y="22669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5" name="g2034">
            <a:extLst xmlns:a="http://schemas.openxmlformats.org/drawingml/2006/main">
              <a:ext uri="{FF2B5EF4-FFF2-40B4-BE49-F238E27FC236}">
                <a16:creationId xmlns:a16="http://schemas.microsoft.com/office/drawing/2014/main" id="{89B04263-B0CC-4AFE-9DAA-9392F483711B}"/>
              </a:ext>
            </a:extLst>
          </p:cNvPr>
          <p:cNvSpPr>
            <a:spLocks xmlns:a="http://schemas.openxmlformats.org/drawingml/2006/main" noGrp="1"/>
          </p:cNvSpPr>
          <p:nvPr/>
        </p:nvSpPr>
        <p:spPr>
          <a:xfrm xmlns:a="http://schemas.openxmlformats.org/drawingml/2006/main">
            <a:off x="5648325" y="2352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6" name="g2035">
            <a:extLst xmlns:a="http://schemas.openxmlformats.org/drawingml/2006/main">
              <a:ext uri="{FF2B5EF4-FFF2-40B4-BE49-F238E27FC236}">
                <a16:creationId xmlns:a16="http://schemas.microsoft.com/office/drawing/2014/main" id="{E3F60468-7A01-431B-B824-45ECAAF01A20}"/>
              </a:ext>
            </a:extLst>
          </p:cNvPr>
          <p:cNvSpPr>
            <a:spLocks xmlns:a="http://schemas.openxmlformats.org/drawingml/2006/main" noGrp="1"/>
          </p:cNvSpPr>
          <p:nvPr/>
        </p:nvSpPr>
        <p:spPr>
          <a:xfrm xmlns:a="http://schemas.openxmlformats.org/drawingml/2006/main">
            <a:off x="5648325" y="2438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7" name="g2036">
            <a:extLst xmlns:a="http://schemas.openxmlformats.org/drawingml/2006/main">
              <a:ext uri="{FF2B5EF4-FFF2-40B4-BE49-F238E27FC236}">
                <a16:creationId xmlns:a16="http://schemas.microsoft.com/office/drawing/2014/main" id="{212E5359-DF40-46FE-AEF1-00E8921B46E2}"/>
              </a:ext>
            </a:extLst>
          </p:cNvPr>
          <p:cNvSpPr>
            <a:spLocks xmlns:a="http://schemas.openxmlformats.org/drawingml/2006/main" noGrp="1"/>
          </p:cNvSpPr>
          <p:nvPr/>
        </p:nvSpPr>
        <p:spPr>
          <a:xfrm xmlns:a="http://schemas.openxmlformats.org/drawingml/2006/main">
            <a:off x="5648325" y="2524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8" name="g2037">
            <a:extLst xmlns:a="http://schemas.openxmlformats.org/drawingml/2006/main">
              <a:ext uri="{FF2B5EF4-FFF2-40B4-BE49-F238E27FC236}">
                <a16:creationId xmlns:a16="http://schemas.microsoft.com/office/drawing/2014/main" id="{B63E3CB3-3BDD-49BE-955D-FDFFE117B5DA}"/>
              </a:ext>
            </a:extLst>
          </p:cNvPr>
          <p:cNvSpPr>
            <a:spLocks xmlns:a="http://schemas.openxmlformats.org/drawingml/2006/main" noGrp="1"/>
          </p:cNvSpPr>
          <p:nvPr/>
        </p:nvSpPr>
        <p:spPr>
          <a:xfrm xmlns:a="http://schemas.openxmlformats.org/drawingml/2006/main">
            <a:off x="5648325" y="2609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29" name="g2038">
            <a:extLst xmlns:a="http://schemas.openxmlformats.org/drawingml/2006/main">
              <a:ext uri="{FF2B5EF4-FFF2-40B4-BE49-F238E27FC236}">
                <a16:creationId xmlns:a16="http://schemas.microsoft.com/office/drawing/2014/main" id="{19904815-9A7B-49EC-B63B-273B1A7B0665}"/>
              </a:ext>
            </a:extLst>
          </p:cNvPr>
          <p:cNvSpPr>
            <a:spLocks xmlns:a="http://schemas.openxmlformats.org/drawingml/2006/main" noGrp="1"/>
          </p:cNvSpPr>
          <p:nvPr/>
        </p:nvSpPr>
        <p:spPr>
          <a:xfrm xmlns:a="http://schemas.openxmlformats.org/drawingml/2006/main">
            <a:off x="5648325" y="2695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0" name="g2039">
            <a:extLst xmlns:a="http://schemas.openxmlformats.org/drawingml/2006/main">
              <a:ext uri="{FF2B5EF4-FFF2-40B4-BE49-F238E27FC236}">
                <a16:creationId xmlns:a16="http://schemas.microsoft.com/office/drawing/2014/main" id="{9963F9D1-FFEE-43E4-89D2-9A7A26D67F12}"/>
              </a:ext>
            </a:extLst>
          </p:cNvPr>
          <p:cNvSpPr>
            <a:spLocks xmlns:a="http://schemas.openxmlformats.org/drawingml/2006/main" noGrp="1"/>
          </p:cNvSpPr>
          <p:nvPr/>
        </p:nvSpPr>
        <p:spPr>
          <a:xfrm xmlns:a="http://schemas.openxmlformats.org/drawingml/2006/main">
            <a:off x="5648325" y="27813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1" name="g2040">
            <a:extLst xmlns:a="http://schemas.openxmlformats.org/drawingml/2006/main">
              <a:ext uri="{FF2B5EF4-FFF2-40B4-BE49-F238E27FC236}">
                <a16:creationId xmlns:a16="http://schemas.microsoft.com/office/drawing/2014/main" id="{78B076F5-373D-4760-A4A3-D0DDFDB8B464}"/>
              </a:ext>
            </a:extLst>
          </p:cNvPr>
          <p:cNvSpPr>
            <a:spLocks xmlns:a="http://schemas.openxmlformats.org/drawingml/2006/main" noGrp="1"/>
          </p:cNvSpPr>
          <p:nvPr/>
        </p:nvSpPr>
        <p:spPr>
          <a:xfrm xmlns:a="http://schemas.openxmlformats.org/drawingml/2006/main">
            <a:off x="5648325" y="28670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2" name="g2041">
            <a:extLst xmlns:a="http://schemas.openxmlformats.org/drawingml/2006/main">
              <a:ext uri="{FF2B5EF4-FFF2-40B4-BE49-F238E27FC236}">
                <a16:creationId xmlns:a16="http://schemas.microsoft.com/office/drawing/2014/main" id="{8179E3A9-75BD-431D-84B3-944758F4D860}"/>
              </a:ext>
            </a:extLst>
          </p:cNvPr>
          <p:cNvSpPr>
            <a:spLocks xmlns:a="http://schemas.openxmlformats.org/drawingml/2006/main" noGrp="1"/>
          </p:cNvSpPr>
          <p:nvPr/>
        </p:nvSpPr>
        <p:spPr>
          <a:xfrm xmlns:a="http://schemas.openxmlformats.org/drawingml/2006/main">
            <a:off x="5648325" y="29527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3" name="g2042">
            <a:extLst xmlns:a="http://schemas.openxmlformats.org/drawingml/2006/main">
              <a:ext uri="{FF2B5EF4-FFF2-40B4-BE49-F238E27FC236}">
                <a16:creationId xmlns:a16="http://schemas.microsoft.com/office/drawing/2014/main" id="{085D25E3-3C7C-40ED-9479-B9527C2967EE}"/>
              </a:ext>
            </a:extLst>
          </p:cNvPr>
          <p:cNvSpPr>
            <a:spLocks xmlns:a="http://schemas.openxmlformats.org/drawingml/2006/main" noGrp="1"/>
          </p:cNvSpPr>
          <p:nvPr/>
        </p:nvSpPr>
        <p:spPr>
          <a:xfrm xmlns:a="http://schemas.openxmlformats.org/drawingml/2006/main">
            <a:off x="5648325" y="30384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4" name="g2043">
            <a:extLst xmlns:a="http://schemas.openxmlformats.org/drawingml/2006/main">
              <a:ext uri="{FF2B5EF4-FFF2-40B4-BE49-F238E27FC236}">
                <a16:creationId xmlns:a16="http://schemas.microsoft.com/office/drawing/2014/main" id="{EF1DACAF-59B8-4864-898F-1A7B91A6FB4E}"/>
              </a:ext>
            </a:extLst>
          </p:cNvPr>
          <p:cNvSpPr>
            <a:spLocks xmlns:a="http://schemas.openxmlformats.org/drawingml/2006/main" noGrp="1"/>
          </p:cNvSpPr>
          <p:nvPr/>
        </p:nvSpPr>
        <p:spPr>
          <a:xfrm xmlns:a="http://schemas.openxmlformats.org/drawingml/2006/main">
            <a:off x="5648325" y="31242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5" name="g2044">
            <a:extLst xmlns:a="http://schemas.openxmlformats.org/drawingml/2006/main">
              <a:ext uri="{FF2B5EF4-FFF2-40B4-BE49-F238E27FC236}">
                <a16:creationId xmlns:a16="http://schemas.microsoft.com/office/drawing/2014/main" id="{8B6AC0FC-5E0F-4B75-8D2E-3D41875D3125}"/>
              </a:ext>
            </a:extLst>
          </p:cNvPr>
          <p:cNvSpPr>
            <a:spLocks xmlns:a="http://schemas.openxmlformats.org/drawingml/2006/main" noGrp="1"/>
          </p:cNvSpPr>
          <p:nvPr/>
        </p:nvSpPr>
        <p:spPr>
          <a:xfrm xmlns:a="http://schemas.openxmlformats.org/drawingml/2006/main">
            <a:off x="5648325" y="32099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6" name="g2045">
            <a:extLst xmlns:a="http://schemas.openxmlformats.org/drawingml/2006/main">
              <a:ext uri="{FF2B5EF4-FFF2-40B4-BE49-F238E27FC236}">
                <a16:creationId xmlns:a16="http://schemas.microsoft.com/office/drawing/2014/main" id="{B0FAE981-928E-488C-81C9-691AF848D8BA}"/>
              </a:ext>
            </a:extLst>
          </p:cNvPr>
          <p:cNvSpPr>
            <a:spLocks xmlns:a="http://schemas.openxmlformats.org/drawingml/2006/main" noGrp="1"/>
          </p:cNvSpPr>
          <p:nvPr/>
        </p:nvSpPr>
        <p:spPr>
          <a:xfrm xmlns:a="http://schemas.openxmlformats.org/drawingml/2006/main">
            <a:off x="5648325" y="32956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7" name="g2046">
            <a:extLst xmlns:a="http://schemas.openxmlformats.org/drawingml/2006/main">
              <a:ext uri="{FF2B5EF4-FFF2-40B4-BE49-F238E27FC236}">
                <a16:creationId xmlns:a16="http://schemas.microsoft.com/office/drawing/2014/main" id="{E8998B2F-3B25-4C19-BD84-7FBDE217F1B5}"/>
              </a:ext>
            </a:extLst>
          </p:cNvPr>
          <p:cNvSpPr>
            <a:spLocks xmlns:a="http://schemas.openxmlformats.org/drawingml/2006/main" noGrp="1"/>
          </p:cNvSpPr>
          <p:nvPr/>
        </p:nvSpPr>
        <p:spPr>
          <a:xfrm xmlns:a="http://schemas.openxmlformats.org/drawingml/2006/main">
            <a:off x="5648325" y="33813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8" name="g2047">
            <a:extLst xmlns:a="http://schemas.openxmlformats.org/drawingml/2006/main">
              <a:ext uri="{FF2B5EF4-FFF2-40B4-BE49-F238E27FC236}">
                <a16:creationId xmlns:a16="http://schemas.microsoft.com/office/drawing/2014/main" id="{37F46AC2-C5E5-4DFF-8AD0-0A24F5E810A5}"/>
              </a:ext>
            </a:extLst>
          </p:cNvPr>
          <p:cNvSpPr>
            <a:spLocks xmlns:a="http://schemas.openxmlformats.org/drawingml/2006/main" noGrp="1"/>
          </p:cNvSpPr>
          <p:nvPr/>
        </p:nvSpPr>
        <p:spPr>
          <a:xfrm xmlns:a="http://schemas.openxmlformats.org/drawingml/2006/main">
            <a:off x="5648325" y="34671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39" name="g2048">
            <a:extLst xmlns:a="http://schemas.openxmlformats.org/drawingml/2006/main">
              <a:ext uri="{FF2B5EF4-FFF2-40B4-BE49-F238E27FC236}">
                <a16:creationId xmlns:a16="http://schemas.microsoft.com/office/drawing/2014/main" id="{77F5364E-B387-4554-A157-05ADCF90BD83}"/>
              </a:ext>
            </a:extLst>
          </p:cNvPr>
          <p:cNvSpPr>
            <a:spLocks xmlns:a="http://schemas.openxmlformats.org/drawingml/2006/main" noGrp="1"/>
          </p:cNvSpPr>
          <p:nvPr/>
        </p:nvSpPr>
        <p:spPr>
          <a:xfrm xmlns:a="http://schemas.openxmlformats.org/drawingml/2006/main">
            <a:off x="5648325" y="35528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0" name="g2049">
            <a:extLst xmlns:a="http://schemas.openxmlformats.org/drawingml/2006/main">
              <a:ext uri="{FF2B5EF4-FFF2-40B4-BE49-F238E27FC236}">
                <a16:creationId xmlns:a16="http://schemas.microsoft.com/office/drawing/2014/main" id="{43C0AA33-2832-4DF8-ABCC-9CB8C6029964}"/>
              </a:ext>
            </a:extLst>
          </p:cNvPr>
          <p:cNvSpPr>
            <a:spLocks xmlns:a="http://schemas.openxmlformats.org/drawingml/2006/main" noGrp="1"/>
          </p:cNvSpPr>
          <p:nvPr/>
        </p:nvSpPr>
        <p:spPr>
          <a:xfrm xmlns:a="http://schemas.openxmlformats.org/drawingml/2006/main">
            <a:off x="5648325" y="36385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1" name="g2050">
            <a:extLst xmlns:a="http://schemas.openxmlformats.org/drawingml/2006/main">
              <a:ext uri="{FF2B5EF4-FFF2-40B4-BE49-F238E27FC236}">
                <a16:creationId xmlns:a16="http://schemas.microsoft.com/office/drawing/2014/main" id="{347E2E22-5930-4EB9-BCED-385501C0AABC}"/>
              </a:ext>
            </a:extLst>
          </p:cNvPr>
          <p:cNvSpPr>
            <a:spLocks xmlns:a="http://schemas.openxmlformats.org/drawingml/2006/main" noGrp="1"/>
          </p:cNvSpPr>
          <p:nvPr/>
        </p:nvSpPr>
        <p:spPr>
          <a:xfrm xmlns:a="http://schemas.openxmlformats.org/drawingml/2006/main">
            <a:off x="5648325" y="37242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2" name="g2051">
            <a:extLst xmlns:a="http://schemas.openxmlformats.org/drawingml/2006/main">
              <a:ext uri="{FF2B5EF4-FFF2-40B4-BE49-F238E27FC236}">
                <a16:creationId xmlns:a16="http://schemas.microsoft.com/office/drawing/2014/main" id="{1D0EC38A-453C-47CA-8E2C-5852C0214E7B}"/>
              </a:ext>
            </a:extLst>
          </p:cNvPr>
          <p:cNvSpPr>
            <a:spLocks xmlns:a="http://schemas.openxmlformats.org/drawingml/2006/main" noGrp="1"/>
          </p:cNvSpPr>
          <p:nvPr/>
        </p:nvSpPr>
        <p:spPr>
          <a:xfrm xmlns:a="http://schemas.openxmlformats.org/drawingml/2006/main">
            <a:off x="5648325" y="3810000"/>
            <a:ext cx="953" cy="9525"/>
          </a:xfrm>
          <a:custGeom xmlns:a="http://schemas.openxmlformats.org/drawingml/2006/main">
            <a:pathLst>
              <a:path w="953" h="9525">
                <a:moveTo>
                  <a:pt x="0" y="0"/>
                </a:moveTo>
                <a:lnTo>
                  <a:pt x="0" y="9525"/>
                </a:lnTo>
              </a:path>
            </a:pathLst>
          </a:custGeom>
          <a:noFill xmlns:a="http://schemas.openxmlformats.org/drawingml/2006/main"/>
          <a:ln xmlns:a="http://schemas.openxmlformats.org/drawingml/2006/main" w="9525">
            <a:solidFill>
              <a:srgbClr val="1C55FE"/>
            </a:solidFill>
          </a:ln>
        </p:spPr>
      </p:sp>
      <p:sp>
        <p:nvSpPr>
          <p:cNvPr id="43" name="g2052">
            <a:extLst xmlns:a="http://schemas.openxmlformats.org/drawingml/2006/main">
              <a:ext uri="{FF2B5EF4-FFF2-40B4-BE49-F238E27FC236}">
                <a16:creationId xmlns:a16="http://schemas.microsoft.com/office/drawing/2014/main" id="{406F6BF4-1B4E-46DE-A62D-ADA00D4BEA5F}"/>
              </a:ext>
            </a:extLst>
          </p:cNvPr>
          <p:cNvSpPr>
            <a:spLocks xmlns:a="http://schemas.openxmlformats.org/drawingml/2006/main" noGrp="1"/>
          </p:cNvSpPr>
          <p:nvPr/>
        </p:nvSpPr>
        <p:spPr>
          <a:xfrm xmlns:a="http://schemas.openxmlformats.org/drawingml/2006/main">
            <a:off x="5613083" y="1460183"/>
            <a:ext cx="70485" cy="7048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44" name="g2053">
            <a:extLst xmlns:a="http://schemas.openxmlformats.org/drawingml/2006/main">
              <a:ext uri="{FF2B5EF4-FFF2-40B4-BE49-F238E27FC236}">
                <a16:creationId xmlns:a16="http://schemas.microsoft.com/office/drawing/2014/main" id="{8663A5B6-782F-4DD8-9CB0-5449A4363039}"/>
              </a:ext>
            </a:extLst>
          </p:cNvPr>
          <p:cNvSpPr>
            <a:spLocks xmlns:a="http://schemas.openxmlformats.org/drawingml/2006/main" noGrp="1"/>
          </p:cNvSpPr>
          <p:nvPr/>
        </p:nvSpPr>
        <p:spPr>
          <a:xfrm xmlns:a="http://schemas.openxmlformats.org/drawingml/2006/main">
            <a:off x="10067925" y="14954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5" name="g2054">
            <a:extLst xmlns:a="http://schemas.openxmlformats.org/drawingml/2006/main">
              <a:ext uri="{FF2B5EF4-FFF2-40B4-BE49-F238E27FC236}">
                <a16:creationId xmlns:a16="http://schemas.microsoft.com/office/drawing/2014/main" id="{937D6822-B5C1-4B46-8B66-54F99E4A6A91}"/>
              </a:ext>
            </a:extLst>
          </p:cNvPr>
          <p:cNvSpPr>
            <a:spLocks xmlns:a="http://schemas.openxmlformats.org/drawingml/2006/main" noGrp="1"/>
          </p:cNvSpPr>
          <p:nvPr/>
        </p:nvSpPr>
        <p:spPr>
          <a:xfrm xmlns:a="http://schemas.openxmlformats.org/drawingml/2006/main">
            <a:off x="10067925" y="15811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6" name="g2055">
            <a:extLst xmlns:a="http://schemas.openxmlformats.org/drawingml/2006/main">
              <a:ext uri="{FF2B5EF4-FFF2-40B4-BE49-F238E27FC236}">
                <a16:creationId xmlns:a16="http://schemas.microsoft.com/office/drawing/2014/main" id="{A3C297BB-B8C8-4903-984C-0C8C8AE0F9A3}"/>
              </a:ext>
            </a:extLst>
          </p:cNvPr>
          <p:cNvSpPr>
            <a:spLocks xmlns:a="http://schemas.openxmlformats.org/drawingml/2006/main" noGrp="1"/>
          </p:cNvSpPr>
          <p:nvPr/>
        </p:nvSpPr>
        <p:spPr>
          <a:xfrm xmlns:a="http://schemas.openxmlformats.org/drawingml/2006/main">
            <a:off x="10067925" y="16668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7" name="g2056">
            <a:extLst xmlns:a="http://schemas.openxmlformats.org/drawingml/2006/main">
              <a:ext uri="{FF2B5EF4-FFF2-40B4-BE49-F238E27FC236}">
                <a16:creationId xmlns:a16="http://schemas.microsoft.com/office/drawing/2014/main" id="{93AAC3FA-F469-4416-8730-E909CB501BC4}"/>
              </a:ext>
            </a:extLst>
          </p:cNvPr>
          <p:cNvSpPr>
            <a:spLocks xmlns:a="http://schemas.openxmlformats.org/drawingml/2006/main" noGrp="1"/>
          </p:cNvSpPr>
          <p:nvPr/>
        </p:nvSpPr>
        <p:spPr>
          <a:xfrm xmlns:a="http://schemas.openxmlformats.org/drawingml/2006/main">
            <a:off x="10067925" y="17526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8" name="g2057">
            <a:extLst xmlns:a="http://schemas.openxmlformats.org/drawingml/2006/main">
              <a:ext uri="{FF2B5EF4-FFF2-40B4-BE49-F238E27FC236}">
                <a16:creationId xmlns:a16="http://schemas.microsoft.com/office/drawing/2014/main" id="{1559B85F-EA18-4602-85F0-282D1CB7DE4F}"/>
              </a:ext>
            </a:extLst>
          </p:cNvPr>
          <p:cNvSpPr>
            <a:spLocks xmlns:a="http://schemas.openxmlformats.org/drawingml/2006/main" noGrp="1"/>
          </p:cNvSpPr>
          <p:nvPr/>
        </p:nvSpPr>
        <p:spPr>
          <a:xfrm xmlns:a="http://schemas.openxmlformats.org/drawingml/2006/main">
            <a:off x="10067925" y="18383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49" name="g2058">
            <a:extLst xmlns:a="http://schemas.openxmlformats.org/drawingml/2006/main">
              <a:ext uri="{FF2B5EF4-FFF2-40B4-BE49-F238E27FC236}">
                <a16:creationId xmlns:a16="http://schemas.microsoft.com/office/drawing/2014/main" id="{2AA55CF6-47D3-4C9F-B77C-D9BF7B046FB4}"/>
              </a:ext>
            </a:extLst>
          </p:cNvPr>
          <p:cNvSpPr>
            <a:spLocks xmlns:a="http://schemas.openxmlformats.org/drawingml/2006/main" noGrp="1"/>
          </p:cNvSpPr>
          <p:nvPr/>
        </p:nvSpPr>
        <p:spPr>
          <a:xfrm xmlns:a="http://schemas.openxmlformats.org/drawingml/2006/main">
            <a:off x="10067925" y="19240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0" name="g2059">
            <a:extLst xmlns:a="http://schemas.openxmlformats.org/drawingml/2006/main">
              <a:ext uri="{FF2B5EF4-FFF2-40B4-BE49-F238E27FC236}">
                <a16:creationId xmlns:a16="http://schemas.microsoft.com/office/drawing/2014/main" id="{57120EDD-EB59-4300-A67F-45CE6571CBB5}"/>
              </a:ext>
            </a:extLst>
          </p:cNvPr>
          <p:cNvSpPr>
            <a:spLocks xmlns:a="http://schemas.openxmlformats.org/drawingml/2006/main" noGrp="1"/>
          </p:cNvSpPr>
          <p:nvPr/>
        </p:nvSpPr>
        <p:spPr>
          <a:xfrm xmlns:a="http://schemas.openxmlformats.org/drawingml/2006/main">
            <a:off x="10067925" y="20097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1" name="g2060">
            <a:extLst xmlns:a="http://schemas.openxmlformats.org/drawingml/2006/main">
              <a:ext uri="{FF2B5EF4-FFF2-40B4-BE49-F238E27FC236}">
                <a16:creationId xmlns:a16="http://schemas.microsoft.com/office/drawing/2014/main" id="{A86AC419-6D99-4656-AA27-A5893678C62D}"/>
              </a:ext>
            </a:extLst>
          </p:cNvPr>
          <p:cNvSpPr>
            <a:spLocks xmlns:a="http://schemas.openxmlformats.org/drawingml/2006/main" noGrp="1"/>
          </p:cNvSpPr>
          <p:nvPr/>
        </p:nvSpPr>
        <p:spPr>
          <a:xfrm xmlns:a="http://schemas.openxmlformats.org/drawingml/2006/main">
            <a:off x="10067925" y="20955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2" name="g2061">
            <a:extLst xmlns:a="http://schemas.openxmlformats.org/drawingml/2006/main">
              <a:ext uri="{FF2B5EF4-FFF2-40B4-BE49-F238E27FC236}">
                <a16:creationId xmlns:a16="http://schemas.microsoft.com/office/drawing/2014/main" id="{624D4005-9B38-4FA2-A68C-3BA050615BAB}"/>
              </a:ext>
            </a:extLst>
          </p:cNvPr>
          <p:cNvSpPr>
            <a:spLocks xmlns:a="http://schemas.openxmlformats.org/drawingml/2006/main" noGrp="1"/>
          </p:cNvSpPr>
          <p:nvPr/>
        </p:nvSpPr>
        <p:spPr>
          <a:xfrm xmlns:a="http://schemas.openxmlformats.org/drawingml/2006/main">
            <a:off x="10067925" y="21812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3" name="g2062">
            <a:extLst xmlns:a="http://schemas.openxmlformats.org/drawingml/2006/main">
              <a:ext uri="{FF2B5EF4-FFF2-40B4-BE49-F238E27FC236}">
                <a16:creationId xmlns:a16="http://schemas.microsoft.com/office/drawing/2014/main" id="{4FBA9054-CF9F-479D-BA49-8563515F3AC8}"/>
              </a:ext>
            </a:extLst>
          </p:cNvPr>
          <p:cNvSpPr>
            <a:spLocks xmlns:a="http://schemas.openxmlformats.org/drawingml/2006/main" noGrp="1"/>
          </p:cNvSpPr>
          <p:nvPr/>
        </p:nvSpPr>
        <p:spPr>
          <a:xfrm xmlns:a="http://schemas.openxmlformats.org/drawingml/2006/main">
            <a:off x="10067925" y="22669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4" name="g2063">
            <a:extLst xmlns:a="http://schemas.openxmlformats.org/drawingml/2006/main">
              <a:ext uri="{FF2B5EF4-FFF2-40B4-BE49-F238E27FC236}">
                <a16:creationId xmlns:a16="http://schemas.microsoft.com/office/drawing/2014/main" id="{3FF46A13-4DBF-4992-BD26-D0CDC4491036}"/>
              </a:ext>
            </a:extLst>
          </p:cNvPr>
          <p:cNvSpPr>
            <a:spLocks xmlns:a="http://schemas.openxmlformats.org/drawingml/2006/main" noGrp="1"/>
          </p:cNvSpPr>
          <p:nvPr/>
        </p:nvSpPr>
        <p:spPr>
          <a:xfrm xmlns:a="http://schemas.openxmlformats.org/drawingml/2006/main">
            <a:off x="10067925" y="2352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5" name="g2064">
            <a:extLst xmlns:a="http://schemas.openxmlformats.org/drawingml/2006/main">
              <a:ext uri="{FF2B5EF4-FFF2-40B4-BE49-F238E27FC236}">
                <a16:creationId xmlns:a16="http://schemas.microsoft.com/office/drawing/2014/main" id="{829E8737-ADE5-4650-885E-355C8EDFA7F1}"/>
              </a:ext>
            </a:extLst>
          </p:cNvPr>
          <p:cNvSpPr>
            <a:spLocks xmlns:a="http://schemas.openxmlformats.org/drawingml/2006/main" noGrp="1"/>
          </p:cNvSpPr>
          <p:nvPr/>
        </p:nvSpPr>
        <p:spPr>
          <a:xfrm xmlns:a="http://schemas.openxmlformats.org/drawingml/2006/main">
            <a:off x="10067925" y="2438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6" name="g2065">
            <a:extLst xmlns:a="http://schemas.openxmlformats.org/drawingml/2006/main">
              <a:ext uri="{FF2B5EF4-FFF2-40B4-BE49-F238E27FC236}">
                <a16:creationId xmlns:a16="http://schemas.microsoft.com/office/drawing/2014/main" id="{BD896665-67BE-48FE-BADC-4ACB377B4DEB}"/>
              </a:ext>
            </a:extLst>
          </p:cNvPr>
          <p:cNvSpPr>
            <a:spLocks xmlns:a="http://schemas.openxmlformats.org/drawingml/2006/main" noGrp="1"/>
          </p:cNvSpPr>
          <p:nvPr/>
        </p:nvSpPr>
        <p:spPr>
          <a:xfrm xmlns:a="http://schemas.openxmlformats.org/drawingml/2006/main">
            <a:off x="10067925" y="2524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7" name="g2066">
            <a:extLst xmlns:a="http://schemas.openxmlformats.org/drawingml/2006/main">
              <a:ext uri="{FF2B5EF4-FFF2-40B4-BE49-F238E27FC236}">
                <a16:creationId xmlns:a16="http://schemas.microsoft.com/office/drawing/2014/main" id="{DF5BDCF3-7903-4910-A927-ACA65F1D62E9}"/>
              </a:ext>
            </a:extLst>
          </p:cNvPr>
          <p:cNvSpPr>
            <a:spLocks xmlns:a="http://schemas.openxmlformats.org/drawingml/2006/main" noGrp="1"/>
          </p:cNvSpPr>
          <p:nvPr/>
        </p:nvSpPr>
        <p:spPr>
          <a:xfrm xmlns:a="http://schemas.openxmlformats.org/drawingml/2006/main">
            <a:off x="10067925" y="2609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8" name="g2067">
            <a:extLst xmlns:a="http://schemas.openxmlformats.org/drawingml/2006/main">
              <a:ext uri="{FF2B5EF4-FFF2-40B4-BE49-F238E27FC236}">
                <a16:creationId xmlns:a16="http://schemas.microsoft.com/office/drawing/2014/main" id="{E28DA16E-5918-4644-8532-127C81E8A94F}"/>
              </a:ext>
            </a:extLst>
          </p:cNvPr>
          <p:cNvSpPr>
            <a:spLocks xmlns:a="http://schemas.openxmlformats.org/drawingml/2006/main" noGrp="1"/>
          </p:cNvSpPr>
          <p:nvPr/>
        </p:nvSpPr>
        <p:spPr>
          <a:xfrm xmlns:a="http://schemas.openxmlformats.org/drawingml/2006/main">
            <a:off x="10067925" y="2695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59" name="g2068">
            <a:extLst xmlns:a="http://schemas.openxmlformats.org/drawingml/2006/main">
              <a:ext uri="{FF2B5EF4-FFF2-40B4-BE49-F238E27FC236}">
                <a16:creationId xmlns:a16="http://schemas.microsoft.com/office/drawing/2014/main" id="{C40B6DBC-CDB9-4C29-B4E5-A1A4B9D3B88A}"/>
              </a:ext>
            </a:extLst>
          </p:cNvPr>
          <p:cNvSpPr>
            <a:spLocks xmlns:a="http://schemas.openxmlformats.org/drawingml/2006/main" noGrp="1"/>
          </p:cNvSpPr>
          <p:nvPr/>
        </p:nvSpPr>
        <p:spPr>
          <a:xfrm xmlns:a="http://schemas.openxmlformats.org/drawingml/2006/main">
            <a:off x="10067925" y="27813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0" name="g2069">
            <a:extLst xmlns:a="http://schemas.openxmlformats.org/drawingml/2006/main">
              <a:ext uri="{FF2B5EF4-FFF2-40B4-BE49-F238E27FC236}">
                <a16:creationId xmlns:a16="http://schemas.microsoft.com/office/drawing/2014/main" id="{191EC159-76BD-4560-A698-F68DBE35AAA9}"/>
              </a:ext>
            </a:extLst>
          </p:cNvPr>
          <p:cNvSpPr>
            <a:spLocks xmlns:a="http://schemas.openxmlformats.org/drawingml/2006/main" noGrp="1"/>
          </p:cNvSpPr>
          <p:nvPr/>
        </p:nvSpPr>
        <p:spPr>
          <a:xfrm xmlns:a="http://schemas.openxmlformats.org/drawingml/2006/main">
            <a:off x="10067925" y="28670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1" name="g2070">
            <a:extLst xmlns:a="http://schemas.openxmlformats.org/drawingml/2006/main">
              <a:ext uri="{FF2B5EF4-FFF2-40B4-BE49-F238E27FC236}">
                <a16:creationId xmlns:a16="http://schemas.microsoft.com/office/drawing/2014/main" id="{DD54072E-F6BD-45BF-B903-21E8F61989CD}"/>
              </a:ext>
            </a:extLst>
          </p:cNvPr>
          <p:cNvSpPr>
            <a:spLocks xmlns:a="http://schemas.openxmlformats.org/drawingml/2006/main" noGrp="1"/>
          </p:cNvSpPr>
          <p:nvPr/>
        </p:nvSpPr>
        <p:spPr>
          <a:xfrm xmlns:a="http://schemas.openxmlformats.org/drawingml/2006/main">
            <a:off x="10067925" y="29527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2" name="g2071">
            <a:extLst xmlns:a="http://schemas.openxmlformats.org/drawingml/2006/main">
              <a:ext uri="{FF2B5EF4-FFF2-40B4-BE49-F238E27FC236}">
                <a16:creationId xmlns:a16="http://schemas.microsoft.com/office/drawing/2014/main" id="{6E52E0F8-6F4B-4870-B84A-72D64B349692}"/>
              </a:ext>
            </a:extLst>
          </p:cNvPr>
          <p:cNvSpPr>
            <a:spLocks xmlns:a="http://schemas.openxmlformats.org/drawingml/2006/main" noGrp="1"/>
          </p:cNvSpPr>
          <p:nvPr/>
        </p:nvSpPr>
        <p:spPr>
          <a:xfrm xmlns:a="http://schemas.openxmlformats.org/drawingml/2006/main">
            <a:off x="10067925" y="30384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3" name="g2072">
            <a:extLst xmlns:a="http://schemas.openxmlformats.org/drawingml/2006/main">
              <a:ext uri="{FF2B5EF4-FFF2-40B4-BE49-F238E27FC236}">
                <a16:creationId xmlns:a16="http://schemas.microsoft.com/office/drawing/2014/main" id="{2477DFFE-F16D-4450-9AED-9843379DBF6A}"/>
              </a:ext>
            </a:extLst>
          </p:cNvPr>
          <p:cNvSpPr>
            <a:spLocks xmlns:a="http://schemas.openxmlformats.org/drawingml/2006/main" noGrp="1"/>
          </p:cNvSpPr>
          <p:nvPr/>
        </p:nvSpPr>
        <p:spPr>
          <a:xfrm xmlns:a="http://schemas.openxmlformats.org/drawingml/2006/main">
            <a:off x="10067925" y="31242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4" name="g2073">
            <a:extLst xmlns:a="http://schemas.openxmlformats.org/drawingml/2006/main">
              <a:ext uri="{FF2B5EF4-FFF2-40B4-BE49-F238E27FC236}">
                <a16:creationId xmlns:a16="http://schemas.microsoft.com/office/drawing/2014/main" id="{DB12FB83-70C8-45FA-90E9-241861183920}"/>
              </a:ext>
            </a:extLst>
          </p:cNvPr>
          <p:cNvSpPr>
            <a:spLocks xmlns:a="http://schemas.openxmlformats.org/drawingml/2006/main" noGrp="1"/>
          </p:cNvSpPr>
          <p:nvPr/>
        </p:nvSpPr>
        <p:spPr>
          <a:xfrm xmlns:a="http://schemas.openxmlformats.org/drawingml/2006/main">
            <a:off x="10067925" y="32099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5" name="g2074">
            <a:extLst xmlns:a="http://schemas.openxmlformats.org/drawingml/2006/main">
              <a:ext uri="{FF2B5EF4-FFF2-40B4-BE49-F238E27FC236}">
                <a16:creationId xmlns:a16="http://schemas.microsoft.com/office/drawing/2014/main" id="{C6F6C456-21C8-4F25-BF93-9F5BCA391F93}"/>
              </a:ext>
            </a:extLst>
          </p:cNvPr>
          <p:cNvSpPr>
            <a:spLocks xmlns:a="http://schemas.openxmlformats.org/drawingml/2006/main" noGrp="1"/>
          </p:cNvSpPr>
          <p:nvPr/>
        </p:nvSpPr>
        <p:spPr>
          <a:xfrm xmlns:a="http://schemas.openxmlformats.org/drawingml/2006/main">
            <a:off x="10067925" y="32956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6" name="g2075">
            <a:extLst xmlns:a="http://schemas.openxmlformats.org/drawingml/2006/main">
              <a:ext uri="{FF2B5EF4-FFF2-40B4-BE49-F238E27FC236}">
                <a16:creationId xmlns:a16="http://schemas.microsoft.com/office/drawing/2014/main" id="{7236E62B-D28D-41AA-95A0-0ADA60E5A558}"/>
              </a:ext>
            </a:extLst>
          </p:cNvPr>
          <p:cNvSpPr>
            <a:spLocks xmlns:a="http://schemas.openxmlformats.org/drawingml/2006/main" noGrp="1"/>
          </p:cNvSpPr>
          <p:nvPr/>
        </p:nvSpPr>
        <p:spPr>
          <a:xfrm xmlns:a="http://schemas.openxmlformats.org/drawingml/2006/main">
            <a:off x="10067925" y="33813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7" name="g2076">
            <a:extLst xmlns:a="http://schemas.openxmlformats.org/drawingml/2006/main">
              <a:ext uri="{FF2B5EF4-FFF2-40B4-BE49-F238E27FC236}">
                <a16:creationId xmlns:a16="http://schemas.microsoft.com/office/drawing/2014/main" id="{BBCFA29E-1EC4-41CF-9202-1E139AD054FA}"/>
              </a:ext>
            </a:extLst>
          </p:cNvPr>
          <p:cNvSpPr>
            <a:spLocks xmlns:a="http://schemas.openxmlformats.org/drawingml/2006/main" noGrp="1"/>
          </p:cNvSpPr>
          <p:nvPr/>
        </p:nvSpPr>
        <p:spPr>
          <a:xfrm xmlns:a="http://schemas.openxmlformats.org/drawingml/2006/main">
            <a:off x="10067925" y="34671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8" name="g2077">
            <a:extLst xmlns:a="http://schemas.openxmlformats.org/drawingml/2006/main">
              <a:ext uri="{FF2B5EF4-FFF2-40B4-BE49-F238E27FC236}">
                <a16:creationId xmlns:a16="http://schemas.microsoft.com/office/drawing/2014/main" id="{79D5B950-EA6C-482B-9CB4-E1E4A70677FC}"/>
              </a:ext>
            </a:extLst>
          </p:cNvPr>
          <p:cNvSpPr>
            <a:spLocks xmlns:a="http://schemas.openxmlformats.org/drawingml/2006/main" noGrp="1"/>
          </p:cNvSpPr>
          <p:nvPr/>
        </p:nvSpPr>
        <p:spPr>
          <a:xfrm xmlns:a="http://schemas.openxmlformats.org/drawingml/2006/main">
            <a:off x="10067925" y="35528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69" name="g2078">
            <a:extLst xmlns:a="http://schemas.openxmlformats.org/drawingml/2006/main">
              <a:ext uri="{FF2B5EF4-FFF2-40B4-BE49-F238E27FC236}">
                <a16:creationId xmlns:a16="http://schemas.microsoft.com/office/drawing/2014/main" id="{9734367F-1496-4426-8896-EED93D7CAC63}"/>
              </a:ext>
            </a:extLst>
          </p:cNvPr>
          <p:cNvSpPr>
            <a:spLocks xmlns:a="http://schemas.openxmlformats.org/drawingml/2006/main" noGrp="1"/>
          </p:cNvSpPr>
          <p:nvPr/>
        </p:nvSpPr>
        <p:spPr>
          <a:xfrm xmlns:a="http://schemas.openxmlformats.org/drawingml/2006/main">
            <a:off x="10067925" y="36385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0" name="g2079">
            <a:extLst xmlns:a="http://schemas.openxmlformats.org/drawingml/2006/main">
              <a:ext uri="{FF2B5EF4-FFF2-40B4-BE49-F238E27FC236}">
                <a16:creationId xmlns:a16="http://schemas.microsoft.com/office/drawing/2014/main" id="{B3FE3046-2730-49FF-806D-A92882CE21EB}"/>
              </a:ext>
            </a:extLst>
          </p:cNvPr>
          <p:cNvSpPr>
            <a:spLocks xmlns:a="http://schemas.openxmlformats.org/drawingml/2006/main" noGrp="1"/>
          </p:cNvSpPr>
          <p:nvPr/>
        </p:nvSpPr>
        <p:spPr>
          <a:xfrm xmlns:a="http://schemas.openxmlformats.org/drawingml/2006/main">
            <a:off x="10067925" y="37242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1" name="g2080">
            <a:extLst xmlns:a="http://schemas.openxmlformats.org/drawingml/2006/main">
              <a:ext uri="{FF2B5EF4-FFF2-40B4-BE49-F238E27FC236}">
                <a16:creationId xmlns:a16="http://schemas.microsoft.com/office/drawing/2014/main" id="{4ED1F103-7111-4537-89C5-0983DB922A38}"/>
              </a:ext>
            </a:extLst>
          </p:cNvPr>
          <p:cNvSpPr>
            <a:spLocks xmlns:a="http://schemas.openxmlformats.org/drawingml/2006/main" noGrp="1"/>
          </p:cNvSpPr>
          <p:nvPr/>
        </p:nvSpPr>
        <p:spPr>
          <a:xfrm xmlns:a="http://schemas.openxmlformats.org/drawingml/2006/main">
            <a:off x="10067925" y="3810000"/>
            <a:ext cx="953" cy="9525"/>
          </a:xfrm>
          <a:custGeom xmlns:a="http://schemas.openxmlformats.org/drawingml/2006/main">
            <a:pathLst>
              <a:path w="953" h="9525">
                <a:moveTo>
                  <a:pt x="0" y="0"/>
                </a:moveTo>
                <a:lnTo>
                  <a:pt x="0" y="9525"/>
                </a:lnTo>
              </a:path>
            </a:pathLst>
          </a:custGeom>
          <a:noFill xmlns:a="http://schemas.openxmlformats.org/drawingml/2006/main"/>
          <a:ln xmlns:a="http://schemas.openxmlformats.org/drawingml/2006/main" w="9525">
            <a:solidFill>
              <a:srgbClr val="1C55FE"/>
            </a:solidFill>
          </a:ln>
        </p:spPr>
      </p:sp>
      <p:sp>
        <p:nvSpPr>
          <p:cNvPr id="72" name="g2081">
            <a:extLst xmlns:a="http://schemas.openxmlformats.org/drawingml/2006/main">
              <a:ext uri="{FF2B5EF4-FFF2-40B4-BE49-F238E27FC236}">
                <a16:creationId xmlns:a16="http://schemas.microsoft.com/office/drawing/2014/main" id="{95A96A6D-7ABA-46C8-8297-F961FC525D64}"/>
              </a:ext>
            </a:extLst>
          </p:cNvPr>
          <p:cNvSpPr>
            <a:spLocks xmlns:a="http://schemas.openxmlformats.org/drawingml/2006/main" noGrp="1"/>
          </p:cNvSpPr>
          <p:nvPr/>
        </p:nvSpPr>
        <p:spPr>
          <a:xfrm xmlns:a="http://schemas.openxmlformats.org/drawingml/2006/main">
            <a:off x="10032683" y="1460183"/>
            <a:ext cx="70485" cy="7048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73" name="g2082">
            <a:extLst xmlns:a="http://schemas.openxmlformats.org/drawingml/2006/main">
              <a:ext uri="{FF2B5EF4-FFF2-40B4-BE49-F238E27FC236}">
                <a16:creationId xmlns:a16="http://schemas.microsoft.com/office/drawing/2014/main" id="{9264A953-BAE3-40D4-BE08-CD63C4B4AB6E}"/>
              </a:ext>
            </a:extLst>
          </p:cNvPr>
          <p:cNvSpPr>
            <a:spLocks xmlns:a="http://schemas.openxmlformats.org/drawingml/2006/main" noGrp="1"/>
          </p:cNvSpPr>
          <p:nvPr/>
        </p:nvSpPr>
        <p:spPr>
          <a:xfrm xmlns:a="http://schemas.openxmlformats.org/drawingml/2006/main">
            <a:off x="5010150" y="38195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4" name="g2083">
            <a:extLst xmlns:a="http://schemas.openxmlformats.org/drawingml/2006/main">
              <a:ext uri="{FF2B5EF4-FFF2-40B4-BE49-F238E27FC236}">
                <a16:creationId xmlns:a16="http://schemas.microsoft.com/office/drawing/2014/main" id="{4C7FF0F7-DF93-44EF-8C45-51A6CF1E52B9}"/>
              </a:ext>
            </a:extLst>
          </p:cNvPr>
          <p:cNvSpPr>
            <a:spLocks xmlns:a="http://schemas.openxmlformats.org/drawingml/2006/main" noGrp="1"/>
          </p:cNvSpPr>
          <p:nvPr/>
        </p:nvSpPr>
        <p:spPr>
          <a:xfrm xmlns:a="http://schemas.openxmlformats.org/drawingml/2006/main">
            <a:off x="5010150" y="39052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5" name="g2084">
            <a:extLst xmlns:a="http://schemas.openxmlformats.org/drawingml/2006/main">
              <a:ext uri="{FF2B5EF4-FFF2-40B4-BE49-F238E27FC236}">
                <a16:creationId xmlns:a16="http://schemas.microsoft.com/office/drawing/2014/main" id="{4436F06A-40CE-4324-B013-E5119DB9B92F}"/>
              </a:ext>
            </a:extLst>
          </p:cNvPr>
          <p:cNvSpPr>
            <a:spLocks xmlns:a="http://schemas.openxmlformats.org/drawingml/2006/main" noGrp="1"/>
          </p:cNvSpPr>
          <p:nvPr/>
        </p:nvSpPr>
        <p:spPr>
          <a:xfrm xmlns:a="http://schemas.openxmlformats.org/drawingml/2006/main">
            <a:off x="5010150" y="39909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6" name="g2085">
            <a:extLst xmlns:a="http://schemas.openxmlformats.org/drawingml/2006/main">
              <a:ext uri="{FF2B5EF4-FFF2-40B4-BE49-F238E27FC236}">
                <a16:creationId xmlns:a16="http://schemas.microsoft.com/office/drawing/2014/main" id="{1D59751B-03E0-41FF-8B6E-4A3B6B3EC5E0}"/>
              </a:ext>
            </a:extLst>
          </p:cNvPr>
          <p:cNvSpPr>
            <a:spLocks xmlns:a="http://schemas.openxmlformats.org/drawingml/2006/main" noGrp="1"/>
          </p:cNvSpPr>
          <p:nvPr/>
        </p:nvSpPr>
        <p:spPr>
          <a:xfrm xmlns:a="http://schemas.openxmlformats.org/drawingml/2006/main">
            <a:off x="5010150" y="40767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7" name="g2086">
            <a:extLst xmlns:a="http://schemas.openxmlformats.org/drawingml/2006/main">
              <a:ext uri="{FF2B5EF4-FFF2-40B4-BE49-F238E27FC236}">
                <a16:creationId xmlns:a16="http://schemas.microsoft.com/office/drawing/2014/main" id="{038EEECF-0F08-4E03-BEFA-E3B7CDF2C967}"/>
              </a:ext>
            </a:extLst>
          </p:cNvPr>
          <p:cNvSpPr>
            <a:spLocks xmlns:a="http://schemas.openxmlformats.org/drawingml/2006/main" noGrp="1"/>
          </p:cNvSpPr>
          <p:nvPr/>
        </p:nvSpPr>
        <p:spPr>
          <a:xfrm xmlns:a="http://schemas.openxmlformats.org/drawingml/2006/main">
            <a:off x="5010150" y="41624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8" name="g2087">
            <a:extLst xmlns:a="http://schemas.openxmlformats.org/drawingml/2006/main">
              <a:ext uri="{FF2B5EF4-FFF2-40B4-BE49-F238E27FC236}">
                <a16:creationId xmlns:a16="http://schemas.microsoft.com/office/drawing/2014/main" id="{BA47F963-528A-48DD-BF07-B8897DAACDA2}"/>
              </a:ext>
            </a:extLst>
          </p:cNvPr>
          <p:cNvSpPr>
            <a:spLocks xmlns:a="http://schemas.openxmlformats.org/drawingml/2006/main" noGrp="1"/>
          </p:cNvSpPr>
          <p:nvPr/>
        </p:nvSpPr>
        <p:spPr>
          <a:xfrm xmlns:a="http://schemas.openxmlformats.org/drawingml/2006/main">
            <a:off x="5010150" y="42481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79" name="g2088">
            <a:extLst xmlns:a="http://schemas.openxmlformats.org/drawingml/2006/main">
              <a:ext uri="{FF2B5EF4-FFF2-40B4-BE49-F238E27FC236}">
                <a16:creationId xmlns:a16="http://schemas.microsoft.com/office/drawing/2014/main" id="{FABA0238-5680-4080-922E-17E9EC90D938}"/>
              </a:ext>
            </a:extLst>
          </p:cNvPr>
          <p:cNvSpPr>
            <a:spLocks xmlns:a="http://schemas.openxmlformats.org/drawingml/2006/main" noGrp="1"/>
          </p:cNvSpPr>
          <p:nvPr/>
        </p:nvSpPr>
        <p:spPr>
          <a:xfrm xmlns:a="http://schemas.openxmlformats.org/drawingml/2006/main">
            <a:off x="5010150" y="43338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0" name="g2089">
            <a:extLst xmlns:a="http://schemas.openxmlformats.org/drawingml/2006/main">
              <a:ext uri="{FF2B5EF4-FFF2-40B4-BE49-F238E27FC236}">
                <a16:creationId xmlns:a16="http://schemas.microsoft.com/office/drawing/2014/main" id="{ED7D6970-4D92-4D7D-9938-AB231EF3347D}"/>
              </a:ext>
            </a:extLst>
          </p:cNvPr>
          <p:cNvSpPr>
            <a:spLocks xmlns:a="http://schemas.openxmlformats.org/drawingml/2006/main" noGrp="1"/>
          </p:cNvSpPr>
          <p:nvPr/>
        </p:nvSpPr>
        <p:spPr>
          <a:xfrm xmlns:a="http://schemas.openxmlformats.org/drawingml/2006/main">
            <a:off x="5010150" y="44196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1" name="g2090">
            <a:extLst xmlns:a="http://schemas.openxmlformats.org/drawingml/2006/main">
              <a:ext uri="{FF2B5EF4-FFF2-40B4-BE49-F238E27FC236}">
                <a16:creationId xmlns:a16="http://schemas.microsoft.com/office/drawing/2014/main" id="{767591DC-4DEA-4BCE-A4A8-75BF83974CB1}"/>
              </a:ext>
            </a:extLst>
          </p:cNvPr>
          <p:cNvSpPr>
            <a:spLocks xmlns:a="http://schemas.openxmlformats.org/drawingml/2006/main" noGrp="1"/>
          </p:cNvSpPr>
          <p:nvPr/>
        </p:nvSpPr>
        <p:spPr>
          <a:xfrm xmlns:a="http://schemas.openxmlformats.org/drawingml/2006/main">
            <a:off x="5010150" y="45053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2" name="g2091">
            <a:extLst xmlns:a="http://schemas.openxmlformats.org/drawingml/2006/main">
              <a:ext uri="{FF2B5EF4-FFF2-40B4-BE49-F238E27FC236}">
                <a16:creationId xmlns:a16="http://schemas.microsoft.com/office/drawing/2014/main" id="{0C2A3506-E8F8-49BF-BDD6-D137C1861911}"/>
              </a:ext>
            </a:extLst>
          </p:cNvPr>
          <p:cNvSpPr>
            <a:spLocks xmlns:a="http://schemas.openxmlformats.org/drawingml/2006/main" noGrp="1"/>
          </p:cNvSpPr>
          <p:nvPr/>
        </p:nvSpPr>
        <p:spPr>
          <a:xfrm xmlns:a="http://schemas.openxmlformats.org/drawingml/2006/main">
            <a:off x="5010150" y="45910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3" name="g2092">
            <a:extLst xmlns:a="http://schemas.openxmlformats.org/drawingml/2006/main">
              <a:ext uri="{FF2B5EF4-FFF2-40B4-BE49-F238E27FC236}">
                <a16:creationId xmlns:a16="http://schemas.microsoft.com/office/drawing/2014/main" id="{C9FAA8C2-469A-41AC-B2D7-5408444F5190}"/>
              </a:ext>
            </a:extLst>
          </p:cNvPr>
          <p:cNvSpPr>
            <a:spLocks xmlns:a="http://schemas.openxmlformats.org/drawingml/2006/main" noGrp="1"/>
          </p:cNvSpPr>
          <p:nvPr/>
        </p:nvSpPr>
        <p:spPr>
          <a:xfrm xmlns:a="http://schemas.openxmlformats.org/drawingml/2006/main">
            <a:off x="5010150" y="46767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4" name="g2093">
            <a:extLst xmlns:a="http://schemas.openxmlformats.org/drawingml/2006/main">
              <a:ext uri="{FF2B5EF4-FFF2-40B4-BE49-F238E27FC236}">
                <a16:creationId xmlns:a16="http://schemas.microsoft.com/office/drawing/2014/main" id="{A7835970-37FB-43ED-8BFD-1FA952ECEE56}"/>
              </a:ext>
            </a:extLst>
          </p:cNvPr>
          <p:cNvSpPr>
            <a:spLocks xmlns:a="http://schemas.openxmlformats.org/drawingml/2006/main" noGrp="1"/>
          </p:cNvSpPr>
          <p:nvPr/>
        </p:nvSpPr>
        <p:spPr>
          <a:xfrm xmlns:a="http://schemas.openxmlformats.org/drawingml/2006/main">
            <a:off x="5010150" y="47625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5" name="g2094">
            <a:extLst xmlns:a="http://schemas.openxmlformats.org/drawingml/2006/main">
              <a:ext uri="{FF2B5EF4-FFF2-40B4-BE49-F238E27FC236}">
                <a16:creationId xmlns:a16="http://schemas.microsoft.com/office/drawing/2014/main" id="{63F89102-90DF-40B4-9AE0-4AB2B3DE8187}"/>
              </a:ext>
            </a:extLst>
          </p:cNvPr>
          <p:cNvSpPr>
            <a:spLocks xmlns:a="http://schemas.openxmlformats.org/drawingml/2006/main" noGrp="1"/>
          </p:cNvSpPr>
          <p:nvPr/>
        </p:nvSpPr>
        <p:spPr>
          <a:xfrm xmlns:a="http://schemas.openxmlformats.org/drawingml/2006/main">
            <a:off x="5010150" y="48482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6" name="g2095">
            <a:extLst xmlns:a="http://schemas.openxmlformats.org/drawingml/2006/main">
              <a:ext uri="{FF2B5EF4-FFF2-40B4-BE49-F238E27FC236}">
                <a16:creationId xmlns:a16="http://schemas.microsoft.com/office/drawing/2014/main" id="{AFE0DF63-48F0-4472-8656-7DBC44CE6313}"/>
              </a:ext>
            </a:extLst>
          </p:cNvPr>
          <p:cNvSpPr>
            <a:spLocks xmlns:a="http://schemas.openxmlformats.org/drawingml/2006/main" noGrp="1"/>
          </p:cNvSpPr>
          <p:nvPr/>
        </p:nvSpPr>
        <p:spPr>
          <a:xfrm xmlns:a="http://schemas.openxmlformats.org/drawingml/2006/main">
            <a:off x="5010150" y="49339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7" name="g2096">
            <a:extLst xmlns:a="http://schemas.openxmlformats.org/drawingml/2006/main">
              <a:ext uri="{FF2B5EF4-FFF2-40B4-BE49-F238E27FC236}">
                <a16:creationId xmlns:a16="http://schemas.microsoft.com/office/drawing/2014/main" id="{E9FD2C0B-BFE4-4A03-AF03-7F3F83A4CBEF}"/>
              </a:ext>
            </a:extLst>
          </p:cNvPr>
          <p:cNvSpPr>
            <a:spLocks xmlns:a="http://schemas.openxmlformats.org/drawingml/2006/main" noGrp="1"/>
          </p:cNvSpPr>
          <p:nvPr/>
        </p:nvSpPr>
        <p:spPr>
          <a:xfrm xmlns:a="http://schemas.openxmlformats.org/drawingml/2006/main">
            <a:off x="5010150" y="5019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8" name="g2097">
            <a:extLst xmlns:a="http://schemas.openxmlformats.org/drawingml/2006/main">
              <a:ext uri="{FF2B5EF4-FFF2-40B4-BE49-F238E27FC236}">
                <a16:creationId xmlns:a16="http://schemas.microsoft.com/office/drawing/2014/main" id="{EAD362B8-6F12-42FA-BDC9-BA4035C5296E}"/>
              </a:ext>
            </a:extLst>
          </p:cNvPr>
          <p:cNvSpPr>
            <a:spLocks xmlns:a="http://schemas.openxmlformats.org/drawingml/2006/main" noGrp="1"/>
          </p:cNvSpPr>
          <p:nvPr/>
        </p:nvSpPr>
        <p:spPr>
          <a:xfrm xmlns:a="http://schemas.openxmlformats.org/drawingml/2006/main">
            <a:off x="5010150" y="5105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89" name="g2098">
            <a:extLst xmlns:a="http://schemas.openxmlformats.org/drawingml/2006/main">
              <a:ext uri="{FF2B5EF4-FFF2-40B4-BE49-F238E27FC236}">
                <a16:creationId xmlns:a16="http://schemas.microsoft.com/office/drawing/2014/main" id="{BAC81DA1-07C3-4400-A2B9-A0EAEF9C80F2}"/>
              </a:ext>
            </a:extLst>
          </p:cNvPr>
          <p:cNvSpPr>
            <a:spLocks xmlns:a="http://schemas.openxmlformats.org/drawingml/2006/main" noGrp="1"/>
          </p:cNvSpPr>
          <p:nvPr/>
        </p:nvSpPr>
        <p:spPr>
          <a:xfrm xmlns:a="http://schemas.openxmlformats.org/drawingml/2006/main">
            <a:off x="5010150" y="5191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0" name="g2099">
            <a:extLst xmlns:a="http://schemas.openxmlformats.org/drawingml/2006/main">
              <a:ext uri="{FF2B5EF4-FFF2-40B4-BE49-F238E27FC236}">
                <a16:creationId xmlns:a16="http://schemas.microsoft.com/office/drawing/2014/main" id="{3A0C8A4E-28C6-4136-B45D-5715BBFF6CF2}"/>
              </a:ext>
            </a:extLst>
          </p:cNvPr>
          <p:cNvSpPr>
            <a:spLocks xmlns:a="http://schemas.openxmlformats.org/drawingml/2006/main" noGrp="1"/>
          </p:cNvSpPr>
          <p:nvPr/>
        </p:nvSpPr>
        <p:spPr>
          <a:xfrm xmlns:a="http://schemas.openxmlformats.org/drawingml/2006/main">
            <a:off x="5010150" y="5276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1" name="g2100">
            <a:extLst xmlns:a="http://schemas.openxmlformats.org/drawingml/2006/main">
              <a:ext uri="{FF2B5EF4-FFF2-40B4-BE49-F238E27FC236}">
                <a16:creationId xmlns:a16="http://schemas.microsoft.com/office/drawing/2014/main" id="{D796AEE7-251A-4F4B-A4E7-94AA689BF07C}"/>
              </a:ext>
            </a:extLst>
          </p:cNvPr>
          <p:cNvSpPr>
            <a:spLocks xmlns:a="http://schemas.openxmlformats.org/drawingml/2006/main" noGrp="1"/>
          </p:cNvSpPr>
          <p:nvPr/>
        </p:nvSpPr>
        <p:spPr>
          <a:xfrm xmlns:a="http://schemas.openxmlformats.org/drawingml/2006/main">
            <a:off x="5010150" y="5362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2" name="g2101">
            <a:extLst xmlns:a="http://schemas.openxmlformats.org/drawingml/2006/main">
              <a:ext uri="{FF2B5EF4-FFF2-40B4-BE49-F238E27FC236}">
                <a16:creationId xmlns:a16="http://schemas.microsoft.com/office/drawing/2014/main" id="{A64D6B43-BE56-4644-93C0-A1E33932D6AD}"/>
              </a:ext>
            </a:extLst>
          </p:cNvPr>
          <p:cNvSpPr>
            <a:spLocks xmlns:a="http://schemas.openxmlformats.org/drawingml/2006/main" noGrp="1"/>
          </p:cNvSpPr>
          <p:nvPr/>
        </p:nvSpPr>
        <p:spPr>
          <a:xfrm xmlns:a="http://schemas.openxmlformats.org/drawingml/2006/main">
            <a:off x="5010150" y="54483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3" name="g2102">
            <a:extLst xmlns:a="http://schemas.openxmlformats.org/drawingml/2006/main">
              <a:ext uri="{FF2B5EF4-FFF2-40B4-BE49-F238E27FC236}">
                <a16:creationId xmlns:a16="http://schemas.microsoft.com/office/drawing/2014/main" id="{6839DF4A-7396-4EB5-9A4D-6802370BBE13}"/>
              </a:ext>
            </a:extLst>
          </p:cNvPr>
          <p:cNvSpPr>
            <a:spLocks xmlns:a="http://schemas.openxmlformats.org/drawingml/2006/main" noGrp="1"/>
          </p:cNvSpPr>
          <p:nvPr/>
        </p:nvSpPr>
        <p:spPr>
          <a:xfrm xmlns:a="http://schemas.openxmlformats.org/drawingml/2006/main">
            <a:off x="5010150" y="55340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4" name="g2103">
            <a:extLst xmlns:a="http://schemas.openxmlformats.org/drawingml/2006/main">
              <a:ext uri="{FF2B5EF4-FFF2-40B4-BE49-F238E27FC236}">
                <a16:creationId xmlns:a16="http://schemas.microsoft.com/office/drawing/2014/main" id="{436411EB-C996-4146-BE3C-A16B4F466563}"/>
              </a:ext>
            </a:extLst>
          </p:cNvPr>
          <p:cNvSpPr>
            <a:spLocks xmlns:a="http://schemas.openxmlformats.org/drawingml/2006/main" noGrp="1"/>
          </p:cNvSpPr>
          <p:nvPr/>
        </p:nvSpPr>
        <p:spPr>
          <a:xfrm xmlns:a="http://schemas.openxmlformats.org/drawingml/2006/main">
            <a:off x="5010150" y="56197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5" name="g2104">
            <a:extLst xmlns:a="http://schemas.openxmlformats.org/drawingml/2006/main">
              <a:ext uri="{FF2B5EF4-FFF2-40B4-BE49-F238E27FC236}">
                <a16:creationId xmlns:a16="http://schemas.microsoft.com/office/drawing/2014/main" id="{55C41205-5599-4C68-8BAB-5D87C25500D4}"/>
              </a:ext>
            </a:extLst>
          </p:cNvPr>
          <p:cNvSpPr>
            <a:spLocks xmlns:a="http://schemas.openxmlformats.org/drawingml/2006/main" noGrp="1"/>
          </p:cNvSpPr>
          <p:nvPr/>
        </p:nvSpPr>
        <p:spPr>
          <a:xfrm xmlns:a="http://schemas.openxmlformats.org/drawingml/2006/main">
            <a:off x="5010150" y="57054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6" name="g2105">
            <a:extLst xmlns:a="http://schemas.openxmlformats.org/drawingml/2006/main">
              <a:ext uri="{FF2B5EF4-FFF2-40B4-BE49-F238E27FC236}">
                <a16:creationId xmlns:a16="http://schemas.microsoft.com/office/drawing/2014/main" id="{DFC6E76C-C61C-47A7-9E41-BA103DF1CD86}"/>
              </a:ext>
            </a:extLst>
          </p:cNvPr>
          <p:cNvSpPr>
            <a:spLocks xmlns:a="http://schemas.openxmlformats.org/drawingml/2006/main" noGrp="1"/>
          </p:cNvSpPr>
          <p:nvPr/>
        </p:nvSpPr>
        <p:spPr>
          <a:xfrm xmlns:a="http://schemas.openxmlformats.org/drawingml/2006/main">
            <a:off x="5010150" y="57912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7" name="g2106">
            <a:extLst xmlns:a="http://schemas.openxmlformats.org/drawingml/2006/main">
              <a:ext uri="{FF2B5EF4-FFF2-40B4-BE49-F238E27FC236}">
                <a16:creationId xmlns:a16="http://schemas.microsoft.com/office/drawing/2014/main" id="{8E3D6780-A38C-43B9-9DFC-782C2684845C}"/>
              </a:ext>
            </a:extLst>
          </p:cNvPr>
          <p:cNvSpPr>
            <a:spLocks xmlns:a="http://schemas.openxmlformats.org/drawingml/2006/main" noGrp="1"/>
          </p:cNvSpPr>
          <p:nvPr/>
        </p:nvSpPr>
        <p:spPr>
          <a:xfrm xmlns:a="http://schemas.openxmlformats.org/drawingml/2006/main">
            <a:off x="5010150" y="58769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8" name="g2107">
            <a:extLst xmlns:a="http://schemas.openxmlformats.org/drawingml/2006/main">
              <a:ext uri="{FF2B5EF4-FFF2-40B4-BE49-F238E27FC236}">
                <a16:creationId xmlns:a16="http://schemas.microsoft.com/office/drawing/2014/main" id="{E3BE7BB1-74E6-4ADD-9453-B9F4AA148924}"/>
              </a:ext>
            </a:extLst>
          </p:cNvPr>
          <p:cNvSpPr>
            <a:spLocks xmlns:a="http://schemas.openxmlformats.org/drawingml/2006/main" noGrp="1"/>
          </p:cNvSpPr>
          <p:nvPr/>
        </p:nvSpPr>
        <p:spPr>
          <a:xfrm xmlns:a="http://schemas.openxmlformats.org/drawingml/2006/main">
            <a:off x="5010150" y="59626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99" name="g2108">
            <a:extLst xmlns:a="http://schemas.openxmlformats.org/drawingml/2006/main">
              <a:ext uri="{FF2B5EF4-FFF2-40B4-BE49-F238E27FC236}">
                <a16:creationId xmlns:a16="http://schemas.microsoft.com/office/drawing/2014/main" id="{57F21AB7-A305-4375-82EC-0C656F754345}"/>
              </a:ext>
            </a:extLst>
          </p:cNvPr>
          <p:cNvSpPr>
            <a:spLocks xmlns:a="http://schemas.openxmlformats.org/drawingml/2006/main" noGrp="1"/>
          </p:cNvSpPr>
          <p:nvPr/>
        </p:nvSpPr>
        <p:spPr>
          <a:xfrm xmlns:a="http://schemas.openxmlformats.org/drawingml/2006/main">
            <a:off x="5010150" y="60483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0" name="g2109">
            <a:extLst xmlns:a="http://schemas.openxmlformats.org/drawingml/2006/main">
              <a:ext uri="{FF2B5EF4-FFF2-40B4-BE49-F238E27FC236}">
                <a16:creationId xmlns:a16="http://schemas.microsoft.com/office/drawing/2014/main" id="{15C4F46F-947C-4165-9AA8-E3BE065BA9DE}"/>
              </a:ext>
            </a:extLst>
          </p:cNvPr>
          <p:cNvSpPr>
            <a:spLocks xmlns:a="http://schemas.openxmlformats.org/drawingml/2006/main" noGrp="1"/>
          </p:cNvSpPr>
          <p:nvPr/>
        </p:nvSpPr>
        <p:spPr>
          <a:xfrm xmlns:a="http://schemas.openxmlformats.org/drawingml/2006/main">
            <a:off x="5010150" y="6134100"/>
            <a:ext cx="953" cy="9525"/>
          </a:xfrm>
          <a:custGeom xmlns:a="http://schemas.openxmlformats.org/drawingml/2006/main">
            <a:pathLst>
              <a:path w="953" h="9525">
                <a:moveTo>
                  <a:pt x="0" y="0"/>
                </a:moveTo>
                <a:lnTo>
                  <a:pt x="0" y="9525"/>
                </a:lnTo>
              </a:path>
            </a:pathLst>
          </a:custGeom>
          <a:noFill xmlns:a="http://schemas.openxmlformats.org/drawingml/2006/main"/>
          <a:ln xmlns:a="http://schemas.openxmlformats.org/drawingml/2006/main" w="9525">
            <a:solidFill>
              <a:srgbClr val="1C55FE"/>
            </a:solidFill>
          </a:ln>
        </p:spPr>
      </p:sp>
      <p:sp>
        <p:nvSpPr>
          <p:cNvPr id="101" name="g2110">
            <a:extLst xmlns:a="http://schemas.openxmlformats.org/drawingml/2006/main">
              <a:ext uri="{FF2B5EF4-FFF2-40B4-BE49-F238E27FC236}">
                <a16:creationId xmlns:a16="http://schemas.microsoft.com/office/drawing/2014/main" id="{02A67FC0-0C48-4E97-BA27-2D94A6DA2053}"/>
              </a:ext>
            </a:extLst>
          </p:cNvPr>
          <p:cNvSpPr>
            <a:spLocks xmlns:a="http://schemas.openxmlformats.org/drawingml/2006/main" noGrp="1"/>
          </p:cNvSpPr>
          <p:nvPr/>
        </p:nvSpPr>
        <p:spPr>
          <a:xfrm xmlns:a="http://schemas.openxmlformats.org/drawingml/2006/main">
            <a:off x="4974908" y="6108383"/>
            <a:ext cx="70485" cy="7048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02" name="g2111">
            <a:extLst xmlns:a="http://schemas.openxmlformats.org/drawingml/2006/main">
              <a:ext uri="{FF2B5EF4-FFF2-40B4-BE49-F238E27FC236}">
                <a16:creationId xmlns:a16="http://schemas.microsoft.com/office/drawing/2014/main" id="{04D81982-95A0-4422-90B2-659D7908E0D8}"/>
              </a:ext>
            </a:extLst>
          </p:cNvPr>
          <p:cNvSpPr>
            <a:spLocks xmlns:a="http://schemas.openxmlformats.org/drawingml/2006/main" noGrp="1"/>
          </p:cNvSpPr>
          <p:nvPr/>
        </p:nvSpPr>
        <p:spPr>
          <a:xfrm xmlns:a="http://schemas.openxmlformats.org/drawingml/2006/main">
            <a:off x="9496425" y="38195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3" name="g2112">
            <a:extLst xmlns:a="http://schemas.openxmlformats.org/drawingml/2006/main">
              <a:ext uri="{FF2B5EF4-FFF2-40B4-BE49-F238E27FC236}">
                <a16:creationId xmlns:a16="http://schemas.microsoft.com/office/drawing/2014/main" id="{29D80657-9AEE-4C9A-9DD5-E523BDC009A8}"/>
              </a:ext>
            </a:extLst>
          </p:cNvPr>
          <p:cNvSpPr>
            <a:spLocks xmlns:a="http://schemas.openxmlformats.org/drawingml/2006/main" noGrp="1"/>
          </p:cNvSpPr>
          <p:nvPr/>
        </p:nvSpPr>
        <p:spPr>
          <a:xfrm xmlns:a="http://schemas.openxmlformats.org/drawingml/2006/main">
            <a:off x="9496425" y="39052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4" name="g2113">
            <a:extLst xmlns:a="http://schemas.openxmlformats.org/drawingml/2006/main">
              <a:ext uri="{FF2B5EF4-FFF2-40B4-BE49-F238E27FC236}">
                <a16:creationId xmlns:a16="http://schemas.microsoft.com/office/drawing/2014/main" id="{1E419EB4-8B49-41D2-A80C-63C1EC2BB65B}"/>
              </a:ext>
            </a:extLst>
          </p:cNvPr>
          <p:cNvSpPr>
            <a:spLocks xmlns:a="http://schemas.openxmlformats.org/drawingml/2006/main" noGrp="1"/>
          </p:cNvSpPr>
          <p:nvPr/>
        </p:nvSpPr>
        <p:spPr>
          <a:xfrm xmlns:a="http://schemas.openxmlformats.org/drawingml/2006/main">
            <a:off x="9496425" y="39909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5" name="g2114">
            <a:extLst xmlns:a="http://schemas.openxmlformats.org/drawingml/2006/main">
              <a:ext uri="{FF2B5EF4-FFF2-40B4-BE49-F238E27FC236}">
                <a16:creationId xmlns:a16="http://schemas.microsoft.com/office/drawing/2014/main" id="{9976D33C-3AC4-41C1-83C1-D0EBF9AF33EB}"/>
              </a:ext>
            </a:extLst>
          </p:cNvPr>
          <p:cNvSpPr>
            <a:spLocks xmlns:a="http://schemas.openxmlformats.org/drawingml/2006/main" noGrp="1"/>
          </p:cNvSpPr>
          <p:nvPr/>
        </p:nvSpPr>
        <p:spPr>
          <a:xfrm xmlns:a="http://schemas.openxmlformats.org/drawingml/2006/main">
            <a:off x="9496425" y="40767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6" name="g2115">
            <a:extLst xmlns:a="http://schemas.openxmlformats.org/drawingml/2006/main">
              <a:ext uri="{FF2B5EF4-FFF2-40B4-BE49-F238E27FC236}">
                <a16:creationId xmlns:a16="http://schemas.microsoft.com/office/drawing/2014/main" id="{23BFE735-A065-4C7C-9598-EFC49B7009BC}"/>
              </a:ext>
            </a:extLst>
          </p:cNvPr>
          <p:cNvSpPr>
            <a:spLocks xmlns:a="http://schemas.openxmlformats.org/drawingml/2006/main" noGrp="1"/>
          </p:cNvSpPr>
          <p:nvPr/>
        </p:nvSpPr>
        <p:spPr>
          <a:xfrm xmlns:a="http://schemas.openxmlformats.org/drawingml/2006/main">
            <a:off x="9496425" y="41624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7" name="g2116">
            <a:extLst xmlns:a="http://schemas.openxmlformats.org/drawingml/2006/main">
              <a:ext uri="{FF2B5EF4-FFF2-40B4-BE49-F238E27FC236}">
                <a16:creationId xmlns:a16="http://schemas.microsoft.com/office/drawing/2014/main" id="{D10CDB49-EDCF-4EB8-8A75-F467F9D97410}"/>
              </a:ext>
            </a:extLst>
          </p:cNvPr>
          <p:cNvSpPr>
            <a:spLocks xmlns:a="http://schemas.openxmlformats.org/drawingml/2006/main" noGrp="1"/>
          </p:cNvSpPr>
          <p:nvPr/>
        </p:nvSpPr>
        <p:spPr>
          <a:xfrm xmlns:a="http://schemas.openxmlformats.org/drawingml/2006/main">
            <a:off x="9496425" y="42481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8" name="g2117">
            <a:extLst xmlns:a="http://schemas.openxmlformats.org/drawingml/2006/main">
              <a:ext uri="{FF2B5EF4-FFF2-40B4-BE49-F238E27FC236}">
                <a16:creationId xmlns:a16="http://schemas.microsoft.com/office/drawing/2014/main" id="{E737ED78-8C53-41C0-B728-7CFF2626DE56}"/>
              </a:ext>
            </a:extLst>
          </p:cNvPr>
          <p:cNvSpPr>
            <a:spLocks xmlns:a="http://schemas.openxmlformats.org/drawingml/2006/main" noGrp="1"/>
          </p:cNvSpPr>
          <p:nvPr/>
        </p:nvSpPr>
        <p:spPr>
          <a:xfrm xmlns:a="http://schemas.openxmlformats.org/drawingml/2006/main">
            <a:off x="9496425" y="43338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09" name="g2118">
            <a:extLst xmlns:a="http://schemas.openxmlformats.org/drawingml/2006/main">
              <a:ext uri="{FF2B5EF4-FFF2-40B4-BE49-F238E27FC236}">
                <a16:creationId xmlns:a16="http://schemas.microsoft.com/office/drawing/2014/main" id="{A4E53401-0BC9-4547-8014-CD48F45F6370}"/>
              </a:ext>
            </a:extLst>
          </p:cNvPr>
          <p:cNvSpPr>
            <a:spLocks xmlns:a="http://schemas.openxmlformats.org/drawingml/2006/main" noGrp="1"/>
          </p:cNvSpPr>
          <p:nvPr/>
        </p:nvSpPr>
        <p:spPr>
          <a:xfrm xmlns:a="http://schemas.openxmlformats.org/drawingml/2006/main">
            <a:off x="9496425" y="44196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0" name="g2119">
            <a:extLst xmlns:a="http://schemas.openxmlformats.org/drawingml/2006/main">
              <a:ext uri="{FF2B5EF4-FFF2-40B4-BE49-F238E27FC236}">
                <a16:creationId xmlns:a16="http://schemas.microsoft.com/office/drawing/2014/main" id="{B163D6BE-5483-45A6-B8CE-1CEB219E95B1}"/>
              </a:ext>
            </a:extLst>
          </p:cNvPr>
          <p:cNvSpPr>
            <a:spLocks xmlns:a="http://schemas.openxmlformats.org/drawingml/2006/main" noGrp="1"/>
          </p:cNvSpPr>
          <p:nvPr/>
        </p:nvSpPr>
        <p:spPr>
          <a:xfrm xmlns:a="http://schemas.openxmlformats.org/drawingml/2006/main">
            <a:off x="9496425" y="45053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1" name="g2120">
            <a:extLst xmlns:a="http://schemas.openxmlformats.org/drawingml/2006/main">
              <a:ext uri="{FF2B5EF4-FFF2-40B4-BE49-F238E27FC236}">
                <a16:creationId xmlns:a16="http://schemas.microsoft.com/office/drawing/2014/main" id="{0B260CA6-157E-415E-9C6F-9E1957E8EC10}"/>
              </a:ext>
            </a:extLst>
          </p:cNvPr>
          <p:cNvSpPr>
            <a:spLocks xmlns:a="http://schemas.openxmlformats.org/drawingml/2006/main" noGrp="1"/>
          </p:cNvSpPr>
          <p:nvPr/>
        </p:nvSpPr>
        <p:spPr>
          <a:xfrm xmlns:a="http://schemas.openxmlformats.org/drawingml/2006/main">
            <a:off x="9496425" y="45910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2" name="g2121">
            <a:extLst xmlns:a="http://schemas.openxmlformats.org/drawingml/2006/main">
              <a:ext uri="{FF2B5EF4-FFF2-40B4-BE49-F238E27FC236}">
                <a16:creationId xmlns:a16="http://schemas.microsoft.com/office/drawing/2014/main" id="{6C3ECDA2-C77D-4056-9D13-5AB3DA13AEF8}"/>
              </a:ext>
            </a:extLst>
          </p:cNvPr>
          <p:cNvSpPr>
            <a:spLocks xmlns:a="http://schemas.openxmlformats.org/drawingml/2006/main" noGrp="1"/>
          </p:cNvSpPr>
          <p:nvPr/>
        </p:nvSpPr>
        <p:spPr>
          <a:xfrm xmlns:a="http://schemas.openxmlformats.org/drawingml/2006/main">
            <a:off x="9496425" y="46767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3" name="g2122">
            <a:extLst xmlns:a="http://schemas.openxmlformats.org/drawingml/2006/main">
              <a:ext uri="{FF2B5EF4-FFF2-40B4-BE49-F238E27FC236}">
                <a16:creationId xmlns:a16="http://schemas.microsoft.com/office/drawing/2014/main" id="{3538C871-5CCE-4836-ADA4-6597864610BB}"/>
              </a:ext>
            </a:extLst>
          </p:cNvPr>
          <p:cNvSpPr>
            <a:spLocks xmlns:a="http://schemas.openxmlformats.org/drawingml/2006/main" noGrp="1"/>
          </p:cNvSpPr>
          <p:nvPr/>
        </p:nvSpPr>
        <p:spPr>
          <a:xfrm xmlns:a="http://schemas.openxmlformats.org/drawingml/2006/main">
            <a:off x="9496425" y="47625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4" name="g2123">
            <a:extLst xmlns:a="http://schemas.openxmlformats.org/drawingml/2006/main">
              <a:ext uri="{FF2B5EF4-FFF2-40B4-BE49-F238E27FC236}">
                <a16:creationId xmlns:a16="http://schemas.microsoft.com/office/drawing/2014/main" id="{E301BB74-27CD-4634-8532-AAF88BEE9E05}"/>
              </a:ext>
            </a:extLst>
          </p:cNvPr>
          <p:cNvSpPr>
            <a:spLocks xmlns:a="http://schemas.openxmlformats.org/drawingml/2006/main" noGrp="1"/>
          </p:cNvSpPr>
          <p:nvPr/>
        </p:nvSpPr>
        <p:spPr>
          <a:xfrm xmlns:a="http://schemas.openxmlformats.org/drawingml/2006/main">
            <a:off x="9496425" y="48482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5" name="g2124">
            <a:extLst xmlns:a="http://schemas.openxmlformats.org/drawingml/2006/main">
              <a:ext uri="{FF2B5EF4-FFF2-40B4-BE49-F238E27FC236}">
                <a16:creationId xmlns:a16="http://schemas.microsoft.com/office/drawing/2014/main" id="{49CDE11D-185C-41D6-A6CD-DD12C32AB60A}"/>
              </a:ext>
            </a:extLst>
          </p:cNvPr>
          <p:cNvSpPr>
            <a:spLocks xmlns:a="http://schemas.openxmlformats.org/drawingml/2006/main" noGrp="1"/>
          </p:cNvSpPr>
          <p:nvPr/>
        </p:nvSpPr>
        <p:spPr>
          <a:xfrm xmlns:a="http://schemas.openxmlformats.org/drawingml/2006/main">
            <a:off x="9496425" y="49339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6" name="g2125">
            <a:extLst xmlns:a="http://schemas.openxmlformats.org/drawingml/2006/main">
              <a:ext uri="{FF2B5EF4-FFF2-40B4-BE49-F238E27FC236}">
                <a16:creationId xmlns:a16="http://schemas.microsoft.com/office/drawing/2014/main" id="{64A1F9DC-7636-47B9-8290-120B955934A6}"/>
              </a:ext>
            </a:extLst>
          </p:cNvPr>
          <p:cNvSpPr>
            <a:spLocks xmlns:a="http://schemas.openxmlformats.org/drawingml/2006/main" noGrp="1"/>
          </p:cNvSpPr>
          <p:nvPr/>
        </p:nvSpPr>
        <p:spPr>
          <a:xfrm xmlns:a="http://schemas.openxmlformats.org/drawingml/2006/main">
            <a:off x="9496425" y="50196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7" name="g2126">
            <a:extLst xmlns:a="http://schemas.openxmlformats.org/drawingml/2006/main">
              <a:ext uri="{FF2B5EF4-FFF2-40B4-BE49-F238E27FC236}">
                <a16:creationId xmlns:a16="http://schemas.microsoft.com/office/drawing/2014/main" id="{DF2CBE56-4DF3-4C88-8B34-CC3F6069DDAB}"/>
              </a:ext>
            </a:extLst>
          </p:cNvPr>
          <p:cNvSpPr>
            <a:spLocks xmlns:a="http://schemas.openxmlformats.org/drawingml/2006/main" noGrp="1"/>
          </p:cNvSpPr>
          <p:nvPr/>
        </p:nvSpPr>
        <p:spPr>
          <a:xfrm xmlns:a="http://schemas.openxmlformats.org/drawingml/2006/main">
            <a:off x="9496425" y="51054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8" name="g2127">
            <a:extLst xmlns:a="http://schemas.openxmlformats.org/drawingml/2006/main">
              <a:ext uri="{FF2B5EF4-FFF2-40B4-BE49-F238E27FC236}">
                <a16:creationId xmlns:a16="http://schemas.microsoft.com/office/drawing/2014/main" id="{F3851D1A-4319-43D5-8410-5C39ADF6DA4A}"/>
              </a:ext>
            </a:extLst>
          </p:cNvPr>
          <p:cNvSpPr>
            <a:spLocks xmlns:a="http://schemas.openxmlformats.org/drawingml/2006/main" noGrp="1"/>
          </p:cNvSpPr>
          <p:nvPr/>
        </p:nvSpPr>
        <p:spPr>
          <a:xfrm xmlns:a="http://schemas.openxmlformats.org/drawingml/2006/main">
            <a:off x="9496425" y="51911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19" name="g2128">
            <a:extLst xmlns:a="http://schemas.openxmlformats.org/drawingml/2006/main">
              <a:ext uri="{FF2B5EF4-FFF2-40B4-BE49-F238E27FC236}">
                <a16:creationId xmlns:a16="http://schemas.microsoft.com/office/drawing/2014/main" id="{08861ABB-0A4E-450C-870D-76AC484C124F}"/>
              </a:ext>
            </a:extLst>
          </p:cNvPr>
          <p:cNvSpPr>
            <a:spLocks xmlns:a="http://schemas.openxmlformats.org/drawingml/2006/main" noGrp="1"/>
          </p:cNvSpPr>
          <p:nvPr/>
        </p:nvSpPr>
        <p:spPr>
          <a:xfrm xmlns:a="http://schemas.openxmlformats.org/drawingml/2006/main">
            <a:off x="9496425" y="52768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0" name="g2129">
            <a:extLst xmlns:a="http://schemas.openxmlformats.org/drawingml/2006/main">
              <a:ext uri="{FF2B5EF4-FFF2-40B4-BE49-F238E27FC236}">
                <a16:creationId xmlns:a16="http://schemas.microsoft.com/office/drawing/2014/main" id="{0A576ADB-DF8A-49BF-8E0F-20CEBD3BF78D}"/>
              </a:ext>
            </a:extLst>
          </p:cNvPr>
          <p:cNvSpPr>
            <a:spLocks xmlns:a="http://schemas.openxmlformats.org/drawingml/2006/main" noGrp="1"/>
          </p:cNvSpPr>
          <p:nvPr/>
        </p:nvSpPr>
        <p:spPr>
          <a:xfrm xmlns:a="http://schemas.openxmlformats.org/drawingml/2006/main">
            <a:off x="9496425" y="53625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1" name="g2130">
            <a:extLst xmlns:a="http://schemas.openxmlformats.org/drawingml/2006/main">
              <a:ext uri="{FF2B5EF4-FFF2-40B4-BE49-F238E27FC236}">
                <a16:creationId xmlns:a16="http://schemas.microsoft.com/office/drawing/2014/main" id="{FC98A861-3F08-4DDB-8A85-B9EFD067D1C9}"/>
              </a:ext>
            </a:extLst>
          </p:cNvPr>
          <p:cNvSpPr>
            <a:spLocks xmlns:a="http://schemas.openxmlformats.org/drawingml/2006/main" noGrp="1"/>
          </p:cNvSpPr>
          <p:nvPr/>
        </p:nvSpPr>
        <p:spPr>
          <a:xfrm xmlns:a="http://schemas.openxmlformats.org/drawingml/2006/main">
            <a:off x="9496425" y="54483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2" name="g2131">
            <a:extLst xmlns:a="http://schemas.openxmlformats.org/drawingml/2006/main">
              <a:ext uri="{FF2B5EF4-FFF2-40B4-BE49-F238E27FC236}">
                <a16:creationId xmlns:a16="http://schemas.microsoft.com/office/drawing/2014/main" id="{062FE0E3-8202-4206-9D80-3DF83C8640C0}"/>
              </a:ext>
            </a:extLst>
          </p:cNvPr>
          <p:cNvSpPr>
            <a:spLocks xmlns:a="http://schemas.openxmlformats.org/drawingml/2006/main" noGrp="1"/>
          </p:cNvSpPr>
          <p:nvPr/>
        </p:nvSpPr>
        <p:spPr>
          <a:xfrm xmlns:a="http://schemas.openxmlformats.org/drawingml/2006/main">
            <a:off x="9496425" y="55340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3" name="g2132">
            <a:extLst xmlns:a="http://schemas.openxmlformats.org/drawingml/2006/main">
              <a:ext uri="{FF2B5EF4-FFF2-40B4-BE49-F238E27FC236}">
                <a16:creationId xmlns:a16="http://schemas.microsoft.com/office/drawing/2014/main" id="{9F59CD5B-758F-49DC-A20F-5E6DBCA427B9}"/>
              </a:ext>
            </a:extLst>
          </p:cNvPr>
          <p:cNvSpPr>
            <a:spLocks xmlns:a="http://schemas.openxmlformats.org/drawingml/2006/main" noGrp="1"/>
          </p:cNvSpPr>
          <p:nvPr/>
        </p:nvSpPr>
        <p:spPr>
          <a:xfrm xmlns:a="http://schemas.openxmlformats.org/drawingml/2006/main">
            <a:off x="9496425" y="56197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4" name="g2133">
            <a:extLst xmlns:a="http://schemas.openxmlformats.org/drawingml/2006/main">
              <a:ext uri="{FF2B5EF4-FFF2-40B4-BE49-F238E27FC236}">
                <a16:creationId xmlns:a16="http://schemas.microsoft.com/office/drawing/2014/main" id="{7B869A9C-755A-4A85-9054-A82294AB7CF1}"/>
              </a:ext>
            </a:extLst>
          </p:cNvPr>
          <p:cNvSpPr>
            <a:spLocks xmlns:a="http://schemas.openxmlformats.org/drawingml/2006/main" noGrp="1"/>
          </p:cNvSpPr>
          <p:nvPr/>
        </p:nvSpPr>
        <p:spPr>
          <a:xfrm xmlns:a="http://schemas.openxmlformats.org/drawingml/2006/main">
            <a:off x="9496425" y="57054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5" name="g2134">
            <a:extLst xmlns:a="http://schemas.openxmlformats.org/drawingml/2006/main">
              <a:ext uri="{FF2B5EF4-FFF2-40B4-BE49-F238E27FC236}">
                <a16:creationId xmlns:a16="http://schemas.microsoft.com/office/drawing/2014/main" id="{40AF2824-2282-4B55-A757-545C2C5FF20D}"/>
              </a:ext>
            </a:extLst>
          </p:cNvPr>
          <p:cNvSpPr>
            <a:spLocks xmlns:a="http://schemas.openxmlformats.org/drawingml/2006/main" noGrp="1"/>
          </p:cNvSpPr>
          <p:nvPr/>
        </p:nvSpPr>
        <p:spPr>
          <a:xfrm xmlns:a="http://schemas.openxmlformats.org/drawingml/2006/main">
            <a:off x="9496425" y="579120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6" name="g2135">
            <a:extLst xmlns:a="http://schemas.openxmlformats.org/drawingml/2006/main">
              <a:ext uri="{FF2B5EF4-FFF2-40B4-BE49-F238E27FC236}">
                <a16:creationId xmlns:a16="http://schemas.microsoft.com/office/drawing/2014/main" id="{EAEA4B5E-D6EE-4FC8-913D-515EF7B5AB4B}"/>
              </a:ext>
            </a:extLst>
          </p:cNvPr>
          <p:cNvSpPr>
            <a:spLocks xmlns:a="http://schemas.openxmlformats.org/drawingml/2006/main" noGrp="1"/>
          </p:cNvSpPr>
          <p:nvPr/>
        </p:nvSpPr>
        <p:spPr>
          <a:xfrm xmlns:a="http://schemas.openxmlformats.org/drawingml/2006/main">
            <a:off x="9496425" y="587692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7" name="g2136">
            <a:extLst xmlns:a="http://schemas.openxmlformats.org/drawingml/2006/main">
              <a:ext uri="{FF2B5EF4-FFF2-40B4-BE49-F238E27FC236}">
                <a16:creationId xmlns:a16="http://schemas.microsoft.com/office/drawing/2014/main" id="{26E7C9D1-23CB-41EA-8B5B-495BF2E4C8BC}"/>
              </a:ext>
            </a:extLst>
          </p:cNvPr>
          <p:cNvSpPr>
            <a:spLocks xmlns:a="http://schemas.openxmlformats.org/drawingml/2006/main" noGrp="1"/>
          </p:cNvSpPr>
          <p:nvPr/>
        </p:nvSpPr>
        <p:spPr>
          <a:xfrm xmlns:a="http://schemas.openxmlformats.org/drawingml/2006/main">
            <a:off x="9496425" y="5962650"/>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8" name="g2137">
            <a:extLst xmlns:a="http://schemas.openxmlformats.org/drawingml/2006/main">
              <a:ext uri="{FF2B5EF4-FFF2-40B4-BE49-F238E27FC236}">
                <a16:creationId xmlns:a16="http://schemas.microsoft.com/office/drawing/2014/main" id="{B1E03B04-A5C4-4D02-B353-AF8947B4866E}"/>
              </a:ext>
            </a:extLst>
          </p:cNvPr>
          <p:cNvSpPr>
            <a:spLocks xmlns:a="http://schemas.openxmlformats.org/drawingml/2006/main" noGrp="1"/>
          </p:cNvSpPr>
          <p:nvPr/>
        </p:nvSpPr>
        <p:spPr>
          <a:xfrm xmlns:a="http://schemas.openxmlformats.org/drawingml/2006/main">
            <a:off x="9496425" y="6048375"/>
            <a:ext cx="953" cy="47625"/>
          </a:xfrm>
          <a:custGeom xmlns:a="http://schemas.openxmlformats.org/drawingml/2006/main">
            <a:pathLst>
              <a:path w="953" h="47625">
                <a:moveTo>
                  <a:pt x="0" y="0"/>
                </a:moveTo>
                <a:lnTo>
                  <a:pt x="0" y="47625"/>
                </a:lnTo>
              </a:path>
            </a:pathLst>
          </a:custGeom>
          <a:noFill xmlns:a="http://schemas.openxmlformats.org/drawingml/2006/main"/>
          <a:ln xmlns:a="http://schemas.openxmlformats.org/drawingml/2006/main" w="9525">
            <a:solidFill>
              <a:srgbClr val="1C55FE"/>
            </a:solidFill>
          </a:ln>
        </p:spPr>
      </p:sp>
      <p:sp>
        <p:nvSpPr>
          <p:cNvPr id="129" name="g2138">
            <a:extLst xmlns:a="http://schemas.openxmlformats.org/drawingml/2006/main">
              <a:ext uri="{FF2B5EF4-FFF2-40B4-BE49-F238E27FC236}">
                <a16:creationId xmlns:a16="http://schemas.microsoft.com/office/drawing/2014/main" id="{82C1F83D-B6FC-4090-A22B-BC6B7FF92C8D}"/>
              </a:ext>
            </a:extLst>
          </p:cNvPr>
          <p:cNvSpPr>
            <a:spLocks xmlns:a="http://schemas.openxmlformats.org/drawingml/2006/main" noGrp="1"/>
          </p:cNvSpPr>
          <p:nvPr/>
        </p:nvSpPr>
        <p:spPr>
          <a:xfrm xmlns:a="http://schemas.openxmlformats.org/drawingml/2006/main">
            <a:off x="9496425" y="6134100"/>
            <a:ext cx="953" cy="9525"/>
          </a:xfrm>
          <a:custGeom xmlns:a="http://schemas.openxmlformats.org/drawingml/2006/main">
            <a:pathLst>
              <a:path w="953" h="9525">
                <a:moveTo>
                  <a:pt x="0" y="0"/>
                </a:moveTo>
                <a:lnTo>
                  <a:pt x="0" y="9525"/>
                </a:lnTo>
              </a:path>
            </a:pathLst>
          </a:custGeom>
          <a:noFill xmlns:a="http://schemas.openxmlformats.org/drawingml/2006/main"/>
          <a:ln xmlns:a="http://schemas.openxmlformats.org/drawingml/2006/main" w="9525">
            <a:solidFill>
              <a:srgbClr val="1C55FE"/>
            </a:solidFill>
          </a:ln>
        </p:spPr>
      </p:sp>
      <p:sp>
        <p:nvSpPr>
          <p:cNvPr id="130" name="g2139">
            <a:extLst xmlns:a="http://schemas.openxmlformats.org/drawingml/2006/main">
              <a:ext uri="{FF2B5EF4-FFF2-40B4-BE49-F238E27FC236}">
                <a16:creationId xmlns:a16="http://schemas.microsoft.com/office/drawing/2014/main" id="{A3EB0EF0-91B5-4086-A9A2-D2B53D3968F8}"/>
              </a:ext>
            </a:extLst>
          </p:cNvPr>
          <p:cNvSpPr>
            <a:spLocks xmlns:a="http://schemas.openxmlformats.org/drawingml/2006/main" noGrp="1"/>
          </p:cNvSpPr>
          <p:nvPr/>
        </p:nvSpPr>
        <p:spPr>
          <a:xfrm xmlns:a="http://schemas.openxmlformats.org/drawingml/2006/main">
            <a:off x="9461183" y="6108383"/>
            <a:ext cx="70485" cy="7048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31" name="g2140">
            <a:extLst xmlns:a="http://schemas.openxmlformats.org/drawingml/2006/main">
              <a:ext uri="{FF2B5EF4-FFF2-40B4-BE49-F238E27FC236}">
                <a16:creationId xmlns:a16="http://schemas.microsoft.com/office/drawing/2014/main" id="{637D12CD-2BC1-4358-86A7-A7CCCF9C4B33}"/>
              </a:ext>
            </a:extLst>
          </p:cNvPr>
          <p:cNvSpPr>
            <a:spLocks xmlns:a="http://schemas.openxmlformats.org/drawingml/2006/main" noGrp="1"/>
          </p:cNvSpPr>
          <p:nvPr/>
        </p:nvSpPr>
        <p:spPr>
          <a:xfrm xmlns:a="http://schemas.openxmlformats.org/drawingml/2006/main">
            <a:off x="10915650" y="2390775"/>
            <a:ext cx="876300" cy="2857500"/>
          </a:xfrm>
          <a:prstGeom xmlns:a="http://schemas.openxmlformats.org/drawingml/2006/main" prst="ellipse">
            <a:avLst/>
          </a:prstGeom>
          <a:solidFill xmlns:a="http://schemas.openxmlformats.org/drawingml/2006/main">
            <a:srgbClr val="CFDBFF"/>
          </a:solidFill>
          <a:ln xmlns:a="http://schemas.openxmlformats.org/drawingml/2006/main" w="0">
            <a:noFill/>
          </a:ln>
        </p:spPr>
      </p:sp>
      <p:sp>
        <p:nvSpPr>
          <p:cNvPr id="132" name="g2141">
            <a:extLst xmlns:a="http://schemas.openxmlformats.org/drawingml/2006/main">
              <a:ext uri="{FF2B5EF4-FFF2-40B4-BE49-F238E27FC236}">
                <a16:creationId xmlns:a16="http://schemas.microsoft.com/office/drawing/2014/main" id="{9587260E-B581-472E-AAB0-45CCF5C96F5E}"/>
              </a:ext>
            </a:extLst>
          </p:cNvPr>
          <p:cNvSpPr>
            <a:spLocks xmlns:a="http://schemas.openxmlformats.org/drawingml/2006/main" noGrp="1"/>
          </p:cNvSpPr>
          <p:nvPr/>
        </p:nvSpPr>
        <p:spPr>
          <a:xfrm xmlns:a="http://schemas.openxmlformats.org/drawingml/2006/main">
            <a:off x="10353675" y="2390775"/>
            <a:ext cx="1114425" cy="2857500"/>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33" name="g2142">
            <a:extLst xmlns:a="http://schemas.openxmlformats.org/drawingml/2006/main">
              <a:ext uri="{FF2B5EF4-FFF2-40B4-BE49-F238E27FC236}">
                <a16:creationId xmlns:a16="http://schemas.microsoft.com/office/drawing/2014/main" id="{AEFDD4EE-DBA4-4608-A7C7-AC281877696E}"/>
              </a:ext>
            </a:extLst>
          </p:cNvPr>
          <p:cNvSpPr>
            <a:spLocks xmlns:a="http://schemas.openxmlformats.org/drawingml/2006/main" noGrp="1"/>
          </p:cNvSpPr>
          <p:nvPr/>
        </p:nvSpPr>
        <p:spPr>
          <a:xfrm xmlns:a="http://schemas.openxmlformats.org/drawingml/2006/main">
            <a:off x="10448925" y="2628900"/>
            <a:ext cx="923925" cy="2371725"/>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4" name="g2143">
            <a:extLst xmlns:a="http://schemas.openxmlformats.org/drawingml/2006/main">
              <a:ext uri="{FF2B5EF4-FFF2-40B4-BE49-F238E27FC236}">
                <a16:creationId xmlns:a16="http://schemas.microsoft.com/office/drawing/2014/main" id="{EBF58841-ECBE-45A9-A9DD-0BCCE6E40DF0}"/>
              </a:ext>
            </a:extLst>
          </p:cNvPr>
          <p:cNvSpPr>
            <a:spLocks xmlns:a="http://schemas.openxmlformats.org/drawingml/2006/main" noGrp="1"/>
          </p:cNvSpPr>
          <p:nvPr/>
        </p:nvSpPr>
        <p:spPr>
          <a:xfrm xmlns:a="http://schemas.openxmlformats.org/drawingml/2006/main">
            <a:off x="10544175" y="2867025"/>
            <a:ext cx="733425" cy="1885950"/>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35" name="g2144">
            <a:extLst xmlns:a="http://schemas.openxmlformats.org/drawingml/2006/main">
              <a:ext uri="{FF2B5EF4-FFF2-40B4-BE49-F238E27FC236}">
                <a16:creationId xmlns:a16="http://schemas.microsoft.com/office/drawing/2014/main" id="{0496FABB-CC4B-4553-970D-EE55E9C5D2A7}"/>
              </a:ext>
            </a:extLst>
          </p:cNvPr>
          <p:cNvSpPr>
            <a:spLocks xmlns:a="http://schemas.openxmlformats.org/drawingml/2006/main" noGrp="1"/>
          </p:cNvSpPr>
          <p:nvPr/>
        </p:nvSpPr>
        <p:spPr>
          <a:xfrm xmlns:a="http://schemas.openxmlformats.org/drawingml/2006/main">
            <a:off x="10620375" y="3057525"/>
            <a:ext cx="581025" cy="15049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6" name="g2145">
            <a:extLst xmlns:a="http://schemas.openxmlformats.org/drawingml/2006/main">
              <a:ext uri="{FF2B5EF4-FFF2-40B4-BE49-F238E27FC236}">
                <a16:creationId xmlns:a16="http://schemas.microsoft.com/office/drawing/2014/main" id="{42EEEE67-1974-4729-A5A5-D15438681BEE}"/>
              </a:ext>
            </a:extLst>
          </p:cNvPr>
          <p:cNvSpPr>
            <a:spLocks xmlns:a="http://schemas.openxmlformats.org/drawingml/2006/main" noGrp="1"/>
          </p:cNvSpPr>
          <p:nvPr/>
        </p:nvSpPr>
        <p:spPr>
          <a:xfrm xmlns:a="http://schemas.openxmlformats.org/drawingml/2006/main">
            <a:off x="10782300" y="3552825"/>
            <a:ext cx="209550" cy="523875"/>
          </a:xfrm>
          <a:prstGeom xmlns:a="http://schemas.openxmlformats.org/drawingml/2006/main" prst="ellipse">
            <a:avLst/>
          </a:prstGeom>
          <a:solidFill xmlns:a="http://schemas.openxmlformats.org/drawingml/2006/main">
            <a:srgbClr val="CFDBFF"/>
          </a:solidFill>
          <a:ln xmlns:a="http://schemas.openxmlformats.org/drawingml/2006/main" w="0">
            <a:noFill/>
          </a:ln>
        </p:spPr>
      </p:sp>
      <p:sp>
        <p:nvSpPr>
          <p:cNvPr id="137" name="g2146">
            <a:extLst xmlns:a="http://schemas.openxmlformats.org/drawingml/2006/main">
              <a:ext uri="{FF2B5EF4-FFF2-40B4-BE49-F238E27FC236}">
                <a16:creationId xmlns:a16="http://schemas.microsoft.com/office/drawing/2014/main" id="{11A2A7B7-7244-4D56-9D40-27A676986DFC}"/>
              </a:ext>
            </a:extLst>
          </p:cNvPr>
          <p:cNvSpPr>
            <a:spLocks xmlns:a="http://schemas.openxmlformats.org/drawingml/2006/main" noGrp="1"/>
          </p:cNvSpPr>
          <p:nvPr/>
        </p:nvSpPr>
        <p:spPr>
          <a:xfrm xmlns:a="http://schemas.openxmlformats.org/drawingml/2006/main">
            <a:off x="1171575" y="3819525"/>
            <a:ext cx="9744075" cy="953"/>
          </a:xfrm>
          <a:custGeom xmlns:a="http://schemas.openxmlformats.org/drawingml/2006/main">
            <a:pathLst>
              <a:path w="9744075" h="953">
                <a:moveTo>
                  <a:pt x="0" y="0"/>
                </a:moveTo>
                <a:lnTo>
                  <a:pt x="9744075" y="0"/>
                </a:lnTo>
              </a:path>
            </a:pathLst>
          </a:custGeom>
          <a:noFill xmlns:a="http://schemas.openxmlformats.org/drawingml/2006/main"/>
          <a:ln xmlns:a="http://schemas.openxmlformats.org/drawingml/2006/main" w="14288">
            <a:solidFill>
              <a:srgbClr val="1C55FE"/>
            </a:solidFill>
          </a:ln>
        </p:spPr>
      </p:sp>
      <p:sp>
        <p:nvSpPr>
          <p:cNvPr id="138" name="g2147">
            <a:extLst xmlns:a="http://schemas.openxmlformats.org/drawingml/2006/main">
              <a:ext uri="{FF2B5EF4-FFF2-40B4-BE49-F238E27FC236}">
                <a16:creationId xmlns:a16="http://schemas.microsoft.com/office/drawing/2014/main" id="{2031666F-8C44-46B9-99C9-B634D60D29B0}"/>
              </a:ext>
            </a:extLst>
          </p:cNvPr>
          <p:cNvSpPr>
            <a:spLocks xmlns:a="http://schemas.openxmlformats.org/drawingml/2006/main" noGrp="1"/>
          </p:cNvSpPr>
          <p:nvPr/>
        </p:nvSpPr>
        <p:spPr>
          <a:xfrm xmlns:a="http://schemas.openxmlformats.org/drawingml/2006/main">
            <a:off x="10864189" y="3794667"/>
            <a:ext cx="51461" cy="49717"/>
          </a:xfrm>
          <a:custGeom xmlns:a="http://schemas.openxmlformats.org/drawingml/2006/main">
            <a:pathLst>
              <a:path w="51461" h="49717">
                <a:moveTo>
                  <a:pt x="0" y="49717"/>
                </a:moveTo>
                <a:lnTo>
                  <a:pt x="51461" y="24858"/>
                </a:lnTo>
                <a:lnTo>
                  <a:pt x="0" y="0"/>
                </a:lnTo>
              </a:path>
            </a:pathLst>
          </a:custGeom>
          <a:noFill xmlns:a="http://schemas.openxmlformats.org/drawingml/2006/main"/>
          <a:ln xmlns:a="http://schemas.openxmlformats.org/drawingml/2006/main" w="14288">
            <a:solidFill>
              <a:srgbClr val="1C55FE"/>
            </a:solidFill>
          </a:ln>
        </p:spPr>
      </p:sp>
      <p:sp>
        <p:nvSpPr>
          <p:cNvPr id="139" name="g2148">
            <a:extLst xmlns:a="http://schemas.openxmlformats.org/drawingml/2006/main">
              <a:ext uri="{FF2B5EF4-FFF2-40B4-BE49-F238E27FC236}">
                <a16:creationId xmlns:a16="http://schemas.microsoft.com/office/drawing/2014/main" id="{55188D88-4585-478D-A067-46127F13E136}"/>
              </a:ext>
            </a:extLst>
          </p:cNvPr>
          <p:cNvSpPr>
            <a:spLocks xmlns:a="http://schemas.openxmlformats.org/drawingml/2006/main" noGrp="1"/>
          </p:cNvSpPr>
          <p:nvPr/>
        </p:nvSpPr>
        <p:spPr>
          <a:xfrm xmlns:a="http://schemas.openxmlformats.org/drawingml/2006/main">
            <a:off x="504825" y="2171700"/>
            <a:ext cx="590550" cy="581025"/>
          </a:xfrm>
          <a:prstGeom xmlns:a="http://schemas.openxmlformats.org/drawingml/2006/main" prst="roundRect">
            <a:avLst>
              <a:gd name="adj" fmla="val 21311"/>
            </a:avLst>
          </a:prstGeom>
          <a:solidFill xmlns:a="http://schemas.openxmlformats.org/drawingml/2006/main">
            <a:srgbClr val="1C55FE"/>
          </a:solidFill>
          <a:ln xmlns:a="http://schemas.openxmlformats.org/drawingml/2006/main" w="0">
            <a:noFill/>
          </a:ln>
        </p:spPr>
      </p:sp>
      <p:sp>
        <p:nvSpPr>
          <p:cNvPr id="140" name="g2149">
            <a:extLst xmlns:a="http://schemas.openxmlformats.org/drawingml/2006/main">
              <a:ext uri="{FF2B5EF4-FFF2-40B4-BE49-F238E27FC236}">
                <a16:creationId xmlns:a16="http://schemas.microsoft.com/office/drawing/2014/main" id="{F894D8AE-13F8-41F2-961E-9BE96666C42C}"/>
              </a:ext>
            </a:extLst>
          </p:cNvPr>
          <p:cNvSpPr>
            <a:spLocks xmlns:a="http://schemas.openxmlformats.org/drawingml/2006/main" noGrp="1"/>
          </p:cNvSpPr>
          <p:nvPr/>
        </p:nvSpPr>
        <p:spPr>
          <a:xfrm xmlns:a="http://schemas.openxmlformats.org/drawingml/2006/main">
            <a:off x="628650" y="2295525"/>
            <a:ext cx="323850" cy="3238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141" name="g2150">
            <a:extLst xmlns:a="http://schemas.openxmlformats.org/drawingml/2006/main">
              <a:ext uri="{FF2B5EF4-FFF2-40B4-BE49-F238E27FC236}">
                <a16:creationId xmlns:a16="http://schemas.microsoft.com/office/drawing/2014/main" id="{14CB3883-F695-400A-95EA-BCA10CF671AE}"/>
              </a:ext>
            </a:extLst>
          </p:cNvPr>
          <p:cNvSpPr>
            <a:spLocks xmlns:a="http://schemas.openxmlformats.org/drawingml/2006/main" noGrp="1"/>
          </p:cNvSpPr>
          <p:nvPr/>
        </p:nvSpPr>
        <p:spPr>
          <a:xfrm xmlns:a="http://schemas.openxmlformats.org/drawingml/2006/main">
            <a:off x="695325" y="2362200"/>
            <a:ext cx="190500" cy="190500"/>
          </a:xfrm>
          <a:prstGeom xmlns:a="http://schemas.openxmlformats.org/drawingml/2006/main" prst="ellipse">
            <a:avLst/>
          </a:prstGeom>
          <a:noFill xmlns:a="http://schemas.openxmlformats.org/drawingml/2006/main"/>
          <a:ln xmlns:a="http://schemas.openxmlformats.org/drawingml/2006/main" w="23813">
            <a:solidFill>
              <a:srgbClr val="FFFFFF"/>
            </a:solidFill>
          </a:ln>
        </p:spPr>
      </p:sp>
      <p:sp>
        <p:nvSpPr>
          <p:cNvPr id="142" name="g2151">
            <a:extLst xmlns:a="http://schemas.openxmlformats.org/drawingml/2006/main">
              <a:ext uri="{FF2B5EF4-FFF2-40B4-BE49-F238E27FC236}">
                <a16:creationId xmlns:a16="http://schemas.microsoft.com/office/drawing/2014/main" id="{54B9FC43-4A43-4FC2-9663-1AE64B2D1C24}"/>
              </a:ext>
            </a:extLst>
          </p:cNvPr>
          <p:cNvSpPr>
            <a:spLocks xmlns:a="http://schemas.openxmlformats.org/drawingml/2006/main" noGrp="1"/>
          </p:cNvSpPr>
          <p:nvPr/>
        </p:nvSpPr>
        <p:spPr>
          <a:xfrm xmlns:a="http://schemas.openxmlformats.org/drawingml/2006/main">
            <a:off x="752475" y="2419350"/>
            <a:ext cx="76200" cy="762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43" name="g2152">
            <a:extLst xmlns:a="http://schemas.openxmlformats.org/drawingml/2006/main">
              <a:ext uri="{FF2B5EF4-FFF2-40B4-BE49-F238E27FC236}">
                <a16:creationId xmlns:a16="http://schemas.microsoft.com/office/drawing/2014/main" id="{F7637255-1D80-4D0F-9FDD-D190D5756044}"/>
              </a:ext>
            </a:extLst>
          </p:cNvPr>
          <p:cNvSpPr>
            <a:spLocks xmlns:a="http://schemas.openxmlformats.org/drawingml/2006/main" noGrp="1"/>
          </p:cNvSpPr>
          <p:nvPr/>
        </p:nvSpPr>
        <p:spPr>
          <a:xfrm xmlns:a="http://schemas.openxmlformats.org/drawingml/2006/main">
            <a:off x="790575" y="2276475"/>
            <a:ext cx="180975" cy="180975"/>
          </a:xfrm>
          <a:custGeom xmlns:a="http://schemas.openxmlformats.org/drawingml/2006/main">
            <a:pathLst>
              <a:path w="180975" h="180975">
                <a:moveTo>
                  <a:pt x="0" y="180975"/>
                </a:moveTo>
                <a:lnTo>
                  <a:pt x="180975" y="0"/>
                </a:lnTo>
              </a:path>
            </a:pathLst>
          </a:custGeom>
          <a:noFill xmlns:a="http://schemas.openxmlformats.org/drawingml/2006/main"/>
          <a:ln xmlns:a="http://schemas.openxmlformats.org/drawingml/2006/main" w="38100">
            <a:solidFill>
              <a:srgbClr val="FFFFFF"/>
            </a:solidFill>
          </a:ln>
        </p:spPr>
      </p:sp>
      <p:sp>
        <p:nvSpPr>
          <p:cNvPr id="144" name="g2153">
            <a:extLst xmlns:a="http://schemas.openxmlformats.org/drawingml/2006/main">
              <a:ext uri="{FF2B5EF4-FFF2-40B4-BE49-F238E27FC236}">
                <a16:creationId xmlns:a16="http://schemas.microsoft.com/office/drawing/2014/main" id="{D3A36062-F1C9-4FF7-BDAD-FB87A6B2F110}"/>
              </a:ext>
            </a:extLst>
          </p:cNvPr>
          <p:cNvSpPr>
            <a:spLocks xmlns:a="http://schemas.openxmlformats.org/drawingml/2006/main" noGrp="1"/>
          </p:cNvSpPr>
          <p:nvPr/>
        </p:nvSpPr>
        <p:spPr>
          <a:xfrm xmlns:a="http://schemas.openxmlformats.org/drawingml/2006/main">
            <a:off x="914400" y="2257425"/>
            <a:ext cx="66675" cy="76200"/>
          </a:xfrm>
          <a:custGeom xmlns:a="http://schemas.openxmlformats.org/drawingml/2006/main">
            <a:pathLst>
              <a:path w="66675" h="76200">
                <a:moveTo>
                  <a:pt x="0" y="9525"/>
                </a:moveTo>
                <a:lnTo>
                  <a:pt x="66675" y="0"/>
                </a:lnTo>
                <a:lnTo>
                  <a:pt x="57150" y="76200"/>
                </a:lnTo>
                <a:close/>
              </a:path>
            </a:pathLst>
          </a:custGeom>
          <a:solidFill xmlns:a="http://schemas.openxmlformats.org/drawingml/2006/main">
            <a:srgbClr val="FFFFFF"/>
          </a:solidFill>
          <a:ln xmlns:a="http://schemas.openxmlformats.org/drawingml/2006/main" w="0">
            <a:noFill/>
          </a:ln>
        </p:spPr>
      </p:sp>
      <p:sp>
        <p:nvSpPr>
          <p:cNvPr id="145" name="g2154">
            <a:extLst xmlns:a="http://schemas.openxmlformats.org/drawingml/2006/main">
              <a:ext uri="{FF2B5EF4-FFF2-40B4-BE49-F238E27FC236}">
                <a16:creationId xmlns:a16="http://schemas.microsoft.com/office/drawing/2014/main" id="{16538BED-7ED0-44F3-AC53-AB1F132E6ADA}"/>
              </a:ext>
            </a:extLst>
          </p:cNvPr>
          <p:cNvSpPr>
            <a:spLocks xmlns:a="http://schemas.openxmlformats.org/drawingml/2006/main" noGrp="1"/>
          </p:cNvSpPr>
          <p:nvPr/>
        </p:nvSpPr>
        <p:spPr>
          <a:xfrm xmlns:a="http://schemas.openxmlformats.org/drawingml/2006/main">
            <a:off x="2819400" y="1476375"/>
            <a:ext cx="295275" cy="29527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46" name="g2155">
            <a:extLst xmlns:a="http://schemas.openxmlformats.org/drawingml/2006/main">
              <a:ext uri="{FF2B5EF4-FFF2-40B4-BE49-F238E27FC236}">
                <a16:creationId xmlns:a16="http://schemas.microsoft.com/office/drawing/2014/main" id="{E94AA2D5-53EB-4ED8-B226-B1420483EDCA}"/>
              </a:ext>
            </a:extLst>
          </p:cNvPr>
          <p:cNvSpPr>
            <a:spLocks xmlns:a="http://schemas.openxmlformats.org/drawingml/2006/main" noGrp="1"/>
          </p:cNvSpPr>
          <p:nvPr/>
        </p:nvSpPr>
        <p:spPr>
          <a:xfrm xmlns:a="http://schemas.openxmlformats.org/drawingml/2006/main">
            <a:off x="2905125" y="1571625"/>
            <a:ext cx="133350" cy="95250"/>
          </a:xfrm>
          <a:custGeom xmlns:a="http://schemas.openxmlformats.org/drawingml/2006/main">
            <a:pathLst>
              <a:path w="133350" h="95250">
                <a:moveTo>
                  <a:pt x="0" y="47625"/>
                </a:moveTo>
                <a:lnTo>
                  <a:pt x="47625" y="95250"/>
                </a:lnTo>
                <a:lnTo>
                  <a:pt x="133350" y="0"/>
                </a:lnTo>
              </a:path>
            </a:pathLst>
          </a:custGeom>
          <a:noFill xmlns:a="http://schemas.openxmlformats.org/drawingml/2006/main"/>
          <a:ln xmlns:a="http://schemas.openxmlformats.org/drawingml/2006/main" w="28575">
            <a:solidFill>
              <a:srgbClr val="FFFFFF"/>
            </a:solidFill>
          </a:ln>
        </p:spPr>
      </p:sp>
      <p:sp>
        <p:nvSpPr>
          <p:cNvPr id="147" name="g2156">
            <a:extLst xmlns:a="http://schemas.openxmlformats.org/drawingml/2006/main">
              <a:ext uri="{FF2B5EF4-FFF2-40B4-BE49-F238E27FC236}">
                <a16:creationId xmlns:a16="http://schemas.microsoft.com/office/drawing/2014/main" id="{F64A83DE-25B7-4B95-8F3F-FBBEDA2D269D}"/>
              </a:ext>
            </a:extLst>
          </p:cNvPr>
          <p:cNvSpPr>
            <a:spLocks xmlns:a="http://schemas.openxmlformats.org/drawingml/2006/main" noGrp="1"/>
          </p:cNvSpPr>
          <p:nvPr/>
        </p:nvSpPr>
        <p:spPr>
          <a:xfrm xmlns:a="http://schemas.openxmlformats.org/drawingml/2006/main">
            <a:off x="3228975" y="14954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598" b="1">
                <a:solidFill>
                  <a:srgbClr val="383838"/>
                </a:solidFill>
                <a:latin typeface="Microsoft YaHei UI"/>
                <a:ea typeface="Microsoft YaHei UI"/>
                <a:cs typeface="Microsoft YaHei UI"/>
              </a:defRPr>
            </a:pPr>
            <a:r>
              <a:rPr sz="1598" b="1">
                <a:solidFill>
                  <a:srgbClr val="383838"/>
                </a:solidFill>
                <a:latin typeface="Microsoft YaHei UI"/>
                <a:ea typeface="Microsoft YaHei UI"/>
                <a:cs typeface="Microsoft YaHei UI"/>
              </a:rPr>
              <a:t>资金保障</a:t>
            </a:r>
          </a:p>
        </p:txBody>
      </p:sp>
      <p:sp>
        <p:nvSpPr>
          <p:cNvPr id="148" name="g2157">
            <a:extLst xmlns:a="http://schemas.openxmlformats.org/drawingml/2006/main">
              <a:ext uri="{FF2B5EF4-FFF2-40B4-BE49-F238E27FC236}">
                <a16:creationId xmlns:a16="http://schemas.microsoft.com/office/drawing/2014/main" id="{FA151050-81D7-486D-B3D6-26B2FA100493}"/>
              </a:ext>
            </a:extLst>
          </p:cNvPr>
          <p:cNvSpPr>
            <a:spLocks xmlns:a="http://schemas.openxmlformats.org/drawingml/2006/main" noGrp="1"/>
          </p:cNvSpPr>
          <p:nvPr/>
        </p:nvSpPr>
        <p:spPr>
          <a:xfrm xmlns:a="http://schemas.openxmlformats.org/drawingml/2006/main">
            <a:off x="7058025" y="1504950"/>
            <a:ext cx="295275" cy="29527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49" name="g2158">
            <a:extLst xmlns:a="http://schemas.openxmlformats.org/drawingml/2006/main">
              <a:ext uri="{FF2B5EF4-FFF2-40B4-BE49-F238E27FC236}">
                <a16:creationId xmlns:a16="http://schemas.microsoft.com/office/drawing/2014/main" id="{3FFA52D3-3A99-4FA1-86AD-29B71828A10D}"/>
              </a:ext>
            </a:extLst>
          </p:cNvPr>
          <p:cNvSpPr>
            <a:spLocks xmlns:a="http://schemas.openxmlformats.org/drawingml/2006/main" noGrp="1"/>
          </p:cNvSpPr>
          <p:nvPr/>
        </p:nvSpPr>
        <p:spPr>
          <a:xfrm xmlns:a="http://schemas.openxmlformats.org/drawingml/2006/main">
            <a:off x="7143750" y="1600200"/>
            <a:ext cx="133350" cy="95250"/>
          </a:xfrm>
          <a:custGeom xmlns:a="http://schemas.openxmlformats.org/drawingml/2006/main">
            <a:pathLst>
              <a:path w="133350" h="95250">
                <a:moveTo>
                  <a:pt x="0" y="47625"/>
                </a:moveTo>
                <a:lnTo>
                  <a:pt x="47625" y="95250"/>
                </a:lnTo>
                <a:lnTo>
                  <a:pt x="133350" y="0"/>
                </a:lnTo>
              </a:path>
            </a:pathLst>
          </a:custGeom>
          <a:noFill xmlns:a="http://schemas.openxmlformats.org/drawingml/2006/main"/>
          <a:ln xmlns:a="http://schemas.openxmlformats.org/drawingml/2006/main" w="28575">
            <a:solidFill>
              <a:srgbClr val="FFFFFF"/>
            </a:solidFill>
          </a:ln>
        </p:spPr>
      </p:sp>
      <p:sp>
        <p:nvSpPr>
          <p:cNvPr id="150" name="g2159">
            <a:extLst xmlns:a="http://schemas.openxmlformats.org/drawingml/2006/main">
              <a:ext uri="{FF2B5EF4-FFF2-40B4-BE49-F238E27FC236}">
                <a16:creationId xmlns:a16="http://schemas.microsoft.com/office/drawing/2014/main" id="{FC2526F1-A12F-4165-9DB7-DAA3D79D1CB3}"/>
              </a:ext>
            </a:extLst>
          </p:cNvPr>
          <p:cNvSpPr>
            <a:spLocks xmlns:a="http://schemas.openxmlformats.org/drawingml/2006/main" noGrp="1"/>
          </p:cNvSpPr>
          <p:nvPr/>
        </p:nvSpPr>
        <p:spPr>
          <a:xfrm xmlns:a="http://schemas.openxmlformats.org/drawingml/2006/main">
            <a:off x="7467600" y="15240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598" b="1">
                <a:solidFill>
                  <a:srgbClr val="383838"/>
                </a:solidFill>
                <a:latin typeface="Microsoft YaHei UI"/>
                <a:ea typeface="Microsoft YaHei UI"/>
                <a:cs typeface="Microsoft YaHei UI"/>
              </a:defRPr>
            </a:pPr>
            <a:r>
              <a:rPr sz="1598" b="1">
                <a:solidFill>
                  <a:srgbClr val="383838"/>
                </a:solidFill>
                <a:latin typeface="Microsoft YaHei UI"/>
                <a:ea typeface="Microsoft YaHei UI"/>
                <a:cs typeface="Microsoft YaHei UI"/>
              </a:rPr>
              <a:t>能力保障</a:t>
            </a:r>
          </a:p>
        </p:txBody>
      </p:sp>
      <p:sp>
        <p:nvSpPr>
          <p:cNvPr id="151" name="g2160">
            <a:extLst xmlns:a="http://schemas.openxmlformats.org/drawingml/2006/main">
              <a:ext uri="{FF2B5EF4-FFF2-40B4-BE49-F238E27FC236}">
                <a16:creationId xmlns:a16="http://schemas.microsoft.com/office/drawing/2014/main" id="{7152FA63-9DC2-4310-8792-914641EE1F12}"/>
              </a:ext>
            </a:extLst>
          </p:cNvPr>
          <p:cNvSpPr>
            <a:spLocks xmlns:a="http://schemas.openxmlformats.org/drawingml/2006/main" noGrp="1"/>
          </p:cNvSpPr>
          <p:nvPr/>
        </p:nvSpPr>
        <p:spPr>
          <a:xfrm xmlns:a="http://schemas.openxmlformats.org/drawingml/2006/main">
            <a:off x="2009775" y="3981450"/>
            <a:ext cx="295275" cy="29527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52" name="g2161">
            <a:extLst xmlns:a="http://schemas.openxmlformats.org/drawingml/2006/main">
              <a:ext uri="{FF2B5EF4-FFF2-40B4-BE49-F238E27FC236}">
                <a16:creationId xmlns:a16="http://schemas.microsoft.com/office/drawing/2014/main" id="{D46D31F9-F864-43CE-961A-0A495642003F}"/>
              </a:ext>
            </a:extLst>
          </p:cNvPr>
          <p:cNvSpPr>
            <a:spLocks xmlns:a="http://schemas.openxmlformats.org/drawingml/2006/main" noGrp="1"/>
          </p:cNvSpPr>
          <p:nvPr/>
        </p:nvSpPr>
        <p:spPr>
          <a:xfrm xmlns:a="http://schemas.openxmlformats.org/drawingml/2006/main">
            <a:off x="2095500" y="4076700"/>
            <a:ext cx="133350" cy="95250"/>
          </a:xfrm>
          <a:custGeom xmlns:a="http://schemas.openxmlformats.org/drawingml/2006/main">
            <a:pathLst>
              <a:path w="133350" h="95250">
                <a:moveTo>
                  <a:pt x="0" y="47625"/>
                </a:moveTo>
                <a:lnTo>
                  <a:pt x="47625" y="95250"/>
                </a:lnTo>
                <a:lnTo>
                  <a:pt x="133350" y="0"/>
                </a:lnTo>
              </a:path>
            </a:pathLst>
          </a:custGeom>
          <a:noFill xmlns:a="http://schemas.openxmlformats.org/drawingml/2006/main"/>
          <a:ln xmlns:a="http://schemas.openxmlformats.org/drawingml/2006/main" w="28575">
            <a:solidFill>
              <a:srgbClr val="FFFFFF"/>
            </a:solidFill>
          </a:ln>
        </p:spPr>
      </p:sp>
      <p:sp>
        <p:nvSpPr>
          <p:cNvPr id="153" name="g2162">
            <a:extLst xmlns:a="http://schemas.openxmlformats.org/drawingml/2006/main">
              <a:ext uri="{FF2B5EF4-FFF2-40B4-BE49-F238E27FC236}">
                <a16:creationId xmlns:a16="http://schemas.microsoft.com/office/drawing/2014/main" id="{B9AED59C-B3F0-4A15-B4A1-5F3AD4617999}"/>
              </a:ext>
            </a:extLst>
          </p:cNvPr>
          <p:cNvSpPr>
            <a:spLocks xmlns:a="http://schemas.openxmlformats.org/drawingml/2006/main" noGrp="1"/>
          </p:cNvSpPr>
          <p:nvPr/>
        </p:nvSpPr>
        <p:spPr>
          <a:xfrm xmlns:a="http://schemas.openxmlformats.org/drawingml/2006/main">
            <a:off x="2419350" y="400050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598" b="1">
                <a:solidFill>
                  <a:srgbClr val="383838"/>
                </a:solidFill>
                <a:latin typeface="Microsoft YaHei UI"/>
                <a:ea typeface="Microsoft YaHei UI"/>
                <a:cs typeface="Microsoft YaHei UI"/>
              </a:defRPr>
            </a:pPr>
            <a:r>
              <a:rPr sz="1598" b="1">
                <a:solidFill>
                  <a:srgbClr val="383838"/>
                </a:solidFill>
                <a:latin typeface="Microsoft YaHei UI"/>
                <a:ea typeface="Microsoft YaHei UI"/>
                <a:cs typeface="Microsoft YaHei UI"/>
              </a:rPr>
              <a:t>知识产权保障</a:t>
            </a:r>
          </a:p>
        </p:txBody>
      </p:sp>
      <p:sp>
        <p:nvSpPr>
          <p:cNvPr id="154" name="g2163">
            <a:extLst xmlns:a="http://schemas.openxmlformats.org/drawingml/2006/main">
              <a:ext uri="{FF2B5EF4-FFF2-40B4-BE49-F238E27FC236}">
                <a16:creationId xmlns:a16="http://schemas.microsoft.com/office/drawing/2014/main" id="{8E13EE66-0D02-457C-8A7D-378E8F0A385C}"/>
              </a:ext>
            </a:extLst>
          </p:cNvPr>
          <p:cNvSpPr>
            <a:spLocks xmlns:a="http://schemas.openxmlformats.org/drawingml/2006/main" noGrp="1"/>
          </p:cNvSpPr>
          <p:nvPr/>
        </p:nvSpPr>
        <p:spPr>
          <a:xfrm xmlns:a="http://schemas.openxmlformats.org/drawingml/2006/main">
            <a:off x="6429375" y="3981450"/>
            <a:ext cx="295275" cy="295275"/>
          </a:xfrm>
          <a:prstGeom xmlns:a="http://schemas.openxmlformats.org/drawingml/2006/main" prst="ellipse">
            <a:avLst/>
          </a:prstGeom>
          <a:solidFill xmlns:a="http://schemas.openxmlformats.org/drawingml/2006/main">
            <a:srgbClr val="1C55FE"/>
          </a:solidFill>
          <a:ln xmlns:a="http://schemas.openxmlformats.org/drawingml/2006/main" w="0">
            <a:noFill/>
          </a:ln>
        </p:spPr>
      </p:sp>
      <p:sp>
        <p:nvSpPr>
          <p:cNvPr id="155" name="g2164">
            <a:extLst xmlns:a="http://schemas.openxmlformats.org/drawingml/2006/main">
              <a:ext uri="{FF2B5EF4-FFF2-40B4-BE49-F238E27FC236}">
                <a16:creationId xmlns:a16="http://schemas.microsoft.com/office/drawing/2014/main" id="{6C0B152B-30F6-4AE3-AE89-106488E74BDD}"/>
              </a:ext>
            </a:extLst>
          </p:cNvPr>
          <p:cNvSpPr>
            <a:spLocks xmlns:a="http://schemas.openxmlformats.org/drawingml/2006/main" noGrp="1"/>
          </p:cNvSpPr>
          <p:nvPr/>
        </p:nvSpPr>
        <p:spPr>
          <a:xfrm xmlns:a="http://schemas.openxmlformats.org/drawingml/2006/main">
            <a:off x="6515100" y="4076700"/>
            <a:ext cx="133350" cy="95250"/>
          </a:xfrm>
          <a:custGeom xmlns:a="http://schemas.openxmlformats.org/drawingml/2006/main">
            <a:pathLst>
              <a:path w="133350" h="95250">
                <a:moveTo>
                  <a:pt x="0" y="47625"/>
                </a:moveTo>
                <a:lnTo>
                  <a:pt x="47625" y="95250"/>
                </a:lnTo>
                <a:lnTo>
                  <a:pt x="133350" y="0"/>
                </a:lnTo>
              </a:path>
            </a:pathLst>
          </a:custGeom>
          <a:noFill xmlns:a="http://schemas.openxmlformats.org/drawingml/2006/main"/>
          <a:ln xmlns:a="http://schemas.openxmlformats.org/drawingml/2006/main" w="28575">
            <a:solidFill>
              <a:srgbClr val="FFFFFF"/>
            </a:solidFill>
          </a:ln>
        </p:spPr>
      </p:sp>
      <p:sp>
        <p:nvSpPr>
          <p:cNvPr id="156" name="g2165">
            <a:extLst xmlns:a="http://schemas.openxmlformats.org/drawingml/2006/main">
              <a:ext uri="{FF2B5EF4-FFF2-40B4-BE49-F238E27FC236}">
                <a16:creationId xmlns:a16="http://schemas.microsoft.com/office/drawing/2014/main" id="{0AF909A8-D0A5-45E3-8C3B-521A3506F7D1}"/>
              </a:ext>
            </a:extLst>
          </p:cNvPr>
          <p:cNvSpPr>
            <a:spLocks xmlns:a="http://schemas.openxmlformats.org/drawingml/2006/main" noGrp="1"/>
          </p:cNvSpPr>
          <p:nvPr/>
        </p:nvSpPr>
        <p:spPr>
          <a:xfrm xmlns:a="http://schemas.openxmlformats.org/drawingml/2006/main">
            <a:off x="6838950" y="4000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2000"/>
              </a:lnSpc>
              <a:buNone/>
              <a:defRPr sz="1598" b="1">
                <a:solidFill>
                  <a:srgbClr val="383838"/>
                </a:solidFill>
                <a:latin typeface="Microsoft YaHei UI"/>
                <a:ea typeface="Microsoft YaHei UI"/>
                <a:cs typeface="Microsoft YaHei UI"/>
              </a:defRPr>
            </a:pPr>
            <a:r>
              <a:rPr sz="1598" b="1">
                <a:solidFill>
                  <a:srgbClr val="383838"/>
                </a:solidFill>
                <a:latin typeface="Microsoft YaHei UI"/>
                <a:ea typeface="Microsoft YaHei UI"/>
                <a:cs typeface="Microsoft YaHei UI"/>
              </a:rPr>
              <a:t>文化保障</a:t>
            </a:r>
          </a:p>
        </p:txBody>
      </p:sp>
      <p:sp>
        <p:nvSpPr>
          <p:cNvPr id="157" name="g2166">
            <a:extLst xmlns:a="http://schemas.openxmlformats.org/drawingml/2006/main">
              <a:ext uri="{FF2B5EF4-FFF2-40B4-BE49-F238E27FC236}">
                <a16:creationId xmlns:a16="http://schemas.microsoft.com/office/drawing/2014/main" id="{BE42CEE4-BA96-411C-A88F-EEF3D6A34006}"/>
              </a:ext>
            </a:extLst>
          </p:cNvPr>
          <p:cNvSpPr>
            <a:spLocks xmlns:a="http://schemas.openxmlformats.org/drawingml/2006/main" noGrp="1"/>
          </p:cNvSpPr>
          <p:nvPr/>
        </p:nvSpPr>
        <p:spPr>
          <a:xfrm xmlns:a="http://schemas.openxmlformats.org/drawingml/2006/main">
            <a:off x="1504950" y="204787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58" name="g2167">
            <a:extLst xmlns:a="http://schemas.openxmlformats.org/drawingml/2006/main">
              <a:ext uri="{FF2B5EF4-FFF2-40B4-BE49-F238E27FC236}">
                <a16:creationId xmlns:a16="http://schemas.microsoft.com/office/drawing/2014/main" id="{9BE83E19-E98F-45CB-B953-264ACD2D4009}"/>
              </a:ext>
            </a:extLst>
          </p:cNvPr>
          <p:cNvSpPr>
            <a:spLocks xmlns:a="http://schemas.openxmlformats.org/drawingml/2006/main" noGrp="1"/>
          </p:cNvSpPr>
          <p:nvPr/>
        </p:nvSpPr>
        <p:spPr>
          <a:xfrm xmlns:a="http://schemas.openxmlformats.org/drawingml/2006/main">
            <a:off x="1657350" y="1971675"/>
            <a:ext cx="147256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统筹设立科技创新</a:t>
            </a:r>
          </a:p>
        </p:txBody>
      </p:sp>
      <p:sp>
        <p:nvSpPr>
          <p:cNvPr id="159" name="g2168">
            <a:extLst xmlns:a="http://schemas.openxmlformats.org/drawingml/2006/main">
              <a:ext uri="{FF2B5EF4-FFF2-40B4-BE49-F238E27FC236}">
                <a16:creationId xmlns:a16="http://schemas.microsoft.com/office/drawing/2014/main" id="{0960491E-6DA5-41F1-988D-FD1C48286BD2}"/>
              </a:ext>
            </a:extLst>
          </p:cNvPr>
          <p:cNvSpPr>
            <a:spLocks xmlns:a="http://schemas.openxmlformats.org/drawingml/2006/main" noGrp="1"/>
          </p:cNvSpPr>
          <p:nvPr/>
        </p:nvSpPr>
        <p:spPr>
          <a:xfrm xmlns:a="http://schemas.openxmlformats.org/drawingml/2006/main">
            <a:off x="3082290" y="1971675"/>
            <a:ext cx="938212"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专项资金池</a:t>
            </a:r>
          </a:p>
        </p:txBody>
      </p:sp>
      <p:sp>
        <p:nvSpPr>
          <p:cNvPr id="160" name="g2169">
            <a:extLst xmlns:a="http://schemas.openxmlformats.org/drawingml/2006/main">
              <a:ext uri="{FF2B5EF4-FFF2-40B4-BE49-F238E27FC236}">
                <a16:creationId xmlns:a16="http://schemas.microsoft.com/office/drawing/2014/main" id="{EC6DCC33-3BA5-4609-B88E-BED318F3F293}"/>
              </a:ext>
            </a:extLst>
          </p:cNvPr>
          <p:cNvSpPr>
            <a:spLocks xmlns:a="http://schemas.openxmlformats.org/drawingml/2006/main" noGrp="1"/>
          </p:cNvSpPr>
          <p:nvPr/>
        </p:nvSpPr>
        <p:spPr>
          <a:xfrm xmlns:a="http://schemas.openxmlformats.org/drawingml/2006/main">
            <a:off x="3972877" y="1971675"/>
            <a:ext cx="147256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，重点保障核心技</a:t>
            </a:r>
          </a:p>
        </p:txBody>
      </p:sp>
      <p:sp>
        <p:nvSpPr>
          <p:cNvPr id="161" name="g2170">
            <a:extLst xmlns:a="http://schemas.openxmlformats.org/drawingml/2006/main">
              <a:ext uri="{FF2B5EF4-FFF2-40B4-BE49-F238E27FC236}">
                <a16:creationId xmlns:a16="http://schemas.microsoft.com/office/drawing/2014/main" id="{2B077EC1-31BF-4F2F-B22C-063543142363}"/>
              </a:ext>
            </a:extLst>
          </p:cNvPr>
          <p:cNvSpPr>
            <a:spLocks xmlns:a="http://schemas.openxmlformats.org/drawingml/2006/main" noGrp="1"/>
          </p:cNvSpPr>
          <p:nvPr/>
        </p:nvSpPr>
        <p:spPr>
          <a:xfrm xmlns:a="http://schemas.openxmlformats.org/drawingml/2006/main">
            <a:off x="1657350" y="2291715"/>
            <a:ext cx="3788092"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术攻关、基础研究与前沿技术探索、中试熟化与</a:t>
            </a:r>
          </a:p>
        </p:txBody>
      </p:sp>
      <p:sp>
        <p:nvSpPr>
          <p:cNvPr id="162" name="g2171">
            <a:extLst xmlns:a="http://schemas.openxmlformats.org/drawingml/2006/main">
              <a:ext uri="{FF2B5EF4-FFF2-40B4-BE49-F238E27FC236}">
                <a16:creationId xmlns:a16="http://schemas.microsoft.com/office/drawing/2014/main" id="{3C9A4FC1-2C34-4929-B775-5B95C74BD138}"/>
              </a:ext>
            </a:extLst>
          </p:cNvPr>
          <p:cNvSpPr>
            <a:spLocks xmlns:a="http://schemas.openxmlformats.org/drawingml/2006/main" noGrp="1"/>
          </p:cNvSpPr>
          <p:nvPr/>
        </p:nvSpPr>
        <p:spPr>
          <a:xfrm xmlns:a="http://schemas.openxmlformats.org/drawingml/2006/main">
            <a:off x="1657350" y="2611755"/>
            <a:ext cx="76009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成果转化</a:t>
            </a:r>
          </a:p>
        </p:txBody>
      </p:sp>
      <p:sp>
        <p:nvSpPr>
          <p:cNvPr id="163" name="g2172">
            <a:extLst xmlns:a="http://schemas.openxmlformats.org/drawingml/2006/main">
              <a:ext uri="{FF2B5EF4-FFF2-40B4-BE49-F238E27FC236}">
                <a16:creationId xmlns:a16="http://schemas.microsoft.com/office/drawing/2014/main" id="{960810A7-54EC-4CF1-9942-7E0D5FE5AD53}"/>
              </a:ext>
            </a:extLst>
          </p:cNvPr>
          <p:cNvSpPr>
            <a:spLocks xmlns:a="http://schemas.openxmlformats.org/drawingml/2006/main" noGrp="1"/>
          </p:cNvSpPr>
          <p:nvPr/>
        </p:nvSpPr>
        <p:spPr>
          <a:xfrm xmlns:a="http://schemas.openxmlformats.org/drawingml/2006/main">
            <a:off x="1504950" y="300799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64" name="g2173">
            <a:extLst xmlns:a="http://schemas.openxmlformats.org/drawingml/2006/main">
              <a:ext uri="{FF2B5EF4-FFF2-40B4-BE49-F238E27FC236}">
                <a16:creationId xmlns:a16="http://schemas.microsoft.com/office/drawing/2014/main" id="{115A2213-E5C9-4A9D-896B-2FE566CD73A1}"/>
              </a:ext>
            </a:extLst>
          </p:cNvPr>
          <p:cNvSpPr>
            <a:spLocks xmlns:a="http://schemas.openxmlformats.org/drawingml/2006/main" noGrp="1"/>
          </p:cNvSpPr>
          <p:nvPr/>
        </p:nvSpPr>
        <p:spPr>
          <a:xfrm xmlns:a="http://schemas.openxmlformats.org/drawingml/2006/main">
            <a:off x="1657350" y="2931795"/>
            <a:ext cx="1650682"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建立基于项目类型的</a:t>
            </a:r>
          </a:p>
        </p:txBody>
      </p:sp>
      <p:sp>
        <p:nvSpPr>
          <p:cNvPr id="165" name="g2174">
            <a:extLst xmlns:a="http://schemas.openxmlformats.org/drawingml/2006/main">
              <a:ext uri="{FF2B5EF4-FFF2-40B4-BE49-F238E27FC236}">
                <a16:creationId xmlns:a16="http://schemas.microsoft.com/office/drawing/2014/main" id="{0FC3B527-9773-470B-BD1F-26587D47C9A0}"/>
              </a:ext>
            </a:extLst>
          </p:cNvPr>
          <p:cNvSpPr>
            <a:spLocks xmlns:a="http://schemas.openxmlformats.org/drawingml/2006/main" noGrp="1"/>
          </p:cNvSpPr>
          <p:nvPr/>
        </p:nvSpPr>
        <p:spPr>
          <a:xfrm xmlns:a="http://schemas.openxmlformats.org/drawingml/2006/main">
            <a:off x="3260407" y="2931795"/>
            <a:ext cx="1650682"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差异化授权审批机制</a:t>
            </a:r>
          </a:p>
        </p:txBody>
      </p:sp>
      <p:sp>
        <p:nvSpPr>
          <p:cNvPr id="166" name="g2175">
            <a:extLst xmlns:a="http://schemas.openxmlformats.org/drawingml/2006/main">
              <a:ext uri="{FF2B5EF4-FFF2-40B4-BE49-F238E27FC236}">
                <a16:creationId xmlns:a16="http://schemas.microsoft.com/office/drawing/2014/main" id="{FE96C812-0421-4E28-B394-EB7AFC7B5B08}"/>
              </a:ext>
            </a:extLst>
          </p:cNvPr>
          <p:cNvSpPr>
            <a:spLocks xmlns:a="http://schemas.openxmlformats.org/drawingml/2006/main" noGrp="1"/>
          </p:cNvSpPr>
          <p:nvPr/>
        </p:nvSpPr>
        <p:spPr>
          <a:xfrm xmlns:a="http://schemas.openxmlformats.org/drawingml/2006/main">
            <a:off x="4863465" y="2931795"/>
            <a:ext cx="58197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，简化</a:t>
            </a:r>
          </a:p>
        </p:txBody>
      </p:sp>
      <p:sp>
        <p:nvSpPr>
          <p:cNvPr id="167" name="g2176">
            <a:extLst xmlns:a="http://schemas.openxmlformats.org/drawingml/2006/main">
              <a:ext uri="{FF2B5EF4-FFF2-40B4-BE49-F238E27FC236}">
                <a16:creationId xmlns:a16="http://schemas.microsoft.com/office/drawing/2014/main" id="{D5458346-B152-4785-8763-B7C54B29012A}"/>
              </a:ext>
            </a:extLst>
          </p:cNvPr>
          <p:cNvSpPr>
            <a:spLocks xmlns:a="http://schemas.openxmlformats.org/drawingml/2006/main" noGrp="1"/>
          </p:cNvSpPr>
          <p:nvPr/>
        </p:nvSpPr>
        <p:spPr>
          <a:xfrm xmlns:a="http://schemas.openxmlformats.org/drawingml/2006/main">
            <a:off x="1657350" y="3251835"/>
            <a:ext cx="289750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市场响应时限要求高的项目审批流程</a:t>
            </a:r>
          </a:p>
        </p:txBody>
      </p:sp>
      <p:sp>
        <p:nvSpPr>
          <p:cNvPr id="168" name="g2177">
            <a:extLst xmlns:a="http://schemas.openxmlformats.org/drawingml/2006/main">
              <a:ext uri="{FF2B5EF4-FFF2-40B4-BE49-F238E27FC236}">
                <a16:creationId xmlns:a16="http://schemas.microsoft.com/office/drawing/2014/main" id="{1DB4C4DE-497C-4385-92D5-CF5B97E56672}"/>
              </a:ext>
            </a:extLst>
          </p:cNvPr>
          <p:cNvSpPr>
            <a:spLocks xmlns:a="http://schemas.openxmlformats.org/drawingml/2006/main" noGrp="1"/>
          </p:cNvSpPr>
          <p:nvPr/>
        </p:nvSpPr>
        <p:spPr>
          <a:xfrm xmlns:a="http://schemas.openxmlformats.org/drawingml/2006/main">
            <a:off x="5848350" y="204787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69" name="g2178">
            <a:extLst xmlns:a="http://schemas.openxmlformats.org/drawingml/2006/main">
              <a:ext uri="{FF2B5EF4-FFF2-40B4-BE49-F238E27FC236}">
                <a16:creationId xmlns:a16="http://schemas.microsoft.com/office/drawing/2014/main" id="{CE2595F6-1D68-4635-9559-C2A95186951F}"/>
              </a:ext>
            </a:extLst>
          </p:cNvPr>
          <p:cNvSpPr>
            <a:spLocks xmlns:a="http://schemas.openxmlformats.org/drawingml/2006/main" noGrp="1"/>
          </p:cNvSpPr>
          <p:nvPr/>
        </p:nvSpPr>
        <p:spPr>
          <a:xfrm xmlns:a="http://schemas.openxmlformats.org/drawingml/2006/main">
            <a:off x="6000750" y="1971675"/>
            <a:ext cx="58197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短期：</a:t>
            </a:r>
          </a:p>
        </p:txBody>
      </p:sp>
      <p:sp>
        <p:nvSpPr>
          <p:cNvPr id="170" name="g2179">
            <a:extLst xmlns:a="http://schemas.openxmlformats.org/drawingml/2006/main">
              <a:ext uri="{FF2B5EF4-FFF2-40B4-BE49-F238E27FC236}">
                <a16:creationId xmlns:a16="http://schemas.microsoft.com/office/drawing/2014/main" id="{CDE4C7C8-8A5D-4493-B593-3F3CC7E3B101}"/>
              </a:ext>
            </a:extLst>
          </p:cNvPr>
          <p:cNvSpPr>
            <a:spLocks xmlns:a="http://schemas.openxmlformats.org/drawingml/2006/main" noGrp="1"/>
          </p:cNvSpPr>
          <p:nvPr/>
        </p:nvSpPr>
        <p:spPr>
          <a:xfrm xmlns:a="http://schemas.openxmlformats.org/drawingml/2006/main">
            <a:off x="6535103" y="1971675"/>
            <a:ext cx="111633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集中资源攻克</a:t>
            </a:r>
          </a:p>
        </p:txBody>
      </p:sp>
      <p:sp>
        <p:nvSpPr>
          <p:cNvPr id="171" name="g2180">
            <a:extLst xmlns:a="http://schemas.openxmlformats.org/drawingml/2006/main">
              <a:ext uri="{FF2B5EF4-FFF2-40B4-BE49-F238E27FC236}">
                <a16:creationId xmlns:a16="http://schemas.microsoft.com/office/drawing/2014/main" id="{0B85EDC6-F6B0-479E-889B-F4E8532C74A6}"/>
              </a:ext>
            </a:extLst>
          </p:cNvPr>
          <p:cNvSpPr>
            <a:spLocks xmlns:a="http://schemas.openxmlformats.org/drawingml/2006/main" noGrp="1"/>
          </p:cNvSpPr>
          <p:nvPr/>
        </p:nvSpPr>
        <p:spPr>
          <a:xfrm xmlns:a="http://schemas.openxmlformats.org/drawingml/2006/main">
            <a:off x="7603808" y="1971675"/>
            <a:ext cx="147256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关键市场准入资质</a:t>
            </a:r>
          </a:p>
        </p:txBody>
      </p:sp>
      <p:sp>
        <p:nvSpPr>
          <p:cNvPr id="172" name="g2181">
            <a:extLst xmlns:a="http://schemas.openxmlformats.org/drawingml/2006/main">
              <a:ext uri="{FF2B5EF4-FFF2-40B4-BE49-F238E27FC236}">
                <a16:creationId xmlns:a16="http://schemas.microsoft.com/office/drawing/2014/main" id="{FEFAA811-0881-4198-B617-32AC9C4203A3}"/>
              </a:ext>
            </a:extLst>
          </p:cNvPr>
          <p:cNvSpPr>
            <a:spLocks xmlns:a="http://schemas.openxmlformats.org/drawingml/2006/main" noGrp="1"/>
          </p:cNvSpPr>
          <p:nvPr/>
        </p:nvSpPr>
        <p:spPr>
          <a:xfrm xmlns:a="http://schemas.openxmlformats.org/drawingml/2006/main">
            <a:off x="9028748" y="1971675"/>
            <a:ext cx="938213"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，大力推动</a:t>
            </a:r>
          </a:p>
        </p:txBody>
      </p:sp>
      <p:sp>
        <p:nvSpPr>
          <p:cNvPr id="173" name="g2182">
            <a:extLst xmlns:a="http://schemas.openxmlformats.org/drawingml/2006/main">
              <a:ext uri="{FF2B5EF4-FFF2-40B4-BE49-F238E27FC236}">
                <a16:creationId xmlns:a16="http://schemas.microsoft.com/office/drawing/2014/main" id="{BC1B3C30-BBDB-4A96-A2C8-F61B3235BD91}"/>
              </a:ext>
            </a:extLst>
          </p:cNvPr>
          <p:cNvSpPr>
            <a:spLocks xmlns:a="http://schemas.openxmlformats.org/drawingml/2006/main" noGrp="1"/>
          </p:cNvSpPr>
          <p:nvPr/>
        </p:nvSpPr>
        <p:spPr>
          <a:xfrm xmlns:a="http://schemas.openxmlformats.org/drawingml/2006/main">
            <a:off x="6000750" y="2291715"/>
            <a:ext cx="129444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自主创新成果“</a:t>
            </a:r>
          </a:p>
        </p:txBody>
      </p:sp>
      <p:sp>
        <p:nvSpPr>
          <p:cNvPr id="174" name="g2183">
            <a:extLst xmlns:a="http://schemas.openxmlformats.org/drawingml/2006/main">
              <a:ext uri="{FF2B5EF4-FFF2-40B4-BE49-F238E27FC236}">
                <a16:creationId xmlns:a16="http://schemas.microsoft.com/office/drawing/2014/main" id="{78DED089-306A-41E8-8A05-7607926C856D}"/>
              </a:ext>
            </a:extLst>
          </p:cNvPr>
          <p:cNvSpPr>
            <a:spLocks xmlns:a="http://schemas.openxmlformats.org/drawingml/2006/main" noGrp="1"/>
          </p:cNvSpPr>
          <p:nvPr/>
        </p:nvSpPr>
        <p:spPr>
          <a:xfrm xmlns:a="http://schemas.openxmlformats.org/drawingml/2006/main">
            <a:off x="7247573" y="2291715"/>
            <a:ext cx="200691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首台套、首批次、首版次</a:t>
            </a:r>
          </a:p>
        </p:txBody>
      </p:sp>
      <p:sp>
        <p:nvSpPr>
          <p:cNvPr id="175" name="g2184">
            <a:extLst xmlns:a="http://schemas.openxmlformats.org/drawingml/2006/main">
              <a:ext uri="{FF2B5EF4-FFF2-40B4-BE49-F238E27FC236}">
                <a16:creationId xmlns:a16="http://schemas.microsoft.com/office/drawing/2014/main" id="{B835CCE0-D569-4510-96EC-DE0D6BDA76C3}"/>
              </a:ext>
            </a:extLst>
          </p:cNvPr>
          <p:cNvSpPr>
            <a:spLocks xmlns:a="http://schemas.openxmlformats.org/drawingml/2006/main" noGrp="1"/>
          </p:cNvSpPr>
          <p:nvPr/>
        </p:nvSpPr>
        <p:spPr>
          <a:xfrm xmlns:a="http://schemas.openxmlformats.org/drawingml/2006/main">
            <a:off x="9206865" y="2291715"/>
            <a:ext cx="58197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”应用</a:t>
            </a:r>
          </a:p>
        </p:txBody>
      </p:sp>
      <p:sp>
        <p:nvSpPr>
          <p:cNvPr id="176" name="g2185">
            <a:extLst xmlns:a="http://schemas.openxmlformats.org/drawingml/2006/main">
              <a:ext uri="{FF2B5EF4-FFF2-40B4-BE49-F238E27FC236}">
                <a16:creationId xmlns:a16="http://schemas.microsoft.com/office/drawing/2014/main" id="{72ACC19B-9F37-4AA0-A259-04ACC3459939}"/>
              </a:ext>
            </a:extLst>
          </p:cNvPr>
          <p:cNvSpPr>
            <a:spLocks xmlns:a="http://schemas.openxmlformats.org/drawingml/2006/main" noGrp="1"/>
          </p:cNvSpPr>
          <p:nvPr/>
        </p:nvSpPr>
        <p:spPr>
          <a:xfrm xmlns:a="http://schemas.openxmlformats.org/drawingml/2006/main">
            <a:off x="5848350" y="268795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77" name="g2186">
            <a:extLst xmlns:a="http://schemas.openxmlformats.org/drawingml/2006/main">
              <a:ext uri="{FF2B5EF4-FFF2-40B4-BE49-F238E27FC236}">
                <a16:creationId xmlns:a16="http://schemas.microsoft.com/office/drawing/2014/main" id="{BAA0B5E7-E486-4181-B4AC-4E1EBE23916B}"/>
              </a:ext>
            </a:extLst>
          </p:cNvPr>
          <p:cNvSpPr>
            <a:spLocks xmlns:a="http://schemas.openxmlformats.org/drawingml/2006/main" noGrp="1"/>
          </p:cNvSpPr>
          <p:nvPr/>
        </p:nvSpPr>
        <p:spPr>
          <a:xfrm xmlns:a="http://schemas.openxmlformats.org/drawingml/2006/main">
            <a:off x="6000750" y="2611755"/>
            <a:ext cx="76009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383838"/>
                </a:solidFill>
                <a:latin typeface="Microsoft YaHei UI"/>
                <a:ea typeface="Microsoft YaHei UI"/>
                <a:cs typeface="Microsoft YaHei UI"/>
              </a:defRPr>
            </a:pPr>
            <a:r>
              <a:rPr sz="1402" b="1">
                <a:solidFill>
                  <a:srgbClr val="383838"/>
                </a:solidFill>
                <a:latin typeface="Microsoft YaHei UI"/>
                <a:ea typeface="Microsoft YaHei UI"/>
                <a:cs typeface="Microsoft YaHei UI"/>
              </a:rPr>
              <a:t>中长期：</a:t>
            </a:r>
          </a:p>
        </p:txBody>
      </p:sp>
      <p:sp>
        <p:nvSpPr>
          <p:cNvPr id="178" name="g2187">
            <a:extLst xmlns:a="http://schemas.openxmlformats.org/drawingml/2006/main">
              <a:ext uri="{FF2B5EF4-FFF2-40B4-BE49-F238E27FC236}">
                <a16:creationId xmlns:a16="http://schemas.microsoft.com/office/drawing/2014/main" id="{E371057E-DC96-4492-8BBF-3BA7DD90F45F}"/>
              </a:ext>
            </a:extLst>
          </p:cNvPr>
          <p:cNvSpPr>
            <a:spLocks xmlns:a="http://schemas.openxmlformats.org/drawingml/2006/main" noGrp="1"/>
          </p:cNvSpPr>
          <p:nvPr/>
        </p:nvSpPr>
        <p:spPr>
          <a:xfrm xmlns:a="http://schemas.openxmlformats.org/drawingml/2006/main">
            <a:off x="6713220" y="2611755"/>
            <a:ext cx="325374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建设高水平国家级、省级创新平台与共享</a:t>
            </a:r>
          </a:p>
        </p:txBody>
      </p:sp>
      <p:sp>
        <p:nvSpPr>
          <p:cNvPr id="179" name="g2188">
            <a:extLst xmlns:a="http://schemas.openxmlformats.org/drawingml/2006/main">
              <a:ext uri="{FF2B5EF4-FFF2-40B4-BE49-F238E27FC236}">
                <a16:creationId xmlns:a16="http://schemas.microsoft.com/office/drawing/2014/main" id="{A5F0F504-04AE-4DA3-93E6-97B7DDF381C4}"/>
              </a:ext>
            </a:extLst>
          </p:cNvPr>
          <p:cNvSpPr>
            <a:spLocks xmlns:a="http://schemas.openxmlformats.org/drawingml/2006/main" noGrp="1"/>
          </p:cNvSpPr>
          <p:nvPr/>
        </p:nvSpPr>
        <p:spPr>
          <a:xfrm xmlns:a="http://schemas.openxmlformats.org/drawingml/2006/main">
            <a:off x="6000750" y="2931795"/>
            <a:ext cx="111633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中试实证平台</a:t>
            </a:r>
          </a:p>
        </p:txBody>
      </p:sp>
      <p:sp>
        <p:nvSpPr>
          <p:cNvPr id="180" name="g2189">
            <a:extLst xmlns:a="http://schemas.openxmlformats.org/drawingml/2006/main">
              <a:ext uri="{FF2B5EF4-FFF2-40B4-BE49-F238E27FC236}">
                <a16:creationId xmlns:a16="http://schemas.microsoft.com/office/drawing/2014/main" id="{35193E02-008E-4B09-AC76-143F6999064A}"/>
              </a:ext>
            </a:extLst>
          </p:cNvPr>
          <p:cNvSpPr>
            <a:spLocks xmlns:a="http://schemas.openxmlformats.org/drawingml/2006/main" noGrp="1"/>
          </p:cNvSpPr>
          <p:nvPr/>
        </p:nvSpPr>
        <p:spPr>
          <a:xfrm xmlns:a="http://schemas.openxmlformats.org/drawingml/2006/main">
            <a:off x="7069455" y="2931795"/>
            <a:ext cx="289750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；提升数字化研发能力，构建协同研</a:t>
            </a:r>
          </a:p>
        </p:txBody>
      </p:sp>
      <p:sp>
        <p:nvSpPr>
          <p:cNvPr id="181" name="g2190">
            <a:extLst xmlns:a="http://schemas.openxmlformats.org/drawingml/2006/main">
              <a:ext uri="{FF2B5EF4-FFF2-40B4-BE49-F238E27FC236}">
                <a16:creationId xmlns:a16="http://schemas.microsoft.com/office/drawing/2014/main" id="{EADDE56C-4698-4A7C-A9FE-C1E85BA43351}"/>
              </a:ext>
            </a:extLst>
          </p:cNvPr>
          <p:cNvSpPr>
            <a:spLocks xmlns:a="http://schemas.openxmlformats.org/drawingml/2006/main" noGrp="1"/>
          </p:cNvSpPr>
          <p:nvPr/>
        </p:nvSpPr>
        <p:spPr>
          <a:xfrm xmlns:a="http://schemas.openxmlformats.org/drawingml/2006/main">
            <a:off x="6000750" y="3251835"/>
            <a:ext cx="182880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发平台与知识管理系统</a:t>
            </a:r>
          </a:p>
        </p:txBody>
      </p:sp>
      <p:sp>
        <p:nvSpPr>
          <p:cNvPr id="182" name="g2191">
            <a:extLst xmlns:a="http://schemas.openxmlformats.org/drawingml/2006/main">
              <a:ext uri="{FF2B5EF4-FFF2-40B4-BE49-F238E27FC236}">
                <a16:creationId xmlns:a16="http://schemas.microsoft.com/office/drawing/2014/main" id="{190F3F7B-E8F7-497D-9C5B-AA66FF43E272}"/>
              </a:ext>
            </a:extLst>
          </p:cNvPr>
          <p:cNvSpPr>
            <a:spLocks xmlns:a="http://schemas.openxmlformats.org/drawingml/2006/main" noGrp="1"/>
          </p:cNvSpPr>
          <p:nvPr/>
        </p:nvSpPr>
        <p:spPr>
          <a:xfrm xmlns:a="http://schemas.openxmlformats.org/drawingml/2006/main">
            <a:off x="781050" y="452437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83" name="g2192">
            <a:extLst xmlns:a="http://schemas.openxmlformats.org/drawingml/2006/main">
              <a:ext uri="{FF2B5EF4-FFF2-40B4-BE49-F238E27FC236}">
                <a16:creationId xmlns:a16="http://schemas.microsoft.com/office/drawing/2014/main" id="{788C6680-6725-4317-AC92-AAC42EA3BE5A}"/>
              </a:ext>
            </a:extLst>
          </p:cNvPr>
          <p:cNvSpPr>
            <a:spLocks xmlns:a="http://schemas.openxmlformats.org/drawingml/2006/main" noGrp="1"/>
          </p:cNvSpPr>
          <p:nvPr/>
        </p:nvSpPr>
        <p:spPr>
          <a:xfrm xmlns:a="http://schemas.openxmlformats.org/drawingml/2006/main">
            <a:off x="933450" y="4448175"/>
            <a:ext cx="396621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围绕战略必争、优势领跑、未来前沿三大核心技术</a:t>
            </a:r>
          </a:p>
        </p:txBody>
      </p:sp>
      <p:sp>
        <p:nvSpPr>
          <p:cNvPr id="184" name="g2193">
            <a:extLst xmlns:a="http://schemas.openxmlformats.org/drawingml/2006/main">
              <a:ext uri="{FF2B5EF4-FFF2-40B4-BE49-F238E27FC236}">
                <a16:creationId xmlns:a16="http://schemas.microsoft.com/office/drawing/2014/main" id="{39895FC5-C748-4939-BAE5-F7AD3878713A}"/>
              </a:ext>
            </a:extLst>
          </p:cNvPr>
          <p:cNvSpPr>
            <a:spLocks xmlns:a="http://schemas.openxmlformats.org/drawingml/2006/main" noGrp="1"/>
          </p:cNvSpPr>
          <p:nvPr/>
        </p:nvSpPr>
        <p:spPr>
          <a:xfrm xmlns:a="http://schemas.openxmlformats.org/drawingml/2006/main">
            <a:off x="933450" y="4768215"/>
            <a:ext cx="58197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赛道，</a:t>
            </a:r>
          </a:p>
        </p:txBody>
      </p:sp>
      <p:sp>
        <p:nvSpPr>
          <p:cNvPr id="185" name="g2194">
            <a:extLst xmlns:a="http://schemas.openxmlformats.org/drawingml/2006/main">
              <a:ext uri="{FF2B5EF4-FFF2-40B4-BE49-F238E27FC236}">
                <a16:creationId xmlns:a16="http://schemas.microsoft.com/office/drawing/2014/main" id="{B6DBE9A1-D555-4778-A691-DA93D3D7D033}"/>
              </a:ext>
            </a:extLst>
          </p:cNvPr>
          <p:cNvSpPr>
            <a:spLocks xmlns:a="http://schemas.openxmlformats.org/drawingml/2006/main" noGrp="1"/>
          </p:cNvSpPr>
          <p:nvPr/>
        </p:nvSpPr>
        <p:spPr>
          <a:xfrm xmlns:a="http://schemas.openxmlformats.org/drawingml/2006/main">
            <a:off x="1467803" y="4768215"/>
            <a:ext cx="3431857"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开展知识产权高地前瞻性布局，构建高价值</a:t>
            </a:r>
          </a:p>
        </p:txBody>
      </p:sp>
      <p:sp>
        <p:nvSpPr>
          <p:cNvPr id="186" name="g2195">
            <a:extLst xmlns:a="http://schemas.openxmlformats.org/drawingml/2006/main">
              <a:ext uri="{FF2B5EF4-FFF2-40B4-BE49-F238E27FC236}">
                <a16:creationId xmlns:a16="http://schemas.microsoft.com/office/drawing/2014/main" id="{F7E5EB25-282E-4867-B3FE-AD413D303B35}"/>
              </a:ext>
            </a:extLst>
          </p:cNvPr>
          <p:cNvSpPr>
            <a:spLocks xmlns:a="http://schemas.openxmlformats.org/drawingml/2006/main" noGrp="1"/>
          </p:cNvSpPr>
          <p:nvPr/>
        </p:nvSpPr>
        <p:spPr>
          <a:xfrm xmlns:a="http://schemas.openxmlformats.org/drawingml/2006/main">
            <a:off x="933450" y="5088255"/>
            <a:ext cx="76009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专利组合</a:t>
            </a:r>
          </a:p>
        </p:txBody>
      </p:sp>
      <p:sp>
        <p:nvSpPr>
          <p:cNvPr id="187" name="g2196">
            <a:extLst xmlns:a="http://schemas.openxmlformats.org/drawingml/2006/main">
              <a:ext uri="{FF2B5EF4-FFF2-40B4-BE49-F238E27FC236}">
                <a16:creationId xmlns:a16="http://schemas.microsoft.com/office/drawing/2014/main" id="{CA369C9C-86BB-46B8-9BBC-94F1799FEB2E}"/>
              </a:ext>
            </a:extLst>
          </p:cNvPr>
          <p:cNvSpPr>
            <a:spLocks xmlns:a="http://schemas.openxmlformats.org/drawingml/2006/main" noGrp="1"/>
          </p:cNvSpPr>
          <p:nvPr/>
        </p:nvSpPr>
        <p:spPr>
          <a:xfrm xmlns:a="http://schemas.openxmlformats.org/drawingml/2006/main">
            <a:off x="781050" y="548449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88" name="g2197">
            <a:extLst xmlns:a="http://schemas.openxmlformats.org/drawingml/2006/main">
              <a:ext uri="{FF2B5EF4-FFF2-40B4-BE49-F238E27FC236}">
                <a16:creationId xmlns:a16="http://schemas.microsoft.com/office/drawing/2014/main" id="{8B43C468-127B-4E22-8F76-2F4C657D7E7F}"/>
              </a:ext>
            </a:extLst>
          </p:cNvPr>
          <p:cNvSpPr>
            <a:spLocks xmlns:a="http://schemas.openxmlformats.org/drawingml/2006/main" noGrp="1"/>
          </p:cNvSpPr>
          <p:nvPr/>
        </p:nvSpPr>
        <p:spPr>
          <a:xfrm xmlns:a="http://schemas.openxmlformats.org/drawingml/2006/main">
            <a:off x="933450" y="5408295"/>
            <a:ext cx="111633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建立知识产权</a:t>
            </a:r>
          </a:p>
        </p:txBody>
      </p:sp>
      <p:sp>
        <p:nvSpPr>
          <p:cNvPr id="189" name="g2198">
            <a:extLst xmlns:a="http://schemas.openxmlformats.org/drawingml/2006/main">
              <a:ext uri="{FF2B5EF4-FFF2-40B4-BE49-F238E27FC236}">
                <a16:creationId xmlns:a16="http://schemas.microsoft.com/office/drawing/2014/main" id="{1A2E3406-5826-439C-B42D-5585ABF13995}"/>
              </a:ext>
            </a:extLst>
          </p:cNvPr>
          <p:cNvSpPr>
            <a:spLocks xmlns:a="http://schemas.openxmlformats.org/drawingml/2006/main" noGrp="1"/>
          </p:cNvSpPr>
          <p:nvPr/>
        </p:nvSpPr>
        <p:spPr>
          <a:xfrm xmlns:a="http://schemas.openxmlformats.org/drawingml/2006/main">
            <a:off x="2002155" y="5408295"/>
            <a:ext cx="2719387"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创造、保护、运用全周期治理体系</a:t>
            </a:r>
          </a:p>
        </p:txBody>
      </p:sp>
      <p:sp>
        <p:nvSpPr>
          <p:cNvPr id="190" name="g2199">
            <a:extLst xmlns:a="http://schemas.openxmlformats.org/drawingml/2006/main">
              <a:ext uri="{FF2B5EF4-FFF2-40B4-BE49-F238E27FC236}">
                <a16:creationId xmlns:a16="http://schemas.microsoft.com/office/drawing/2014/main" id="{9962FB8F-D4ED-47A8-B2E0-FEB1A28ACD53}"/>
              </a:ext>
            </a:extLst>
          </p:cNvPr>
          <p:cNvSpPr>
            <a:spLocks xmlns:a="http://schemas.openxmlformats.org/drawingml/2006/main" noGrp="1"/>
          </p:cNvSpPr>
          <p:nvPr/>
        </p:nvSpPr>
        <p:spPr>
          <a:xfrm xmlns:a="http://schemas.openxmlformats.org/drawingml/2006/main">
            <a:off x="4673917" y="5408295"/>
            <a:ext cx="225742"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a:t>
            </a:r>
          </a:p>
        </p:txBody>
      </p:sp>
      <p:sp>
        <p:nvSpPr>
          <p:cNvPr id="191" name="g2200">
            <a:extLst xmlns:a="http://schemas.openxmlformats.org/drawingml/2006/main">
              <a:ext uri="{FF2B5EF4-FFF2-40B4-BE49-F238E27FC236}">
                <a16:creationId xmlns:a16="http://schemas.microsoft.com/office/drawing/2014/main" id="{AD4434F3-8FB7-4098-9492-7BDF8EC77C57}"/>
              </a:ext>
            </a:extLst>
          </p:cNvPr>
          <p:cNvSpPr>
            <a:spLocks xmlns:a="http://schemas.openxmlformats.org/drawingml/2006/main" noGrp="1"/>
          </p:cNvSpPr>
          <p:nvPr/>
        </p:nvSpPr>
        <p:spPr>
          <a:xfrm xmlns:a="http://schemas.openxmlformats.org/drawingml/2006/main">
            <a:off x="933450" y="5728335"/>
            <a:ext cx="360997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将知识产权管理深度融入研发与产业规划前端</a:t>
            </a:r>
          </a:p>
        </p:txBody>
      </p:sp>
      <p:sp>
        <p:nvSpPr>
          <p:cNvPr id="192" name="g2201">
            <a:extLst xmlns:a="http://schemas.openxmlformats.org/drawingml/2006/main">
              <a:ext uri="{FF2B5EF4-FFF2-40B4-BE49-F238E27FC236}">
                <a16:creationId xmlns:a16="http://schemas.microsoft.com/office/drawing/2014/main" id="{5BDFB28C-DDD3-4444-A7B0-16F3F3CE2F64}"/>
              </a:ext>
            </a:extLst>
          </p:cNvPr>
          <p:cNvSpPr>
            <a:spLocks xmlns:a="http://schemas.openxmlformats.org/drawingml/2006/main" noGrp="1"/>
          </p:cNvSpPr>
          <p:nvPr/>
        </p:nvSpPr>
        <p:spPr>
          <a:xfrm xmlns:a="http://schemas.openxmlformats.org/drawingml/2006/main">
            <a:off x="5248275" y="452437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93" name="g2202">
            <a:extLst xmlns:a="http://schemas.openxmlformats.org/drawingml/2006/main">
              <a:ext uri="{FF2B5EF4-FFF2-40B4-BE49-F238E27FC236}">
                <a16:creationId xmlns:a16="http://schemas.microsoft.com/office/drawing/2014/main" id="{9F4FE64A-C37E-44FF-B39C-235823082E24}"/>
              </a:ext>
            </a:extLst>
          </p:cNvPr>
          <p:cNvSpPr>
            <a:spLocks xmlns:a="http://schemas.openxmlformats.org/drawingml/2006/main" noGrp="1"/>
          </p:cNvSpPr>
          <p:nvPr/>
        </p:nvSpPr>
        <p:spPr>
          <a:xfrm xmlns:a="http://schemas.openxmlformats.org/drawingml/2006/main">
            <a:off x="5400675" y="4448175"/>
            <a:ext cx="40386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建立</a:t>
            </a:r>
          </a:p>
        </p:txBody>
      </p:sp>
      <p:sp>
        <p:nvSpPr>
          <p:cNvPr id="194" name="g2203">
            <a:extLst xmlns:a="http://schemas.openxmlformats.org/drawingml/2006/main">
              <a:ext uri="{FF2B5EF4-FFF2-40B4-BE49-F238E27FC236}">
                <a16:creationId xmlns:a16="http://schemas.microsoft.com/office/drawing/2014/main" id="{EA67F7D0-928D-40B3-88D5-ABEA6D98F5BA}"/>
              </a:ext>
            </a:extLst>
          </p:cNvPr>
          <p:cNvSpPr>
            <a:spLocks xmlns:a="http://schemas.openxmlformats.org/drawingml/2006/main" noGrp="1"/>
          </p:cNvSpPr>
          <p:nvPr/>
        </p:nvSpPr>
        <p:spPr>
          <a:xfrm xmlns:a="http://schemas.openxmlformats.org/drawingml/2006/main">
            <a:off x="5756910" y="4448175"/>
            <a:ext cx="218503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科技创新尽职免责相关制度</a:t>
            </a:r>
          </a:p>
        </p:txBody>
      </p:sp>
      <p:sp>
        <p:nvSpPr>
          <p:cNvPr id="195" name="g2204">
            <a:extLst xmlns:a="http://schemas.openxmlformats.org/drawingml/2006/main">
              <a:ext uri="{FF2B5EF4-FFF2-40B4-BE49-F238E27FC236}">
                <a16:creationId xmlns:a16="http://schemas.microsoft.com/office/drawing/2014/main" id="{46CD6A82-455B-4C92-8E6E-C0C597BC16C7}"/>
              </a:ext>
            </a:extLst>
          </p:cNvPr>
          <p:cNvSpPr>
            <a:spLocks xmlns:a="http://schemas.openxmlformats.org/drawingml/2006/main" noGrp="1"/>
          </p:cNvSpPr>
          <p:nvPr/>
        </p:nvSpPr>
        <p:spPr>
          <a:xfrm xmlns:a="http://schemas.openxmlformats.org/drawingml/2006/main">
            <a:off x="7894320" y="4448175"/>
            <a:ext cx="1472565"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，分类明确尽职免</a:t>
            </a:r>
          </a:p>
        </p:txBody>
      </p:sp>
      <p:sp>
        <p:nvSpPr>
          <p:cNvPr id="196" name="g2205">
            <a:extLst xmlns:a="http://schemas.openxmlformats.org/drawingml/2006/main">
              <a:ext uri="{FF2B5EF4-FFF2-40B4-BE49-F238E27FC236}">
                <a16:creationId xmlns:a16="http://schemas.microsoft.com/office/drawing/2014/main" id="{E1FACC38-D7B9-4C9D-BEE0-76C2030C2905}"/>
              </a:ext>
            </a:extLst>
          </p:cNvPr>
          <p:cNvSpPr>
            <a:spLocks xmlns:a="http://schemas.openxmlformats.org/drawingml/2006/main" noGrp="1"/>
          </p:cNvSpPr>
          <p:nvPr/>
        </p:nvSpPr>
        <p:spPr>
          <a:xfrm xmlns:a="http://schemas.openxmlformats.org/drawingml/2006/main">
            <a:off x="5400675" y="4768215"/>
            <a:ext cx="200691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责界限、认定条件与流程</a:t>
            </a:r>
          </a:p>
        </p:txBody>
      </p:sp>
      <p:sp>
        <p:nvSpPr>
          <p:cNvPr id="197" name="g2206">
            <a:extLst xmlns:a="http://schemas.openxmlformats.org/drawingml/2006/main">
              <a:ext uri="{FF2B5EF4-FFF2-40B4-BE49-F238E27FC236}">
                <a16:creationId xmlns:a16="http://schemas.microsoft.com/office/drawing/2014/main" id="{DAAF0D75-8B6F-422A-92F6-6F3A98BF0B9C}"/>
              </a:ext>
            </a:extLst>
          </p:cNvPr>
          <p:cNvSpPr>
            <a:spLocks xmlns:a="http://schemas.openxmlformats.org/drawingml/2006/main" noGrp="1"/>
          </p:cNvSpPr>
          <p:nvPr/>
        </p:nvSpPr>
        <p:spPr>
          <a:xfrm xmlns:a="http://schemas.openxmlformats.org/drawingml/2006/main">
            <a:off x="5248275" y="5164455"/>
            <a:ext cx="85725" cy="85725"/>
          </a:xfrm>
          <a:prstGeom xmlns:a="http://schemas.openxmlformats.org/drawingml/2006/main" prst="rect">
            <a:avLst/>
          </a:prstGeom>
          <a:noFill xmlns:a="http://schemas.openxmlformats.org/drawingml/2006/main"/>
          <a:ln xmlns:a="http://schemas.openxmlformats.org/drawingml/2006/main" w="19050">
            <a:solidFill>
              <a:srgbClr val="383838"/>
            </a:solidFill>
          </a:ln>
        </p:spPr>
      </p:sp>
      <p:sp>
        <p:nvSpPr>
          <p:cNvPr id="198" name="g2207">
            <a:extLst xmlns:a="http://schemas.openxmlformats.org/drawingml/2006/main">
              <a:ext uri="{FF2B5EF4-FFF2-40B4-BE49-F238E27FC236}">
                <a16:creationId xmlns:a16="http://schemas.microsoft.com/office/drawing/2014/main" id="{60D90449-29E7-4778-BD4B-C8376EFFFA95}"/>
              </a:ext>
            </a:extLst>
          </p:cNvPr>
          <p:cNvSpPr>
            <a:spLocks xmlns:a="http://schemas.openxmlformats.org/drawingml/2006/main" noGrp="1"/>
          </p:cNvSpPr>
          <p:nvPr/>
        </p:nvSpPr>
        <p:spPr>
          <a:xfrm xmlns:a="http://schemas.openxmlformats.org/drawingml/2006/main">
            <a:off x="5400675" y="5088255"/>
            <a:ext cx="40386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完善</a:t>
            </a:r>
          </a:p>
        </p:txBody>
      </p:sp>
      <p:sp>
        <p:nvSpPr>
          <p:cNvPr id="199" name="g2208">
            <a:extLst xmlns:a="http://schemas.openxmlformats.org/drawingml/2006/main">
              <a:ext uri="{FF2B5EF4-FFF2-40B4-BE49-F238E27FC236}">
                <a16:creationId xmlns:a16="http://schemas.microsoft.com/office/drawing/2014/main" id="{7FCE1EAB-09A0-4CAB-ABF1-BA93EC278007}"/>
              </a:ext>
            </a:extLst>
          </p:cNvPr>
          <p:cNvSpPr>
            <a:spLocks xmlns:a="http://schemas.openxmlformats.org/drawingml/2006/main" noGrp="1"/>
          </p:cNvSpPr>
          <p:nvPr/>
        </p:nvSpPr>
        <p:spPr>
          <a:xfrm xmlns:a="http://schemas.openxmlformats.org/drawingml/2006/main">
            <a:off x="5756910" y="5088255"/>
            <a:ext cx="1650683"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1">
                <a:solidFill>
                  <a:srgbClr val="1C55FE"/>
                </a:solidFill>
                <a:latin typeface="Microsoft YaHei UI"/>
                <a:ea typeface="Microsoft YaHei UI"/>
                <a:cs typeface="Microsoft YaHei UI"/>
              </a:defRPr>
            </a:pPr>
            <a:r>
              <a:rPr sz="1402" b="1">
                <a:solidFill>
                  <a:srgbClr val="1C55FE"/>
                </a:solidFill>
                <a:latin typeface="Microsoft YaHei UI"/>
                <a:ea typeface="Microsoft YaHei UI"/>
                <a:cs typeface="Microsoft YaHei UI"/>
              </a:rPr>
              <a:t>复盘与经验转化机制</a:t>
            </a:r>
          </a:p>
        </p:txBody>
      </p:sp>
      <p:sp>
        <p:nvSpPr>
          <p:cNvPr id="200" name="g2209">
            <a:extLst xmlns:a="http://schemas.openxmlformats.org/drawingml/2006/main">
              <a:ext uri="{FF2B5EF4-FFF2-40B4-BE49-F238E27FC236}">
                <a16:creationId xmlns:a16="http://schemas.microsoft.com/office/drawing/2014/main" id="{FADD4DBA-CB5F-456A-B39A-6C8D36977E1C}"/>
              </a:ext>
            </a:extLst>
          </p:cNvPr>
          <p:cNvSpPr>
            <a:spLocks xmlns:a="http://schemas.openxmlformats.org/drawingml/2006/main" noGrp="1"/>
          </p:cNvSpPr>
          <p:nvPr/>
        </p:nvSpPr>
        <p:spPr>
          <a:xfrm xmlns:a="http://schemas.openxmlformats.org/drawingml/2006/main">
            <a:off x="7359968" y="5088255"/>
            <a:ext cx="2006918"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，将个案教训转化为组织</a:t>
            </a:r>
          </a:p>
        </p:txBody>
      </p:sp>
      <p:sp>
        <p:nvSpPr>
          <p:cNvPr id="201" name="g2210">
            <a:extLst xmlns:a="http://schemas.openxmlformats.org/drawingml/2006/main">
              <a:ext uri="{FF2B5EF4-FFF2-40B4-BE49-F238E27FC236}">
                <a16:creationId xmlns:a16="http://schemas.microsoft.com/office/drawing/2014/main" id="{DFF6E403-572B-4E1F-9EA1-44871B670F53}"/>
              </a:ext>
            </a:extLst>
          </p:cNvPr>
          <p:cNvSpPr>
            <a:spLocks xmlns:a="http://schemas.openxmlformats.org/drawingml/2006/main" noGrp="1"/>
          </p:cNvSpPr>
          <p:nvPr/>
        </p:nvSpPr>
        <p:spPr>
          <a:xfrm xmlns:a="http://schemas.openxmlformats.org/drawingml/2006/main">
            <a:off x="5400675" y="5408295"/>
            <a:ext cx="403860" cy="292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0000"/>
              </a:lnSpc>
              <a:buNone/>
              <a:defRPr sz="1402" b="0">
                <a:solidFill>
                  <a:srgbClr val="383838"/>
                </a:solidFill>
                <a:latin typeface="Microsoft YaHei UI"/>
                <a:ea typeface="Microsoft YaHei UI"/>
                <a:cs typeface="Microsoft YaHei UI"/>
              </a:defRPr>
            </a:pPr>
            <a:r>
              <a:rPr sz="1402" b="0">
                <a:solidFill>
                  <a:srgbClr val="383838"/>
                </a:solidFill>
                <a:latin typeface="Microsoft YaHei UI"/>
                <a:ea typeface="Microsoft YaHei UI"/>
                <a:cs typeface="Microsoft YaHei UI"/>
              </a:rPr>
              <a:t>共识</a:t>
            </a:r>
          </a:p>
        </p:txBody>
      </p:sp>
      <p:sp>
        <p:nvSpPr>
          <p:cNvPr id="202" name="g2211">
            <a:extLst xmlns:a="http://schemas.openxmlformats.org/drawingml/2006/main">
              <a:ext uri="{FF2B5EF4-FFF2-40B4-BE49-F238E27FC236}">
                <a16:creationId xmlns:a16="http://schemas.microsoft.com/office/drawing/2014/main" id="{329A20BB-5EEC-4FA3-B4B6-E4F6BD8DC349}"/>
              </a:ext>
            </a:extLst>
          </p:cNvPr>
          <p:cNvSpPr>
            <a:spLocks xmlns:a="http://schemas.openxmlformats.org/drawingml/2006/main" noGrp="1"/>
          </p:cNvSpPr>
          <p:nvPr/>
        </p:nvSpPr>
        <p:spPr>
          <a:xfrm xmlns:a="http://schemas.openxmlformats.org/drawingml/2006/main">
            <a:off x="11182350" y="6219825"/>
            <a:ext cx="238125" cy="238125"/>
          </a:xfrm>
          <a:prstGeom xmlns:a="http://schemas.openxmlformats.org/drawingml/2006/main" prst="rect">
            <a:avLst/>
          </a:prstGeom>
          <a:solidFill xmlns:a="http://schemas.openxmlformats.org/drawingml/2006/main">
            <a:srgbClr val="FF4200"/>
          </a:solidFill>
          <a:ln xmlns:a="http://schemas.openxmlformats.org/drawingml/2006/main" w="0">
            <a:noFill/>
          </a:ln>
        </p:spPr>
      </p:sp>
      <p:sp>
        <p:nvSpPr>
          <p:cNvPr id="203" name="g2212">
            <a:extLst xmlns:a="http://schemas.openxmlformats.org/drawingml/2006/main">
              <a:ext uri="{FF2B5EF4-FFF2-40B4-BE49-F238E27FC236}">
                <a16:creationId xmlns:a16="http://schemas.microsoft.com/office/drawing/2014/main" id="{03946ABB-8600-46EA-84A6-5D156E07E0F1}"/>
              </a:ext>
            </a:extLst>
          </p:cNvPr>
          <p:cNvSpPr>
            <a:spLocks xmlns:a="http://schemas.openxmlformats.org/drawingml/2006/main" noGrp="1"/>
          </p:cNvSpPr>
          <p:nvPr/>
        </p:nvSpPr>
        <p:spPr>
          <a:xfrm xmlns:a="http://schemas.openxmlformats.org/drawingml/2006/main">
            <a:off x="10591800" y="6515100"/>
            <a:ext cx="952500" cy="171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22000"/>
              </a:lnSpc>
              <a:buNone/>
              <a:defRPr sz="675" b="0">
                <a:solidFill>
                  <a:srgbClr val="383838"/>
                </a:solidFill>
                <a:latin typeface="Microsoft YaHei UI"/>
                <a:ea typeface="Microsoft YaHei UI"/>
                <a:cs typeface="Microsoft YaHei UI"/>
              </a:defRPr>
            </a:pPr>
            <a:r>
              <a:rPr sz="675" b="0">
                <a:solidFill>
                  <a:srgbClr val="383838"/>
                </a:solidFill>
                <a:latin typeface="Microsoft YaHei UI"/>
                <a:ea typeface="Microsoft YaHei UI"/>
                <a:cs typeface="Microsoft YaHei UI"/>
              </a:rPr>
              <a:t>www.ciicmc.com</a:t>
            </a:r>
          </a:p>
        </p:txBody>
      </p:sp>
    </p:spTree>
    <p:extLst>
      <p:ext uri="{BB962C8B-B14F-4D97-AF65-F5344CB8AC3E}">
        <p14:creationId xmlns:p14="http://schemas.microsoft.com/office/powerpoint/2010/main" val="969472800"/>
      </p:ext>
    </p:extLst>
  </p:cSld>
</p:sld>
</file>

<file path=ppt/theme/theme1.xml><?xml version="1.0" encoding="utf-8"?>
<a:theme xmlns:a="http://schemas.openxmlformats.org/drawingml/2006/main" name="ChatGPT">
  <a:themeElements>
    <a:clrScheme name="CIIC">
      <a:dk1>
        <a:srgbClr val="383838"/>
      </a:dk1>
      <a:lt1>
        <a:srgbClr val="FFFFFF"/>
      </a:lt1>
      <a:dk2>
        <a:srgbClr val="1C55FE"/>
      </a:dk2>
      <a:lt2>
        <a:srgbClr val="F5F8FF"/>
      </a:lt2>
      <a:accent1>
        <a:srgbClr val="1C55FE"/>
      </a:accent1>
      <a:accent2>
        <a:srgbClr val="547FFE"/>
      </a:accent2>
      <a:accent3>
        <a:srgbClr val="8DAAFE"/>
      </a:accent3>
      <a:accent4>
        <a:srgbClr val="CFDBFF"/>
      </a:accent4>
      <a:accent5>
        <a:srgbClr val="FF4200"/>
      </a:accent5>
      <a:accent6>
        <a:srgbClr val="E7E6E6"/>
      </a:accent6>
      <a:hlink>
        <a:srgbClr val="1C55FE"/>
      </a:hlink>
      <a:folHlink>
        <a:srgbClr val="547FFE"/>
      </a:folHlink>
    </a:clrScheme>
    <a:fontScheme name="Office">
      <a:majorFont>
        <a:latin typeface="Calibri Light"/>
        <a:ea typeface="Calibri Light"/>
        <a:cs typeface="Calibri Light"/>
      </a:majorFont>
      <a:minorFont>
        <a:latin typeface="Calibri"/>
        <a:ea typeface="Calibri"/>
        <a:cs typeface="Calibri"/>
      </a:minorFont>
    </a:fontScheme>
    <a:fmtScheme name="CI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2026-09-28T17:43:02.8090000Z</dcterms:created>
  <dcterms:modified xsi:type="dcterms:W3CDTF">2026-09-28T17:43:02.8090000Z</dcterms:modified>
</coreProperties>
</file>