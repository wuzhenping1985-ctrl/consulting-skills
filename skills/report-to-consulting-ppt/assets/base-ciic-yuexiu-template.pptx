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16667914" r:id="rId2"/>
    <p:sldId id="16667915" r:id="rId3"/>
    <p:sldId id="16667935" r:id="rId4"/>
    <p:sldId id="16667947" r:id="rId5"/>
    <p:sldId id="16667950" r:id="rId6"/>
    <p:sldId id="16667924" r:id="rId7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3BF9F77B-07DE-45B5-AE93-241587870F59}">
          <p14:sldIdLst>
            <p14:sldId id="16667914"/>
            <p14:sldId id="16667915"/>
            <p14:sldId id="16667935"/>
            <p14:sldId id="16667947"/>
            <p14:sldId id="16667950"/>
            <p14:sldId id="16667924"/>
          </p14:sldIdLst>
        </p14:section>
      </p14:sectionLst>
    </p:ext>
    <p:ext uri="{EFAFB233-063F-42B5-8137-9DF3F51BA10A}">
      <p15:sldGuideLst xmlns:p15="http://schemas.microsoft.com/office/powerpoint/2012/main">
        <p15:guide id="1" pos="393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0" userDrawn="1">
          <p15:clr>
            <a:srgbClr val="A4A3A4"/>
          </p15:clr>
        </p15:guide>
        <p15:guide id="4" orient="horz" pos="709" userDrawn="1">
          <p15:clr>
            <a:srgbClr val="A4A3A4"/>
          </p15:clr>
        </p15:guide>
        <p15:guide id="5" orient="horz" pos="3952" userDrawn="1">
          <p15:clr>
            <a:srgbClr val="A4A3A4"/>
          </p15:clr>
        </p15:guide>
        <p15:guide id="6" orient="horz" pos="38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2FF"/>
    <a:srgbClr val="E6E6E6"/>
    <a:srgbClr val="E2ECFB"/>
    <a:srgbClr val="D8E7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03" autoAdjust="0"/>
    <p:restoredTop sz="94724" autoAdjust="0"/>
  </p:normalViewPr>
  <p:slideViewPr>
    <p:cSldViewPr snapToGrid="0" showGuides="1">
      <p:cViewPr varScale="1">
        <p:scale>
          <a:sx n="104" d="100"/>
          <a:sy n="104" d="100"/>
        </p:scale>
        <p:origin x="192" y="63"/>
      </p:cViewPr>
      <p:guideLst>
        <p:guide pos="393"/>
        <p:guide pos="7256"/>
        <p:guide orient="horz" pos="640"/>
        <p:guide orient="horz" pos="709"/>
        <p:guide orient="horz" pos="3952"/>
        <p:guide orient="horz" pos="38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1" d="100"/>
          <a:sy n="121" d="100"/>
        </p:scale>
        <p:origin x="667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607B6-A60F-426C-A416-D9F64875F56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C0EEC6-871A-4A82-8A6D-A4676122B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www.ciicmc.com/" TargetMode="External"/><Relationship Id="rId4" Type="http://schemas.openxmlformats.org/officeDocument/2006/relationships/image" Target="../media/image5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5040" y="3025991"/>
            <a:ext cx="5592400" cy="488201"/>
          </a:xfrm>
        </p:spPr>
        <p:txBody>
          <a:bodyPr vert="horz" wrap="square" lIns="91440" tIns="72000" rIns="91440" bIns="45720" rtlCol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zh-CN" altLang="en-US" sz="2400">
                <a:solidFill>
                  <a:srgbClr val="383838"/>
                </a:solidFill>
              </a:defRPr>
            </a:lvl1pPr>
          </a:lstStyle>
          <a:p>
            <a:pPr marL="228600" lvl="0" indent="-228600" defTabSz="914400"/>
            <a:r>
              <a:rPr lang="zh-CN" altLang="en-US" dirty="0"/>
              <a:t>单击此处添加副标题 </a:t>
            </a:r>
            <a:r>
              <a:rPr lang="en-US" altLang="zh-CN" dirty="0"/>
              <a:t>-24pt</a:t>
            </a:r>
            <a:endParaRPr lang="zh-CN" alt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655040" y="1524833"/>
            <a:ext cx="5592400" cy="1434267"/>
          </a:xfrm>
        </p:spPr>
        <p:txBody>
          <a:bodyPr vert="horz" lIns="91440" tIns="45720" rIns="91440" bIns="45720" rtlCol="0" anchor="b" anchorCtr="0">
            <a:noAutofit/>
          </a:bodyPr>
          <a:lstStyle>
            <a:lvl1pPr algn="l">
              <a:lnSpc>
                <a:spcPct val="120000"/>
              </a:lnSpc>
              <a:defRPr lang="zh-CN" altLang="en-US" sz="3400" b="1" dirty="0">
                <a:solidFill>
                  <a:schemeClr val="accent1"/>
                </a:solidFill>
                <a:effectLst/>
              </a:defRPr>
            </a:lvl1pPr>
          </a:lstStyle>
          <a:p>
            <a:pPr lvl="0" defTabSz="914400"/>
            <a:r>
              <a:rPr lang="zh-CN" altLang="en-US" dirty="0"/>
              <a:t>中智管理咨询有限公司</a:t>
            </a:r>
            <a:br>
              <a:rPr lang="zh-CN" altLang="en-US" dirty="0"/>
            </a:br>
            <a:r>
              <a:rPr lang="en-US" altLang="zh-CN" dirty="0"/>
              <a:t>PPT</a:t>
            </a:r>
            <a:r>
              <a:rPr lang="zh-CN" altLang="en-US" dirty="0"/>
              <a:t>应用标准模板</a:t>
            </a:r>
            <a:r>
              <a:rPr lang="en-US" altLang="zh-CN" dirty="0"/>
              <a:t>-34pt</a:t>
            </a:r>
            <a:endParaRPr lang="zh-CN" altLang="en-US" dirty="0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3962500" y="846923"/>
            <a:ext cx="8229500" cy="5931087"/>
            <a:chOff x="3962500" y="846923"/>
            <a:chExt cx="8229500" cy="5623147"/>
          </a:xfrm>
        </p:grpSpPr>
        <p:pic>
          <p:nvPicPr>
            <p:cNvPr id="9" name="图片 8"/>
            <p:cNvPicPr>
              <a:picLocks noChangeAspect="1"/>
            </p:cNvPicPr>
            <p:nvPr userDrawn="1"/>
          </p:nvPicPr>
          <p:blipFill rotWithShape="1">
            <a:blip r:embed="rId2" cstate="email"/>
            <a:srcRect/>
            <a:stretch>
              <a:fillRect/>
            </a:stretch>
          </p:blipFill>
          <p:spPr>
            <a:xfrm>
              <a:off x="3962500" y="846923"/>
              <a:ext cx="8229500" cy="5427881"/>
            </a:xfrm>
            <a:prstGeom prst="rect">
              <a:avLst/>
            </a:prstGeom>
          </p:spPr>
        </p:pic>
        <p:sp>
          <p:nvSpPr>
            <p:cNvPr id="10" name="矩形 9"/>
            <p:cNvSpPr/>
            <p:nvPr userDrawn="1"/>
          </p:nvSpPr>
          <p:spPr>
            <a:xfrm>
              <a:off x="5084064" y="5061567"/>
              <a:ext cx="7107936" cy="1408503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93000">
                  <a:schemeClr val="bg1">
                    <a:alpha val="46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Rectangle 4"/>
            <p:cNvSpPr/>
            <p:nvPr userDrawn="1"/>
          </p:nvSpPr>
          <p:spPr>
            <a:xfrm rot="10800000">
              <a:off x="4663828" y="5062144"/>
              <a:ext cx="7524000" cy="36000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rgbClr val="0042FF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3D7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2" name="Rectangle 4"/>
          <p:cNvSpPr>
            <a:spLocks noChangeAspect="1"/>
          </p:cNvSpPr>
          <p:nvPr userDrawn="1"/>
        </p:nvSpPr>
        <p:spPr>
          <a:xfrm rot="10800000">
            <a:off x="1119347" y="4110741"/>
            <a:ext cx="6661074" cy="414106"/>
          </a:xfrm>
          <a:prstGeom prst="rect">
            <a:avLst/>
          </a:prstGeom>
          <a:gradFill>
            <a:gsLst>
              <a:gs pos="0">
                <a:schemeClr val="bg1"/>
              </a:gs>
              <a:gs pos="96000">
                <a:srgbClr val="0042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Rectangle 4"/>
          <p:cNvSpPr>
            <a:spLocks noChangeAspect="1"/>
          </p:cNvSpPr>
          <p:nvPr userDrawn="1"/>
        </p:nvSpPr>
        <p:spPr>
          <a:xfrm>
            <a:off x="655040" y="4702326"/>
            <a:ext cx="4008788" cy="414106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0042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Rectangle 4"/>
          <p:cNvSpPr>
            <a:spLocks noChangeAspect="1"/>
          </p:cNvSpPr>
          <p:nvPr userDrawn="1"/>
        </p:nvSpPr>
        <p:spPr>
          <a:xfrm>
            <a:off x="4488140" y="4702326"/>
            <a:ext cx="413999" cy="414106"/>
          </a:xfrm>
          <a:prstGeom prst="rect">
            <a:avLst/>
          </a:prstGeom>
          <a:solidFill>
            <a:srgbClr val="FF4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1697" y="509783"/>
            <a:ext cx="1432800" cy="305213"/>
          </a:xfrm>
          <a:prstGeom prst="rect">
            <a:avLst/>
          </a:prstGeom>
        </p:spPr>
      </p:pic>
      <p:sp>
        <p:nvSpPr>
          <p:cNvPr id="16" name="Rectangle 4"/>
          <p:cNvSpPr>
            <a:spLocks noChangeAspect="1"/>
          </p:cNvSpPr>
          <p:nvPr userDrawn="1"/>
        </p:nvSpPr>
        <p:spPr>
          <a:xfrm rot="10800000">
            <a:off x="655039" y="4110741"/>
            <a:ext cx="413999" cy="414106"/>
          </a:xfrm>
          <a:prstGeom prst="rect">
            <a:avLst/>
          </a:prstGeom>
          <a:solidFill>
            <a:srgbClr val="FF4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7" name="Rectangle 4"/>
          <p:cNvSpPr>
            <a:spLocks noChangeAspect="1"/>
          </p:cNvSpPr>
          <p:nvPr userDrawn="1"/>
        </p:nvSpPr>
        <p:spPr>
          <a:xfrm rot="10800000">
            <a:off x="10130971" y="4110741"/>
            <a:ext cx="2061028" cy="414106"/>
          </a:xfrm>
          <a:prstGeom prst="rect">
            <a:avLst/>
          </a:prstGeom>
          <a:gradFill>
            <a:gsLst>
              <a:gs pos="0">
                <a:srgbClr val="0042FF"/>
              </a:gs>
              <a:gs pos="52000">
                <a:srgbClr val="0042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Rectangle 4"/>
          <p:cNvSpPr>
            <a:spLocks noChangeAspect="1"/>
          </p:cNvSpPr>
          <p:nvPr userDrawn="1"/>
        </p:nvSpPr>
        <p:spPr>
          <a:xfrm rot="10800000">
            <a:off x="8818837" y="4110741"/>
            <a:ext cx="176392" cy="414106"/>
          </a:xfrm>
          <a:prstGeom prst="rect">
            <a:avLst/>
          </a:prstGeom>
          <a:gradFill>
            <a:gsLst>
              <a:gs pos="0">
                <a:srgbClr val="0042FF"/>
              </a:gs>
              <a:gs pos="52000">
                <a:srgbClr val="0042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Rectangle 4"/>
          <p:cNvSpPr>
            <a:spLocks noChangeAspect="1"/>
          </p:cNvSpPr>
          <p:nvPr userDrawn="1"/>
        </p:nvSpPr>
        <p:spPr>
          <a:xfrm rot="10800000">
            <a:off x="9635266" y="4110741"/>
            <a:ext cx="74791" cy="414106"/>
          </a:xfrm>
          <a:prstGeom prst="rect">
            <a:avLst/>
          </a:prstGeom>
          <a:gradFill>
            <a:gsLst>
              <a:gs pos="0">
                <a:srgbClr val="0042FF"/>
              </a:gs>
              <a:gs pos="52000">
                <a:srgbClr val="0042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Speaker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4761243"/>
            <a:ext cx="3153286" cy="296271"/>
          </a:xfrm>
        </p:spPr>
        <p:txBody>
          <a:bodyPr vert="horz" lIns="91440" tIns="45720" rIns="91440" bIns="45720" rtlCol="0" anchor="ctr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lang="en-US" altLang="zh-CN" sz="1200" b="0" smtClean="0">
                <a:solidFill>
                  <a:schemeClr val="bg1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zh-CN" altLang="en-US" dirty="0"/>
              <a:t>单击此处添加演讲者及日期</a:t>
            </a:r>
            <a:r>
              <a:rPr lang="en-US" altLang="zh-CN" dirty="0"/>
              <a:t>-12pt</a:t>
            </a:r>
            <a:endParaRPr lang="zh-CN" altLang="en-US" dirty="0"/>
          </a:p>
        </p:txBody>
      </p:sp>
      <p:sp>
        <p:nvSpPr>
          <p:cNvPr id="4" name="页脚占位符 9"/>
          <p:cNvSpPr txBox="1"/>
          <p:nvPr userDrawn="1"/>
        </p:nvSpPr>
        <p:spPr>
          <a:xfrm>
            <a:off x="660400" y="5855893"/>
            <a:ext cx="8719820" cy="294326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zh-CN" sz="1200" dirty="0"/>
              <a:t>www.ciicmc.com</a:t>
            </a:r>
            <a:endParaRPr lang="en-GB" sz="1200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图片 7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02850" y="509783"/>
            <a:ext cx="1432800" cy="305213"/>
          </a:xfrm>
          <a:prstGeom prst="rect">
            <a:avLst/>
          </a:prstGeom>
        </p:spPr>
      </p:pic>
      <p:sp>
        <p:nvSpPr>
          <p:cNvPr id="2" name="Rectangle 4"/>
          <p:cNvSpPr>
            <a:spLocks noChangeAspect="1"/>
          </p:cNvSpPr>
          <p:nvPr userDrawn="1"/>
        </p:nvSpPr>
        <p:spPr>
          <a:xfrm rot="10800000">
            <a:off x="408387" y="5835011"/>
            <a:ext cx="11783612" cy="278374"/>
          </a:xfrm>
          <a:prstGeom prst="rect">
            <a:avLst/>
          </a:prstGeom>
          <a:gradFill>
            <a:gsLst>
              <a:gs pos="0">
                <a:schemeClr val="bg1"/>
              </a:gs>
              <a:gs pos="92000">
                <a:srgbClr val="0042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Rectangle 4"/>
          <p:cNvSpPr>
            <a:spLocks noChangeAspect="1"/>
          </p:cNvSpPr>
          <p:nvPr userDrawn="1"/>
        </p:nvSpPr>
        <p:spPr>
          <a:xfrm rot="10800000">
            <a:off x="252940" y="5835011"/>
            <a:ext cx="278302" cy="278374"/>
          </a:xfrm>
          <a:prstGeom prst="rect">
            <a:avLst/>
          </a:prstGeom>
          <a:solidFill>
            <a:srgbClr val="FF4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Rectangle 4"/>
          <p:cNvSpPr>
            <a:spLocks noChangeAspect="1"/>
          </p:cNvSpPr>
          <p:nvPr userDrawn="1"/>
        </p:nvSpPr>
        <p:spPr>
          <a:xfrm>
            <a:off x="0" y="6242102"/>
            <a:ext cx="10535246" cy="278374"/>
          </a:xfrm>
          <a:prstGeom prst="rect">
            <a:avLst/>
          </a:prstGeom>
          <a:gradFill>
            <a:gsLst>
              <a:gs pos="0">
                <a:schemeClr val="bg1"/>
              </a:gs>
              <a:gs pos="92000">
                <a:srgbClr val="0042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Rectangle 4"/>
          <p:cNvSpPr>
            <a:spLocks noChangeAspect="1"/>
          </p:cNvSpPr>
          <p:nvPr userDrawn="1"/>
        </p:nvSpPr>
        <p:spPr>
          <a:xfrm>
            <a:off x="10535246" y="6248695"/>
            <a:ext cx="278302" cy="278374"/>
          </a:xfrm>
          <a:prstGeom prst="rect">
            <a:avLst/>
          </a:prstGeom>
          <a:solidFill>
            <a:srgbClr val="FF4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Rectangle 4"/>
          <p:cNvSpPr>
            <a:spLocks noChangeAspect="1"/>
          </p:cNvSpPr>
          <p:nvPr userDrawn="1"/>
        </p:nvSpPr>
        <p:spPr>
          <a:xfrm>
            <a:off x="0" y="1986558"/>
            <a:ext cx="3414489" cy="345162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0042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6" name="页脚占位符 9"/>
          <p:cNvSpPr txBox="1"/>
          <p:nvPr userDrawn="1"/>
        </p:nvSpPr>
        <p:spPr>
          <a:xfrm>
            <a:off x="658813" y="6235675"/>
            <a:ext cx="8719820" cy="294326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zh-CN" sz="1000" dirty="0">
                <a:solidFill>
                  <a:schemeClr val="bg1"/>
                </a:solidFill>
              </a:rPr>
              <a:t>www.ciicmc.com</a:t>
            </a:r>
            <a:endParaRPr lang="en-GB" sz="10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1992528" y="818566"/>
            <a:ext cx="3002745" cy="735756"/>
          </a:xfrm>
        </p:spPr>
        <p:txBody>
          <a:bodyPr vert="horz" wrap="none" lIns="91440" tIns="90000" rIns="91440" bIns="90000" rtlCol="0" anchor="ctr" anchorCtr="0">
            <a:spAutoFit/>
          </a:bodyPr>
          <a:lstStyle>
            <a:lvl1pPr marL="0" indent="0">
              <a:buNone/>
              <a:defRPr lang="en-US" altLang="zh-CN" sz="4000" b="1" kern="1200" spc="0" baseline="0" dirty="0">
                <a:solidFill>
                  <a:srgbClr val="E2ECFB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altLang="zh-CN" dirty="0"/>
              <a:t>CONTENTS</a:t>
            </a:r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658813" y="847760"/>
            <a:ext cx="1364476" cy="646331"/>
          </a:xfrm>
        </p:spPr>
        <p:txBody>
          <a:bodyPr wrap="none" anchor="ctr" anchorCtr="0">
            <a:sp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zh-CN" altLang="en-US" dirty="0"/>
              <a:t>目  录</a:t>
            </a: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4"/>
          <p:cNvSpPr>
            <a:spLocks noChangeAspect="1"/>
          </p:cNvSpPr>
          <p:nvPr userDrawn="1"/>
        </p:nvSpPr>
        <p:spPr>
          <a:xfrm rot="10800000">
            <a:off x="978408" y="6187681"/>
            <a:ext cx="11213592" cy="345162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78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Rectangle 4"/>
          <p:cNvSpPr>
            <a:spLocks noChangeAspect="1"/>
          </p:cNvSpPr>
          <p:nvPr userDrawn="1"/>
        </p:nvSpPr>
        <p:spPr>
          <a:xfrm rot="10800000">
            <a:off x="666631" y="6187681"/>
            <a:ext cx="345073" cy="345162"/>
          </a:xfrm>
          <a:prstGeom prst="rect">
            <a:avLst/>
          </a:prstGeom>
          <a:solidFill>
            <a:srgbClr val="FF4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3572256" y="1984108"/>
            <a:ext cx="4913376" cy="548257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74737" y="3747773"/>
            <a:ext cx="3917284" cy="3042747"/>
          </a:xfrm>
          <a:prstGeom prst="rect">
            <a:avLst/>
          </a:prstGeom>
        </p:spPr>
        <p:txBody>
          <a:bodyPr vert="horz" wrap="square" lIns="91440" tIns="72000" rIns="91440" bIns="45720" rtlCol="0" anchor="ctr" anchorCtr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19000" b="1">
                <a:ln w="19050">
                  <a:solidFill>
                    <a:schemeClr val="bg1"/>
                  </a:solidFill>
                </a:ln>
                <a:noFill/>
              </a:defRPr>
            </a:lvl1pPr>
          </a:lstStyle>
          <a:p>
            <a:pPr marL="228600" lvl="0" indent="-228600" defTabSz="91440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1" name="Rectangle 4"/>
          <p:cNvSpPr>
            <a:spLocks noChangeAspect="1"/>
          </p:cNvSpPr>
          <p:nvPr userDrawn="1"/>
        </p:nvSpPr>
        <p:spPr>
          <a:xfrm>
            <a:off x="0" y="1984108"/>
            <a:ext cx="2975763" cy="345162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Rectangle 4"/>
          <p:cNvSpPr>
            <a:spLocks noChangeAspect="1"/>
          </p:cNvSpPr>
          <p:nvPr userDrawn="1"/>
        </p:nvSpPr>
        <p:spPr>
          <a:xfrm>
            <a:off x="2975763" y="1984108"/>
            <a:ext cx="345073" cy="345162"/>
          </a:xfrm>
          <a:prstGeom prst="rect">
            <a:avLst/>
          </a:prstGeom>
          <a:solidFill>
            <a:srgbClr val="FF4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Speaker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572256" y="2695671"/>
            <a:ext cx="4913376" cy="1019253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lang="en-US" altLang="zh-CN" sz="1600" b="0" smtClean="0">
                <a:solidFill>
                  <a:schemeClr val="bg1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zh-CN" altLang="en-US" dirty="0"/>
              <a:t>单击此处添加章节内容概况</a:t>
            </a:r>
          </a:p>
          <a:p>
            <a:r>
              <a:rPr lang="zh-CN" altLang="en-US" dirty="0"/>
              <a:t>单击此处添加章节内容概况</a:t>
            </a:r>
          </a:p>
          <a:p>
            <a:r>
              <a:rPr lang="en-US" altLang="zh-CN" dirty="0"/>
              <a:t>……-16</a:t>
            </a:r>
            <a:r>
              <a:rPr lang="en-GB" altLang="zh-CN" dirty="0" err="1"/>
              <a:t>pt</a:t>
            </a:r>
            <a:endParaRPr lang="en-GB" altLang="zh-CN" dirty="0"/>
          </a:p>
        </p:txBody>
      </p:sp>
      <p:sp>
        <p:nvSpPr>
          <p:cNvPr id="14" name="Rectangle 4"/>
          <p:cNvSpPr>
            <a:spLocks noChangeAspect="1"/>
          </p:cNvSpPr>
          <p:nvPr userDrawn="1"/>
        </p:nvSpPr>
        <p:spPr>
          <a:xfrm>
            <a:off x="0" y="5672078"/>
            <a:ext cx="9409176" cy="345162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78000">
                <a:schemeClr val="bg1">
                  <a:alpha val="84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2850" y="509783"/>
            <a:ext cx="1431889" cy="313096"/>
          </a:xfrm>
          <a:prstGeom prst="rect">
            <a:avLst/>
          </a:prstGeom>
        </p:spPr>
      </p:pic>
      <p:sp>
        <p:nvSpPr>
          <p:cNvPr id="29" name="页脚占位符 9"/>
          <p:cNvSpPr txBox="1"/>
          <p:nvPr userDrawn="1"/>
        </p:nvSpPr>
        <p:spPr>
          <a:xfrm>
            <a:off x="1011705" y="6210960"/>
            <a:ext cx="8719820" cy="294326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zh-CN" sz="1000" dirty="0">
                <a:solidFill>
                  <a:schemeClr val="bg1"/>
                </a:solidFill>
              </a:rPr>
              <a:t>www.ciicmc.com</a:t>
            </a:r>
            <a:endParaRPr lang="en-GB" sz="1000" dirty="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8485632" y="5571300"/>
            <a:ext cx="721894" cy="486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2200" dirty="0">
                <a:solidFill>
                  <a:schemeClr val="bg1"/>
                </a:solidFill>
              </a:rPr>
              <a:t>Part</a:t>
            </a:r>
            <a:endParaRPr lang="zh-CN" altLang="en-US" sz="2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内页版式-基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1194812" y="6225703"/>
            <a:ext cx="240189" cy="240189"/>
          </a:xfrm>
          <a:prstGeom prst="rect">
            <a:avLst/>
          </a:prstGeom>
          <a:solidFill>
            <a:srgbClr val="FF4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" name="直接连接符 6"/>
          <p:cNvCxnSpPr/>
          <p:nvPr userDrawn="1"/>
        </p:nvCxnSpPr>
        <p:spPr>
          <a:xfrm>
            <a:off x="669924" y="6462082"/>
            <a:ext cx="10850563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83000">
                  <a:srgbClr val="0042FF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6"/>
          <p:cNvCxnSpPr/>
          <p:nvPr userDrawn="1"/>
        </p:nvCxnSpPr>
        <p:spPr>
          <a:xfrm>
            <a:off x="669924" y="1130300"/>
            <a:ext cx="10850563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83000">
                  <a:srgbClr val="0042FF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 userDrawn="1"/>
        </p:nvSpPr>
        <p:spPr>
          <a:xfrm>
            <a:off x="10594916" y="6469702"/>
            <a:ext cx="127184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" dirty="0">
                <a:latin typeface="+mn-lt"/>
                <a:ea typeface="Songti SC" panose="02010600040101010101" pitchFamily="2" charset="-122"/>
              </a:rPr>
              <a:t>www.ciicmc.com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TextBox 9"/>
          <p:cNvSpPr txBox="1">
            <a:spLocks noChangeArrowheads="1"/>
          </p:cNvSpPr>
          <p:nvPr userDrawn="1"/>
        </p:nvSpPr>
        <p:spPr bwMode="auto">
          <a:xfrm>
            <a:off x="11005343" y="6239714"/>
            <a:ext cx="61912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fld id="{1A5D4496-7636-4FA1-8168-39E97B70E802}" type="slidenum">
              <a:rPr lang="en-US" altLang="zh-CN" sz="900" smtClean="0">
                <a:solidFill>
                  <a:schemeClr val="bg1"/>
                </a:solidFill>
                <a:latin typeface="+mn-ea"/>
                <a:ea typeface="+mn-ea"/>
                <a:cs typeface="Tahoma" panose="020B0604030504040204" pitchFamily="34" charset="0"/>
              </a:rPr>
              <a:t>‹#›</a:t>
            </a:fld>
            <a:endParaRPr lang="zh-CN" altLang="en-US" sz="900" dirty="0">
              <a:solidFill>
                <a:schemeClr val="bg1"/>
              </a:solidFill>
              <a:latin typeface="+mn-ea"/>
              <a:ea typeface="+mn-ea"/>
              <a:cs typeface="Tahoma" panose="020B060403050404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1" y="-1"/>
            <a:ext cx="12192000" cy="1547425"/>
          </a:xfrm>
          <a:prstGeom prst="rect">
            <a:avLst/>
          </a:prstGeom>
          <a:solidFill>
            <a:srgbClr val="014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064"/>
          <a:stretch>
            <a:fillRect/>
          </a:stretch>
        </p:blipFill>
        <p:spPr>
          <a:xfrm>
            <a:off x="0" y="1444584"/>
            <a:ext cx="12192000" cy="541341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13" y="715604"/>
            <a:ext cx="1431889" cy="313096"/>
          </a:xfrm>
          <a:prstGeom prst="rect">
            <a:avLst/>
          </a:prstGeom>
        </p:spPr>
      </p:pic>
      <p:grpSp>
        <p:nvGrpSpPr>
          <p:cNvPr id="33" name="组合 32"/>
          <p:cNvGrpSpPr/>
          <p:nvPr userDrawn="1"/>
        </p:nvGrpSpPr>
        <p:grpSpPr>
          <a:xfrm>
            <a:off x="658813" y="4664026"/>
            <a:ext cx="1573262" cy="1573262"/>
            <a:chOff x="8163337" y="1676108"/>
            <a:chExt cx="2156775" cy="2156775"/>
          </a:xfrm>
        </p:grpSpPr>
        <p:pic>
          <p:nvPicPr>
            <p:cNvPr id="44" name="图片 43" descr="QR 代码&#10;&#10;描述已自动生成"/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3337" y="1676108"/>
              <a:ext cx="2156775" cy="2156775"/>
            </a:xfrm>
            <a:prstGeom prst="rect">
              <a:avLst/>
            </a:prstGeom>
            <a:ln w="19050">
              <a:noFill/>
            </a:ln>
          </p:spPr>
        </p:pic>
        <p:sp>
          <p:nvSpPr>
            <p:cNvPr id="45" name="矩形: 圆角 44"/>
            <p:cNvSpPr/>
            <p:nvPr userDrawn="1"/>
          </p:nvSpPr>
          <p:spPr>
            <a:xfrm>
              <a:off x="9009552" y="2522323"/>
              <a:ext cx="464343" cy="46434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6" name="组合 45"/>
            <p:cNvGrpSpPr/>
            <p:nvPr userDrawn="1"/>
          </p:nvGrpSpPr>
          <p:grpSpPr>
            <a:xfrm>
              <a:off x="9056077" y="2630509"/>
              <a:ext cx="371292" cy="247972"/>
              <a:chOff x="7823200" y="320494"/>
              <a:chExt cx="594166" cy="396819"/>
            </a:xfrm>
          </p:grpSpPr>
          <p:sp>
            <p:nvSpPr>
              <p:cNvPr id="47" name="Oval 12"/>
              <p:cNvSpPr>
                <a:spLocks noChangeArrowheads="1"/>
              </p:cNvSpPr>
              <p:nvPr/>
            </p:nvSpPr>
            <p:spPr bwMode="auto">
              <a:xfrm>
                <a:off x="8139381" y="320494"/>
                <a:ext cx="67905" cy="72149"/>
              </a:xfrm>
              <a:prstGeom prst="ellipse">
                <a:avLst/>
              </a:prstGeom>
              <a:solidFill>
                <a:srgbClr val="FF4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8" name="Oval 13"/>
              <p:cNvSpPr>
                <a:spLocks noChangeArrowheads="1"/>
              </p:cNvSpPr>
              <p:nvPr/>
            </p:nvSpPr>
            <p:spPr bwMode="auto">
              <a:xfrm>
                <a:off x="8041768" y="369301"/>
                <a:ext cx="65783" cy="67905"/>
              </a:xfrm>
              <a:prstGeom prst="ellipse">
                <a:avLst/>
              </a:prstGeom>
              <a:solidFill>
                <a:srgbClr val="0042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9" name="Rectangle 14"/>
              <p:cNvSpPr>
                <a:spLocks noChangeArrowheads="1"/>
              </p:cNvSpPr>
              <p:nvPr/>
            </p:nvSpPr>
            <p:spPr bwMode="auto">
              <a:xfrm>
                <a:off x="8143625" y="422351"/>
                <a:ext cx="63661" cy="250399"/>
              </a:xfrm>
              <a:prstGeom prst="rect">
                <a:avLst/>
              </a:prstGeom>
              <a:solidFill>
                <a:srgbClr val="0042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0" name="Rectangle 15"/>
              <p:cNvSpPr>
                <a:spLocks noChangeArrowheads="1"/>
              </p:cNvSpPr>
              <p:nvPr/>
            </p:nvSpPr>
            <p:spPr bwMode="auto">
              <a:xfrm>
                <a:off x="8043890" y="469036"/>
                <a:ext cx="63661" cy="248277"/>
              </a:xfrm>
              <a:prstGeom prst="rect">
                <a:avLst/>
              </a:prstGeom>
              <a:solidFill>
                <a:srgbClr val="0042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1" name="Freeform 16"/>
              <p:cNvSpPr/>
              <p:nvPr/>
            </p:nvSpPr>
            <p:spPr bwMode="auto">
              <a:xfrm>
                <a:off x="7823200" y="422351"/>
                <a:ext cx="184616" cy="250399"/>
              </a:xfrm>
              <a:custGeom>
                <a:avLst/>
                <a:gdLst>
                  <a:gd name="T0" fmla="*/ 48 w 50"/>
                  <a:gd name="T1" fmla="*/ 0 h 66"/>
                  <a:gd name="T2" fmla="*/ 42 w 50"/>
                  <a:gd name="T3" fmla="*/ 0 h 66"/>
                  <a:gd name="T4" fmla="*/ 34 w 50"/>
                  <a:gd name="T5" fmla="*/ 0 h 66"/>
                  <a:gd name="T6" fmla="*/ 0 w 50"/>
                  <a:gd name="T7" fmla="*/ 33 h 66"/>
                  <a:gd name="T8" fmla="*/ 34 w 50"/>
                  <a:gd name="T9" fmla="*/ 66 h 66"/>
                  <a:gd name="T10" fmla="*/ 42 w 50"/>
                  <a:gd name="T11" fmla="*/ 66 h 66"/>
                  <a:gd name="T12" fmla="*/ 42 w 50"/>
                  <a:gd name="T13" fmla="*/ 66 h 66"/>
                  <a:gd name="T14" fmla="*/ 50 w 50"/>
                  <a:gd name="T15" fmla="*/ 66 h 66"/>
                  <a:gd name="T16" fmla="*/ 50 w 50"/>
                  <a:gd name="T17" fmla="*/ 64 h 66"/>
                  <a:gd name="T18" fmla="*/ 50 w 50"/>
                  <a:gd name="T19" fmla="*/ 64 h 66"/>
                  <a:gd name="T20" fmla="*/ 50 w 50"/>
                  <a:gd name="T21" fmla="*/ 52 h 66"/>
                  <a:gd name="T22" fmla="*/ 50 w 50"/>
                  <a:gd name="T23" fmla="*/ 49 h 66"/>
                  <a:gd name="T24" fmla="*/ 48 w 50"/>
                  <a:gd name="T25" fmla="*/ 49 h 66"/>
                  <a:gd name="T26" fmla="*/ 48 w 50"/>
                  <a:gd name="T27" fmla="*/ 49 h 66"/>
                  <a:gd name="T28" fmla="*/ 34 w 50"/>
                  <a:gd name="T29" fmla="*/ 49 h 66"/>
                  <a:gd name="T30" fmla="*/ 17 w 50"/>
                  <a:gd name="T31" fmla="*/ 33 h 66"/>
                  <a:gd name="T32" fmla="*/ 34 w 50"/>
                  <a:gd name="T33" fmla="*/ 16 h 66"/>
                  <a:gd name="T34" fmla="*/ 42 w 50"/>
                  <a:gd name="T35" fmla="*/ 16 h 66"/>
                  <a:gd name="T36" fmla="*/ 48 w 50"/>
                  <a:gd name="T37" fmla="*/ 16 h 66"/>
                  <a:gd name="T38" fmla="*/ 50 w 50"/>
                  <a:gd name="T39" fmla="*/ 16 h 66"/>
                  <a:gd name="T40" fmla="*/ 50 w 50"/>
                  <a:gd name="T41" fmla="*/ 14 h 66"/>
                  <a:gd name="T42" fmla="*/ 50 w 50"/>
                  <a:gd name="T43" fmla="*/ 14 h 66"/>
                  <a:gd name="T44" fmla="*/ 50 w 50"/>
                  <a:gd name="T45" fmla="*/ 2 h 66"/>
                  <a:gd name="T46" fmla="*/ 50 w 50"/>
                  <a:gd name="T47" fmla="*/ 0 h 66"/>
                  <a:gd name="T48" fmla="*/ 48 w 50"/>
                  <a:gd name="T49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50" h="66">
                    <a:moveTo>
                      <a:pt x="48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15" y="0"/>
                      <a:pt x="0" y="14"/>
                      <a:pt x="0" y="33"/>
                    </a:cubicBezTo>
                    <a:cubicBezTo>
                      <a:pt x="0" y="51"/>
                      <a:pt x="15" y="66"/>
                      <a:pt x="34" y="66"/>
                    </a:cubicBezTo>
                    <a:cubicBezTo>
                      <a:pt x="42" y="66"/>
                      <a:pt x="42" y="66"/>
                      <a:pt x="42" y="66"/>
                    </a:cubicBezTo>
                    <a:cubicBezTo>
                      <a:pt x="42" y="66"/>
                      <a:pt x="42" y="66"/>
                      <a:pt x="42" y="66"/>
                    </a:cubicBezTo>
                    <a:cubicBezTo>
                      <a:pt x="50" y="66"/>
                      <a:pt x="50" y="66"/>
                      <a:pt x="50" y="66"/>
                    </a:cubicBezTo>
                    <a:cubicBezTo>
                      <a:pt x="50" y="64"/>
                      <a:pt x="50" y="64"/>
                      <a:pt x="50" y="64"/>
                    </a:cubicBezTo>
                    <a:cubicBezTo>
                      <a:pt x="50" y="64"/>
                      <a:pt x="50" y="64"/>
                      <a:pt x="50" y="64"/>
                    </a:cubicBezTo>
                    <a:cubicBezTo>
                      <a:pt x="50" y="52"/>
                      <a:pt x="50" y="52"/>
                      <a:pt x="50" y="52"/>
                    </a:cubicBezTo>
                    <a:cubicBezTo>
                      <a:pt x="50" y="49"/>
                      <a:pt x="50" y="49"/>
                      <a:pt x="50" y="49"/>
                    </a:cubicBezTo>
                    <a:cubicBezTo>
                      <a:pt x="48" y="49"/>
                      <a:pt x="48" y="49"/>
                      <a:pt x="48" y="49"/>
                    </a:cubicBezTo>
                    <a:cubicBezTo>
                      <a:pt x="48" y="49"/>
                      <a:pt x="48" y="49"/>
                      <a:pt x="48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25" y="49"/>
                      <a:pt x="17" y="42"/>
                      <a:pt x="17" y="33"/>
                    </a:cubicBezTo>
                    <a:cubicBezTo>
                      <a:pt x="17" y="24"/>
                      <a:pt x="25" y="16"/>
                      <a:pt x="34" y="16"/>
                    </a:cubicBezTo>
                    <a:cubicBezTo>
                      <a:pt x="42" y="16"/>
                      <a:pt x="42" y="16"/>
                      <a:pt x="42" y="16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14"/>
                      <a:pt x="50" y="14"/>
                      <a:pt x="50" y="14"/>
                    </a:cubicBezTo>
                    <a:cubicBezTo>
                      <a:pt x="50" y="14"/>
                      <a:pt x="50" y="14"/>
                      <a:pt x="50" y="14"/>
                    </a:cubicBezTo>
                    <a:cubicBezTo>
                      <a:pt x="50" y="2"/>
                      <a:pt x="50" y="2"/>
                      <a:pt x="50" y="2"/>
                    </a:cubicBezTo>
                    <a:cubicBezTo>
                      <a:pt x="50" y="0"/>
                      <a:pt x="50" y="0"/>
                      <a:pt x="50" y="0"/>
                    </a:cubicBez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0042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2" name="Freeform 17"/>
              <p:cNvSpPr/>
              <p:nvPr/>
            </p:nvSpPr>
            <p:spPr bwMode="auto">
              <a:xfrm>
                <a:off x="8232750" y="422351"/>
                <a:ext cx="184616" cy="250399"/>
              </a:xfrm>
              <a:custGeom>
                <a:avLst/>
                <a:gdLst>
                  <a:gd name="T0" fmla="*/ 47 w 50"/>
                  <a:gd name="T1" fmla="*/ 0 h 66"/>
                  <a:gd name="T2" fmla="*/ 41 w 50"/>
                  <a:gd name="T3" fmla="*/ 0 h 66"/>
                  <a:gd name="T4" fmla="*/ 33 w 50"/>
                  <a:gd name="T5" fmla="*/ 0 h 66"/>
                  <a:gd name="T6" fmla="*/ 0 w 50"/>
                  <a:gd name="T7" fmla="*/ 33 h 66"/>
                  <a:gd name="T8" fmla="*/ 33 w 50"/>
                  <a:gd name="T9" fmla="*/ 66 h 66"/>
                  <a:gd name="T10" fmla="*/ 41 w 50"/>
                  <a:gd name="T11" fmla="*/ 66 h 66"/>
                  <a:gd name="T12" fmla="*/ 41 w 50"/>
                  <a:gd name="T13" fmla="*/ 66 h 66"/>
                  <a:gd name="T14" fmla="*/ 50 w 50"/>
                  <a:gd name="T15" fmla="*/ 66 h 66"/>
                  <a:gd name="T16" fmla="*/ 50 w 50"/>
                  <a:gd name="T17" fmla="*/ 64 h 66"/>
                  <a:gd name="T18" fmla="*/ 50 w 50"/>
                  <a:gd name="T19" fmla="*/ 64 h 66"/>
                  <a:gd name="T20" fmla="*/ 50 w 50"/>
                  <a:gd name="T21" fmla="*/ 52 h 66"/>
                  <a:gd name="T22" fmla="*/ 50 w 50"/>
                  <a:gd name="T23" fmla="*/ 49 h 66"/>
                  <a:gd name="T24" fmla="*/ 47 w 50"/>
                  <a:gd name="T25" fmla="*/ 49 h 66"/>
                  <a:gd name="T26" fmla="*/ 47 w 50"/>
                  <a:gd name="T27" fmla="*/ 49 h 66"/>
                  <a:gd name="T28" fmla="*/ 33 w 50"/>
                  <a:gd name="T29" fmla="*/ 49 h 66"/>
                  <a:gd name="T30" fmla="*/ 17 w 50"/>
                  <a:gd name="T31" fmla="*/ 33 h 66"/>
                  <a:gd name="T32" fmla="*/ 33 w 50"/>
                  <a:gd name="T33" fmla="*/ 16 h 66"/>
                  <a:gd name="T34" fmla="*/ 41 w 50"/>
                  <a:gd name="T35" fmla="*/ 16 h 66"/>
                  <a:gd name="T36" fmla="*/ 47 w 50"/>
                  <a:gd name="T37" fmla="*/ 16 h 66"/>
                  <a:gd name="T38" fmla="*/ 50 w 50"/>
                  <a:gd name="T39" fmla="*/ 16 h 66"/>
                  <a:gd name="T40" fmla="*/ 50 w 50"/>
                  <a:gd name="T41" fmla="*/ 14 h 66"/>
                  <a:gd name="T42" fmla="*/ 50 w 50"/>
                  <a:gd name="T43" fmla="*/ 14 h 66"/>
                  <a:gd name="T44" fmla="*/ 50 w 50"/>
                  <a:gd name="T45" fmla="*/ 2 h 66"/>
                  <a:gd name="T46" fmla="*/ 50 w 50"/>
                  <a:gd name="T47" fmla="*/ 0 h 66"/>
                  <a:gd name="T48" fmla="*/ 47 w 50"/>
                  <a:gd name="T49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50" h="66">
                    <a:moveTo>
                      <a:pt x="47" y="0"/>
                    </a:moveTo>
                    <a:cubicBezTo>
                      <a:pt x="41" y="0"/>
                      <a:pt x="41" y="0"/>
                      <a:pt x="41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4"/>
                      <a:pt x="0" y="33"/>
                    </a:cubicBezTo>
                    <a:cubicBezTo>
                      <a:pt x="0" y="51"/>
                      <a:pt x="15" y="66"/>
                      <a:pt x="33" y="66"/>
                    </a:cubicBezTo>
                    <a:cubicBezTo>
                      <a:pt x="41" y="66"/>
                      <a:pt x="41" y="66"/>
                      <a:pt x="41" y="66"/>
                    </a:cubicBezTo>
                    <a:cubicBezTo>
                      <a:pt x="41" y="66"/>
                      <a:pt x="41" y="66"/>
                      <a:pt x="41" y="66"/>
                    </a:cubicBezTo>
                    <a:cubicBezTo>
                      <a:pt x="50" y="66"/>
                      <a:pt x="50" y="66"/>
                      <a:pt x="50" y="66"/>
                    </a:cubicBezTo>
                    <a:cubicBezTo>
                      <a:pt x="50" y="64"/>
                      <a:pt x="50" y="64"/>
                      <a:pt x="50" y="64"/>
                    </a:cubicBezTo>
                    <a:cubicBezTo>
                      <a:pt x="50" y="64"/>
                      <a:pt x="50" y="64"/>
                      <a:pt x="50" y="64"/>
                    </a:cubicBezTo>
                    <a:cubicBezTo>
                      <a:pt x="50" y="52"/>
                      <a:pt x="50" y="52"/>
                      <a:pt x="50" y="52"/>
                    </a:cubicBezTo>
                    <a:cubicBezTo>
                      <a:pt x="50" y="49"/>
                      <a:pt x="50" y="49"/>
                      <a:pt x="50" y="49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33" y="49"/>
                      <a:pt x="33" y="49"/>
                      <a:pt x="33" y="49"/>
                    </a:cubicBezTo>
                    <a:cubicBezTo>
                      <a:pt x="24" y="49"/>
                      <a:pt x="17" y="42"/>
                      <a:pt x="17" y="33"/>
                    </a:cubicBezTo>
                    <a:cubicBezTo>
                      <a:pt x="17" y="24"/>
                      <a:pt x="24" y="16"/>
                      <a:pt x="33" y="16"/>
                    </a:cubicBezTo>
                    <a:cubicBezTo>
                      <a:pt x="41" y="16"/>
                      <a:pt x="41" y="16"/>
                      <a:pt x="41" y="16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14"/>
                      <a:pt x="50" y="14"/>
                      <a:pt x="50" y="14"/>
                    </a:cubicBezTo>
                    <a:cubicBezTo>
                      <a:pt x="50" y="14"/>
                      <a:pt x="50" y="14"/>
                      <a:pt x="50" y="14"/>
                    </a:cubicBezTo>
                    <a:cubicBezTo>
                      <a:pt x="50" y="2"/>
                      <a:pt x="50" y="2"/>
                      <a:pt x="50" y="2"/>
                    </a:cubicBezTo>
                    <a:cubicBezTo>
                      <a:pt x="50" y="0"/>
                      <a:pt x="50" y="0"/>
                      <a:pt x="50" y="0"/>
                    </a:cubicBez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0042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</p:grpSp>
      </p:grpSp>
      <p:sp>
        <p:nvSpPr>
          <p:cNvPr id="34" name="文本框 33"/>
          <p:cNvSpPr txBox="1"/>
          <p:nvPr userDrawn="1"/>
        </p:nvSpPr>
        <p:spPr>
          <a:xfrm>
            <a:off x="7420873" y="2417933"/>
            <a:ext cx="24046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3200" b="1" i="1" dirty="0">
                <a:solidFill>
                  <a:schemeClr val="bg1"/>
                </a:solidFill>
              </a:rPr>
              <a:t>专业引领</a:t>
            </a:r>
          </a:p>
        </p:txBody>
      </p:sp>
      <p:sp>
        <p:nvSpPr>
          <p:cNvPr id="35" name="文本框 34"/>
          <p:cNvSpPr txBox="1"/>
          <p:nvPr userDrawn="1"/>
        </p:nvSpPr>
        <p:spPr>
          <a:xfrm>
            <a:off x="8471590" y="3163200"/>
            <a:ext cx="24046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3200" b="1" i="1" dirty="0">
                <a:solidFill>
                  <a:schemeClr val="bg1"/>
                </a:solidFill>
              </a:rPr>
              <a:t>创新驱动</a:t>
            </a:r>
          </a:p>
        </p:txBody>
      </p:sp>
      <p:grpSp>
        <p:nvGrpSpPr>
          <p:cNvPr id="36" name="组合 35"/>
          <p:cNvGrpSpPr/>
          <p:nvPr userDrawn="1"/>
        </p:nvGrpSpPr>
        <p:grpSpPr>
          <a:xfrm>
            <a:off x="2352232" y="5008858"/>
            <a:ext cx="4257416" cy="1187662"/>
            <a:chOff x="7856817" y="4321042"/>
            <a:chExt cx="4257416" cy="1187662"/>
          </a:xfrm>
        </p:grpSpPr>
        <p:sp>
          <p:nvSpPr>
            <p:cNvPr id="38" name="文本框 37"/>
            <p:cNvSpPr txBox="1"/>
            <p:nvPr userDrawn="1"/>
          </p:nvSpPr>
          <p:spPr>
            <a:xfrm>
              <a:off x="8018879" y="5262483"/>
              <a:ext cx="409535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000" b="1" dirty="0">
                  <a:solidFill>
                    <a:schemeClr val="bg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上海   北京   广州   深圳   成都   武汉   西安   青岛</a:t>
              </a:r>
            </a:p>
          </p:txBody>
        </p:sp>
        <p:sp>
          <p:nvSpPr>
            <p:cNvPr id="39" name="文本框 38"/>
            <p:cNvSpPr txBox="1"/>
            <p:nvPr userDrawn="1"/>
          </p:nvSpPr>
          <p:spPr>
            <a:xfrm>
              <a:off x="8012160" y="4321042"/>
              <a:ext cx="3053827" cy="8903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200" dirty="0">
                  <a:solidFill>
                    <a:schemeClr val="bg1"/>
                  </a:solidFill>
                  <a:latin typeface="+mn-ea"/>
                </a:rPr>
                <a:t>电话：</a:t>
              </a:r>
              <a:r>
                <a:rPr lang="en-US" altLang="zh-CN" sz="1200" dirty="0">
                  <a:solidFill>
                    <a:schemeClr val="bg1"/>
                  </a:solidFill>
                  <a:latin typeface="+mn-lt"/>
                </a:rPr>
                <a:t>400-8200-397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cs typeface="+mn-cs"/>
                </a:rPr>
                <a:t>邮箱：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+mn-cs"/>
                </a:rPr>
                <a:t>consulting@ciicmc.com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cs typeface="+mn-cs"/>
                </a:rPr>
                <a:t>网站：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+mn-cs"/>
                  <a:hlinkClick r:id="rId5"/>
                </a:rPr>
                <a:t>https://www.ciicmc.com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+mn-cs"/>
              </a:endParaRPr>
            </a:p>
          </p:txBody>
        </p:sp>
        <p:sp>
          <p:nvSpPr>
            <p:cNvPr id="40" name="任意多边形: 形状 39"/>
            <p:cNvSpPr>
              <a:spLocks noChangeAspect="1"/>
            </p:cNvSpPr>
            <p:nvPr userDrawn="1"/>
          </p:nvSpPr>
          <p:spPr>
            <a:xfrm>
              <a:off x="7870270" y="5275319"/>
              <a:ext cx="148609" cy="164264"/>
            </a:xfrm>
            <a:custGeom>
              <a:avLst/>
              <a:gdLst>
                <a:gd name="connsiteX0" fmla="*/ 1274975 w 1493107"/>
                <a:gd name="connsiteY0" fmla="*/ 1194696 h 1650397"/>
                <a:gd name="connsiteX1" fmla="*/ 1336575 w 1493107"/>
                <a:gd name="connsiteY1" fmla="*/ 1221295 h 1650397"/>
                <a:gd name="connsiteX2" fmla="*/ 1339243 w 1493107"/>
                <a:gd name="connsiteY2" fmla="*/ 1225486 h 1650397"/>
                <a:gd name="connsiteX3" fmla="*/ 1475768 w 1493107"/>
                <a:gd name="connsiteY3" fmla="*/ 1459389 h 1650397"/>
                <a:gd name="connsiteX4" fmla="*/ 1430109 w 1493107"/>
                <a:gd name="connsiteY4" fmla="*/ 1633093 h 1650397"/>
                <a:gd name="connsiteX5" fmla="*/ 1373850 w 1493107"/>
                <a:gd name="connsiteY5" fmla="*/ 1650174 h 1650397"/>
                <a:gd name="connsiteX6" fmla="*/ 1365373 w 1493107"/>
                <a:gd name="connsiteY6" fmla="*/ 1650397 h 1650397"/>
                <a:gd name="connsiteX7" fmla="*/ 126297 w 1493107"/>
                <a:gd name="connsiteY7" fmla="*/ 1643634 h 1650397"/>
                <a:gd name="connsiteX8" fmla="*/ 1 w 1493107"/>
                <a:gd name="connsiteY8" fmla="*/ 1515934 h 1650397"/>
                <a:gd name="connsiteX9" fmla="*/ 13458 w 1493107"/>
                <a:gd name="connsiteY9" fmla="*/ 1459738 h 1650397"/>
                <a:gd name="connsiteX10" fmla="*/ 17427 w 1493107"/>
                <a:gd name="connsiteY10" fmla="*/ 1452404 h 1650397"/>
                <a:gd name="connsiteX11" fmla="*/ 147538 w 1493107"/>
                <a:gd name="connsiteY11" fmla="*/ 1230535 h 1650397"/>
                <a:gd name="connsiteX12" fmla="*/ 234369 w 1493107"/>
                <a:gd name="connsiteY12" fmla="*/ 1207624 h 1650397"/>
                <a:gd name="connsiteX13" fmla="*/ 259457 w 1493107"/>
                <a:gd name="connsiteY13" fmla="*/ 1290383 h 1650397"/>
                <a:gd name="connsiteX14" fmla="*/ 257107 w 1493107"/>
                <a:gd name="connsiteY14" fmla="*/ 1294765 h 1650397"/>
                <a:gd name="connsiteX15" fmla="*/ 126996 w 1493107"/>
                <a:gd name="connsiteY15" fmla="*/ 1516634 h 1650397"/>
                <a:gd name="connsiteX16" fmla="*/ 1366071 w 1493107"/>
                <a:gd name="connsiteY16" fmla="*/ 1523397 h 1650397"/>
                <a:gd name="connsiteX17" fmla="*/ 1229546 w 1493107"/>
                <a:gd name="connsiteY17" fmla="*/ 1289494 h 1650397"/>
                <a:gd name="connsiteX18" fmla="*/ 1252406 w 1493107"/>
                <a:gd name="connsiteY18" fmla="*/ 1202658 h 1650397"/>
                <a:gd name="connsiteX19" fmla="*/ 1274975 w 1493107"/>
                <a:gd name="connsiteY19" fmla="*/ 1194696 h 1650397"/>
                <a:gd name="connsiteX20" fmla="*/ 746756 w 1493107"/>
                <a:gd name="connsiteY20" fmla="*/ 453834 h 1650397"/>
                <a:gd name="connsiteX21" fmla="*/ 619692 w 1493107"/>
                <a:gd name="connsiteY21" fmla="*/ 580834 h 1650397"/>
                <a:gd name="connsiteX22" fmla="*/ 746692 w 1493107"/>
                <a:gd name="connsiteY22" fmla="*/ 707898 h 1650397"/>
                <a:gd name="connsiteX23" fmla="*/ 873756 w 1493107"/>
                <a:gd name="connsiteY23" fmla="*/ 580898 h 1650397"/>
                <a:gd name="connsiteX24" fmla="*/ 746756 w 1493107"/>
                <a:gd name="connsiteY24" fmla="*/ 453834 h 1650397"/>
                <a:gd name="connsiteX25" fmla="*/ 746756 w 1493107"/>
                <a:gd name="connsiteY25" fmla="*/ 326834 h 1650397"/>
                <a:gd name="connsiteX26" fmla="*/ 1000819 w 1493107"/>
                <a:gd name="connsiteY26" fmla="*/ 580834 h 1650397"/>
                <a:gd name="connsiteX27" fmla="*/ 746819 w 1493107"/>
                <a:gd name="connsiteY27" fmla="*/ 834898 h 1650397"/>
                <a:gd name="connsiteX28" fmla="*/ 492756 w 1493107"/>
                <a:gd name="connsiteY28" fmla="*/ 580898 h 1650397"/>
                <a:gd name="connsiteX29" fmla="*/ 746756 w 1493107"/>
                <a:gd name="connsiteY29" fmla="*/ 326834 h 1650397"/>
                <a:gd name="connsiteX30" fmla="*/ 746279 w 1493107"/>
                <a:gd name="connsiteY30" fmla="*/ 127000 h 1650397"/>
                <a:gd name="connsiteX31" fmla="*/ 287682 w 1493107"/>
                <a:gd name="connsiteY31" fmla="*/ 569436 h 1650397"/>
                <a:gd name="connsiteX32" fmla="*/ 368264 w 1493107"/>
                <a:gd name="connsiteY32" fmla="*/ 820166 h 1650397"/>
                <a:gd name="connsiteX33" fmla="*/ 370105 w 1493107"/>
                <a:gd name="connsiteY33" fmla="*/ 822865 h 1650397"/>
                <a:gd name="connsiteX34" fmla="*/ 373693 w 1493107"/>
                <a:gd name="connsiteY34" fmla="*/ 828802 h 1650397"/>
                <a:gd name="connsiteX35" fmla="*/ 746120 w 1493107"/>
                <a:gd name="connsiteY35" fmla="*/ 1261936 h 1650397"/>
                <a:gd name="connsiteX36" fmla="*/ 1116325 w 1493107"/>
                <a:gd name="connsiteY36" fmla="*/ 828866 h 1650397"/>
                <a:gd name="connsiteX37" fmla="*/ 1121818 w 1493107"/>
                <a:gd name="connsiteY37" fmla="*/ 820166 h 1650397"/>
                <a:gd name="connsiteX38" fmla="*/ 1203638 w 1493107"/>
                <a:gd name="connsiteY38" fmla="*/ 569436 h 1650397"/>
                <a:gd name="connsiteX39" fmla="*/ 746279 w 1493107"/>
                <a:gd name="connsiteY39" fmla="*/ 127000 h 1650397"/>
                <a:gd name="connsiteX40" fmla="*/ 746279 w 1493107"/>
                <a:gd name="connsiteY40" fmla="*/ 0 h 1650397"/>
                <a:gd name="connsiteX41" fmla="*/ 1330638 w 1493107"/>
                <a:gd name="connsiteY41" fmla="*/ 570198 h 1650397"/>
                <a:gd name="connsiteX42" fmla="*/ 1226784 w 1493107"/>
                <a:gd name="connsiteY42" fmla="*/ 891635 h 1650397"/>
                <a:gd name="connsiteX43" fmla="*/ 1223386 w 1493107"/>
                <a:gd name="connsiteY43" fmla="*/ 897223 h 1650397"/>
                <a:gd name="connsiteX44" fmla="*/ 1220529 w 1493107"/>
                <a:gd name="connsiteY44" fmla="*/ 901605 h 1650397"/>
                <a:gd name="connsiteX45" fmla="*/ 1210591 w 1493107"/>
                <a:gd name="connsiteY45" fmla="*/ 913924 h 1650397"/>
                <a:gd name="connsiteX46" fmla="*/ 1213036 w 1493107"/>
                <a:gd name="connsiteY46" fmla="*/ 911225 h 1650397"/>
                <a:gd name="connsiteX47" fmla="*/ 842672 w 1493107"/>
                <a:gd name="connsiteY47" fmla="*/ 1344422 h 1650397"/>
                <a:gd name="connsiteX48" fmla="*/ 828955 w 1493107"/>
                <a:gd name="connsiteY48" fmla="*/ 1358184 h 1650397"/>
                <a:gd name="connsiteX49" fmla="*/ 649854 w 1493107"/>
                <a:gd name="connsiteY49" fmla="*/ 1344740 h 1650397"/>
                <a:gd name="connsiteX50" fmla="*/ 277459 w 1493107"/>
                <a:gd name="connsiteY50" fmla="*/ 911606 h 1650397"/>
                <a:gd name="connsiteX51" fmla="*/ 275998 w 1493107"/>
                <a:gd name="connsiteY51" fmla="*/ 910019 h 1650397"/>
                <a:gd name="connsiteX52" fmla="*/ 269585 w 1493107"/>
                <a:gd name="connsiteY52" fmla="*/ 901636 h 1650397"/>
                <a:gd name="connsiteX53" fmla="*/ 266664 w 1493107"/>
                <a:gd name="connsiteY53" fmla="*/ 897192 h 1650397"/>
                <a:gd name="connsiteX54" fmla="*/ 263108 w 1493107"/>
                <a:gd name="connsiteY54" fmla="*/ 891286 h 1650397"/>
                <a:gd name="connsiteX55" fmla="*/ 256980 w 1493107"/>
                <a:gd name="connsiteY55" fmla="*/ 882555 h 1650397"/>
                <a:gd name="connsiteX56" fmla="*/ 160682 w 1493107"/>
                <a:gd name="connsiteY56" fmla="*/ 569151 h 1650397"/>
                <a:gd name="connsiteX57" fmla="*/ 746279 w 1493107"/>
                <a:gd name="connsiteY57" fmla="*/ 0 h 1650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1493107" h="1650397">
                  <a:moveTo>
                    <a:pt x="1274975" y="1194696"/>
                  </a:moveTo>
                  <a:cubicBezTo>
                    <a:pt x="1298244" y="1191209"/>
                    <a:pt x="1322404" y="1200878"/>
                    <a:pt x="1336575" y="1221295"/>
                  </a:cubicBezTo>
                  <a:lnTo>
                    <a:pt x="1339243" y="1225486"/>
                  </a:lnTo>
                  <a:lnTo>
                    <a:pt x="1475768" y="1459389"/>
                  </a:lnTo>
                  <a:cubicBezTo>
                    <a:pt x="1511127" y="1519964"/>
                    <a:pt x="1490685" y="1597734"/>
                    <a:pt x="1430109" y="1633093"/>
                  </a:cubicBezTo>
                  <a:cubicBezTo>
                    <a:pt x="1412951" y="1643109"/>
                    <a:pt x="1393681" y="1648960"/>
                    <a:pt x="1373850" y="1650174"/>
                  </a:cubicBezTo>
                  <a:lnTo>
                    <a:pt x="1365373" y="1650397"/>
                  </a:lnTo>
                  <a:lnTo>
                    <a:pt x="126297" y="1643634"/>
                  </a:lnTo>
                  <a:cubicBezTo>
                    <a:pt x="56158" y="1643246"/>
                    <a:pt x="-387" y="1586073"/>
                    <a:pt x="1" y="1515934"/>
                  </a:cubicBezTo>
                  <a:cubicBezTo>
                    <a:pt x="109" y="1496417"/>
                    <a:pt x="4714" y="1477187"/>
                    <a:pt x="13458" y="1459738"/>
                  </a:cubicBezTo>
                  <a:lnTo>
                    <a:pt x="17427" y="1452404"/>
                  </a:lnTo>
                  <a:lnTo>
                    <a:pt x="147538" y="1230535"/>
                  </a:lnTo>
                  <a:cubicBezTo>
                    <a:pt x="165189" y="1200230"/>
                    <a:pt x="204065" y="1189973"/>
                    <a:pt x="234369" y="1207624"/>
                  </a:cubicBezTo>
                  <a:cubicBezTo>
                    <a:pt x="263126" y="1224374"/>
                    <a:pt x="274073" y="1260485"/>
                    <a:pt x="259457" y="1290383"/>
                  </a:cubicBezTo>
                  <a:lnTo>
                    <a:pt x="257107" y="1294765"/>
                  </a:lnTo>
                  <a:lnTo>
                    <a:pt x="126996" y="1516634"/>
                  </a:lnTo>
                  <a:lnTo>
                    <a:pt x="1366071" y="1523397"/>
                  </a:lnTo>
                  <a:lnTo>
                    <a:pt x="1229546" y="1289494"/>
                  </a:lnTo>
                  <a:cubicBezTo>
                    <a:pt x="1211883" y="1259202"/>
                    <a:pt x="1222117" y="1220327"/>
                    <a:pt x="1252406" y="1202658"/>
                  </a:cubicBezTo>
                  <a:cubicBezTo>
                    <a:pt x="1259562" y="1198483"/>
                    <a:pt x="1267219" y="1195859"/>
                    <a:pt x="1274975" y="1194696"/>
                  </a:cubicBezTo>
                  <a:close/>
                  <a:moveTo>
                    <a:pt x="746756" y="453834"/>
                  </a:moveTo>
                  <a:cubicBezTo>
                    <a:pt x="676598" y="453816"/>
                    <a:pt x="619710" y="510676"/>
                    <a:pt x="619692" y="580834"/>
                  </a:cubicBezTo>
                  <a:cubicBezTo>
                    <a:pt x="619675" y="650992"/>
                    <a:pt x="676535" y="707880"/>
                    <a:pt x="746692" y="707898"/>
                  </a:cubicBezTo>
                  <a:cubicBezTo>
                    <a:pt x="816850" y="707915"/>
                    <a:pt x="873739" y="651055"/>
                    <a:pt x="873756" y="580898"/>
                  </a:cubicBezTo>
                  <a:cubicBezTo>
                    <a:pt x="873774" y="510740"/>
                    <a:pt x="816914" y="453852"/>
                    <a:pt x="746756" y="453834"/>
                  </a:cubicBezTo>
                  <a:close/>
                  <a:moveTo>
                    <a:pt x="746756" y="326834"/>
                  </a:moveTo>
                  <a:cubicBezTo>
                    <a:pt x="887054" y="326817"/>
                    <a:pt x="1000802" y="440536"/>
                    <a:pt x="1000819" y="580834"/>
                  </a:cubicBezTo>
                  <a:cubicBezTo>
                    <a:pt x="1000837" y="721132"/>
                    <a:pt x="887117" y="834880"/>
                    <a:pt x="746819" y="834898"/>
                  </a:cubicBezTo>
                  <a:cubicBezTo>
                    <a:pt x="606522" y="834915"/>
                    <a:pt x="492774" y="721195"/>
                    <a:pt x="492756" y="580898"/>
                  </a:cubicBezTo>
                  <a:cubicBezTo>
                    <a:pt x="492738" y="440600"/>
                    <a:pt x="606458" y="326852"/>
                    <a:pt x="746756" y="326834"/>
                  </a:cubicBezTo>
                  <a:close/>
                  <a:moveTo>
                    <a:pt x="746279" y="127000"/>
                  </a:moveTo>
                  <a:cubicBezTo>
                    <a:pt x="492660" y="127000"/>
                    <a:pt x="288793" y="324803"/>
                    <a:pt x="287682" y="569436"/>
                  </a:cubicBezTo>
                  <a:cubicBezTo>
                    <a:pt x="287543" y="659402"/>
                    <a:pt x="315737" y="747127"/>
                    <a:pt x="368264" y="820166"/>
                  </a:cubicBezTo>
                  <a:lnTo>
                    <a:pt x="370105" y="822865"/>
                  </a:lnTo>
                  <a:lnTo>
                    <a:pt x="373693" y="828802"/>
                  </a:lnTo>
                  <a:lnTo>
                    <a:pt x="746120" y="1261936"/>
                  </a:lnTo>
                  <a:lnTo>
                    <a:pt x="1116325" y="828866"/>
                  </a:lnTo>
                  <a:lnTo>
                    <a:pt x="1121818" y="820166"/>
                  </a:lnTo>
                  <a:cubicBezTo>
                    <a:pt x="1174208" y="746983"/>
                    <a:pt x="1202777" y="659435"/>
                    <a:pt x="1203638" y="569436"/>
                  </a:cubicBezTo>
                  <a:cubicBezTo>
                    <a:pt x="1203638" y="325311"/>
                    <a:pt x="999231" y="127000"/>
                    <a:pt x="746279" y="127000"/>
                  </a:cubicBezTo>
                  <a:close/>
                  <a:moveTo>
                    <a:pt x="746279" y="0"/>
                  </a:moveTo>
                  <a:cubicBezTo>
                    <a:pt x="1068541" y="0"/>
                    <a:pt x="1330638" y="254286"/>
                    <a:pt x="1330638" y="570198"/>
                  </a:cubicBezTo>
                  <a:cubicBezTo>
                    <a:pt x="1329273" y="688054"/>
                    <a:pt x="1292443" y="799878"/>
                    <a:pt x="1226784" y="891635"/>
                  </a:cubicBezTo>
                  <a:cubicBezTo>
                    <a:pt x="1226847" y="891508"/>
                    <a:pt x="1224561" y="895382"/>
                    <a:pt x="1223386" y="897223"/>
                  </a:cubicBezTo>
                  <a:lnTo>
                    <a:pt x="1220529" y="901605"/>
                  </a:lnTo>
                  <a:cubicBezTo>
                    <a:pt x="1217570" y="905984"/>
                    <a:pt x="1214245" y="910105"/>
                    <a:pt x="1210591" y="913924"/>
                  </a:cubicBezTo>
                  <a:lnTo>
                    <a:pt x="1213036" y="911225"/>
                  </a:lnTo>
                  <a:lnTo>
                    <a:pt x="842672" y="1344422"/>
                  </a:lnTo>
                  <a:cubicBezTo>
                    <a:pt x="838458" y="1349353"/>
                    <a:pt x="833872" y="1353954"/>
                    <a:pt x="828955" y="1358184"/>
                  </a:cubicBezTo>
                  <a:cubicBezTo>
                    <a:pt x="775786" y="1403929"/>
                    <a:pt x="695599" y="1397910"/>
                    <a:pt x="649854" y="1344740"/>
                  </a:cubicBezTo>
                  <a:lnTo>
                    <a:pt x="277459" y="911606"/>
                  </a:lnTo>
                  <a:lnTo>
                    <a:pt x="275998" y="910019"/>
                  </a:lnTo>
                  <a:cubicBezTo>
                    <a:pt x="273649" y="907288"/>
                    <a:pt x="271553" y="904526"/>
                    <a:pt x="269585" y="901636"/>
                  </a:cubicBezTo>
                  <a:lnTo>
                    <a:pt x="266664" y="897192"/>
                  </a:lnTo>
                  <a:lnTo>
                    <a:pt x="263108" y="891286"/>
                  </a:lnTo>
                  <a:lnTo>
                    <a:pt x="256980" y="882555"/>
                  </a:lnTo>
                  <a:cubicBezTo>
                    <a:pt x="194401" y="790353"/>
                    <a:pt x="160682" y="682466"/>
                    <a:pt x="160682" y="569151"/>
                  </a:cubicBezTo>
                  <a:cubicBezTo>
                    <a:pt x="162079" y="253587"/>
                    <a:pt x="423477" y="0"/>
                    <a:pt x="746279" y="0"/>
                  </a:cubicBezTo>
                  <a:close/>
                </a:path>
              </a:pathLst>
            </a:custGeom>
            <a:solidFill>
              <a:schemeClr val="accent4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任意多边形: 形状 40"/>
            <p:cNvSpPr>
              <a:spLocks noChangeAspect="1"/>
            </p:cNvSpPr>
            <p:nvPr userDrawn="1"/>
          </p:nvSpPr>
          <p:spPr>
            <a:xfrm>
              <a:off x="7856817" y="5003831"/>
              <a:ext cx="143695" cy="144000"/>
            </a:xfrm>
            <a:custGeom>
              <a:avLst/>
              <a:gdLst>
                <a:gd name="connsiteX0" fmla="*/ 244344 w 1900047"/>
                <a:gd name="connsiteY0" fmla="*/ 1297037 h 1904070"/>
                <a:gd name="connsiteX1" fmla="*/ 152443 w 1900047"/>
                <a:gd name="connsiteY1" fmla="*/ 1687897 h 1904070"/>
                <a:gd name="connsiteX2" fmla="*/ 343501 w 1900047"/>
                <a:gd name="connsiteY2" fmla="*/ 1827609 h 1904070"/>
                <a:gd name="connsiteX3" fmla="*/ 611950 w 1900047"/>
                <a:gd name="connsiteY3" fmla="*/ 1741847 h 1904070"/>
                <a:gd name="connsiteX4" fmla="*/ 244344 w 1900047"/>
                <a:gd name="connsiteY4" fmla="*/ 1297037 h 1904070"/>
                <a:gd name="connsiteX5" fmla="*/ 1075921 w 1900047"/>
                <a:gd name="connsiteY5" fmla="*/ 651681 h 1904070"/>
                <a:gd name="connsiteX6" fmla="*/ 899746 w 1900047"/>
                <a:gd name="connsiteY6" fmla="*/ 711212 h 1904070"/>
                <a:gd name="connsiteX7" fmla="*/ 861609 w 1900047"/>
                <a:gd name="connsiteY7" fmla="*/ 750837 h 1904070"/>
                <a:gd name="connsiteX8" fmla="*/ 1274607 w 1900047"/>
                <a:gd name="connsiteY8" fmla="*/ 750837 h 1904070"/>
                <a:gd name="connsiteX9" fmla="*/ 1235911 w 1900047"/>
                <a:gd name="connsiteY9" fmla="*/ 705817 h 1904070"/>
                <a:gd name="connsiteX10" fmla="*/ 1075921 w 1900047"/>
                <a:gd name="connsiteY10" fmla="*/ 651681 h 1904070"/>
                <a:gd name="connsiteX11" fmla="*/ 1075921 w 1900047"/>
                <a:gd name="connsiteY11" fmla="*/ 532618 h 1904070"/>
                <a:gd name="connsiteX12" fmla="*/ 1428458 w 1900047"/>
                <a:gd name="connsiteY12" fmla="*/ 869900 h 1904070"/>
                <a:gd name="connsiteX13" fmla="*/ 699758 w 1900047"/>
                <a:gd name="connsiteY13" fmla="*/ 869900 h 1904070"/>
                <a:gd name="connsiteX14" fmla="*/ 1075921 w 1900047"/>
                <a:gd name="connsiteY14" fmla="*/ 532618 h 1904070"/>
                <a:gd name="connsiteX15" fmla="*/ 1184380 w 1900047"/>
                <a:gd name="connsiteY15" fmla="*/ 247613 h 1904070"/>
                <a:gd name="connsiteX16" fmla="*/ 954440 w 1900047"/>
                <a:gd name="connsiteY16" fmla="*/ 377093 h 1904070"/>
                <a:gd name="connsiteX17" fmla="*/ 725803 w 1900047"/>
                <a:gd name="connsiteY17" fmla="*/ 532991 h 1904070"/>
                <a:gd name="connsiteX18" fmla="*/ 725803 w 1900047"/>
                <a:gd name="connsiteY18" fmla="*/ 533363 h 1904070"/>
                <a:gd name="connsiteX19" fmla="*/ 695107 w 1900047"/>
                <a:gd name="connsiteY19" fmla="*/ 559408 h 1904070"/>
                <a:gd name="connsiteX20" fmla="*/ 407683 w 1900047"/>
                <a:gd name="connsiteY20" fmla="*/ 890178 h 1904070"/>
                <a:gd name="connsiteX21" fmla="*/ 283225 w 1900047"/>
                <a:gd name="connsiteY21" fmla="*/ 1100584 h 1904070"/>
                <a:gd name="connsiteX22" fmla="*/ 352245 w 1900047"/>
                <a:gd name="connsiteY22" fmla="*/ 1246250 h 1904070"/>
                <a:gd name="connsiteX23" fmla="*/ 489910 w 1900047"/>
                <a:gd name="connsiteY23" fmla="*/ 1479166 h 1904070"/>
                <a:gd name="connsiteX24" fmla="*/ 670179 w 1900047"/>
                <a:gd name="connsiteY24" fmla="*/ 1638040 h 1904070"/>
                <a:gd name="connsiteX25" fmla="*/ 734361 w 1900047"/>
                <a:gd name="connsiteY25" fmla="*/ 1673944 h 1904070"/>
                <a:gd name="connsiteX26" fmla="*/ 975276 w 1900047"/>
                <a:gd name="connsiteY26" fmla="*/ 1737754 h 1904070"/>
                <a:gd name="connsiteX27" fmla="*/ 1047458 w 1900047"/>
                <a:gd name="connsiteY27" fmla="*/ 1740359 h 1904070"/>
                <a:gd name="connsiteX28" fmla="*/ 1299908 w 1900047"/>
                <a:gd name="connsiteY28" fmla="*/ 1701664 h 1904070"/>
                <a:gd name="connsiteX29" fmla="*/ 1497849 w 1900047"/>
                <a:gd name="connsiteY29" fmla="*/ 1597484 h 1904070"/>
                <a:gd name="connsiteX30" fmla="*/ 1671978 w 1900047"/>
                <a:gd name="connsiteY30" fmla="*/ 1402705 h 1904070"/>
                <a:gd name="connsiteX31" fmla="*/ 1457665 w 1900047"/>
                <a:gd name="connsiteY31" fmla="*/ 1402705 h 1904070"/>
                <a:gd name="connsiteX32" fmla="*/ 1058992 w 1900047"/>
                <a:gd name="connsiteY32" fmla="*/ 1600833 h 1904070"/>
                <a:gd name="connsiteX33" fmla="*/ 998531 w 1900047"/>
                <a:gd name="connsiteY33" fmla="*/ 1597298 h 1904070"/>
                <a:gd name="connsiteX34" fmla="*/ 571766 w 1900047"/>
                <a:gd name="connsiteY34" fmla="*/ 1116025 h 1904070"/>
                <a:gd name="connsiteX35" fmla="*/ 563766 w 1900047"/>
                <a:gd name="connsiteY35" fmla="*/ 991009 h 1904070"/>
                <a:gd name="connsiteX36" fmla="*/ 688968 w 1900047"/>
                <a:gd name="connsiteY36" fmla="*/ 989335 h 1904070"/>
                <a:gd name="connsiteX37" fmla="*/ 877794 w 1900047"/>
                <a:gd name="connsiteY37" fmla="*/ 988219 h 1904070"/>
                <a:gd name="connsiteX38" fmla="*/ 1142150 w 1900047"/>
                <a:gd name="connsiteY38" fmla="*/ 989149 h 1904070"/>
                <a:gd name="connsiteX39" fmla="*/ 1418040 w 1900047"/>
                <a:gd name="connsiteY39" fmla="*/ 990265 h 1904070"/>
                <a:gd name="connsiteX40" fmla="*/ 1780809 w 1900047"/>
                <a:gd name="connsiteY40" fmla="*/ 986172 h 1904070"/>
                <a:gd name="connsiteX41" fmla="*/ 1699697 w 1900047"/>
                <a:gd name="connsiteY41" fmla="*/ 635682 h 1904070"/>
                <a:gd name="connsiteX42" fmla="*/ 1679791 w 1900047"/>
                <a:gd name="connsiteY42" fmla="*/ 595685 h 1904070"/>
                <a:gd name="connsiteX43" fmla="*/ 1677373 w 1900047"/>
                <a:gd name="connsiteY43" fmla="*/ 592522 h 1904070"/>
                <a:gd name="connsiteX44" fmla="*/ 1519801 w 1900047"/>
                <a:gd name="connsiteY44" fmla="*/ 421184 h 1904070"/>
                <a:gd name="connsiteX45" fmla="*/ 1322232 w 1900047"/>
                <a:gd name="connsiteY45" fmla="*/ 302679 h 1904070"/>
                <a:gd name="connsiteX46" fmla="*/ 1609284 w 1900047"/>
                <a:gd name="connsiteY46" fmla="*/ 126318 h 1904070"/>
                <a:gd name="connsiteX47" fmla="*/ 1366508 w 1900047"/>
                <a:gd name="connsiteY47" fmla="*/ 192174 h 1904070"/>
                <a:gd name="connsiteX48" fmla="*/ 1773553 w 1900047"/>
                <a:gd name="connsiteY48" fmla="*/ 522201 h 1904070"/>
                <a:gd name="connsiteX49" fmla="*/ 1826201 w 1900047"/>
                <a:gd name="connsiteY49" fmla="*/ 306772 h 1904070"/>
                <a:gd name="connsiteX50" fmla="*/ 1609284 w 1900047"/>
                <a:gd name="connsiteY50" fmla="*/ 126318 h 1904070"/>
                <a:gd name="connsiteX51" fmla="*/ 1580449 w 1900047"/>
                <a:gd name="connsiteY51" fmla="*/ 0 h 1904070"/>
                <a:gd name="connsiteX52" fmla="*/ 1780250 w 1900047"/>
                <a:gd name="connsiteY52" fmla="*/ 57299 h 1904070"/>
                <a:gd name="connsiteX53" fmla="*/ 1806481 w 1900047"/>
                <a:gd name="connsiteY53" fmla="*/ 582848 h 1904070"/>
                <a:gd name="connsiteX54" fmla="*/ 1891872 w 1900047"/>
                <a:gd name="connsiteY54" fmla="*/ 1101700 h 1904070"/>
                <a:gd name="connsiteX55" fmla="*/ 1418226 w 1900047"/>
                <a:gd name="connsiteY55" fmla="*/ 1109514 h 1904070"/>
                <a:gd name="connsiteX56" fmla="*/ 878166 w 1900047"/>
                <a:gd name="connsiteY56" fmla="*/ 1107281 h 1904070"/>
                <a:gd name="connsiteX57" fmla="*/ 690828 w 1900047"/>
                <a:gd name="connsiteY57" fmla="*/ 1108398 h 1904070"/>
                <a:gd name="connsiteX58" fmla="*/ 1012483 w 1900047"/>
                <a:gd name="connsiteY58" fmla="*/ 1478793 h 1904070"/>
                <a:gd name="connsiteX59" fmla="*/ 1059178 w 1900047"/>
                <a:gd name="connsiteY59" fmla="*/ 1481584 h 1904070"/>
                <a:gd name="connsiteX60" fmla="*/ 1399622 w 1900047"/>
                <a:gd name="connsiteY60" fmla="*/ 1283457 h 1904070"/>
                <a:gd name="connsiteX61" fmla="*/ 1858943 w 1900047"/>
                <a:gd name="connsiteY61" fmla="*/ 1283457 h 1904070"/>
                <a:gd name="connsiteX62" fmla="*/ 1047272 w 1900047"/>
                <a:gd name="connsiteY62" fmla="*/ 1859235 h 1904070"/>
                <a:gd name="connsiteX63" fmla="*/ 966347 w 1900047"/>
                <a:gd name="connsiteY63" fmla="*/ 1856259 h 1904070"/>
                <a:gd name="connsiteX64" fmla="*/ 683945 w 1900047"/>
                <a:gd name="connsiteY64" fmla="*/ 1782031 h 1904070"/>
                <a:gd name="connsiteX65" fmla="*/ 268343 w 1900047"/>
                <a:gd name="connsiteY65" fmla="*/ 1904070 h 1904070"/>
                <a:gd name="connsiteX66" fmla="*/ 53844 w 1900047"/>
                <a:gd name="connsiteY66" fmla="*/ 1815703 h 1904070"/>
                <a:gd name="connsiteX67" fmla="*/ 73564 w 1900047"/>
                <a:gd name="connsiteY67" fmla="*/ 1283643 h 1904070"/>
                <a:gd name="connsiteX68" fmla="*/ 571952 w 1900047"/>
                <a:gd name="connsiteY68" fmla="*/ 509736 h 1904070"/>
                <a:gd name="connsiteX69" fmla="*/ 618647 w 1900047"/>
                <a:gd name="connsiteY69" fmla="*/ 468251 h 1904070"/>
                <a:gd name="connsiteX70" fmla="*/ 621623 w 1900047"/>
                <a:gd name="connsiteY70" fmla="*/ 462855 h 1904070"/>
                <a:gd name="connsiteX71" fmla="*/ 625158 w 1900047"/>
                <a:gd name="connsiteY71" fmla="*/ 454856 h 1904070"/>
                <a:gd name="connsiteX72" fmla="*/ 211602 w 1900047"/>
                <a:gd name="connsiteY72" fmla="*/ 805160 h 1904070"/>
                <a:gd name="connsiteX73" fmla="*/ 986066 w 1900047"/>
                <a:gd name="connsiteY73" fmla="*/ 138224 h 1904070"/>
                <a:gd name="connsiteX74" fmla="*/ 1091176 w 1900047"/>
                <a:gd name="connsiteY74" fmla="*/ 131527 h 1904070"/>
                <a:gd name="connsiteX75" fmla="*/ 1189589 w 1900047"/>
                <a:gd name="connsiteY75" fmla="*/ 90971 h 1904070"/>
                <a:gd name="connsiteX76" fmla="*/ 1580449 w 1900047"/>
                <a:gd name="connsiteY76" fmla="*/ 0 h 190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1900047" h="1904070">
                  <a:moveTo>
                    <a:pt x="244344" y="1297037"/>
                  </a:moveTo>
                  <a:cubicBezTo>
                    <a:pt x="203974" y="1396938"/>
                    <a:pt x="128258" y="1550789"/>
                    <a:pt x="152443" y="1687897"/>
                  </a:cubicBezTo>
                  <a:cubicBezTo>
                    <a:pt x="170488" y="1790588"/>
                    <a:pt x="250855" y="1827609"/>
                    <a:pt x="343501" y="1827609"/>
                  </a:cubicBezTo>
                  <a:cubicBezTo>
                    <a:pt x="438007" y="1827609"/>
                    <a:pt x="545349" y="1788914"/>
                    <a:pt x="611950" y="1741847"/>
                  </a:cubicBezTo>
                  <a:cubicBezTo>
                    <a:pt x="439123" y="1645109"/>
                    <a:pt x="331409" y="1481770"/>
                    <a:pt x="244344" y="1297037"/>
                  </a:cubicBezTo>
                  <a:close/>
                  <a:moveTo>
                    <a:pt x="1075921" y="651681"/>
                  </a:moveTo>
                  <a:cubicBezTo>
                    <a:pt x="1010623" y="651681"/>
                    <a:pt x="946441" y="673261"/>
                    <a:pt x="899746" y="711212"/>
                  </a:cubicBezTo>
                  <a:cubicBezTo>
                    <a:pt x="885049" y="723118"/>
                    <a:pt x="872399" y="736327"/>
                    <a:pt x="861609" y="750837"/>
                  </a:cubicBezTo>
                  <a:lnTo>
                    <a:pt x="1274607" y="750837"/>
                  </a:lnTo>
                  <a:cubicBezTo>
                    <a:pt x="1264003" y="733908"/>
                    <a:pt x="1251166" y="718839"/>
                    <a:pt x="1235911" y="705817"/>
                  </a:cubicBezTo>
                  <a:cubicBezTo>
                    <a:pt x="1194798" y="670842"/>
                    <a:pt x="1138057" y="651681"/>
                    <a:pt x="1075921" y="651681"/>
                  </a:cubicBezTo>
                  <a:close/>
                  <a:moveTo>
                    <a:pt x="1075921" y="532618"/>
                  </a:moveTo>
                  <a:cubicBezTo>
                    <a:pt x="1248934" y="532618"/>
                    <a:pt x="1418226" y="640518"/>
                    <a:pt x="1428458" y="869900"/>
                  </a:cubicBezTo>
                  <a:lnTo>
                    <a:pt x="699758" y="869900"/>
                  </a:lnTo>
                  <a:cubicBezTo>
                    <a:pt x="711478" y="650006"/>
                    <a:pt x="895653" y="532618"/>
                    <a:pt x="1075921" y="532618"/>
                  </a:cubicBezTo>
                  <a:close/>
                  <a:moveTo>
                    <a:pt x="1184380" y="247613"/>
                  </a:moveTo>
                  <a:cubicBezTo>
                    <a:pt x="1106059" y="287424"/>
                    <a:pt x="1028854" y="330957"/>
                    <a:pt x="954440" y="377093"/>
                  </a:cubicBezTo>
                  <a:cubicBezTo>
                    <a:pt x="876306" y="425462"/>
                    <a:pt x="799659" y="477738"/>
                    <a:pt x="725803" y="532991"/>
                  </a:cubicBezTo>
                  <a:lnTo>
                    <a:pt x="725803" y="533363"/>
                  </a:lnTo>
                  <a:lnTo>
                    <a:pt x="695107" y="559408"/>
                  </a:lnTo>
                  <a:cubicBezTo>
                    <a:pt x="597253" y="642007"/>
                    <a:pt x="497910" y="756419"/>
                    <a:pt x="407683" y="890178"/>
                  </a:cubicBezTo>
                  <a:cubicBezTo>
                    <a:pt x="361918" y="958267"/>
                    <a:pt x="320060" y="1028960"/>
                    <a:pt x="283225" y="1100584"/>
                  </a:cubicBezTo>
                  <a:lnTo>
                    <a:pt x="352245" y="1246250"/>
                  </a:lnTo>
                  <a:cubicBezTo>
                    <a:pt x="398009" y="1343546"/>
                    <a:pt x="441727" y="1417588"/>
                    <a:pt x="489910" y="1479166"/>
                  </a:cubicBezTo>
                  <a:cubicBezTo>
                    <a:pt x="544047" y="1548557"/>
                    <a:pt x="603020" y="1600461"/>
                    <a:pt x="670179" y="1638040"/>
                  </a:cubicBezTo>
                  <a:lnTo>
                    <a:pt x="734361" y="1673944"/>
                  </a:lnTo>
                  <a:cubicBezTo>
                    <a:pt x="815286" y="1704826"/>
                    <a:pt x="886165" y="1731057"/>
                    <a:pt x="975276" y="1737754"/>
                  </a:cubicBezTo>
                  <a:cubicBezTo>
                    <a:pt x="999647" y="1739429"/>
                    <a:pt x="1023831" y="1740359"/>
                    <a:pt x="1047458" y="1740359"/>
                  </a:cubicBezTo>
                  <a:cubicBezTo>
                    <a:pt x="1137313" y="1740359"/>
                    <a:pt x="1222331" y="1727337"/>
                    <a:pt x="1299908" y="1701664"/>
                  </a:cubicBezTo>
                  <a:cubicBezTo>
                    <a:pt x="1372089" y="1677665"/>
                    <a:pt x="1438690" y="1642691"/>
                    <a:pt x="1497849" y="1597484"/>
                  </a:cubicBezTo>
                  <a:cubicBezTo>
                    <a:pt x="1566310" y="1545208"/>
                    <a:pt x="1625097" y="1479352"/>
                    <a:pt x="1671978" y="1402705"/>
                  </a:cubicBezTo>
                  <a:lnTo>
                    <a:pt x="1457665" y="1402705"/>
                  </a:lnTo>
                  <a:cubicBezTo>
                    <a:pt x="1347347" y="1532558"/>
                    <a:pt x="1210611" y="1600833"/>
                    <a:pt x="1058992" y="1600833"/>
                  </a:cubicBezTo>
                  <a:cubicBezTo>
                    <a:pt x="1039086" y="1600833"/>
                    <a:pt x="1018808" y="1599716"/>
                    <a:pt x="998531" y="1597298"/>
                  </a:cubicBezTo>
                  <a:cubicBezTo>
                    <a:pt x="759661" y="1569579"/>
                    <a:pt x="588137" y="1376102"/>
                    <a:pt x="571766" y="1116025"/>
                  </a:cubicBezTo>
                  <a:lnTo>
                    <a:pt x="563766" y="991009"/>
                  </a:lnTo>
                  <a:lnTo>
                    <a:pt x="688968" y="989335"/>
                  </a:lnTo>
                  <a:cubicBezTo>
                    <a:pt x="745151" y="988591"/>
                    <a:pt x="806914" y="988219"/>
                    <a:pt x="877794" y="988219"/>
                  </a:cubicBezTo>
                  <a:cubicBezTo>
                    <a:pt x="963928" y="988219"/>
                    <a:pt x="1054527" y="988591"/>
                    <a:pt x="1142150" y="989149"/>
                  </a:cubicBezTo>
                  <a:cubicBezTo>
                    <a:pt x="1232749" y="989707"/>
                    <a:pt x="1326139" y="990265"/>
                    <a:pt x="1418040" y="990265"/>
                  </a:cubicBezTo>
                  <a:cubicBezTo>
                    <a:pt x="1559055" y="990265"/>
                    <a:pt x="1677001" y="988963"/>
                    <a:pt x="1780809" y="986172"/>
                  </a:cubicBezTo>
                  <a:cubicBezTo>
                    <a:pt x="1781553" y="827670"/>
                    <a:pt x="1732811" y="702283"/>
                    <a:pt x="1699697" y="635682"/>
                  </a:cubicBezTo>
                  <a:lnTo>
                    <a:pt x="1679791" y="595685"/>
                  </a:lnTo>
                  <a:lnTo>
                    <a:pt x="1677373" y="592522"/>
                  </a:lnTo>
                  <a:cubicBezTo>
                    <a:pt x="1626771" y="523689"/>
                    <a:pt x="1575240" y="467692"/>
                    <a:pt x="1519801" y="421184"/>
                  </a:cubicBezTo>
                  <a:cubicBezTo>
                    <a:pt x="1458968" y="370210"/>
                    <a:pt x="1394227" y="331515"/>
                    <a:pt x="1322232" y="302679"/>
                  </a:cubicBezTo>
                  <a:close/>
                  <a:moveTo>
                    <a:pt x="1609284" y="126318"/>
                  </a:moveTo>
                  <a:cubicBezTo>
                    <a:pt x="1525196" y="126318"/>
                    <a:pt x="1433295" y="152921"/>
                    <a:pt x="1366508" y="192174"/>
                  </a:cubicBezTo>
                  <a:cubicBezTo>
                    <a:pt x="1541567" y="261938"/>
                    <a:pt x="1669187" y="380256"/>
                    <a:pt x="1773553" y="522201"/>
                  </a:cubicBezTo>
                  <a:cubicBezTo>
                    <a:pt x="1796435" y="450205"/>
                    <a:pt x="1828620" y="390488"/>
                    <a:pt x="1826201" y="306772"/>
                  </a:cubicBezTo>
                  <a:cubicBezTo>
                    <a:pt x="1822480" y="174873"/>
                    <a:pt x="1722952" y="126318"/>
                    <a:pt x="1609284" y="126318"/>
                  </a:cubicBezTo>
                  <a:close/>
                  <a:moveTo>
                    <a:pt x="1580449" y="0"/>
                  </a:moveTo>
                  <a:cubicBezTo>
                    <a:pt x="1656351" y="0"/>
                    <a:pt x="1727416" y="15441"/>
                    <a:pt x="1780250" y="57299"/>
                  </a:cubicBezTo>
                  <a:cubicBezTo>
                    <a:pt x="1912521" y="162037"/>
                    <a:pt x="1888151" y="416719"/>
                    <a:pt x="1806481" y="582848"/>
                  </a:cubicBezTo>
                  <a:cubicBezTo>
                    <a:pt x="1871780" y="714189"/>
                    <a:pt x="1919963" y="897062"/>
                    <a:pt x="1891872" y="1101700"/>
                  </a:cubicBezTo>
                  <a:cubicBezTo>
                    <a:pt x="1740997" y="1107839"/>
                    <a:pt x="1580263" y="1109514"/>
                    <a:pt x="1418226" y="1109514"/>
                  </a:cubicBezTo>
                  <a:cubicBezTo>
                    <a:pt x="1235912" y="1109514"/>
                    <a:pt x="1051923" y="1107467"/>
                    <a:pt x="878166" y="1107281"/>
                  </a:cubicBezTo>
                  <a:cubicBezTo>
                    <a:pt x="814170" y="1107281"/>
                    <a:pt x="751476" y="1107653"/>
                    <a:pt x="690828" y="1108398"/>
                  </a:cubicBezTo>
                  <a:cubicBezTo>
                    <a:pt x="703293" y="1305967"/>
                    <a:pt x="827750" y="1457399"/>
                    <a:pt x="1012483" y="1478793"/>
                  </a:cubicBezTo>
                  <a:cubicBezTo>
                    <a:pt x="1028482" y="1480654"/>
                    <a:pt x="1044109" y="1481584"/>
                    <a:pt x="1059178" y="1481584"/>
                  </a:cubicBezTo>
                  <a:cubicBezTo>
                    <a:pt x="1214704" y="1481584"/>
                    <a:pt x="1324836" y="1387822"/>
                    <a:pt x="1399622" y="1283457"/>
                  </a:cubicBezTo>
                  <a:lnTo>
                    <a:pt x="1858943" y="1283457"/>
                  </a:lnTo>
                  <a:cubicBezTo>
                    <a:pt x="1746578" y="1605297"/>
                    <a:pt x="1471060" y="1859235"/>
                    <a:pt x="1047272" y="1859235"/>
                  </a:cubicBezTo>
                  <a:cubicBezTo>
                    <a:pt x="1020855" y="1859235"/>
                    <a:pt x="993880" y="1858305"/>
                    <a:pt x="966347" y="1856259"/>
                  </a:cubicBezTo>
                  <a:cubicBezTo>
                    <a:pt x="859376" y="1848259"/>
                    <a:pt x="776219" y="1817191"/>
                    <a:pt x="683945" y="1782031"/>
                  </a:cubicBezTo>
                  <a:cubicBezTo>
                    <a:pt x="586835" y="1834865"/>
                    <a:pt x="415682" y="1904070"/>
                    <a:pt x="268343" y="1904070"/>
                  </a:cubicBezTo>
                  <a:cubicBezTo>
                    <a:pt x="182022" y="1904070"/>
                    <a:pt x="103888" y="1880443"/>
                    <a:pt x="53844" y="1815703"/>
                  </a:cubicBezTo>
                  <a:cubicBezTo>
                    <a:pt x="-49033" y="1682874"/>
                    <a:pt x="17195" y="1441214"/>
                    <a:pt x="73564" y="1283643"/>
                  </a:cubicBezTo>
                  <a:cubicBezTo>
                    <a:pt x="179604" y="987661"/>
                    <a:pt x="374197" y="694283"/>
                    <a:pt x="571952" y="509736"/>
                  </a:cubicBezTo>
                  <a:cubicBezTo>
                    <a:pt x="587579" y="495226"/>
                    <a:pt x="603020" y="481459"/>
                    <a:pt x="618647" y="468251"/>
                  </a:cubicBezTo>
                  <a:cubicBezTo>
                    <a:pt x="619205" y="466018"/>
                    <a:pt x="620321" y="464344"/>
                    <a:pt x="621623" y="462855"/>
                  </a:cubicBezTo>
                  <a:cubicBezTo>
                    <a:pt x="623298" y="460809"/>
                    <a:pt x="625158" y="458763"/>
                    <a:pt x="625158" y="454856"/>
                  </a:cubicBezTo>
                  <a:cubicBezTo>
                    <a:pt x="456796" y="540432"/>
                    <a:pt x="343501" y="682377"/>
                    <a:pt x="211602" y="805160"/>
                  </a:cubicBezTo>
                  <a:cubicBezTo>
                    <a:pt x="319130" y="437741"/>
                    <a:pt x="555023" y="175617"/>
                    <a:pt x="986066" y="138224"/>
                  </a:cubicBezTo>
                  <a:cubicBezTo>
                    <a:pt x="1015646" y="135620"/>
                    <a:pt x="1057318" y="137852"/>
                    <a:pt x="1091176" y="131527"/>
                  </a:cubicBezTo>
                  <a:cubicBezTo>
                    <a:pt x="1120384" y="125946"/>
                    <a:pt x="1155916" y="104924"/>
                    <a:pt x="1189589" y="90971"/>
                  </a:cubicBezTo>
                  <a:cubicBezTo>
                    <a:pt x="1278514" y="54508"/>
                    <a:pt x="1438132" y="0"/>
                    <a:pt x="1580449" y="0"/>
                  </a:cubicBezTo>
                  <a:close/>
                </a:path>
              </a:pathLst>
            </a:custGeom>
            <a:solidFill>
              <a:schemeClr val="accent4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图形 10"/>
            <p:cNvSpPr>
              <a:spLocks noChangeAspect="1"/>
            </p:cNvSpPr>
            <p:nvPr userDrawn="1"/>
          </p:nvSpPr>
          <p:spPr>
            <a:xfrm>
              <a:off x="7861797" y="4453453"/>
              <a:ext cx="143644" cy="144000"/>
            </a:xfrm>
            <a:custGeom>
              <a:avLst/>
              <a:gdLst>
                <a:gd name="connsiteX0" fmla="*/ 249486 w 1772714"/>
                <a:gd name="connsiteY0" fmla="*/ 122826 h 1777102"/>
                <a:gd name="connsiteX1" fmla="*/ 602777 w 1772714"/>
                <a:gd name="connsiteY1" fmla="*/ 183656 h 1777102"/>
                <a:gd name="connsiteX2" fmla="*/ 766780 w 1772714"/>
                <a:gd name="connsiteY2" fmla="*/ 404506 h 1777102"/>
                <a:gd name="connsiteX3" fmla="*/ 752190 w 1772714"/>
                <a:gd name="connsiteY3" fmla="*/ 717359 h 1777102"/>
                <a:gd name="connsiteX4" fmla="*/ 724827 w 1772714"/>
                <a:gd name="connsiteY4" fmla="*/ 747796 h 1777102"/>
                <a:gd name="connsiteX5" fmla="*/ 720021 w 1772714"/>
                <a:gd name="connsiteY5" fmla="*/ 799188 h 1777102"/>
                <a:gd name="connsiteX6" fmla="*/ 820424 w 1772714"/>
                <a:gd name="connsiteY6" fmla="*/ 926780 h 1777102"/>
                <a:gd name="connsiteX7" fmla="*/ 998801 w 1772714"/>
                <a:gd name="connsiteY7" fmla="*/ 1067317 h 1777102"/>
                <a:gd name="connsiteX8" fmla="*/ 1053916 w 1772714"/>
                <a:gd name="connsiteY8" fmla="*/ 1062121 h 1777102"/>
                <a:gd name="connsiteX9" fmla="*/ 1170164 w 1772714"/>
                <a:gd name="connsiteY9" fmla="*/ 976656 h 1777102"/>
                <a:gd name="connsiteX10" fmla="*/ 1615328 w 1772714"/>
                <a:gd name="connsiteY10" fmla="*/ 1191921 h 1777102"/>
                <a:gd name="connsiteX11" fmla="*/ 1641738 w 1772714"/>
                <a:gd name="connsiteY11" fmla="*/ 1215993 h 1777102"/>
                <a:gd name="connsiteX12" fmla="*/ 1659489 w 1772714"/>
                <a:gd name="connsiteY12" fmla="*/ 1580931 h 1777102"/>
                <a:gd name="connsiteX13" fmla="*/ 1648362 w 1772714"/>
                <a:gd name="connsiteY13" fmla="*/ 1593226 h 1777102"/>
                <a:gd name="connsiteX14" fmla="*/ 1496958 w 1772714"/>
                <a:gd name="connsiteY14" fmla="*/ 1720342 h 1777102"/>
                <a:gd name="connsiteX15" fmla="*/ 1271562 w 1772714"/>
                <a:gd name="connsiteY15" fmla="*/ 1777016 h 1777102"/>
                <a:gd name="connsiteX16" fmla="*/ 1244286 w 1772714"/>
                <a:gd name="connsiteY16" fmla="*/ 1777102 h 1777102"/>
                <a:gd name="connsiteX17" fmla="*/ 436956 w 1772714"/>
                <a:gd name="connsiteY17" fmla="*/ 1302714 h 1777102"/>
                <a:gd name="connsiteX18" fmla="*/ 2096 w 1772714"/>
                <a:gd name="connsiteY18" fmla="*/ 534306 h 1777102"/>
                <a:gd name="connsiteX19" fmla="*/ 158046 w 1772714"/>
                <a:gd name="connsiteY19" fmla="*/ 184089 h 1777102"/>
                <a:gd name="connsiteX20" fmla="*/ 463712 w 1772714"/>
                <a:gd name="connsiteY20" fmla="*/ 286916 h 1777102"/>
                <a:gd name="connsiteX21" fmla="*/ 345949 w 1772714"/>
                <a:gd name="connsiteY21" fmla="*/ 266654 h 1777102"/>
                <a:gd name="connsiteX22" fmla="*/ 254162 w 1772714"/>
                <a:gd name="connsiteY22" fmla="*/ 328133 h 1777102"/>
                <a:gd name="connsiteX23" fmla="*/ 174239 w 1772714"/>
                <a:gd name="connsiteY23" fmla="*/ 515126 h 1777102"/>
                <a:gd name="connsiteX24" fmla="*/ 530820 w 1772714"/>
                <a:gd name="connsiteY24" fmla="*/ 1150227 h 1777102"/>
                <a:gd name="connsiteX25" fmla="*/ 561733 w 1772714"/>
                <a:gd name="connsiteY25" fmla="*/ 1182612 h 1777102"/>
                <a:gd name="connsiteX26" fmla="*/ 1244373 w 1772714"/>
                <a:gd name="connsiteY26" fmla="*/ 1603920 h 1777102"/>
                <a:gd name="connsiteX27" fmla="*/ 1393396 w 1772714"/>
                <a:gd name="connsiteY27" fmla="*/ 1578852 h 1777102"/>
                <a:gd name="connsiteX28" fmla="*/ 1417078 w 1772714"/>
                <a:gd name="connsiteY28" fmla="*/ 1566730 h 1777102"/>
                <a:gd name="connsiteX29" fmla="*/ 1502370 w 1772714"/>
                <a:gd name="connsiteY29" fmla="*/ 1495725 h 1777102"/>
                <a:gd name="connsiteX30" fmla="*/ 1520338 w 1772714"/>
                <a:gd name="connsiteY30" fmla="*/ 1476589 h 1777102"/>
                <a:gd name="connsiteX31" fmla="*/ 1530729 w 1772714"/>
                <a:gd name="connsiteY31" fmla="*/ 1465115 h 1777102"/>
                <a:gd name="connsiteX32" fmla="*/ 1524667 w 1772714"/>
                <a:gd name="connsiteY32" fmla="*/ 1343585 h 1777102"/>
                <a:gd name="connsiteX33" fmla="*/ 1298838 w 1772714"/>
                <a:gd name="connsiteY33" fmla="*/ 1163173 h 1777102"/>
                <a:gd name="connsiteX34" fmla="*/ 1241385 w 1772714"/>
                <a:gd name="connsiteY34" fmla="*/ 1135594 h 1777102"/>
                <a:gd name="connsiteX35" fmla="*/ 1240693 w 1772714"/>
                <a:gd name="connsiteY35" fmla="*/ 1135420 h 1777102"/>
                <a:gd name="connsiteX36" fmla="*/ 1236623 w 1772714"/>
                <a:gd name="connsiteY36" fmla="*/ 1137715 h 1777102"/>
                <a:gd name="connsiteX37" fmla="*/ 1187785 w 1772714"/>
                <a:gd name="connsiteY37" fmla="*/ 1173650 h 1777102"/>
                <a:gd name="connsiteX38" fmla="*/ 1169125 w 1772714"/>
                <a:gd name="connsiteY38" fmla="*/ 1191488 h 1777102"/>
                <a:gd name="connsiteX39" fmla="*/ 901213 w 1772714"/>
                <a:gd name="connsiteY39" fmla="*/ 1210365 h 1777102"/>
                <a:gd name="connsiteX40" fmla="*/ 699456 w 1772714"/>
                <a:gd name="connsiteY40" fmla="*/ 1050778 h 1777102"/>
                <a:gd name="connsiteX41" fmla="*/ 571908 w 1772714"/>
                <a:gd name="connsiteY41" fmla="*/ 888983 h 1777102"/>
                <a:gd name="connsiteX42" fmla="*/ 596023 w 1772714"/>
                <a:gd name="connsiteY42" fmla="*/ 632067 h 1777102"/>
                <a:gd name="connsiteX43" fmla="*/ 623386 w 1772714"/>
                <a:gd name="connsiteY43" fmla="*/ 601631 h 1777102"/>
                <a:gd name="connsiteX44" fmla="*/ 627759 w 1772714"/>
                <a:gd name="connsiteY44" fmla="*/ 507766 h 1777102"/>
                <a:gd name="connsiteX45" fmla="*/ 1099030 w 1772714"/>
                <a:gd name="connsiteY45" fmla="*/ 385889 h 1777102"/>
                <a:gd name="connsiteX46" fmla="*/ 1418247 w 1772714"/>
                <a:gd name="connsiteY46" fmla="*/ 724330 h 1777102"/>
                <a:gd name="connsiteX47" fmla="*/ 1348260 w 1772714"/>
                <a:gd name="connsiteY47" fmla="*/ 824840 h 1777102"/>
                <a:gd name="connsiteX48" fmla="*/ 1247750 w 1772714"/>
                <a:gd name="connsiteY48" fmla="*/ 754853 h 1777102"/>
                <a:gd name="connsiteX49" fmla="*/ 1065909 w 1772714"/>
                <a:gd name="connsiteY49" fmla="*/ 555867 h 1777102"/>
                <a:gd name="connsiteX50" fmla="*/ 998396 w 1772714"/>
                <a:gd name="connsiteY50" fmla="*/ 453701 h 1777102"/>
                <a:gd name="connsiteX51" fmla="*/ 1099030 w 1772714"/>
                <a:gd name="connsiteY51" fmla="*/ 385889 h 1777102"/>
                <a:gd name="connsiteX52" fmla="*/ 1105697 w 1772714"/>
                <a:gd name="connsiteY52" fmla="*/ 1339 h 1777102"/>
                <a:gd name="connsiteX53" fmla="*/ 1771062 w 1772714"/>
                <a:gd name="connsiteY53" fmla="*/ 686490 h 1777102"/>
                <a:gd name="connsiteX54" fmla="*/ 1702850 w 1772714"/>
                <a:gd name="connsiteY54" fmla="*/ 788212 h 1777102"/>
                <a:gd name="connsiteX55" fmla="*/ 1601127 w 1772714"/>
                <a:gd name="connsiteY55" fmla="*/ 720000 h 1777102"/>
                <a:gd name="connsiteX56" fmla="*/ 1075520 w 1772714"/>
                <a:gd name="connsiteY56" fmla="*/ 171880 h 1777102"/>
                <a:gd name="connsiteX57" fmla="*/ 1005338 w 1772714"/>
                <a:gd name="connsiteY57" fmla="*/ 71521 h 1777102"/>
                <a:gd name="connsiteX58" fmla="*/ 1105697 w 1772714"/>
                <a:gd name="connsiteY58" fmla="*/ 1339 h 1777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1772714" h="1777102">
                  <a:moveTo>
                    <a:pt x="249486" y="122826"/>
                  </a:moveTo>
                  <a:cubicBezTo>
                    <a:pt x="364614" y="45577"/>
                    <a:pt x="520115" y="72351"/>
                    <a:pt x="602777" y="183656"/>
                  </a:cubicBezTo>
                  <a:lnTo>
                    <a:pt x="766780" y="404506"/>
                  </a:lnTo>
                  <a:cubicBezTo>
                    <a:pt x="836950" y="498986"/>
                    <a:pt x="830849" y="629821"/>
                    <a:pt x="752190" y="717359"/>
                  </a:cubicBezTo>
                  <a:lnTo>
                    <a:pt x="724827" y="747796"/>
                  </a:lnTo>
                  <a:cubicBezTo>
                    <a:pt x="712073" y="761995"/>
                    <a:pt x="710121" y="782871"/>
                    <a:pt x="720021" y="799188"/>
                  </a:cubicBezTo>
                  <a:cubicBezTo>
                    <a:pt x="747949" y="845800"/>
                    <a:pt x="781687" y="888673"/>
                    <a:pt x="820424" y="926780"/>
                  </a:cubicBezTo>
                  <a:cubicBezTo>
                    <a:pt x="862637" y="967997"/>
                    <a:pt x="922211" y="1015016"/>
                    <a:pt x="998801" y="1067317"/>
                  </a:cubicBezTo>
                  <a:cubicBezTo>
                    <a:pt x="1016025" y="1079091"/>
                    <a:pt x="1039196" y="1076906"/>
                    <a:pt x="1053916" y="1062121"/>
                  </a:cubicBezTo>
                  <a:cubicBezTo>
                    <a:pt x="1087996" y="1027774"/>
                    <a:pt x="1127215" y="998940"/>
                    <a:pt x="1170164" y="976656"/>
                  </a:cubicBezTo>
                  <a:cubicBezTo>
                    <a:pt x="1270610" y="924571"/>
                    <a:pt x="1402661" y="1000165"/>
                    <a:pt x="1615328" y="1191921"/>
                  </a:cubicBezTo>
                  <a:lnTo>
                    <a:pt x="1641738" y="1215993"/>
                  </a:lnTo>
                  <a:cubicBezTo>
                    <a:pt x="1746587" y="1312256"/>
                    <a:pt x="1754500" y="1474947"/>
                    <a:pt x="1659489" y="1580931"/>
                  </a:cubicBezTo>
                  <a:lnTo>
                    <a:pt x="1648362" y="1593226"/>
                  </a:lnTo>
                  <a:cubicBezTo>
                    <a:pt x="1592425" y="1654230"/>
                    <a:pt x="1542895" y="1696443"/>
                    <a:pt x="1496958" y="1720342"/>
                  </a:cubicBezTo>
                  <a:cubicBezTo>
                    <a:pt x="1406557" y="1767318"/>
                    <a:pt x="1374605" y="1776020"/>
                    <a:pt x="1271562" y="1777016"/>
                  </a:cubicBezTo>
                  <a:lnTo>
                    <a:pt x="1244286" y="1777102"/>
                  </a:lnTo>
                  <a:cubicBezTo>
                    <a:pt x="1066039" y="1777016"/>
                    <a:pt x="712531" y="1589070"/>
                    <a:pt x="436956" y="1302714"/>
                  </a:cubicBezTo>
                  <a:cubicBezTo>
                    <a:pt x="137611" y="991636"/>
                    <a:pt x="32316" y="797802"/>
                    <a:pt x="2096" y="534306"/>
                  </a:cubicBezTo>
                  <a:cubicBezTo>
                    <a:pt x="-13490" y="389699"/>
                    <a:pt x="59766" y="249639"/>
                    <a:pt x="158046" y="184089"/>
                  </a:cubicBezTo>
                  <a:close/>
                  <a:moveTo>
                    <a:pt x="463712" y="286916"/>
                  </a:moveTo>
                  <a:cubicBezTo>
                    <a:pt x="436154" y="249819"/>
                    <a:pt x="384321" y="240901"/>
                    <a:pt x="345949" y="266654"/>
                  </a:cubicBezTo>
                  <a:lnTo>
                    <a:pt x="254162" y="328133"/>
                  </a:lnTo>
                  <a:cubicBezTo>
                    <a:pt x="207273" y="359393"/>
                    <a:pt x="165969" y="438407"/>
                    <a:pt x="174239" y="515126"/>
                  </a:cubicBezTo>
                  <a:cubicBezTo>
                    <a:pt x="198614" y="727880"/>
                    <a:pt x="280183" y="884480"/>
                    <a:pt x="530820" y="1150227"/>
                  </a:cubicBezTo>
                  <a:lnTo>
                    <a:pt x="561733" y="1182612"/>
                  </a:lnTo>
                  <a:cubicBezTo>
                    <a:pt x="807478" y="1438012"/>
                    <a:pt x="1119508" y="1603877"/>
                    <a:pt x="1244373" y="1603920"/>
                  </a:cubicBezTo>
                  <a:cubicBezTo>
                    <a:pt x="1331396" y="1604007"/>
                    <a:pt x="1344125" y="1603617"/>
                    <a:pt x="1393396" y="1578852"/>
                  </a:cubicBezTo>
                  <a:lnTo>
                    <a:pt x="1417078" y="1566730"/>
                  </a:lnTo>
                  <a:cubicBezTo>
                    <a:pt x="1438206" y="1555689"/>
                    <a:pt x="1467301" y="1531877"/>
                    <a:pt x="1502370" y="1495725"/>
                  </a:cubicBezTo>
                  <a:lnTo>
                    <a:pt x="1520338" y="1476589"/>
                  </a:lnTo>
                  <a:lnTo>
                    <a:pt x="1530729" y="1465115"/>
                  </a:lnTo>
                  <a:cubicBezTo>
                    <a:pt x="1562309" y="1429773"/>
                    <a:pt x="1559607" y="1375609"/>
                    <a:pt x="1524667" y="1343585"/>
                  </a:cubicBezTo>
                  <a:cubicBezTo>
                    <a:pt x="1431063" y="1257730"/>
                    <a:pt x="1355296" y="1197376"/>
                    <a:pt x="1298838" y="1163173"/>
                  </a:cubicBezTo>
                  <a:cubicBezTo>
                    <a:pt x="1274203" y="1148236"/>
                    <a:pt x="1254634" y="1139144"/>
                    <a:pt x="1241385" y="1135594"/>
                  </a:cubicBezTo>
                  <a:lnTo>
                    <a:pt x="1240693" y="1135420"/>
                  </a:lnTo>
                  <a:lnTo>
                    <a:pt x="1236623" y="1137715"/>
                  </a:lnTo>
                  <a:cubicBezTo>
                    <a:pt x="1219140" y="1147966"/>
                    <a:pt x="1202773" y="1160009"/>
                    <a:pt x="1187785" y="1173650"/>
                  </a:cubicBezTo>
                  <a:lnTo>
                    <a:pt x="1169125" y="1191488"/>
                  </a:lnTo>
                  <a:cubicBezTo>
                    <a:pt x="1094990" y="1259114"/>
                    <a:pt x="984098" y="1266927"/>
                    <a:pt x="901213" y="1210365"/>
                  </a:cubicBezTo>
                  <a:cubicBezTo>
                    <a:pt x="816917" y="1152825"/>
                    <a:pt x="749765" y="1099831"/>
                    <a:pt x="699456" y="1050778"/>
                  </a:cubicBezTo>
                  <a:cubicBezTo>
                    <a:pt x="650261" y="1002464"/>
                    <a:pt x="607402" y="948097"/>
                    <a:pt x="571908" y="888983"/>
                  </a:cubicBezTo>
                  <a:cubicBezTo>
                    <a:pt x="522449" y="807388"/>
                    <a:pt x="532244" y="703033"/>
                    <a:pt x="596023" y="632067"/>
                  </a:cubicBezTo>
                  <a:lnTo>
                    <a:pt x="623386" y="601631"/>
                  </a:lnTo>
                  <a:cubicBezTo>
                    <a:pt x="646990" y="575368"/>
                    <a:pt x="648819" y="536110"/>
                    <a:pt x="627759" y="507766"/>
                  </a:cubicBezTo>
                  <a:close/>
                  <a:moveTo>
                    <a:pt x="1099030" y="385889"/>
                  </a:moveTo>
                  <a:cubicBezTo>
                    <a:pt x="1268185" y="418881"/>
                    <a:pt x="1387118" y="550499"/>
                    <a:pt x="1418247" y="724330"/>
                  </a:cubicBezTo>
                  <a:cubicBezTo>
                    <a:pt x="1426676" y="771412"/>
                    <a:pt x="1395342" y="816412"/>
                    <a:pt x="1348260" y="824840"/>
                  </a:cubicBezTo>
                  <a:cubicBezTo>
                    <a:pt x="1301178" y="833269"/>
                    <a:pt x="1256178" y="801935"/>
                    <a:pt x="1247750" y="754853"/>
                  </a:cubicBezTo>
                  <a:cubicBezTo>
                    <a:pt x="1228743" y="648693"/>
                    <a:pt x="1161765" y="574571"/>
                    <a:pt x="1065909" y="555867"/>
                  </a:cubicBezTo>
                  <a:cubicBezTo>
                    <a:pt x="1019053" y="546298"/>
                    <a:pt x="988826" y="500557"/>
                    <a:pt x="998396" y="453701"/>
                  </a:cubicBezTo>
                  <a:cubicBezTo>
                    <a:pt x="1007843" y="407442"/>
                    <a:pt x="1052607" y="377277"/>
                    <a:pt x="1099030" y="385889"/>
                  </a:cubicBezTo>
                  <a:close/>
                  <a:moveTo>
                    <a:pt x="1105697" y="1339"/>
                  </a:moveTo>
                  <a:cubicBezTo>
                    <a:pt x="1452667" y="62689"/>
                    <a:pt x="1700230" y="327267"/>
                    <a:pt x="1771062" y="686490"/>
                  </a:cubicBezTo>
                  <a:cubicBezTo>
                    <a:pt x="1780316" y="733416"/>
                    <a:pt x="1749776" y="778959"/>
                    <a:pt x="1702850" y="788212"/>
                  </a:cubicBezTo>
                  <a:cubicBezTo>
                    <a:pt x="1655924" y="797466"/>
                    <a:pt x="1610381" y="766927"/>
                    <a:pt x="1601127" y="720000"/>
                  </a:cubicBezTo>
                  <a:cubicBezTo>
                    <a:pt x="1543631" y="428189"/>
                    <a:pt x="1349018" y="220241"/>
                    <a:pt x="1075520" y="171880"/>
                  </a:cubicBezTo>
                  <a:cubicBezTo>
                    <a:pt x="1028427" y="163547"/>
                    <a:pt x="997005" y="118615"/>
                    <a:pt x="1005338" y="71521"/>
                  </a:cubicBezTo>
                  <a:cubicBezTo>
                    <a:pt x="1013671" y="24428"/>
                    <a:pt x="1058604" y="-6994"/>
                    <a:pt x="1105697" y="1339"/>
                  </a:cubicBezTo>
                  <a:close/>
                </a:path>
              </a:pathLst>
            </a:custGeom>
            <a:solidFill>
              <a:schemeClr val="accent4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图形 12"/>
            <p:cNvSpPr>
              <a:spLocks noChangeAspect="1"/>
            </p:cNvSpPr>
            <p:nvPr userDrawn="1"/>
          </p:nvSpPr>
          <p:spPr>
            <a:xfrm>
              <a:off x="7861797" y="4756638"/>
              <a:ext cx="157082" cy="108000"/>
            </a:xfrm>
            <a:custGeom>
              <a:avLst/>
              <a:gdLst>
                <a:gd name="connsiteX0" fmla="*/ 1745579 w 1904884"/>
                <a:gd name="connsiteY0" fmla="*/ 0 h 1309687"/>
                <a:gd name="connsiteX1" fmla="*/ 159547 w 1904884"/>
                <a:gd name="connsiteY1" fmla="*/ 0 h 1309687"/>
                <a:gd name="connsiteX2" fmla="*/ 4 w 1904884"/>
                <a:gd name="connsiteY2" fmla="*/ 161806 h 1309687"/>
                <a:gd name="connsiteX3" fmla="*/ 4 w 1904884"/>
                <a:gd name="connsiteY3" fmla="*/ 1148001 h 1309687"/>
                <a:gd name="connsiteX4" fmla="*/ 159428 w 1904884"/>
                <a:gd name="connsiteY4" fmla="*/ 1309688 h 1309687"/>
                <a:gd name="connsiteX5" fmla="*/ 1745460 w 1904884"/>
                <a:gd name="connsiteY5" fmla="*/ 1309688 h 1309687"/>
                <a:gd name="connsiteX6" fmla="*/ 1904885 w 1904884"/>
                <a:gd name="connsiteY6" fmla="*/ 1148001 h 1309687"/>
                <a:gd name="connsiteX7" fmla="*/ 1904885 w 1904884"/>
                <a:gd name="connsiteY7" fmla="*/ 161925 h 1309687"/>
                <a:gd name="connsiteX8" fmla="*/ 1745460 w 1904884"/>
                <a:gd name="connsiteY8" fmla="*/ 119 h 1309687"/>
                <a:gd name="connsiteX9" fmla="*/ 1707479 w 1904884"/>
                <a:gd name="connsiteY9" fmla="*/ 115848 h 1309687"/>
                <a:gd name="connsiteX10" fmla="*/ 1074900 w 1904884"/>
                <a:gd name="connsiteY10" fmla="*/ 684609 h 1309687"/>
                <a:gd name="connsiteX11" fmla="*/ 952504 w 1904884"/>
                <a:gd name="connsiteY11" fmla="*/ 759262 h 1309687"/>
                <a:gd name="connsiteX12" fmla="*/ 830107 w 1904884"/>
                <a:gd name="connsiteY12" fmla="*/ 684609 h 1309687"/>
                <a:gd name="connsiteX13" fmla="*/ 197528 w 1904884"/>
                <a:gd name="connsiteY13" fmla="*/ 115848 h 1309687"/>
                <a:gd name="connsiteX14" fmla="*/ 1707360 w 1904884"/>
                <a:gd name="connsiteY14" fmla="*/ 115848 h 1309687"/>
                <a:gd name="connsiteX15" fmla="*/ 118590 w 1904884"/>
                <a:gd name="connsiteY15" fmla="*/ 1112044 h 1309687"/>
                <a:gd name="connsiteX16" fmla="*/ 118590 w 1904884"/>
                <a:gd name="connsiteY16" fmla="*/ 220861 h 1309687"/>
                <a:gd name="connsiteX17" fmla="*/ 612580 w 1904884"/>
                <a:gd name="connsiteY17" fmla="*/ 660202 h 1309687"/>
                <a:gd name="connsiteX18" fmla="*/ 118471 w 1904884"/>
                <a:gd name="connsiteY18" fmla="*/ 1112044 h 1309687"/>
                <a:gd name="connsiteX19" fmla="*/ 201577 w 1904884"/>
                <a:gd name="connsiteY19" fmla="*/ 1193840 h 1309687"/>
                <a:gd name="connsiteX20" fmla="*/ 697472 w 1904884"/>
                <a:gd name="connsiteY20" fmla="*/ 747355 h 1309687"/>
                <a:gd name="connsiteX21" fmla="*/ 778792 w 1904884"/>
                <a:gd name="connsiteY21" fmla="*/ 819626 h 1309687"/>
                <a:gd name="connsiteX22" fmla="*/ 952504 w 1904884"/>
                <a:gd name="connsiteY22" fmla="*/ 882968 h 1309687"/>
                <a:gd name="connsiteX23" fmla="*/ 1126335 w 1904884"/>
                <a:gd name="connsiteY23" fmla="*/ 819626 h 1309687"/>
                <a:gd name="connsiteX24" fmla="*/ 1207655 w 1904884"/>
                <a:gd name="connsiteY24" fmla="*/ 747355 h 1309687"/>
                <a:gd name="connsiteX25" fmla="*/ 1703550 w 1904884"/>
                <a:gd name="connsiteY25" fmla="*/ 1193840 h 1309687"/>
                <a:gd name="connsiteX26" fmla="*/ 201577 w 1904884"/>
                <a:gd name="connsiteY26" fmla="*/ 1193840 h 1309687"/>
                <a:gd name="connsiteX27" fmla="*/ 1786537 w 1904884"/>
                <a:gd name="connsiteY27" fmla="*/ 1112044 h 1309687"/>
                <a:gd name="connsiteX28" fmla="*/ 1292427 w 1904884"/>
                <a:gd name="connsiteY28" fmla="*/ 660321 h 1309687"/>
                <a:gd name="connsiteX29" fmla="*/ 1786537 w 1904884"/>
                <a:gd name="connsiteY29" fmla="*/ 220980 h 1309687"/>
                <a:gd name="connsiteX30" fmla="*/ 1786537 w 1904884"/>
                <a:gd name="connsiteY30" fmla="*/ 1112044 h 1309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904884" h="1309687">
                  <a:moveTo>
                    <a:pt x="1745579" y="0"/>
                  </a:moveTo>
                  <a:lnTo>
                    <a:pt x="159547" y="0"/>
                  </a:lnTo>
                  <a:cubicBezTo>
                    <a:pt x="70822" y="655"/>
                    <a:pt x="-590" y="73080"/>
                    <a:pt x="4" y="161806"/>
                  </a:cubicBezTo>
                  <a:lnTo>
                    <a:pt x="4" y="1148001"/>
                  </a:lnTo>
                  <a:cubicBezTo>
                    <a:pt x="4" y="1237298"/>
                    <a:pt x="71441" y="1309688"/>
                    <a:pt x="159428" y="1309688"/>
                  </a:cubicBezTo>
                  <a:lnTo>
                    <a:pt x="1745460" y="1309688"/>
                  </a:lnTo>
                  <a:cubicBezTo>
                    <a:pt x="1833685" y="1309688"/>
                    <a:pt x="1904885" y="1237417"/>
                    <a:pt x="1904885" y="1148001"/>
                  </a:cubicBezTo>
                  <a:lnTo>
                    <a:pt x="1904885" y="161925"/>
                  </a:lnTo>
                  <a:cubicBezTo>
                    <a:pt x="1904885" y="72628"/>
                    <a:pt x="1833685" y="119"/>
                    <a:pt x="1745460" y="119"/>
                  </a:cubicBezTo>
                  <a:close/>
                  <a:moveTo>
                    <a:pt x="1707479" y="115848"/>
                  </a:moveTo>
                  <a:lnTo>
                    <a:pt x="1074900" y="684609"/>
                  </a:lnTo>
                  <a:cubicBezTo>
                    <a:pt x="1019774" y="734497"/>
                    <a:pt x="978816" y="759262"/>
                    <a:pt x="952504" y="759262"/>
                  </a:cubicBezTo>
                  <a:cubicBezTo>
                    <a:pt x="926191" y="759262"/>
                    <a:pt x="885233" y="734497"/>
                    <a:pt x="830107" y="684609"/>
                  </a:cubicBezTo>
                  <a:lnTo>
                    <a:pt x="197528" y="115848"/>
                  </a:lnTo>
                  <a:lnTo>
                    <a:pt x="1707360" y="115848"/>
                  </a:lnTo>
                  <a:close/>
                  <a:moveTo>
                    <a:pt x="118590" y="1112044"/>
                  </a:moveTo>
                  <a:lnTo>
                    <a:pt x="118590" y="220861"/>
                  </a:lnTo>
                  <a:lnTo>
                    <a:pt x="612580" y="660202"/>
                  </a:lnTo>
                  <a:lnTo>
                    <a:pt x="118471" y="1112044"/>
                  </a:lnTo>
                  <a:close/>
                  <a:moveTo>
                    <a:pt x="201577" y="1193840"/>
                  </a:moveTo>
                  <a:lnTo>
                    <a:pt x="697472" y="747355"/>
                  </a:lnTo>
                  <a:lnTo>
                    <a:pt x="778792" y="819626"/>
                  </a:lnTo>
                  <a:cubicBezTo>
                    <a:pt x="825940" y="861417"/>
                    <a:pt x="884162" y="882968"/>
                    <a:pt x="952504" y="882968"/>
                  </a:cubicBezTo>
                  <a:cubicBezTo>
                    <a:pt x="1021203" y="882968"/>
                    <a:pt x="1079067" y="861536"/>
                    <a:pt x="1126335" y="819626"/>
                  </a:cubicBezTo>
                  <a:lnTo>
                    <a:pt x="1207655" y="747355"/>
                  </a:lnTo>
                  <a:lnTo>
                    <a:pt x="1703550" y="1193840"/>
                  </a:lnTo>
                  <a:lnTo>
                    <a:pt x="201577" y="1193840"/>
                  </a:lnTo>
                  <a:close/>
                  <a:moveTo>
                    <a:pt x="1786537" y="1112044"/>
                  </a:moveTo>
                  <a:lnTo>
                    <a:pt x="1292427" y="660321"/>
                  </a:lnTo>
                  <a:lnTo>
                    <a:pt x="1786537" y="220980"/>
                  </a:lnTo>
                  <a:lnTo>
                    <a:pt x="1786537" y="1112044"/>
                  </a:lnTo>
                  <a:close/>
                </a:path>
              </a:pathLst>
            </a:custGeom>
            <a:solidFill>
              <a:schemeClr val="accent4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7" name="文本框 36"/>
          <p:cNvSpPr txBox="1"/>
          <p:nvPr userDrawn="1"/>
        </p:nvSpPr>
        <p:spPr>
          <a:xfrm>
            <a:off x="2352232" y="4548564"/>
            <a:ext cx="2957431" cy="45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+mn-cs"/>
              </a:rPr>
              <a:t>中智管理咨询有限公司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cs typeface="+mn-cs"/>
            </a:endParaRPr>
          </a:p>
        </p:txBody>
      </p:sp>
      <p:sp>
        <p:nvSpPr>
          <p:cNvPr id="32" name="椭圆 31"/>
          <p:cNvSpPr/>
          <p:nvPr userDrawn="1"/>
        </p:nvSpPr>
        <p:spPr>
          <a:xfrm>
            <a:off x="6904788" y="1668952"/>
            <a:ext cx="1718401" cy="1718401"/>
          </a:xfrm>
          <a:prstGeom prst="ellipse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rgbClr val="FF2F00">
                  <a:alpha val="20309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399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 defTabSz="914400"/>
            <a:r>
              <a:rPr lang="zh-CN" altLang="en-US" dirty="0"/>
              <a:t>单击此处编辑标题样式</a:t>
            </a:r>
            <a:r>
              <a:rPr lang="en-US" altLang="zh-CN" dirty="0"/>
              <a:t>-24pt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cxnSp>
        <p:nvCxnSpPr>
          <p:cNvPr id="4" name="直接连接符 6"/>
          <p:cNvCxnSpPr/>
          <p:nvPr userDrawn="1"/>
        </p:nvCxnSpPr>
        <p:spPr>
          <a:xfrm>
            <a:off x="669924" y="1125443"/>
            <a:ext cx="10850563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83000">
                  <a:srgbClr val="0042FF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6"/>
          <p:cNvCxnSpPr/>
          <p:nvPr userDrawn="1"/>
        </p:nvCxnSpPr>
        <p:spPr>
          <a:xfrm>
            <a:off x="669924" y="6462082"/>
            <a:ext cx="10850563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83000">
                  <a:srgbClr val="0042FF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11194812" y="6225703"/>
            <a:ext cx="240189" cy="240189"/>
          </a:xfrm>
          <a:prstGeom prst="rect">
            <a:avLst/>
          </a:prstGeom>
          <a:solidFill>
            <a:srgbClr val="FF4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1"/>
              </a:solidFill>
            </a:endParaRPr>
          </a:p>
        </p:txBody>
      </p:sp>
      <p:sp>
        <p:nvSpPr>
          <p:cNvPr id="5" name="TextBox 9"/>
          <p:cNvSpPr txBox="1">
            <a:spLocks noChangeArrowheads="1"/>
          </p:cNvSpPr>
          <p:nvPr userDrawn="1"/>
        </p:nvSpPr>
        <p:spPr bwMode="auto">
          <a:xfrm>
            <a:off x="11005343" y="6235699"/>
            <a:ext cx="61912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fld id="{1A5D4496-7636-4FA1-8168-39E97B70E802}" type="slidenum">
              <a:rPr lang="en-US" altLang="zh-CN" sz="900" smtClean="0">
                <a:solidFill>
                  <a:schemeClr val="bg1"/>
                </a:solidFill>
                <a:latin typeface="+mn-ea"/>
                <a:ea typeface="+mn-ea"/>
                <a:cs typeface="Tahoma" panose="020B0604030504040204" pitchFamily="34" charset="0"/>
              </a:rPr>
              <a:t>‹#›</a:t>
            </a:fld>
            <a:endParaRPr lang="zh-CN" altLang="en-US" sz="900" dirty="0">
              <a:solidFill>
                <a:schemeClr val="bg1"/>
              </a:solidFill>
              <a:latin typeface="+mn-ea"/>
              <a:ea typeface="+mn-ea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中智管理咨询有限公司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2845644" y="4007095"/>
            <a:ext cx="6851808" cy="540000"/>
            <a:chOff x="2845644" y="4007095"/>
            <a:chExt cx="6851808" cy="540000"/>
          </a:xfrm>
        </p:grpSpPr>
        <p:sp>
          <p:nvSpPr>
            <p:cNvPr id="15" name="Title 1"/>
            <p:cNvSpPr txBox="1"/>
            <p:nvPr/>
          </p:nvSpPr>
          <p:spPr>
            <a:xfrm>
              <a:off x="3785815" y="4072005"/>
              <a:ext cx="5911637" cy="400110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+mj-lt"/>
                <a:buNone/>
                <a:defRPr lang="zh-CN" altLang="en-US" sz="2000" kern="1200" dirty="0">
                  <a:solidFill>
                    <a:srgbClr val="0042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+mj-ea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57300" indent="-3429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+mj-lt"/>
                <a:buAutoNum type="alphaLcParenR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b="1" dirty="0">
                  <a:solidFill>
                    <a:schemeClr val="accent6">
                      <a:lumMod val="75000"/>
                    </a:schemeClr>
                  </a:solidFill>
                </a:rPr>
                <a:t>此处添加目录</a:t>
              </a:r>
              <a:r>
                <a:rPr lang="en-US" altLang="zh-CN" b="1" dirty="0">
                  <a:solidFill>
                    <a:schemeClr val="accent6">
                      <a:lumMod val="75000"/>
                    </a:schemeClr>
                  </a:solidFill>
                </a:rPr>
                <a:t>/</a:t>
              </a:r>
              <a:r>
                <a:rPr lang="zh-CN" altLang="en-US" b="1" dirty="0">
                  <a:solidFill>
                    <a:schemeClr val="accent6">
                      <a:lumMod val="75000"/>
                    </a:schemeClr>
                  </a:solidFill>
                </a:rPr>
                <a:t>微软雅黑</a:t>
              </a:r>
              <a:r>
                <a:rPr lang="en-US" altLang="zh-CN" b="1" dirty="0">
                  <a:solidFill>
                    <a:schemeClr val="accent6">
                      <a:lumMod val="75000"/>
                    </a:schemeClr>
                  </a:solidFill>
                </a:rPr>
                <a:t>20pt</a:t>
              </a:r>
            </a:p>
          </p:txBody>
        </p:sp>
        <p:sp>
          <p:nvSpPr>
            <p:cNvPr id="19" name="Rectangle 4"/>
            <p:cNvSpPr>
              <a:spLocks noChangeAspect="1"/>
            </p:cNvSpPr>
            <p:nvPr/>
          </p:nvSpPr>
          <p:spPr>
            <a:xfrm>
              <a:off x="3162183" y="4093274"/>
              <a:ext cx="345073" cy="345162"/>
            </a:xfrm>
            <a:prstGeom prst="rect">
              <a:avLst/>
            </a:prstGeom>
            <a:solidFill>
              <a:srgbClr val="FF42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3D7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0" name="文本占位符 10"/>
            <p:cNvSpPr txBox="1"/>
            <p:nvPr/>
          </p:nvSpPr>
          <p:spPr>
            <a:xfrm>
              <a:off x="2845644" y="4007095"/>
              <a:ext cx="978150" cy="540000"/>
            </a:xfrm>
            <a:prstGeom prst="rect">
              <a:avLst/>
            </a:prstGeom>
          </p:spPr>
          <p:txBody>
            <a:bodyPr anchor="ctr" anchorCtr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zh-CN" altLang="en-US" sz="1800" b="1" kern="1200" dirty="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/>
                <a:t>4</a:t>
              </a:r>
              <a:endParaRPr lang="en-US" dirty="0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2845644" y="1889139"/>
            <a:ext cx="6851808" cy="540000"/>
            <a:chOff x="2845644" y="1889139"/>
            <a:chExt cx="6851808" cy="540000"/>
          </a:xfrm>
        </p:grpSpPr>
        <p:sp>
          <p:nvSpPr>
            <p:cNvPr id="12" name="Title 1"/>
            <p:cNvSpPr txBox="1"/>
            <p:nvPr/>
          </p:nvSpPr>
          <p:spPr>
            <a:xfrm>
              <a:off x="3785815" y="1948446"/>
              <a:ext cx="5911637" cy="400110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+mj-lt"/>
                <a:buNone/>
                <a:defRPr lang="zh-CN" altLang="en-US" sz="2000" kern="1200" dirty="0">
                  <a:solidFill>
                    <a:srgbClr val="0042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+mj-ea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57300" indent="-3429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+mj-lt"/>
                <a:buAutoNum type="alphaLcParenR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b="1" dirty="0">
                  <a:solidFill>
                    <a:schemeClr val="tx1"/>
                  </a:solidFill>
                </a:rPr>
                <a:t>此处添加目录</a:t>
              </a:r>
              <a:r>
                <a:rPr lang="en-US" altLang="zh-CN" b="1" dirty="0">
                  <a:solidFill>
                    <a:schemeClr val="tx1"/>
                  </a:solidFill>
                </a:rPr>
                <a:t>/</a:t>
              </a:r>
              <a:r>
                <a:rPr lang="zh-CN" altLang="en-US" b="1" dirty="0">
                  <a:solidFill>
                    <a:schemeClr val="tx1"/>
                  </a:solidFill>
                </a:rPr>
                <a:t>微软雅黑</a:t>
              </a:r>
              <a:r>
                <a:rPr lang="en-US" altLang="zh-CN" b="1" dirty="0">
                  <a:solidFill>
                    <a:schemeClr val="tx1"/>
                  </a:solidFill>
                </a:rPr>
                <a:t>20pt</a:t>
              </a:r>
            </a:p>
          </p:txBody>
        </p:sp>
        <p:sp>
          <p:nvSpPr>
            <p:cNvPr id="16" name="Rectangle 4"/>
            <p:cNvSpPr>
              <a:spLocks noChangeAspect="1"/>
            </p:cNvSpPr>
            <p:nvPr/>
          </p:nvSpPr>
          <p:spPr>
            <a:xfrm>
              <a:off x="3162183" y="1977413"/>
              <a:ext cx="345073" cy="345162"/>
            </a:xfrm>
            <a:prstGeom prst="rect">
              <a:avLst/>
            </a:prstGeom>
            <a:solidFill>
              <a:srgbClr val="FF42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3D7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1" name="文本占位符 10"/>
            <p:cNvSpPr txBox="1"/>
            <p:nvPr/>
          </p:nvSpPr>
          <p:spPr>
            <a:xfrm>
              <a:off x="2845644" y="1889139"/>
              <a:ext cx="978150" cy="540000"/>
            </a:xfrm>
            <a:prstGeom prst="rect">
              <a:avLst/>
            </a:prstGeom>
          </p:spPr>
          <p:txBody>
            <a:bodyPr anchor="ctr" anchorCtr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zh-CN" altLang="en-US" sz="1800" b="1" kern="1200" dirty="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/>
                <a:t>1</a:t>
              </a:r>
              <a:endParaRPr lang="en-US" dirty="0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845644" y="2611488"/>
            <a:ext cx="6851808" cy="490909"/>
            <a:chOff x="2845644" y="2611488"/>
            <a:chExt cx="6851808" cy="490909"/>
          </a:xfrm>
        </p:grpSpPr>
        <p:sp>
          <p:nvSpPr>
            <p:cNvPr id="13" name="Title 1"/>
            <p:cNvSpPr txBox="1"/>
            <p:nvPr/>
          </p:nvSpPr>
          <p:spPr>
            <a:xfrm>
              <a:off x="3785815" y="2656887"/>
              <a:ext cx="5911637" cy="400110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+mj-lt"/>
                <a:buNone/>
                <a:defRPr lang="zh-CN" altLang="en-US" sz="2000" kern="1200" dirty="0">
                  <a:solidFill>
                    <a:srgbClr val="0042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+mj-ea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57300" indent="-3429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+mj-lt"/>
                <a:buAutoNum type="alphaLcParenR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b="1" dirty="0">
                  <a:solidFill>
                    <a:schemeClr val="accent6">
                      <a:lumMod val="75000"/>
                    </a:schemeClr>
                  </a:solidFill>
                </a:rPr>
                <a:t>此处添加目录</a:t>
              </a:r>
              <a:r>
                <a:rPr lang="en-US" altLang="zh-CN" b="1" dirty="0">
                  <a:solidFill>
                    <a:schemeClr val="accent6">
                      <a:lumMod val="75000"/>
                    </a:schemeClr>
                  </a:solidFill>
                </a:rPr>
                <a:t>/</a:t>
              </a:r>
              <a:r>
                <a:rPr lang="zh-CN" altLang="en-US" b="1" dirty="0">
                  <a:solidFill>
                    <a:schemeClr val="accent6">
                      <a:lumMod val="75000"/>
                    </a:schemeClr>
                  </a:solidFill>
                </a:rPr>
                <a:t>微软雅黑</a:t>
              </a:r>
              <a:r>
                <a:rPr lang="en-US" altLang="zh-CN" b="1" dirty="0">
                  <a:solidFill>
                    <a:schemeClr val="accent6">
                      <a:lumMod val="75000"/>
                    </a:schemeClr>
                  </a:solidFill>
                </a:rPr>
                <a:t>20pt</a:t>
              </a:r>
            </a:p>
          </p:txBody>
        </p:sp>
        <p:sp>
          <p:nvSpPr>
            <p:cNvPr id="17" name="Rectangle 4"/>
            <p:cNvSpPr>
              <a:spLocks noChangeAspect="1"/>
            </p:cNvSpPr>
            <p:nvPr/>
          </p:nvSpPr>
          <p:spPr>
            <a:xfrm>
              <a:off x="3162183" y="2673131"/>
              <a:ext cx="345073" cy="345162"/>
            </a:xfrm>
            <a:prstGeom prst="rect">
              <a:avLst/>
            </a:prstGeom>
            <a:solidFill>
              <a:srgbClr val="FF42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3D7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2" name="文本占位符 10"/>
            <p:cNvSpPr txBox="1"/>
            <p:nvPr/>
          </p:nvSpPr>
          <p:spPr>
            <a:xfrm>
              <a:off x="2845644" y="2611488"/>
              <a:ext cx="978150" cy="490909"/>
            </a:xfrm>
            <a:prstGeom prst="rect">
              <a:avLst/>
            </a:prstGeom>
          </p:spPr>
          <p:txBody>
            <a:bodyPr anchor="ctr" anchorCtr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zh-CN" altLang="en-US" sz="1800" b="1" kern="1200" dirty="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/>
                <a:t>2</a:t>
              </a:r>
              <a:endParaRPr lang="en-US" dirty="0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2845644" y="3284746"/>
            <a:ext cx="6851808" cy="540000"/>
            <a:chOff x="2845644" y="3284746"/>
            <a:chExt cx="6851808" cy="540000"/>
          </a:xfrm>
        </p:grpSpPr>
        <p:grpSp>
          <p:nvGrpSpPr>
            <p:cNvPr id="6" name="组合 5"/>
            <p:cNvGrpSpPr/>
            <p:nvPr/>
          </p:nvGrpSpPr>
          <p:grpSpPr>
            <a:xfrm>
              <a:off x="3162183" y="3355494"/>
              <a:ext cx="6535269" cy="400110"/>
              <a:chOff x="3162183" y="3355494"/>
              <a:chExt cx="6535269" cy="400110"/>
            </a:xfrm>
          </p:grpSpPr>
          <p:sp>
            <p:nvSpPr>
              <p:cNvPr id="14" name="Title 1"/>
              <p:cNvSpPr txBox="1"/>
              <p:nvPr/>
            </p:nvSpPr>
            <p:spPr>
              <a:xfrm>
                <a:off x="3785815" y="3355494"/>
                <a:ext cx="5911637" cy="400110"/>
              </a:xfrm>
              <a:prstGeom prst="rect">
                <a:avLst/>
              </a:prstGeom>
              <a:noFill/>
            </p:spPr>
            <p:txBody>
              <a:bodyPr wrap="square" anchor="ctr" anchorCtr="0">
                <a:sp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+mj-lt"/>
                  <a:buNone/>
                  <a:defRPr lang="zh-CN" altLang="en-US" sz="2000" kern="1200" dirty="0">
                    <a:solidFill>
                      <a:srgbClr val="0042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+mj-ea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57300" indent="-3429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此处添加目录</a:t>
                </a:r>
                <a:r>
                  <a:rPr lang="en-US" altLang="zh-CN" b="1" dirty="0">
                    <a:solidFill>
                      <a:schemeClr val="accent6">
                        <a:lumMod val="75000"/>
                      </a:schemeClr>
                    </a:solidFill>
                  </a:rPr>
                  <a:t>/</a:t>
                </a:r>
                <a:r>
                  <a:rPr lang="zh-CN" alt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微软雅黑</a:t>
                </a:r>
                <a:r>
                  <a:rPr lang="en-US" altLang="zh-CN" b="1" dirty="0">
                    <a:solidFill>
                      <a:schemeClr val="accent6">
                        <a:lumMod val="75000"/>
                      </a:schemeClr>
                    </a:solidFill>
                  </a:rPr>
                  <a:t>20pt</a:t>
                </a:r>
              </a:p>
            </p:txBody>
          </p:sp>
          <p:sp>
            <p:nvSpPr>
              <p:cNvPr id="18" name="Rectangle 4"/>
              <p:cNvSpPr>
                <a:spLocks noChangeAspect="1"/>
              </p:cNvSpPr>
              <p:nvPr/>
            </p:nvSpPr>
            <p:spPr>
              <a:xfrm>
                <a:off x="3162183" y="3370925"/>
                <a:ext cx="345073" cy="345162"/>
              </a:xfrm>
              <a:prstGeom prst="rect">
                <a:avLst/>
              </a:prstGeom>
              <a:solidFill>
                <a:srgbClr val="FF42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just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03D7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23" name="文本占位符 10"/>
            <p:cNvSpPr txBox="1"/>
            <p:nvPr/>
          </p:nvSpPr>
          <p:spPr>
            <a:xfrm>
              <a:off x="2845644" y="3284746"/>
              <a:ext cx="978150" cy="540000"/>
            </a:xfrm>
            <a:prstGeom prst="rect">
              <a:avLst/>
            </a:prstGeom>
          </p:spPr>
          <p:txBody>
            <a:bodyPr anchor="ctr" anchorCtr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zh-CN" altLang="en-US" sz="1800" b="1" kern="1200" dirty="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/>
                <a:t>3</a:t>
              </a:r>
              <a:endParaRPr lang="en-US" dirty="0"/>
            </a:p>
          </p:txBody>
        </p:sp>
      </p:grpSp>
      <p:sp>
        <p:nvSpPr>
          <p:cNvPr id="7" name="Content Placeholder 2"/>
          <p:cNvSpPr>
            <a:spLocks noGrp="1"/>
          </p:cNvSpPr>
          <p:nvPr>
            <p:ph type="body" sz="quarter" idx="13" hasCustomPrompt="1"/>
          </p:nvPr>
        </p:nvSpPr>
        <p:spPr/>
        <p:txBody>
          <a:bodyPr vert="horz" wrap="none" lIns="91440" tIns="90000" rIns="91440" bIns="90000" rtlCol="0" anchor="ctr" anchorCtr="0">
            <a:spAutoFit/>
          </a:bodyPr>
          <a:lstStyle>
            <a:lvl1pPr marL="0" indent="0">
              <a:buNone/>
              <a:defRPr lang="en-US" altLang="zh-CN" sz="4000" b="1" kern="1200" spc="0" baseline="0" dirty="0">
                <a:solidFill>
                  <a:srgbClr val="E2ECFB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altLang="zh-CN" dirty="0"/>
              <a:t>CONTENTS</a:t>
            </a:r>
            <a:endParaRPr lang="zh-CN" altLang="en-US" dirty="0"/>
          </a:p>
        </p:txBody>
      </p:sp>
      <p:sp>
        <p:nvSpPr>
          <p:cNvPr id="8" name="标题 1"/>
          <p:cNvSpPr>
            <a:spLocks noGrp="1"/>
          </p:cNvSpPr>
          <p:nvPr>
            <p:ph type="title" hasCustomPrompt="1"/>
          </p:nvPr>
        </p:nvSpPr>
        <p:spPr/>
        <p:txBody>
          <a:bodyPr wrap="none" anchor="ctr" anchorCtr="0">
            <a:sp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zh-CN" altLang="en-US" dirty="0"/>
              <a:t>目  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XXXXXXX</a:t>
            </a:r>
            <a:endParaRPr lang="zh-CN" altLang="en-US" dirty="0"/>
          </a:p>
        </p:txBody>
      </p:sp>
      <p:sp>
        <p:nvSpPr>
          <p:cNvPr id="20" name="副标题 19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3572256" y="2695671"/>
            <a:ext cx="4913376" cy="379078"/>
          </a:xfrm>
        </p:spPr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0" y="1172308"/>
            <a:ext cx="12192000" cy="345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400" dirty="0">
                <a:latin typeface="+mn-ea"/>
              </a:rPr>
              <a:t>有总结文字的，放在这里写。字号</a:t>
            </a:r>
            <a:r>
              <a:rPr lang="en-US" altLang="zh-CN" sz="1400" dirty="0">
                <a:latin typeface="+mn-ea"/>
              </a:rPr>
              <a:t>14</a:t>
            </a:r>
            <a:r>
              <a:rPr lang="zh-CN" altLang="en-US" sz="1400" dirty="0">
                <a:latin typeface="+mn-ea"/>
              </a:rPr>
              <a:t>或</a:t>
            </a:r>
            <a:r>
              <a:rPr lang="en-US" altLang="zh-CN" sz="1400" dirty="0">
                <a:latin typeface="+mn-ea"/>
              </a:rPr>
              <a:t>12.</a:t>
            </a:r>
            <a:endParaRPr lang="zh-CN" altLang="en-US" sz="1400" dirty="0">
              <a:latin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91065" y="3099582"/>
            <a:ext cx="3474720" cy="1185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400" dirty="0">
                <a:latin typeface="+mn-ea"/>
              </a:rPr>
              <a:t>内容可以是图表。图表尽量不用贴图，用</a:t>
            </a:r>
            <a:r>
              <a:rPr lang="en-US" altLang="zh-CN" sz="1400" dirty="0">
                <a:latin typeface="+mn-ea"/>
              </a:rPr>
              <a:t>EXCEL</a:t>
            </a:r>
            <a:r>
              <a:rPr lang="zh-CN" altLang="en-US" sz="1400" dirty="0">
                <a:latin typeface="+mn-ea"/>
              </a:rPr>
              <a:t>画好复制过来，或者</a:t>
            </a:r>
            <a:r>
              <a:rPr lang="en-US" altLang="zh-CN" sz="1400" dirty="0">
                <a:latin typeface="+mn-ea"/>
              </a:rPr>
              <a:t>PPT</a:t>
            </a:r>
            <a:r>
              <a:rPr lang="zh-CN" altLang="en-US" sz="1400" dirty="0">
                <a:latin typeface="+mn-ea"/>
              </a:rPr>
              <a:t>上直接画。文字大小一般不小于</a:t>
            </a:r>
            <a:r>
              <a:rPr lang="en-US" altLang="zh-CN" sz="1400" dirty="0">
                <a:latin typeface="+mn-ea"/>
              </a:rPr>
              <a:t>10</a:t>
            </a:r>
            <a:r>
              <a:rPr lang="zh-CN" altLang="en-US" sz="1400" dirty="0">
                <a:latin typeface="+mn-ea"/>
              </a:rPr>
              <a:t>号，不大于</a:t>
            </a:r>
            <a:r>
              <a:rPr lang="en-US" altLang="zh-CN" sz="1400" dirty="0">
                <a:latin typeface="+mn-ea"/>
              </a:rPr>
              <a:t>18</a:t>
            </a:r>
            <a:r>
              <a:rPr lang="zh-CN" altLang="en-US" sz="1400" dirty="0">
                <a:latin typeface="+mn-ea"/>
              </a:rPr>
              <a:t>号字，尽量用</a:t>
            </a:r>
            <a:r>
              <a:rPr lang="en-US" altLang="zh-CN" sz="1400" dirty="0">
                <a:latin typeface="+mn-ea"/>
              </a:rPr>
              <a:t>12</a:t>
            </a:r>
            <a:r>
              <a:rPr lang="zh-CN" altLang="en-US" sz="1400" dirty="0">
                <a:latin typeface="+mn-ea"/>
              </a:rPr>
              <a:t>号字。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64256" y="1496786"/>
            <a:ext cx="5950835" cy="1828800"/>
          </a:xfrm>
        </p:spPr>
        <p:txBody>
          <a:bodyPr>
            <a:normAutofit/>
          </a:bodyPr>
          <a:lstStyle>
            <a:lvl1pPr marL="0" indent="0">
              <a:buNone/>
              <a:defRPr sz="5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/>
              <a:t>THANK YOU</a:t>
            </a:r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  <p:tag name="COMMONDATA" val="eyJoZGlkIjoiZjA1NjU0NGIzOTA3M2YxYWRkOGNkZDdmYjYzN2ExNzMifQ=="/>
</p:tagLst>
</file>

<file path=ppt/theme/theme1.xml><?xml version="1.0" encoding="utf-8"?>
<a:theme xmlns:a="http://schemas.openxmlformats.org/drawingml/2006/main" name="中智咨询2023-16x9">
  <a:themeElements>
    <a:clrScheme name="中智v5.21">
      <a:dk1>
        <a:srgbClr val="383838"/>
      </a:dk1>
      <a:lt1>
        <a:srgbClr val="FFFFFF"/>
      </a:lt1>
      <a:dk2>
        <a:srgbClr val="FF4200"/>
      </a:dk2>
      <a:lt2>
        <a:srgbClr val="E7E6E6"/>
      </a:lt2>
      <a:accent1>
        <a:srgbClr val="1C55FE"/>
      </a:accent1>
      <a:accent2>
        <a:srgbClr val="547FFE"/>
      </a:accent2>
      <a:accent3>
        <a:srgbClr val="8DAAFE"/>
      </a:accent3>
      <a:accent4>
        <a:srgbClr val="CFDBFF"/>
      </a:accent4>
      <a:accent5>
        <a:srgbClr val="B3D4FE"/>
      </a:accent5>
      <a:accent6>
        <a:srgbClr val="DCDCDC"/>
      </a:accent6>
      <a:hlink>
        <a:srgbClr val="126BF7"/>
      </a:hlink>
      <a:folHlink>
        <a:srgbClr val="E0E0E0"/>
      </a:folHlink>
    </a:clrScheme>
    <a:fontScheme name="标准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lnSpc>
            <a:spcPct val="130000"/>
          </a:lnSpc>
          <a:defRPr sz="1400" b="1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just">
          <a:lnSpc>
            <a:spcPct val="130000"/>
          </a:lnSpc>
          <a:defRPr sz="1400" dirty="0" smtClean="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PresentationDefault</Template>
  <TotalTime>1</TotalTime>
  <Words>108</Words>
  <Application>Microsoft Office PowerPoint</Application>
  <PresentationFormat>宽屏</PresentationFormat>
  <Paragraphs>17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微软雅黑</vt:lpstr>
      <vt:lpstr>Aptos</vt:lpstr>
      <vt:lpstr>Arial</vt:lpstr>
      <vt:lpstr>中智咨询2023-16x9</vt:lpstr>
      <vt:lpstr>中智管理咨询有限公司 </vt:lpstr>
      <vt:lpstr>目  录</vt:lpstr>
      <vt:lpstr>XXXXXXX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刘 浩</dc:creator>
  <cp:lastModifiedBy>镇平 吴</cp:lastModifiedBy>
  <cp:revision>70</cp:revision>
  <dcterms:created xsi:type="dcterms:W3CDTF">2021-10-26T10:37:00Z</dcterms:created>
  <dcterms:modified xsi:type="dcterms:W3CDTF">2026-05-16T12:14:20Z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5D865B5DCA964FC6AE522F5C0B20F600_12</vt:lpwstr>
  </property>
  <property fmtid="{D5CDD505-2E9C-101B-9397-08002B2CF9AE}" pid="3" name="KSOProductBuildVer">
    <vt:lpwstr>2052-12.1.0.16929</vt:lpwstr>
  </property>
</Properties>
</file>