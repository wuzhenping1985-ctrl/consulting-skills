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00.svg" ContentType="image/svg+xml"/>
  <Override PartName="/ppt/media/image102.svg" ContentType="image/svg+xml"/>
  <Override PartName="/ppt/media/image104.svg" ContentType="image/svg+xml"/>
  <Override PartName="/ppt/media/image105.svg" ContentType="image/svg+xml"/>
  <Override PartName="/ppt/media/image106.svg" ContentType="image/svg+xml"/>
  <Override PartName="/ppt/media/image107.svg" ContentType="image/svg+xml"/>
  <Override PartName="/ppt/media/image108.svg" ContentType="image/svg+xml"/>
  <Override PartName="/ppt/media/image109.svg" ContentType="image/svg+xml"/>
  <Override PartName="/ppt/media/image110.svg" ContentType="image/svg+xml"/>
  <Override PartName="/ppt/media/image112.svg" ContentType="image/svg+xml"/>
  <Override PartName="/ppt/media/image114.svg" ContentType="image/svg+xml"/>
  <Override PartName="/ppt/media/image115.svg" ContentType="image/svg+xml"/>
  <Override PartName="/ppt/media/image117.svg" ContentType="image/svg+xml"/>
  <Override PartName="/ppt/media/image119.svg" ContentType="image/svg+xml"/>
  <Override PartName="/ppt/media/image121.svg" ContentType="image/svg+xml"/>
  <Override PartName="/ppt/media/image123.svg" ContentType="image/svg+xml"/>
  <Override PartName="/ppt/media/image125.svg" ContentType="image/svg+xml"/>
  <Override PartName="/ppt/media/image127.svg" ContentType="image/svg+xml"/>
  <Override PartName="/ppt/media/image129.svg" ContentType="image/svg+xml"/>
  <Override PartName="/ppt/media/image131.svg" ContentType="image/svg+xml"/>
  <Override PartName="/ppt/media/image133.svg" ContentType="image/svg+xml"/>
  <Override PartName="/ppt/media/image134.svg" ContentType="image/svg+xml"/>
  <Override PartName="/ppt/media/image135.svg" ContentType="image/svg+xml"/>
  <Override PartName="/ppt/media/image137.svg" ContentType="image/svg+xml"/>
  <Override PartName="/ppt/media/image138.svg" ContentType="image/svg+xml"/>
  <Override PartName="/ppt/media/image139.svg" ContentType="image/svg+xml"/>
  <Override PartName="/ppt/media/image141.svg" ContentType="image/svg+xml"/>
  <Override PartName="/ppt/media/image142.svg" ContentType="image/svg+xml"/>
  <Override PartName="/ppt/media/image143.svg" ContentType="image/svg+xml"/>
  <Override PartName="/ppt/media/image144.svg" ContentType="image/svg+xml"/>
  <Override PartName="/ppt/media/image146.svg" ContentType="image/svg+xml"/>
  <Override PartName="/ppt/media/image148.svg" ContentType="image/svg+xml"/>
  <Override PartName="/ppt/media/image150.svg" ContentType="image/svg+xml"/>
  <Override PartName="/ppt/media/image152.svg" ContentType="image/svg+xml"/>
  <Override PartName="/ppt/media/image154.svg" ContentType="image/svg+xml"/>
  <Override PartName="/ppt/media/image156.svg" ContentType="image/svg+xml"/>
  <Override PartName="/ppt/media/image157.svg" ContentType="image/svg+xml"/>
  <Override PartName="/ppt/media/image159.svg" ContentType="image/svg+xml"/>
  <Override PartName="/ppt/media/image161.svg" ContentType="image/svg+xml"/>
  <Override PartName="/ppt/media/image163.svg" ContentType="image/svg+xml"/>
  <Override PartName="/ppt/media/image165.svg" ContentType="image/svg+xml"/>
  <Override PartName="/ppt/media/image166.svg" ContentType="image/svg+xml"/>
  <Override PartName="/ppt/media/image167.svg" ContentType="image/svg+xml"/>
  <Override PartName="/ppt/media/image169.svg" ContentType="image/svg+xml"/>
  <Override PartName="/ppt/media/image170.svg" ContentType="image/svg+xml"/>
  <Override PartName="/ppt/media/image171.svg" ContentType="image/svg+xml"/>
  <Override PartName="/ppt/media/image172.svg" ContentType="image/svg+xml"/>
  <Override PartName="/ppt/media/image173.svg" ContentType="image/svg+xml"/>
  <Override PartName="/ppt/media/image174.svg" ContentType="image/svg+xml"/>
  <Override PartName="/ppt/media/image176.svg" ContentType="image/svg+xml"/>
  <Override PartName="/ppt/media/image178.svg" ContentType="image/svg+xml"/>
  <Override PartName="/ppt/media/image180.svg" ContentType="image/svg+xml"/>
  <Override PartName="/ppt/media/image181.svg" ContentType="image/svg+xml"/>
  <Override PartName="/ppt/media/image182.svg" ContentType="image/svg+xml"/>
  <Override PartName="/ppt/media/image183.svg" ContentType="image/svg+xml"/>
  <Override PartName="/ppt/media/image184.svg" ContentType="image/svg+xml"/>
  <Override PartName="/ppt/media/image186.svg" ContentType="image/svg+xml"/>
  <Override PartName="/ppt/media/image22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1.svg" ContentType="image/svg+xml"/>
  <Override PartName="/ppt/media/image33.svg" ContentType="image/svg+xml"/>
  <Override PartName="/ppt/media/image35.svg" ContentType="image/svg+xml"/>
  <Override PartName="/ppt/media/image37.svg" ContentType="image/svg+xml"/>
  <Override PartName="/ppt/media/image39.svg" ContentType="image/svg+xml"/>
  <Override PartName="/ppt/media/image41.svg" ContentType="image/svg+xml"/>
  <Override PartName="/ppt/media/image43.svg" ContentType="image/svg+xml"/>
  <Override PartName="/ppt/media/image44.svg" ContentType="image/svg+xml"/>
  <Override PartName="/ppt/media/image45.svg" ContentType="image/svg+xml"/>
  <Override PartName="/ppt/media/image47.svg" ContentType="image/svg+xml"/>
  <Override PartName="/ppt/media/image49.svg" ContentType="image/svg+xml"/>
  <Override PartName="/ppt/media/image51.svg" ContentType="image/svg+xml"/>
  <Override PartName="/ppt/media/image53.svg" ContentType="image/svg+xml"/>
  <Override PartName="/ppt/media/image55.svg" ContentType="image/svg+xml"/>
  <Override PartName="/ppt/media/image57.svg" ContentType="image/svg+xml"/>
  <Override PartName="/ppt/media/image58.svg" ContentType="image/svg+xml"/>
  <Override PartName="/ppt/media/image60.svg" ContentType="image/svg+xml"/>
  <Override PartName="/ppt/media/image62.svg" ContentType="image/svg+xml"/>
  <Override PartName="/ppt/media/image64.svg" ContentType="image/svg+xml"/>
  <Override PartName="/ppt/media/image66.svg" ContentType="image/svg+xml"/>
  <Override PartName="/ppt/media/image68.svg" ContentType="image/svg+xml"/>
  <Override PartName="/ppt/media/image70.svg" ContentType="image/svg+xml"/>
  <Override PartName="/ppt/media/image72.svg" ContentType="image/svg+xml"/>
  <Override PartName="/ppt/media/image74.svg" ContentType="image/svg+xml"/>
  <Override PartName="/ppt/media/image75.svg" ContentType="image/svg+xml"/>
  <Override PartName="/ppt/media/image77.svg" ContentType="image/svg+xml"/>
  <Override PartName="/ppt/media/image79.svg" ContentType="image/svg+xml"/>
  <Override PartName="/ppt/media/image81.svg" ContentType="image/svg+xml"/>
  <Override PartName="/ppt/media/image83.svg" ContentType="image/svg+xml"/>
  <Override PartName="/ppt/media/image85.svg" ContentType="image/svg+xml"/>
  <Override PartName="/ppt/media/image87.svg" ContentType="image/svg+xml"/>
  <Override PartName="/ppt/media/image88.svg" ContentType="image/svg+xml"/>
  <Override PartName="/ppt/media/image90.svg" ContentType="image/svg+xml"/>
  <Override PartName="/ppt/media/image92.svg" ContentType="image/svg+xml"/>
  <Override PartName="/ppt/media/image94.svg" ContentType="image/svg+xml"/>
  <Override PartName="/ppt/media/image96.svg" ContentType="image/svg+xml"/>
  <Override PartName="/ppt/media/image9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57" r:id="rId3"/>
  </p:sldMasterIdLst>
  <p:notesMasterIdLst>
    <p:notesMasterId r:id="rId6"/>
  </p:notesMasterIdLst>
  <p:handoutMasterIdLst>
    <p:handoutMasterId r:id="rId51"/>
  </p:handoutMasterIdLst>
  <p:sldIdLst>
    <p:sldId id="15004852" r:id="rId4"/>
    <p:sldId id="15004853" r:id="rId5"/>
    <p:sldId id="15004854" r:id="rId7"/>
    <p:sldId id="15004855" r:id="rId8"/>
    <p:sldId id="15004856" r:id="rId9"/>
    <p:sldId id="15004857" r:id="rId10"/>
    <p:sldId id="15004858" r:id="rId11"/>
    <p:sldId id="15004859" r:id="rId12"/>
    <p:sldId id="15004860" r:id="rId13"/>
    <p:sldId id="15005125" r:id="rId14"/>
    <p:sldId id="15005187" r:id="rId15"/>
    <p:sldId id="15005188" r:id="rId16"/>
    <p:sldId id="15005189" r:id="rId17"/>
    <p:sldId id="15005190" r:id="rId18"/>
    <p:sldId id="15005191" r:id="rId19"/>
    <p:sldId id="15005192" r:id="rId20"/>
    <p:sldId id="15005193" r:id="rId21"/>
    <p:sldId id="15005194" r:id="rId22"/>
    <p:sldId id="15005195" r:id="rId23"/>
    <p:sldId id="15005196" r:id="rId24"/>
    <p:sldId id="15005197" r:id="rId25"/>
    <p:sldId id="15005198" r:id="rId26"/>
    <p:sldId id="15005199" r:id="rId27"/>
    <p:sldId id="15005200" r:id="rId28"/>
    <p:sldId id="15005201" r:id="rId29"/>
    <p:sldId id="15005202" r:id="rId30"/>
    <p:sldId id="15005203" r:id="rId31"/>
    <p:sldId id="15005204" r:id="rId32"/>
    <p:sldId id="15005205" r:id="rId33"/>
    <p:sldId id="15005206" r:id="rId34"/>
    <p:sldId id="15005207" r:id="rId35"/>
    <p:sldId id="15005208" r:id="rId36"/>
    <p:sldId id="15005209" r:id="rId37"/>
    <p:sldId id="15005210" r:id="rId38"/>
    <p:sldId id="15005211" r:id="rId39"/>
    <p:sldId id="15005212" r:id="rId40"/>
    <p:sldId id="15005213" r:id="rId41"/>
    <p:sldId id="15005214" r:id="rId42"/>
    <p:sldId id="15005215" r:id="rId43"/>
    <p:sldId id="15005216" r:id="rId44"/>
    <p:sldId id="15005217" r:id="rId45"/>
    <p:sldId id="15005218" r:id="rId46"/>
    <p:sldId id="15005219" r:id="rId47"/>
    <p:sldId id="15005220" r:id="rId48"/>
    <p:sldId id="15005221" r:id="rId49"/>
    <p:sldId id="15004861" r:id="rId50"/>
  </p:sldIdLst>
  <p:sldSz cx="12192000" cy="6858000"/>
  <p:notesSz cx="9144000" cy="6858000"/>
  <p:custDataLst>
    <p:tags r:id="rId5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fd7ba32d-25c8-4935-aced-b502c7e1684e}">
          <p14:sldIdLst>
            <p14:sldId id="15004852"/>
            <p14:sldId id="15004853"/>
            <p14:sldId id="15004854"/>
            <p14:sldId id="15004855"/>
            <p14:sldId id="15004856"/>
            <p14:sldId id="15004857"/>
            <p14:sldId id="15004858"/>
            <p14:sldId id="15004859"/>
            <p14:sldId id="15004860"/>
          </p14:sldIdLst>
        </p14:section>
        <p14:section name="03-中心发散架构" id="{c8321f20-611b-422f-a0a8-6a46ac5baaff}">
          <p14:sldIdLst>
            <p14:sldId id="15005125"/>
            <p14:sldId id="15005187"/>
            <p14:sldId id="15005188"/>
            <p14:sldId id="15005189"/>
            <p14:sldId id="15005190"/>
            <p14:sldId id="15005191"/>
            <p14:sldId id="15005192"/>
            <p14:sldId id="15005193"/>
            <p14:sldId id="15005194"/>
            <p14:sldId id="15005195"/>
            <p14:sldId id="15005196"/>
            <p14:sldId id="15005197"/>
            <p14:sldId id="15005198"/>
            <p14:sldId id="15005199"/>
            <p14:sldId id="15005200"/>
            <p14:sldId id="15005201"/>
            <p14:sldId id="15005202"/>
            <p14:sldId id="15005203"/>
            <p14:sldId id="15005204"/>
            <p14:sldId id="15005205"/>
            <p14:sldId id="15005206"/>
            <p14:sldId id="15005207"/>
            <p14:sldId id="15005208"/>
            <p14:sldId id="15005209"/>
            <p14:sldId id="15005210"/>
            <p14:sldId id="15005211"/>
            <p14:sldId id="15005212"/>
            <p14:sldId id="15005213"/>
            <p14:sldId id="15005214"/>
            <p14:sldId id="15005215"/>
            <p14:sldId id="15005216"/>
            <p14:sldId id="15005217"/>
            <p14:sldId id="15005218"/>
            <p14:sldId id="15005219"/>
            <p14:sldId id="15005220"/>
            <p14:sldId id="15005221"/>
            <p14:sldId id="1500486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466" userDrawn="1">
          <p15:clr>
            <a:srgbClr val="A4A3A4"/>
          </p15:clr>
        </p15:guide>
        <p15:guide id="2" pos="412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微软用户" initials="微软用户" lastIdx="1" clrIdx="0"/>
  <p:cmAuthor id="7" name="Administrator" initials="A" lastIdx="0" clrIdx="6"/>
  <p:cmAuthor id="1" name="Microsoft Office User" initials="MOU" lastIdx="1" clrIdx="0"/>
  <p:cmAuthor id="8" name="宋洁然" initials="宋" lastIdx="0" clrIdx="7"/>
  <p:cmAuthor id="2" name="小麦" initials="l" lastIdx="1" clrIdx="1"/>
  <p:cmAuthor id="9" name="ming qiu" initials="m" lastIdx="0" clrIdx="8"/>
  <p:cmAuthor id="3" name="仲杰 李" initials="仲杰" lastIdx="1" clrIdx="3"/>
  <p:cmAuthor id="10" name="WPS_1679281038" initials="W" lastIdx="0" clrIdx="9"/>
  <p:cmAuthor id="5" name="1206988966@qq.com" initials="1" lastIdx="0" clrIdx="4"/>
  <p:cmAuthor id="6" name="姜伟光" initials="姜" lastIdx="0" clrIdx="5"/>
  <p:cmAuthor id="11" name="田野田野" initials="田野田野" lastIdx="0" clrIdx="10"/>
  <p:cmAuthor id="12" name="作者" initials="A" lastIdx="0" clrIdx="11"/>
  <p:cmAuthor id="13" name="ALA11.黄宜隆" initials="A" lastIdx="0" clrIdx="12"/>
  <p:cmAuthor id="14" name="陈 源晨" initials="陈" lastIdx="0" clrIdx="13"/>
  <p:cmAuthor id="15" name="Haval Sh" initials="HS" lastIdx="0" clrIdx="14"/>
  <p:cmAuthor id="16" name="宋 雪贤" initials="宋" lastIdx="0" clrIdx="15"/>
  <p:cmAuthor id="17" name="YOYOON" initials="Y" lastIdx="0" clrIdx="16"/>
  <p:cmAuthor id="18" name=" src" initials="s" lastIdx="0" clrIdx="17"/>
  <p:cmAuthor id="19" name="WHITE GRAPHIC" initials="WG" lastIdx="0" clrIdx="18"/>
  <p:cmAuthor id="20" name="USER" initials="U" lastIdx="0" clrIdx="19"/>
  <p:cmAuthor id="21" name="SheHab" initials="S" lastIdx="0" clrIdx="20"/>
  <p:cmAuthor id="22" name="幸全" initials="幸全" lastIdx="0" clrIdx="21"/>
  <p:cmAuthor id="23" name="刘付观生" initials="刘付观生" lastIdx="0" clrIdx="22"/>
  <p:cmAuthor id="24" name="liufuguansheng" initials="liufu" lastIdx="0" clrIdx="23"/>
  <p:cmAuthor id="25" name="ITC" initials="I" lastIdx="0" clrIdx="24"/>
  <p:cmAuthor id="26" name="WATER MELON" initials="WM" lastIdx="0" clrIdx="25"/>
  <p:cmAuthor id="27" name="余 KM" initials="余" lastIdx="0" clrIdx="26"/>
  <p:cmAuthor id="28" name="8615900558199" initials="8" lastIdx="0" clrIdx="27"/>
  <p:cmAuthor id="29" name="WPS" initials="W" lastIdx="0" clrIdx="28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04040"/>
    <a:srgbClr val="1C4274"/>
    <a:srgbClr val="9A3123"/>
    <a:srgbClr val="457B9D"/>
    <a:srgbClr val="FAF4F4"/>
    <a:srgbClr val="E8ECF1"/>
    <a:srgbClr val="AA3722"/>
    <a:srgbClr val="F1F5FA"/>
    <a:srgbClr val="F7F1F1"/>
    <a:srgbClr val="1D35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860" autoAdjust="0"/>
    <p:restoredTop sz="96457"/>
  </p:normalViewPr>
  <p:slideViewPr>
    <p:cSldViewPr snapToGrid="0" showGuides="1">
      <p:cViewPr varScale="1">
        <p:scale>
          <a:sx n="95" d="100"/>
          <a:sy n="95" d="100"/>
        </p:scale>
        <p:origin x="350" y="53"/>
      </p:cViewPr>
      <p:guideLst>
        <p:guide orient="horz" pos="2466"/>
        <p:guide pos="4128"/>
      </p:guideLst>
    </p:cSldViewPr>
  </p:slideViewPr>
  <p:outlineViewPr>
    <p:cViewPr>
      <p:scale>
        <a:sx n="33" d="100"/>
        <a:sy n="33" d="100"/>
      </p:scale>
      <p:origin x="0" y="-257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" d="1"/>
        <a:sy n="1" d="1"/>
      </p:scale>
      <p:origin x="0" y="-2271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56" Type="http://schemas.openxmlformats.org/officeDocument/2006/relationships/tags" Target="tags/tag600.xml"/><Relationship Id="rId55" Type="http://schemas.openxmlformats.org/officeDocument/2006/relationships/commentAuthors" Target="commentAuthors.xml"/><Relationship Id="rId54" Type="http://schemas.openxmlformats.org/officeDocument/2006/relationships/tableStyles" Target="tableStyles.xml"/><Relationship Id="rId53" Type="http://schemas.openxmlformats.org/officeDocument/2006/relationships/viewProps" Target="viewProps.xml"/><Relationship Id="rId52" Type="http://schemas.openxmlformats.org/officeDocument/2006/relationships/presProps" Target="presProps.xml"/><Relationship Id="rId51" Type="http://schemas.openxmlformats.org/officeDocument/2006/relationships/handoutMaster" Target="handoutMasters/handoutMaster1.xml"/><Relationship Id="rId50" Type="http://schemas.openxmlformats.org/officeDocument/2006/relationships/slide" Target="slides/slide46.xml"/><Relationship Id="rId5" Type="http://schemas.openxmlformats.org/officeDocument/2006/relationships/slide" Target="slides/slide2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6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6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6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6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ACF6214C-E03D-6F40-B83F-4BCCB0CB53E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7D75D23C-CB69-BA4F-AB82-25300986047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/>
              <a:t> </a:t>
            </a:r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/>
              <a:t> </a:t>
            </a:r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/>
              <a:t> </a:t>
            </a:r>
            <a:endParaRPr lang="en-US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/>
              <a:t> </a:t>
            </a:r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 userDrawn="1"/>
        </p:nvSpPr>
        <p:spPr>
          <a:xfrm>
            <a:off x="5227955" y="215900"/>
            <a:ext cx="5846445" cy="82613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本作品系开悟思维原创作品，已获国家版权局作品登记证书！</a:t>
            </a:r>
            <a:endParaRPr lang="zh-CN" altLang="en-US" sz="1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原创版权保护，仅供个人学习使用，侵权必究！</a:t>
            </a:r>
            <a:endParaRPr lang="zh-CN" altLang="en-US" sz="1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 sz="1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线连接符 7"/>
          <p:cNvCxnSpPr/>
          <p:nvPr userDrawn="1"/>
        </p:nvCxnSpPr>
        <p:spPr>
          <a:xfrm>
            <a:off x="369165" y="839204"/>
            <a:ext cx="11459846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内容占位符 57"/>
          <p:cNvSpPr>
            <a:spLocks noGrp="1"/>
          </p:cNvSpPr>
          <p:nvPr>
            <p:ph sz="quarter" idx="18"/>
          </p:nvPr>
        </p:nvSpPr>
        <p:spPr>
          <a:xfrm>
            <a:off x="519113" y="1289050"/>
            <a:ext cx="10987087" cy="4627563"/>
          </a:xfrm>
        </p:spPr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标题 1"/>
          <p:cNvSpPr>
            <a:spLocks noGrp="1"/>
          </p:cNvSpPr>
          <p:nvPr>
            <p:ph type="ctrTitle" hasCustomPrompt="1"/>
          </p:nvPr>
        </p:nvSpPr>
        <p:spPr>
          <a:xfrm>
            <a:off x="368705" y="275357"/>
            <a:ext cx="2188210" cy="481330"/>
          </a:xfrm>
          <a:ln w="12700">
            <a:miter lim="400000"/>
          </a:ln>
        </p:spPr>
        <p:txBody>
          <a:bodyPr wrap="none" lIns="25400" tIns="25400" rIns="25400" bIns="25400">
            <a:spAutoFit/>
          </a:bodyPr>
          <a:lstStyle>
            <a:lvl1pPr>
              <a:defRPr kumimoji="0" lang="zh-CN" altLang="en-US" sz="2800" b="1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>
                  <a:outerShdw blurRad="187896" dist="38100" dir="2700000" algn="tl" rotWithShape="0">
                    <a:srgbClr val="1C2952">
                      <a:alpha val="6000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dirty="0"/>
              <a:t>单击输入文字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/>
          <a:srcRect r="56499" b="-1176"/>
          <a:stretch>
            <a:fillRect/>
          </a:stretch>
        </p:blipFill>
        <p:spPr>
          <a:xfrm>
            <a:off x="7656830" y="354330"/>
            <a:ext cx="1649095" cy="327660"/>
          </a:xfrm>
          <a:prstGeom prst="rect">
            <a:avLst/>
          </a:prstGeom>
        </p:spPr>
      </p:pic>
      <p:sp>
        <p:nvSpPr>
          <p:cNvPr id="2" name="文本框 1"/>
          <p:cNvSpPr txBox="1"/>
          <p:nvPr userDrawn="1"/>
        </p:nvSpPr>
        <p:spPr>
          <a:xfrm>
            <a:off x="9227185" y="417830"/>
            <a:ext cx="297053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复杂逻辑场景</a:t>
            </a:r>
            <a:r>
              <a:rPr lang="en-US" altLang="zh-CN" sz="10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</a:t>
            </a:r>
            <a:r>
              <a:rPr lang="zh-CN" altLang="en-US" sz="10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框架搭建系列</a:t>
            </a:r>
            <a:r>
              <a:rPr lang="en-US" altLang="zh-CN" sz="10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PPT</a:t>
            </a:r>
            <a:r>
              <a:rPr lang="zh-CN" altLang="en-US" sz="10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模板</a:t>
            </a:r>
            <a:endParaRPr lang="zh-CN" altLang="en-US" sz="100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04CB4-406B-4597-B044-D3B6F9EB617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9AE3D-545A-4B2E-82ED-8AC91F57BF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28" y="608412"/>
            <a:ext cx="10969709" cy="70561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28" y="1490430"/>
            <a:ext cx="10969709" cy="4759297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 userDrawn="1"/>
        </p:nvSpPr>
        <p:spPr>
          <a:xfrm>
            <a:off x="5227955" y="215900"/>
            <a:ext cx="5846445" cy="82613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本作品系开悟思维原创作品，已获国家版权局作品登记证书！</a:t>
            </a:r>
            <a:endParaRPr lang="zh-CN" altLang="en-US" sz="1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原创版权保护，仅供个人学习使用，侵权必究！</a:t>
            </a:r>
            <a:endParaRPr lang="zh-CN" altLang="en-US" sz="1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 sz="1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内容占位符 57"/>
          <p:cNvSpPr>
            <a:spLocks noGrp="1"/>
          </p:cNvSpPr>
          <p:nvPr>
            <p:ph sz="quarter" idx="18"/>
          </p:nvPr>
        </p:nvSpPr>
        <p:spPr>
          <a:xfrm>
            <a:off x="519113" y="1289050"/>
            <a:ext cx="10987087" cy="4627563"/>
          </a:xfrm>
        </p:spPr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标题 1"/>
          <p:cNvSpPr>
            <a:spLocks noGrp="1"/>
          </p:cNvSpPr>
          <p:nvPr>
            <p:ph type="ctrTitle" hasCustomPrompt="1"/>
          </p:nvPr>
        </p:nvSpPr>
        <p:spPr>
          <a:xfrm>
            <a:off x="368705" y="275357"/>
            <a:ext cx="2188210" cy="481330"/>
          </a:xfrm>
          <a:ln w="12700">
            <a:miter lim="400000"/>
          </a:ln>
        </p:spPr>
        <p:txBody>
          <a:bodyPr wrap="none" lIns="25400" tIns="25400" rIns="25400" bIns="25400">
            <a:spAutoFit/>
          </a:bodyPr>
          <a:lstStyle>
            <a:lvl1pPr>
              <a:defRPr kumimoji="0" lang="zh-CN" altLang="en-US" sz="2800" b="1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>
                  <a:outerShdw blurRad="187896" dist="38100" dir="2700000" algn="tl" rotWithShape="0">
                    <a:srgbClr val="1C2952">
                      <a:alpha val="6000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dirty="0"/>
              <a:t>单击输入文字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04CB4-406B-4597-B044-D3B6F9EB617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9AE3D-545A-4B2E-82ED-8AC91F57BF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28" y="608412"/>
            <a:ext cx="10969709" cy="70561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28" y="1490430"/>
            <a:ext cx="10969709" cy="4759297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theme" Target="../theme/theme2.xml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3854961C-C3E7-4008-B7AA-A672D0EA3DB0}" type="datetimeFigureOut">
              <a:rPr lang="en-US" smtClean="0"/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8472ACB7-49E0-448E-BCC2-AC9877F63D46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3854961C-C3E7-4008-B7AA-A672D0EA3DB0}" type="datetimeFigureOut">
              <a:rPr lang="en-US" smtClean="0"/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8472ACB7-49E0-448E-BCC2-AC9877F63D46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3.png"/><Relationship Id="rId2" Type="http://schemas.openxmlformats.org/officeDocument/2006/relationships/tags" Target="../tags/tag12.xml"/><Relationship Id="rId1" Type="http://schemas.openxmlformats.org/officeDocument/2006/relationships/tags" Target="../tags/tag11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13.xml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1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9.xml"/><Relationship Id="rId6" Type="http://schemas.openxmlformats.org/officeDocument/2006/relationships/image" Target="../media/image10.png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28.xml"/><Relationship Id="rId8" Type="http://schemas.openxmlformats.org/officeDocument/2006/relationships/tags" Target="../tags/tag27.xml"/><Relationship Id="rId7" Type="http://schemas.openxmlformats.org/officeDocument/2006/relationships/image" Target="../media/image11.png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1" Type="http://schemas.openxmlformats.org/officeDocument/2006/relationships/slideLayout" Target="../slideLayouts/slideLayout9.xml"/><Relationship Id="rId10" Type="http://schemas.openxmlformats.org/officeDocument/2006/relationships/image" Target="../media/image12.png"/><Relationship Id="rId1" Type="http://schemas.openxmlformats.org/officeDocument/2006/relationships/tags" Target="../tags/tag21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35.xml"/><Relationship Id="rId8" Type="http://schemas.openxmlformats.org/officeDocument/2006/relationships/image" Target="../media/image14.png"/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image" Target="../media/image13.png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4" Type="http://schemas.openxmlformats.org/officeDocument/2006/relationships/slideLayout" Target="../slideLayouts/slideLayout9.xml"/><Relationship Id="rId13" Type="http://schemas.openxmlformats.org/officeDocument/2006/relationships/image" Target="../media/image16.png"/><Relationship Id="rId12" Type="http://schemas.openxmlformats.org/officeDocument/2006/relationships/image" Target="../media/image15.png"/><Relationship Id="rId11" Type="http://schemas.openxmlformats.org/officeDocument/2006/relationships/tags" Target="../tags/tag37.xml"/><Relationship Id="rId10" Type="http://schemas.openxmlformats.org/officeDocument/2006/relationships/tags" Target="../tags/tag36.xml"/><Relationship Id="rId1" Type="http://schemas.openxmlformats.org/officeDocument/2006/relationships/tags" Target="../tags/tag29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44.xml"/><Relationship Id="rId8" Type="http://schemas.openxmlformats.org/officeDocument/2006/relationships/tags" Target="../tags/tag43.xml"/><Relationship Id="rId7" Type="http://schemas.openxmlformats.org/officeDocument/2006/relationships/image" Target="../media/image18.png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3" Type="http://schemas.openxmlformats.org/officeDocument/2006/relationships/image" Target="../media/image17.png"/><Relationship Id="rId2" Type="http://schemas.openxmlformats.org/officeDocument/2006/relationships/tags" Target="../tags/tag39.xml"/><Relationship Id="rId15" Type="http://schemas.openxmlformats.org/officeDocument/2006/relationships/slideLayout" Target="../slideLayouts/slideLayout9.xml"/><Relationship Id="rId14" Type="http://schemas.openxmlformats.org/officeDocument/2006/relationships/image" Target="../media/image20.png"/><Relationship Id="rId13" Type="http://schemas.openxmlformats.org/officeDocument/2006/relationships/tags" Target="../tags/tag47.xml"/><Relationship Id="rId12" Type="http://schemas.openxmlformats.org/officeDocument/2006/relationships/image" Target="../media/image19.png"/><Relationship Id="rId11" Type="http://schemas.openxmlformats.org/officeDocument/2006/relationships/tags" Target="../tags/tag46.xml"/><Relationship Id="rId10" Type="http://schemas.openxmlformats.org/officeDocument/2006/relationships/tags" Target="../tags/tag45.xml"/><Relationship Id="rId1" Type="http://schemas.openxmlformats.org/officeDocument/2006/relationships/tags" Target="../tags/tag38.xml"/></Relationships>
</file>

<file path=ppt/slides/_rels/slide9.xml.rels><?xml version="1.0" encoding="UTF-8" standalone="yes"?>
<Relationships xmlns="http://schemas.openxmlformats.org/package/2006/relationships"><Relationship Id="rId99" Type="http://schemas.openxmlformats.org/officeDocument/2006/relationships/tags" Target="../tags/tag144.xml"/><Relationship Id="rId98" Type="http://schemas.openxmlformats.org/officeDocument/2006/relationships/tags" Target="../tags/tag143.xml"/><Relationship Id="rId97" Type="http://schemas.openxmlformats.org/officeDocument/2006/relationships/tags" Target="../tags/tag142.xml"/><Relationship Id="rId96" Type="http://schemas.openxmlformats.org/officeDocument/2006/relationships/tags" Target="../tags/tag141.xml"/><Relationship Id="rId95" Type="http://schemas.openxmlformats.org/officeDocument/2006/relationships/tags" Target="../tags/tag140.xml"/><Relationship Id="rId94" Type="http://schemas.openxmlformats.org/officeDocument/2006/relationships/tags" Target="../tags/tag139.xml"/><Relationship Id="rId93" Type="http://schemas.openxmlformats.org/officeDocument/2006/relationships/tags" Target="../tags/tag138.xml"/><Relationship Id="rId92" Type="http://schemas.openxmlformats.org/officeDocument/2006/relationships/tags" Target="../tags/tag137.xml"/><Relationship Id="rId91" Type="http://schemas.openxmlformats.org/officeDocument/2006/relationships/tags" Target="../tags/tag136.xml"/><Relationship Id="rId90" Type="http://schemas.openxmlformats.org/officeDocument/2006/relationships/tags" Target="../tags/tag135.xml"/><Relationship Id="rId9" Type="http://schemas.openxmlformats.org/officeDocument/2006/relationships/tags" Target="../tags/tag56.xml"/><Relationship Id="rId89" Type="http://schemas.openxmlformats.org/officeDocument/2006/relationships/tags" Target="../tags/tag134.xml"/><Relationship Id="rId88" Type="http://schemas.openxmlformats.org/officeDocument/2006/relationships/tags" Target="../tags/tag133.xml"/><Relationship Id="rId87" Type="http://schemas.openxmlformats.org/officeDocument/2006/relationships/tags" Target="../tags/tag132.xml"/><Relationship Id="rId86" Type="http://schemas.openxmlformats.org/officeDocument/2006/relationships/tags" Target="../tags/tag131.xml"/><Relationship Id="rId85" Type="http://schemas.openxmlformats.org/officeDocument/2006/relationships/tags" Target="../tags/tag130.xml"/><Relationship Id="rId84" Type="http://schemas.openxmlformats.org/officeDocument/2006/relationships/tags" Target="../tags/tag129.xml"/><Relationship Id="rId83" Type="http://schemas.openxmlformats.org/officeDocument/2006/relationships/tags" Target="../tags/tag128.xml"/><Relationship Id="rId82" Type="http://schemas.openxmlformats.org/officeDocument/2006/relationships/tags" Target="../tags/tag127.xml"/><Relationship Id="rId81" Type="http://schemas.openxmlformats.org/officeDocument/2006/relationships/tags" Target="../tags/tag126.xml"/><Relationship Id="rId80" Type="http://schemas.openxmlformats.org/officeDocument/2006/relationships/tags" Target="../tags/tag125.xml"/><Relationship Id="rId8" Type="http://schemas.openxmlformats.org/officeDocument/2006/relationships/tags" Target="../tags/tag55.xml"/><Relationship Id="rId79" Type="http://schemas.openxmlformats.org/officeDocument/2006/relationships/tags" Target="../tags/tag124.xml"/><Relationship Id="rId78" Type="http://schemas.openxmlformats.org/officeDocument/2006/relationships/tags" Target="../tags/tag123.xml"/><Relationship Id="rId77" Type="http://schemas.openxmlformats.org/officeDocument/2006/relationships/tags" Target="../tags/tag122.xml"/><Relationship Id="rId76" Type="http://schemas.openxmlformats.org/officeDocument/2006/relationships/tags" Target="../tags/tag121.xml"/><Relationship Id="rId75" Type="http://schemas.openxmlformats.org/officeDocument/2006/relationships/tags" Target="../tags/tag120.xml"/><Relationship Id="rId74" Type="http://schemas.openxmlformats.org/officeDocument/2006/relationships/tags" Target="../tags/tag119.xml"/><Relationship Id="rId73" Type="http://schemas.openxmlformats.org/officeDocument/2006/relationships/image" Target="../media/image22.svg"/><Relationship Id="rId72" Type="http://schemas.openxmlformats.org/officeDocument/2006/relationships/image" Target="../media/image21.png"/><Relationship Id="rId71" Type="http://schemas.openxmlformats.org/officeDocument/2006/relationships/tags" Target="../tags/tag118.xml"/><Relationship Id="rId70" Type="http://schemas.openxmlformats.org/officeDocument/2006/relationships/tags" Target="../tags/tag117.xml"/><Relationship Id="rId7" Type="http://schemas.openxmlformats.org/officeDocument/2006/relationships/tags" Target="../tags/tag54.xml"/><Relationship Id="rId69" Type="http://schemas.openxmlformats.org/officeDocument/2006/relationships/tags" Target="../tags/tag116.xml"/><Relationship Id="rId68" Type="http://schemas.openxmlformats.org/officeDocument/2006/relationships/tags" Target="../tags/tag115.xml"/><Relationship Id="rId67" Type="http://schemas.openxmlformats.org/officeDocument/2006/relationships/tags" Target="../tags/tag114.xml"/><Relationship Id="rId66" Type="http://schemas.openxmlformats.org/officeDocument/2006/relationships/tags" Target="../tags/tag113.xml"/><Relationship Id="rId65" Type="http://schemas.openxmlformats.org/officeDocument/2006/relationships/tags" Target="../tags/tag112.xml"/><Relationship Id="rId64" Type="http://schemas.openxmlformats.org/officeDocument/2006/relationships/tags" Target="../tags/tag111.xml"/><Relationship Id="rId63" Type="http://schemas.openxmlformats.org/officeDocument/2006/relationships/tags" Target="../tags/tag110.xml"/><Relationship Id="rId62" Type="http://schemas.openxmlformats.org/officeDocument/2006/relationships/tags" Target="../tags/tag109.xml"/><Relationship Id="rId61" Type="http://schemas.openxmlformats.org/officeDocument/2006/relationships/tags" Target="../tags/tag108.xml"/><Relationship Id="rId60" Type="http://schemas.openxmlformats.org/officeDocument/2006/relationships/tags" Target="../tags/tag107.xml"/><Relationship Id="rId6" Type="http://schemas.openxmlformats.org/officeDocument/2006/relationships/tags" Target="../tags/tag53.xml"/><Relationship Id="rId59" Type="http://schemas.openxmlformats.org/officeDocument/2006/relationships/tags" Target="../tags/tag106.xml"/><Relationship Id="rId58" Type="http://schemas.openxmlformats.org/officeDocument/2006/relationships/tags" Target="../tags/tag105.xml"/><Relationship Id="rId57" Type="http://schemas.openxmlformats.org/officeDocument/2006/relationships/tags" Target="../tags/tag104.xml"/><Relationship Id="rId56" Type="http://schemas.openxmlformats.org/officeDocument/2006/relationships/tags" Target="../tags/tag103.xml"/><Relationship Id="rId55" Type="http://schemas.openxmlformats.org/officeDocument/2006/relationships/tags" Target="../tags/tag102.xml"/><Relationship Id="rId54" Type="http://schemas.openxmlformats.org/officeDocument/2006/relationships/tags" Target="../tags/tag101.xml"/><Relationship Id="rId53" Type="http://schemas.openxmlformats.org/officeDocument/2006/relationships/tags" Target="../tags/tag100.xml"/><Relationship Id="rId52" Type="http://schemas.openxmlformats.org/officeDocument/2006/relationships/tags" Target="../tags/tag99.xml"/><Relationship Id="rId51" Type="http://schemas.openxmlformats.org/officeDocument/2006/relationships/tags" Target="../tags/tag98.xml"/><Relationship Id="rId50" Type="http://schemas.openxmlformats.org/officeDocument/2006/relationships/tags" Target="../tags/tag97.xml"/><Relationship Id="rId5" Type="http://schemas.openxmlformats.org/officeDocument/2006/relationships/tags" Target="../tags/tag52.xml"/><Relationship Id="rId49" Type="http://schemas.openxmlformats.org/officeDocument/2006/relationships/tags" Target="../tags/tag96.xml"/><Relationship Id="rId48" Type="http://schemas.openxmlformats.org/officeDocument/2006/relationships/tags" Target="../tags/tag95.xml"/><Relationship Id="rId47" Type="http://schemas.openxmlformats.org/officeDocument/2006/relationships/tags" Target="../tags/tag94.xml"/><Relationship Id="rId46" Type="http://schemas.openxmlformats.org/officeDocument/2006/relationships/tags" Target="../tags/tag93.xml"/><Relationship Id="rId45" Type="http://schemas.openxmlformats.org/officeDocument/2006/relationships/tags" Target="../tags/tag92.xml"/><Relationship Id="rId44" Type="http://schemas.openxmlformats.org/officeDocument/2006/relationships/tags" Target="../tags/tag91.xml"/><Relationship Id="rId43" Type="http://schemas.openxmlformats.org/officeDocument/2006/relationships/tags" Target="../tags/tag90.xml"/><Relationship Id="rId42" Type="http://schemas.openxmlformats.org/officeDocument/2006/relationships/tags" Target="../tags/tag89.xml"/><Relationship Id="rId41" Type="http://schemas.openxmlformats.org/officeDocument/2006/relationships/tags" Target="../tags/tag88.xml"/><Relationship Id="rId40" Type="http://schemas.openxmlformats.org/officeDocument/2006/relationships/tags" Target="../tags/tag87.xml"/><Relationship Id="rId4" Type="http://schemas.openxmlformats.org/officeDocument/2006/relationships/tags" Target="../tags/tag51.xml"/><Relationship Id="rId39" Type="http://schemas.openxmlformats.org/officeDocument/2006/relationships/tags" Target="../tags/tag86.xml"/><Relationship Id="rId38" Type="http://schemas.openxmlformats.org/officeDocument/2006/relationships/tags" Target="../tags/tag85.xml"/><Relationship Id="rId37" Type="http://schemas.openxmlformats.org/officeDocument/2006/relationships/tags" Target="../tags/tag84.xml"/><Relationship Id="rId36" Type="http://schemas.openxmlformats.org/officeDocument/2006/relationships/tags" Target="../tags/tag83.xml"/><Relationship Id="rId35" Type="http://schemas.openxmlformats.org/officeDocument/2006/relationships/tags" Target="../tags/tag82.xml"/><Relationship Id="rId34" Type="http://schemas.openxmlformats.org/officeDocument/2006/relationships/tags" Target="../tags/tag81.xml"/><Relationship Id="rId33" Type="http://schemas.openxmlformats.org/officeDocument/2006/relationships/tags" Target="../tags/tag80.xml"/><Relationship Id="rId32" Type="http://schemas.openxmlformats.org/officeDocument/2006/relationships/tags" Target="../tags/tag79.xml"/><Relationship Id="rId31" Type="http://schemas.openxmlformats.org/officeDocument/2006/relationships/tags" Target="../tags/tag78.xml"/><Relationship Id="rId30" Type="http://schemas.openxmlformats.org/officeDocument/2006/relationships/tags" Target="../tags/tag77.xml"/><Relationship Id="rId3" Type="http://schemas.openxmlformats.org/officeDocument/2006/relationships/tags" Target="../tags/tag50.xml"/><Relationship Id="rId29" Type="http://schemas.openxmlformats.org/officeDocument/2006/relationships/tags" Target="../tags/tag76.xml"/><Relationship Id="rId28" Type="http://schemas.openxmlformats.org/officeDocument/2006/relationships/tags" Target="../tags/tag75.xml"/><Relationship Id="rId27" Type="http://schemas.openxmlformats.org/officeDocument/2006/relationships/tags" Target="../tags/tag74.xml"/><Relationship Id="rId26" Type="http://schemas.openxmlformats.org/officeDocument/2006/relationships/tags" Target="../tags/tag73.xml"/><Relationship Id="rId25" Type="http://schemas.openxmlformats.org/officeDocument/2006/relationships/tags" Target="../tags/tag72.xml"/><Relationship Id="rId24" Type="http://schemas.openxmlformats.org/officeDocument/2006/relationships/tags" Target="../tags/tag71.xml"/><Relationship Id="rId23" Type="http://schemas.openxmlformats.org/officeDocument/2006/relationships/tags" Target="../tags/tag70.xml"/><Relationship Id="rId22" Type="http://schemas.openxmlformats.org/officeDocument/2006/relationships/tags" Target="../tags/tag69.xml"/><Relationship Id="rId21" Type="http://schemas.openxmlformats.org/officeDocument/2006/relationships/tags" Target="../tags/tag68.xml"/><Relationship Id="rId20" Type="http://schemas.openxmlformats.org/officeDocument/2006/relationships/tags" Target="../tags/tag67.xml"/><Relationship Id="rId2" Type="http://schemas.openxmlformats.org/officeDocument/2006/relationships/tags" Target="../tags/tag49.xml"/><Relationship Id="rId19" Type="http://schemas.openxmlformats.org/officeDocument/2006/relationships/tags" Target="../tags/tag66.xml"/><Relationship Id="rId18" Type="http://schemas.openxmlformats.org/officeDocument/2006/relationships/tags" Target="../tags/tag65.xml"/><Relationship Id="rId17" Type="http://schemas.openxmlformats.org/officeDocument/2006/relationships/tags" Target="../tags/tag64.xml"/><Relationship Id="rId16" Type="http://schemas.openxmlformats.org/officeDocument/2006/relationships/tags" Target="../tags/tag63.xml"/><Relationship Id="rId15" Type="http://schemas.openxmlformats.org/officeDocument/2006/relationships/tags" Target="../tags/tag62.xml"/><Relationship Id="rId148" Type="http://schemas.openxmlformats.org/officeDocument/2006/relationships/slideLayout" Target="../slideLayouts/slideLayout9.xml"/><Relationship Id="rId147" Type="http://schemas.openxmlformats.org/officeDocument/2006/relationships/tags" Target="../tags/tag192.xml"/><Relationship Id="rId146" Type="http://schemas.openxmlformats.org/officeDocument/2006/relationships/tags" Target="../tags/tag191.xml"/><Relationship Id="rId145" Type="http://schemas.openxmlformats.org/officeDocument/2006/relationships/tags" Target="../tags/tag190.xml"/><Relationship Id="rId144" Type="http://schemas.openxmlformats.org/officeDocument/2006/relationships/tags" Target="../tags/tag189.xml"/><Relationship Id="rId143" Type="http://schemas.openxmlformats.org/officeDocument/2006/relationships/tags" Target="../tags/tag188.xml"/><Relationship Id="rId142" Type="http://schemas.openxmlformats.org/officeDocument/2006/relationships/tags" Target="../tags/tag187.xml"/><Relationship Id="rId141" Type="http://schemas.openxmlformats.org/officeDocument/2006/relationships/tags" Target="../tags/tag186.xml"/><Relationship Id="rId140" Type="http://schemas.openxmlformats.org/officeDocument/2006/relationships/tags" Target="../tags/tag185.xml"/><Relationship Id="rId14" Type="http://schemas.openxmlformats.org/officeDocument/2006/relationships/tags" Target="../tags/tag61.xml"/><Relationship Id="rId139" Type="http://schemas.openxmlformats.org/officeDocument/2006/relationships/tags" Target="../tags/tag184.xml"/><Relationship Id="rId138" Type="http://schemas.openxmlformats.org/officeDocument/2006/relationships/tags" Target="../tags/tag183.xml"/><Relationship Id="rId137" Type="http://schemas.openxmlformats.org/officeDocument/2006/relationships/tags" Target="../tags/tag182.xml"/><Relationship Id="rId136" Type="http://schemas.openxmlformats.org/officeDocument/2006/relationships/tags" Target="../tags/tag181.xml"/><Relationship Id="rId135" Type="http://schemas.openxmlformats.org/officeDocument/2006/relationships/tags" Target="../tags/tag180.xml"/><Relationship Id="rId134" Type="http://schemas.openxmlformats.org/officeDocument/2006/relationships/tags" Target="../tags/tag179.xml"/><Relationship Id="rId133" Type="http://schemas.openxmlformats.org/officeDocument/2006/relationships/tags" Target="../tags/tag178.xml"/><Relationship Id="rId132" Type="http://schemas.openxmlformats.org/officeDocument/2006/relationships/tags" Target="../tags/tag177.xml"/><Relationship Id="rId131" Type="http://schemas.openxmlformats.org/officeDocument/2006/relationships/tags" Target="../tags/tag176.xml"/><Relationship Id="rId130" Type="http://schemas.openxmlformats.org/officeDocument/2006/relationships/tags" Target="../tags/tag175.xml"/><Relationship Id="rId13" Type="http://schemas.openxmlformats.org/officeDocument/2006/relationships/tags" Target="../tags/tag60.xml"/><Relationship Id="rId129" Type="http://schemas.openxmlformats.org/officeDocument/2006/relationships/tags" Target="../tags/tag174.xml"/><Relationship Id="rId128" Type="http://schemas.openxmlformats.org/officeDocument/2006/relationships/tags" Target="../tags/tag173.xml"/><Relationship Id="rId127" Type="http://schemas.openxmlformats.org/officeDocument/2006/relationships/tags" Target="../tags/tag172.xml"/><Relationship Id="rId126" Type="http://schemas.openxmlformats.org/officeDocument/2006/relationships/tags" Target="../tags/tag171.xml"/><Relationship Id="rId125" Type="http://schemas.openxmlformats.org/officeDocument/2006/relationships/tags" Target="../tags/tag170.xml"/><Relationship Id="rId124" Type="http://schemas.openxmlformats.org/officeDocument/2006/relationships/tags" Target="../tags/tag169.xml"/><Relationship Id="rId123" Type="http://schemas.openxmlformats.org/officeDocument/2006/relationships/tags" Target="../tags/tag168.xml"/><Relationship Id="rId122" Type="http://schemas.openxmlformats.org/officeDocument/2006/relationships/tags" Target="../tags/tag167.xml"/><Relationship Id="rId121" Type="http://schemas.openxmlformats.org/officeDocument/2006/relationships/tags" Target="../tags/tag166.xml"/><Relationship Id="rId120" Type="http://schemas.openxmlformats.org/officeDocument/2006/relationships/tags" Target="../tags/tag165.xml"/><Relationship Id="rId12" Type="http://schemas.openxmlformats.org/officeDocument/2006/relationships/tags" Target="../tags/tag59.xml"/><Relationship Id="rId119" Type="http://schemas.openxmlformats.org/officeDocument/2006/relationships/tags" Target="../tags/tag164.xml"/><Relationship Id="rId118" Type="http://schemas.openxmlformats.org/officeDocument/2006/relationships/tags" Target="../tags/tag163.xml"/><Relationship Id="rId117" Type="http://schemas.openxmlformats.org/officeDocument/2006/relationships/tags" Target="../tags/tag162.xml"/><Relationship Id="rId116" Type="http://schemas.openxmlformats.org/officeDocument/2006/relationships/tags" Target="../tags/tag161.xml"/><Relationship Id="rId115" Type="http://schemas.openxmlformats.org/officeDocument/2006/relationships/tags" Target="../tags/tag160.xml"/><Relationship Id="rId114" Type="http://schemas.openxmlformats.org/officeDocument/2006/relationships/tags" Target="../tags/tag159.xml"/><Relationship Id="rId113" Type="http://schemas.openxmlformats.org/officeDocument/2006/relationships/tags" Target="../tags/tag158.xml"/><Relationship Id="rId112" Type="http://schemas.openxmlformats.org/officeDocument/2006/relationships/tags" Target="../tags/tag157.xml"/><Relationship Id="rId111" Type="http://schemas.openxmlformats.org/officeDocument/2006/relationships/tags" Target="../tags/tag156.xml"/><Relationship Id="rId110" Type="http://schemas.openxmlformats.org/officeDocument/2006/relationships/tags" Target="../tags/tag155.xml"/><Relationship Id="rId11" Type="http://schemas.openxmlformats.org/officeDocument/2006/relationships/tags" Target="../tags/tag58.xml"/><Relationship Id="rId109" Type="http://schemas.openxmlformats.org/officeDocument/2006/relationships/tags" Target="../tags/tag154.xml"/><Relationship Id="rId108" Type="http://schemas.openxmlformats.org/officeDocument/2006/relationships/tags" Target="../tags/tag153.xml"/><Relationship Id="rId107" Type="http://schemas.openxmlformats.org/officeDocument/2006/relationships/tags" Target="../tags/tag152.xml"/><Relationship Id="rId106" Type="http://schemas.openxmlformats.org/officeDocument/2006/relationships/tags" Target="../tags/tag151.xml"/><Relationship Id="rId105" Type="http://schemas.openxmlformats.org/officeDocument/2006/relationships/tags" Target="../tags/tag150.xml"/><Relationship Id="rId104" Type="http://schemas.openxmlformats.org/officeDocument/2006/relationships/tags" Target="../tags/tag149.xml"/><Relationship Id="rId103" Type="http://schemas.openxmlformats.org/officeDocument/2006/relationships/tags" Target="../tags/tag148.xml"/><Relationship Id="rId102" Type="http://schemas.openxmlformats.org/officeDocument/2006/relationships/tags" Target="../tags/tag147.xml"/><Relationship Id="rId101" Type="http://schemas.openxmlformats.org/officeDocument/2006/relationships/tags" Target="../tags/tag146.xml"/><Relationship Id="rId100" Type="http://schemas.openxmlformats.org/officeDocument/2006/relationships/tags" Target="../tags/tag145.xml"/><Relationship Id="rId10" Type="http://schemas.openxmlformats.org/officeDocument/2006/relationships/tags" Target="../tags/tag57.xml"/><Relationship Id="rId1" Type="http://schemas.openxmlformats.org/officeDocument/2006/relationships/tags" Target="../tags/tag48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200.xml"/><Relationship Id="rId8" Type="http://schemas.openxmlformats.org/officeDocument/2006/relationships/tags" Target="../tags/tag199.xml"/><Relationship Id="rId7" Type="http://schemas.openxmlformats.org/officeDocument/2006/relationships/tags" Target="../tags/tag198.xml"/><Relationship Id="rId6" Type="http://schemas.openxmlformats.org/officeDocument/2006/relationships/tags" Target="../tags/tag197.xml"/><Relationship Id="rId5" Type="http://schemas.openxmlformats.org/officeDocument/2006/relationships/tags" Target="../tags/tag196.xml"/><Relationship Id="rId4" Type="http://schemas.openxmlformats.org/officeDocument/2006/relationships/tags" Target="../tags/tag195.xml"/><Relationship Id="rId3" Type="http://schemas.openxmlformats.org/officeDocument/2006/relationships/tags" Target="../tags/tag194.xml"/><Relationship Id="rId24" Type="http://schemas.openxmlformats.org/officeDocument/2006/relationships/slideLayout" Target="../slideLayouts/slideLayout9.xml"/><Relationship Id="rId23" Type="http://schemas.openxmlformats.org/officeDocument/2006/relationships/tags" Target="../tags/tag214.xml"/><Relationship Id="rId22" Type="http://schemas.openxmlformats.org/officeDocument/2006/relationships/tags" Target="../tags/tag213.xml"/><Relationship Id="rId21" Type="http://schemas.openxmlformats.org/officeDocument/2006/relationships/tags" Target="../tags/tag212.xml"/><Relationship Id="rId20" Type="http://schemas.openxmlformats.org/officeDocument/2006/relationships/tags" Target="../tags/tag211.xml"/><Relationship Id="rId2" Type="http://schemas.openxmlformats.org/officeDocument/2006/relationships/tags" Target="../tags/tag193.xml"/><Relationship Id="rId19" Type="http://schemas.openxmlformats.org/officeDocument/2006/relationships/tags" Target="../tags/tag210.xml"/><Relationship Id="rId18" Type="http://schemas.openxmlformats.org/officeDocument/2006/relationships/tags" Target="../tags/tag209.xml"/><Relationship Id="rId17" Type="http://schemas.openxmlformats.org/officeDocument/2006/relationships/tags" Target="../tags/tag208.xml"/><Relationship Id="rId16" Type="http://schemas.openxmlformats.org/officeDocument/2006/relationships/tags" Target="../tags/tag207.xml"/><Relationship Id="rId15" Type="http://schemas.openxmlformats.org/officeDocument/2006/relationships/tags" Target="../tags/tag206.xml"/><Relationship Id="rId14" Type="http://schemas.openxmlformats.org/officeDocument/2006/relationships/tags" Target="../tags/tag205.xml"/><Relationship Id="rId13" Type="http://schemas.openxmlformats.org/officeDocument/2006/relationships/tags" Target="../tags/tag204.xml"/><Relationship Id="rId12" Type="http://schemas.openxmlformats.org/officeDocument/2006/relationships/tags" Target="../tags/tag203.xml"/><Relationship Id="rId11" Type="http://schemas.openxmlformats.org/officeDocument/2006/relationships/tags" Target="../tags/tag202.xml"/><Relationship Id="rId10" Type="http://schemas.openxmlformats.org/officeDocument/2006/relationships/tags" Target="../tags/tag201.xml"/><Relationship Id="rId1" Type="http://schemas.openxmlformats.org/officeDocument/2006/relationships/image" Target="../media/image23.jpe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32.png"/><Relationship Id="rId8" Type="http://schemas.openxmlformats.org/officeDocument/2006/relationships/image" Target="../media/image31.svg"/><Relationship Id="rId7" Type="http://schemas.openxmlformats.org/officeDocument/2006/relationships/image" Target="../media/image30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Relationship Id="rId3" Type="http://schemas.openxmlformats.org/officeDocument/2006/relationships/image" Target="../media/image26.png"/><Relationship Id="rId23" Type="http://schemas.openxmlformats.org/officeDocument/2006/relationships/notesSlide" Target="../notesSlides/notesSlide4.xml"/><Relationship Id="rId22" Type="http://schemas.openxmlformats.org/officeDocument/2006/relationships/slideLayout" Target="../slideLayouts/slideLayout12.xml"/><Relationship Id="rId21" Type="http://schemas.openxmlformats.org/officeDocument/2006/relationships/image" Target="../media/image1.png"/><Relationship Id="rId20" Type="http://schemas.openxmlformats.org/officeDocument/2006/relationships/image" Target="../media/image43.svg"/><Relationship Id="rId2" Type="http://schemas.openxmlformats.org/officeDocument/2006/relationships/image" Target="../media/image25.svg"/><Relationship Id="rId19" Type="http://schemas.openxmlformats.org/officeDocument/2006/relationships/image" Target="../media/image42.png"/><Relationship Id="rId18" Type="http://schemas.openxmlformats.org/officeDocument/2006/relationships/image" Target="../media/image41.svg"/><Relationship Id="rId17" Type="http://schemas.openxmlformats.org/officeDocument/2006/relationships/image" Target="../media/image40.png"/><Relationship Id="rId16" Type="http://schemas.openxmlformats.org/officeDocument/2006/relationships/image" Target="../media/image39.svg"/><Relationship Id="rId15" Type="http://schemas.openxmlformats.org/officeDocument/2006/relationships/image" Target="../media/image38.png"/><Relationship Id="rId14" Type="http://schemas.openxmlformats.org/officeDocument/2006/relationships/image" Target="../media/image37.svg"/><Relationship Id="rId13" Type="http://schemas.openxmlformats.org/officeDocument/2006/relationships/image" Target="../media/image36.png"/><Relationship Id="rId12" Type="http://schemas.openxmlformats.org/officeDocument/2006/relationships/image" Target="../media/image35.svg"/><Relationship Id="rId11" Type="http://schemas.openxmlformats.org/officeDocument/2006/relationships/image" Target="../media/image34.png"/><Relationship Id="rId10" Type="http://schemas.openxmlformats.org/officeDocument/2006/relationships/image" Target="../media/image33.svg"/><Relationship Id="rId1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221.xml"/><Relationship Id="rId8" Type="http://schemas.openxmlformats.org/officeDocument/2006/relationships/tags" Target="../tags/tag220.xml"/><Relationship Id="rId7" Type="http://schemas.openxmlformats.org/officeDocument/2006/relationships/tags" Target="../tags/tag219.xml"/><Relationship Id="rId6" Type="http://schemas.openxmlformats.org/officeDocument/2006/relationships/tags" Target="../tags/tag218.xml"/><Relationship Id="rId5" Type="http://schemas.openxmlformats.org/officeDocument/2006/relationships/tags" Target="../tags/tag217.xml"/><Relationship Id="rId4" Type="http://schemas.openxmlformats.org/officeDocument/2006/relationships/tags" Target="../tags/tag216.xml"/><Relationship Id="rId32" Type="http://schemas.openxmlformats.org/officeDocument/2006/relationships/notesSlide" Target="../notesSlides/notesSlide5.xml"/><Relationship Id="rId31" Type="http://schemas.openxmlformats.org/officeDocument/2006/relationships/slideLayout" Target="../slideLayouts/slideLayout12.xml"/><Relationship Id="rId30" Type="http://schemas.openxmlformats.org/officeDocument/2006/relationships/tags" Target="../tags/tag242.xml"/><Relationship Id="rId3" Type="http://schemas.openxmlformats.org/officeDocument/2006/relationships/tags" Target="../tags/tag215.xml"/><Relationship Id="rId29" Type="http://schemas.openxmlformats.org/officeDocument/2006/relationships/tags" Target="../tags/tag241.xml"/><Relationship Id="rId28" Type="http://schemas.openxmlformats.org/officeDocument/2006/relationships/tags" Target="../tags/tag240.xml"/><Relationship Id="rId27" Type="http://schemas.openxmlformats.org/officeDocument/2006/relationships/tags" Target="../tags/tag239.xml"/><Relationship Id="rId26" Type="http://schemas.openxmlformats.org/officeDocument/2006/relationships/tags" Target="../tags/tag238.xml"/><Relationship Id="rId25" Type="http://schemas.openxmlformats.org/officeDocument/2006/relationships/tags" Target="../tags/tag237.xml"/><Relationship Id="rId24" Type="http://schemas.openxmlformats.org/officeDocument/2006/relationships/tags" Target="../tags/tag236.xml"/><Relationship Id="rId23" Type="http://schemas.openxmlformats.org/officeDocument/2006/relationships/tags" Target="../tags/tag235.xml"/><Relationship Id="rId22" Type="http://schemas.openxmlformats.org/officeDocument/2006/relationships/tags" Target="../tags/tag234.xml"/><Relationship Id="rId21" Type="http://schemas.openxmlformats.org/officeDocument/2006/relationships/tags" Target="../tags/tag233.xml"/><Relationship Id="rId20" Type="http://schemas.openxmlformats.org/officeDocument/2006/relationships/tags" Target="../tags/tag232.xml"/><Relationship Id="rId2" Type="http://schemas.openxmlformats.org/officeDocument/2006/relationships/image" Target="../media/image44.svg"/><Relationship Id="rId19" Type="http://schemas.openxmlformats.org/officeDocument/2006/relationships/tags" Target="../tags/tag231.xml"/><Relationship Id="rId18" Type="http://schemas.openxmlformats.org/officeDocument/2006/relationships/tags" Target="../tags/tag230.xml"/><Relationship Id="rId17" Type="http://schemas.openxmlformats.org/officeDocument/2006/relationships/tags" Target="../tags/tag229.xml"/><Relationship Id="rId16" Type="http://schemas.openxmlformats.org/officeDocument/2006/relationships/tags" Target="../tags/tag228.xml"/><Relationship Id="rId15" Type="http://schemas.openxmlformats.org/officeDocument/2006/relationships/tags" Target="../tags/tag227.xml"/><Relationship Id="rId14" Type="http://schemas.openxmlformats.org/officeDocument/2006/relationships/tags" Target="../tags/tag226.xml"/><Relationship Id="rId13" Type="http://schemas.openxmlformats.org/officeDocument/2006/relationships/tags" Target="../tags/tag225.xml"/><Relationship Id="rId12" Type="http://schemas.openxmlformats.org/officeDocument/2006/relationships/tags" Target="../tags/tag224.xml"/><Relationship Id="rId11" Type="http://schemas.openxmlformats.org/officeDocument/2006/relationships/tags" Target="../tags/tag223.xml"/><Relationship Id="rId10" Type="http://schemas.openxmlformats.org/officeDocument/2006/relationships/tags" Target="../tags/tag222.xml"/><Relationship Id="rId1" Type="http://schemas.openxmlformats.org/officeDocument/2006/relationships/image" Target="../media/image40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249.xml"/><Relationship Id="rId8" Type="http://schemas.openxmlformats.org/officeDocument/2006/relationships/tags" Target="../tags/tag248.xml"/><Relationship Id="rId7" Type="http://schemas.openxmlformats.org/officeDocument/2006/relationships/tags" Target="../tags/tag247.xml"/><Relationship Id="rId6" Type="http://schemas.openxmlformats.org/officeDocument/2006/relationships/tags" Target="../tags/tag246.xml"/><Relationship Id="rId5" Type="http://schemas.openxmlformats.org/officeDocument/2006/relationships/tags" Target="../tags/tag245.xml"/><Relationship Id="rId41" Type="http://schemas.openxmlformats.org/officeDocument/2006/relationships/notesSlide" Target="../notesSlides/notesSlide6.xml"/><Relationship Id="rId40" Type="http://schemas.openxmlformats.org/officeDocument/2006/relationships/slideLayout" Target="../slideLayouts/slideLayout12.xml"/><Relationship Id="rId4" Type="http://schemas.openxmlformats.org/officeDocument/2006/relationships/tags" Target="../tags/tag244.xml"/><Relationship Id="rId39" Type="http://schemas.openxmlformats.org/officeDocument/2006/relationships/image" Target="../media/image1.png"/><Relationship Id="rId38" Type="http://schemas.openxmlformats.org/officeDocument/2006/relationships/tags" Target="../tags/tag278.xml"/><Relationship Id="rId37" Type="http://schemas.openxmlformats.org/officeDocument/2006/relationships/tags" Target="../tags/tag277.xml"/><Relationship Id="rId36" Type="http://schemas.openxmlformats.org/officeDocument/2006/relationships/tags" Target="../tags/tag276.xml"/><Relationship Id="rId35" Type="http://schemas.openxmlformats.org/officeDocument/2006/relationships/tags" Target="../tags/tag275.xml"/><Relationship Id="rId34" Type="http://schemas.openxmlformats.org/officeDocument/2006/relationships/tags" Target="../tags/tag274.xml"/><Relationship Id="rId33" Type="http://schemas.openxmlformats.org/officeDocument/2006/relationships/tags" Target="../tags/tag273.xml"/><Relationship Id="rId32" Type="http://schemas.openxmlformats.org/officeDocument/2006/relationships/tags" Target="../tags/tag272.xml"/><Relationship Id="rId31" Type="http://schemas.openxmlformats.org/officeDocument/2006/relationships/tags" Target="../tags/tag271.xml"/><Relationship Id="rId30" Type="http://schemas.openxmlformats.org/officeDocument/2006/relationships/tags" Target="../tags/tag270.xml"/><Relationship Id="rId3" Type="http://schemas.openxmlformats.org/officeDocument/2006/relationships/tags" Target="../tags/tag243.xml"/><Relationship Id="rId29" Type="http://schemas.openxmlformats.org/officeDocument/2006/relationships/tags" Target="../tags/tag269.xml"/><Relationship Id="rId28" Type="http://schemas.openxmlformats.org/officeDocument/2006/relationships/tags" Target="../tags/tag268.xml"/><Relationship Id="rId27" Type="http://schemas.openxmlformats.org/officeDocument/2006/relationships/tags" Target="../tags/tag267.xml"/><Relationship Id="rId26" Type="http://schemas.openxmlformats.org/officeDocument/2006/relationships/tags" Target="../tags/tag266.xml"/><Relationship Id="rId25" Type="http://schemas.openxmlformats.org/officeDocument/2006/relationships/tags" Target="../tags/tag265.xml"/><Relationship Id="rId24" Type="http://schemas.openxmlformats.org/officeDocument/2006/relationships/tags" Target="../tags/tag264.xml"/><Relationship Id="rId23" Type="http://schemas.openxmlformats.org/officeDocument/2006/relationships/tags" Target="../tags/tag263.xml"/><Relationship Id="rId22" Type="http://schemas.openxmlformats.org/officeDocument/2006/relationships/tags" Target="../tags/tag262.xml"/><Relationship Id="rId21" Type="http://schemas.openxmlformats.org/officeDocument/2006/relationships/tags" Target="../tags/tag261.xml"/><Relationship Id="rId20" Type="http://schemas.openxmlformats.org/officeDocument/2006/relationships/tags" Target="../tags/tag260.xml"/><Relationship Id="rId2" Type="http://schemas.openxmlformats.org/officeDocument/2006/relationships/image" Target="../media/image45.svg"/><Relationship Id="rId19" Type="http://schemas.openxmlformats.org/officeDocument/2006/relationships/tags" Target="../tags/tag259.xml"/><Relationship Id="rId18" Type="http://schemas.openxmlformats.org/officeDocument/2006/relationships/tags" Target="../tags/tag258.xml"/><Relationship Id="rId17" Type="http://schemas.openxmlformats.org/officeDocument/2006/relationships/tags" Target="../tags/tag257.xml"/><Relationship Id="rId16" Type="http://schemas.openxmlformats.org/officeDocument/2006/relationships/tags" Target="../tags/tag256.xml"/><Relationship Id="rId15" Type="http://schemas.openxmlformats.org/officeDocument/2006/relationships/tags" Target="../tags/tag255.xml"/><Relationship Id="rId14" Type="http://schemas.openxmlformats.org/officeDocument/2006/relationships/tags" Target="../tags/tag254.xml"/><Relationship Id="rId13" Type="http://schemas.openxmlformats.org/officeDocument/2006/relationships/tags" Target="../tags/tag253.xml"/><Relationship Id="rId12" Type="http://schemas.openxmlformats.org/officeDocument/2006/relationships/tags" Target="../tags/tag252.xml"/><Relationship Id="rId11" Type="http://schemas.openxmlformats.org/officeDocument/2006/relationships/tags" Target="../tags/tag251.xml"/><Relationship Id="rId10" Type="http://schemas.openxmlformats.org/officeDocument/2006/relationships/tags" Target="../tags/tag250.xml"/><Relationship Id="rId1" Type="http://schemas.openxmlformats.org/officeDocument/2006/relationships/image" Target="../media/image40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287.xml"/><Relationship Id="rId8" Type="http://schemas.openxmlformats.org/officeDocument/2006/relationships/tags" Target="../tags/tag286.xml"/><Relationship Id="rId7" Type="http://schemas.openxmlformats.org/officeDocument/2006/relationships/tags" Target="../tags/tag285.xml"/><Relationship Id="rId6" Type="http://schemas.openxmlformats.org/officeDocument/2006/relationships/tags" Target="../tags/tag284.xml"/><Relationship Id="rId5" Type="http://schemas.openxmlformats.org/officeDocument/2006/relationships/tags" Target="../tags/tag283.xml"/><Relationship Id="rId41" Type="http://schemas.openxmlformats.org/officeDocument/2006/relationships/notesSlide" Target="../notesSlides/notesSlide7.xml"/><Relationship Id="rId40" Type="http://schemas.openxmlformats.org/officeDocument/2006/relationships/slideLayout" Target="../slideLayouts/slideLayout12.xml"/><Relationship Id="rId4" Type="http://schemas.openxmlformats.org/officeDocument/2006/relationships/tags" Target="../tags/tag282.xml"/><Relationship Id="rId39" Type="http://schemas.openxmlformats.org/officeDocument/2006/relationships/image" Target="../media/image57.svg"/><Relationship Id="rId38" Type="http://schemas.openxmlformats.org/officeDocument/2006/relationships/image" Target="../media/image56.png"/><Relationship Id="rId37" Type="http://schemas.openxmlformats.org/officeDocument/2006/relationships/image" Target="../media/image55.svg"/><Relationship Id="rId36" Type="http://schemas.openxmlformats.org/officeDocument/2006/relationships/image" Target="../media/image54.png"/><Relationship Id="rId35" Type="http://schemas.openxmlformats.org/officeDocument/2006/relationships/image" Target="../media/image53.svg"/><Relationship Id="rId34" Type="http://schemas.openxmlformats.org/officeDocument/2006/relationships/image" Target="../media/image52.png"/><Relationship Id="rId33" Type="http://schemas.openxmlformats.org/officeDocument/2006/relationships/image" Target="../media/image51.svg"/><Relationship Id="rId32" Type="http://schemas.openxmlformats.org/officeDocument/2006/relationships/image" Target="../media/image50.png"/><Relationship Id="rId31" Type="http://schemas.openxmlformats.org/officeDocument/2006/relationships/image" Target="../media/image49.svg"/><Relationship Id="rId30" Type="http://schemas.openxmlformats.org/officeDocument/2006/relationships/image" Target="../media/image48.png"/><Relationship Id="rId3" Type="http://schemas.openxmlformats.org/officeDocument/2006/relationships/tags" Target="../tags/tag281.xml"/><Relationship Id="rId29" Type="http://schemas.openxmlformats.org/officeDocument/2006/relationships/image" Target="../media/image47.svg"/><Relationship Id="rId28" Type="http://schemas.openxmlformats.org/officeDocument/2006/relationships/image" Target="../media/image46.png"/><Relationship Id="rId27" Type="http://schemas.openxmlformats.org/officeDocument/2006/relationships/tags" Target="../tags/tag302.xml"/><Relationship Id="rId26" Type="http://schemas.openxmlformats.org/officeDocument/2006/relationships/tags" Target="../tags/tag301.xml"/><Relationship Id="rId25" Type="http://schemas.openxmlformats.org/officeDocument/2006/relationships/tags" Target="../tags/tag300.xml"/><Relationship Id="rId24" Type="http://schemas.openxmlformats.org/officeDocument/2006/relationships/tags" Target="../tags/tag299.xml"/><Relationship Id="rId23" Type="http://schemas.openxmlformats.org/officeDocument/2006/relationships/tags" Target="../tags/tag298.xml"/><Relationship Id="rId22" Type="http://schemas.openxmlformats.org/officeDocument/2006/relationships/tags" Target="../tags/tag297.xml"/><Relationship Id="rId21" Type="http://schemas.openxmlformats.org/officeDocument/2006/relationships/tags" Target="../tags/tag296.xml"/><Relationship Id="rId20" Type="http://schemas.openxmlformats.org/officeDocument/2006/relationships/tags" Target="../tags/tag295.xml"/><Relationship Id="rId2" Type="http://schemas.openxmlformats.org/officeDocument/2006/relationships/tags" Target="../tags/tag280.xml"/><Relationship Id="rId19" Type="http://schemas.openxmlformats.org/officeDocument/2006/relationships/tags" Target="../tags/tag294.xml"/><Relationship Id="rId18" Type="http://schemas.openxmlformats.org/officeDocument/2006/relationships/tags" Target="../tags/tag293.xml"/><Relationship Id="rId17" Type="http://schemas.openxmlformats.org/officeDocument/2006/relationships/tags" Target="../tags/tag292.xml"/><Relationship Id="rId16" Type="http://schemas.openxmlformats.org/officeDocument/2006/relationships/image" Target="../media/image1.png"/><Relationship Id="rId15" Type="http://schemas.openxmlformats.org/officeDocument/2006/relationships/image" Target="../media/image45.svg"/><Relationship Id="rId14" Type="http://schemas.openxmlformats.org/officeDocument/2006/relationships/image" Target="../media/image40.png"/><Relationship Id="rId13" Type="http://schemas.openxmlformats.org/officeDocument/2006/relationships/tags" Target="../tags/tag291.xml"/><Relationship Id="rId12" Type="http://schemas.openxmlformats.org/officeDocument/2006/relationships/tags" Target="../tags/tag290.xml"/><Relationship Id="rId11" Type="http://schemas.openxmlformats.org/officeDocument/2006/relationships/tags" Target="../tags/tag289.xml"/><Relationship Id="rId10" Type="http://schemas.openxmlformats.org/officeDocument/2006/relationships/tags" Target="../tags/tag288.xml"/><Relationship Id="rId1" Type="http://schemas.openxmlformats.org/officeDocument/2006/relationships/tags" Target="../tags/tag279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59.png"/><Relationship Id="rId8" Type="http://schemas.openxmlformats.org/officeDocument/2006/relationships/tags" Target="../tags/tag308.xml"/><Relationship Id="rId7" Type="http://schemas.openxmlformats.org/officeDocument/2006/relationships/tags" Target="../tags/tag307.xml"/><Relationship Id="rId6" Type="http://schemas.openxmlformats.org/officeDocument/2006/relationships/tags" Target="../tags/tag306.xml"/><Relationship Id="rId5" Type="http://schemas.openxmlformats.org/officeDocument/2006/relationships/tags" Target="../tags/tag305.xml"/><Relationship Id="rId4" Type="http://schemas.openxmlformats.org/officeDocument/2006/relationships/tags" Target="../tags/tag304.xml"/><Relationship Id="rId3" Type="http://schemas.openxmlformats.org/officeDocument/2006/relationships/tags" Target="../tags/tag303.xml"/><Relationship Id="rId28" Type="http://schemas.openxmlformats.org/officeDocument/2006/relationships/slideLayout" Target="../slideLayouts/slideLayout12.xml"/><Relationship Id="rId27" Type="http://schemas.openxmlformats.org/officeDocument/2006/relationships/image" Target="../media/image1.png"/><Relationship Id="rId26" Type="http://schemas.openxmlformats.org/officeDocument/2006/relationships/tags" Target="../tags/tag310.xml"/><Relationship Id="rId25" Type="http://schemas.openxmlformats.org/officeDocument/2006/relationships/tags" Target="../tags/tag309.xml"/><Relationship Id="rId24" Type="http://schemas.openxmlformats.org/officeDocument/2006/relationships/image" Target="../media/image74.svg"/><Relationship Id="rId23" Type="http://schemas.openxmlformats.org/officeDocument/2006/relationships/image" Target="../media/image73.png"/><Relationship Id="rId22" Type="http://schemas.openxmlformats.org/officeDocument/2006/relationships/image" Target="../media/image72.svg"/><Relationship Id="rId21" Type="http://schemas.openxmlformats.org/officeDocument/2006/relationships/image" Target="../media/image71.png"/><Relationship Id="rId20" Type="http://schemas.openxmlformats.org/officeDocument/2006/relationships/image" Target="../media/image70.svg"/><Relationship Id="rId2" Type="http://schemas.openxmlformats.org/officeDocument/2006/relationships/image" Target="../media/image58.svg"/><Relationship Id="rId19" Type="http://schemas.openxmlformats.org/officeDocument/2006/relationships/image" Target="../media/image69.png"/><Relationship Id="rId18" Type="http://schemas.openxmlformats.org/officeDocument/2006/relationships/image" Target="../media/image68.svg"/><Relationship Id="rId17" Type="http://schemas.openxmlformats.org/officeDocument/2006/relationships/image" Target="../media/image67.png"/><Relationship Id="rId16" Type="http://schemas.openxmlformats.org/officeDocument/2006/relationships/image" Target="../media/image66.svg"/><Relationship Id="rId15" Type="http://schemas.openxmlformats.org/officeDocument/2006/relationships/image" Target="../media/image65.png"/><Relationship Id="rId14" Type="http://schemas.openxmlformats.org/officeDocument/2006/relationships/image" Target="../media/image64.svg"/><Relationship Id="rId13" Type="http://schemas.openxmlformats.org/officeDocument/2006/relationships/image" Target="../media/image63.png"/><Relationship Id="rId12" Type="http://schemas.openxmlformats.org/officeDocument/2006/relationships/image" Target="../media/image62.svg"/><Relationship Id="rId11" Type="http://schemas.openxmlformats.org/officeDocument/2006/relationships/image" Target="../media/image61.png"/><Relationship Id="rId10" Type="http://schemas.openxmlformats.org/officeDocument/2006/relationships/image" Target="../media/image60.svg"/><Relationship Id="rId1" Type="http://schemas.openxmlformats.org/officeDocument/2006/relationships/image" Target="../media/image40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82.png"/><Relationship Id="rId8" Type="http://schemas.openxmlformats.org/officeDocument/2006/relationships/image" Target="../media/image81.svg"/><Relationship Id="rId7" Type="http://schemas.openxmlformats.org/officeDocument/2006/relationships/image" Target="../media/image80.png"/><Relationship Id="rId6" Type="http://schemas.openxmlformats.org/officeDocument/2006/relationships/image" Target="../media/image79.svg"/><Relationship Id="rId5" Type="http://schemas.openxmlformats.org/officeDocument/2006/relationships/image" Target="../media/image78.png"/><Relationship Id="rId4" Type="http://schemas.openxmlformats.org/officeDocument/2006/relationships/image" Target="../media/image77.svg"/><Relationship Id="rId3" Type="http://schemas.openxmlformats.org/officeDocument/2006/relationships/image" Target="../media/image76.png"/><Relationship Id="rId2" Type="http://schemas.openxmlformats.org/officeDocument/2006/relationships/image" Target="../media/image75.svg"/><Relationship Id="rId16" Type="http://schemas.openxmlformats.org/officeDocument/2006/relationships/slideLayout" Target="../slideLayouts/slideLayout12.xml"/><Relationship Id="rId15" Type="http://schemas.openxmlformats.org/officeDocument/2006/relationships/image" Target="../media/image1.png"/><Relationship Id="rId14" Type="http://schemas.openxmlformats.org/officeDocument/2006/relationships/image" Target="../media/image87.svg"/><Relationship Id="rId13" Type="http://schemas.openxmlformats.org/officeDocument/2006/relationships/image" Target="../media/image86.png"/><Relationship Id="rId12" Type="http://schemas.openxmlformats.org/officeDocument/2006/relationships/image" Target="../media/image85.svg"/><Relationship Id="rId11" Type="http://schemas.openxmlformats.org/officeDocument/2006/relationships/image" Target="../media/image84.png"/><Relationship Id="rId10" Type="http://schemas.openxmlformats.org/officeDocument/2006/relationships/image" Target="../media/image83.svg"/><Relationship Id="rId1" Type="http://schemas.openxmlformats.org/officeDocument/2006/relationships/image" Target="../media/image40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95.png"/><Relationship Id="rId8" Type="http://schemas.openxmlformats.org/officeDocument/2006/relationships/image" Target="../media/image94.svg"/><Relationship Id="rId7" Type="http://schemas.openxmlformats.org/officeDocument/2006/relationships/image" Target="../media/image93.png"/><Relationship Id="rId6" Type="http://schemas.openxmlformats.org/officeDocument/2006/relationships/image" Target="../media/image92.svg"/><Relationship Id="rId5" Type="http://schemas.openxmlformats.org/officeDocument/2006/relationships/image" Target="../media/image91.png"/><Relationship Id="rId4" Type="http://schemas.openxmlformats.org/officeDocument/2006/relationships/image" Target="../media/image90.svg"/><Relationship Id="rId3" Type="http://schemas.openxmlformats.org/officeDocument/2006/relationships/image" Target="../media/image89.png"/><Relationship Id="rId21" Type="http://schemas.openxmlformats.org/officeDocument/2006/relationships/notesSlide" Target="../notesSlides/notesSlide8.xml"/><Relationship Id="rId20" Type="http://schemas.openxmlformats.org/officeDocument/2006/relationships/slideLayout" Target="../slideLayouts/slideLayout12.xml"/><Relationship Id="rId2" Type="http://schemas.openxmlformats.org/officeDocument/2006/relationships/image" Target="../media/image88.svg"/><Relationship Id="rId19" Type="http://schemas.openxmlformats.org/officeDocument/2006/relationships/image" Target="../media/image1.png"/><Relationship Id="rId18" Type="http://schemas.openxmlformats.org/officeDocument/2006/relationships/image" Target="../media/image104.svg"/><Relationship Id="rId17" Type="http://schemas.openxmlformats.org/officeDocument/2006/relationships/image" Target="../media/image103.png"/><Relationship Id="rId16" Type="http://schemas.openxmlformats.org/officeDocument/2006/relationships/image" Target="../media/image102.svg"/><Relationship Id="rId15" Type="http://schemas.openxmlformats.org/officeDocument/2006/relationships/image" Target="../media/image101.png"/><Relationship Id="rId14" Type="http://schemas.openxmlformats.org/officeDocument/2006/relationships/image" Target="../media/image100.svg"/><Relationship Id="rId13" Type="http://schemas.openxmlformats.org/officeDocument/2006/relationships/image" Target="../media/image99.png"/><Relationship Id="rId12" Type="http://schemas.openxmlformats.org/officeDocument/2006/relationships/image" Target="../media/image98.svg"/><Relationship Id="rId11" Type="http://schemas.openxmlformats.org/officeDocument/2006/relationships/image" Target="../media/image97.png"/><Relationship Id="rId10" Type="http://schemas.openxmlformats.org/officeDocument/2006/relationships/image" Target="../media/image96.svg"/><Relationship Id="rId1" Type="http://schemas.openxmlformats.org/officeDocument/2006/relationships/image" Target="../media/image40.pn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.png"/><Relationship Id="rId2" Type="http://schemas.openxmlformats.org/officeDocument/2006/relationships/image" Target="../media/image105.svg"/><Relationship Id="rId1" Type="http://schemas.openxmlformats.org/officeDocument/2006/relationships/image" Target="../media/image4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7" Type="http://schemas.openxmlformats.org/officeDocument/2006/relationships/tags" Target="../tags/tag314.xml"/><Relationship Id="rId6" Type="http://schemas.openxmlformats.org/officeDocument/2006/relationships/tags" Target="../tags/tag313.xml"/><Relationship Id="rId5" Type="http://schemas.openxmlformats.org/officeDocument/2006/relationships/tags" Target="../tags/tag312.xml"/><Relationship Id="rId4" Type="http://schemas.openxmlformats.org/officeDocument/2006/relationships/tags" Target="../tags/tag311.xml"/><Relationship Id="rId3" Type="http://schemas.openxmlformats.org/officeDocument/2006/relationships/image" Target="../media/image1.png"/><Relationship Id="rId2" Type="http://schemas.openxmlformats.org/officeDocument/2006/relationships/image" Target="../media/image106.svg"/><Relationship Id="rId1" Type="http://schemas.openxmlformats.org/officeDocument/2006/relationships/image" Target="../media/image40.pn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.png"/><Relationship Id="rId2" Type="http://schemas.openxmlformats.org/officeDocument/2006/relationships/image" Target="../media/image107.svg"/><Relationship Id="rId1" Type="http://schemas.openxmlformats.org/officeDocument/2006/relationships/image" Target="../media/image40.png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tags" Target="../tags/tag320.xml"/><Relationship Id="rId8" Type="http://schemas.openxmlformats.org/officeDocument/2006/relationships/tags" Target="../tags/tag319.xml"/><Relationship Id="rId7" Type="http://schemas.openxmlformats.org/officeDocument/2006/relationships/tags" Target="../tags/tag318.xml"/><Relationship Id="rId6" Type="http://schemas.openxmlformats.org/officeDocument/2006/relationships/tags" Target="../tags/tag317.xml"/><Relationship Id="rId5" Type="http://schemas.openxmlformats.org/officeDocument/2006/relationships/tags" Target="../tags/tag316.xml"/><Relationship Id="rId4" Type="http://schemas.openxmlformats.org/officeDocument/2006/relationships/tags" Target="../tags/tag315.xml"/><Relationship Id="rId3" Type="http://schemas.openxmlformats.org/officeDocument/2006/relationships/image" Target="../media/image1.png"/><Relationship Id="rId2" Type="http://schemas.openxmlformats.org/officeDocument/2006/relationships/image" Target="../media/image108.svg"/><Relationship Id="rId16" Type="http://schemas.openxmlformats.org/officeDocument/2006/relationships/notesSlide" Target="../notesSlides/notesSlide11.xml"/><Relationship Id="rId15" Type="http://schemas.openxmlformats.org/officeDocument/2006/relationships/slideLayout" Target="../slideLayouts/slideLayout12.xml"/><Relationship Id="rId14" Type="http://schemas.openxmlformats.org/officeDocument/2006/relationships/tags" Target="../tags/tag325.xml"/><Relationship Id="rId13" Type="http://schemas.openxmlformats.org/officeDocument/2006/relationships/tags" Target="../tags/tag324.xml"/><Relationship Id="rId12" Type="http://schemas.openxmlformats.org/officeDocument/2006/relationships/tags" Target="../tags/tag323.xml"/><Relationship Id="rId11" Type="http://schemas.openxmlformats.org/officeDocument/2006/relationships/tags" Target="../tags/tag322.xml"/><Relationship Id="rId10" Type="http://schemas.openxmlformats.org/officeDocument/2006/relationships/tags" Target="../tags/tag321.xml"/><Relationship Id="rId1" Type="http://schemas.openxmlformats.org/officeDocument/2006/relationships/image" Target="../media/image40.png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tags" Target="../tags/tag332.xml"/><Relationship Id="rId8" Type="http://schemas.openxmlformats.org/officeDocument/2006/relationships/tags" Target="../tags/tag331.xml"/><Relationship Id="rId7" Type="http://schemas.openxmlformats.org/officeDocument/2006/relationships/tags" Target="../tags/tag330.xml"/><Relationship Id="rId6" Type="http://schemas.openxmlformats.org/officeDocument/2006/relationships/tags" Target="../tags/tag329.xml"/><Relationship Id="rId5" Type="http://schemas.openxmlformats.org/officeDocument/2006/relationships/tags" Target="../tags/tag328.xml"/><Relationship Id="rId4" Type="http://schemas.openxmlformats.org/officeDocument/2006/relationships/tags" Target="../tags/tag327.xml"/><Relationship Id="rId37" Type="http://schemas.openxmlformats.org/officeDocument/2006/relationships/notesSlide" Target="../notesSlides/notesSlide12.xml"/><Relationship Id="rId36" Type="http://schemas.openxmlformats.org/officeDocument/2006/relationships/slideLayout" Target="../slideLayouts/slideLayout12.xml"/><Relationship Id="rId35" Type="http://schemas.openxmlformats.org/officeDocument/2006/relationships/image" Target="../media/image1.png"/><Relationship Id="rId34" Type="http://schemas.openxmlformats.org/officeDocument/2006/relationships/tags" Target="../tags/tag357.xml"/><Relationship Id="rId33" Type="http://schemas.openxmlformats.org/officeDocument/2006/relationships/tags" Target="../tags/tag356.xml"/><Relationship Id="rId32" Type="http://schemas.openxmlformats.org/officeDocument/2006/relationships/tags" Target="../tags/tag355.xml"/><Relationship Id="rId31" Type="http://schemas.openxmlformats.org/officeDocument/2006/relationships/tags" Target="../tags/tag354.xml"/><Relationship Id="rId30" Type="http://schemas.openxmlformats.org/officeDocument/2006/relationships/tags" Target="../tags/tag353.xml"/><Relationship Id="rId3" Type="http://schemas.openxmlformats.org/officeDocument/2006/relationships/tags" Target="../tags/tag326.xml"/><Relationship Id="rId29" Type="http://schemas.openxmlformats.org/officeDocument/2006/relationships/tags" Target="../tags/tag352.xml"/><Relationship Id="rId28" Type="http://schemas.openxmlformats.org/officeDocument/2006/relationships/tags" Target="../tags/tag351.xml"/><Relationship Id="rId27" Type="http://schemas.openxmlformats.org/officeDocument/2006/relationships/tags" Target="../tags/tag350.xml"/><Relationship Id="rId26" Type="http://schemas.openxmlformats.org/officeDocument/2006/relationships/tags" Target="../tags/tag349.xml"/><Relationship Id="rId25" Type="http://schemas.openxmlformats.org/officeDocument/2006/relationships/tags" Target="../tags/tag348.xml"/><Relationship Id="rId24" Type="http://schemas.openxmlformats.org/officeDocument/2006/relationships/tags" Target="../tags/tag347.xml"/><Relationship Id="rId23" Type="http://schemas.openxmlformats.org/officeDocument/2006/relationships/tags" Target="../tags/tag346.xml"/><Relationship Id="rId22" Type="http://schemas.openxmlformats.org/officeDocument/2006/relationships/tags" Target="../tags/tag345.xml"/><Relationship Id="rId21" Type="http://schemas.openxmlformats.org/officeDocument/2006/relationships/tags" Target="../tags/tag344.xml"/><Relationship Id="rId20" Type="http://schemas.openxmlformats.org/officeDocument/2006/relationships/tags" Target="../tags/tag343.xml"/><Relationship Id="rId2" Type="http://schemas.openxmlformats.org/officeDocument/2006/relationships/image" Target="../media/image109.svg"/><Relationship Id="rId19" Type="http://schemas.openxmlformats.org/officeDocument/2006/relationships/tags" Target="../tags/tag342.xml"/><Relationship Id="rId18" Type="http://schemas.openxmlformats.org/officeDocument/2006/relationships/tags" Target="../tags/tag341.xml"/><Relationship Id="rId17" Type="http://schemas.openxmlformats.org/officeDocument/2006/relationships/tags" Target="../tags/tag340.xml"/><Relationship Id="rId16" Type="http://schemas.openxmlformats.org/officeDocument/2006/relationships/tags" Target="../tags/tag339.xml"/><Relationship Id="rId15" Type="http://schemas.openxmlformats.org/officeDocument/2006/relationships/tags" Target="../tags/tag338.xml"/><Relationship Id="rId14" Type="http://schemas.openxmlformats.org/officeDocument/2006/relationships/tags" Target="../tags/tag337.xml"/><Relationship Id="rId13" Type="http://schemas.openxmlformats.org/officeDocument/2006/relationships/tags" Target="../tags/tag336.xml"/><Relationship Id="rId12" Type="http://schemas.openxmlformats.org/officeDocument/2006/relationships/tags" Target="../tags/tag335.xml"/><Relationship Id="rId11" Type="http://schemas.openxmlformats.org/officeDocument/2006/relationships/tags" Target="../tags/tag334.xml"/><Relationship Id="rId10" Type="http://schemas.openxmlformats.org/officeDocument/2006/relationships/tags" Target="../tags/tag333.xml"/><Relationship Id="rId1" Type="http://schemas.openxmlformats.org/officeDocument/2006/relationships/image" Target="../media/image40.png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2.svg"/><Relationship Id="rId8" Type="http://schemas.openxmlformats.org/officeDocument/2006/relationships/image" Target="../media/image111.png"/><Relationship Id="rId7" Type="http://schemas.openxmlformats.org/officeDocument/2006/relationships/tags" Target="../tags/tag362.xml"/><Relationship Id="rId6" Type="http://schemas.openxmlformats.org/officeDocument/2006/relationships/tags" Target="../tags/tag361.xml"/><Relationship Id="rId5" Type="http://schemas.openxmlformats.org/officeDocument/2006/relationships/tags" Target="../tags/tag360.xml"/><Relationship Id="rId41" Type="http://schemas.openxmlformats.org/officeDocument/2006/relationships/slideLayout" Target="../slideLayouts/slideLayout12.xml"/><Relationship Id="rId40" Type="http://schemas.openxmlformats.org/officeDocument/2006/relationships/image" Target="../media/image1.png"/><Relationship Id="rId4" Type="http://schemas.openxmlformats.org/officeDocument/2006/relationships/tags" Target="../tags/tag359.xml"/><Relationship Id="rId39" Type="http://schemas.openxmlformats.org/officeDocument/2006/relationships/tags" Target="../tags/tag390.xml"/><Relationship Id="rId38" Type="http://schemas.openxmlformats.org/officeDocument/2006/relationships/tags" Target="../tags/tag389.xml"/><Relationship Id="rId37" Type="http://schemas.openxmlformats.org/officeDocument/2006/relationships/tags" Target="../tags/tag388.xml"/><Relationship Id="rId36" Type="http://schemas.openxmlformats.org/officeDocument/2006/relationships/tags" Target="../tags/tag387.xml"/><Relationship Id="rId35" Type="http://schemas.openxmlformats.org/officeDocument/2006/relationships/tags" Target="../tags/tag386.xml"/><Relationship Id="rId34" Type="http://schemas.openxmlformats.org/officeDocument/2006/relationships/tags" Target="../tags/tag385.xml"/><Relationship Id="rId33" Type="http://schemas.openxmlformats.org/officeDocument/2006/relationships/tags" Target="../tags/tag384.xml"/><Relationship Id="rId32" Type="http://schemas.openxmlformats.org/officeDocument/2006/relationships/tags" Target="../tags/tag383.xml"/><Relationship Id="rId31" Type="http://schemas.openxmlformats.org/officeDocument/2006/relationships/tags" Target="../tags/tag382.xml"/><Relationship Id="rId30" Type="http://schemas.openxmlformats.org/officeDocument/2006/relationships/tags" Target="../tags/tag381.xml"/><Relationship Id="rId3" Type="http://schemas.openxmlformats.org/officeDocument/2006/relationships/tags" Target="../tags/tag358.xml"/><Relationship Id="rId29" Type="http://schemas.openxmlformats.org/officeDocument/2006/relationships/tags" Target="../tags/tag380.xml"/><Relationship Id="rId28" Type="http://schemas.openxmlformats.org/officeDocument/2006/relationships/image" Target="../media/image114.svg"/><Relationship Id="rId27" Type="http://schemas.openxmlformats.org/officeDocument/2006/relationships/image" Target="../media/image113.png"/><Relationship Id="rId26" Type="http://schemas.openxmlformats.org/officeDocument/2006/relationships/tags" Target="../tags/tag379.xml"/><Relationship Id="rId25" Type="http://schemas.openxmlformats.org/officeDocument/2006/relationships/tags" Target="../tags/tag378.xml"/><Relationship Id="rId24" Type="http://schemas.openxmlformats.org/officeDocument/2006/relationships/tags" Target="../tags/tag377.xml"/><Relationship Id="rId23" Type="http://schemas.openxmlformats.org/officeDocument/2006/relationships/tags" Target="../tags/tag376.xml"/><Relationship Id="rId22" Type="http://schemas.openxmlformats.org/officeDocument/2006/relationships/tags" Target="../tags/tag375.xml"/><Relationship Id="rId21" Type="http://schemas.openxmlformats.org/officeDocument/2006/relationships/tags" Target="../tags/tag374.xml"/><Relationship Id="rId20" Type="http://schemas.openxmlformats.org/officeDocument/2006/relationships/tags" Target="../tags/tag373.xml"/><Relationship Id="rId2" Type="http://schemas.openxmlformats.org/officeDocument/2006/relationships/image" Target="../media/image110.svg"/><Relationship Id="rId19" Type="http://schemas.openxmlformats.org/officeDocument/2006/relationships/tags" Target="../tags/tag372.xml"/><Relationship Id="rId18" Type="http://schemas.openxmlformats.org/officeDocument/2006/relationships/tags" Target="../tags/tag371.xml"/><Relationship Id="rId17" Type="http://schemas.openxmlformats.org/officeDocument/2006/relationships/tags" Target="../tags/tag370.xml"/><Relationship Id="rId16" Type="http://schemas.openxmlformats.org/officeDocument/2006/relationships/tags" Target="../tags/tag369.xml"/><Relationship Id="rId15" Type="http://schemas.openxmlformats.org/officeDocument/2006/relationships/tags" Target="../tags/tag368.xml"/><Relationship Id="rId14" Type="http://schemas.openxmlformats.org/officeDocument/2006/relationships/tags" Target="../tags/tag367.xml"/><Relationship Id="rId13" Type="http://schemas.openxmlformats.org/officeDocument/2006/relationships/tags" Target="../tags/tag366.xml"/><Relationship Id="rId12" Type="http://schemas.openxmlformats.org/officeDocument/2006/relationships/tags" Target="../tags/tag365.xml"/><Relationship Id="rId11" Type="http://schemas.openxmlformats.org/officeDocument/2006/relationships/tags" Target="../tags/tag364.xml"/><Relationship Id="rId10" Type="http://schemas.openxmlformats.org/officeDocument/2006/relationships/tags" Target="../tags/tag363.xml"/><Relationship Id="rId1" Type="http://schemas.openxmlformats.org/officeDocument/2006/relationships/image" Target="../media/image40.png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0.png"/><Relationship Id="rId8" Type="http://schemas.openxmlformats.org/officeDocument/2006/relationships/image" Target="../media/image119.svg"/><Relationship Id="rId7" Type="http://schemas.openxmlformats.org/officeDocument/2006/relationships/image" Target="../media/image118.png"/><Relationship Id="rId6" Type="http://schemas.openxmlformats.org/officeDocument/2006/relationships/image" Target="../media/image117.svg"/><Relationship Id="rId5" Type="http://schemas.openxmlformats.org/officeDocument/2006/relationships/image" Target="../media/image116.png"/><Relationship Id="rId4" Type="http://schemas.openxmlformats.org/officeDocument/2006/relationships/image" Target="../media/image115.svg"/><Relationship Id="rId3" Type="http://schemas.openxmlformats.org/officeDocument/2006/relationships/image" Target="../media/image40.png"/><Relationship Id="rId24" Type="http://schemas.openxmlformats.org/officeDocument/2006/relationships/slideLayout" Target="../slideLayouts/slideLayout12.xml"/><Relationship Id="rId23" Type="http://schemas.openxmlformats.org/officeDocument/2006/relationships/image" Target="../media/image1.png"/><Relationship Id="rId22" Type="http://schemas.openxmlformats.org/officeDocument/2006/relationships/image" Target="../media/image133.svg"/><Relationship Id="rId21" Type="http://schemas.openxmlformats.org/officeDocument/2006/relationships/image" Target="../media/image132.png"/><Relationship Id="rId20" Type="http://schemas.openxmlformats.org/officeDocument/2006/relationships/image" Target="../media/image131.svg"/><Relationship Id="rId2" Type="http://schemas.openxmlformats.org/officeDocument/2006/relationships/tags" Target="../tags/tag392.xml"/><Relationship Id="rId19" Type="http://schemas.openxmlformats.org/officeDocument/2006/relationships/image" Target="../media/image130.png"/><Relationship Id="rId18" Type="http://schemas.openxmlformats.org/officeDocument/2006/relationships/image" Target="../media/image129.svg"/><Relationship Id="rId17" Type="http://schemas.openxmlformats.org/officeDocument/2006/relationships/image" Target="../media/image128.png"/><Relationship Id="rId16" Type="http://schemas.openxmlformats.org/officeDocument/2006/relationships/image" Target="../media/image127.svg"/><Relationship Id="rId15" Type="http://schemas.openxmlformats.org/officeDocument/2006/relationships/image" Target="../media/image126.png"/><Relationship Id="rId14" Type="http://schemas.openxmlformats.org/officeDocument/2006/relationships/image" Target="../media/image125.svg"/><Relationship Id="rId13" Type="http://schemas.openxmlformats.org/officeDocument/2006/relationships/image" Target="../media/image124.png"/><Relationship Id="rId12" Type="http://schemas.openxmlformats.org/officeDocument/2006/relationships/image" Target="../media/image123.svg"/><Relationship Id="rId11" Type="http://schemas.openxmlformats.org/officeDocument/2006/relationships/image" Target="../media/image122.png"/><Relationship Id="rId10" Type="http://schemas.openxmlformats.org/officeDocument/2006/relationships/image" Target="../media/image121.svg"/><Relationship Id="rId1" Type="http://schemas.openxmlformats.org/officeDocument/2006/relationships/tags" Target="../tags/tag391.xml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tags" Target="../tags/tag398.xml"/><Relationship Id="rId8" Type="http://schemas.openxmlformats.org/officeDocument/2006/relationships/tags" Target="../tags/tag397.xml"/><Relationship Id="rId7" Type="http://schemas.openxmlformats.org/officeDocument/2006/relationships/tags" Target="../tags/tag396.xml"/><Relationship Id="rId6" Type="http://schemas.openxmlformats.org/officeDocument/2006/relationships/tags" Target="../tags/tag395.xml"/><Relationship Id="rId5" Type="http://schemas.openxmlformats.org/officeDocument/2006/relationships/tags" Target="../tags/tag394.xml"/><Relationship Id="rId4" Type="http://schemas.openxmlformats.org/officeDocument/2006/relationships/tags" Target="../tags/tag393.xml"/><Relationship Id="rId3" Type="http://schemas.openxmlformats.org/officeDocument/2006/relationships/image" Target="../media/image1.png"/><Relationship Id="rId25" Type="http://schemas.openxmlformats.org/officeDocument/2006/relationships/slideLayout" Target="../slideLayouts/slideLayout12.xml"/><Relationship Id="rId24" Type="http://schemas.openxmlformats.org/officeDocument/2006/relationships/tags" Target="../tags/tag413.xml"/><Relationship Id="rId23" Type="http://schemas.openxmlformats.org/officeDocument/2006/relationships/tags" Target="../tags/tag412.xml"/><Relationship Id="rId22" Type="http://schemas.openxmlformats.org/officeDocument/2006/relationships/tags" Target="../tags/tag411.xml"/><Relationship Id="rId21" Type="http://schemas.openxmlformats.org/officeDocument/2006/relationships/tags" Target="../tags/tag410.xml"/><Relationship Id="rId20" Type="http://schemas.openxmlformats.org/officeDocument/2006/relationships/tags" Target="../tags/tag409.xml"/><Relationship Id="rId2" Type="http://schemas.openxmlformats.org/officeDocument/2006/relationships/image" Target="../media/image106.svg"/><Relationship Id="rId19" Type="http://schemas.openxmlformats.org/officeDocument/2006/relationships/tags" Target="../tags/tag408.xml"/><Relationship Id="rId18" Type="http://schemas.openxmlformats.org/officeDocument/2006/relationships/tags" Target="../tags/tag407.xml"/><Relationship Id="rId17" Type="http://schemas.openxmlformats.org/officeDocument/2006/relationships/tags" Target="../tags/tag406.xml"/><Relationship Id="rId16" Type="http://schemas.openxmlformats.org/officeDocument/2006/relationships/tags" Target="../tags/tag405.xml"/><Relationship Id="rId15" Type="http://schemas.openxmlformats.org/officeDocument/2006/relationships/tags" Target="../tags/tag404.xml"/><Relationship Id="rId14" Type="http://schemas.openxmlformats.org/officeDocument/2006/relationships/tags" Target="../tags/tag403.xml"/><Relationship Id="rId13" Type="http://schemas.openxmlformats.org/officeDocument/2006/relationships/tags" Target="../tags/tag402.xml"/><Relationship Id="rId12" Type="http://schemas.openxmlformats.org/officeDocument/2006/relationships/tags" Target="../tags/tag401.xml"/><Relationship Id="rId11" Type="http://schemas.openxmlformats.org/officeDocument/2006/relationships/tags" Target="../tags/tag400.xml"/><Relationship Id="rId10" Type="http://schemas.openxmlformats.org/officeDocument/2006/relationships/tags" Target="../tags/tag399.xml"/><Relationship Id="rId1" Type="http://schemas.openxmlformats.org/officeDocument/2006/relationships/image" Target="../media/image40.pn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.png"/><Relationship Id="rId2" Type="http://schemas.openxmlformats.org/officeDocument/2006/relationships/image" Target="../media/image110.svg"/><Relationship Id="rId1" Type="http://schemas.openxmlformats.org/officeDocument/2006/relationships/image" Target="../media/image40.png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tags" Target="../tags/tag420.xml"/><Relationship Id="rId8" Type="http://schemas.openxmlformats.org/officeDocument/2006/relationships/tags" Target="../tags/tag419.xml"/><Relationship Id="rId7" Type="http://schemas.openxmlformats.org/officeDocument/2006/relationships/tags" Target="../tags/tag418.xml"/><Relationship Id="rId6" Type="http://schemas.openxmlformats.org/officeDocument/2006/relationships/tags" Target="../tags/tag417.xml"/><Relationship Id="rId5" Type="http://schemas.openxmlformats.org/officeDocument/2006/relationships/tags" Target="../tags/tag416.xml"/><Relationship Id="rId4" Type="http://schemas.openxmlformats.org/officeDocument/2006/relationships/image" Target="../media/image134.svg"/><Relationship Id="rId34" Type="http://schemas.openxmlformats.org/officeDocument/2006/relationships/slideLayout" Target="../slideLayouts/slideLayout12.xml"/><Relationship Id="rId33" Type="http://schemas.openxmlformats.org/officeDocument/2006/relationships/image" Target="../media/image1.png"/><Relationship Id="rId32" Type="http://schemas.openxmlformats.org/officeDocument/2006/relationships/tags" Target="../tags/tag443.xml"/><Relationship Id="rId31" Type="http://schemas.openxmlformats.org/officeDocument/2006/relationships/tags" Target="../tags/tag442.xml"/><Relationship Id="rId30" Type="http://schemas.openxmlformats.org/officeDocument/2006/relationships/tags" Target="../tags/tag441.xml"/><Relationship Id="rId3" Type="http://schemas.openxmlformats.org/officeDocument/2006/relationships/image" Target="../media/image40.png"/><Relationship Id="rId29" Type="http://schemas.openxmlformats.org/officeDocument/2006/relationships/tags" Target="../tags/tag440.xml"/><Relationship Id="rId28" Type="http://schemas.openxmlformats.org/officeDocument/2006/relationships/tags" Target="../tags/tag439.xml"/><Relationship Id="rId27" Type="http://schemas.openxmlformats.org/officeDocument/2006/relationships/tags" Target="../tags/tag438.xml"/><Relationship Id="rId26" Type="http://schemas.openxmlformats.org/officeDocument/2006/relationships/tags" Target="../tags/tag437.xml"/><Relationship Id="rId25" Type="http://schemas.openxmlformats.org/officeDocument/2006/relationships/tags" Target="../tags/tag436.xml"/><Relationship Id="rId24" Type="http://schemas.openxmlformats.org/officeDocument/2006/relationships/tags" Target="../tags/tag435.xml"/><Relationship Id="rId23" Type="http://schemas.openxmlformats.org/officeDocument/2006/relationships/tags" Target="../tags/tag434.xml"/><Relationship Id="rId22" Type="http://schemas.openxmlformats.org/officeDocument/2006/relationships/tags" Target="../tags/tag433.xml"/><Relationship Id="rId21" Type="http://schemas.openxmlformats.org/officeDocument/2006/relationships/tags" Target="../tags/tag432.xml"/><Relationship Id="rId20" Type="http://schemas.openxmlformats.org/officeDocument/2006/relationships/tags" Target="../tags/tag431.xml"/><Relationship Id="rId2" Type="http://schemas.openxmlformats.org/officeDocument/2006/relationships/tags" Target="../tags/tag415.xml"/><Relationship Id="rId19" Type="http://schemas.openxmlformats.org/officeDocument/2006/relationships/tags" Target="../tags/tag430.xml"/><Relationship Id="rId18" Type="http://schemas.openxmlformats.org/officeDocument/2006/relationships/tags" Target="../tags/tag429.xml"/><Relationship Id="rId17" Type="http://schemas.openxmlformats.org/officeDocument/2006/relationships/tags" Target="../tags/tag428.xml"/><Relationship Id="rId16" Type="http://schemas.openxmlformats.org/officeDocument/2006/relationships/tags" Target="../tags/tag427.xml"/><Relationship Id="rId15" Type="http://schemas.openxmlformats.org/officeDocument/2006/relationships/tags" Target="../tags/tag426.xml"/><Relationship Id="rId14" Type="http://schemas.openxmlformats.org/officeDocument/2006/relationships/tags" Target="../tags/tag425.xml"/><Relationship Id="rId13" Type="http://schemas.openxmlformats.org/officeDocument/2006/relationships/tags" Target="../tags/tag424.xml"/><Relationship Id="rId12" Type="http://schemas.openxmlformats.org/officeDocument/2006/relationships/tags" Target="../tags/tag423.xml"/><Relationship Id="rId11" Type="http://schemas.openxmlformats.org/officeDocument/2006/relationships/tags" Target="../tags/tag422.xml"/><Relationship Id="rId10" Type="http://schemas.openxmlformats.org/officeDocument/2006/relationships/tags" Target="../tags/tag421.xml"/><Relationship Id="rId1" Type="http://schemas.openxmlformats.org/officeDocument/2006/relationships/tags" Target="../tags/tag414.xml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8.svg"/><Relationship Id="rId8" Type="http://schemas.openxmlformats.org/officeDocument/2006/relationships/tags" Target="../tags/tag447.xml"/><Relationship Id="rId7" Type="http://schemas.openxmlformats.org/officeDocument/2006/relationships/tags" Target="../tags/tag446.xml"/><Relationship Id="rId6" Type="http://schemas.openxmlformats.org/officeDocument/2006/relationships/image" Target="../media/image137.svg"/><Relationship Id="rId5" Type="http://schemas.openxmlformats.org/officeDocument/2006/relationships/image" Target="../media/image136.png"/><Relationship Id="rId40" Type="http://schemas.openxmlformats.org/officeDocument/2006/relationships/slideLayout" Target="../slideLayouts/slideLayout12.xml"/><Relationship Id="rId4" Type="http://schemas.openxmlformats.org/officeDocument/2006/relationships/tags" Target="../tags/tag445.xml"/><Relationship Id="rId39" Type="http://schemas.openxmlformats.org/officeDocument/2006/relationships/image" Target="../media/image1.png"/><Relationship Id="rId38" Type="http://schemas.openxmlformats.org/officeDocument/2006/relationships/tags" Target="../tags/tag471.xml"/><Relationship Id="rId37" Type="http://schemas.openxmlformats.org/officeDocument/2006/relationships/tags" Target="../tags/tag470.xml"/><Relationship Id="rId36" Type="http://schemas.openxmlformats.org/officeDocument/2006/relationships/tags" Target="../tags/tag469.xml"/><Relationship Id="rId35" Type="http://schemas.openxmlformats.org/officeDocument/2006/relationships/tags" Target="../tags/tag468.xml"/><Relationship Id="rId34" Type="http://schemas.openxmlformats.org/officeDocument/2006/relationships/tags" Target="../tags/tag467.xml"/><Relationship Id="rId33" Type="http://schemas.openxmlformats.org/officeDocument/2006/relationships/tags" Target="../tags/tag466.xml"/><Relationship Id="rId32" Type="http://schemas.openxmlformats.org/officeDocument/2006/relationships/image" Target="../media/image143.svg"/><Relationship Id="rId31" Type="http://schemas.openxmlformats.org/officeDocument/2006/relationships/tags" Target="../tags/tag465.xml"/><Relationship Id="rId30" Type="http://schemas.openxmlformats.org/officeDocument/2006/relationships/tags" Target="../tags/tag464.xml"/><Relationship Id="rId3" Type="http://schemas.openxmlformats.org/officeDocument/2006/relationships/tags" Target="../tags/tag444.xml"/><Relationship Id="rId29" Type="http://schemas.openxmlformats.org/officeDocument/2006/relationships/tags" Target="../tags/tag463.xml"/><Relationship Id="rId28" Type="http://schemas.openxmlformats.org/officeDocument/2006/relationships/tags" Target="../tags/tag462.xml"/><Relationship Id="rId27" Type="http://schemas.openxmlformats.org/officeDocument/2006/relationships/tags" Target="../tags/tag461.xml"/><Relationship Id="rId26" Type="http://schemas.openxmlformats.org/officeDocument/2006/relationships/tags" Target="../tags/tag460.xml"/><Relationship Id="rId25" Type="http://schemas.openxmlformats.org/officeDocument/2006/relationships/image" Target="../media/image142.svg"/><Relationship Id="rId24" Type="http://schemas.openxmlformats.org/officeDocument/2006/relationships/tags" Target="../tags/tag459.xml"/><Relationship Id="rId23" Type="http://schemas.openxmlformats.org/officeDocument/2006/relationships/tags" Target="../tags/tag458.xml"/><Relationship Id="rId22" Type="http://schemas.openxmlformats.org/officeDocument/2006/relationships/image" Target="../media/image141.svg"/><Relationship Id="rId21" Type="http://schemas.openxmlformats.org/officeDocument/2006/relationships/image" Target="../media/image140.png"/><Relationship Id="rId20" Type="http://schemas.openxmlformats.org/officeDocument/2006/relationships/tags" Target="../tags/tag457.xml"/><Relationship Id="rId2" Type="http://schemas.openxmlformats.org/officeDocument/2006/relationships/image" Target="../media/image135.svg"/><Relationship Id="rId19" Type="http://schemas.openxmlformats.org/officeDocument/2006/relationships/tags" Target="../tags/tag456.xml"/><Relationship Id="rId18" Type="http://schemas.openxmlformats.org/officeDocument/2006/relationships/tags" Target="../tags/tag455.xml"/><Relationship Id="rId17" Type="http://schemas.openxmlformats.org/officeDocument/2006/relationships/tags" Target="../tags/tag454.xml"/><Relationship Id="rId16" Type="http://schemas.openxmlformats.org/officeDocument/2006/relationships/tags" Target="../tags/tag453.xml"/><Relationship Id="rId15" Type="http://schemas.openxmlformats.org/officeDocument/2006/relationships/tags" Target="../tags/tag452.xml"/><Relationship Id="rId14" Type="http://schemas.openxmlformats.org/officeDocument/2006/relationships/image" Target="../media/image139.svg"/><Relationship Id="rId13" Type="http://schemas.openxmlformats.org/officeDocument/2006/relationships/tags" Target="../tags/tag451.xml"/><Relationship Id="rId12" Type="http://schemas.openxmlformats.org/officeDocument/2006/relationships/tags" Target="../tags/tag450.xml"/><Relationship Id="rId11" Type="http://schemas.openxmlformats.org/officeDocument/2006/relationships/tags" Target="../tags/tag449.xml"/><Relationship Id="rId10" Type="http://schemas.openxmlformats.org/officeDocument/2006/relationships/tags" Target="../tags/tag448.xml"/><Relationship Id="rId1" Type="http://schemas.openxmlformats.org/officeDocument/2006/relationships/image" Target="../media/image40.png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1.png"/><Relationship Id="rId8" Type="http://schemas.openxmlformats.org/officeDocument/2006/relationships/image" Target="../media/image150.svg"/><Relationship Id="rId7" Type="http://schemas.openxmlformats.org/officeDocument/2006/relationships/image" Target="../media/image149.png"/><Relationship Id="rId6" Type="http://schemas.openxmlformats.org/officeDocument/2006/relationships/image" Target="../media/image148.svg"/><Relationship Id="rId5" Type="http://schemas.openxmlformats.org/officeDocument/2006/relationships/image" Target="../media/image147.png"/><Relationship Id="rId4" Type="http://schemas.openxmlformats.org/officeDocument/2006/relationships/image" Target="../media/image146.svg"/><Relationship Id="rId3" Type="http://schemas.openxmlformats.org/officeDocument/2006/relationships/image" Target="../media/image145.png"/><Relationship Id="rId2" Type="http://schemas.openxmlformats.org/officeDocument/2006/relationships/image" Target="../media/image144.svg"/><Relationship Id="rId16" Type="http://schemas.openxmlformats.org/officeDocument/2006/relationships/slideLayout" Target="../slideLayouts/slideLayout12.xml"/><Relationship Id="rId15" Type="http://schemas.openxmlformats.org/officeDocument/2006/relationships/image" Target="../media/image1.png"/><Relationship Id="rId14" Type="http://schemas.openxmlformats.org/officeDocument/2006/relationships/image" Target="../media/image156.svg"/><Relationship Id="rId13" Type="http://schemas.openxmlformats.org/officeDocument/2006/relationships/image" Target="../media/image155.png"/><Relationship Id="rId12" Type="http://schemas.openxmlformats.org/officeDocument/2006/relationships/image" Target="../media/image154.svg"/><Relationship Id="rId11" Type="http://schemas.openxmlformats.org/officeDocument/2006/relationships/image" Target="../media/image153.png"/><Relationship Id="rId10" Type="http://schemas.openxmlformats.org/officeDocument/2006/relationships/image" Target="../media/image152.svg"/><Relationship Id="rId1" Type="http://schemas.openxmlformats.org/officeDocument/2006/relationships/image" Target="../media/image40.png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tags" Target="../tags/tag477.xml"/><Relationship Id="rId8" Type="http://schemas.openxmlformats.org/officeDocument/2006/relationships/tags" Target="../tags/tag476.xml"/><Relationship Id="rId7" Type="http://schemas.openxmlformats.org/officeDocument/2006/relationships/tags" Target="../tags/tag475.xml"/><Relationship Id="rId6" Type="http://schemas.openxmlformats.org/officeDocument/2006/relationships/tags" Target="../tags/tag474.xml"/><Relationship Id="rId5" Type="http://schemas.openxmlformats.org/officeDocument/2006/relationships/tags" Target="../tags/tag473.xml"/><Relationship Id="rId4" Type="http://schemas.openxmlformats.org/officeDocument/2006/relationships/tags" Target="../tags/tag472.xml"/><Relationship Id="rId32" Type="http://schemas.openxmlformats.org/officeDocument/2006/relationships/slideLayout" Target="../slideLayouts/slideLayout12.xml"/><Relationship Id="rId31" Type="http://schemas.openxmlformats.org/officeDocument/2006/relationships/image" Target="../media/image165.svg"/><Relationship Id="rId30" Type="http://schemas.openxmlformats.org/officeDocument/2006/relationships/image" Target="../media/image164.png"/><Relationship Id="rId3" Type="http://schemas.openxmlformats.org/officeDocument/2006/relationships/image" Target="../media/image1.png"/><Relationship Id="rId29" Type="http://schemas.openxmlformats.org/officeDocument/2006/relationships/image" Target="../media/image163.svg"/><Relationship Id="rId28" Type="http://schemas.openxmlformats.org/officeDocument/2006/relationships/image" Target="../media/image162.png"/><Relationship Id="rId27" Type="http://schemas.openxmlformats.org/officeDocument/2006/relationships/image" Target="../media/image161.svg"/><Relationship Id="rId26" Type="http://schemas.openxmlformats.org/officeDocument/2006/relationships/image" Target="../media/image160.png"/><Relationship Id="rId25" Type="http://schemas.openxmlformats.org/officeDocument/2006/relationships/image" Target="../media/image159.svg"/><Relationship Id="rId24" Type="http://schemas.openxmlformats.org/officeDocument/2006/relationships/image" Target="../media/image158.png"/><Relationship Id="rId23" Type="http://schemas.openxmlformats.org/officeDocument/2006/relationships/tags" Target="../tags/tag491.xml"/><Relationship Id="rId22" Type="http://schemas.openxmlformats.org/officeDocument/2006/relationships/tags" Target="../tags/tag490.xml"/><Relationship Id="rId21" Type="http://schemas.openxmlformats.org/officeDocument/2006/relationships/tags" Target="../tags/tag489.xml"/><Relationship Id="rId20" Type="http://schemas.openxmlformats.org/officeDocument/2006/relationships/tags" Target="../tags/tag488.xml"/><Relationship Id="rId2" Type="http://schemas.openxmlformats.org/officeDocument/2006/relationships/image" Target="../media/image157.svg"/><Relationship Id="rId19" Type="http://schemas.openxmlformats.org/officeDocument/2006/relationships/tags" Target="../tags/tag487.xml"/><Relationship Id="rId18" Type="http://schemas.openxmlformats.org/officeDocument/2006/relationships/tags" Target="../tags/tag486.xml"/><Relationship Id="rId17" Type="http://schemas.openxmlformats.org/officeDocument/2006/relationships/tags" Target="../tags/tag485.xml"/><Relationship Id="rId16" Type="http://schemas.openxmlformats.org/officeDocument/2006/relationships/tags" Target="../tags/tag484.xml"/><Relationship Id="rId15" Type="http://schemas.openxmlformats.org/officeDocument/2006/relationships/tags" Target="../tags/tag483.xml"/><Relationship Id="rId14" Type="http://schemas.openxmlformats.org/officeDocument/2006/relationships/tags" Target="../tags/tag482.xml"/><Relationship Id="rId13" Type="http://schemas.openxmlformats.org/officeDocument/2006/relationships/tags" Target="../tags/tag481.xml"/><Relationship Id="rId12" Type="http://schemas.openxmlformats.org/officeDocument/2006/relationships/tags" Target="../tags/tag480.xml"/><Relationship Id="rId11" Type="http://schemas.openxmlformats.org/officeDocument/2006/relationships/tags" Target="../tags/tag479.xml"/><Relationship Id="rId10" Type="http://schemas.openxmlformats.org/officeDocument/2006/relationships/tags" Target="../tags/tag478.xml"/><Relationship Id="rId1" Type="http://schemas.openxmlformats.org/officeDocument/2006/relationships/image" Target="../media/image40.png"/></Relationships>
</file>

<file path=ppt/slides/_rels/slide3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2.xml"/><Relationship Id="rId6" Type="http://schemas.openxmlformats.org/officeDocument/2006/relationships/tags" Target="../tags/tag494.xml"/><Relationship Id="rId5" Type="http://schemas.openxmlformats.org/officeDocument/2006/relationships/tags" Target="../tags/tag493.xml"/><Relationship Id="rId4" Type="http://schemas.openxmlformats.org/officeDocument/2006/relationships/tags" Target="../tags/tag492.xml"/><Relationship Id="rId3" Type="http://schemas.openxmlformats.org/officeDocument/2006/relationships/image" Target="../media/image1.png"/><Relationship Id="rId2" Type="http://schemas.openxmlformats.org/officeDocument/2006/relationships/image" Target="../media/image166.svg"/><Relationship Id="rId1" Type="http://schemas.openxmlformats.org/officeDocument/2006/relationships/image" Target="../media/image40.png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.png"/><Relationship Id="rId2" Type="http://schemas.openxmlformats.org/officeDocument/2006/relationships/image" Target="../media/image167.svg"/><Relationship Id="rId1" Type="http://schemas.openxmlformats.org/officeDocument/2006/relationships/image" Target="../media/image40.png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.png"/><Relationship Id="rId2" Type="http://schemas.openxmlformats.org/officeDocument/2006/relationships/image" Target="../media/image169.svg"/><Relationship Id="rId1" Type="http://schemas.openxmlformats.org/officeDocument/2006/relationships/image" Target="../media/image168.png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.png"/><Relationship Id="rId2" Type="http://schemas.openxmlformats.org/officeDocument/2006/relationships/image" Target="../media/image170.svg"/><Relationship Id="rId1" Type="http://schemas.openxmlformats.org/officeDocument/2006/relationships/image" Target="../media/image40.png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tags" Target="../tags/tag501.xml"/><Relationship Id="rId8" Type="http://schemas.openxmlformats.org/officeDocument/2006/relationships/tags" Target="../tags/tag500.xml"/><Relationship Id="rId7" Type="http://schemas.openxmlformats.org/officeDocument/2006/relationships/tags" Target="../tags/tag499.xml"/><Relationship Id="rId6" Type="http://schemas.openxmlformats.org/officeDocument/2006/relationships/tags" Target="../tags/tag498.xml"/><Relationship Id="rId5" Type="http://schemas.openxmlformats.org/officeDocument/2006/relationships/tags" Target="../tags/tag497.xml"/><Relationship Id="rId4" Type="http://schemas.openxmlformats.org/officeDocument/2006/relationships/tags" Target="../tags/tag496.xml"/><Relationship Id="rId3" Type="http://schemas.openxmlformats.org/officeDocument/2006/relationships/tags" Target="../tags/tag495.xml"/><Relationship Id="rId2" Type="http://schemas.openxmlformats.org/officeDocument/2006/relationships/image" Target="../media/image171.svg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1.png"/><Relationship Id="rId10" Type="http://schemas.openxmlformats.org/officeDocument/2006/relationships/tags" Target="../tags/tag502.xml"/><Relationship Id="rId1" Type="http://schemas.openxmlformats.org/officeDocument/2006/relationships/image" Target="../media/image40.png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.png"/><Relationship Id="rId2" Type="http://schemas.openxmlformats.org/officeDocument/2006/relationships/image" Target="../media/image172.svg"/><Relationship Id="rId1" Type="http://schemas.openxmlformats.org/officeDocument/2006/relationships/image" Target="../media/image40.png"/></Relationships>
</file>

<file path=ppt/slides/_rels/slide3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1.png"/><Relationship Id="rId3" Type="http://schemas.openxmlformats.org/officeDocument/2006/relationships/tags" Target="../tags/tag503.xml"/><Relationship Id="rId2" Type="http://schemas.openxmlformats.org/officeDocument/2006/relationships/image" Target="../media/image173.svg"/><Relationship Id="rId1" Type="http://schemas.openxmlformats.org/officeDocument/2006/relationships/image" Target="../media/image40.png"/></Relationships>
</file>

<file path=ppt/slides/_rels/slide38.xml.rels><?xml version="1.0" encoding="UTF-8" standalone="yes"?>
<Relationships xmlns="http://schemas.openxmlformats.org/package/2006/relationships"><Relationship Id="rId9" Type="http://schemas.openxmlformats.org/officeDocument/2006/relationships/tags" Target="../tags/tag510.xml"/><Relationship Id="rId8" Type="http://schemas.openxmlformats.org/officeDocument/2006/relationships/tags" Target="../tags/tag509.xml"/><Relationship Id="rId7" Type="http://schemas.openxmlformats.org/officeDocument/2006/relationships/tags" Target="../tags/tag508.xml"/><Relationship Id="rId6" Type="http://schemas.openxmlformats.org/officeDocument/2006/relationships/tags" Target="../tags/tag507.xml"/><Relationship Id="rId5" Type="http://schemas.openxmlformats.org/officeDocument/2006/relationships/tags" Target="../tags/tag506.xml"/><Relationship Id="rId4" Type="http://schemas.openxmlformats.org/officeDocument/2006/relationships/tags" Target="../tags/tag505.xml"/><Relationship Id="rId37" Type="http://schemas.openxmlformats.org/officeDocument/2006/relationships/slideLayout" Target="../slideLayouts/slideLayout12.xml"/><Relationship Id="rId36" Type="http://schemas.openxmlformats.org/officeDocument/2006/relationships/tags" Target="../tags/tag536.xml"/><Relationship Id="rId35" Type="http://schemas.openxmlformats.org/officeDocument/2006/relationships/tags" Target="../tags/tag535.xml"/><Relationship Id="rId34" Type="http://schemas.openxmlformats.org/officeDocument/2006/relationships/tags" Target="../tags/tag534.xml"/><Relationship Id="rId33" Type="http://schemas.openxmlformats.org/officeDocument/2006/relationships/tags" Target="../tags/tag533.xml"/><Relationship Id="rId32" Type="http://schemas.openxmlformats.org/officeDocument/2006/relationships/image" Target="../media/image1.png"/><Relationship Id="rId31" Type="http://schemas.openxmlformats.org/officeDocument/2006/relationships/tags" Target="../tags/tag532.xml"/><Relationship Id="rId30" Type="http://schemas.openxmlformats.org/officeDocument/2006/relationships/tags" Target="../tags/tag531.xml"/><Relationship Id="rId3" Type="http://schemas.openxmlformats.org/officeDocument/2006/relationships/tags" Target="../tags/tag504.xml"/><Relationship Id="rId29" Type="http://schemas.openxmlformats.org/officeDocument/2006/relationships/tags" Target="../tags/tag530.xml"/><Relationship Id="rId28" Type="http://schemas.openxmlformats.org/officeDocument/2006/relationships/tags" Target="../tags/tag529.xml"/><Relationship Id="rId27" Type="http://schemas.openxmlformats.org/officeDocument/2006/relationships/tags" Target="../tags/tag528.xml"/><Relationship Id="rId26" Type="http://schemas.openxmlformats.org/officeDocument/2006/relationships/tags" Target="../tags/tag527.xml"/><Relationship Id="rId25" Type="http://schemas.openxmlformats.org/officeDocument/2006/relationships/tags" Target="../tags/tag526.xml"/><Relationship Id="rId24" Type="http://schemas.openxmlformats.org/officeDocument/2006/relationships/tags" Target="../tags/tag525.xml"/><Relationship Id="rId23" Type="http://schemas.openxmlformats.org/officeDocument/2006/relationships/tags" Target="../tags/tag524.xml"/><Relationship Id="rId22" Type="http://schemas.openxmlformats.org/officeDocument/2006/relationships/tags" Target="../tags/tag523.xml"/><Relationship Id="rId21" Type="http://schemas.openxmlformats.org/officeDocument/2006/relationships/tags" Target="../tags/tag522.xml"/><Relationship Id="rId20" Type="http://schemas.openxmlformats.org/officeDocument/2006/relationships/tags" Target="../tags/tag521.xml"/><Relationship Id="rId2" Type="http://schemas.openxmlformats.org/officeDocument/2006/relationships/image" Target="../media/image174.svg"/><Relationship Id="rId19" Type="http://schemas.openxmlformats.org/officeDocument/2006/relationships/tags" Target="../tags/tag520.xml"/><Relationship Id="rId18" Type="http://schemas.openxmlformats.org/officeDocument/2006/relationships/tags" Target="../tags/tag519.xml"/><Relationship Id="rId17" Type="http://schemas.openxmlformats.org/officeDocument/2006/relationships/tags" Target="../tags/tag518.xml"/><Relationship Id="rId16" Type="http://schemas.openxmlformats.org/officeDocument/2006/relationships/tags" Target="../tags/tag517.xml"/><Relationship Id="rId15" Type="http://schemas.openxmlformats.org/officeDocument/2006/relationships/tags" Target="../tags/tag516.xml"/><Relationship Id="rId14" Type="http://schemas.openxmlformats.org/officeDocument/2006/relationships/tags" Target="../tags/tag515.xml"/><Relationship Id="rId13" Type="http://schemas.openxmlformats.org/officeDocument/2006/relationships/tags" Target="../tags/tag514.xml"/><Relationship Id="rId12" Type="http://schemas.openxmlformats.org/officeDocument/2006/relationships/tags" Target="../tags/tag513.xml"/><Relationship Id="rId11" Type="http://schemas.openxmlformats.org/officeDocument/2006/relationships/tags" Target="../tags/tag512.xml"/><Relationship Id="rId10" Type="http://schemas.openxmlformats.org/officeDocument/2006/relationships/tags" Target="../tags/tag511.xml"/><Relationship Id="rId1" Type="http://schemas.openxmlformats.org/officeDocument/2006/relationships/image" Target="../media/image40.png"/></Relationships>
</file>

<file path=ppt/slides/_rels/slide3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9.png"/><Relationship Id="rId8" Type="http://schemas.openxmlformats.org/officeDocument/2006/relationships/image" Target="../media/image178.svg"/><Relationship Id="rId7" Type="http://schemas.openxmlformats.org/officeDocument/2006/relationships/image" Target="../media/image177.png"/><Relationship Id="rId6" Type="http://schemas.openxmlformats.org/officeDocument/2006/relationships/tags" Target="../tags/tag540.xml"/><Relationship Id="rId5" Type="http://schemas.openxmlformats.org/officeDocument/2006/relationships/tags" Target="../tags/tag539.xml"/><Relationship Id="rId4" Type="http://schemas.openxmlformats.org/officeDocument/2006/relationships/tags" Target="../tags/tag538.xml"/><Relationship Id="rId3" Type="http://schemas.openxmlformats.org/officeDocument/2006/relationships/tags" Target="../tags/tag537.xml"/><Relationship Id="rId2" Type="http://schemas.openxmlformats.org/officeDocument/2006/relationships/image" Target="../media/image176.svg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1.png"/><Relationship Id="rId10" Type="http://schemas.openxmlformats.org/officeDocument/2006/relationships/image" Target="../media/image180.svg"/><Relationship Id="rId1" Type="http://schemas.openxmlformats.org/officeDocument/2006/relationships/image" Target="../media/image175.png"/></Relationships>
</file>

<file path=ppt/slides/_rels/slide40.xml.rels><?xml version="1.0" encoding="UTF-8" standalone="yes"?>
<Relationships xmlns="http://schemas.openxmlformats.org/package/2006/relationships"><Relationship Id="rId9" Type="http://schemas.openxmlformats.org/officeDocument/2006/relationships/tags" Target="../tags/tag546.xml"/><Relationship Id="rId8" Type="http://schemas.openxmlformats.org/officeDocument/2006/relationships/tags" Target="../tags/tag545.xml"/><Relationship Id="rId7" Type="http://schemas.openxmlformats.org/officeDocument/2006/relationships/tags" Target="../tags/tag544.xml"/><Relationship Id="rId6" Type="http://schemas.openxmlformats.org/officeDocument/2006/relationships/tags" Target="../tags/tag543.xml"/><Relationship Id="rId5" Type="http://schemas.openxmlformats.org/officeDocument/2006/relationships/image" Target="../media/image1.png"/><Relationship Id="rId4" Type="http://schemas.openxmlformats.org/officeDocument/2006/relationships/tags" Target="../tags/tag542.xml"/><Relationship Id="rId3" Type="http://schemas.openxmlformats.org/officeDocument/2006/relationships/tags" Target="../tags/tag541.xml"/><Relationship Id="rId22" Type="http://schemas.openxmlformats.org/officeDocument/2006/relationships/slideLayout" Target="../slideLayouts/slideLayout12.xml"/><Relationship Id="rId21" Type="http://schemas.openxmlformats.org/officeDocument/2006/relationships/tags" Target="../tags/tag558.xml"/><Relationship Id="rId20" Type="http://schemas.openxmlformats.org/officeDocument/2006/relationships/tags" Target="../tags/tag557.xml"/><Relationship Id="rId2" Type="http://schemas.openxmlformats.org/officeDocument/2006/relationships/image" Target="../media/image181.svg"/><Relationship Id="rId19" Type="http://schemas.openxmlformats.org/officeDocument/2006/relationships/tags" Target="../tags/tag556.xml"/><Relationship Id="rId18" Type="http://schemas.openxmlformats.org/officeDocument/2006/relationships/tags" Target="../tags/tag555.xml"/><Relationship Id="rId17" Type="http://schemas.openxmlformats.org/officeDocument/2006/relationships/tags" Target="../tags/tag554.xml"/><Relationship Id="rId16" Type="http://schemas.openxmlformats.org/officeDocument/2006/relationships/tags" Target="../tags/tag553.xml"/><Relationship Id="rId15" Type="http://schemas.openxmlformats.org/officeDocument/2006/relationships/tags" Target="../tags/tag552.xml"/><Relationship Id="rId14" Type="http://schemas.openxmlformats.org/officeDocument/2006/relationships/tags" Target="../tags/tag551.xml"/><Relationship Id="rId13" Type="http://schemas.openxmlformats.org/officeDocument/2006/relationships/tags" Target="../tags/tag550.xml"/><Relationship Id="rId12" Type="http://schemas.openxmlformats.org/officeDocument/2006/relationships/tags" Target="../tags/tag549.xml"/><Relationship Id="rId11" Type="http://schemas.openxmlformats.org/officeDocument/2006/relationships/tags" Target="../tags/tag548.xml"/><Relationship Id="rId10" Type="http://schemas.openxmlformats.org/officeDocument/2006/relationships/tags" Target="../tags/tag547.xml"/><Relationship Id="rId1" Type="http://schemas.openxmlformats.org/officeDocument/2006/relationships/image" Target="../media/image40.png"/></Relationships>
</file>

<file path=ppt/slides/_rels/slide41.xml.rels><?xml version="1.0" encoding="UTF-8" standalone="yes"?>
<Relationships xmlns="http://schemas.openxmlformats.org/package/2006/relationships"><Relationship Id="rId9" Type="http://schemas.openxmlformats.org/officeDocument/2006/relationships/tags" Target="../tags/tag565.xml"/><Relationship Id="rId8" Type="http://schemas.openxmlformats.org/officeDocument/2006/relationships/tags" Target="../tags/tag564.xml"/><Relationship Id="rId7" Type="http://schemas.openxmlformats.org/officeDocument/2006/relationships/tags" Target="../tags/tag563.xml"/><Relationship Id="rId6" Type="http://schemas.openxmlformats.org/officeDocument/2006/relationships/tags" Target="../tags/tag562.xml"/><Relationship Id="rId5" Type="http://schemas.openxmlformats.org/officeDocument/2006/relationships/tags" Target="../tags/tag561.xml"/><Relationship Id="rId4" Type="http://schemas.openxmlformats.org/officeDocument/2006/relationships/tags" Target="../tags/tag560.xml"/><Relationship Id="rId3" Type="http://schemas.openxmlformats.org/officeDocument/2006/relationships/tags" Target="../tags/tag559.xml"/><Relationship Id="rId29" Type="http://schemas.openxmlformats.org/officeDocument/2006/relationships/slideLayout" Target="../slideLayouts/slideLayout12.xml"/><Relationship Id="rId28" Type="http://schemas.openxmlformats.org/officeDocument/2006/relationships/image" Target="../media/image1.png"/><Relationship Id="rId27" Type="http://schemas.openxmlformats.org/officeDocument/2006/relationships/tags" Target="../tags/tag583.xml"/><Relationship Id="rId26" Type="http://schemas.openxmlformats.org/officeDocument/2006/relationships/tags" Target="../tags/tag582.xml"/><Relationship Id="rId25" Type="http://schemas.openxmlformats.org/officeDocument/2006/relationships/tags" Target="../tags/tag581.xml"/><Relationship Id="rId24" Type="http://schemas.openxmlformats.org/officeDocument/2006/relationships/tags" Target="../tags/tag580.xml"/><Relationship Id="rId23" Type="http://schemas.openxmlformats.org/officeDocument/2006/relationships/tags" Target="../tags/tag579.xml"/><Relationship Id="rId22" Type="http://schemas.openxmlformats.org/officeDocument/2006/relationships/tags" Target="../tags/tag578.xml"/><Relationship Id="rId21" Type="http://schemas.openxmlformats.org/officeDocument/2006/relationships/tags" Target="../tags/tag577.xml"/><Relationship Id="rId20" Type="http://schemas.openxmlformats.org/officeDocument/2006/relationships/tags" Target="../tags/tag576.xml"/><Relationship Id="rId2" Type="http://schemas.openxmlformats.org/officeDocument/2006/relationships/image" Target="../media/image182.svg"/><Relationship Id="rId19" Type="http://schemas.openxmlformats.org/officeDocument/2006/relationships/tags" Target="../tags/tag575.xml"/><Relationship Id="rId18" Type="http://schemas.openxmlformats.org/officeDocument/2006/relationships/tags" Target="../tags/tag574.xml"/><Relationship Id="rId17" Type="http://schemas.openxmlformats.org/officeDocument/2006/relationships/tags" Target="../tags/tag573.xml"/><Relationship Id="rId16" Type="http://schemas.openxmlformats.org/officeDocument/2006/relationships/tags" Target="../tags/tag572.xml"/><Relationship Id="rId15" Type="http://schemas.openxmlformats.org/officeDocument/2006/relationships/tags" Target="../tags/tag571.xml"/><Relationship Id="rId14" Type="http://schemas.openxmlformats.org/officeDocument/2006/relationships/tags" Target="../tags/tag570.xml"/><Relationship Id="rId13" Type="http://schemas.openxmlformats.org/officeDocument/2006/relationships/tags" Target="../tags/tag569.xml"/><Relationship Id="rId12" Type="http://schemas.openxmlformats.org/officeDocument/2006/relationships/tags" Target="../tags/tag568.xml"/><Relationship Id="rId11" Type="http://schemas.openxmlformats.org/officeDocument/2006/relationships/tags" Target="../tags/tag567.xml"/><Relationship Id="rId10" Type="http://schemas.openxmlformats.org/officeDocument/2006/relationships/tags" Target="../tags/tag566.xml"/><Relationship Id="rId1" Type="http://schemas.openxmlformats.org/officeDocument/2006/relationships/image" Target="../media/image40.png"/></Relationships>
</file>

<file path=ppt/slides/_rels/slide4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.png"/><Relationship Id="rId2" Type="http://schemas.openxmlformats.org/officeDocument/2006/relationships/image" Target="../media/image183.svg"/><Relationship Id="rId1" Type="http://schemas.openxmlformats.org/officeDocument/2006/relationships/image" Target="../media/image40.png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84.svg"/><Relationship Id="rId2" Type="http://schemas.openxmlformats.org/officeDocument/2006/relationships/image" Target="../media/image40.png"/><Relationship Id="rId1" Type="http://schemas.openxmlformats.org/officeDocument/2006/relationships/image" Target="../media/image1.png"/></Relationships>
</file>

<file path=ppt/slides/_rels/slide44.xml.rels><?xml version="1.0" encoding="UTF-8" standalone="yes"?>
<Relationships xmlns="http://schemas.openxmlformats.org/package/2006/relationships"><Relationship Id="rId9" Type="http://schemas.openxmlformats.org/officeDocument/2006/relationships/tags" Target="../tags/tag589.xml"/><Relationship Id="rId8" Type="http://schemas.openxmlformats.org/officeDocument/2006/relationships/tags" Target="../tags/tag588.xml"/><Relationship Id="rId7" Type="http://schemas.openxmlformats.org/officeDocument/2006/relationships/tags" Target="../tags/tag587.xml"/><Relationship Id="rId6" Type="http://schemas.openxmlformats.org/officeDocument/2006/relationships/tags" Target="../tags/tag586.xml"/><Relationship Id="rId5" Type="http://schemas.openxmlformats.org/officeDocument/2006/relationships/tags" Target="../tags/tag585.xml"/><Relationship Id="rId4" Type="http://schemas.openxmlformats.org/officeDocument/2006/relationships/tags" Target="../tags/tag584.xml"/><Relationship Id="rId3" Type="http://schemas.openxmlformats.org/officeDocument/2006/relationships/image" Target="../media/image186.svg"/><Relationship Id="rId22" Type="http://schemas.openxmlformats.org/officeDocument/2006/relationships/slideLayout" Target="../slideLayouts/slideLayout12.xml"/><Relationship Id="rId21" Type="http://schemas.openxmlformats.org/officeDocument/2006/relationships/image" Target="../media/image184.svg"/><Relationship Id="rId20" Type="http://schemas.openxmlformats.org/officeDocument/2006/relationships/image" Target="../media/image40.png"/><Relationship Id="rId2" Type="http://schemas.openxmlformats.org/officeDocument/2006/relationships/image" Target="../media/image185.png"/><Relationship Id="rId19" Type="http://schemas.openxmlformats.org/officeDocument/2006/relationships/tags" Target="../tags/tag599.xml"/><Relationship Id="rId18" Type="http://schemas.openxmlformats.org/officeDocument/2006/relationships/tags" Target="../tags/tag598.xml"/><Relationship Id="rId17" Type="http://schemas.openxmlformats.org/officeDocument/2006/relationships/tags" Target="../tags/tag597.xml"/><Relationship Id="rId16" Type="http://schemas.openxmlformats.org/officeDocument/2006/relationships/tags" Target="../tags/tag596.xml"/><Relationship Id="rId15" Type="http://schemas.openxmlformats.org/officeDocument/2006/relationships/tags" Target="../tags/tag595.xml"/><Relationship Id="rId14" Type="http://schemas.openxmlformats.org/officeDocument/2006/relationships/tags" Target="../tags/tag594.xml"/><Relationship Id="rId13" Type="http://schemas.openxmlformats.org/officeDocument/2006/relationships/tags" Target="../tags/tag593.xml"/><Relationship Id="rId12" Type="http://schemas.openxmlformats.org/officeDocument/2006/relationships/tags" Target="../tags/tag592.xml"/><Relationship Id="rId11" Type="http://schemas.openxmlformats.org/officeDocument/2006/relationships/tags" Target="../tags/tag591.xml"/><Relationship Id="rId10" Type="http://schemas.openxmlformats.org/officeDocument/2006/relationships/tags" Target="../tags/tag590.xml"/><Relationship Id="rId1" Type="http://schemas.openxmlformats.org/officeDocument/2006/relationships/image" Target="../media/image1.png"/></Relationships>
</file>

<file path=ppt/slides/_rels/slide4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.png"/><Relationship Id="rId2" Type="http://schemas.openxmlformats.org/officeDocument/2006/relationships/image" Target="../media/image184.svg"/><Relationship Id="rId1" Type="http://schemas.openxmlformats.org/officeDocument/2006/relationships/image" Target="../media/image40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2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图片 44" descr="&amp;pky380_sjzg_VCG41N612724130_sjzg_VCG41N612724130&amp;"/>
          <p:cNvPicPr>
            <a:picLocks noChangeAspect="1"/>
          </p:cNvPicPr>
          <p:nvPr userDrawn="1"/>
        </p:nvPicPr>
        <p:blipFill>
          <a:blip r:embed="rId1">
            <a:lum contrast="-66000"/>
          </a:blip>
          <a:stretch>
            <a:fillRect/>
          </a:stretch>
        </p:blipFill>
        <p:spPr>
          <a:xfrm>
            <a:off x="-11430" y="0"/>
            <a:ext cx="12214225" cy="6858000"/>
          </a:xfrm>
          <a:prstGeom prst="rect">
            <a:avLst/>
          </a:prstGeom>
        </p:spPr>
      </p:pic>
      <p:sp>
        <p:nvSpPr>
          <p:cNvPr id="46" name="矩形 45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90000"/>
                </a:schemeClr>
              </a:gs>
              <a:gs pos="100000">
                <a:schemeClr val="accent1">
                  <a:alpha val="60000"/>
                </a:schemeClr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4" name="直接连接符 43"/>
          <p:cNvCxnSpPr/>
          <p:nvPr/>
        </p:nvCxnSpPr>
        <p:spPr>
          <a:xfrm>
            <a:off x="1567721" y="8585987"/>
            <a:ext cx="572022" cy="0"/>
          </a:xfrm>
          <a:prstGeom prst="line">
            <a:avLst/>
          </a:prstGeom>
          <a:ln w="12700">
            <a:gradFill flip="none" rotWithShape="1">
              <a:gsLst>
                <a:gs pos="1100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文本框 78"/>
          <p:cNvSpPr txBox="1"/>
          <p:nvPr/>
        </p:nvSpPr>
        <p:spPr>
          <a:xfrm>
            <a:off x="3870960" y="1540510"/>
            <a:ext cx="400113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4000" b="1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「框架搭建系列</a:t>
            </a:r>
            <a:r>
              <a:rPr lang="zh-CN" altLang="en-US" sz="4000" b="1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」</a:t>
            </a:r>
            <a:endParaRPr lang="zh-CN" altLang="en-US" sz="4000" b="1" dirty="0">
              <a:solidFill>
                <a:srgbClr val="FFC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2024380" y="2326005"/>
            <a:ext cx="794004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sz="6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复杂逻辑场景</a:t>
            </a:r>
            <a:r>
              <a:rPr lang="en-US" altLang="zh-CN" sz="6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PPT</a:t>
            </a:r>
            <a:r>
              <a:rPr lang="zh-CN" altLang="en-US" sz="6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模板</a:t>
            </a:r>
            <a:endParaRPr lang="zh-CN" altLang="en-US" sz="6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5244518" y="4138060"/>
            <a:ext cx="1702965" cy="306705"/>
          </a:xfrm>
          <a:prstGeom prst="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汇报人：开悟思维</a:t>
            </a:r>
            <a:endParaRPr lang="zh-CN" altLang="en-US" sz="1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2" name="文本框 81"/>
          <p:cNvSpPr txBox="1"/>
          <p:nvPr/>
        </p:nvSpPr>
        <p:spPr>
          <a:xfrm>
            <a:off x="4721860" y="4411345"/>
            <a:ext cx="2490470" cy="306705"/>
          </a:xfrm>
          <a:prstGeom prst="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400">
                <a:solidFill>
                  <a:schemeClr val="bg1"/>
                </a:solidFill>
              </a:defRPr>
            </a:lvl1pPr>
          </a:lstStyle>
          <a:p>
            <a:pPr algn="ctr"/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汇报时间：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20xx.xx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83" name="直接连接符 82"/>
          <p:cNvCxnSpPr/>
          <p:nvPr/>
        </p:nvCxnSpPr>
        <p:spPr>
          <a:xfrm>
            <a:off x="2328724" y="3360147"/>
            <a:ext cx="7534552" cy="6350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等腰三角形 83"/>
          <p:cNvSpPr/>
          <p:nvPr/>
        </p:nvSpPr>
        <p:spPr>
          <a:xfrm flipV="1">
            <a:off x="9715109" y="3360147"/>
            <a:ext cx="148167" cy="127730"/>
          </a:xfrm>
          <a:prstGeom prst="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5" name="文本框 84"/>
          <p:cNvSpPr txBox="1"/>
          <p:nvPr/>
        </p:nvSpPr>
        <p:spPr>
          <a:xfrm>
            <a:off x="2608152" y="3437112"/>
            <a:ext cx="6975697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Framework Series: Complex Logic Construction PPT Template</a:t>
            </a:r>
            <a:endParaRPr lang="en-US" altLang="zh-CN" sz="1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 userDrawn="1"/>
        </p:nvSpPr>
        <p:spPr>
          <a:xfrm>
            <a:off x="9388344" y="744017"/>
            <a:ext cx="2357120" cy="9207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>
              <a:lnSpc>
                <a:spcPct val="60000"/>
              </a:lnSpc>
              <a:spcAft>
                <a:spcPts val="600"/>
              </a:spcAft>
            </a:pPr>
            <a:r>
              <a:rPr lang="zh-CN" altLang="en-US" sz="1000" spc="16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仅供学习使用，严禁商用，侵权必究</a:t>
            </a:r>
            <a:endParaRPr lang="zh-CN" altLang="en-US" sz="1000" spc="16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矩形 2"/>
          <p:cNvSpPr/>
          <p:nvPr userDrawn="1"/>
        </p:nvSpPr>
        <p:spPr>
          <a:xfrm>
            <a:off x="9200515" y="521970"/>
            <a:ext cx="2626995" cy="454660"/>
          </a:xfrm>
          <a:prstGeom prst="rect">
            <a:avLst/>
          </a:prstGeom>
          <a:noFill/>
          <a:ln>
            <a:solidFill>
              <a:schemeClr val="bg1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矩形 68"/>
          <p:cNvSpPr/>
          <p:nvPr/>
        </p:nvSpPr>
        <p:spPr>
          <a:xfrm>
            <a:off x="1476693" y="914400"/>
            <a:ext cx="9086215" cy="2317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1"/>
            </p:custDataLst>
          </p:nvPr>
        </p:nvSpPr>
        <p:spPr>
          <a:xfrm flipH="1">
            <a:off x="3674110" y="530860"/>
            <a:ext cx="4691380" cy="4914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sz="3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本版配色说明</a:t>
            </a:r>
            <a:endParaRPr lang="zh-CN" sz="32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任意多边形 29"/>
          <p:cNvSpPr/>
          <p:nvPr>
            <p:custDataLst>
              <p:tags r:id="rId2"/>
            </p:custDataLst>
          </p:nvPr>
        </p:nvSpPr>
        <p:spPr>
          <a:xfrm flipH="1">
            <a:off x="9965690" y="-13970"/>
            <a:ext cx="2244725" cy="84899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549" h="1050">
                <a:moveTo>
                  <a:pt x="0" y="0"/>
                </a:moveTo>
                <a:lnTo>
                  <a:pt x="3549" y="0"/>
                </a:lnTo>
                <a:lnTo>
                  <a:pt x="1628" y="937"/>
                </a:lnTo>
                <a:cubicBezTo>
                  <a:pt x="1076" y="1207"/>
                  <a:pt x="410" y="977"/>
                  <a:pt x="141" y="425"/>
                </a:cubicBezTo>
                <a:lnTo>
                  <a:pt x="0" y="13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1" name="图片 30"/>
          <p:cNvPicPr>
            <a:picLocks noChangeAspect="1"/>
          </p:cNvPicPr>
          <p:nvPr userDrawn="1"/>
        </p:nvPicPr>
        <p:blipFill>
          <a:blip r:embed="rId3"/>
          <a:srcRect r="58023" b="-8235"/>
          <a:stretch>
            <a:fillRect/>
          </a:stretch>
        </p:blipFill>
        <p:spPr>
          <a:xfrm>
            <a:off x="10253980" y="147320"/>
            <a:ext cx="1591310" cy="350520"/>
          </a:xfrm>
          <a:prstGeom prst="rect">
            <a:avLst/>
          </a:prstGeom>
        </p:spPr>
      </p:pic>
      <p:sp>
        <p:nvSpPr>
          <p:cNvPr id="85" name="文本框 84"/>
          <p:cNvSpPr txBox="1"/>
          <p:nvPr/>
        </p:nvSpPr>
        <p:spPr>
          <a:xfrm rot="2580000">
            <a:off x="3877945" y="4537075"/>
            <a:ext cx="27432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b="1" spc="0" baseline="0" dirty="0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  <a:rtl val="0"/>
              </a:rPr>
              <a:t>04</a:t>
            </a:r>
            <a:endParaRPr lang="en-US" sz="2000" b="1" spc="0" baseline="0" dirty="0">
              <a:solidFill>
                <a:srgbClr val="FFFFFF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  <a:rtl val="0"/>
            </a:endParaRPr>
          </a:p>
        </p:txBody>
      </p:sp>
      <p:sp>
        <p:nvSpPr>
          <p:cNvPr id="82" name="文本框 81"/>
          <p:cNvSpPr txBox="1"/>
          <p:nvPr/>
        </p:nvSpPr>
        <p:spPr>
          <a:xfrm rot="19800000">
            <a:off x="3994150" y="3270885"/>
            <a:ext cx="27432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b="1" spc="0" baseline="0" dirty="0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  <a:rtl val="0"/>
              </a:rPr>
              <a:t>01</a:t>
            </a:r>
            <a:endParaRPr lang="en-US" sz="2000" b="1" spc="0" baseline="0" dirty="0">
              <a:solidFill>
                <a:srgbClr val="FFFFFF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  <a:rtl val="0"/>
            </a:endParaRPr>
          </a:p>
        </p:txBody>
      </p:sp>
      <p:sp>
        <p:nvSpPr>
          <p:cNvPr id="84" name="文本框 83"/>
          <p:cNvSpPr txBox="1"/>
          <p:nvPr/>
        </p:nvSpPr>
        <p:spPr>
          <a:xfrm rot="18960000">
            <a:off x="6292215" y="3458210"/>
            <a:ext cx="27432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b="1" spc="0" baseline="0" dirty="0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  <a:rtl val="0"/>
              </a:rPr>
              <a:t>03</a:t>
            </a:r>
            <a:endParaRPr lang="en-US" sz="2000" b="1" spc="0" baseline="0" dirty="0">
              <a:solidFill>
                <a:srgbClr val="FFFFFF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  <a:rtl val="0"/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6394450" y="4545330"/>
            <a:ext cx="27432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b="1" spc="0" baseline="0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  <a:rtl val="0"/>
              </a:rPr>
              <a:t>02</a:t>
            </a:r>
            <a:endParaRPr lang="en-US" sz="2000" b="1" spc="0" baseline="0">
              <a:solidFill>
                <a:srgbClr val="FFFFFF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  <a:rtl val="0"/>
            </a:endParaRPr>
          </a:p>
        </p:txBody>
      </p:sp>
      <p:sp>
        <p:nvSpPr>
          <p:cNvPr id="68" name="任意多边形: 形状 56"/>
          <p:cNvSpPr/>
          <p:nvPr/>
        </p:nvSpPr>
        <p:spPr>
          <a:xfrm>
            <a:off x="5866765" y="3973195"/>
            <a:ext cx="2520315" cy="1205230"/>
          </a:xfrm>
          <a:custGeom>
            <a:avLst/>
            <a:gdLst>
              <a:gd name="connsiteX0" fmla="*/ 323850 w 1082039"/>
              <a:gd name="connsiteY0" fmla="*/ 75248 h 1005840"/>
              <a:gd name="connsiteX1" fmla="*/ 631508 w 1082039"/>
              <a:gd name="connsiteY1" fmla="*/ 420053 h 1005840"/>
              <a:gd name="connsiteX2" fmla="*/ 1038225 w 1082039"/>
              <a:gd name="connsiteY2" fmla="*/ 681990 h 1005840"/>
              <a:gd name="connsiteX3" fmla="*/ 1082040 w 1082039"/>
              <a:gd name="connsiteY3" fmla="*/ 864870 h 1005840"/>
              <a:gd name="connsiteX4" fmla="*/ 932498 w 1082039"/>
              <a:gd name="connsiteY4" fmla="*/ 1005840 h 1005840"/>
              <a:gd name="connsiteX5" fmla="*/ 168592 w 1082039"/>
              <a:gd name="connsiteY5" fmla="*/ 423863 h 1005840"/>
              <a:gd name="connsiteX6" fmla="*/ 120967 w 1082039"/>
              <a:gd name="connsiteY6" fmla="*/ 363855 h 1005840"/>
              <a:gd name="connsiteX7" fmla="*/ 0 w 1082039"/>
              <a:gd name="connsiteY7" fmla="*/ 205740 h 1005840"/>
              <a:gd name="connsiteX8" fmla="*/ 193358 w 1082039"/>
              <a:gd name="connsiteY8" fmla="*/ 180023 h 1005840"/>
              <a:gd name="connsiteX9" fmla="*/ 267652 w 1082039"/>
              <a:gd name="connsiteY9" fmla="*/ 0 h 1005840"/>
              <a:gd name="connsiteX10" fmla="*/ 323850 w 1082039"/>
              <a:gd name="connsiteY10" fmla="*/ 75248 h 1005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07" h="2491">
                <a:moveTo>
                  <a:pt x="763" y="177"/>
                </a:moveTo>
                <a:cubicBezTo>
                  <a:pt x="1281" y="766"/>
                  <a:pt x="1555" y="1285"/>
                  <a:pt x="2589" y="1650"/>
                </a:cubicBezTo>
                <a:lnTo>
                  <a:pt x="2589" y="1649"/>
                </a:lnTo>
                <a:cubicBezTo>
                  <a:pt x="2688" y="1672"/>
                  <a:pt x="2805" y="1685"/>
                  <a:pt x="2903" y="1685"/>
                </a:cubicBezTo>
                <a:cubicBezTo>
                  <a:pt x="3697" y="1709"/>
                  <a:pt x="4354" y="1016"/>
                  <a:pt x="4399" y="319"/>
                </a:cubicBezTo>
                <a:lnTo>
                  <a:pt x="4810" y="81"/>
                </a:lnTo>
                <a:lnTo>
                  <a:pt x="5207" y="310"/>
                </a:lnTo>
                <a:cubicBezTo>
                  <a:pt x="5177" y="1541"/>
                  <a:pt x="4023" y="2520"/>
                  <a:pt x="2903" y="2490"/>
                </a:cubicBezTo>
                <a:cubicBezTo>
                  <a:pt x="2848" y="2493"/>
                  <a:pt x="2633" y="2487"/>
                  <a:pt x="2340" y="2414"/>
                </a:cubicBezTo>
                <a:lnTo>
                  <a:pt x="2341" y="2412"/>
                </a:lnTo>
                <a:lnTo>
                  <a:pt x="2197" y="2368"/>
                </a:lnTo>
                <a:lnTo>
                  <a:pt x="2196" y="2369"/>
                </a:lnTo>
                <a:cubicBezTo>
                  <a:pt x="445" y="1509"/>
                  <a:pt x="153" y="565"/>
                  <a:pt x="285" y="857"/>
                </a:cubicBezTo>
                <a:cubicBezTo>
                  <a:pt x="217" y="771"/>
                  <a:pt x="139" y="668"/>
                  <a:pt x="81" y="591"/>
                </a:cubicBezTo>
                <a:cubicBezTo>
                  <a:pt x="55" y="557"/>
                  <a:pt x="19" y="509"/>
                  <a:pt x="0" y="485"/>
                </a:cubicBezTo>
                <a:lnTo>
                  <a:pt x="455" y="424"/>
                </a:lnTo>
                <a:lnTo>
                  <a:pt x="630" y="0"/>
                </a:lnTo>
                <a:cubicBezTo>
                  <a:pt x="672" y="57"/>
                  <a:pt x="722" y="124"/>
                  <a:pt x="763" y="177"/>
                </a:cubicBezTo>
                <a:close/>
              </a:path>
            </a:pathLst>
          </a:custGeom>
          <a:solidFill>
            <a:srgbClr val="9A3123">
              <a:lumMod val="40000"/>
              <a:lumOff val="60000"/>
            </a:srgb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任意多边形: 形状 57"/>
          <p:cNvSpPr/>
          <p:nvPr/>
        </p:nvSpPr>
        <p:spPr>
          <a:xfrm>
            <a:off x="5991860" y="2943860"/>
            <a:ext cx="2396490" cy="1115695"/>
          </a:xfrm>
          <a:custGeom>
            <a:avLst/>
            <a:gdLst>
              <a:gd name="connsiteX0" fmla="*/ 1286828 w 1286827"/>
              <a:gd name="connsiteY0" fmla="*/ 971550 h 972502"/>
              <a:gd name="connsiteX1" fmla="*/ 1117283 w 1286827"/>
              <a:gd name="connsiteY1" fmla="*/ 873443 h 972502"/>
              <a:gd name="connsiteX2" fmla="*/ 944880 w 1286827"/>
              <a:gd name="connsiteY2" fmla="*/ 972503 h 972502"/>
              <a:gd name="connsiteX3" fmla="*/ 307658 w 1286827"/>
              <a:gd name="connsiteY3" fmla="*/ 341948 h 972502"/>
              <a:gd name="connsiteX4" fmla="*/ 147638 w 1286827"/>
              <a:gd name="connsiteY4" fmla="*/ 366713 h 972502"/>
              <a:gd name="connsiteX5" fmla="*/ 0 w 1286827"/>
              <a:gd name="connsiteY5" fmla="*/ 226695 h 972502"/>
              <a:gd name="connsiteX6" fmla="*/ 44768 w 1286827"/>
              <a:gd name="connsiteY6" fmla="*/ 40958 h 972502"/>
              <a:gd name="connsiteX7" fmla="*/ 307658 w 1286827"/>
              <a:gd name="connsiteY7" fmla="*/ 0 h 972502"/>
              <a:gd name="connsiteX8" fmla="*/ 1286828 w 1286827"/>
              <a:gd name="connsiteY8" fmla="*/ 971550 h 972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951" h="2306">
                <a:moveTo>
                  <a:pt x="4951" y="2288"/>
                </a:moveTo>
                <a:lnTo>
                  <a:pt x="4552" y="2057"/>
                </a:lnTo>
                <a:lnTo>
                  <a:pt x="4146" y="2290"/>
                </a:lnTo>
                <a:cubicBezTo>
                  <a:pt x="4162" y="1456"/>
                  <a:pt x="3393" y="785"/>
                  <a:pt x="2645" y="805"/>
                </a:cubicBezTo>
                <a:cubicBezTo>
                  <a:pt x="2535" y="804"/>
                  <a:pt x="2401" y="826"/>
                  <a:pt x="2307" y="852"/>
                </a:cubicBezTo>
                <a:lnTo>
                  <a:pt x="2308" y="853"/>
                </a:lnTo>
                <a:lnTo>
                  <a:pt x="2128" y="915"/>
                </a:lnTo>
                <a:lnTo>
                  <a:pt x="2128" y="915"/>
                </a:lnTo>
                <a:cubicBezTo>
                  <a:pt x="1466" y="1164"/>
                  <a:pt x="798" y="1908"/>
                  <a:pt x="505" y="2305"/>
                </a:cubicBezTo>
                <a:cubicBezTo>
                  <a:pt x="483" y="2276"/>
                  <a:pt x="455" y="2240"/>
                  <a:pt x="436" y="2215"/>
                </a:cubicBezTo>
                <a:cubicBezTo>
                  <a:pt x="415" y="2186"/>
                  <a:pt x="388" y="2151"/>
                  <a:pt x="370" y="2128"/>
                </a:cubicBezTo>
                <a:cubicBezTo>
                  <a:pt x="342" y="2088"/>
                  <a:pt x="307" y="2043"/>
                  <a:pt x="278" y="2007"/>
                </a:cubicBezTo>
                <a:cubicBezTo>
                  <a:pt x="188" y="1885"/>
                  <a:pt x="85" y="1748"/>
                  <a:pt x="0" y="1639"/>
                </a:cubicBezTo>
                <a:lnTo>
                  <a:pt x="13" y="1627"/>
                </a:lnTo>
                <a:cubicBezTo>
                  <a:pt x="372" y="1159"/>
                  <a:pt x="1162" y="404"/>
                  <a:pt x="1865" y="154"/>
                </a:cubicBezTo>
                <a:lnTo>
                  <a:pt x="1865" y="152"/>
                </a:lnTo>
                <a:lnTo>
                  <a:pt x="2025" y="97"/>
                </a:lnTo>
                <a:lnTo>
                  <a:pt x="2025" y="96"/>
                </a:lnTo>
                <a:lnTo>
                  <a:pt x="2031" y="95"/>
                </a:lnTo>
                <a:lnTo>
                  <a:pt x="2045" y="90"/>
                </a:lnTo>
                <a:lnTo>
                  <a:pt x="2045" y="91"/>
                </a:lnTo>
                <a:cubicBezTo>
                  <a:pt x="2234" y="33"/>
                  <a:pt x="2458" y="-1"/>
                  <a:pt x="2645" y="0"/>
                </a:cubicBezTo>
                <a:cubicBezTo>
                  <a:pt x="3928" y="-37"/>
                  <a:pt x="4972" y="1137"/>
                  <a:pt x="4951" y="2288"/>
                </a:cubicBezTo>
                <a:close/>
              </a:path>
            </a:pathLst>
          </a:custGeom>
          <a:solidFill>
            <a:srgbClr val="9A3123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0" name="任意多边形: 形状 64"/>
          <p:cNvSpPr/>
          <p:nvPr/>
        </p:nvSpPr>
        <p:spPr>
          <a:xfrm>
            <a:off x="3610610" y="2945130"/>
            <a:ext cx="2518410" cy="1204595"/>
          </a:xfrm>
          <a:custGeom>
            <a:avLst/>
            <a:gdLst>
              <a:gd name="connsiteX0" fmla="*/ 1247775 w 1292542"/>
              <a:gd name="connsiteY0" fmla="*/ 40005 h 973454"/>
              <a:gd name="connsiteX1" fmla="*/ 1292543 w 1292542"/>
              <a:gd name="connsiteY1" fmla="*/ 226695 h 973454"/>
              <a:gd name="connsiteX2" fmla="*/ 1145858 w 1292542"/>
              <a:gd name="connsiteY2" fmla="*/ 364808 h 973454"/>
              <a:gd name="connsiteX3" fmla="*/ 980123 w 1292542"/>
              <a:gd name="connsiteY3" fmla="*/ 340995 h 973454"/>
              <a:gd name="connsiteX4" fmla="*/ 342900 w 1292542"/>
              <a:gd name="connsiteY4" fmla="*/ 968693 h 973454"/>
              <a:gd name="connsiteX5" fmla="*/ 174308 w 1292542"/>
              <a:gd name="connsiteY5" fmla="*/ 872490 h 973454"/>
              <a:gd name="connsiteX6" fmla="*/ 0 w 1292542"/>
              <a:gd name="connsiteY6" fmla="*/ 973455 h 973454"/>
              <a:gd name="connsiteX7" fmla="*/ 979170 w 1292542"/>
              <a:gd name="connsiteY7" fmla="*/ 0 h 973454"/>
              <a:gd name="connsiteX8" fmla="*/ 1247775 w 1292542"/>
              <a:gd name="connsiteY8" fmla="*/ 40005 h 9734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203" h="2488">
                <a:moveTo>
                  <a:pt x="2700" y="859"/>
                </a:moveTo>
                <a:lnTo>
                  <a:pt x="2699" y="860"/>
                </a:lnTo>
                <a:cubicBezTo>
                  <a:pt x="2579" y="823"/>
                  <a:pt x="2423" y="803"/>
                  <a:pt x="2314" y="804"/>
                </a:cubicBezTo>
                <a:lnTo>
                  <a:pt x="2308" y="804"/>
                </a:lnTo>
                <a:lnTo>
                  <a:pt x="2269" y="803"/>
                </a:lnTo>
                <a:cubicBezTo>
                  <a:pt x="1439" y="779"/>
                  <a:pt x="778" y="1620"/>
                  <a:pt x="808" y="2282"/>
                </a:cubicBezTo>
                <a:lnTo>
                  <a:pt x="411" y="2055"/>
                </a:lnTo>
                <a:lnTo>
                  <a:pt x="1" y="2293"/>
                </a:lnTo>
                <a:lnTo>
                  <a:pt x="0" y="2232"/>
                </a:lnTo>
                <a:cubicBezTo>
                  <a:pt x="-28" y="974"/>
                  <a:pt x="1242" y="-29"/>
                  <a:pt x="2251" y="0"/>
                </a:cubicBezTo>
                <a:lnTo>
                  <a:pt x="2306" y="1"/>
                </a:lnTo>
                <a:lnTo>
                  <a:pt x="2316" y="1"/>
                </a:lnTo>
                <a:lnTo>
                  <a:pt x="2326" y="1"/>
                </a:lnTo>
                <a:cubicBezTo>
                  <a:pt x="2526" y="-1"/>
                  <a:pt x="2770" y="45"/>
                  <a:pt x="2915" y="88"/>
                </a:cubicBezTo>
                <a:lnTo>
                  <a:pt x="2914" y="85"/>
                </a:lnTo>
                <a:lnTo>
                  <a:pt x="3087" y="141"/>
                </a:lnTo>
                <a:lnTo>
                  <a:pt x="3087" y="142"/>
                </a:lnTo>
                <a:lnTo>
                  <a:pt x="3087" y="142"/>
                </a:lnTo>
                <a:cubicBezTo>
                  <a:pt x="4534" y="854"/>
                  <a:pt x="4907" y="1681"/>
                  <a:pt x="4924" y="1635"/>
                </a:cubicBezTo>
                <a:cubicBezTo>
                  <a:pt x="5017" y="1755"/>
                  <a:pt x="5119" y="1892"/>
                  <a:pt x="5203" y="2003"/>
                </a:cubicBezTo>
                <a:lnTo>
                  <a:pt x="5028" y="2427"/>
                </a:lnTo>
                <a:lnTo>
                  <a:pt x="4572" y="2488"/>
                </a:lnTo>
                <a:cubicBezTo>
                  <a:pt x="4528" y="2432"/>
                  <a:pt x="4481" y="2370"/>
                  <a:pt x="4442" y="2319"/>
                </a:cubicBezTo>
                <a:cubicBezTo>
                  <a:pt x="4169" y="1982"/>
                  <a:pt x="3707" y="1300"/>
                  <a:pt x="2841" y="907"/>
                </a:cubicBezTo>
                <a:lnTo>
                  <a:pt x="2864" y="884"/>
                </a:lnTo>
                <a:lnTo>
                  <a:pt x="2839" y="904"/>
                </a:lnTo>
                <a:lnTo>
                  <a:pt x="2700" y="859"/>
                </a:lnTo>
                <a:close/>
              </a:path>
            </a:pathLst>
          </a:custGeom>
          <a:solidFill>
            <a:srgbClr val="1C4274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1" name="任意多边形: 形状 65"/>
          <p:cNvSpPr/>
          <p:nvPr/>
        </p:nvSpPr>
        <p:spPr>
          <a:xfrm>
            <a:off x="3610610" y="4011930"/>
            <a:ext cx="2395220" cy="1166495"/>
          </a:xfrm>
          <a:custGeom>
            <a:avLst/>
            <a:gdLst>
              <a:gd name="connsiteX0" fmla="*/ 1073468 w 1220152"/>
              <a:gd name="connsiteY0" fmla="*/ 849630 h 1022985"/>
              <a:gd name="connsiteX1" fmla="*/ 1220153 w 1220152"/>
              <a:gd name="connsiteY1" fmla="*/ 988695 h 1022985"/>
              <a:gd name="connsiteX2" fmla="*/ 978218 w 1220152"/>
              <a:gd name="connsiteY2" fmla="*/ 1022985 h 1022985"/>
              <a:gd name="connsiteX3" fmla="*/ 0 w 1220152"/>
              <a:gd name="connsiteY3" fmla="*/ 100013 h 1022985"/>
              <a:gd name="connsiteX4" fmla="*/ 173355 w 1220152"/>
              <a:gd name="connsiteY4" fmla="*/ 0 h 1022985"/>
              <a:gd name="connsiteX5" fmla="*/ 342900 w 1220152"/>
              <a:gd name="connsiteY5" fmla="*/ 97155 h 1022985"/>
              <a:gd name="connsiteX6" fmla="*/ 978218 w 1220152"/>
              <a:gd name="connsiteY6" fmla="*/ 680085 h 1022985"/>
              <a:gd name="connsiteX7" fmla="*/ 1117283 w 1220152"/>
              <a:gd name="connsiteY7" fmla="*/ 661035 h 1022985"/>
              <a:gd name="connsiteX8" fmla="*/ 1073468 w 1220152"/>
              <a:gd name="connsiteY8" fmla="*/ 849630 h 1022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948" h="2410">
                <a:moveTo>
                  <a:pt x="2554" y="2393"/>
                </a:moveTo>
                <a:cubicBezTo>
                  <a:pt x="2489" y="2402"/>
                  <a:pt x="2368" y="2410"/>
                  <a:pt x="2304" y="2409"/>
                </a:cubicBezTo>
                <a:cubicBezTo>
                  <a:pt x="1059" y="2447"/>
                  <a:pt x="34" y="1340"/>
                  <a:pt x="0" y="236"/>
                </a:cubicBezTo>
                <a:lnTo>
                  <a:pt x="408" y="0"/>
                </a:lnTo>
                <a:lnTo>
                  <a:pt x="808" y="229"/>
                </a:lnTo>
                <a:cubicBezTo>
                  <a:pt x="849" y="1011"/>
                  <a:pt x="1589" y="1620"/>
                  <a:pt x="2304" y="1602"/>
                </a:cubicBezTo>
                <a:cubicBezTo>
                  <a:pt x="2318" y="1602"/>
                  <a:pt x="2346" y="1601"/>
                  <a:pt x="2347" y="1601"/>
                </a:cubicBezTo>
                <a:lnTo>
                  <a:pt x="2347" y="1600"/>
                </a:lnTo>
                <a:cubicBezTo>
                  <a:pt x="2489" y="1593"/>
                  <a:pt x="2671" y="1553"/>
                  <a:pt x="2783" y="1510"/>
                </a:cubicBezTo>
                <a:lnTo>
                  <a:pt x="2783" y="1509"/>
                </a:lnTo>
                <a:cubicBezTo>
                  <a:pt x="2956" y="1442"/>
                  <a:pt x="2919" y="1447"/>
                  <a:pt x="2996" y="1409"/>
                </a:cubicBezTo>
                <a:lnTo>
                  <a:pt x="2997" y="1416"/>
                </a:lnTo>
                <a:cubicBezTo>
                  <a:pt x="3553" y="1154"/>
                  <a:pt x="4190" y="464"/>
                  <a:pt x="4446" y="109"/>
                </a:cubicBezTo>
                <a:cubicBezTo>
                  <a:pt x="4467" y="137"/>
                  <a:pt x="4493" y="171"/>
                  <a:pt x="4510" y="194"/>
                </a:cubicBezTo>
                <a:cubicBezTo>
                  <a:pt x="4531" y="221"/>
                  <a:pt x="4556" y="255"/>
                  <a:pt x="4573" y="277"/>
                </a:cubicBezTo>
                <a:cubicBezTo>
                  <a:pt x="4597" y="310"/>
                  <a:pt x="4626" y="348"/>
                  <a:pt x="4648" y="376"/>
                </a:cubicBezTo>
                <a:cubicBezTo>
                  <a:pt x="4655" y="385"/>
                  <a:pt x="4658" y="389"/>
                  <a:pt x="4668" y="402"/>
                </a:cubicBezTo>
                <a:cubicBezTo>
                  <a:pt x="4759" y="526"/>
                  <a:pt x="4862" y="661"/>
                  <a:pt x="4948" y="771"/>
                </a:cubicBezTo>
                <a:lnTo>
                  <a:pt x="4939" y="780"/>
                </a:lnTo>
                <a:cubicBezTo>
                  <a:pt x="4606" y="1213"/>
                  <a:pt x="3902" y="1899"/>
                  <a:pt x="3262" y="2179"/>
                </a:cubicBezTo>
                <a:lnTo>
                  <a:pt x="3265" y="2181"/>
                </a:lnTo>
                <a:cubicBezTo>
                  <a:pt x="2845" y="2379"/>
                  <a:pt x="2582" y="2390"/>
                  <a:pt x="2554" y="2395"/>
                </a:cubicBezTo>
                <a:lnTo>
                  <a:pt x="2554" y="2393"/>
                </a:lnTo>
                <a:close/>
              </a:path>
            </a:pathLst>
          </a:custGeom>
          <a:solidFill>
            <a:srgbClr val="1C4274">
              <a:lumMod val="60000"/>
              <a:lumOff val="40000"/>
            </a:srgb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6209030" y="3173730"/>
            <a:ext cx="2220595" cy="2220595"/>
          </a:xfrm>
          <a:prstGeom prst="rect">
            <a:avLst/>
          </a:prstGeom>
          <a:noFill/>
        </p:spPr>
        <p:txBody>
          <a:bodyPr wrap="square">
            <a:prstTxWarp prst="textArchUp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整合：全域数据资产化与智能中台</a:t>
            </a:r>
            <a:endParaRPr kumimoji="0" lang="zh-CN" altLang="en-US" sz="2000" b="0" i="0" u="none" strike="noStrike" kern="1200" cap="none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7" name="文本框 76"/>
          <p:cNvSpPr txBox="1"/>
          <p:nvPr/>
        </p:nvSpPr>
        <p:spPr>
          <a:xfrm rot="600000">
            <a:off x="3634105" y="3187065"/>
            <a:ext cx="2220595" cy="2220595"/>
          </a:xfrm>
          <a:prstGeom prst="rect">
            <a:avLst/>
          </a:prstGeom>
          <a:noFill/>
        </p:spPr>
        <p:txBody>
          <a:bodyPr wrap="square">
            <a:prstTxWarp prst="textArchUp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启动：系统化工具基础构建</a:t>
            </a:r>
            <a:endParaRPr kumimoji="0" lang="zh-CN" altLang="en-US" sz="2000" b="0" i="0" u="none" strike="noStrike" kern="1200" cap="none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9" name="文本框 78"/>
          <p:cNvSpPr txBox="1"/>
          <p:nvPr/>
        </p:nvSpPr>
        <p:spPr>
          <a:xfrm rot="21240000">
            <a:off x="3614420" y="2780665"/>
            <a:ext cx="2159000" cy="2159000"/>
          </a:xfrm>
          <a:prstGeom prst="rect">
            <a:avLst/>
          </a:prstGeom>
          <a:noFill/>
        </p:spPr>
        <p:txBody>
          <a:bodyPr wrap="square">
            <a:prstTxWarp prst="textArchDown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sz="2000" b="0" i="0" u="none" strike="noStrike" kern="1200" cap="none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升级：数据驱动的全域增长</a:t>
            </a:r>
            <a:endParaRPr kumimoji="0" lang="zh-CN" sz="2000" b="0" i="0" u="none" strike="noStrike" kern="1200" cap="none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6" name="文本框 85"/>
          <p:cNvSpPr txBox="1"/>
          <p:nvPr/>
        </p:nvSpPr>
        <p:spPr>
          <a:xfrm rot="21360000">
            <a:off x="6177280" y="2766060"/>
            <a:ext cx="2159000" cy="2159000"/>
          </a:xfrm>
          <a:prstGeom prst="rect">
            <a:avLst/>
          </a:prstGeom>
          <a:noFill/>
        </p:spPr>
        <p:txBody>
          <a:bodyPr wrap="square">
            <a:prstTxWarp prst="textArchDown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深化：全域融合与体验升级</a:t>
            </a:r>
            <a:endParaRPr kumimoji="0" lang="zh-CN" altLang="en-US" sz="2000" b="0" i="0" u="none" strike="noStrike" kern="1200" cap="none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228340" y="1597660"/>
            <a:ext cx="562165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5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配色⑧：</a:t>
            </a:r>
            <a:r>
              <a:rPr lang="zh-CN" sz="25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商务纯蓝色</a:t>
            </a:r>
            <a:endParaRPr lang="zh-CN" sz="25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任意多边形 10"/>
          <p:cNvSpPr/>
          <p:nvPr/>
        </p:nvSpPr>
        <p:spPr>
          <a:xfrm>
            <a:off x="2637155" y="2799080"/>
            <a:ext cx="3343910" cy="3589020"/>
          </a:xfrm>
          <a:custGeom>
            <a:avLst/>
            <a:gdLst>
              <a:gd name="adj" fmla="val 6506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8520" h="9467">
                <a:moveTo>
                  <a:pt x="0" y="616"/>
                </a:moveTo>
                <a:cubicBezTo>
                  <a:pt x="-11" y="270"/>
                  <a:pt x="306" y="-8"/>
                  <a:pt x="616" y="0"/>
                </a:cubicBezTo>
                <a:lnTo>
                  <a:pt x="8520" y="0"/>
                </a:lnTo>
                <a:lnTo>
                  <a:pt x="8520" y="9467"/>
                </a:lnTo>
                <a:lnTo>
                  <a:pt x="616" y="9467"/>
                </a:lnTo>
                <a:cubicBezTo>
                  <a:pt x="270" y="9478"/>
                  <a:pt x="-8" y="9161"/>
                  <a:pt x="0" y="8851"/>
                </a:cubicBezTo>
                <a:lnTo>
                  <a:pt x="0" y="616"/>
                </a:lnTo>
                <a:close/>
              </a:path>
            </a:pathLst>
          </a:custGeom>
          <a:solidFill>
            <a:schemeClr val="accent1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任意多边形 13"/>
          <p:cNvSpPr/>
          <p:nvPr/>
        </p:nvSpPr>
        <p:spPr>
          <a:xfrm flipH="1">
            <a:off x="5980430" y="2799080"/>
            <a:ext cx="3370580" cy="3589020"/>
          </a:xfrm>
          <a:custGeom>
            <a:avLst/>
            <a:gdLst>
              <a:gd name="adj" fmla="val 6506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8520" h="9467">
                <a:moveTo>
                  <a:pt x="0" y="616"/>
                </a:moveTo>
                <a:cubicBezTo>
                  <a:pt x="-11" y="270"/>
                  <a:pt x="306" y="-8"/>
                  <a:pt x="616" y="0"/>
                </a:cubicBezTo>
                <a:lnTo>
                  <a:pt x="8520" y="0"/>
                </a:lnTo>
                <a:lnTo>
                  <a:pt x="8520" y="9467"/>
                </a:lnTo>
                <a:lnTo>
                  <a:pt x="616" y="9467"/>
                </a:lnTo>
                <a:cubicBezTo>
                  <a:pt x="270" y="9478"/>
                  <a:pt x="-8" y="9161"/>
                  <a:pt x="0" y="8851"/>
                </a:cubicBezTo>
                <a:lnTo>
                  <a:pt x="0" y="616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十二边形 14"/>
          <p:cNvSpPr/>
          <p:nvPr/>
        </p:nvSpPr>
        <p:spPr>
          <a:xfrm>
            <a:off x="5173345" y="3685540"/>
            <a:ext cx="1684020" cy="1684020"/>
          </a:xfrm>
          <a:prstGeom prst="dodecagon">
            <a:avLst/>
          </a:prstGeom>
          <a:solidFill>
            <a:schemeClr val="accent4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227705" y="4276725"/>
            <a:ext cx="170053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深海蓝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#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1C4274</a:t>
            </a:r>
            <a:endParaRPr lang="en-US" altLang="zh-CN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7047230" y="4276725"/>
            <a:ext cx="183324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亮蓝色</a:t>
            </a:r>
            <a:endParaRPr lang="zh-CN" altLang="en-US"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#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4E88D4</a:t>
            </a:r>
            <a:endParaRPr lang="en-US" altLang="zh-CN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5258118" y="4174173"/>
            <a:ext cx="151447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钢灰色</a:t>
            </a:r>
            <a:endParaRPr lang="zh-CN" altLang="en-US"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#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A5A5A5</a:t>
            </a:r>
            <a:endParaRPr lang="en-US" altLang="zh-CN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88" name="文本框 287"/>
          <p:cNvSpPr txBox="1"/>
          <p:nvPr/>
        </p:nvSpPr>
        <p:spPr>
          <a:xfrm>
            <a:off x="3429953" y="2145030"/>
            <a:ext cx="5218430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ClrTx/>
              <a:buSzTx/>
              <a:buFontTx/>
            </a:pPr>
            <a:r>
              <a:rPr lang="en-US" sz="2500" spc="-15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</a:t>
            </a:r>
            <a:r>
              <a:rPr lang="zh-CN" altLang="en-US" sz="2500" spc="-15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钛青浮幕影，钢灰溯光澜</a:t>
            </a:r>
            <a:r>
              <a:rPr lang="en-US" sz="2500" spc="-15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！”</a:t>
            </a:r>
            <a:endParaRPr lang="en-US" sz="2500" spc="-15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91" name="文本框 290"/>
          <p:cNvSpPr txBox="1"/>
          <p:nvPr/>
        </p:nvSpPr>
        <p:spPr>
          <a:xfrm>
            <a:off x="2945130" y="3068320"/>
            <a:ext cx="14643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2000" b="1" spc="-150" noProof="0" dirty="0">
                <a:ln w="47625"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配色⑦</a:t>
            </a:r>
            <a:endParaRPr lang="en-US" altLang="zh-CN" sz="2000" b="1" spc="-150" noProof="0" dirty="0">
              <a:ln w="47625"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矩形 68"/>
          <p:cNvSpPr/>
          <p:nvPr/>
        </p:nvSpPr>
        <p:spPr>
          <a:xfrm>
            <a:off x="1476693" y="914400"/>
            <a:ext cx="9086215" cy="2317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74" name="文本框 73"/>
          <p:cNvSpPr txBox="1"/>
          <p:nvPr>
            <p:custDataLst>
              <p:tags r:id="rId1"/>
            </p:custDataLst>
          </p:nvPr>
        </p:nvSpPr>
        <p:spPr>
          <a:xfrm>
            <a:off x="1544955" y="1263015"/>
            <a:ext cx="9367520" cy="3473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本作品系开悟思维原创作品，已获国家版权局作品登记证书，仅供个人学习使用！</a:t>
            </a:r>
            <a:endParaRPr lang="zh-CN" altLang="en-US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2"/>
            </p:custDataLst>
          </p:nvPr>
        </p:nvSpPr>
        <p:spPr>
          <a:xfrm flipH="1">
            <a:off x="3674110" y="530860"/>
            <a:ext cx="4691380" cy="4914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3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原创版权保护</a:t>
            </a:r>
            <a:r>
              <a:rPr lang="en-US" altLang="zh-CN" sz="3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3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侵权必究</a:t>
            </a:r>
            <a:endParaRPr lang="zh-CN" altLang="en-US" sz="32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任意多边形 29"/>
          <p:cNvSpPr/>
          <p:nvPr>
            <p:custDataLst>
              <p:tags r:id="rId3"/>
            </p:custDataLst>
          </p:nvPr>
        </p:nvSpPr>
        <p:spPr>
          <a:xfrm flipH="1">
            <a:off x="9965690" y="-13970"/>
            <a:ext cx="2244725" cy="84899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549" h="1050">
                <a:moveTo>
                  <a:pt x="0" y="0"/>
                </a:moveTo>
                <a:lnTo>
                  <a:pt x="3549" y="0"/>
                </a:lnTo>
                <a:lnTo>
                  <a:pt x="1628" y="937"/>
                </a:lnTo>
                <a:cubicBezTo>
                  <a:pt x="1076" y="1207"/>
                  <a:pt x="410" y="977"/>
                  <a:pt x="141" y="425"/>
                </a:cubicBezTo>
                <a:lnTo>
                  <a:pt x="0" y="13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1" name="图片 30"/>
          <p:cNvPicPr>
            <a:picLocks noChangeAspect="1"/>
          </p:cNvPicPr>
          <p:nvPr userDrawn="1"/>
        </p:nvPicPr>
        <p:blipFill>
          <a:blip r:embed="rId4"/>
          <a:srcRect r="58023" b="-8235"/>
          <a:stretch>
            <a:fillRect/>
          </a:stretch>
        </p:blipFill>
        <p:spPr>
          <a:xfrm>
            <a:off x="10253980" y="147320"/>
            <a:ext cx="1591310" cy="35052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8940" y="1851025"/>
            <a:ext cx="6596380" cy="46882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矩形 68"/>
          <p:cNvSpPr/>
          <p:nvPr/>
        </p:nvSpPr>
        <p:spPr>
          <a:xfrm>
            <a:off x="1476693" y="914400"/>
            <a:ext cx="9086215" cy="2317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74" name="文本框 73"/>
          <p:cNvSpPr txBox="1"/>
          <p:nvPr>
            <p:custDataLst>
              <p:tags r:id="rId1"/>
            </p:custDataLst>
          </p:nvPr>
        </p:nvSpPr>
        <p:spPr>
          <a:xfrm>
            <a:off x="1544955" y="1263015"/>
            <a:ext cx="9367520" cy="3473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altLang="en-US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↓</a:t>
            </a:r>
            <a:r>
              <a:rPr lang="zh-CN" altLang="en-US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欢迎关注微信号，或小红书账号</a:t>
            </a:r>
            <a:r>
              <a:rPr lang="en-US" altLang="zh-CN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开悟思维锦囊</a:t>
            </a:r>
            <a:r>
              <a:rPr lang="en-US" altLang="zh-CN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en-US" altLang="en-US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↓</a:t>
            </a:r>
            <a:endParaRPr lang="en-US" altLang="en-US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2"/>
            </p:custDataLst>
          </p:nvPr>
        </p:nvSpPr>
        <p:spPr>
          <a:xfrm flipH="1">
            <a:off x="2905125" y="530860"/>
            <a:ext cx="5909310" cy="4914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3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PPT</a:t>
            </a:r>
            <a:r>
              <a:rPr lang="zh-CN" altLang="en-US" sz="3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模板使用过程中有任何问题</a:t>
            </a:r>
            <a:endParaRPr lang="zh-CN" altLang="en-US" sz="32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任意多边形 29"/>
          <p:cNvSpPr/>
          <p:nvPr>
            <p:custDataLst>
              <p:tags r:id="rId3"/>
            </p:custDataLst>
          </p:nvPr>
        </p:nvSpPr>
        <p:spPr>
          <a:xfrm flipH="1">
            <a:off x="9965690" y="-13970"/>
            <a:ext cx="2244725" cy="84899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549" h="1050">
                <a:moveTo>
                  <a:pt x="0" y="0"/>
                </a:moveTo>
                <a:lnTo>
                  <a:pt x="3549" y="0"/>
                </a:lnTo>
                <a:lnTo>
                  <a:pt x="1628" y="937"/>
                </a:lnTo>
                <a:cubicBezTo>
                  <a:pt x="1076" y="1207"/>
                  <a:pt x="410" y="977"/>
                  <a:pt x="141" y="425"/>
                </a:cubicBezTo>
                <a:lnTo>
                  <a:pt x="0" y="13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1" name="图片 30"/>
          <p:cNvPicPr>
            <a:picLocks noChangeAspect="1"/>
          </p:cNvPicPr>
          <p:nvPr userDrawn="1"/>
        </p:nvPicPr>
        <p:blipFill>
          <a:blip r:embed="rId4"/>
          <a:srcRect r="58023" b="-8235"/>
          <a:stretch>
            <a:fillRect/>
          </a:stretch>
        </p:blipFill>
        <p:spPr>
          <a:xfrm>
            <a:off x="10253980" y="147320"/>
            <a:ext cx="1591310" cy="35052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rcRect l="851" t="-77" r="464" b="1258"/>
          <a:stretch>
            <a:fillRect/>
          </a:stretch>
        </p:blipFill>
        <p:spPr>
          <a:xfrm>
            <a:off x="2287905" y="2447925"/>
            <a:ext cx="3238500" cy="324294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3040" y="2495550"/>
            <a:ext cx="3206750" cy="31476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文本框 25"/>
          <p:cNvSpPr txBox="1"/>
          <p:nvPr/>
        </p:nvSpPr>
        <p:spPr>
          <a:xfrm>
            <a:off x="368935" y="306705"/>
            <a:ext cx="8968740" cy="47561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fontAlgn="ctr">
              <a:lnSpc>
                <a:spcPct val="100000"/>
              </a:lnSpc>
            </a:pPr>
            <a:r>
              <a:rPr lang="zh-CN" altLang="en-US" sz="2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打开</a:t>
            </a:r>
            <a:r>
              <a:rPr lang="en-US" altLang="zh-CN" sz="2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PPT</a:t>
            </a:r>
            <a:r>
              <a:rPr lang="zh-CN" altLang="en-US" sz="2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前注意：</a:t>
            </a:r>
            <a:r>
              <a:rPr lang="zh-CN" sz="25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请先安装字体，找配套字体包一键安装</a:t>
            </a:r>
            <a:endParaRPr lang="zh-CN" sz="25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cxnSp>
        <p:nvCxnSpPr>
          <p:cNvPr id="21" name="直线连接符 7"/>
          <p:cNvCxnSpPr/>
          <p:nvPr userDrawn="1"/>
        </p:nvCxnSpPr>
        <p:spPr>
          <a:xfrm>
            <a:off x="369165" y="839204"/>
            <a:ext cx="11459846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3960" y="1590040"/>
            <a:ext cx="3692525" cy="52324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3695" y="2281555"/>
            <a:ext cx="2853055" cy="359918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5450" y="2205355"/>
            <a:ext cx="3407410" cy="3589020"/>
          </a:xfrm>
          <a:prstGeom prst="rect">
            <a:avLst/>
          </a:prstGeom>
        </p:spPr>
      </p:pic>
      <p:sp>
        <p:nvSpPr>
          <p:cNvPr id="12" name="圆角矩形 11"/>
          <p:cNvSpPr/>
          <p:nvPr>
            <p:custDataLst>
              <p:tags r:id="rId4"/>
            </p:custDataLst>
          </p:nvPr>
        </p:nvSpPr>
        <p:spPr>
          <a:xfrm>
            <a:off x="368935" y="1158875"/>
            <a:ext cx="5592445" cy="5207000"/>
          </a:xfrm>
          <a:prstGeom prst="roundRect">
            <a:avLst>
              <a:gd name="adj" fmla="val 6466"/>
            </a:avLst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13" name="圆角矩形 12"/>
          <p:cNvSpPr/>
          <p:nvPr>
            <p:custDataLst>
              <p:tags r:id="rId5"/>
            </p:custDataLst>
          </p:nvPr>
        </p:nvSpPr>
        <p:spPr>
          <a:xfrm>
            <a:off x="6283325" y="1158875"/>
            <a:ext cx="5592445" cy="5207000"/>
          </a:xfrm>
          <a:prstGeom prst="roundRect">
            <a:avLst>
              <a:gd name="adj" fmla="val 6466"/>
            </a:avLst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6"/>
          <a:srcRect l="-3033" t="15643" r="95" b="20269"/>
          <a:stretch>
            <a:fillRect/>
          </a:stretch>
        </p:blipFill>
        <p:spPr>
          <a:xfrm>
            <a:off x="7178675" y="1629410"/>
            <a:ext cx="3448050" cy="4838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文本框 25"/>
          <p:cNvSpPr txBox="1"/>
          <p:nvPr/>
        </p:nvSpPr>
        <p:spPr>
          <a:xfrm>
            <a:off x="368935" y="306388"/>
            <a:ext cx="7585710" cy="47561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fontAlgn="ctr">
              <a:lnSpc>
                <a:spcPct val="100000"/>
              </a:lnSpc>
            </a:pPr>
            <a:r>
              <a:rPr lang="zh-CN" altLang="en-US" sz="25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使用模板时：</a:t>
            </a:r>
            <a:r>
              <a:rPr lang="zh-CN" sz="25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复制到自己</a:t>
            </a:r>
            <a:r>
              <a:rPr lang="en-US" altLang="zh-CN" sz="25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PPT</a:t>
            </a:r>
            <a:r>
              <a:rPr lang="zh-CN" altLang="en-US" sz="25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颜色变了怎么办？</a:t>
            </a:r>
            <a:endParaRPr lang="zh-CN" altLang="en-US" sz="2500" b="1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cxnSp>
        <p:nvCxnSpPr>
          <p:cNvPr id="21" name="直线连接符 7"/>
          <p:cNvCxnSpPr/>
          <p:nvPr userDrawn="1"/>
        </p:nvCxnSpPr>
        <p:spPr>
          <a:xfrm>
            <a:off x="369165" y="839204"/>
            <a:ext cx="11459846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圆角矩形 31"/>
          <p:cNvSpPr/>
          <p:nvPr>
            <p:custDataLst>
              <p:tags r:id="rId1"/>
            </p:custDataLst>
          </p:nvPr>
        </p:nvSpPr>
        <p:spPr>
          <a:xfrm>
            <a:off x="368935" y="1158875"/>
            <a:ext cx="5592445" cy="5207000"/>
          </a:xfrm>
          <a:prstGeom prst="roundRect">
            <a:avLst>
              <a:gd name="adj" fmla="val 6466"/>
            </a:avLst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34" name="文本框 33"/>
          <p:cNvSpPr txBox="1"/>
          <p:nvPr>
            <p:custDataLst>
              <p:tags r:id="rId2"/>
            </p:custDataLst>
          </p:nvPr>
        </p:nvSpPr>
        <p:spPr>
          <a:xfrm>
            <a:off x="520065" y="1809750"/>
            <a:ext cx="5454650" cy="58356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fontAlgn="ctr">
              <a:lnSpc>
                <a:spcPct val="100000"/>
              </a:lnSpc>
            </a:pPr>
            <a:r>
              <a:rPr lang="zh-CN" altLang="en-US" sz="16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复制</a:t>
            </a:r>
            <a:r>
              <a:rPr lang="en-US" altLang="zh-CN" sz="16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PPT</a:t>
            </a:r>
            <a:r>
              <a:rPr lang="zh-CN" altLang="en-US" sz="16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模板页面（也可多选页面）</a:t>
            </a:r>
            <a:r>
              <a:rPr lang="zh-CN" altLang="en-US" sz="160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，选择</a:t>
            </a:r>
            <a:r>
              <a:rPr lang="zh-CN" sz="160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自己的</a:t>
            </a:r>
            <a:r>
              <a:rPr lang="en-US" altLang="zh-CN" sz="160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PPT</a:t>
            </a:r>
            <a:r>
              <a:rPr lang="zh-CN" altLang="en-US" sz="160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报告页面，右键点击选择</a:t>
            </a:r>
            <a:r>
              <a:rPr lang="en-US" altLang="zh-CN" sz="160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</a:t>
            </a:r>
            <a:r>
              <a:rPr lang="zh-CN" altLang="en-US" sz="160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带格式粘贴</a:t>
            </a:r>
            <a:r>
              <a:rPr lang="en-US" altLang="zh-CN" sz="160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altLang="en-US" sz="16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8" name="圆角矩形 37"/>
          <p:cNvSpPr/>
          <p:nvPr>
            <p:custDataLst>
              <p:tags r:id="rId3"/>
            </p:custDataLst>
          </p:nvPr>
        </p:nvSpPr>
        <p:spPr>
          <a:xfrm>
            <a:off x="6369685" y="1158875"/>
            <a:ext cx="5592445" cy="5207000"/>
          </a:xfrm>
          <a:prstGeom prst="roundRect">
            <a:avLst>
              <a:gd name="adj" fmla="val 6466"/>
            </a:avLst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2306320" y="1234758"/>
            <a:ext cx="1753235" cy="39878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fontAlgn="ctr">
              <a:lnSpc>
                <a:spcPct val="100000"/>
              </a:lnSpc>
            </a:pPr>
            <a:r>
              <a:rPr lang="en-US" altLang="zh-CN" sz="20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WPS</a:t>
            </a:r>
            <a:r>
              <a:rPr lang="zh-CN" altLang="en-US" sz="20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版本</a:t>
            </a:r>
            <a:endParaRPr lang="zh-CN" altLang="en-US" sz="20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8225155" y="1234758"/>
            <a:ext cx="1753235" cy="39878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fontAlgn="ctr">
              <a:lnSpc>
                <a:spcPct val="100000"/>
              </a:lnSpc>
            </a:pPr>
            <a:r>
              <a:rPr lang="en-US" altLang="zh-CN" sz="20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office</a:t>
            </a:r>
            <a:r>
              <a:rPr lang="zh-CN" altLang="en-US" sz="20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版本</a:t>
            </a:r>
            <a:endParaRPr lang="zh-CN" altLang="en-US" sz="20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786765" y="2526030"/>
            <a:ext cx="4668520" cy="3519170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8"/>
            </p:custDataLst>
          </p:nvPr>
        </p:nvSpPr>
        <p:spPr>
          <a:xfrm>
            <a:off x="6600190" y="1858645"/>
            <a:ext cx="5454650" cy="58356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fontAlgn="ctr">
              <a:lnSpc>
                <a:spcPct val="100000"/>
              </a:lnSpc>
            </a:pPr>
            <a:r>
              <a:rPr lang="zh-CN" altLang="en-US" sz="16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复制</a:t>
            </a:r>
            <a:r>
              <a:rPr lang="en-US" altLang="zh-CN" sz="16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PPT</a:t>
            </a:r>
            <a:r>
              <a:rPr lang="zh-CN" altLang="en-US" sz="16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模板页面（也可多选页面）</a:t>
            </a:r>
            <a:r>
              <a:rPr lang="zh-CN" altLang="en-US" sz="160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，选择</a:t>
            </a:r>
            <a:r>
              <a:rPr lang="zh-CN" sz="160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自己的</a:t>
            </a:r>
            <a:r>
              <a:rPr lang="en-US" altLang="zh-CN" sz="160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PPT</a:t>
            </a:r>
            <a:r>
              <a:rPr lang="zh-CN" altLang="en-US" sz="160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报告页面，右键点击选择</a:t>
            </a:r>
            <a:r>
              <a:rPr lang="en-US" altLang="zh-CN" sz="160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</a:t>
            </a:r>
            <a:r>
              <a:rPr lang="zh-CN" altLang="en-US" sz="160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保留原格式</a:t>
            </a:r>
            <a:r>
              <a:rPr lang="en-US" altLang="zh-CN" sz="160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altLang="en-US" sz="16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11" name="图片 10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7367270" y="2748915"/>
            <a:ext cx="3867150" cy="3134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文本框 25"/>
          <p:cNvSpPr txBox="1"/>
          <p:nvPr/>
        </p:nvSpPr>
        <p:spPr>
          <a:xfrm>
            <a:off x="368935" y="306388"/>
            <a:ext cx="7585710" cy="47561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fontAlgn="ctr">
              <a:lnSpc>
                <a:spcPct val="100000"/>
              </a:lnSpc>
            </a:pPr>
            <a:r>
              <a:rPr lang="zh-CN" altLang="en-US" sz="2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使用模板时：</a:t>
            </a:r>
            <a:r>
              <a:rPr lang="zh-CN" altLang="en-US" sz="25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如何一键修改整套</a:t>
            </a:r>
            <a:r>
              <a:rPr lang="en-US" altLang="zh-CN" sz="25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PPT</a:t>
            </a:r>
            <a:r>
              <a:rPr lang="zh-CN" altLang="en-US" sz="25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的颜色？</a:t>
            </a:r>
            <a:endParaRPr lang="zh-CN" altLang="en-US" sz="25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cxnSp>
        <p:nvCxnSpPr>
          <p:cNvPr id="21" name="直线连接符 7"/>
          <p:cNvCxnSpPr/>
          <p:nvPr userDrawn="1"/>
        </p:nvCxnSpPr>
        <p:spPr>
          <a:xfrm>
            <a:off x="369165" y="839204"/>
            <a:ext cx="11459846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圆角矩形 31"/>
          <p:cNvSpPr/>
          <p:nvPr>
            <p:custDataLst>
              <p:tags r:id="rId1"/>
            </p:custDataLst>
          </p:nvPr>
        </p:nvSpPr>
        <p:spPr>
          <a:xfrm>
            <a:off x="368935" y="1158875"/>
            <a:ext cx="5592445" cy="5207000"/>
          </a:xfrm>
          <a:prstGeom prst="roundRect">
            <a:avLst>
              <a:gd name="adj" fmla="val 6466"/>
            </a:avLst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34" name="文本框 33"/>
          <p:cNvSpPr txBox="1"/>
          <p:nvPr>
            <p:custDataLst>
              <p:tags r:id="rId2"/>
            </p:custDataLst>
          </p:nvPr>
        </p:nvSpPr>
        <p:spPr>
          <a:xfrm>
            <a:off x="520065" y="1563370"/>
            <a:ext cx="5454650" cy="107632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fontAlgn="ctr">
              <a:lnSpc>
                <a:spcPct val="100000"/>
              </a:lnSpc>
            </a:pPr>
            <a:r>
              <a:rPr lang="zh-CN" altLang="en-US" sz="16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①</a:t>
            </a:r>
            <a:r>
              <a:rPr lang="en-US" altLang="zh-CN" sz="16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160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点击</a:t>
            </a:r>
            <a:r>
              <a:rPr lang="en-US" altLang="zh-CN" sz="160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【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设计</a:t>
            </a:r>
            <a:r>
              <a:rPr lang="en-US" altLang="zh-CN" sz="160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】</a:t>
            </a:r>
            <a:r>
              <a:rPr lang="zh-CN" altLang="en-US" sz="160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选项卡，选择</a:t>
            </a:r>
            <a:r>
              <a:rPr lang="en-US" altLang="zh-CN" sz="160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【</a:t>
            </a:r>
            <a:r>
              <a:rPr lang="zh-CN" altLang="en-US" sz="160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配色方案</a:t>
            </a:r>
            <a:r>
              <a:rPr lang="en-US" altLang="zh-CN" sz="160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】</a:t>
            </a:r>
            <a:r>
              <a:rPr lang="zh-CN" altLang="en-US" sz="160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选项，选择【更多配色方案】，</a:t>
            </a:r>
            <a:r>
              <a:rPr lang="zh-CN" sz="16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里面有本模板已经设定好的多种配色</a:t>
            </a:r>
            <a:r>
              <a:rPr lang="zh-CN" altLang="en-US" sz="160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点击【使用】即可一键全部替换。选择【自定义】也可配置自己的常用色。</a:t>
            </a:r>
            <a:endParaRPr lang="zh-CN" altLang="en-US" sz="16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8" name="圆角矩形 37"/>
          <p:cNvSpPr/>
          <p:nvPr>
            <p:custDataLst>
              <p:tags r:id="rId3"/>
            </p:custDataLst>
          </p:nvPr>
        </p:nvSpPr>
        <p:spPr>
          <a:xfrm>
            <a:off x="6369685" y="1158875"/>
            <a:ext cx="5592445" cy="5207000"/>
          </a:xfrm>
          <a:prstGeom prst="roundRect">
            <a:avLst>
              <a:gd name="adj" fmla="val 6466"/>
            </a:avLst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rcRect r="1191" b="22551"/>
          <a:stretch>
            <a:fillRect/>
          </a:stretch>
        </p:blipFill>
        <p:spPr>
          <a:xfrm>
            <a:off x="431800" y="2770505"/>
            <a:ext cx="5319395" cy="2425065"/>
          </a:xfrm>
          <a:prstGeom prst="rect">
            <a:avLst/>
          </a:prstGeom>
        </p:spPr>
      </p:pic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2306320" y="1234758"/>
            <a:ext cx="1753235" cy="39878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fontAlgn="ctr">
              <a:lnSpc>
                <a:spcPct val="100000"/>
              </a:lnSpc>
            </a:pPr>
            <a:r>
              <a:rPr lang="en-US" altLang="zh-CN" sz="20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WPS</a:t>
            </a:r>
            <a:r>
              <a:rPr lang="zh-CN" altLang="en-US" sz="20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版本</a:t>
            </a:r>
            <a:endParaRPr lang="zh-CN" altLang="en-US" sz="20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367790" y="3487420"/>
            <a:ext cx="2376170" cy="2754630"/>
          </a:xfrm>
          <a:prstGeom prst="rect">
            <a:avLst/>
          </a:prstGeom>
        </p:spPr>
      </p:pic>
      <p:sp>
        <p:nvSpPr>
          <p:cNvPr id="6" name="文本框 5"/>
          <p:cNvSpPr txBox="1"/>
          <p:nvPr>
            <p:custDataLst>
              <p:tags r:id="rId9"/>
            </p:custDataLst>
          </p:nvPr>
        </p:nvSpPr>
        <p:spPr>
          <a:xfrm>
            <a:off x="6438900" y="1686560"/>
            <a:ext cx="5454650" cy="82994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fontAlgn="ctr">
              <a:lnSpc>
                <a:spcPct val="100000"/>
              </a:lnSpc>
            </a:pPr>
            <a:r>
              <a:rPr lang="zh-CN" altLang="en-US" sz="16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①</a:t>
            </a:r>
            <a:r>
              <a:rPr lang="en-US" altLang="zh-CN" sz="16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160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点击</a:t>
            </a:r>
            <a:r>
              <a:rPr lang="en-US" altLang="zh-CN" sz="160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【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设计</a:t>
            </a:r>
            <a:r>
              <a:rPr lang="en-US" altLang="zh-CN" sz="160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】</a:t>
            </a:r>
            <a:r>
              <a:rPr lang="zh-CN" altLang="en-US" sz="160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选项卡，找到【变体】选择</a:t>
            </a:r>
            <a:r>
              <a:rPr lang="en-US" altLang="zh-CN" sz="160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【</a:t>
            </a:r>
            <a:r>
              <a:rPr lang="zh-CN" altLang="en-US" sz="160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颜色</a:t>
            </a:r>
            <a:r>
              <a:rPr lang="en-US" altLang="zh-CN" sz="160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】</a:t>
            </a:r>
            <a:r>
              <a:rPr lang="zh-CN" altLang="en-US" sz="160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选项，</a:t>
            </a:r>
            <a:r>
              <a:rPr lang="zh-CN" sz="16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里面有本模板已经设定好的多种配色</a:t>
            </a:r>
            <a:r>
              <a:rPr lang="zh-CN" altLang="en-US" sz="160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点击其中一种颜色即可一键全部替换。选择【自定义】也可配置自己的颜色。</a:t>
            </a:r>
            <a:endParaRPr lang="zh-CN" altLang="en-US" sz="16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7" name="文本框 6"/>
          <p:cNvSpPr txBox="1"/>
          <p:nvPr>
            <p:custDataLst>
              <p:tags r:id="rId10"/>
            </p:custDataLst>
          </p:nvPr>
        </p:nvSpPr>
        <p:spPr>
          <a:xfrm>
            <a:off x="8225155" y="1234758"/>
            <a:ext cx="1753235" cy="39878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fontAlgn="ctr">
              <a:lnSpc>
                <a:spcPct val="100000"/>
              </a:lnSpc>
            </a:pPr>
            <a:r>
              <a:rPr lang="en-US" altLang="zh-CN" sz="20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office</a:t>
            </a:r>
            <a:r>
              <a:rPr lang="zh-CN" altLang="en-US" sz="20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版本</a:t>
            </a:r>
            <a:endParaRPr lang="zh-CN" altLang="en-US" sz="20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6579870" y="2639695"/>
            <a:ext cx="5171440" cy="232156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91525" y="3858895"/>
            <a:ext cx="2294890" cy="244221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文本框 25"/>
          <p:cNvSpPr txBox="1"/>
          <p:nvPr/>
        </p:nvSpPr>
        <p:spPr>
          <a:xfrm>
            <a:off x="368935" y="306388"/>
            <a:ext cx="7585710" cy="47561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fontAlgn="ctr">
              <a:lnSpc>
                <a:spcPct val="100000"/>
              </a:lnSpc>
            </a:pPr>
            <a:r>
              <a:rPr lang="zh-CN" altLang="en-US" sz="2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使用模板时：</a:t>
            </a:r>
            <a:r>
              <a:rPr lang="zh-CN" altLang="en-US" sz="25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如何一键去除右上角的logo？</a:t>
            </a:r>
            <a:endParaRPr lang="zh-CN" altLang="en-US" sz="25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cxnSp>
        <p:nvCxnSpPr>
          <p:cNvPr id="21" name="直线连接符 7"/>
          <p:cNvCxnSpPr/>
          <p:nvPr userDrawn="1"/>
        </p:nvCxnSpPr>
        <p:spPr>
          <a:xfrm>
            <a:off x="369165" y="839204"/>
            <a:ext cx="11459846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圆角矩形 31"/>
          <p:cNvSpPr/>
          <p:nvPr>
            <p:custDataLst>
              <p:tags r:id="rId1"/>
            </p:custDataLst>
          </p:nvPr>
        </p:nvSpPr>
        <p:spPr>
          <a:xfrm>
            <a:off x="368935" y="1158875"/>
            <a:ext cx="5592445" cy="5207000"/>
          </a:xfrm>
          <a:prstGeom prst="roundRect">
            <a:avLst>
              <a:gd name="adj" fmla="val 6466"/>
            </a:avLst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r="1364" b="46622"/>
          <a:stretch>
            <a:fillRect/>
          </a:stretch>
        </p:blipFill>
        <p:spPr>
          <a:xfrm>
            <a:off x="641985" y="2576830"/>
            <a:ext cx="5029835" cy="1704340"/>
          </a:xfrm>
          <a:prstGeom prst="rect">
            <a:avLst/>
          </a:prstGeom>
        </p:spPr>
      </p:pic>
      <p:sp>
        <p:nvSpPr>
          <p:cNvPr id="34" name="文本框 33"/>
          <p:cNvSpPr txBox="1"/>
          <p:nvPr>
            <p:custDataLst>
              <p:tags r:id="rId4"/>
            </p:custDataLst>
          </p:nvPr>
        </p:nvSpPr>
        <p:spPr>
          <a:xfrm>
            <a:off x="641985" y="1610360"/>
            <a:ext cx="5116195" cy="82994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fontAlgn="ctr">
              <a:lnSpc>
                <a:spcPct val="100000"/>
              </a:lnSpc>
            </a:pPr>
            <a:r>
              <a:rPr lang="zh-CN" altLang="en-US" sz="16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①</a:t>
            </a:r>
            <a:r>
              <a:rPr lang="en-US" altLang="zh-CN" sz="16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160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点击</a:t>
            </a:r>
            <a:r>
              <a:rPr lang="en-US" altLang="zh-CN" sz="160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【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设计</a:t>
            </a:r>
            <a:r>
              <a:rPr lang="en-US" altLang="zh-CN" sz="160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】</a:t>
            </a:r>
            <a:r>
              <a:rPr lang="zh-CN" altLang="en-US" sz="160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选项卡，选择</a:t>
            </a:r>
            <a:r>
              <a:rPr lang="en-US" altLang="zh-CN" sz="160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【</a:t>
            </a:r>
            <a:r>
              <a:rPr lang="zh-CN" altLang="en-US" sz="160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母版</a:t>
            </a:r>
            <a:r>
              <a:rPr lang="en-US" altLang="zh-CN" sz="160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】</a:t>
            </a:r>
            <a:r>
              <a:rPr lang="zh-CN" altLang="en-US" sz="160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选项，进入母版视图。</a:t>
            </a:r>
            <a:r>
              <a:rPr lang="zh-CN" altLang="en-US" sz="16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②</a:t>
            </a:r>
            <a:r>
              <a:rPr lang="en-US" altLang="zh-CN" sz="16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16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进入母版视图后，右击logo选择删除，点击</a:t>
            </a:r>
            <a:r>
              <a:rPr lang="en-US" altLang="zh-CN" sz="160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【</a:t>
            </a:r>
            <a:r>
              <a:rPr lang="zh-CN" altLang="en-US" sz="16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关闭</a:t>
            </a:r>
            <a:r>
              <a:rPr lang="en-US" altLang="zh-CN" sz="160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】</a:t>
            </a:r>
            <a:r>
              <a:rPr lang="zh-CN" altLang="en-US" sz="16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幻灯片母版视图即可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altLang="en-US" sz="16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8" name="圆角矩形 37"/>
          <p:cNvSpPr/>
          <p:nvPr>
            <p:custDataLst>
              <p:tags r:id="rId5"/>
            </p:custDataLst>
          </p:nvPr>
        </p:nvSpPr>
        <p:spPr>
          <a:xfrm>
            <a:off x="6369685" y="1158875"/>
            <a:ext cx="5592445" cy="5207000"/>
          </a:xfrm>
          <a:prstGeom prst="roundRect">
            <a:avLst>
              <a:gd name="adj" fmla="val 6466"/>
            </a:avLst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pic>
        <p:nvPicPr>
          <p:cNvPr id="39" name="图片 38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rcRect l="2160" t="-2686" r="934" b="33542"/>
          <a:stretch>
            <a:fillRect/>
          </a:stretch>
        </p:blipFill>
        <p:spPr>
          <a:xfrm>
            <a:off x="641985" y="4417695"/>
            <a:ext cx="4970145" cy="1762760"/>
          </a:xfrm>
          <a:prstGeom prst="rect">
            <a:avLst/>
          </a:prstGeom>
        </p:spPr>
      </p:pic>
      <p:sp>
        <p:nvSpPr>
          <p:cNvPr id="2" name="文本框 1"/>
          <p:cNvSpPr txBox="1"/>
          <p:nvPr>
            <p:custDataLst>
              <p:tags r:id="rId8"/>
            </p:custDataLst>
          </p:nvPr>
        </p:nvSpPr>
        <p:spPr>
          <a:xfrm>
            <a:off x="2306320" y="1234758"/>
            <a:ext cx="1753235" cy="39878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fontAlgn="ctr">
              <a:lnSpc>
                <a:spcPct val="100000"/>
              </a:lnSpc>
            </a:pPr>
            <a:r>
              <a:rPr lang="en-US" altLang="zh-CN" sz="20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WPS</a:t>
            </a:r>
            <a:r>
              <a:rPr lang="zh-CN" altLang="en-US" sz="20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版本</a:t>
            </a:r>
            <a:endParaRPr lang="zh-CN" altLang="en-US" sz="20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" name="文本框 2"/>
          <p:cNvSpPr txBox="1"/>
          <p:nvPr>
            <p:custDataLst>
              <p:tags r:id="rId9"/>
            </p:custDataLst>
          </p:nvPr>
        </p:nvSpPr>
        <p:spPr>
          <a:xfrm>
            <a:off x="6771640" y="1572895"/>
            <a:ext cx="5116195" cy="82994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fontAlgn="ctr">
              <a:lnSpc>
                <a:spcPct val="100000"/>
              </a:lnSpc>
            </a:pPr>
            <a:r>
              <a:rPr lang="en-US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①</a:t>
            </a:r>
            <a:r>
              <a:rPr lang="en-US" altLang="zh-CN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点击【试图】选项卡，选择【幻灯片母版】选项，进入母版视图。</a:t>
            </a:r>
            <a:r>
              <a:rPr lang="zh-CN" altLang="en-US" sz="16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②</a:t>
            </a:r>
            <a:r>
              <a:rPr lang="en-US" altLang="zh-CN" sz="16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16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进入母版视图后，右击logo选择删除，点击</a:t>
            </a:r>
            <a:r>
              <a:rPr lang="en-US" altLang="zh-CN" sz="160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【</a:t>
            </a:r>
            <a:r>
              <a:rPr lang="zh-CN" altLang="en-US" sz="16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关闭</a:t>
            </a:r>
            <a:r>
              <a:rPr lang="en-US" altLang="zh-CN" sz="160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】</a:t>
            </a:r>
            <a:r>
              <a:rPr lang="zh-CN" altLang="en-US" sz="16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幻灯片母版视图即可。</a:t>
            </a:r>
            <a:endParaRPr lang="zh-CN" altLang="en-US" sz="16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" name="文本框 3"/>
          <p:cNvSpPr txBox="1"/>
          <p:nvPr>
            <p:custDataLst>
              <p:tags r:id="rId10"/>
            </p:custDataLst>
          </p:nvPr>
        </p:nvSpPr>
        <p:spPr>
          <a:xfrm>
            <a:off x="8435975" y="1197293"/>
            <a:ext cx="1753235" cy="39878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fontAlgn="ctr">
              <a:lnSpc>
                <a:spcPct val="100000"/>
              </a:lnSpc>
            </a:pPr>
            <a:r>
              <a:rPr lang="en-US" altLang="zh-CN" sz="20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office</a:t>
            </a:r>
            <a:r>
              <a:rPr lang="zh-CN" altLang="en-US" sz="20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版本</a:t>
            </a:r>
            <a:endParaRPr lang="zh-CN" altLang="en-US" sz="20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rcRect t="1212" b="49421"/>
          <a:stretch>
            <a:fillRect/>
          </a:stretch>
        </p:blipFill>
        <p:spPr>
          <a:xfrm>
            <a:off x="6507480" y="2618740"/>
            <a:ext cx="5321300" cy="170688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rcRect t="401" r="6963" b="47355"/>
          <a:stretch>
            <a:fillRect/>
          </a:stretch>
        </p:blipFill>
        <p:spPr>
          <a:xfrm>
            <a:off x="6507480" y="4490085"/>
            <a:ext cx="5332730" cy="16179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文本框 27"/>
          <p:cNvSpPr txBox="1"/>
          <p:nvPr/>
        </p:nvSpPr>
        <p:spPr>
          <a:xfrm>
            <a:off x="1619885" y="447358"/>
            <a:ext cx="6458585" cy="55308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fontAlgn="ctr">
              <a:lnSpc>
                <a:spcPct val="100000"/>
              </a:lnSpc>
            </a:pPr>
            <a:r>
              <a:rPr lang="en-US" altLang="zh-CN" sz="3000" b="1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微软雅黑" panose="020B0503020204020204" charset="-122"/>
                <a:cs typeface="+mj-lt"/>
                <a:sym typeface="+mn-ea"/>
              </a:rPr>
              <a:t>CONTENTS</a:t>
            </a:r>
            <a:endParaRPr lang="en-US" altLang="zh-CN" sz="3000" b="1">
              <a:solidFill>
                <a:schemeClr val="tx2">
                  <a:lumMod val="60000"/>
                  <a:lumOff val="40000"/>
                </a:schemeClr>
              </a:solidFill>
              <a:latin typeface="+mj-lt"/>
              <a:ea typeface="微软雅黑" panose="020B0503020204020204" charset="-122"/>
              <a:cs typeface="+mj-lt"/>
              <a:sym typeface="+mn-ea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415925" y="370840"/>
            <a:ext cx="1203960" cy="70675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fontAlgn="ctr">
              <a:lnSpc>
                <a:spcPct val="100000"/>
              </a:lnSpc>
            </a:pPr>
            <a:r>
              <a:rPr lang="zh-CN" altLang="en-US" sz="40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目录</a:t>
            </a:r>
            <a:endParaRPr lang="zh-CN" altLang="en-US" sz="40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707390" y="1388745"/>
            <a:ext cx="3366135" cy="2374265"/>
          </a:xfrm>
          <a:prstGeom prst="rect">
            <a:avLst/>
          </a:prstGeom>
          <a:solidFill>
            <a:schemeClr val="accent1">
              <a:lumMod val="20000"/>
              <a:lumOff val="80000"/>
              <a:alpha val="40000"/>
            </a:schemeClr>
          </a:solidFill>
          <a:ln>
            <a:solidFill>
              <a:schemeClr val="accent1">
                <a:alpha val="50000"/>
              </a:schemeClr>
            </a:solidFill>
          </a:ln>
        </p:spPr>
        <p:style>
          <a:lnRef idx="2">
            <a:srgbClr val="0046FF">
              <a:shade val="50000"/>
            </a:srgbClr>
          </a:lnRef>
          <a:fillRef idx="1">
            <a:srgbClr val="0046FF"/>
          </a:fillRef>
          <a:effectRef idx="0">
            <a:srgbClr val="0046FF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1" name="文本框 40"/>
          <p:cNvSpPr txBox="1"/>
          <p:nvPr>
            <p:custDataLst>
              <p:tags r:id="rId2"/>
            </p:custDataLst>
          </p:nvPr>
        </p:nvSpPr>
        <p:spPr>
          <a:xfrm>
            <a:off x="707390" y="1995170"/>
            <a:ext cx="3366135" cy="39878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 fontAlgn="ctr">
              <a:lnSpc>
                <a:spcPct val="100000"/>
              </a:lnSpc>
            </a:pPr>
            <a:r>
              <a:rPr lang="zh-CN" altLang="en-US" sz="2000" b="1" spc="-150" noProof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屋顶</a:t>
            </a:r>
            <a:r>
              <a:rPr lang="en-US" altLang="zh-CN" sz="2000" b="1" spc="-150" noProof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 sz="2000" b="1" spc="-150" noProof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战略屋架构</a:t>
            </a:r>
            <a:endParaRPr lang="zh-CN" altLang="en-US" sz="2000" b="1" spc="-150" noProof="0" dirty="0">
              <a:ln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2" name="文本框 41"/>
          <p:cNvSpPr txBox="1"/>
          <p:nvPr>
            <p:custDataLst>
              <p:tags r:id="rId3"/>
            </p:custDataLst>
          </p:nvPr>
        </p:nvSpPr>
        <p:spPr>
          <a:xfrm>
            <a:off x="1867535" y="1479550"/>
            <a:ext cx="1046480" cy="55308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ctr" fontAlgn="ctr">
              <a:buClrTx/>
              <a:buSzTx/>
              <a:buFontTx/>
            </a:pPr>
            <a:r>
              <a:rPr lang="en-US" altLang="zh-CN" sz="3000" b="1">
                <a:solidFill>
                  <a:schemeClr val="accent1">
                    <a:lumMod val="60000"/>
                    <a:lumOff val="40000"/>
                    <a:alpha val="6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①</a:t>
            </a:r>
            <a:endParaRPr lang="en-US" altLang="zh-CN" sz="3000" b="1">
              <a:solidFill>
                <a:schemeClr val="accent1">
                  <a:lumMod val="60000"/>
                  <a:lumOff val="40000"/>
                  <a:alpha val="6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7" name="矩形 66"/>
          <p:cNvSpPr/>
          <p:nvPr>
            <p:custDataLst>
              <p:tags r:id="rId4"/>
            </p:custDataLst>
          </p:nvPr>
        </p:nvSpPr>
        <p:spPr>
          <a:xfrm>
            <a:off x="4485640" y="1388745"/>
            <a:ext cx="3366135" cy="2374265"/>
          </a:xfrm>
          <a:prstGeom prst="rect">
            <a:avLst/>
          </a:prstGeom>
          <a:solidFill>
            <a:schemeClr val="accent1">
              <a:lumMod val="20000"/>
              <a:lumOff val="80000"/>
              <a:alpha val="40000"/>
            </a:schemeClr>
          </a:solidFill>
          <a:ln>
            <a:solidFill>
              <a:schemeClr val="accent1">
                <a:alpha val="50000"/>
              </a:schemeClr>
            </a:solidFill>
          </a:ln>
        </p:spPr>
        <p:style>
          <a:lnRef idx="2">
            <a:srgbClr val="0046FF">
              <a:shade val="50000"/>
            </a:srgbClr>
          </a:lnRef>
          <a:fillRef idx="1">
            <a:srgbClr val="0046FF"/>
          </a:fillRef>
          <a:effectRef idx="0">
            <a:srgbClr val="0046FF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76" name="文本框 75"/>
          <p:cNvSpPr txBox="1"/>
          <p:nvPr>
            <p:custDataLst>
              <p:tags r:id="rId5"/>
            </p:custDataLst>
          </p:nvPr>
        </p:nvSpPr>
        <p:spPr>
          <a:xfrm>
            <a:off x="4485640" y="1995170"/>
            <a:ext cx="3366135" cy="39878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 fontAlgn="ctr">
              <a:lnSpc>
                <a:spcPct val="100000"/>
              </a:lnSpc>
            </a:pPr>
            <a:r>
              <a:rPr lang="zh-CN" sz="2000" b="1" spc="-150" noProof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多层平台架构</a:t>
            </a:r>
            <a:endParaRPr lang="zh-CN" sz="2000" b="1" spc="-150" noProof="0" dirty="0">
              <a:ln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77" name="文本框 76"/>
          <p:cNvSpPr txBox="1"/>
          <p:nvPr>
            <p:custDataLst>
              <p:tags r:id="rId6"/>
            </p:custDataLst>
          </p:nvPr>
        </p:nvSpPr>
        <p:spPr>
          <a:xfrm>
            <a:off x="5645785" y="1479550"/>
            <a:ext cx="1046480" cy="55308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ctr" fontAlgn="ctr">
              <a:buClrTx/>
              <a:buSzTx/>
              <a:buFontTx/>
            </a:pPr>
            <a:r>
              <a:rPr lang="zh-CN" altLang="en-US" sz="3000" b="1">
                <a:solidFill>
                  <a:schemeClr val="accent1">
                    <a:lumMod val="60000"/>
                    <a:lumOff val="40000"/>
                    <a:alpha val="6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②</a:t>
            </a:r>
            <a:endParaRPr lang="zh-CN" altLang="en-US" sz="3000" b="1">
              <a:solidFill>
                <a:schemeClr val="accent1">
                  <a:lumMod val="60000"/>
                  <a:lumOff val="40000"/>
                  <a:alpha val="6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79" name="矩形 78"/>
          <p:cNvSpPr/>
          <p:nvPr>
            <p:custDataLst>
              <p:tags r:id="rId7"/>
            </p:custDataLst>
          </p:nvPr>
        </p:nvSpPr>
        <p:spPr>
          <a:xfrm>
            <a:off x="8268970" y="1389380"/>
            <a:ext cx="3366135" cy="2374265"/>
          </a:xfrm>
          <a:prstGeom prst="rect">
            <a:avLst/>
          </a:prstGeom>
          <a:solidFill>
            <a:schemeClr val="accent1">
              <a:lumMod val="20000"/>
              <a:lumOff val="80000"/>
              <a:alpha val="40000"/>
            </a:schemeClr>
          </a:solidFill>
          <a:ln>
            <a:solidFill>
              <a:schemeClr val="accent1">
                <a:alpha val="50000"/>
              </a:schemeClr>
            </a:solidFill>
          </a:ln>
        </p:spPr>
        <p:style>
          <a:lnRef idx="2">
            <a:srgbClr val="0046FF">
              <a:shade val="50000"/>
            </a:srgbClr>
          </a:lnRef>
          <a:fillRef idx="1">
            <a:srgbClr val="0046FF"/>
          </a:fillRef>
          <a:effectRef idx="0">
            <a:srgbClr val="0046FF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88" name="文本框 87"/>
          <p:cNvSpPr txBox="1"/>
          <p:nvPr>
            <p:custDataLst>
              <p:tags r:id="rId8"/>
            </p:custDataLst>
          </p:nvPr>
        </p:nvSpPr>
        <p:spPr>
          <a:xfrm>
            <a:off x="8268970" y="1995805"/>
            <a:ext cx="3366135" cy="39878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 fontAlgn="ctr">
              <a:lnSpc>
                <a:spcPct val="100000"/>
              </a:lnSpc>
            </a:pPr>
            <a:r>
              <a:rPr lang="zh-CN" sz="2000" b="1" spc="-150" noProof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中心发散</a:t>
            </a:r>
            <a:r>
              <a:rPr lang="zh-CN" altLang="en-US" sz="2000" b="1" spc="-150" noProof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架构</a:t>
            </a:r>
            <a:endParaRPr lang="zh-CN" altLang="en-US" sz="2000" b="1" spc="-150" noProof="0" dirty="0">
              <a:ln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89" name="文本框 88"/>
          <p:cNvSpPr txBox="1"/>
          <p:nvPr>
            <p:custDataLst>
              <p:tags r:id="rId9"/>
            </p:custDataLst>
          </p:nvPr>
        </p:nvSpPr>
        <p:spPr>
          <a:xfrm>
            <a:off x="9429115" y="1480185"/>
            <a:ext cx="1046480" cy="55308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ctr" fontAlgn="ctr">
              <a:buClrTx/>
              <a:buSzTx/>
              <a:buFontTx/>
            </a:pPr>
            <a:r>
              <a:rPr lang="zh-CN" altLang="en-US" sz="3000" b="1">
                <a:solidFill>
                  <a:schemeClr val="accent1">
                    <a:lumMod val="60000"/>
                    <a:lumOff val="40000"/>
                    <a:alpha val="6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③</a:t>
            </a:r>
            <a:endParaRPr lang="zh-CN" altLang="en-US" sz="3000" b="1">
              <a:solidFill>
                <a:schemeClr val="accent1">
                  <a:lumMod val="60000"/>
                  <a:lumOff val="40000"/>
                  <a:alpha val="6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1" name="矩形 90"/>
          <p:cNvSpPr/>
          <p:nvPr>
            <p:custDataLst>
              <p:tags r:id="rId10"/>
            </p:custDataLst>
          </p:nvPr>
        </p:nvSpPr>
        <p:spPr>
          <a:xfrm>
            <a:off x="707390" y="4131945"/>
            <a:ext cx="3366135" cy="2374265"/>
          </a:xfrm>
          <a:prstGeom prst="rect">
            <a:avLst/>
          </a:prstGeom>
          <a:solidFill>
            <a:schemeClr val="accent1">
              <a:lumMod val="20000"/>
              <a:lumOff val="80000"/>
              <a:alpha val="40000"/>
            </a:schemeClr>
          </a:solidFill>
          <a:ln>
            <a:solidFill>
              <a:schemeClr val="accent1">
                <a:alpha val="50000"/>
              </a:schemeClr>
            </a:solidFill>
          </a:ln>
        </p:spPr>
        <p:style>
          <a:lnRef idx="2">
            <a:srgbClr val="0046FF">
              <a:shade val="50000"/>
            </a:srgbClr>
          </a:lnRef>
          <a:fillRef idx="1">
            <a:srgbClr val="0046FF"/>
          </a:fillRef>
          <a:effectRef idx="0">
            <a:srgbClr val="0046FF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0" name="文本框 99"/>
          <p:cNvSpPr txBox="1"/>
          <p:nvPr>
            <p:custDataLst>
              <p:tags r:id="rId11"/>
            </p:custDataLst>
          </p:nvPr>
        </p:nvSpPr>
        <p:spPr>
          <a:xfrm>
            <a:off x="707390" y="4738370"/>
            <a:ext cx="3366135" cy="39878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 fontAlgn="ctr">
              <a:lnSpc>
                <a:spcPct val="100000"/>
              </a:lnSpc>
            </a:pPr>
            <a:r>
              <a:rPr lang="zh-CN" sz="2000" b="1" spc="-150" noProof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循环逻辑</a:t>
            </a:r>
            <a:r>
              <a:rPr lang="zh-CN" altLang="en-US" sz="2000" b="1" spc="-150" noProof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架构</a:t>
            </a:r>
            <a:endParaRPr lang="zh-CN" altLang="en-US" sz="2000" b="1" spc="-150" noProof="0" dirty="0">
              <a:ln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1" name="文本框 100"/>
          <p:cNvSpPr txBox="1"/>
          <p:nvPr>
            <p:custDataLst>
              <p:tags r:id="rId12"/>
            </p:custDataLst>
          </p:nvPr>
        </p:nvSpPr>
        <p:spPr>
          <a:xfrm>
            <a:off x="1867535" y="4222750"/>
            <a:ext cx="1046480" cy="55308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ctr" fontAlgn="ctr">
              <a:buClrTx/>
              <a:buSzTx/>
              <a:buFontTx/>
            </a:pPr>
            <a:r>
              <a:rPr lang="zh-CN" altLang="en-US" sz="3000" b="1">
                <a:solidFill>
                  <a:schemeClr val="accent1">
                    <a:lumMod val="60000"/>
                    <a:lumOff val="40000"/>
                    <a:alpha val="6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④</a:t>
            </a:r>
            <a:endParaRPr lang="zh-CN" altLang="en-US" sz="3000" b="1">
              <a:solidFill>
                <a:schemeClr val="accent1">
                  <a:lumMod val="60000"/>
                  <a:lumOff val="40000"/>
                  <a:alpha val="6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3" name="矩形 102"/>
          <p:cNvSpPr/>
          <p:nvPr>
            <p:custDataLst>
              <p:tags r:id="rId13"/>
            </p:custDataLst>
          </p:nvPr>
        </p:nvSpPr>
        <p:spPr>
          <a:xfrm>
            <a:off x="4485640" y="4131945"/>
            <a:ext cx="3366135" cy="2374265"/>
          </a:xfrm>
          <a:prstGeom prst="rect">
            <a:avLst/>
          </a:prstGeom>
          <a:solidFill>
            <a:schemeClr val="accent1">
              <a:lumMod val="20000"/>
              <a:lumOff val="80000"/>
              <a:alpha val="40000"/>
            </a:schemeClr>
          </a:solidFill>
          <a:ln>
            <a:solidFill>
              <a:schemeClr val="accent1">
                <a:alpha val="50000"/>
              </a:schemeClr>
            </a:solidFill>
          </a:ln>
        </p:spPr>
        <p:style>
          <a:lnRef idx="2">
            <a:srgbClr val="0046FF">
              <a:shade val="50000"/>
            </a:srgbClr>
          </a:lnRef>
          <a:fillRef idx="1">
            <a:srgbClr val="0046FF"/>
          </a:fillRef>
          <a:effectRef idx="0">
            <a:srgbClr val="0046FF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12" name="文本框 111"/>
          <p:cNvSpPr txBox="1"/>
          <p:nvPr>
            <p:custDataLst>
              <p:tags r:id="rId14"/>
            </p:custDataLst>
          </p:nvPr>
        </p:nvSpPr>
        <p:spPr>
          <a:xfrm>
            <a:off x="4485640" y="4738370"/>
            <a:ext cx="3366135" cy="39878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 fontAlgn="ctr">
              <a:lnSpc>
                <a:spcPct val="100000"/>
              </a:lnSpc>
            </a:pPr>
            <a:r>
              <a:rPr lang="zh-CN" sz="2000" b="1" spc="-150" noProof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业务流程</a:t>
            </a:r>
            <a:r>
              <a:rPr lang="zh-CN" altLang="en-US" sz="2000" b="1" spc="-150" noProof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架构</a:t>
            </a:r>
            <a:endParaRPr lang="zh-CN" altLang="en-US" sz="2000" b="1" spc="-150" noProof="0" dirty="0">
              <a:ln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13" name="文本框 112"/>
          <p:cNvSpPr txBox="1"/>
          <p:nvPr>
            <p:custDataLst>
              <p:tags r:id="rId15"/>
            </p:custDataLst>
          </p:nvPr>
        </p:nvSpPr>
        <p:spPr>
          <a:xfrm>
            <a:off x="5645785" y="4222750"/>
            <a:ext cx="1046480" cy="55308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ctr" fontAlgn="ctr">
              <a:buClrTx/>
              <a:buSzTx/>
              <a:buFontTx/>
            </a:pPr>
            <a:r>
              <a:rPr lang="zh-CN" altLang="en-US" sz="3000" b="1">
                <a:solidFill>
                  <a:schemeClr val="accent1">
                    <a:lumMod val="60000"/>
                    <a:lumOff val="40000"/>
                    <a:alpha val="6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⑤</a:t>
            </a:r>
            <a:endParaRPr lang="zh-CN" altLang="en-US" sz="3000" b="1">
              <a:solidFill>
                <a:schemeClr val="accent1">
                  <a:lumMod val="60000"/>
                  <a:lumOff val="40000"/>
                  <a:alpha val="6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15" name="矩形 114"/>
          <p:cNvSpPr/>
          <p:nvPr>
            <p:custDataLst>
              <p:tags r:id="rId16"/>
            </p:custDataLst>
          </p:nvPr>
        </p:nvSpPr>
        <p:spPr>
          <a:xfrm>
            <a:off x="8268970" y="4132580"/>
            <a:ext cx="3366135" cy="2374265"/>
          </a:xfrm>
          <a:prstGeom prst="rect">
            <a:avLst/>
          </a:prstGeom>
          <a:solidFill>
            <a:schemeClr val="accent1">
              <a:lumMod val="20000"/>
              <a:lumOff val="80000"/>
              <a:alpha val="40000"/>
            </a:schemeClr>
          </a:solidFill>
          <a:ln>
            <a:solidFill>
              <a:schemeClr val="accent1">
                <a:alpha val="50000"/>
              </a:schemeClr>
            </a:solidFill>
          </a:ln>
        </p:spPr>
        <p:style>
          <a:lnRef idx="2">
            <a:srgbClr val="0046FF">
              <a:shade val="50000"/>
            </a:srgbClr>
          </a:lnRef>
          <a:fillRef idx="1">
            <a:srgbClr val="0046FF"/>
          </a:fillRef>
          <a:effectRef idx="0">
            <a:srgbClr val="0046FF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24" name="文本框 123"/>
          <p:cNvSpPr txBox="1"/>
          <p:nvPr>
            <p:custDataLst>
              <p:tags r:id="rId17"/>
            </p:custDataLst>
          </p:nvPr>
        </p:nvSpPr>
        <p:spPr>
          <a:xfrm>
            <a:off x="8268970" y="4739005"/>
            <a:ext cx="3366135" cy="39878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 fontAlgn="ctr">
              <a:lnSpc>
                <a:spcPct val="100000"/>
              </a:lnSpc>
            </a:pPr>
            <a:r>
              <a:rPr lang="zh-CN" sz="2000" b="1" spc="-150" noProof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时间流程</a:t>
            </a:r>
            <a:r>
              <a:rPr lang="zh-CN" altLang="en-US" sz="2000" b="1" spc="-150" noProof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架构</a:t>
            </a:r>
            <a:endParaRPr lang="zh-CN" altLang="en-US" sz="2000" b="1" spc="-150" noProof="0" dirty="0">
              <a:ln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25" name="文本框 124"/>
          <p:cNvSpPr txBox="1"/>
          <p:nvPr>
            <p:custDataLst>
              <p:tags r:id="rId18"/>
            </p:custDataLst>
          </p:nvPr>
        </p:nvSpPr>
        <p:spPr>
          <a:xfrm>
            <a:off x="9429115" y="4223385"/>
            <a:ext cx="1046480" cy="55308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ctr" fontAlgn="ctr">
              <a:buClrTx/>
              <a:buSzTx/>
              <a:buFontTx/>
            </a:pPr>
            <a:r>
              <a:rPr lang="zh-CN" altLang="en-US" sz="3000" b="1">
                <a:solidFill>
                  <a:schemeClr val="accent1">
                    <a:lumMod val="60000"/>
                    <a:lumOff val="40000"/>
                    <a:alpha val="6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⑥</a:t>
            </a:r>
            <a:endParaRPr lang="zh-CN" altLang="en-US" sz="3000" b="1">
              <a:solidFill>
                <a:schemeClr val="accent1">
                  <a:lumMod val="60000"/>
                  <a:lumOff val="40000"/>
                  <a:alpha val="6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27" name="梯形 126"/>
          <p:cNvSpPr/>
          <p:nvPr>
            <p:custDataLst>
              <p:tags r:id="rId19"/>
            </p:custDataLst>
          </p:nvPr>
        </p:nvSpPr>
        <p:spPr>
          <a:xfrm>
            <a:off x="5431155" y="3411855"/>
            <a:ext cx="1583055" cy="71755"/>
          </a:xfrm>
          <a:prstGeom prst="trapezoid">
            <a:avLst>
              <a:gd name="adj" fmla="val 187465"/>
            </a:avLst>
          </a:pr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rgbClr val="24396B">
              <a:shade val="15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28" name="梯形 127"/>
          <p:cNvSpPr/>
          <p:nvPr>
            <p:custDataLst>
              <p:tags r:id="rId20"/>
            </p:custDataLst>
          </p:nvPr>
        </p:nvSpPr>
        <p:spPr>
          <a:xfrm>
            <a:off x="5431155" y="3058795"/>
            <a:ext cx="1583055" cy="71755"/>
          </a:xfrm>
          <a:prstGeom prst="trapezoid">
            <a:avLst>
              <a:gd name="adj" fmla="val 187465"/>
            </a:avLst>
          </a:pr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rgbClr val="24396B">
              <a:shade val="15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29" name="梯形 128"/>
          <p:cNvSpPr/>
          <p:nvPr>
            <p:custDataLst>
              <p:tags r:id="rId21"/>
            </p:custDataLst>
          </p:nvPr>
        </p:nvSpPr>
        <p:spPr>
          <a:xfrm>
            <a:off x="5431155" y="2705100"/>
            <a:ext cx="1583055" cy="71755"/>
          </a:xfrm>
          <a:prstGeom prst="trapezoid">
            <a:avLst>
              <a:gd name="adj" fmla="val 187465"/>
            </a:avLst>
          </a:pr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rgbClr val="24396B">
              <a:shade val="15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30" name="Freeform 1482"/>
          <p:cNvSpPr/>
          <p:nvPr>
            <p:custDataLst>
              <p:tags r:id="rId22"/>
            </p:custDataLst>
          </p:nvPr>
        </p:nvSpPr>
        <p:spPr>
          <a:xfrm>
            <a:off x="5433695" y="3482340"/>
            <a:ext cx="1580515" cy="71755"/>
          </a:xfrm>
          <a:custGeom>
            <a:avLst/>
            <a:gdLst/>
            <a:ahLst/>
            <a:cxnLst/>
            <a:rect l="0" t="0" r="0" b="0"/>
            <a:pathLst>
              <a:path w="10750295" h="362712">
                <a:moveTo>
                  <a:pt x="0" y="362712"/>
                </a:moveTo>
                <a:lnTo>
                  <a:pt x="10750295" y="362712"/>
                </a:lnTo>
                <a:lnTo>
                  <a:pt x="10750295" y="0"/>
                </a:lnTo>
                <a:lnTo>
                  <a:pt x="0" y="0"/>
                </a:lnTo>
                <a:lnTo>
                  <a:pt x="0" y="362712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3175" cap="flat" cmpd="sng" algn="ctr">
            <a:solidFill>
              <a:schemeClr val="bg1"/>
            </a:solidFill>
            <a:prstDash val="solid"/>
            <a:miter lim="800000"/>
          </a:ln>
          <a:effectLst/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l">
              <a:buClrTx/>
              <a:buSzTx/>
              <a:buFontTx/>
            </a:pP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31" name="Freeform 1484"/>
          <p:cNvSpPr/>
          <p:nvPr>
            <p:custDataLst>
              <p:tags r:id="rId23"/>
            </p:custDataLst>
          </p:nvPr>
        </p:nvSpPr>
        <p:spPr>
          <a:xfrm>
            <a:off x="5433695" y="3129280"/>
            <a:ext cx="1580515" cy="71755"/>
          </a:xfrm>
          <a:custGeom>
            <a:avLst/>
            <a:gdLst/>
            <a:ahLst/>
            <a:cxnLst/>
            <a:rect l="0" t="0" r="0" b="0"/>
            <a:pathLst>
              <a:path w="10750295" h="362712">
                <a:moveTo>
                  <a:pt x="0" y="362712"/>
                </a:moveTo>
                <a:lnTo>
                  <a:pt x="10750295" y="362712"/>
                </a:lnTo>
                <a:lnTo>
                  <a:pt x="10750295" y="0"/>
                </a:lnTo>
                <a:lnTo>
                  <a:pt x="0" y="0"/>
                </a:lnTo>
                <a:lnTo>
                  <a:pt x="0" y="362712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3175" cap="flat" cmpd="sng" algn="ctr">
            <a:solidFill>
              <a:schemeClr val="bg1"/>
            </a:solidFill>
            <a:prstDash val="solid"/>
            <a:miter lim="800000"/>
          </a:ln>
          <a:effectLst/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l">
              <a:buClrTx/>
              <a:buSzTx/>
              <a:buFontTx/>
            </a:pP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32" name="Freeform 1486"/>
          <p:cNvSpPr/>
          <p:nvPr>
            <p:custDataLst>
              <p:tags r:id="rId24"/>
            </p:custDataLst>
          </p:nvPr>
        </p:nvSpPr>
        <p:spPr>
          <a:xfrm>
            <a:off x="5433695" y="2776855"/>
            <a:ext cx="1580515" cy="71755"/>
          </a:xfrm>
          <a:custGeom>
            <a:avLst/>
            <a:gdLst/>
            <a:ahLst/>
            <a:cxnLst/>
            <a:rect l="0" t="0" r="0" b="0"/>
            <a:pathLst>
              <a:path w="10750295" h="362712">
                <a:moveTo>
                  <a:pt x="0" y="362712"/>
                </a:moveTo>
                <a:lnTo>
                  <a:pt x="10750295" y="362712"/>
                </a:lnTo>
                <a:lnTo>
                  <a:pt x="10750295" y="0"/>
                </a:lnTo>
                <a:lnTo>
                  <a:pt x="0" y="0"/>
                </a:lnTo>
                <a:lnTo>
                  <a:pt x="0" y="362712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3175" cap="flat" cmpd="sng" algn="ctr">
            <a:solidFill>
              <a:schemeClr val="bg1"/>
            </a:solidFill>
            <a:prstDash val="solid"/>
            <a:miter lim="800000"/>
          </a:ln>
          <a:effectLst/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l">
              <a:buClrTx/>
              <a:buSzTx/>
              <a:buFontTx/>
            </a:pP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33" name="矩形: 圆角 43"/>
          <p:cNvSpPr/>
          <p:nvPr>
            <p:custDataLst>
              <p:tags r:id="rId25"/>
            </p:custDataLst>
          </p:nvPr>
        </p:nvSpPr>
        <p:spPr>
          <a:xfrm>
            <a:off x="5581650" y="2873375"/>
            <a:ext cx="370205" cy="175260"/>
          </a:xfrm>
          <a:prstGeom prst="roundRect">
            <a:avLst>
              <a:gd name="adj" fmla="val 1871"/>
            </a:avLst>
          </a:prstGeom>
          <a:noFill/>
          <a:ln w="11430" cap="flat" cmpd="sng" algn="ctr">
            <a:solidFill>
              <a:schemeClr val="accent1">
                <a:lumMod val="40000"/>
                <a:lumOff val="60000"/>
              </a:schemeClr>
            </a:solidFill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  <a:gs pos="46000">
                      <a:srgbClr val="24396B">
                        <a:lumMod val="5000"/>
                        <a:lumOff val="95000"/>
                      </a:srgbClr>
                    </a:gs>
                  </a:gsLst>
                  <a:path path="circle">
                    <a:fillToRect r="100000" b="100000"/>
                  </a:path>
                </a:gradFill>
              </a14:hiddenFill>
            </a:ext>
          </a:extLst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b="1" dirty="0">
              <a:solidFill>
                <a:srgbClr val="2439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34" name="Freeform 1529"/>
          <p:cNvSpPr/>
          <p:nvPr>
            <p:custDataLst>
              <p:tags r:id="rId26"/>
            </p:custDataLst>
          </p:nvPr>
        </p:nvSpPr>
        <p:spPr>
          <a:xfrm>
            <a:off x="5603240" y="2893695"/>
            <a:ext cx="323215" cy="47625"/>
          </a:xfrm>
          <a:custGeom>
            <a:avLst/>
            <a:gdLst/>
            <a:ahLst/>
            <a:cxnLst/>
            <a:rect l="0" t="0" r="0" b="0"/>
            <a:pathLst>
              <a:path w="2674620" h="242317">
                <a:moveTo>
                  <a:pt x="0" y="23623"/>
                </a:moveTo>
                <a:cubicBezTo>
                  <a:pt x="0" y="10542"/>
                  <a:pt x="10541" y="0"/>
                  <a:pt x="23622" y="0"/>
                </a:cubicBezTo>
                <a:lnTo>
                  <a:pt x="2650999" y="0"/>
                </a:lnTo>
                <a:cubicBezTo>
                  <a:pt x="2664080" y="0"/>
                  <a:pt x="2674620" y="10542"/>
                  <a:pt x="2674620" y="23623"/>
                </a:cubicBezTo>
                <a:lnTo>
                  <a:pt x="2674620" y="218694"/>
                </a:lnTo>
                <a:cubicBezTo>
                  <a:pt x="2674620" y="231775"/>
                  <a:pt x="2664080" y="242317"/>
                  <a:pt x="2650999" y="242317"/>
                </a:cubicBezTo>
                <a:lnTo>
                  <a:pt x="23622" y="242317"/>
                </a:lnTo>
                <a:cubicBezTo>
                  <a:pt x="10541" y="242317"/>
                  <a:pt x="0" y="231775"/>
                  <a:pt x="0" y="218694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l">
              <a:buClrTx/>
              <a:buSzTx/>
              <a:buFontTx/>
            </a:pP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35" name="矩形: 圆角 8"/>
          <p:cNvSpPr/>
          <p:nvPr>
            <p:custDataLst>
              <p:tags r:id="rId27"/>
            </p:custDataLst>
          </p:nvPr>
        </p:nvSpPr>
        <p:spPr>
          <a:xfrm>
            <a:off x="5624195" y="2513330"/>
            <a:ext cx="269875" cy="171450"/>
          </a:xfrm>
          <a:prstGeom prst="roundRect">
            <a:avLst>
              <a:gd name="adj" fmla="val 1871"/>
            </a:avLst>
          </a:prstGeom>
          <a:noFill/>
          <a:ln w="11430" cap="flat" cmpd="sng" algn="ctr">
            <a:solidFill>
              <a:schemeClr val="accent1">
                <a:lumMod val="40000"/>
                <a:lumOff val="60000"/>
              </a:schemeClr>
            </a:solidFill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  <a:gs pos="46000">
                      <a:srgbClr val="24396B">
                        <a:lumMod val="5000"/>
                        <a:lumOff val="95000"/>
                      </a:srgbClr>
                    </a:gs>
                  </a:gsLst>
                  <a:path path="circle">
                    <a:fillToRect r="100000" b="100000"/>
                  </a:path>
                </a:gradFill>
              </a14:hiddenFill>
            </a:ext>
          </a:extLst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b="1" dirty="0">
              <a:solidFill>
                <a:srgbClr val="2439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36" name="Freeform 1493"/>
          <p:cNvSpPr/>
          <p:nvPr>
            <p:custDataLst>
              <p:tags r:id="rId28"/>
            </p:custDataLst>
          </p:nvPr>
        </p:nvSpPr>
        <p:spPr>
          <a:xfrm>
            <a:off x="5644515" y="2524125"/>
            <a:ext cx="226695" cy="48895"/>
          </a:xfrm>
          <a:custGeom>
            <a:avLst/>
            <a:gdLst/>
            <a:ahLst/>
            <a:cxnLst/>
            <a:rect l="0" t="0" r="0" b="0"/>
            <a:pathLst>
              <a:path w="1997963" h="248412">
                <a:moveTo>
                  <a:pt x="0" y="24130"/>
                </a:moveTo>
                <a:cubicBezTo>
                  <a:pt x="0" y="10796"/>
                  <a:pt x="10795" y="0"/>
                  <a:pt x="24130" y="0"/>
                </a:cubicBezTo>
                <a:lnTo>
                  <a:pt x="1973834" y="0"/>
                </a:lnTo>
                <a:cubicBezTo>
                  <a:pt x="1987168" y="0"/>
                  <a:pt x="1997963" y="10796"/>
                  <a:pt x="1997963" y="24130"/>
                </a:cubicBezTo>
                <a:lnTo>
                  <a:pt x="1997963" y="224282"/>
                </a:lnTo>
                <a:cubicBezTo>
                  <a:pt x="1997963" y="237617"/>
                  <a:pt x="1987168" y="248412"/>
                  <a:pt x="1973834" y="248412"/>
                </a:cubicBezTo>
                <a:lnTo>
                  <a:pt x="24130" y="248412"/>
                </a:lnTo>
                <a:cubicBezTo>
                  <a:pt x="10795" y="248412"/>
                  <a:pt x="0" y="237617"/>
                  <a:pt x="0" y="224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/>
          <a:lstStyle/>
          <a:p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7" name="矩形: 圆角 8"/>
          <p:cNvSpPr/>
          <p:nvPr>
            <p:custDataLst>
              <p:tags r:id="rId29"/>
            </p:custDataLst>
          </p:nvPr>
        </p:nvSpPr>
        <p:spPr>
          <a:xfrm>
            <a:off x="5943600" y="2513330"/>
            <a:ext cx="269875" cy="171450"/>
          </a:xfrm>
          <a:prstGeom prst="roundRect">
            <a:avLst>
              <a:gd name="adj" fmla="val 1871"/>
            </a:avLst>
          </a:prstGeom>
          <a:noFill/>
          <a:ln w="11430" cap="flat" cmpd="sng" algn="ctr">
            <a:solidFill>
              <a:schemeClr val="accent1">
                <a:lumMod val="40000"/>
                <a:lumOff val="60000"/>
              </a:schemeClr>
            </a:solidFill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  <a:gs pos="46000">
                      <a:srgbClr val="24396B">
                        <a:lumMod val="5000"/>
                        <a:lumOff val="95000"/>
                      </a:srgbClr>
                    </a:gs>
                  </a:gsLst>
                  <a:path path="circle">
                    <a:fillToRect r="100000" b="100000"/>
                  </a:path>
                </a:gradFill>
              </a14:hiddenFill>
            </a:ext>
          </a:extLst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b="1" dirty="0">
              <a:solidFill>
                <a:srgbClr val="2439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38" name="Freeform 1493"/>
          <p:cNvSpPr/>
          <p:nvPr>
            <p:custDataLst>
              <p:tags r:id="rId30"/>
            </p:custDataLst>
          </p:nvPr>
        </p:nvSpPr>
        <p:spPr>
          <a:xfrm>
            <a:off x="5963920" y="2524125"/>
            <a:ext cx="226695" cy="48895"/>
          </a:xfrm>
          <a:custGeom>
            <a:avLst/>
            <a:gdLst/>
            <a:ahLst/>
            <a:cxnLst/>
            <a:rect l="0" t="0" r="0" b="0"/>
            <a:pathLst>
              <a:path w="1997963" h="248412">
                <a:moveTo>
                  <a:pt x="0" y="24130"/>
                </a:moveTo>
                <a:cubicBezTo>
                  <a:pt x="0" y="10796"/>
                  <a:pt x="10795" y="0"/>
                  <a:pt x="24130" y="0"/>
                </a:cubicBezTo>
                <a:lnTo>
                  <a:pt x="1973834" y="0"/>
                </a:lnTo>
                <a:cubicBezTo>
                  <a:pt x="1987168" y="0"/>
                  <a:pt x="1997963" y="10796"/>
                  <a:pt x="1997963" y="24130"/>
                </a:cubicBezTo>
                <a:lnTo>
                  <a:pt x="1997963" y="224282"/>
                </a:lnTo>
                <a:cubicBezTo>
                  <a:pt x="1997963" y="237617"/>
                  <a:pt x="1987168" y="248412"/>
                  <a:pt x="1973834" y="248412"/>
                </a:cubicBezTo>
                <a:lnTo>
                  <a:pt x="24130" y="248412"/>
                </a:lnTo>
                <a:cubicBezTo>
                  <a:pt x="10795" y="248412"/>
                  <a:pt x="0" y="237617"/>
                  <a:pt x="0" y="224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/>
          <a:lstStyle/>
          <a:p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9" name="矩形: 圆角 8"/>
          <p:cNvSpPr/>
          <p:nvPr>
            <p:custDataLst>
              <p:tags r:id="rId31"/>
            </p:custDataLst>
          </p:nvPr>
        </p:nvSpPr>
        <p:spPr>
          <a:xfrm>
            <a:off x="6263005" y="2513330"/>
            <a:ext cx="269875" cy="171450"/>
          </a:xfrm>
          <a:prstGeom prst="roundRect">
            <a:avLst>
              <a:gd name="adj" fmla="val 1871"/>
            </a:avLst>
          </a:prstGeom>
          <a:noFill/>
          <a:ln w="11430" cap="flat" cmpd="sng" algn="ctr">
            <a:solidFill>
              <a:schemeClr val="accent1">
                <a:lumMod val="40000"/>
                <a:lumOff val="60000"/>
              </a:schemeClr>
            </a:solidFill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  <a:gs pos="46000">
                      <a:srgbClr val="24396B">
                        <a:lumMod val="5000"/>
                        <a:lumOff val="95000"/>
                      </a:srgbClr>
                    </a:gs>
                  </a:gsLst>
                  <a:path path="circle">
                    <a:fillToRect r="100000" b="100000"/>
                  </a:path>
                </a:gradFill>
              </a14:hiddenFill>
            </a:ext>
          </a:extLst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b="1" dirty="0">
              <a:solidFill>
                <a:srgbClr val="2439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40" name="Freeform 1493"/>
          <p:cNvSpPr/>
          <p:nvPr>
            <p:custDataLst>
              <p:tags r:id="rId32"/>
            </p:custDataLst>
          </p:nvPr>
        </p:nvSpPr>
        <p:spPr>
          <a:xfrm>
            <a:off x="6283325" y="2524125"/>
            <a:ext cx="226695" cy="48895"/>
          </a:xfrm>
          <a:custGeom>
            <a:avLst/>
            <a:gdLst/>
            <a:ahLst/>
            <a:cxnLst/>
            <a:rect l="0" t="0" r="0" b="0"/>
            <a:pathLst>
              <a:path w="1997963" h="248412">
                <a:moveTo>
                  <a:pt x="0" y="24130"/>
                </a:moveTo>
                <a:cubicBezTo>
                  <a:pt x="0" y="10796"/>
                  <a:pt x="10795" y="0"/>
                  <a:pt x="24130" y="0"/>
                </a:cubicBezTo>
                <a:lnTo>
                  <a:pt x="1973834" y="0"/>
                </a:lnTo>
                <a:cubicBezTo>
                  <a:pt x="1987168" y="0"/>
                  <a:pt x="1997963" y="10796"/>
                  <a:pt x="1997963" y="24130"/>
                </a:cubicBezTo>
                <a:lnTo>
                  <a:pt x="1997963" y="224282"/>
                </a:lnTo>
                <a:cubicBezTo>
                  <a:pt x="1997963" y="237617"/>
                  <a:pt x="1987168" y="248412"/>
                  <a:pt x="1973834" y="248412"/>
                </a:cubicBezTo>
                <a:lnTo>
                  <a:pt x="24130" y="248412"/>
                </a:lnTo>
                <a:cubicBezTo>
                  <a:pt x="10795" y="248412"/>
                  <a:pt x="0" y="237617"/>
                  <a:pt x="0" y="224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/>
          <a:lstStyle/>
          <a:p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1" name="矩形: 圆角 8"/>
          <p:cNvSpPr/>
          <p:nvPr>
            <p:custDataLst>
              <p:tags r:id="rId33"/>
            </p:custDataLst>
          </p:nvPr>
        </p:nvSpPr>
        <p:spPr>
          <a:xfrm>
            <a:off x="6581775" y="2513330"/>
            <a:ext cx="269875" cy="171450"/>
          </a:xfrm>
          <a:prstGeom prst="roundRect">
            <a:avLst>
              <a:gd name="adj" fmla="val 1871"/>
            </a:avLst>
          </a:prstGeom>
          <a:noFill/>
          <a:ln w="11430" cap="flat" cmpd="sng" algn="ctr">
            <a:solidFill>
              <a:schemeClr val="accent1">
                <a:lumMod val="40000"/>
                <a:lumOff val="60000"/>
              </a:schemeClr>
            </a:solidFill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  <a:gs pos="46000">
                      <a:srgbClr val="24396B">
                        <a:lumMod val="5000"/>
                        <a:lumOff val="95000"/>
                      </a:srgbClr>
                    </a:gs>
                  </a:gsLst>
                  <a:path path="circle">
                    <a:fillToRect r="100000" b="100000"/>
                  </a:path>
                </a:gradFill>
              </a14:hiddenFill>
            </a:ext>
          </a:extLst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b="1" dirty="0">
              <a:solidFill>
                <a:srgbClr val="2439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42" name="Freeform 1493"/>
          <p:cNvSpPr/>
          <p:nvPr>
            <p:custDataLst>
              <p:tags r:id="rId34"/>
            </p:custDataLst>
          </p:nvPr>
        </p:nvSpPr>
        <p:spPr>
          <a:xfrm>
            <a:off x="6602730" y="2524125"/>
            <a:ext cx="226695" cy="48895"/>
          </a:xfrm>
          <a:custGeom>
            <a:avLst/>
            <a:gdLst/>
            <a:ahLst/>
            <a:cxnLst/>
            <a:rect l="0" t="0" r="0" b="0"/>
            <a:pathLst>
              <a:path w="1997963" h="248412">
                <a:moveTo>
                  <a:pt x="0" y="24130"/>
                </a:moveTo>
                <a:cubicBezTo>
                  <a:pt x="0" y="10796"/>
                  <a:pt x="10795" y="0"/>
                  <a:pt x="24130" y="0"/>
                </a:cubicBezTo>
                <a:lnTo>
                  <a:pt x="1973834" y="0"/>
                </a:lnTo>
                <a:cubicBezTo>
                  <a:pt x="1987168" y="0"/>
                  <a:pt x="1997963" y="10796"/>
                  <a:pt x="1997963" y="24130"/>
                </a:cubicBezTo>
                <a:lnTo>
                  <a:pt x="1997963" y="224282"/>
                </a:lnTo>
                <a:cubicBezTo>
                  <a:pt x="1997963" y="237617"/>
                  <a:pt x="1987168" y="248412"/>
                  <a:pt x="1973834" y="248412"/>
                </a:cubicBezTo>
                <a:lnTo>
                  <a:pt x="24130" y="248412"/>
                </a:lnTo>
                <a:cubicBezTo>
                  <a:pt x="10795" y="248412"/>
                  <a:pt x="0" y="237617"/>
                  <a:pt x="0" y="224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/>
          <a:lstStyle/>
          <a:p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3" name="矩形: 圆角 43"/>
          <p:cNvSpPr/>
          <p:nvPr>
            <p:custDataLst>
              <p:tags r:id="rId35"/>
            </p:custDataLst>
          </p:nvPr>
        </p:nvSpPr>
        <p:spPr>
          <a:xfrm>
            <a:off x="6023610" y="2873375"/>
            <a:ext cx="370205" cy="175260"/>
          </a:xfrm>
          <a:prstGeom prst="roundRect">
            <a:avLst>
              <a:gd name="adj" fmla="val 1871"/>
            </a:avLst>
          </a:prstGeom>
          <a:noFill/>
          <a:ln w="11430" cap="flat" cmpd="sng" algn="ctr">
            <a:solidFill>
              <a:schemeClr val="accent1">
                <a:lumMod val="40000"/>
                <a:lumOff val="60000"/>
              </a:schemeClr>
            </a:solidFill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  <a:gs pos="46000">
                      <a:srgbClr val="24396B">
                        <a:lumMod val="5000"/>
                        <a:lumOff val="95000"/>
                      </a:srgbClr>
                    </a:gs>
                  </a:gsLst>
                  <a:path path="circle">
                    <a:fillToRect r="100000" b="100000"/>
                  </a:path>
                </a:gradFill>
              </a14:hiddenFill>
            </a:ext>
          </a:extLst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b="1" dirty="0">
              <a:solidFill>
                <a:srgbClr val="2439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44" name="Freeform 1529"/>
          <p:cNvSpPr/>
          <p:nvPr>
            <p:custDataLst>
              <p:tags r:id="rId36"/>
            </p:custDataLst>
          </p:nvPr>
        </p:nvSpPr>
        <p:spPr>
          <a:xfrm>
            <a:off x="6044565" y="2893695"/>
            <a:ext cx="323215" cy="47625"/>
          </a:xfrm>
          <a:custGeom>
            <a:avLst/>
            <a:gdLst/>
            <a:ahLst/>
            <a:cxnLst/>
            <a:rect l="0" t="0" r="0" b="0"/>
            <a:pathLst>
              <a:path w="2674620" h="242317">
                <a:moveTo>
                  <a:pt x="0" y="23623"/>
                </a:moveTo>
                <a:cubicBezTo>
                  <a:pt x="0" y="10542"/>
                  <a:pt x="10541" y="0"/>
                  <a:pt x="23622" y="0"/>
                </a:cubicBezTo>
                <a:lnTo>
                  <a:pt x="2650999" y="0"/>
                </a:lnTo>
                <a:cubicBezTo>
                  <a:pt x="2664080" y="0"/>
                  <a:pt x="2674620" y="10542"/>
                  <a:pt x="2674620" y="23623"/>
                </a:cubicBezTo>
                <a:lnTo>
                  <a:pt x="2674620" y="218694"/>
                </a:lnTo>
                <a:cubicBezTo>
                  <a:pt x="2674620" y="231775"/>
                  <a:pt x="2664080" y="242317"/>
                  <a:pt x="2650999" y="242317"/>
                </a:cubicBezTo>
                <a:lnTo>
                  <a:pt x="23622" y="242317"/>
                </a:lnTo>
                <a:cubicBezTo>
                  <a:pt x="10541" y="242317"/>
                  <a:pt x="0" y="231775"/>
                  <a:pt x="0" y="218694"/>
                </a:cubicBezTo>
                <a:close/>
              </a:path>
            </a:pathLst>
          </a:custGeom>
          <a:solidFill>
            <a:srgbClr val="58729A">
              <a:lumMod val="20000"/>
              <a:lumOff val="80000"/>
              <a:alpha val="50195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/>
          <a:lstStyle/>
          <a:p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5" name="矩形: 圆角 43"/>
          <p:cNvSpPr/>
          <p:nvPr>
            <p:custDataLst>
              <p:tags r:id="rId37"/>
            </p:custDataLst>
          </p:nvPr>
        </p:nvSpPr>
        <p:spPr>
          <a:xfrm>
            <a:off x="6466205" y="2873375"/>
            <a:ext cx="370205" cy="175260"/>
          </a:xfrm>
          <a:prstGeom prst="roundRect">
            <a:avLst>
              <a:gd name="adj" fmla="val 1871"/>
            </a:avLst>
          </a:prstGeom>
          <a:noFill/>
          <a:ln w="11430" cap="flat" cmpd="sng" algn="ctr">
            <a:solidFill>
              <a:schemeClr val="accent1">
                <a:lumMod val="40000"/>
                <a:lumOff val="60000"/>
              </a:schemeClr>
            </a:solidFill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  <a:gs pos="46000">
                      <a:srgbClr val="24396B">
                        <a:lumMod val="5000"/>
                        <a:lumOff val="95000"/>
                      </a:srgbClr>
                    </a:gs>
                  </a:gsLst>
                  <a:path path="circle">
                    <a:fillToRect r="100000" b="100000"/>
                  </a:path>
                </a:gradFill>
              </a14:hiddenFill>
            </a:ext>
          </a:extLst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b="1" dirty="0">
              <a:solidFill>
                <a:srgbClr val="2439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46" name="Freeform 1529"/>
          <p:cNvSpPr/>
          <p:nvPr>
            <p:custDataLst>
              <p:tags r:id="rId38"/>
            </p:custDataLst>
          </p:nvPr>
        </p:nvSpPr>
        <p:spPr>
          <a:xfrm>
            <a:off x="6486525" y="2893695"/>
            <a:ext cx="323215" cy="47625"/>
          </a:xfrm>
          <a:custGeom>
            <a:avLst/>
            <a:gdLst/>
            <a:ahLst/>
            <a:cxnLst/>
            <a:rect l="0" t="0" r="0" b="0"/>
            <a:pathLst>
              <a:path w="2674620" h="242317">
                <a:moveTo>
                  <a:pt x="0" y="23623"/>
                </a:moveTo>
                <a:cubicBezTo>
                  <a:pt x="0" y="10542"/>
                  <a:pt x="10541" y="0"/>
                  <a:pt x="23622" y="0"/>
                </a:cubicBezTo>
                <a:lnTo>
                  <a:pt x="2650999" y="0"/>
                </a:lnTo>
                <a:cubicBezTo>
                  <a:pt x="2664080" y="0"/>
                  <a:pt x="2674620" y="10542"/>
                  <a:pt x="2674620" y="23623"/>
                </a:cubicBezTo>
                <a:lnTo>
                  <a:pt x="2674620" y="218694"/>
                </a:lnTo>
                <a:cubicBezTo>
                  <a:pt x="2674620" y="231775"/>
                  <a:pt x="2664080" y="242317"/>
                  <a:pt x="2650999" y="242317"/>
                </a:cubicBezTo>
                <a:lnTo>
                  <a:pt x="23622" y="242317"/>
                </a:lnTo>
                <a:cubicBezTo>
                  <a:pt x="10541" y="242317"/>
                  <a:pt x="0" y="231775"/>
                  <a:pt x="0" y="218694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l">
              <a:buClrTx/>
              <a:buSzTx/>
              <a:buFontTx/>
            </a:pP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47" name="Rectangle 1555"/>
          <p:cNvSpPr/>
          <p:nvPr>
            <p:custDataLst>
              <p:tags r:id="rId39"/>
            </p:custDataLst>
          </p:nvPr>
        </p:nvSpPr>
        <p:spPr>
          <a:xfrm>
            <a:off x="6044565" y="2891790"/>
            <a:ext cx="323215" cy="5143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l">
              <a:buClrTx/>
              <a:buSzTx/>
              <a:buFontTx/>
            </a:pP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48" name="矩形: 圆角 48"/>
          <p:cNvSpPr/>
          <p:nvPr>
            <p:custDataLst>
              <p:tags r:id="rId40"/>
            </p:custDataLst>
          </p:nvPr>
        </p:nvSpPr>
        <p:spPr>
          <a:xfrm>
            <a:off x="5599430" y="3232785"/>
            <a:ext cx="586105" cy="163195"/>
          </a:xfrm>
          <a:prstGeom prst="roundRect">
            <a:avLst>
              <a:gd name="adj" fmla="val 1871"/>
            </a:avLst>
          </a:prstGeom>
          <a:solidFill>
            <a:srgbClr val="000000">
              <a:alpha val="0"/>
            </a:srgbClr>
          </a:solidFill>
          <a:ln w="11430" cap="flat" cmpd="sng" algn="ctr">
            <a:solidFill>
              <a:schemeClr val="accent1">
                <a:lumMod val="40000"/>
                <a:lumOff val="60000"/>
              </a:schemeClr>
            </a:solidFill>
            <a:prstDash val="dash"/>
            <a:miter lim="800000"/>
          </a:ln>
          <a:effectLst/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 b="1" dirty="0">
              <a:solidFill>
                <a:srgbClr val="2439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0" name="Freeform 1536"/>
          <p:cNvSpPr/>
          <p:nvPr>
            <p:custDataLst>
              <p:tags r:id="rId41"/>
            </p:custDataLst>
          </p:nvPr>
        </p:nvSpPr>
        <p:spPr>
          <a:xfrm>
            <a:off x="5619115" y="3313430"/>
            <a:ext cx="274320" cy="66675"/>
          </a:xfrm>
          <a:custGeom>
            <a:avLst/>
            <a:gdLst/>
            <a:ahLst/>
            <a:cxnLst/>
            <a:rect l="0" t="0" r="0" b="0"/>
            <a:pathLst>
              <a:path w="1716024" h="338328">
                <a:moveTo>
                  <a:pt x="0" y="338328"/>
                </a:moveTo>
                <a:lnTo>
                  <a:pt x="1716024" y="338328"/>
                </a:lnTo>
                <a:lnTo>
                  <a:pt x="1716024" y="0"/>
                </a:lnTo>
                <a:lnTo>
                  <a:pt x="0" y="0"/>
                </a:lnTo>
                <a:lnTo>
                  <a:pt x="0" y="338328"/>
                </a:lnTo>
                <a:close/>
              </a:path>
            </a:pathLst>
          </a:custGeom>
          <a:noFill/>
          <a:ln w="12191" cap="flat" cmpd="sng" algn="ctr">
            <a:solidFill>
              <a:schemeClr val="accent1">
                <a:lumMod val="40000"/>
                <a:lumOff val="60000"/>
                <a:alpha val="50000"/>
              </a:schemeClr>
            </a:solidFill>
            <a:prstDash val="solid"/>
            <a:miter lim="127000"/>
          </a:ln>
          <a:effectLst/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/>
          <a:lstStyle/>
          <a:p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1" name="Freeform 1537"/>
          <p:cNvSpPr/>
          <p:nvPr>
            <p:custDataLst>
              <p:tags r:id="rId42"/>
            </p:custDataLst>
          </p:nvPr>
        </p:nvSpPr>
        <p:spPr>
          <a:xfrm>
            <a:off x="5906770" y="3313430"/>
            <a:ext cx="262255" cy="66675"/>
          </a:xfrm>
          <a:custGeom>
            <a:avLst/>
            <a:gdLst/>
            <a:ahLst/>
            <a:cxnLst/>
            <a:rect l="0" t="0" r="0" b="0"/>
            <a:pathLst>
              <a:path w="2241804" h="338328">
                <a:moveTo>
                  <a:pt x="0" y="338328"/>
                </a:moveTo>
                <a:lnTo>
                  <a:pt x="2241804" y="338328"/>
                </a:lnTo>
                <a:lnTo>
                  <a:pt x="2241804" y="0"/>
                </a:lnTo>
                <a:lnTo>
                  <a:pt x="0" y="0"/>
                </a:lnTo>
                <a:lnTo>
                  <a:pt x="0" y="338328"/>
                </a:lnTo>
                <a:close/>
              </a:path>
            </a:pathLst>
          </a:custGeom>
          <a:noFill/>
          <a:ln w="12191" cap="flat" cmpd="sng" algn="ctr">
            <a:solidFill>
              <a:schemeClr val="accent1">
                <a:lumMod val="40000"/>
                <a:lumOff val="60000"/>
                <a:alpha val="50000"/>
              </a:schemeClr>
            </a:solidFill>
            <a:prstDash val="solid"/>
            <a:miter lim="127000"/>
          </a:ln>
          <a:effectLst/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l">
              <a:buClrTx/>
              <a:buSzTx/>
              <a:buFontTx/>
            </a:pP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52" name="Rectangle 1570"/>
          <p:cNvSpPr/>
          <p:nvPr>
            <p:custDataLst>
              <p:tags r:id="rId43"/>
            </p:custDataLst>
          </p:nvPr>
        </p:nvSpPr>
        <p:spPr>
          <a:xfrm>
            <a:off x="5617210" y="3251200"/>
            <a:ext cx="551815" cy="444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l">
              <a:buClrTx/>
              <a:buSzTx/>
              <a:buFontTx/>
            </a:pP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54" name="Freeform 1536"/>
          <p:cNvSpPr/>
          <p:nvPr>
            <p:custDataLst>
              <p:tags r:id="rId44"/>
            </p:custDataLst>
          </p:nvPr>
        </p:nvSpPr>
        <p:spPr>
          <a:xfrm>
            <a:off x="6257925" y="3313430"/>
            <a:ext cx="274320" cy="66675"/>
          </a:xfrm>
          <a:custGeom>
            <a:avLst/>
            <a:gdLst/>
            <a:ahLst/>
            <a:cxnLst/>
            <a:rect l="0" t="0" r="0" b="0"/>
            <a:pathLst>
              <a:path w="1716024" h="338328">
                <a:moveTo>
                  <a:pt x="0" y="338328"/>
                </a:moveTo>
                <a:lnTo>
                  <a:pt x="1716024" y="338328"/>
                </a:lnTo>
                <a:lnTo>
                  <a:pt x="1716024" y="0"/>
                </a:lnTo>
                <a:lnTo>
                  <a:pt x="0" y="0"/>
                </a:lnTo>
                <a:lnTo>
                  <a:pt x="0" y="338328"/>
                </a:lnTo>
                <a:close/>
              </a:path>
            </a:pathLst>
          </a:custGeom>
          <a:noFill/>
          <a:ln w="12191" cap="flat" cmpd="sng" algn="ctr">
            <a:solidFill>
              <a:schemeClr val="accent1">
                <a:lumMod val="40000"/>
                <a:lumOff val="60000"/>
                <a:alpha val="50000"/>
              </a:schemeClr>
            </a:solidFill>
            <a:prstDash val="solid"/>
            <a:miter lim="127000"/>
          </a:ln>
          <a:effectLst/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/>
          <a:lstStyle/>
          <a:p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5" name="Freeform 1537"/>
          <p:cNvSpPr/>
          <p:nvPr>
            <p:custDataLst>
              <p:tags r:id="rId45"/>
            </p:custDataLst>
          </p:nvPr>
        </p:nvSpPr>
        <p:spPr>
          <a:xfrm>
            <a:off x="6546215" y="3313430"/>
            <a:ext cx="262255" cy="66675"/>
          </a:xfrm>
          <a:custGeom>
            <a:avLst/>
            <a:gdLst/>
            <a:ahLst/>
            <a:cxnLst/>
            <a:rect l="0" t="0" r="0" b="0"/>
            <a:pathLst>
              <a:path w="2241804" h="338328">
                <a:moveTo>
                  <a:pt x="0" y="338328"/>
                </a:moveTo>
                <a:lnTo>
                  <a:pt x="2241804" y="338328"/>
                </a:lnTo>
                <a:lnTo>
                  <a:pt x="2241804" y="0"/>
                </a:lnTo>
                <a:lnTo>
                  <a:pt x="0" y="0"/>
                </a:lnTo>
                <a:lnTo>
                  <a:pt x="0" y="338328"/>
                </a:lnTo>
                <a:close/>
              </a:path>
            </a:pathLst>
          </a:custGeom>
          <a:noFill/>
          <a:ln w="12191" cap="flat" cmpd="sng" algn="ctr">
            <a:solidFill>
              <a:schemeClr val="accent1">
                <a:lumMod val="40000"/>
                <a:lumOff val="60000"/>
                <a:alpha val="50000"/>
              </a:schemeClr>
            </a:solidFill>
            <a:prstDash val="solid"/>
            <a:miter lim="127000"/>
          </a:ln>
          <a:effectLst/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l">
              <a:buClrTx/>
              <a:buSzTx/>
              <a:buFontTx/>
            </a:pP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56" name="Rectangle 1570"/>
          <p:cNvSpPr/>
          <p:nvPr>
            <p:custDataLst>
              <p:tags r:id="rId46"/>
            </p:custDataLst>
          </p:nvPr>
        </p:nvSpPr>
        <p:spPr>
          <a:xfrm>
            <a:off x="6256020" y="3248660"/>
            <a:ext cx="551815" cy="444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l">
              <a:buClrTx/>
              <a:buSzTx/>
              <a:buFontTx/>
            </a:pP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57" name="矩形: 圆角 48"/>
          <p:cNvSpPr/>
          <p:nvPr>
            <p:custDataLst>
              <p:tags r:id="rId47"/>
            </p:custDataLst>
          </p:nvPr>
        </p:nvSpPr>
        <p:spPr>
          <a:xfrm>
            <a:off x="6238875" y="3232785"/>
            <a:ext cx="586105" cy="163195"/>
          </a:xfrm>
          <a:prstGeom prst="roundRect">
            <a:avLst>
              <a:gd name="adj" fmla="val 1871"/>
            </a:avLst>
          </a:prstGeom>
          <a:noFill/>
          <a:ln w="11430" cap="flat" cmpd="sng" algn="ctr">
            <a:solidFill>
              <a:schemeClr val="accent1">
                <a:lumMod val="40000"/>
                <a:lumOff val="60000"/>
              </a:schemeClr>
            </a:solidFill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  <a:gs pos="46000">
                      <a:srgbClr val="24396B">
                        <a:lumMod val="5000"/>
                        <a:lumOff val="95000"/>
                      </a:srgbClr>
                    </a:gs>
                  </a:gsLst>
                  <a:path path="circle">
                    <a:fillToRect r="100000" b="100000"/>
                  </a:path>
                </a:gradFill>
              </a14:hiddenFill>
            </a:ext>
          </a:extLst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 b="1" dirty="0">
              <a:solidFill>
                <a:srgbClr val="2439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58" name="组合 157"/>
          <p:cNvGrpSpPr/>
          <p:nvPr>
            <p:custDataLst>
              <p:tags r:id="rId48"/>
            </p:custDataLst>
          </p:nvPr>
        </p:nvGrpSpPr>
        <p:grpSpPr>
          <a:xfrm>
            <a:off x="8874760" y="2491740"/>
            <a:ext cx="2159000" cy="965200"/>
            <a:chOff x="1978" y="9485"/>
            <a:chExt cx="4539" cy="2029"/>
          </a:xfrm>
        </p:grpSpPr>
        <p:sp>
          <p:nvSpPr>
            <p:cNvPr id="216" name="Shape"/>
            <p:cNvSpPr/>
            <p:nvPr>
              <p:custDataLst>
                <p:tags r:id="rId49"/>
              </p:custDataLst>
            </p:nvPr>
          </p:nvSpPr>
          <p:spPr>
            <a:xfrm>
              <a:off x="3454" y="10131"/>
              <a:ext cx="699" cy="7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375" y="0"/>
                  </a:moveTo>
                  <a:cubicBezTo>
                    <a:pt x="8463" y="0"/>
                    <a:pt x="5552" y="1056"/>
                    <a:pt x="3331" y="3165"/>
                  </a:cubicBezTo>
                  <a:cubicBezTo>
                    <a:pt x="1110" y="5274"/>
                    <a:pt x="0" y="8038"/>
                    <a:pt x="0" y="10801"/>
                  </a:cubicBezTo>
                  <a:cubicBezTo>
                    <a:pt x="0" y="13565"/>
                    <a:pt x="1110" y="16329"/>
                    <a:pt x="3331" y="18438"/>
                  </a:cubicBezTo>
                  <a:cubicBezTo>
                    <a:pt x="5552" y="20546"/>
                    <a:pt x="8463" y="21600"/>
                    <a:pt x="11375" y="21600"/>
                  </a:cubicBezTo>
                  <a:cubicBezTo>
                    <a:pt x="14286" y="21600"/>
                    <a:pt x="17197" y="20546"/>
                    <a:pt x="19418" y="18438"/>
                  </a:cubicBezTo>
                  <a:cubicBezTo>
                    <a:pt x="20341" y="17562"/>
                    <a:pt x="21061" y="16569"/>
                    <a:pt x="21600" y="15513"/>
                  </a:cubicBezTo>
                  <a:cubicBezTo>
                    <a:pt x="21198" y="15286"/>
                    <a:pt x="20815" y="15014"/>
                    <a:pt x="20469" y="14686"/>
                  </a:cubicBezTo>
                  <a:cubicBezTo>
                    <a:pt x="18210" y="12541"/>
                    <a:pt x="18210" y="9061"/>
                    <a:pt x="20469" y="6917"/>
                  </a:cubicBezTo>
                  <a:cubicBezTo>
                    <a:pt x="20815" y="6588"/>
                    <a:pt x="21198" y="6317"/>
                    <a:pt x="21600" y="6089"/>
                  </a:cubicBezTo>
                  <a:cubicBezTo>
                    <a:pt x="21061" y="5034"/>
                    <a:pt x="20341" y="4041"/>
                    <a:pt x="19418" y="3165"/>
                  </a:cubicBezTo>
                  <a:cubicBezTo>
                    <a:pt x="17197" y="1056"/>
                    <a:pt x="14286" y="0"/>
                    <a:pt x="11375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17" name="Shape"/>
            <p:cNvSpPr/>
            <p:nvPr>
              <p:custDataLst>
                <p:tags r:id="rId50"/>
              </p:custDataLst>
            </p:nvPr>
          </p:nvSpPr>
          <p:spPr>
            <a:xfrm>
              <a:off x="4345" y="10131"/>
              <a:ext cx="700" cy="7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224" y="0"/>
                  </a:moveTo>
                  <a:cubicBezTo>
                    <a:pt x="7313" y="0"/>
                    <a:pt x="4403" y="1056"/>
                    <a:pt x="2182" y="3165"/>
                  </a:cubicBezTo>
                  <a:cubicBezTo>
                    <a:pt x="1259" y="4041"/>
                    <a:pt x="539" y="5034"/>
                    <a:pt x="0" y="6089"/>
                  </a:cubicBezTo>
                  <a:cubicBezTo>
                    <a:pt x="402" y="6317"/>
                    <a:pt x="784" y="6588"/>
                    <a:pt x="1130" y="6917"/>
                  </a:cubicBezTo>
                  <a:cubicBezTo>
                    <a:pt x="3389" y="9061"/>
                    <a:pt x="3389" y="12541"/>
                    <a:pt x="1130" y="14686"/>
                  </a:cubicBezTo>
                  <a:cubicBezTo>
                    <a:pt x="784" y="15014"/>
                    <a:pt x="402" y="15286"/>
                    <a:pt x="0" y="15513"/>
                  </a:cubicBezTo>
                  <a:cubicBezTo>
                    <a:pt x="539" y="16569"/>
                    <a:pt x="1259" y="17562"/>
                    <a:pt x="2182" y="18438"/>
                  </a:cubicBezTo>
                  <a:cubicBezTo>
                    <a:pt x="4403" y="20546"/>
                    <a:pt x="7313" y="21600"/>
                    <a:pt x="10224" y="21600"/>
                  </a:cubicBezTo>
                  <a:cubicBezTo>
                    <a:pt x="13135" y="21600"/>
                    <a:pt x="16046" y="20546"/>
                    <a:pt x="18267" y="18438"/>
                  </a:cubicBezTo>
                  <a:cubicBezTo>
                    <a:pt x="20488" y="16329"/>
                    <a:pt x="21600" y="13565"/>
                    <a:pt x="21600" y="10801"/>
                  </a:cubicBezTo>
                  <a:cubicBezTo>
                    <a:pt x="21600" y="8038"/>
                    <a:pt x="20488" y="5274"/>
                    <a:pt x="18267" y="3165"/>
                  </a:cubicBezTo>
                  <a:cubicBezTo>
                    <a:pt x="16046" y="1056"/>
                    <a:pt x="13135" y="0"/>
                    <a:pt x="10224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700">
              <a:miter lim="400000"/>
            </a:ln>
          </p:spPr>
          <p:txBody>
            <a:bodyPr lIns="0" tIns="0" rIns="0" bIns="0" anchor="ctr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sz="9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218" name="Circle"/>
            <p:cNvSpPr/>
            <p:nvPr>
              <p:custDataLst>
                <p:tags r:id="rId51"/>
              </p:custDataLst>
            </p:nvPr>
          </p:nvSpPr>
          <p:spPr>
            <a:xfrm>
              <a:off x="4093" y="10343"/>
              <a:ext cx="312" cy="312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23" name="Circle"/>
            <p:cNvSpPr/>
            <p:nvPr>
              <p:custDataLst>
                <p:tags r:id="rId52"/>
              </p:custDataLst>
            </p:nvPr>
          </p:nvSpPr>
          <p:spPr>
            <a:xfrm>
              <a:off x="6037" y="9485"/>
              <a:ext cx="480" cy="48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sz="90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229" name="Circle"/>
            <p:cNvSpPr/>
            <p:nvPr>
              <p:custDataLst>
                <p:tags r:id="rId53"/>
              </p:custDataLst>
            </p:nvPr>
          </p:nvSpPr>
          <p:spPr>
            <a:xfrm>
              <a:off x="6037" y="10002"/>
              <a:ext cx="480" cy="48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sz="90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230" name="Circle"/>
            <p:cNvSpPr/>
            <p:nvPr>
              <p:custDataLst>
                <p:tags r:id="rId54"/>
              </p:custDataLst>
            </p:nvPr>
          </p:nvSpPr>
          <p:spPr>
            <a:xfrm>
              <a:off x="6037" y="10518"/>
              <a:ext cx="480" cy="48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sz="90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231" name="Circle"/>
            <p:cNvSpPr/>
            <p:nvPr>
              <p:custDataLst>
                <p:tags r:id="rId55"/>
              </p:custDataLst>
            </p:nvPr>
          </p:nvSpPr>
          <p:spPr>
            <a:xfrm>
              <a:off x="6037" y="11034"/>
              <a:ext cx="480" cy="48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sz="90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232" name="Circle"/>
            <p:cNvSpPr/>
            <p:nvPr>
              <p:custDataLst>
                <p:tags r:id="rId56"/>
              </p:custDataLst>
            </p:nvPr>
          </p:nvSpPr>
          <p:spPr>
            <a:xfrm>
              <a:off x="1978" y="9485"/>
              <a:ext cx="480" cy="48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sz="90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233" name="Circle"/>
            <p:cNvSpPr/>
            <p:nvPr>
              <p:custDataLst>
                <p:tags r:id="rId57"/>
              </p:custDataLst>
            </p:nvPr>
          </p:nvSpPr>
          <p:spPr>
            <a:xfrm>
              <a:off x="1978" y="10002"/>
              <a:ext cx="480" cy="48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sz="90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234" name="Circle"/>
            <p:cNvSpPr/>
            <p:nvPr>
              <p:custDataLst>
                <p:tags r:id="rId58"/>
              </p:custDataLst>
            </p:nvPr>
          </p:nvSpPr>
          <p:spPr>
            <a:xfrm>
              <a:off x="1978" y="10518"/>
              <a:ext cx="480" cy="48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sz="90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235" name="Circle"/>
            <p:cNvSpPr/>
            <p:nvPr>
              <p:custDataLst>
                <p:tags r:id="rId59"/>
              </p:custDataLst>
            </p:nvPr>
          </p:nvSpPr>
          <p:spPr>
            <a:xfrm>
              <a:off x="1978" y="11034"/>
              <a:ext cx="480" cy="48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sz="90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236" name="Line"/>
            <p:cNvSpPr/>
            <p:nvPr>
              <p:custDataLst>
                <p:tags r:id="rId60"/>
              </p:custDataLst>
            </p:nvPr>
          </p:nvSpPr>
          <p:spPr>
            <a:xfrm flipH="1" flipV="1">
              <a:off x="2479" y="9810"/>
              <a:ext cx="971" cy="383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  <a:custDash>
                <a:ds d="200000" sp="200000"/>
              </a:custDash>
              <a:miter lim="400000"/>
              <a:tailEnd type="triangle"/>
            </a:ln>
          </p:spPr>
          <p:txBody>
            <a:bodyPr lIns="22859" tIns="22859" rIns="22859" bIns="22859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+mn-ea"/>
                <a:cs typeface="微软雅黑" panose="020B0503020204020204" charset="-122"/>
              </a:endParaRPr>
            </a:p>
          </p:txBody>
        </p:sp>
        <p:sp>
          <p:nvSpPr>
            <p:cNvPr id="237" name="Line"/>
            <p:cNvSpPr/>
            <p:nvPr>
              <p:custDataLst>
                <p:tags r:id="rId61"/>
              </p:custDataLst>
            </p:nvPr>
          </p:nvSpPr>
          <p:spPr>
            <a:xfrm flipH="1" flipV="1">
              <a:off x="2491" y="10286"/>
              <a:ext cx="858" cy="107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  <a:custDash>
                <a:ds d="200000" sp="200000"/>
              </a:custDash>
              <a:miter lim="400000"/>
              <a:tailEnd type="triangle"/>
            </a:ln>
          </p:spPr>
          <p:txBody>
            <a:bodyPr lIns="22859" tIns="22859" rIns="22859" bIns="22859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+mn-ea"/>
                <a:cs typeface="微软雅黑" panose="020B0503020204020204" charset="-122"/>
              </a:endParaRPr>
            </a:p>
          </p:txBody>
        </p:sp>
        <p:sp>
          <p:nvSpPr>
            <p:cNvPr id="238" name="Line"/>
            <p:cNvSpPr/>
            <p:nvPr>
              <p:custDataLst>
                <p:tags r:id="rId62"/>
              </p:custDataLst>
            </p:nvPr>
          </p:nvSpPr>
          <p:spPr>
            <a:xfrm flipH="1">
              <a:off x="2488" y="10621"/>
              <a:ext cx="865" cy="106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  <a:custDash>
                <a:ds d="200000" sp="200000"/>
              </a:custDash>
              <a:miter lim="400000"/>
              <a:tailEnd type="triangle"/>
            </a:ln>
          </p:spPr>
          <p:txBody>
            <a:bodyPr lIns="22859" tIns="22859" rIns="22859" bIns="22859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+mn-ea"/>
                <a:cs typeface="微软雅黑" panose="020B0503020204020204" charset="-122"/>
              </a:endParaRPr>
            </a:p>
          </p:txBody>
        </p:sp>
        <p:sp>
          <p:nvSpPr>
            <p:cNvPr id="239" name="Line"/>
            <p:cNvSpPr/>
            <p:nvPr>
              <p:custDataLst>
                <p:tags r:id="rId63"/>
              </p:custDataLst>
            </p:nvPr>
          </p:nvSpPr>
          <p:spPr>
            <a:xfrm flipH="1">
              <a:off x="2478" y="10805"/>
              <a:ext cx="977" cy="370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  <a:custDash>
                <a:ds d="200000" sp="200000"/>
              </a:custDash>
              <a:miter lim="400000"/>
              <a:tailEnd type="triangle"/>
            </a:ln>
          </p:spPr>
          <p:txBody>
            <a:bodyPr lIns="22859" tIns="22859" rIns="22859" bIns="22859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+mn-ea"/>
                <a:cs typeface="微软雅黑" panose="020B0503020204020204" charset="-122"/>
              </a:endParaRPr>
            </a:p>
          </p:txBody>
        </p:sp>
        <p:sp>
          <p:nvSpPr>
            <p:cNvPr id="240" name="Line"/>
            <p:cNvSpPr/>
            <p:nvPr>
              <p:custDataLst>
                <p:tags r:id="rId64"/>
              </p:custDataLst>
            </p:nvPr>
          </p:nvSpPr>
          <p:spPr>
            <a:xfrm>
              <a:off x="5029" y="10802"/>
              <a:ext cx="986" cy="376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  <a:custDash>
                <a:ds d="200000" sp="200000"/>
              </a:custDash>
              <a:miter lim="400000"/>
              <a:tailEnd type="triangle"/>
            </a:ln>
          </p:spPr>
          <p:txBody>
            <a:bodyPr lIns="22859" tIns="22859" rIns="22859" bIns="22859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sz="9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241" name="Line"/>
            <p:cNvSpPr/>
            <p:nvPr>
              <p:custDataLst>
                <p:tags r:id="rId65"/>
              </p:custDataLst>
            </p:nvPr>
          </p:nvSpPr>
          <p:spPr>
            <a:xfrm>
              <a:off x="5127" y="10611"/>
              <a:ext cx="875" cy="111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  <a:custDash>
                <a:ds d="200000" sp="200000"/>
              </a:custDash>
              <a:miter lim="400000"/>
              <a:tailEnd type="triangle"/>
            </a:ln>
          </p:spPr>
          <p:txBody>
            <a:bodyPr lIns="22859" tIns="22859" rIns="22859" bIns="22859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+mn-ea"/>
                <a:cs typeface="微软雅黑" panose="020B0503020204020204" charset="-122"/>
              </a:endParaRPr>
            </a:p>
          </p:txBody>
        </p:sp>
        <p:sp>
          <p:nvSpPr>
            <p:cNvPr id="242" name="Line"/>
            <p:cNvSpPr/>
            <p:nvPr>
              <p:custDataLst>
                <p:tags r:id="rId66"/>
              </p:custDataLst>
            </p:nvPr>
          </p:nvSpPr>
          <p:spPr>
            <a:xfrm flipV="1">
              <a:off x="5128" y="10281"/>
              <a:ext cx="877" cy="114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  <a:custDash>
                <a:ds d="200000" sp="200000"/>
              </a:custDash>
              <a:miter lim="400000"/>
              <a:tailEnd type="triangle"/>
            </a:ln>
          </p:spPr>
          <p:txBody>
            <a:bodyPr lIns="22859" tIns="22859" rIns="22859" bIns="22859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+mn-ea"/>
                <a:cs typeface="微软雅黑" panose="020B0503020204020204" charset="-122"/>
              </a:endParaRPr>
            </a:p>
          </p:txBody>
        </p:sp>
        <p:sp>
          <p:nvSpPr>
            <p:cNvPr id="245" name="Line"/>
            <p:cNvSpPr/>
            <p:nvPr>
              <p:custDataLst>
                <p:tags r:id="rId67"/>
              </p:custDataLst>
            </p:nvPr>
          </p:nvSpPr>
          <p:spPr>
            <a:xfrm flipV="1">
              <a:off x="5030" y="9821"/>
              <a:ext cx="984" cy="378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  <a:custDash>
                <a:ds d="200000" sp="200000"/>
              </a:custDash>
              <a:miter lim="400000"/>
              <a:tailEnd type="triangle"/>
            </a:ln>
          </p:spPr>
          <p:txBody>
            <a:bodyPr lIns="22859" tIns="22859" rIns="22859" bIns="22859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+mn-ea"/>
                <a:cs typeface="微软雅黑" panose="020B0503020204020204" charset="-122"/>
              </a:endParaRPr>
            </a:p>
          </p:txBody>
        </p:sp>
        <p:sp>
          <p:nvSpPr>
            <p:cNvPr id="246" name="Line"/>
            <p:cNvSpPr/>
            <p:nvPr>
              <p:custDataLst>
                <p:tags r:id="rId68"/>
              </p:custDataLst>
            </p:nvPr>
          </p:nvSpPr>
          <p:spPr>
            <a:xfrm>
              <a:off x="3337" y="10034"/>
              <a:ext cx="467" cy="93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2" h="21592" extrusionOk="0">
                  <a:moveTo>
                    <a:pt x="21483" y="0"/>
                  </a:moveTo>
                  <a:cubicBezTo>
                    <a:pt x="9601" y="20"/>
                    <a:pt x="-8" y="4851"/>
                    <a:pt x="0" y="10801"/>
                  </a:cubicBezTo>
                  <a:cubicBezTo>
                    <a:pt x="9" y="16768"/>
                    <a:pt x="9678" y="21600"/>
                    <a:pt x="21592" y="21592"/>
                  </a:cubicBezTo>
                </a:path>
              </a:pathLst>
            </a:cu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txBody>
            <a:bodyPr lIns="22859" tIns="22859" rIns="22859" bIns="22859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47" name="Line"/>
            <p:cNvSpPr/>
            <p:nvPr>
              <p:custDataLst>
                <p:tags r:id="rId69"/>
              </p:custDataLst>
            </p:nvPr>
          </p:nvSpPr>
          <p:spPr>
            <a:xfrm>
              <a:off x="4694" y="10033"/>
              <a:ext cx="448" cy="9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53" h="21600" extrusionOk="0">
                  <a:moveTo>
                    <a:pt x="0" y="0"/>
                  </a:moveTo>
                  <a:cubicBezTo>
                    <a:pt x="12246" y="292"/>
                    <a:pt x="21600" y="5577"/>
                    <a:pt x="20692" y="11690"/>
                  </a:cubicBezTo>
                  <a:cubicBezTo>
                    <a:pt x="19881" y="17155"/>
                    <a:pt x="10952" y="21431"/>
                    <a:pt x="0" y="21600"/>
                  </a:cubicBezTo>
                </a:path>
              </a:pathLst>
            </a:cu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txBody>
            <a:bodyPr lIns="22859" tIns="22859" rIns="22859" bIns="22859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sz="9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159" name="组合 158"/>
          <p:cNvGrpSpPr/>
          <p:nvPr>
            <p:custDataLst>
              <p:tags r:id="rId70"/>
            </p:custDataLst>
          </p:nvPr>
        </p:nvGrpSpPr>
        <p:grpSpPr>
          <a:xfrm>
            <a:off x="1816100" y="5186680"/>
            <a:ext cx="1156335" cy="1155401"/>
            <a:chOff x="2917" y="9383"/>
            <a:chExt cx="2530" cy="2529"/>
          </a:xfrm>
        </p:grpSpPr>
        <p:pic>
          <p:nvPicPr>
            <p:cNvPr id="249" name="图片 248" descr="左右箭头-2"/>
            <p:cNvPicPr>
              <a:picLocks noChangeAspect="1"/>
            </p:cNvPicPr>
            <p:nvPr>
              <p:custDataLst>
                <p:tags r:id="rId71"/>
              </p:custDataLst>
            </p:nvPr>
          </p:nvPicPr>
          <p:blipFill>
            <a:blip r:embed="rId72">
              <a:extLst>
                <a:ext uri="{96DAC541-7B7A-43D3-8B79-37D633B846F1}">
                  <asvg:svgBlip xmlns:asvg="http://schemas.microsoft.com/office/drawing/2016/SVG/main" r:embed="rId73"/>
                </a:ext>
              </a:extLst>
            </a:blip>
            <a:stretch>
              <a:fillRect/>
            </a:stretch>
          </p:blipFill>
          <p:spPr>
            <a:xfrm>
              <a:off x="4171" y="10609"/>
              <a:ext cx="79" cy="79"/>
            </a:xfrm>
            <a:prstGeom prst="rect">
              <a:avLst/>
            </a:prstGeom>
          </p:spPr>
        </p:pic>
        <p:sp>
          <p:nvSpPr>
            <p:cNvPr id="250" name="紫荆的职场Point8"/>
            <p:cNvSpPr/>
            <p:nvPr>
              <p:custDataLst>
                <p:tags r:id="rId74"/>
              </p:custDataLst>
            </p:nvPr>
          </p:nvSpPr>
          <p:spPr bwMode="auto">
            <a:xfrm>
              <a:off x="4470" y="10061"/>
              <a:ext cx="479" cy="498"/>
            </a:xfrm>
            <a:custGeom>
              <a:avLst/>
              <a:gdLst>
                <a:gd name="connsiteX0" fmla="*/ 619628 w 1306515"/>
                <a:gd name="connsiteY0" fmla="*/ 0 h 1357311"/>
                <a:gd name="connsiteX1" fmla="*/ 1306515 w 1306515"/>
                <a:gd name="connsiteY1" fmla="*/ 1189815 h 1357311"/>
                <a:gd name="connsiteX2" fmla="*/ 357258 w 1306515"/>
                <a:gd name="connsiteY2" fmla="*/ 1357311 h 1357311"/>
                <a:gd name="connsiteX3" fmla="*/ 0 w 1306515"/>
                <a:gd name="connsiteY3" fmla="*/ 738585 h 1357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06515" h="1357311">
                  <a:moveTo>
                    <a:pt x="619628" y="0"/>
                  </a:moveTo>
                  <a:cubicBezTo>
                    <a:pt x="981268" y="303552"/>
                    <a:pt x="1224584" y="724865"/>
                    <a:pt x="1306515" y="1189815"/>
                  </a:cubicBezTo>
                  <a:lnTo>
                    <a:pt x="357258" y="1357311"/>
                  </a:lnTo>
                  <a:cubicBezTo>
                    <a:pt x="314577" y="1115499"/>
                    <a:pt x="188060" y="896363"/>
                    <a:pt x="0" y="738585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12700" cap="flat">
              <a:gradFill flip="none" rotWithShape="1">
                <a:gsLst>
                  <a:gs pos="1000">
                    <a:srgbClr val="FFFFFF">
                      <a:alpha val="0"/>
                    </a:srgbClr>
                  </a:gs>
                  <a:gs pos="20000">
                    <a:srgbClr val="FFFFFF">
                      <a:alpha val="0"/>
                    </a:srgbClr>
                  </a:gs>
                  <a:gs pos="100000">
                    <a:srgbClr val="FFFFFF"/>
                  </a:gs>
                </a:gsLst>
                <a:lin ang="2700000" scaled="0"/>
                <a:tileRect/>
              </a:gra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lvl="0" algn="l">
                <a:buClrTx/>
                <a:buSzTx/>
                <a:buFontTx/>
              </a:pPr>
              <a:endParaRPr lang="zh-CN" altLang="en-US">
                <a:solidFill>
                  <a:srgbClr val="EFF3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251" name="紫荆的职场Point9"/>
            <p:cNvSpPr/>
            <p:nvPr>
              <p:custDataLst>
                <p:tags r:id="rId75"/>
              </p:custDataLst>
            </p:nvPr>
          </p:nvSpPr>
          <p:spPr bwMode="auto">
            <a:xfrm>
              <a:off x="4560" y="10531"/>
              <a:ext cx="405" cy="497"/>
            </a:xfrm>
            <a:custGeom>
              <a:avLst/>
              <a:gdLst>
                <a:gd name="connsiteX0" fmla="*/ 1072263 w 1102722"/>
                <a:gd name="connsiteY0" fmla="*/ 0 h 1352548"/>
                <a:gd name="connsiteX1" fmla="*/ 833940 w 1102722"/>
                <a:gd name="connsiteY1" fmla="*/ 1352548 h 1352548"/>
                <a:gd name="connsiteX2" fmla="*/ 0 w 1102722"/>
                <a:gd name="connsiteY2" fmla="*/ 870774 h 1352548"/>
                <a:gd name="connsiteX3" fmla="*/ 123920 w 1102722"/>
                <a:gd name="connsiteY3" fmla="*/ 167449 h 1352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02722" h="1352548">
                  <a:moveTo>
                    <a:pt x="1072263" y="0"/>
                  </a:moveTo>
                  <a:cubicBezTo>
                    <a:pt x="1154115" y="465010"/>
                    <a:pt x="1069788" y="943736"/>
                    <a:pt x="833940" y="1352548"/>
                  </a:cubicBezTo>
                  <a:lnTo>
                    <a:pt x="0" y="870774"/>
                  </a:lnTo>
                  <a:cubicBezTo>
                    <a:pt x="122588" y="658177"/>
                    <a:pt x="166560" y="409194"/>
                    <a:pt x="123920" y="167449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12700" cap="flat">
              <a:gradFill flip="none" rotWithShape="1">
                <a:gsLst>
                  <a:gs pos="1000">
                    <a:srgbClr val="FFFFFF">
                      <a:alpha val="0"/>
                    </a:srgbClr>
                  </a:gs>
                  <a:gs pos="20000">
                    <a:srgbClr val="FFFFFF">
                      <a:alpha val="0"/>
                    </a:srgbClr>
                  </a:gs>
                  <a:gs pos="100000">
                    <a:srgbClr val="FFFFFF"/>
                  </a:gs>
                </a:gsLst>
                <a:lin ang="2700000" scaled="0"/>
                <a:tileRect/>
              </a:gra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lvl="0" algn="l">
                <a:buClrTx/>
                <a:buSzTx/>
                <a:buFontTx/>
              </a:pPr>
              <a:endParaRPr lang="zh-CN" altLang="en-US">
                <a:solidFill>
                  <a:srgbClr val="EFF3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252" name="紫荆的职场Point10"/>
            <p:cNvSpPr/>
            <p:nvPr>
              <p:custDataLst>
                <p:tags r:id="rId76"/>
              </p:custDataLst>
            </p:nvPr>
          </p:nvSpPr>
          <p:spPr bwMode="auto">
            <a:xfrm>
              <a:off x="4344" y="10874"/>
              <a:ext cx="507" cy="502"/>
            </a:xfrm>
            <a:custGeom>
              <a:avLst/>
              <a:gdLst>
                <a:gd name="connsiteX0" fmla="*/ 547519 w 1382715"/>
                <a:gd name="connsiteY0" fmla="*/ 0 h 1365248"/>
                <a:gd name="connsiteX1" fmla="*/ 1382715 w 1382715"/>
                <a:gd name="connsiteY1" fmla="*/ 482144 h 1365248"/>
                <a:gd name="connsiteX2" fmla="*/ 329808 w 1382715"/>
                <a:gd name="connsiteY2" fmla="*/ 1365248 h 1365248"/>
                <a:gd name="connsiteX3" fmla="*/ 0 w 1382715"/>
                <a:gd name="connsiteY3" fmla="*/ 459275 h 1365248"/>
                <a:gd name="connsiteX4" fmla="*/ 547519 w 1382715"/>
                <a:gd name="connsiteY4" fmla="*/ 0 h 1365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82715" h="1365248">
                  <a:moveTo>
                    <a:pt x="547519" y="0"/>
                  </a:moveTo>
                  <a:lnTo>
                    <a:pt x="1382715" y="482144"/>
                  </a:lnTo>
                  <a:cubicBezTo>
                    <a:pt x="1146512" y="891108"/>
                    <a:pt x="773810" y="1203835"/>
                    <a:pt x="329808" y="1365248"/>
                  </a:cubicBezTo>
                  <a:lnTo>
                    <a:pt x="0" y="459275"/>
                  </a:lnTo>
                  <a:cubicBezTo>
                    <a:pt x="230866" y="375424"/>
                    <a:pt x="424556" y="212677"/>
                    <a:pt x="547519" y="0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12700" cap="flat">
              <a:gradFill flip="none" rotWithShape="1">
                <a:gsLst>
                  <a:gs pos="1000">
                    <a:srgbClr val="FFFFFF">
                      <a:alpha val="0"/>
                    </a:srgbClr>
                  </a:gs>
                  <a:gs pos="20000">
                    <a:srgbClr val="FFFFFF">
                      <a:alpha val="0"/>
                    </a:srgbClr>
                  </a:gs>
                  <a:gs pos="100000">
                    <a:srgbClr val="FFFFFF"/>
                  </a:gs>
                </a:gsLst>
                <a:lin ang="2700000" scaled="0"/>
                <a:tileRect/>
              </a:gra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lvl="0" algn="l">
                <a:buClrTx/>
                <a:buSzTx/>
                <a:buFontTx/>
              </a:pPr>
              <a:endParaRPr lang="zh-CN" altLang="en-US">
                <a:solidFill>
                  <a:srgbClr val="EFF3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253" name="紫荆的职场Point11"/>
            <p:cNvSpPr/>
            <p:nvPr>
              <p:custDataLst>
                <p:tags r:id="rId77"/>
              </p:custDataLst>
            </p:nvPr>
          </p:nvSpPr>
          <p:spPr bwMode="auto">
            <a:xfrm>
              <a:off x="3932" y="11053"/>
              <a:ext cx="504" cy="377"/>
            </a:xfrm>
            <a:custGeom>
              <a:avLst/>
              <a:gdLst>
                <a:gd name="connsiteX0" fmla="*/ 329870 w 1374777"/>
                <a:gd name="connsiteY0" fmla="*/ 0 h 1026426"/>
                <a:gd name="connsiteX1" fmla="*/ 1044716 w 1374777"/>
                <a:gd name="connsiteY1" fmla="*/ 0 h 1026426"/>
                <a:gd name="connsiteX2" fmla="*/ 1374777 w 1374777"/>
                <a:gd name="connsiteY2" fmla="*/ 905312 h 1026426"/>
                <a:gd name="connsiteX3" fmla="*/ 0 w 1374777"/>
                <a:gd name="connsiteY3" fmla="*/ 905312 h 1026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74777" h="1026426">
                  <a:moveTo>
                    <a:pt x="329870" y="0"/>
                  </a:moveTo>
                  <a:cubicBezTo>
                    <a:pt x="560779" y="83981"/>
                    <a:pt x="813807" y="83981"/>
                    <a:pt x="1044716" y="0"/>
                  </a:cubicBezTo>
                  <a:lnTo>
                    <a:pt x="1374777" y="905312"/>
                  </a:lnTo>
                  <a:cubicBezTo>
                    <a:pt x="930692" y="1066798"/>
                    <a:pt x="443895" y="1066798"/>
                    <a:pt x="0" y="905312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12700" cap="flat">
              <a:gradFill flip="none" rotWithShape="1">
                <a:gsLst>
                  <a:gs pos="1000">
                    <a:srgbClr val="FFFFFF">
                      <a:alpha val="0"/>
                    </a:srgbClr>
                  </a:gs>
                  <a:gs pos="20000">
                    <a:srgbClr val="FFFFFF">
                      <a:alpha val="0"/>
                    </a:srgbClr>
                  </a:gs>
                  <a:gs pos="100000">
                    <a:srgbClr val="FFFFFF"/>
                  </a:gs>
                </a:gsLst>
                <a:lin ang="2700000" scaled="0"/>
                <a:tileRect/>
              </a:gra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lvl="0" algn="l">
                <a:buClrTx/>
                <a:buSzTx/>
                <a:buFontTx/>
              </a:pPr>
              <a:endParaRPr lang="zh-CN" altLang="en-US">
                <a:solidFill>
                  <a:srgbClr val="EFF3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254" name="紫荆的职场Point12"/>
            <p:cNvSpPr/>
            <p:nvPr>
              <p:custDataLst>
                <p:tags r:id="rId78"/>
              </p:custDataLst>
            </p:nvPr>
          </p:nvSpPr>
          <p:spPr bwMode="auto">
            <a:xfrm>
              <a:off x="3518" y="10874"/>
              <a:ext cx="507" cy="502"/>
            </a:xfrm>
            <a:custGeom>
              <a:avLst/>
              <a:gdLst>
                <a:gd name="connsiteX0" fmla="*/ 834237 w 1381127"/>
                <a:gd name="connsiteY0" fmla="*/ 0 h 1365248"/>
                <a:gd name="connsiteX1" fmla="*/ 1381127 w 1381127"/>
                <a:gd name="connsiteY1" fmla="*/ 459275 h 1365248"/>
                <a:gd name="connsiteX2" fmla="*/ 1051508 w 1381127"/>
                <a:gd name="connsiteY2" fmla="*/ 1365248 h 1365248"/>
                <a:gd name="connsiteX3" fmla="*/ 0 w 1381127"/>
                <a:gd name="connsiteY3" fmla="*/ 482144 h 1365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1127" h="1365248">
                  <a:moveTo>
                    <a:pt x="834237" y="0"/>
                  </a:moveTo>
                  <a:cubicBezTo>
                    <a:pt x="956868" y="212677"/>
                    <a:pt x="1150527" y="375424"/>
                    <a:pt x="1381127" y="459275"/>
                  </a:cubicBezTo>
                  <a:lnTo>
                    <a:pt x="1051508" y="1365248"/>
                  </a:lnTo>
                  <a:cubicBezTo>
                    <a:pt x="608206" y="1203835"/>
                    <a:pt x="235742" y="891108"/>
                    <a:pt x="0" y="482144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12700" cap="flat">
              <a:gradFill flip="none" rotWithShape="1">
                <a:gsLst>
                  <a:gs pos="1000">
                    <a:srgbClr val="FFFFFF">
                      <a:alpha val="0"/>
                    </a:srgbClr>
                  </a:gs>
                  <a:gs pos="20000">
                    <a:srgbClr val="FFFFFF">
                      <a:alpha val="0"/>
                    </a:srgbClr>
                  </a:gs>
                  <a:gs pos="100000">
                    <a:srgbClr val="FFFFFF"/>
                  </a:gs>
                </a:gsLst>
                <a:lin ang="2700000" scaled="0"/>
                <a:tileRect/>
              </a:gra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lvl="0" algn="l">
                <a:buClrTx/>
                <a:buSzTx/>
                <a:buFontTx/>
              </a:pPr>
              <a:endParaRPr lang="zh-CN" altLang="en-US">
                <a:solidFill>
                  <a:srgbClr val="EFF3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255" name="紫荆的职场Point13"/>
            <p:cNvSpPr/>
            <p:nvPr>
              <p:custDataLst>
                <p:tags r:id="rId79"/>
              </p:custDataLst>
            </p:nvPr>
          </p:nvSpPr>
          <p:spPr bwMode="auto">
            <a:xfrm>
              <a:off x="3404" y="10527"/>
              <a:ext cx="405" cy="497"/>
            </a:xfrm>
            <a:custGeom>
              <a:avLst/>
              <a:gdLst>
                <a:gd name="connsiteX0" fmla="*/ 30497 w 1104248"/>
                <a:gd name="connsiteY0" fmla="*/ 0 h 1352548"/>
                <a:gd name="connsiteX1" fmla="*/ 980178 w 1104248"/>
                <a:gd name="connsiteY1" fmla="*/ 167449 h 1352548"/>
                <a:gd name="connsiteX2" fmla="*/ 1104248 w 1104248"/>
                <a:gd name="connsiteY2" fmla="*/ 870774 h 1352548"/>
                <a:gd name="connsiteX3" fmla="*/ 269109 w 1104248"/>
                <a:gd name="connsiteY3" fmla="*/ 1352548 h 1352548"/>
                <a:gd name="connsiteX4" fmla="*/ 30497 w 1104248"/>
                <a:gd name="connsiteY4" fmla="*/ 0 h 1352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04248" h="1352548">
                  <a:moveTo>
                    <a:pt x="30497" y="0"/>
                  </a:moveTo>
                  <a:lnTo>
                    <a:pt x="980178" y="167449"/>
                  </a:lnTo>
                  <a:cubicBezTo>
                    <a:pt x="937487" y="409194"/>
                    <a:pt x="981321" y="658177"/>
                    <a:pt x="1104248" y="870774"/>
                  </a:cubicBezTo>
                  <a:lnTo>
                    <a:pt x="269109" y="1352548"/>
                  </a:lnTo>
                  <a:cubicBezTo>
                    <a:pt x="32975" y="943736"/>
                    <a:pt x="-51454" y="465010"/>
                    <a:pt x="30497" y="0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12700" cap="flat">
              <a:gradFill flip="none" rotWithShape="1">
                <a:gsLst>
                  <a:gs pos="1000">
                    <a:srgbClr val="FFFFFF">
                      <a:alpha val="0"/>
                    </a:srgbClr>
                  </a:gs>
                  <a:gs pos="20000">
                    <a:srgbClr val="FFFFFF">
                      <a:alpha val="0"/>
                    </a:srgbClr>
                  </a:gs>
                  <a:gs pos="100000">
                    <a:srgbClr val="FFFFFF"/>
                  </a:gs>
                </a:gsLst>
                <a:lin ang="2700000" scaled="0"/>
                <a:tileRect/>
              </a:gra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lvl="0" algn="l">
                <a:buClrTx/>
                <a:buSzTx/>
                <a:buFontTx/>
              </a:pPr>
              <a:endParaRPr lang="zh-CN" altLang="en-US">
                <a:solidFill>
                  <a:srgbClr val="EFF3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256" name="紫荆的职场Point14"/>
            <p:cNvSpPr/>
            <p:nvPr>
              <p:custDataLst>
                <p:tags r:id="rId80"/>
              </p:custDataLst>
            </p:nvPr>
          </p:nvSpPr>
          <p:spPr bwMode="auto">
            <a:xfrm>
              <a:off x="3421" y="10061"/>
              <a:ext cx="479" cy="498"/>
            </a:xfrm>
            <a:custGeom>
              <a:avLst/>
              <a:gdLst>
                <a:gd name="connsiteX0" fmla="*/ 686888 w 1306515"/>
                <a:gd name="connsiteY0" fmla="*/ 0 h 1357311"/>
                <a:gd name="connsiteX1" fmla="*/ 1306515 w 1306515"/>
                <a:gd name="connsiteY1" fmla="*/ 738593 h 1357311"/>
                <a:gd name="connsiteX2" fmla="*/ 949353 w 1306515"/>
                <a:gd name="connsiteY2" fmla="*/ 1357311 h 1357311"/>
                <a:gd name="connsiteX3" fmla="*/ 0 w 1306515"/>
                <a:gd name="connsiteY3" fmla="*/ 1189887 h 1357311"/>
                <a:gd name="connsiteX4" fmla="*/ 686888 w 1306515"/>
                <a:gd name="connsiteY4" fmla="*/ 0 h 1357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6515" h="1357311">
                  <a:moveTo>
                    <a:pt x="686888" y="0"/>
                  </a:moveTo>
                  <a:lnTo>
                    <a:pt x="1306515" y="738593"/>
                  </a:lnTo>
                  <a:cubicBezTo>
                    <a:pt x="1118455" y="896393"/>
                    <a:pt x="991938" y="1115465"/>
                    <a:pt x="949353" y="1357311"/>
                  </a:cubicBezTo>
                  <a:lnTo>
                    <a:pt x="0" y="1189887"/>
                  </a:lnTo>
                  <a:cubicBezTo>
                    <a:pt x="82027" y="724776"/>
                    <a:pt x="325248" y="303499"/>
                    <a:pt x="686888" y="0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12700" cap="flat">
              <a:gradFill flip="none" rotWithShape="1">
                <a:gsLst>
                  <a:gs pos="1000">
                    <a:srgbClr val="FFFFFF">
                      <a:alpha val="0"/>
                    </a:srgbClr>
                  </a:gs>
                  <a:gs pos="20000">
                    <a:srgbClr val="FFFFFF">
                      <a:alpha val="0"/>
                    </a:srgbClr>
                  </a:gs>
                  <a:gs pos="100000">
                    <a:srgbClr val="FFFFFF"/>
                  </a:gs>
                </a:gsLst>
                <a:lin ang="2700000" scaled="0"/>
                <a:tileRect/>
              </a:gra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lvl="0" algn="l">
                <a:buClrTx/>
                <a:buSzTx/>
                <a:buFontTx/>
              </a:pPr>
              <a:endParaRPr lang="zh-CN" altLang="en-US">
                <a:solidFill>
                  <a:srgbClr val="EFF3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257" name="紫荆的职场Point15"/>
            <p:cNvSpPr/>
            <p:nvPr>
              <p:custDataLst>
                <p:tags r:id="rId81"/>
              </p:custDataLst>
            </p:nvPr>
          </p:nvSpPr>
          <p:spPr bwMode="auto">
            <a:xfrm>
              <a:off x="3696" y="9869"/>
              <a:ext cx="474" cy="443"/>
            </a:xfrm>
            <a:custGeom>
              <a:avLst/>
              <a:gdLst>
                <a:gd name="connsiteX0" fmla="*/ 1290640 w 1290640"/>
                <a:gd name="connsiteY0" fmla="*/ 0 h 1208086"/>
                <a:gd name="connsiteX1" fmla="*/ 1290640 w 1290640"/>
                <a:gd name="connsiteY1" fmla="*/ 963840 h 1208086"/>
                <a:gd name="connsiteX2" fmla="*/ 619599 w 1290640"/>
                <a:gd name="connsiteY2" fmla="*/ 1208086 h 1208086"/>
                <a:gd name="connsiteX3" fmla="*/ 0 w 1290640"/>
                <a:gd name="connsiteY3" fmla="*/ 469631 h 1208086"/>
                <a:gd name="connsiteX4" fmla="*/ 1290640 w 1290640"/>
                <a:gd name="connsiteY4" fmla="*/ 0 h 1208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90640" h="1208086">
                  <a:moveTo>
                    <a:pt x="1290640" y="0"/>
                  </a:moveTo>
                  <a:lnTo>
                    <a:pt x="1290640" y="963840"/>
                  </a:lnTo>
                  <a:cubicBezTo>
                    <a:pt x="1045239" y="963840"/>
                    <a:pt x="807650" y="1050336"/>
                    <a:pt x="619599" y="1208086"/>
                  </a:cubicBezTo>
                  <a:lnTo>
                    <a:pt x="0" y="469631"/>
                  </a:lnTo>
                  <a:cubicBezTo>
                    <a:pt x="361623" y="166324"/>
                    <a:pt x="818701" y="0"/>
                    <a:pt x="1290640" y="0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12700" cap="flat">
              <a:gradFill flip="none" rotWithShape="1">
                <a:gsLst>
                  <a:gs pos="1000">
                    <a:srgbClr val="FFFFFF">
                      <a:alpha val="0"/>
                    </a:srgbClr>
                  </a:gs>
                  <a:gs pos="20000">
                    <a:srgbClr val="FFFFFF">
                      <a:alpha val="0"/>
                    </a:srgbClr>
                  </a:gs>
                  <a:gs pos="100000">
                    <a:srgbClr val="FFFFFF"/>
                  </a:gs>
                </a:gsLst>
                <a:lin ang="2700000" scaled="0"/>
                <a:tileRect/>
              </a:gra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lvl="0" algn="l">
                <a:buClrTx/>
                <a:buSzTx/>
                <a:buFontTx/>
              </a:pPr>
              <a:endParaRPr lang="zh-CN" altLang="en-US">
                <a:solidFill>
                  <a:srgbClr val="EFF3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258" name="紫荆的职场Point16"/>
            <p:cNvSpPr/>
            <p:nvPr>
              <p:custDataLst>
                <p:tags r:id="rId82"/>
              </p:custDataLst>
            </p:nvPr>
          </p:nvSpPr>
          <p:spPr bwMode="auto">
            <a:xfrm>
              <a:off x="4200" y="9869"/>
              <a:ext cx="474" cy="443"/>
            </a:xfrm>
            <a:custGeom>
              <a:avLst/>
              <a:gdLst>
                <a:gd name="connsiteX0" fmla="*/ 0 w 1290640"/>
                <a:gd name="connsiteY0" fmla="*/ 0 h 1208086"/>
                <a:gd name="connsiteX1" fmla="*/ 1290640 w 1290640"/>
                <a:gd name="connsiteY1" fmla="*/ 469631 h 1208086"/>
                <a:gd name="connsiteX2" fmla="*/ 671133 w 1290640"/>
                <a:gd name="connsiteY2" fmla="*/ 1208086 h 1208086"/>
                <a:gd name="connsiteX3" fmla="*/ 0 w 1290640"/>
                <a:gd name="connsiteY3" fmla="*/ 963840 h 1208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90640" h="1208086">
                  <a:moveTo>
                    <a:pt x="0" y="0"/>
                  </a:moveTo>
                  <a:cubicBezTo>
                    <a:pt x="472060" y="0"/>
                    <a:pt x="929070" y="166324"/>
                    <a:pt x="1290640" y="469631"/>
                  </a:cubicBezTo>
                  <a:lnTo>
                    <a:pt x="671133" y="1208086"/>
                  </a:lnTo>
                  <a:cubicBezTo>
                    <a:pt x="483109" y="1050336"/>
                    <a:pt x="245555" y="963840"/>
                    <a:pt x="0" y="963840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12700" cap="flat">
              <a:gradFill flip="none" rotWithShape="1">
                <a:gsLst>
                  <a:gs pos="1000">
                    <a:srgbClr val="FFFFFF">
                      <a:alpha val="0"/>
                    </a:srgbClr>
                  </a:gs>
                  <a:gs pos="20000">
                    <a:srgbClr val="FFFFFF">
                      <a:alpha val="0"/>
                    </a:srgbClr>
                  </a:gs>
                  <a:gs pos="100000">
                    <a:srgbClr val="FFFFFF"/>
                  </a:gs>
                </a:gsLst>
                <a:lin ang="2700000" scaled="0"/>
                <a:tileRect/>
              </a:gra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lvl="0" algn="l">
                <a:buClrTx/>
                <a:buSzTx/>
                <a:buFontTx/>
              </a:pPr>
              <a:endParaRPr lang="zh-CN" altLang="en-US">
                <a:solidFill>
                  <a:srgbClr val="EFF3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259" name="紫荆的职场Point17"/>
            <p:cNvSpPr/>
            <p:nvPr>
              <p:custDataLst>
                <p:tags r:id="rId83"/>
              </p:custDataLst>
            </p:nvPr>
          </p:nvSpPr>
          <p:spPr>
            <a:xfrm>
              <a:off x="3820" y="10294"/>
              <a:ext cx="706" cy="706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5617" cap="flat" cmpd="sng" algn="ctr">
              <a:solidFill>
                <a:schemeClr val="accent1">
                  <a:lumMod val="60000"/>
                  <a:lumOff val="40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rgbClr val="24396B">
                <a:shade val="50000"/>
              </a:srgbClr>
            </a:lnRef>
            <a:fillRef idx="1">
              <a:srgbClr val="24396B"/>
            </a:fillRef>
            <a:effectRef idx="0">
              <a:srgbClr val="24396B"/>
            </a:effectRef>
            <a:fontRef idx="minor">
              <a:srgbClr val="FFFFFF"/>
            </a:fontRef>
          </p:style>
          <p:txBody>
            <a:bodyPr lIns="122959" tIns="61480" rIns="122959" bIns="61480" rtlCol="0" anchor="ctr"/>
            <a:lstStyle/>
            <a:p>
              <a:pPr algn="ctr">
                <a:spcBef>
                  <a:spcPct val="0"/>
                </a:spcBef>
                <a:spcAft>
                  <a:spcPct val="0"/>
                </a:spcAft>
              </a:pPr>
              <a:endParaRPr lang="en-US" sz="10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62" name="任意多边形: 形状 54"/>
            <p:cNvSpPr/>
            <p:nvPr>
              <p:custDataLst>
                <p:tags r:id="rId84"/>
              </p:custDataLst>
            </p:nvPr>
          </p:nvSpPr>
          <p:spPr>
            <a:xfrm>
              <a:off x="3005" y="9466"/>
              <a:ext cx="1184" cy="1176"/>
            </a:xfrm>
            <a:custGeom>
              <a:avLst/>
              <a:gdLst>
                <a:gd name="connsiteX0" fmla="*/ 720258 w 2418588"/>
                <a:gd name="connsiteY0" fmla="*/ 2400151 h 2400300"/>
                <a:gd name="connsiteX1" fmla="*/ 2414280 w 2418588"/>
                <a:gd name="connsiteY1" fmla="*/ 718417 h 2400300"/>
                <a:gd name="connsiteX2" fmla="*/ 2419805 w 2418588"/>
                <a:gd name="connsiteY2" fmla="*/ 718417 h 2400300"/>
                <a:gd name="connsiteX3" fmla="*/ 2419805 w 2418588"/>
                <a:gd name="connsiteY3" fmla="*/ -54 h 2400300"/>
                <a:gd name="connsiteX4" fmla="*/ 2413899 w 2418588"/>
                <a:gd name="connsiteY4" fmla="*/ -54 h 2400300"/>
                <a:gd name="connsiteX5" fmla="*/ 1216 w 2418588"/>
                <a:gd name="connsiteY5" fmla="*/ 2400247 h 2400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18588" h="2400300">
                  <a:moveTo>
                    <a:pt x="720258" y="2400151"/>
                  </a:moveTo>
                  <a:cubicBezTo>
                    <a:pt x="727117" y="1470225"/>
                    <a:pt x="1482830" y="718417"/>
                    <a:pt x="2414280" y="718417"/>
                  </a:cubicBezTo>
                  <a:lnTo>
                    <a:pt x="2419805" y="718417"/>
                  </a:lnTo>
                  <a:lnTo>
                    <a:pt x="2419805" y="-54"/>
                  </a:lnTo>
                  <a:lnTo>
                    <a:pt x="2413899" y="-54"/>
                  </a:lnTo>
                  <a:cubicBezTo>
                    <a:pt x="1085543" y="-54"/>
                    <a:pt x="7980" y="1073509"/>
                    <a:pt x="1216" y="2400247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pPr lvl="0" algn="l">
                <a:buClrTx/>
                <a:buSzTx/>
                <a:buFontTx/>
              </a:pPr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263" name="任意多边形: 形状 55"/>
            <p:cNvSpPr/>
            <p:nvPr>
              <p:custDataLst>
                <p:tags r:id="rId85"/>
              </p:custDataLst>
            </p:nvPr>
          </p:nvSpPr>
          <p:spPr>
            <a:xfrm>
              <a:off x="2917" y="10298"/>
              <a:ext cx="1271" cy="1532"/>
            </a:xfrm>
            <a:custGeom>
              <a:avLst/>
              <a:gdLst>
                <a:gd name="connsiteX0" fmla="*/ 2592778 w 2596610"/>
                <a:gd name="connsiteY0" fmla="*/ 2409581 h 3128200"/>
                <a:gd name="connsiteX1" fmla="*/ 898471 w 2596610"/>
                <a:gd name="connsiteY1" fmla="*/ 715274 h 3128200"/>
                <a:gd name="connsiteX2" fmla="*/ 898471 w 2596610"/>
                <a:gd name="connsiteY2" fmla="*/ 715179 h 3128200"/>
                <a:gd name="connsiteX3" fmla="*/ 898471 w 2596610"/>
                <a:gd name="connsiteY3" fmla="*/ 707749 h 3128200"/>
                <a:gd name="connsiteX4" fmla="*/ 1069921 w 2596610"/>
                <a:gd name="connsiteY4" fmla="*/ 707749 h 3128200"/>
                <a:gd name="connsiteX5" fmla="*/ 535568 w 2596610"/>
                <a:gd name="connsiteY5" fmla="*/ -54 h 3128200"/>
                <a:gd name="connsiteX6" fmla="*/ 1216 w 2596610"/>
                <a:gd name="connsiteY6" fmla="*/ 707749 h 3128200"/>
                <a:gd name="connsiteX7" fmla="*/ 179428 w 2596610"/>
                <a:gd name="connsiteY7" fmla="*/ 707749 h 3128200"/>
                <a:gd name="connsiteX8" fmla="*/ 179428 w 2596610"/>
                <a:gd name="connsiteY8" fmla="*/ 715179 h 3128200"/>
                <a:gd name="connsiteX9" fmla="*/ 2592302 w 2596610"/>
                <a:gd name="connsiteY9" fmla="*/ 3128147 h 3128200"/>
                <a:gd name="connsiteX10" fmla="*/ 2597826 w 2596610"/>
                <a:gd name="connsiteY10" fmla="*/ 3128147 h 3128200"/>
                <a:gd name="connsiteX11" fmla="*/ 2597826 w 2596610"/>
                <a:gd name="connsiteY11" fmla="*/ 2409391 h 3128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96610" h="3128200">
                  <a:moveTo>
                    <a:pt x="2592778" y="2409581"/>
                  </a:moveTo>
                  <a:cubicBezTo>
                    <a:pt x="1657042" y="2409581"/>
                    <a:pt x="898471" y="1651010"/>
                    <a:pt x="898471" y="715274"/>
                  </a:cubicBezTo>
                  <a:cubicBezTo>
                    <a:pt x="898471" y="715245"/>
                    <a:pt x="898471" y="715207"/>
                    <a:pt x="898471" y="715179"/>
                  </a:cubicBezTo>
                  <a:cubicBezTo>
                    <a:pt x="898471" y="712702"/>
                    <a:pt x="898471" y="710226"/>
                    <a:pt x="898471" y="707749"/>
                  </a:cubicBezTo>
                  <a:lnTo>
                    <a:pt x="1069921" y="707749"/>
                  </a:lnTo>
                  <a:lnTo>
                    <a:pt x="535568" y="-54"/>
                  </a:lnTo>
                  <a:lnTo>
                    <a:pt x="1216" y="707749"/>
                  </a:lnTo>
                  <a:lnTo>
                    <a:pt x="179428" y="707749"/>
                  </a:lnTo>
                  <a:cubicBezTo>
                    <a:pt x="179428" y="710226"/>
                    <a:pt x="179428" y="712702"/>
                    <a:pt x="179428" y="715179"/>
                  </a:cubicBezTo>
                  <a:cubicBezTo>
                    <a:pt x="179428" y="2047822"/>
                    <a:pt x="1259754" y="3128147"/>
                    <a:pt x="2592302" y="3128147"/>
                  </a:cubicBezTo>
                  <a:lnTo>
                    <a:pt x="2597826" y="3128147"/>
                  </a:lnTo>
                  <a:lnTo>
                    <a:pt x="2597826" y="2409391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pPr lvl="0" algn="l">
                <a:buClrTx/>
                <a:buSzTx/>
                <a:buFontTx/>
              </a:pPr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264" name="任意多边形: 形状 56"/>
            <p:cNvSpPr/>
            <p:nvPr>
              <p:custDataLst>
                <p:tags r:id="rId86"/>
              </p:custDataLst>
            </p:nvPr>
          </p:nvSpPr>
          <p:spPr>
            <a:xfrm>
              <a:off x="3848" y="10642"/>
              <a:ext cx="1519" cy="1270"/>
            </a:xfrm>
            <a:custGeom>
              <a:avLst/>
              <a:gdLst>
                <a:gd name="connsiteX0" fmla="*/ 3104937 w 3103721"/>
                <a:gd name="connsiteY0" fmla="*/ 12520 h 2592038"/>
                <a:gd name="connsiteX1" fmla="*/ 3104937 w 3103721"/>
                <a:gd name="connsiteY1" fmla="*/ -54 h 2592038"/>
                <a:gd name="connsiteX2" fmla="*/ 2386180 w 3103721"/>
                <a:gd name="connsiteY2" fmla="*/ -54 h 2592038"/>
                <a:gd name="connsiteX3" fmla="*/ 2386180 w 3103721"/>
                <a:gd name="connsiteY3" fmla="*/ 12520 h 2592038"/>
                <a:gd name="connsiteX4" fmla="*/ 708923 w 3103721"/>
                <a:gd name="connsiteY4" fmla="*/ 1706541 h 2592038"/>
                <a:gd name="connsiteX5" fmla="*/ 708923 w 3103721"/>
                <a:gd name="connsiteY5" fmla="*/ 1523280 h 2592038"/>
                <a:gd name="connsiteX6" fmla="*/ 1216 w 3103721"/>
                <a:gd name="connsiteY6" fmla="*/ 2057632 h 2592038"/>
                <a:gd name="connsiteX7" fmla="*/ 708923 w 3103721"/>
                <a:gd name="connsiteY7" fmla="*/ 2591985 h 2592038"/>
                <a:gd name="connsiteX8" fmla="*/ 708923 w 3103721"/>
                <a:gd name="connsiteY8" fmla="*/ 2425297 h 2592038"/>
                <a:gd name="connsiteX9" fmla="*/ 3104937 w 3103721"/>
                <a:gd name="connsiteY9" fmla="*/ 12520 h 2592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03721" h="2592038">
                  <a:moveTo>
                    <a:pt x="3104937" y="12520"/>
                  </a:moveTo>
                  <a:cubicBezTo>
                    <a:pt x="3104937" y="8329"/>
                    <a:pt x="3104937" y="4137"/>
                    <a:pt x="3104937" y="-54"/>
                  </a:cubicBezTo>
                  <a:lnTo>
                    <a:pt x="2386180" y="-54"/>
                  </a:lnTo>
                  <a:cubicBezTo>
                    <a:pt x="2386180" y="4137"/>
                    <a:pt x="2386180" y="8329"/>
                    <a:pt x="2386180" y="12520"/>
                  </a:cubicBezTo>
                  <a:cubicBezTo>
                    <a:pt x="2386123" y="941550"/>
                    <a:pt x="1637906" y="1697244"/>
                    <a:pt x="708923" y="1706541"/>
                  </a:cubicBezTo>
                  <a:lnTo>
                    <a:pt x="708923" y="1523280"/>
                  </a:lnTo>
                  <a:lnTo>
                    <a:pt x="1216" y="2057632"/>
                  </a:lnTo>
                  <a:lnTo>
                    <a:pt x="708923" y="2591985"/>
                  </a:lnTo>
                  <a:lnTo>
                    <a:pt x="708923" y="2425297"/>
                  </a:lnTo>
                  <a:cubicBezTo>
                    <a:pt x="2033755" y="2416153"/>
                    <a:pt x="3104937" y="1339542"/>
                    <a:pt x="3104937" y="1252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pPr lvl="0" algn="l">
                <a:buClrTx/>
                <a:buSzTx/>
                <a:buFontTx/>
              </a:pPr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265" name="任意多边形: 形状 57"/>
            <p:cNvSpPr/>
            <p:nvPr>
              <p:custDataLst>
                <p:tags r:id="rId87"/>
              </p:custDataLst>
            </p:nvPr>
          </p:nvSpPr>
          <p:spPr>
            <a:xfrm>
              <a:off x="4188" y="9466"/>
              <a:ext cx="1259" cy="1517"/>
            </a:xfrm>
            <a:custGeom>
              <a:avLst/>
              <a:gdLst>
                <a:gd name="connsiteX0" fmla="*/ 2408279 w 2570511"/>
                <a:gd name="connsiteY0" fmla="*/ 2389864 h 3097625"/>
                <a:gd name="connsiteX1" fmla="*/ 1216 w 2570511"/>
                <a:gd name="connsiteY1" fmla="*/ -54 h 3097625"/>
                <a:gd name="connsiteX2" fmla="*/ 1216 w 2570511"/>
                <a:gd name="connsiteY2" fmla="*/ 718608 h 3097625"/>
                <a:gd name="connsiteX3" fmla="*/ 1689522 w 2570511"/>
                <a:gd name="connsiteY3" fmla="*/ 2389864 h 3097625"/>
                <a:gd name="connsiteX4" fmla="*/ 1503023 w 2570511"/>
                <a:gd name="connsiteY4" fmla="*/ 2389864 h 3097625"/>
                <a:gd name="connsiteX5" fmla="*/ 2037375 w 2570511"/>
                <a:gd name="connsiteY5" fmla="*/ 3097572 h 3097625"/>
                <a:gd name="connsiteX6" fmla="*/ 2571728 w 2570511"/>
                <a:gd name="connsiteY6" fmla="*/ 2389864 h 309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70511" h="3097625">
                  <a:moveTo>
                    <a:pt x="2408279" y="2389864"/>
                  </a:moveTo>
                  <a:cubicBezTo>
                    <a:pt x="2395611" y="1069604"/>
                    <a:pt x="1323667" y="2899"/>
                    <a:pt x="1216" y="-54"/>
                  </a:cubicBezTo>
                  <a:lnTo>
                    <a:pt x="1216" y="718608"/>
                  </a:lnTo>
                  <a:cubicBezTo>
                    <a:pt x="926760" y="721465"/>
                    <a:pt x="1677616" y="1466511"/>
                    <a:pt x="1689522" y="2389864"/>
                  </a:cubicBezTo>
                  <a:lnTo>
                    <a:pt x="1503023" y="2389864"/>
                  </a:lnTo>
                  <a:lnTo>
                    <a:pt x="2037375" y="3097572"/>
                  </a:lnTo>
                  <a:lnTo>
                    <a:pt x="2571728" y="2389864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pPr lvl="0" algn="l">
                <a:buClrTx/>
                <a:buSzTx/>
                <a:buFontTx/>
              </a:pPr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266" name="任意多边形: 形状 59"/>
            <p:cNvSpPr/>
            <p:nvPr>
              <p:custDataLst>
                <p:tags r:id="rId88"/>
              </p:custDataLst>
            </p:nvPr>
          </p:nvSpPr>
          <p:spPr>
            <a:xfrm>
              <a:off x="4150" y="9383"/>
              <a:ext cx="352" cy="524"/>
            </a:xfrm>
            <a:custGeom>
              <a:avLst/>
              <a:gdLst>
                <a:gd name="connsiteX0" fmla="*/ 0 w 718946"/>
                <a:gd name="connsiteY0" fmla="*/ 0 h 1068704"/>
                <a:gd name="connsiteX1" fmla="*/ 718947 w 718946"/>
                <a:gd name="connsiteY1" fmla="*/ 534353 h 1068704"/>
                <a:gd name="connsiteX2" fmla="*/ 0 w 718946"/>
                <a:gd name="connsiteY2" fmla="*/ 1068705 h 1068704"/>
                <a:gd name="connsiteX3" fmla="*/ 0 w 718946"/>
                <a:gd name="connsiteY3" fmla="*/ 0 h 1068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8946" h="1068704">
                  <a:moveTo>
                    <a:pt x="0" y="0"/>
                  </a:moveTo>
                  <a:lnTo>
                    <a:pt x="718947" y="534353"/>
                  </a:lnTo>
                  <a:lnTo>
                    <a:pt x="0" y="10687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pPr lvl="0" algn="l">
                <a:buClrTx/>
                <a:buSzTx/>
                <a:buFontTx/>
              </a:pPr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161" name="组合 160"/>
          <p:cNvGrpSpPr/>
          <p:nvPr>
            <p:custDataLst>
              <p:tags r:id="rId89"/>
            </p:custDataLst>
          </p:nvPr>
        </p:nvGrpSpPr>
        <p:grpSpPr>
          <a:xfrm>
            <a:off x="9033510" y="5218430"/>
            <a:ext cx="1974850" cy="974725"/>
            <a:chOff x="759" y="11416"/>
            <a:chExt cx="6502" cy="3209"/>
          </a:xfrm>
        </p:grpSpPr>
        <p:grpSp>
          <p:nvGrpSpPr>
            <p:cNvPr id="280" name="天蝎PPT原创©1"/>
            <p:cNvGrpSpPr/>
            <p:nvPr>
              <p:custDataLst>
                <p:tags r:id="rId90"/>
              </p:custDataLst>
            </p:nvPr>
          </p:nvGrpSpPr>
          <p:grpSpPr>
            <a:xfrm>
              <a:off x="760" y="11850"/>
              <a:ext cx="6496" cy="2138"/>
              <a:chOff x="371833" y="1813205"/>
              <a:chExt cx="11650653" cy="1175604"/>
            </a:xfrm>
            <a:solidFill>
              <a:srgbClr val="B2C5D4"/>
            </a:solidFill>
          </p:grpSpPr>
          <p:sp>
            <p:nvSpPr>
              <p:cNvPr id="281" name="天蝎PPT原创©1-1"/>
              <p:cNvSpPr/>
              <p:nvPr>
                <p:custDataLst>
                  <p:tags r:id="rId91"/>
                </p:custDataLst>
              </p:nvPr>
            </p:nvSpPr>
            <p:spPr>
              <a:xfrm>
                <a:off x="371833" y="1813205"/>
                <a:ext cx="2828387" cy="1175604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rgbClr val="24396B">
                  <a:shade val="15000"/>
                </a:srgbClr>
              </a:lnRef>
              <a:fillRef idx="1">
                <a:srgbClr val="24396B"/>
              </a:fillRef>
              <a:effectRef idx="0">
                <a:srgbClr val="24396B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kumimoji="1" lang="en-US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82" name="天蝎PPT原创©1-2"/>
              <p:cNvSpPr/>
              <p:nvPr>
                <p:custDataLst>
                  <p:tags r:id="rId92"/>
                </p:custDataLst>
              </p:nvPr>
            </p:nvSpPr>
            <p:spPr>
              <a:xfrm>
                <a:off x="3318233" y="1813205"/>
                <a:ext cx="2828387" cy="1175604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rgbClr val="24396B">
                  <a:shade val="15000"/>
                </a:srgbClr>
              </a:lnRef>
              <a:fillRef idx="1">
                <a:srgbClr val="24396B"/>
              </a:fillRef>
              <a:effectRef idx="0">
                <a:srgbClr val="24396B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kumimoji="1" lang="en-US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87" name="天蝎PPT原创©1-3"/>
              <p:cNvSpPr/>
              <p:nvPr>
                <p:custDataLst>
                  <p:tags r:id="rId93"/>
                </p:custDataLst>
              </p:nvPr>
            </p:nvSpPr>
            <p:spPr>
              <a:xfrm>
                <a:off x="6247699" y="1813205"/>
                <a:ext cx="2828387" cy="1175604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rgbClr val="24396B">
                  <a:shade val="15000"/>
                </a:srgbClr>
              </a:lnRef>
              <a:fillRef idx="1">
                <a:srgbClr val="24396B"/>
              </a:fillRef>
              <a:effectRef idx="0">
                <a:srgbClr val="24396B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kumimoji="1" lang="en-US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88" name="天蝎PPT原创©1-4"/>
              <p:cNvSpPr/>
              <p:nvPr>
                <p:custDataLst>
                  <p:tags r:id="rId94"/>
                </p:custDataLst>
              </p:nvPr>
            </p:nvSpPr>
            <p:spPr>
              <a:xfrm>
                <a:off x="9194099" y="1813205"/>
                <a:ext cx="2828387" cy="1175604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rgbClr val="24396B">
                  <a:shade val="15000"/>
                </a:srgbClr>
              </a:lnRef>
              <a:fillRef idx="1">
                <a:srgbClr val="24396B"/>
              </a:fillRef>
              <a:effectRef idx="0">
                <a:srgbClr val="24396B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kumimoji="1" lang="en-US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289" name="天蝎PPT原创©2-1"/>
            <p:cNvSpPr/>
            <p:nvPr>
              <p:custDataLst>
                <p:tags r:id="rId95"/>
              </p:custDataLst>
            </p:nvPr>
          </p:nvSpPr>
          <p:spPr>
            <a:xfrm>
              <a:off x="765" y="11850"/>
              <a:ext cx="1577" cy="551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rgbClr val="24396B">
                <a:shade val="15000"/>
              </a:srgbClr>
            </a:lnRef>
            <a:fillRef idx="1">
              <a:srgbClr val="24396B"/>
            </a:fillRef>
            <a:effectRef idx="0">
              <a:srgbClr val="24396B"/>
            </a:effectRef>
            <a:fontRef idx="minor">
              <a:srgbClr val="FFFFFF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kumimoji="1" 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90" name="天蝎PPT原创©2-2"/>
            <p:cNvSpPr/>
            <p:nvPr>
              <p:custDataLst>
                <p:tags r:id="rId96"/>
              </p:custDataLst>
            </p:nvPr>
          </p:nvSpPr>
          <p:spPr>
            <a:xfrm>
              <a:off x="2408" y="11850"/>
              <a:ext cx="1577" cy="551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0" tIns="0" rIns="0" bIns="0" rtlCol="0" anchor="ctr" anchorCtr="0">
              <a:noAutofit/>
            </a:bodyPr>
            <a:lstStyle/>
            <a:p>
              <a:pPr lvl="0" algn="ctr">
                <a:buClr>
                  <a:srgbClr val="525455"/>
                </a:buClr>
                <a:buSzPts val="1100"/>
                <a:buFontTx/>
              </a:pPr>
              <a:endParaRPr sz="1465">
                <a:solidFill>
                  <a:srgbClr val="5254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96" name="天蝎PPT原创©2-3"/>
            <p:cNvSpPr/>
            <p:nvPr>
              <p:custDataLst>
                <p:tags r:id="rId97"/>
              </p:custDataLst>
            </p:nvPr>
          </p:nvSpPr>
          <p:spPr>
            <a:xfrm>
              <a:off x="4042" y="11850"/>
              <a:ext cx="1577" cy="551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rgbClr val="24396B">
                <a:shade val="15000"/>
              </a:srgbClr>
            </a:lnRef>
            <a:fillRef idx="1">
              <a:srgbClr val="24396B"/>
            </a:fillRef>
            <a:effectRef idx="0">
              <a:srgbClr val="24396B"/>
            </a:effectRef>
            <a:fontRef idx="minor">
              <a:srgbClr val="FFFFFF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kumimoji="1" 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97" name="天蝎PPT原创©2-4"/>
            <p:cNvSpPr/>
            <p:nvPr>
              <p:custDataLst>
                <p:tags r:id="rId98"/>
              </p:custDataLst>
            </p:nvPr>
          </p:nvSpPr>
          <p:spPr>
            <a:xfrm>
              <a:off x="5684" y="11850"/>
              <a:ext cx="1577" cy="551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rgbClr val="24396B">
                <a:shade val="15000"/>
              </a:srgbClr>
            </a:lnRef>
            <a:fillRef idx="1">
              <a:srgbClr val="24396B"/>
            </a:fillRef>
            <a:effectRef idx="0">
              <a:srgbClr val="24396B"/>
            </a:effectRef>
            <a:fontRef idx="minor">
              <a:srgbClr val="FFFFFF"/>
            </a:fontRef>
          </p:style>
          <p:txBody>
            <a:bodyPr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kumimoji="1" 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98" name="天蝎PPT原创©7"/>
            <p:cNvSpPr/>
            <p:nvPr>
              <p:custDataLst>
                <p:tags r:id="rId99"/>
              </p:custDataLst>
            </p:nvPr>
          </p:nvSpPr>
          <p:spPr>
            <a:xfrm>
              <a:off x="765" y="14069"/>
              <a:ext cx="1040" cy="55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rgbClr val="24396B">
                <a:shade val="15000"/>
              </a:srgbClr>
            </a:lnRef>
            <a:fillRef idx="1">
              <a:srgbClr val="24396B"/>
            </a:fillRef>
            <a:effectRef idx="0">
              <a:srgbClr val="24396B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99" name="天蝎PPT原创©8"/>
            <p:cNvSpPr/>
            <p:nvPr>
              <p:custDataLst>
                <p:tags r:id="rId100"/>
              </p:custDataLst>
            </p:nvPr>
          </p:nvSpPr>
          <p:spPr>
            <a:xfrm>
              <a:off x="1848" y="14069"/>
              <a:ext cx="5413" cy="55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rgbClr val="24396B">
                <a:shade val="15000"/>
              </a:srgbClr>
            </a:lnRef>
            <a:fillRef idx="1">
              <a:srgbClr val="24396B"/>
            </a:fillRef>
            <a:effectRef idx="0">
              <a:srgbClr val="24396B"/>
            </a:effectRef>
            <a:fontRef idx="minor">
              <a:srgbClr val="FFFFFF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algn="ctr"/>
              <a:endParaRPr kumimoji="1" lang="zh-CN" altLang="en-US" dirty="0">
                <a:latin typeface="微软雅黑" panose="020B0503020204020204" charset="-122"/>
                <a:ea typeface="微软雅黑" panose="020B050302020402020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00" name="天蝎PPT原创©18"/>
            <p:cNvSpPr/>
            <p:nvPr>
              <p:custDataLst>
                <p:tags r:id="rId101"/>
              </p:custDataLst>
            </p:nvPr>
          </p:nvSpPr>
          <p:spPr>
            <a:xfrm rot="5400000">
              <a:off x="3849" y="8442"/>
              <a:ext cx="438" cy="6386"/>
            </a:xfrm>
            <a:custGeom>
              <a:avLst/>
              <a:gdLst>
                <a:gd name="connsiteX0" fmla="*/ 0 w 298898"/>
                <a:gd name="connsiteY0" fmla="*/ 257670 h 10698196"/>
                <a:gd name="connsiteX1" fmla="*/ 149449 w 298898"/>
                <a:gd name="connsiteY1" fmla="*/ 0 h 10698196"/>
                <a:gd name="connsiteX2" fmla="*/ 298898 w 298898"/>
                <a:gd name="connsiteY2" fmla="*/ 257670 h 10698196"/>
                <a:gd name="connsiteX3" fmla="*/ 213612 w 298898"/>
                <a:gd name="connsiteY3" fmla="*/ 257670 h 10698196"/>
                <a:gd name="connsiteX4" fmla="*/ 213612 w 298898"/>
                <a:gd name="connsiteY4" fmla="*/ 10698196 h 10698196"/>
                <a:gd name="connsiteX5" fmla="*/ 87002 w 298898"/>
                <a:gd name="connsiteY5" fmla="*/ 10698196 h 10698196"/>
                <a:gd name="connsiteX6" fmla="*/ 87002 w 298898"/>
                <a:gd name="connsiteY6" fmla="*/ 257670 h 10698196"/>
                <a:gd name="connsiteX0-1" fmla="*/ 0 w 270261"/>
                <a:gd name="connsiteY0-2" fmla="*/ 271117 h 10698196"/>
                <a:gd name="connsiteX1-3" fmla="*/ 120812 w 270261"/>
                <a:gd name="connsiteY1-4" fmla="*/ 0 h 10698196"/>
                <a:gd name="connsiteX2-5" fmla="*/ 270261 w 270261"/>
                <a:gd name="connsiteY2-6" fmla="*/ 257670 h 10698196"/>
                <a:gd name="connsiteX3-7" fmla="*/ 184975 w 270261"/>
                <a:gd name="connsiteY3-8" fmla="*/ 257670 h 10698196"/>
                <a:gd name="connsiteX4-9" fmla="*/ 184975 w 270261"/>
                <a:gd name="connsiteY4-10" fmla="*/ 10698196 h 10698196"/>
                <a:gd name="connsiteX5-11" fmla="*/ 58365 w 270261"/>
                <a:gd name="connsiteY5-12" fmla="*/ 10698196 h 10698196"/>
                <a:gd name="connsiteX6-13" fmla="*/ 58365 w 270261"/>
                <a:gd name="connsiteY6-14" fmla="*/ 257670 h 10698196"/>
                <a:gd name="connsiteX7" fmla="*/ 0 w 270261"/>
                <a:gd name="connsiteY7" fmla="*/ 271117 h 10698196"/>
                <a:gd name="connsiteX0-15" fmla="*/ 0 w 270261"/>
                <a:gd name="connsiteY0-16" fmla="*/ 432483 h 10859562"/>
                <a:gd name="connsiteX1-17" fmla="*/ 120813 w 270261"/>
                <a:gd name="connsiteY1-18" fmla="*/ 0 h 10859562"/>
                <a:gd name="connsiteX2-19" fmla="*/ 270261 w 270261"/>
                <a:gd name="connsiteY2-20" fmla="*/ 419036 h 10859562"/>
                <a:gd name="connsiteX3-21" fmla="*/ 184975 w 270261"/>
                <a:gd name="connsiteY3-22" fmla="*/ 419036 h 10859562"/>
                <a:gd name="connsiteX4-23" fmla="*/ 184975 w 270261"/>
                <a:gd name="connsiteY4-24" fmla="*/ 10859562 h 10859562"/>
                <a:gd name="connsiteX5-25" fmla="*/ 58365 w 270261"/>
                <a:gd name="connsiteY5-26" fmla="*/ 10859562 h 10859562"/>
                <a:gd name="connsiteX6-27" fmla="*/ 58365 w 270261"/>
                <a:gd name="connsiteY6-28" fmla="*/ 419036 h 10859562"/>
                <a:gd name="connsiteX7-29" fmla="*/ 0 w 270261"/>
                <a:gd name="connsiteY7-30" fmla="*/ 432483 h 10859562"/>
                <a:gd name="connsiteX0-31" fmla="*/ 0 w 237533"/>
                <a:gd name="connsiteY0-32" fmla="*/ 432483 h 10859562"/>
                <a:gd name="connsiteX1-33" fmla="*/ 120813 w 237533"/>
                <a:gd name="connsiteY1-34" fmla="*/ 0 h 10859562"/>
                <a:gd name="connsiteX2-35" fmla="*/ 237533 w 237533"/>
                <a:gd name="connsiteY2-36" fmla="*/ 405589 h 10859562"/>
                <a:gd name="connsiteX3-37" fmla="*/ 184975 w 237533"/>
                <a:gd name="connsiteY3-38" fmla="*/ 419036 h 10859562"/>
                <a:gd name="connsiteX4-39" fmla="*/ 184975 w 237533"/>
                <a:gd name="connsiteY4-40" fmla="*/ 10859562 h 10859562"/>
                <a:gd name="connsiteX5-41" fmla="*/ 58365 w 237533"/>
                <a:gd name="connsiteY5-42" fmla="*/ 10859562 h 10859562"/>
                <a:gd name="connsiteX6-43" fmla="*/ 58365 w 237533"/>
                <a:gd name="connsiteY6-44" fmla="*/ 419036 h 10859562"/>
                <a:gd name="connsiteX7-45" fmla="*/ 0 w 237533"/>
                <a:gd name="connsiteY7-46" fmla="*/ 432483 h 1085956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29" y="connsiteY7-30"/>
                </a:cxn>
              </a:cxnLst>
              <a:rect l="l" t="t" r="r" b="b"/>
              <a:pathLst>
                <a:path w="237533" h="10859562">
                  <a:moveTo>
                    <a:pt x="0" y="432483"/>
                  </a:moveTo>
                  <a:lnTo>
                    <a:pt x="120813" y="0"/>
                  </a:lnTo>
                  <a:lnTo>
                    <a:pt x="237533" y="405589"/>
                  </a:lnTo>
                  <a:lnTo>
                    <a:pt x="184975" y="419036"/>
                  </a:lnTo>
                  <a:lnTo>
                    <a:pt x="184975" y="10859562"/>
                  </a:lnTo>
                  <a:lnTo>
                    <a:pt x="58365" y="10859562"/>
                  </a:lnTo>
                  <a:lnTo>
                    <a:pt x="58365" y="419036"/>
                  </a:lnTo>
                  <a:cubicBezTo>
                    <a:pt x="29364" y="419036"/>
                    <a:pt x="29001" y="432483"/>
                    <a:pt x="0" y="432483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rgbClr val="24396B">
                <a:shade val="15000"/>
              </a:srgbClr>
            </a:lnRef>
            <a:fillRef idx="1">
              <a:srgbClr val="24396B"/>
            </a:fillRef>
            <a:effectRef idx="0">
              <a:srgbClr val="24396B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301" name="天蝎PPT原创©25"/>
            <p:cNvSpPr/>
            <p:nvPr>
              <p:custDataLst>
                <p:tags r:id="rId102"/>
              </p:custDataLst>
            </p:nvPr>
          </p:nvSpPr>
          <p:spPr>
            <a:xfrm>
              <a:off x="2396" y="11521"/>
              <a:ext cx="236" cy="236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381000" dist="190500" dir="5400000" sx="90000" sy="90000" algn="ctr" rotWithShape="0">
                <a:srgbClr val="24396B">
                  <a:alpha val="30000"/>
                </a:srgbClr>
              </a:outerShdw>
            </a:effectLst>
          </p:spPr>
          <p:style>
            <a:lnRef idx="2">
              <a:srgbClr val="24396B">
                <a:shade val="15000"/>
              </a:srgbClr>
            </a:lnRef>
            <a:fillRef idx="1">
              <a:srgbClr val="24396B"/>
            </a:fillRef>
            <a:effectRef idx="0">
              <a:srgbClr val="24396B"/>
            </a:effectRef>
            <a:fontRef idx="minor">
              <a:srgbClr val="FFFFFF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kumimoji="1"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306" name="天蝎PPT原创©27"/>
            <p:cNvSpPr/>
            <p:nvPr>
              <p:custDataLst>
                <p:tags r:id="rId103"/>
              </p:custDataLst>
            </p:nvPr>
          </p:nvSpPr>
          <p:spPr>
            <a:xfrm>
              <a:off x="4019" y="11521"/>
              <a:ext cx="236" cy="236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381000" dist="190500" dir="5400000" sx="90000" sy="90000" algn="ctr" rotWithShape="0">
                <a:srgbClr val="24396B">
                  <a:alpha val="30000"/>
                </a:srgbClr>
              </a:outerShdw>
            </a:effectLst>
          </p:spPr>
          <p:style>
            <a:lnRef idx="2">
              <a:srgbClr val="24396B">
                <a:shade val="15000"/>
              </a:srgbClr>
            </a:lnRef>
            <a:fillRef idx="1">
              <a:srgbClr val="24396B"/>
            </a:fillRef>
            <a:effectRef idx="0">
              <a:srgbClr val="24396B"/>
            </a:effectRef>
            <a:fontRef idx="minor">
              <a:srgbClr val="FFFFFF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kumimoji="1"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307" name="天蝎PPT原创©29"/>
            <p:cNvSpPr/>
            <p:nvPr>
              <p:custDataLst>
                <p:tags r:id="rId104"/>
              </p:custDataLst>
            </p:nvPr>
          </p:nvSpPr>
          <p:spPr>
            <a:xfrm>
              <a:off x="5624" y="11521"/>
              <a:ext cx="236" cy="236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381000" dist="190500" dir="5400000" sx="90000" sy="90000" algn="ctr" rotWithShape="0">
                <a:srgbClr val="24396B">
                  <a:alpha val="30000"/>
                </a:srgbClr>
              </a:outerShdw>
            </a:effectLst>
          </p:spPr>
          <p:style>
            <a:lnRef idx="2">
              <a:srgbClr val="24396B">
                <a:shade val="15000"/>
              </a:srgbClr>
            </a:lnRef>
            <a:fillRef idx="1">
              <a:srgbClr val="24396B"/>
            </a:fillRef>
            <a:effectRef idx="0">
              <a:srgbClr val="24396B"/>
            </a:effectRef>
            <a:fontRef idx="minor">
              <a:srgbClr val="FFFFFF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kumimoji="1"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308" name="天蝎PPT原创©17"/>
            <p:cNvSpPr/>
            <p:nvPr>
              <p:custDataLst>
                <p:tags r:id="rId105"/>
              </p:custDataLst>
            </p:nvPr>
          </p:nvSpPr>
          <p:spPr>
            <a:xfrm>
              <a:off x="759" y="11521"/>
              <a:ext cx="236" cy="236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381000" dist="190500" dir="5400000" sx="90000" sy="90000" algn="ctr" rotWithShape="0">
                <a:srgbClr val="24396B">
                  <a:alpha val="30000"/>
                </a:srgbClr>
              </a:outerShdw>
            </a:effectLst>
          </p:spPr>
          <p:style>
            <a:lnRef idx="2">
              <a:srgbClr val="24396B">
                <a:shade val="15000"/>
              </a:srgbClr>
            </a:lnRef>
            <a:fillRef idx="1">
              <a:srgbClr val="24396B"/>
            </a:fillRef>
            <a:effectRef idx="0">
              <a:srgbClr val="24396B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4" name="圆角矩形 8"/>
          <p:cNvSpPr/>
          <p:nvPr>
            <p:custDataLst>
              <p:tags r:id="rId106"/>
            </p:custDataLst>
          </p:nvPr>
        </p:nvSpPr>
        <p:spPr>
          <a:xfrm>
            <a:off x="5149850" y="5986780"/>
            <a:ext cx="599440" cy="135890"/>
          </a:xfrm>
          <a:prstGeom prst="roundRect">
            <a:avLst>
              <a:gd name="adj" fmla="val 2689"/>
            </a:avLst>
          </a:prstGeom>
          <a:solidFill>
            <a:schemeClr val="accent1">
              <a:lumMod val="60000"/>
              <a:lumOff val="40000"/>
            </a:schemeClr>
          </a:solidFill>
          <a:ln w="6095" cap="flat" cmpd="sng" algn="ctr">
            <a:noFill/>
            <a:prstDash val="solid"/>
            <a:miter lim="800000"/>
          </a:ln>
          <a:effectLst/>
        </p:spPr>
        <p:style>
          <a:lnRef idx="2">
            <a:srgbClr val="2555C1">
              <a:shade val="50000"/>
            </a:srgbClr>
          </a:lnRef>
          <a:fillRef idx="1">
            <a:srgbClr val="2555C1"/>
          </a:fillRef>
          <a:effectRef idx="0">
            <a:srgbClr val="2555C1"/>
          </a:effectRef>
          <a:fontRef idx="minor">
            <a:sysClr val="window" lastClr="FFFFFF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l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" name="圆角矩形 8"/>
          <p:cNvSpPr/>
          <p:nvPr>
            <p:custDataLst>
              <p:tags r:id="rId107"/>
            </p:custDataLst>
          </p:nvPr>
        </p:nvSpPr>
        <p:spPr>
          <a:xfrm>
            <a:off x="5944870" y="5986780"/>
            <a:ext cx="599440" cy="135890"/>
          </a:xfrm>
          <a:prstGeom prst="roundRect">
            <a:avLst>
              <a:gd name="adj" fmla="val 2689"/>
            </a:avLst>
          </a:prstGeom>
          <a:solidFill>
            <a:schemeClr val="accent1">
              <a:lumMod val="60000"/>
              <a:lumOff val="40000"/>
            </a:schemeClr>
          </a:solidFill>
          <a:ln w="6095" cap="flat" cmpd="sng" algn="ctr">
            <a:noFill/>
            <a:prstDash val="solid"/>
            <a:miter lim="800000"/>
          </a:ln>
          <a:effectLst/>
        </p:spPr>
        <p:style>
          <a:lnRef idx="2">
            <a:srgbClr val="2555C1">
              <a:shade val="50000"/>
            </a:srgbClr>
          </a:lnRef>
          <a:fillRef idx="1">
            <a:srgbClr val="2555C1"/>
          </a:fillRef>
          <a:effectRef idx="0">
            <a:srgbClr val="2555C1"/>
          </a:effectRef>
          <a:fontRef idx="minor">
            <a:sysClr val="window" lastClr="FFFFFF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l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" name="圆角矩形 8"/>
          <p:cNvSpPr/>
          <p:nvPr>
            <p:custDataLst>
              <p:tags r:id="rId108"/>
            </p:custDataLst>
          </p:nvPr>
        </p:nvSpPr>
        <p:spPr>
          <a:xfrm>
            <a:off x="6739255" y="5986780"/>
            <a:ext cx="599440" cy="135890"/>
          </a:xfrm>
          <a:prstGeom prst="roundRect">
            <a:avLst>
              <a:gd name="adj" fmla="val 2689"/>
            </a:avLst>
          </a:prstGeom>
          <a:solidFill>
            <a:schemeClr val="accent1">
              <a:lumMod val="60000"/>
              <a:lumOff val="40000"/>
            </a:schemeClr>
          </a:solidFill>
          <a:ln w="6095" cap="flat" cmpd="sng" algn="ctr">
            <a:noFill/>
            <a:prstDash val="solid"/>
            <a:miter lim="800000"/>
          </a:ln>
          <a:effectLst/>
        </p:spPr>
        <p:style>
          <a:lnRef idx="2">
            <a:srgbClr val="2555C1">
              <a:shade val="50000"/>
            </a:srgbClr>
          </a:lnRef>
          <a:fillRef idx="1">
            <a:srgbClr val="2555C1"/>
          </a:fillRef>
          <a:effectRef idx="0">
            <a:srgbClr val="2555C1"/>
          </a:effectRef>
          <a:fontRef idx="minor">
            <a:sysClr val="window" lastClr="FFFFFF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l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7" name="圆角矩形 59"/>
          <p:cNvSpPr/>
          <p:nvPr>
            <p:custDataLst>
              <p:tags r:id="rId109"/>
            </p:custDataLst>
          </p:nvPr>
        </p:nvSpPr>
        <p:spPr>
          <a:xfrm>
            <a:off x="5095875" y="5417820"/>
            <a:ext cx="415290" cy="495300"/>
          </a:xfrm>
          <a:prstGeom prst="roundRect">
            <a:avLst>
              <a:gd name="adj" fmla="val 2928"/>
            </a:avLst>
          </a:prstGeom>
          <a:noFill/>
          <a:ln w="12700" cap="flat" cmpd="sng" algn="ctr">
            <a:solidFill>
              <a:schemeClr val="accent1">
                <a:lumMod val="40000"/>
                <a:lumOff val="60000"/>
              </a:schemeClr>
            </a:solidFill>
            <a:prstDash val="solid"/>
            <a:miter lim="800000"/>
          </a:ln>
          <a:effectLst>
            <a:outerShdw blurRad="499110" dist="249555" dir="5400000" sx="90000" sy="90000" algn="ctr" rotWithShape="0">
              <a:srgbClr val="44546A">
                <a:lumMod val="75000"/>
                <a:alpha val="9735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lumMod val="40000"/>
                    <a:lumOff val="60000"/>
                  </a:schemeClr>
                </a:solidFill>
              </a14:hiddenFill>
            </a:ext>
          </a:extLst>
        </p:spPr>
        <p:style>
          <a:lnRef idx="2">
            <a:srgbClr val="2555C1">
              <a:shade val="15000"/>
            </a:srgbClr>
          </a:lnRef>
          <a:fillRef idx="1">
            <a:srgbClr val="2555C1"/>
          </a:fillRef>
          <a:effectRef idx="0">
            <a:srgbClr val="2555C1"/>
          </a:effectRef>
          <a:fontRef idx="minor">
            <a:sysClr val="window" lastClr="FFFFFF"/>
          </a:fontRef>
        </p:style>
        <p:txBody>
          <a:bodyPr vertOverflow="overflow" horzOverflow="overflow" vert="horz" wrap="square" lIns="119786" tIns="59893" rIns="119786" bIns="59893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kumimoji="1" lang="zh-CN" altLang="en-US" sz="236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8" name="Freeform 2384"/>
          <p:cNvSpPr/>
          <p:nvPr>
            <p:custDataLst>
              <p:tags r:id="rId110"/>
            </p:custDataLst>
          </p:nvPr>
        </p:nvSpPr>
        <p:spPr>
          <a:xfrm>
            <a:off x="6981190" y="5207635"/>
            <a:ext cx="361950" cy="116205"/>
          </a:xfrm>
          <a:custGeom>
            <a:avLst/>
            <a:gdLst/>
            <a:ahLst/>
            <a:cxnLst/>
            <a:rect l="0" t="0" r="0" b="0"/>
            <a:pathLst>
              <a:path w="1648967" h="527305">
                <a:moveTo>
                  <a:pt x="0" y="108967"/>
                </a:moveTo>
                <a:lnTo>
                  <a:pt x="108965" y="0"/>
                </a:lnTo>
                <a:lnTo>
                  <a:pt x="1648967" y="0"/>
                </a:lnTo>
                <a:lnTo>
                  <a:pt x="1648967" y="418338"/>
                </a:lnTo>
                <a:lnTo>
                  <a:pt x="1540001" y="527305"/>
                </a:lnTo>
                <a:lnTo>
                  <a:pt x="0" y="527305"/>
                </a:lnTo>
                <a:close/>
                <a:moveTo>
                  <a:pt x="0" y="108967"/>
                </a:moveTo>
                <a:lnTo>
                  <a:pt x="1540001" y="108967"/>
                </a:lnTo>
                <a:lnTo>
                  <a:pt x="1648967" y="0"/>
                </a:lnTo>
                <a:moveTo>
                  <a:pt x="1540001" y="108967"/>
                </a:moveTo>
                <a:lnTo>
                  <a:pt x="1540001" y="527305"/>
                </a:lnTo>
              </a:path>
            </a:pathLst>
          </a:custGeom>
          <a:noFill/>
          <a:ln w="6095" cap="flat" cmpd="sng" algn="ctr">
            <a:solidFill>
              <a:schemeClr val="accent1">
                <a:lumMod val="40000"/>
                <a:lumOff val="60000"/>
              </a:schemeClr>
            </a:solidFill>
            <a:prstDash val="solid"/>
            <a:miter lim="127000"/>
          </a:ln>
          <a:effectLst/>
        </p:spPr>
        <p:style>
          <a:lnRef idx="2">
            <a:srgbClr val="2555C1">
              <a:shade val="50000"/>
            </a:srgbClr>
          </a:lnRef>
          <a:fillRef idx="1">
            <a:srgbClr val="2555C1"/>
          </a:fillRef>
          <a:effectRef idx="0">
            <a:srgbClr val="2555C1"/>
          </a:effectRef>
          <a:fontRef idx="minor">
            <a:sysClr val="window" lastClr="FFFFFF"/>
          </a:fontRef>
        </p:style>
        <p:txBody>
          <a:bodyPr/>
          <a:lstStyle/>
          <a:p>
            <a:endParaRPr lang="zh-CN" altLang="en-US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Freeform 2385"/>
          <p:cNvSpPr/>
          <p:nvPr>
            <p:custDataLst>
              <p:tags r:id="rId111"/>
            </p:custDataLst>
          </p:nvPr>
        </p:nvSpPr>
        <p:spPr>
          <a:xfrm>
            <a:off x="6981190" y="5231130"/>
            <a:ext cx="339090" cy="93345"/>
          </a:xfrm>
          <a:custGeom>
            <a:avLst/>
            <a:gdLst/>
            <a:ahLst/>
            <a:cxnLst/>
            <a:rect l="0" t="0" r="0" b="0"/>
            <a:pathLst>
              <a:path w="1545336" h="425196">
                <a:moveTo>
                  <a:pt x="0" y="425196"/>
                </a:moveTo>
                <a:lnTo>
                  <a:pt x="1545336" y="425196"/>
                </a:lnTo>
                <a:lnTo>
                  <a:pt x="1545336" y="0"/>
                </a:lnTo>
                <a:lnTo>
                  <a:pt x="0" y="0"/>
                </a:lnTo>
                <a:lnTo>
                  <a:pt x="0" y="425196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6095" cap="flat" cmpd="sng" algn="ctr">
            <a:noFill/>
            <a:prstDash val="solid"/>
            <a:miter lim="800000"/>
          </a:ln>
          <a:effectLst/>
        </p:spPr>
        <p:style>
          <a:lnRef idx="2">
            <a:srgbClr val="2555C1">
              <a:shade val="50000"/>
            </a:srgbClr>
          </a:lnRef>
          <a:fillRef idx="1">
            <a:srgbClr val="2555C1"/>
          </a:fillRef>
          <a:effectRef idx="0">
            <a:srgbClr val="2555C1"/>
          </a:effectRef>
          <a:fontRef idx="minor">
            <a:sysClr val="window" lastClr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l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" name="Freeform 2389"/>
          <p:cNvSpPr/>
          <p:nvPr>
            <p:custDataLst>
              <p:tags r:id="rId112"/>
            </p:custDataLst>
          </p:nvPr>
        </p:nvSpPr>
        <p:spPr>
          <a:xfrm>
            <a:off x="5101590" y="5209540"/>
            <a:ext cx="361950" cy="116205"/>
          </a:xfrm>
          <a:custGeom>
            <a:avLst/>
            <a:gdLst/>
            <a:ahLst/>
            <a:cxnLst/>
            <a:rect l="0" t="0" r="0" b="0"/>
            <a:pathLst>
              <a:path w="1648967" h="527305">
                <a:moveTo>
                  <a:pt x="0" y="108967"/>
                </a:moveTo>
                <a:lnTo>
                  <a:pt x="108953" y="0"/>
                </a:lnTo>
                <a:lnTo>
                  <a:pt x="1648967" y="0"/>
                </a:lnTo>
                <a:lnTo>
                  <a:pt x="1648967" y="418338"/>
                </a:lnTo>
                <a:lnTo>
                  <a:pt x="1540001" y="527305"/>
                </a:lnTo>
                <a:lnTo>
                  <a:pt x="0" y="527305"/>
                </a:lnTo>
                <a:close/>
                <a:moveTo>
                  <a:pt x="0" y="108967"/>
                </a:moveTo>
                <a:lnTo>
                  <a:pt x="1540001" y="108967"/>
                </a:lnTo>
                <a:lnTo>
                  <a:pt x="1648967" y="0"/>
                </a:lnTo>
                <a:moveTo>
                  <a:pt x="1540001" y="108967"/>
                </a:moveTo>
                <a:lnTo>
                  <a:pt x="1540001" y="527305"/>
                </a:lnTo>
              </a:path>
            </a:pathLst>
          </a:custGeom>
          <a:noFill/>
          <a:ln w="6095" cap="flat" cmpd="sng" algn="ctr">
            <a:solidFill>
              <a:schemeClr val="accent1">
                <a:lumMod val="40000"/>
                <a:lumOff val="60000"/>
              </a:schemeClr>
            </a:solidFill>
            <a:prstDash val="solid"/>
            <a:miter lim="101600"/>
          </a:ln>
          <a:effectLst/>
        </p:spPr>
        <p:style>
          <a:lnRef idx="2">
            <a:srgbClr val="2555C1">
              <a:shade val="50000"/>
            </a:srgbClr>
          </a:lnRef>
          <a:fillRef idx="1">
            <a:srgbClr val="2555C1"/>
          </a:fillRef>
          <a:effectRef idx="0">
            <a:srgbClr val="2555C1"/>
          </a:effectRef>
          <a:fontRef idx="minor">
            <a:sysClr val="window" lastClr="FFFFFF"/>
          </a:fontRef>
        </p:style>
        <p:txBody>
          <a:bodyPr/>
          <a:lstStyle/>
          <a:p>
            <a:endParaRPr lang="zh-CN" altLang="en-US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Freeform 2390"/>
          <p:cNvSpPr/>
          <p:nvPr>
            <p:custDataLst>
              <p:tags r:id="rId113"/>
            </p:custDataLst>
          </p:nvPr>
        </p:nvSpPr>
        <p:spPr>
          <a:xfrm>
            <a:off x="5100955" y="5231130"/>
            <a:ext cx="339090" cy="93345"/>
          </a:xfrm>
          <a:custGeom>
            <a:avLst/>
            <a:gdLst/>
            <a:ahLst/>
            <a:cxnLst/>
            <a:rect l="0" t="0" r="0" b="0"/>
            <a:pathLst>
              <a:path w="1545336" h="425195">
                <a:moveTo>
                  <a:pt x="0" y="425195"/>
                </a:moveTo>
                <a:lnTo>
                  <a:pt x="1545336" y="425195"/>
                </a:lnTo>
                <a:lnTo>
                  <a:pt x="1545336" y="0"/>
                </a:lnTo>
                <a:lnTo>
                  <a:pt x="0" y="0"/>
                </a:lnTo>
                <a:lnTo>
                  <a:pt x="0" y="425195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6095" cap="flat" cmpd="sng" algn="ctr">
            <a:noFill/>
            <a:prstDash val="solid"/>
            <a:miter lim="800000"/>
          </a:ln>
          <a:effectLst/>
        </p:spPr>
        <p:style>
          <a:lnRef idx="2">
            <a:srgbClr val="2555C1">
              <a:shade val="50000"/>
            </a:srgbClr>
          </a:lnRef>
          <a:fillRef idx="1">
            <a:srgbClr val="2555C1"/>
          </a:fillRef>
          <a:effectRef idx="0">
            <a:srgbClr val="2555C1"/>
          </a:effectRef>
          <a:fontRef idx="minor">
            <a:sysClr val="window" lastClr="FFFFFF"/>
          </a:fontRef>
        </p:style>
        <p:txBody>
          <a:bodyPr/>
          <a:lstStyle/>
          <a:p>
            <a:endParaRPr lang="zh-CN" altLang="en-US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Freeform 2409"/>
          <p:cNvSpPr/>
          <p:nvPr>
            <p:custDataLst>
              <p:tags r:id="rId114"/>
            </p:custDataLst>
          </p:nvPr>
        </p:nvSpPr>
        <p:spPr>
          <a:xfrm>
            <a:off x="5076190" y="6168390"/>
            <a:ext cx="2302510" cy="116205"/>
          </a:xfrm>
          <a:custGeom>
            <a:avLst/>
            <a:gdLst/>
            <a:ahLst/>
            <a:cxnLst/>
            <a:rect l="0" t="0" r="0" b="0"/>
            <a:pathLst>
              <a:path w="10489693" h="527303">
                <a:moveTo>
                  <a:pt x="0" y="108953"/>
                </a:moveTo>
                <a:lnTo>
                  <a:pt x="108954" y="0"/>
                </a:lnTo>
                <a:lnTo>
                  <a:pt x="10489693" y="0"/>
                </a:lnTo>
                <a:lnTo>
                  <a:pt x="10489693" y="418338"/>
                </a:lnTo>
                <a:lnTo>
                  <a:pt x="10380727" y="527303"/>
                </a:lnTo>
                <a:lnTo>
                  <a:pt x="0" y="527303"/>
                </a:lnTo>
                <a:close/>
                <a:moveTo>
                  <a:pt x="0" y="108953"/>
                </a:moveTo>
                <a:lnTo>
                  <a:pt x="10380727" y="108953"/>
                </a:lnTo>
                <a:lnTo>
                  <a:pt x="10489693" y="0"/>
                </a:lnTo>
                <a:moveTo>
                  <a:pt x="10380727" y="108953"/>
                </a:moveTo>
                <a:lnTo>
                  <a:pt x="10380727" y="527303"/>
                </a:lnTo>
              </a:path>
            </a:pathLst>
          </a:custGeom>
          <a:noFill/>
          <a:ln w="6095" cap="flat" cmpd="sng" algn="ctr">
            <a:solidFill>
              <a:schemeClr val="accent1">
                <a:lumMod val="40000"/>
                <a:lumOff val="60000"/>
              </a:schemeClr>
            </a:solidFill>
            <a:prstDash val="solid"/>
            <a:miter lim="101600"/>
          </a:ln>
          <a:effectLst/>
        </p:spPr>
        <p:style>
          <a:lnRef idx="2">
            <a:srgbClr val="2555C1">
              <a:shade val="50000"/>
            </a:srgbClr>
          </a:lnRef>
          <a:fillRef idx="1">
            <a:srgbClr val="2555C1"/>
          </a:fillRef>
          <a:effectRef idx="0">
            <a:srgbClr val="2555C1"/>
          </a:effectRef>
          <a:fontRef idx="minor">
            <a:sysClr val="window" lastClr="FFFFFF"/>
          </a:fontRef>
        </p:style>
        <p:txBody>
          <a:bodyPr/>
          <a:lstStyle/>
          <a:p>
            <a:endParaRPr lang="zh-CN" altLang="en-US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Freeform 2410"/>
          <p:cNvSpPr/>
          <p:nvPr>
            <p:custDataLst>
              <p:tags r:id="rId115"/>
            </p:custDataLst>
          </p:nvPr>
        </p:nvSpPr>
        <p:spPr>
          <a:xfrm>
            <a:off x="5075555" y="6191250"/>
            <a:ext cx="2281555" cy="93345"/>
          </a:xfrm>
          <a:custGeom>
            <a:avLst/>
            <a:gdLst/>
            <a:ahLst/>
            <a:cxnLst/>
            <a:rect l="0" t="0" r="0" b="0"/>
            <a:pathLst>
              <a:path w="10395204" h="425196">
                <a:moveTo>
                  <a:pt x="0" y="425196"/>
                </a:moveTo>
                <a:lnTo>
                  <a:pt x="10395204" y="425196"/>
                </a:lnTo>
                <a:lnTo>
                  <a:pt x="10395204" y="0"/>
                </a:lnTo>
                <a:lnTo>
                  <a:pt x="0" y="0"/>
                </a:lnTo>
                <a:lnTo>
                  <a:pt x="0" y="425196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6095" cap="flat" cmpd="sng" algn="ctr">
            <a:noFill/>
            <a:prstDash val="solid"/>
            <a:miter lim="800000"/>
          </a:ln>
          <a:effectLst/>
        </p:spPr>
        <p:style>
          <a:lnRef idx="2">
            <a:srgbClr val="2555C1">
              <a:shade val="50000"/>
            </a:srgbClr>
          </a:lnRef>
          <a:fillRef idx="1">
            <a:srgbClr val="2555C1"/>
          </a:fillRef>
          <a:effectRef idx="0">
            <a:srgbClr val="2555C1"/>
          </a:effectRef>
          <a:fontRef idx="minor">
            <a:sysClr val="window" lastClr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l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4" name="Freeform 2447"/>
          <p:cNvSpPr/>
          <p:nvPr>
            <p:custDataLst>
              <p:tags r:id="rId116"/>
            </p:custDataLst>
          </p:nvPr>
        </p:nvSpPr>
        <p:spPr>
          <a:xfrm>
            <a:off x="6503670" y="5207635"/>
            <a:ext cx="361950" cy="116205"/>
          </a:xfrm>
          <a:custGeom>
            <a:avLst/>
            <a:gdLst/>
            <a:ahLst/>
            <a:cxnLst/>
            <a:rect l="0" t="0" r="0" b="0"/>
            <a:pathLst>
              <a:path w="1648969" h="527305">
                <a:moveTo>
                  <a:pt x="0" y="108967"/>
                </a:moveTo>
                <a:lnTo>
                  <a:pt x="108966" y="0"/>
                </a:lnTo>
                <a:lnTo>
                  <a:pt x="1648969" y="0"/>
                </a:lnTo>
                <a:lnTo>
                  <a:pt x="1648969" y="418338"/>
                </a:lnTo>
                <a:lnTo>
                  <a:pt x="1540002" y="527305"/>
                </a:lnTo>
                <a:lnTo>
                  <a:pt x="0" y="527305"/>
                </a:lnTo>
                <a:close/>
                <a:moveTo>
                  <a:pt x="0" y="108967"/>
                </a:moveTo>
                <a:lnTo>
                  <a:pt x="1540002" y="108967"/>
                </a:lnTo>
                <a:lnTo>
                  <a:pt x="1648969" y="0"/>
                </a:lnTo>
                <a:moveTo>
                  <a:pt x="1540002" y="108967"/>
                </a:moveTo>
                <a:lnTo>
                  <a:pt x="1540002" y="527305"/>
                </a:lnTo>
              </a:path>
            </a:pathLst>
          </a:custGeom>
          <a:noFill/>
          <a:ln w="6095" cap="flat" cmpd="sng" algn="ctr">
            <a:solidFill>
              <a:schemeClr val="accent1">
                <a:lumMod val="40000"/>
                <a:lumOff val="60000"/>
              </a:schemeClr>
            </a:solidFill>
            <a:prstDash val="solid"/>
            <a:miter lim="101600"/>
          </a:ln>
          <a:effectLst/>
        </p:spPr>
        <p:style>
          <a:lnRef idx="2">
            <a:srgbClr val="2555C1">
              <a:shade val="50000"/>
            </a:srgbClr>
          </a:lnRef>
          <a:fillRef idx="1">
            <a:srgbClr val="2555C1"/>
          </a:fillRef>
          <a:effectRef idx="0">
            <a:srgbClr val="2555C1"/>
          </a:effectRef>
          <a:fontRef idx="minor">
            <a:sysClr val="window" lastClr="FFFFFF"/>
          </a:fontRef>
        </p:style>
        <p:txBody>
          <a:bodyPr/>
          <a:lstStyle/>
          <a:p>
            <a:endParaRPr lang="zh-CN" altLang="en-US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Freeform 2448"/>
          <p:cNvSpPr/>
          <p:nvPr>
            <p:custDataLst>
              <p:tags r:id="rId117"/>
            </p:custDataLst>
          </p:nvPr>
        </p:nvSpPr>
        <p:spPr>
          <a:xfrm>
            <a:off x="6503670" y="5231130"/>
            <a:ext cx="339090" cy="93345"/>
          </a:xfrm>
          <a:custGeom>
            <a:avLst/>
            <a:gdLst/>
            <a:ahLst/>
            <a:cxnLst/>
            <a:rect l="0" t="0" r="0" b="0"/>
            <a:pathLst>
              <a:path w="1545336" h="425196">
                <a:moveTo>
                  <a:pt x="0" y="425196"/>
                </a:moveTo>
                <a:lnTo>
                  <a:pt x="1545336" y="425196"/>
                </a:lnTo>
                <a:lnTo>
                  <a:pt x="1545336" y="0"/>
                </a:lnTo>
                <a:lnTo>
                  <a:pt x="0" y="0"/>
                </a:lnTo>
                <a:lnTo>
                  <a:pt x="0" y="425196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6095" cap="flat" cmpd="sng" algn="ctr">
            <a:noFill/>
            <a:prstDash val="solid"/>
            <a:miter lim="800000"/>
          </a:ln>
          <a:effectLst/>
        </p:spPr>
        <p:style>
          <a:lnRef idx="2">
            <a:srgbClr val="2555C1">
              <a:shade val="50000"/>
            </a:srgbClr>
          </a:lnRef>
          <a:fillRef idx="1">
            <a:srgbClr val="2555C1"/>
          </a:fillRef>
          <a:effectRef idx="0">
            <a:srgbClr val="2555C1"/>
          </a:effectRef>
          <a:fontRef idx="minor">
            <a:sysClr val="window" lastClr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l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6" name="Freeform 2482"/>
          <p:cNvSpPr/>
          <p:nvPr>
            <p:custDataLst>
              <p:tags r:id="rId118"/>
            </p:custDataLst>
          </p:nvPr>
        </p:nvSpPr>
        <p:spPr>
          <a:xfrm>
            <a:off x="6054090" y="5207635"/>
            <a:ext cx="361950" cy="116205"/>
          </a:xfrm>
          <a:custGeom>
            <a:avLst/>
            <a:gdLst/>
            <a:ahLst/>
            <a:cxnLst/>
            <a:rect l="0" t="0" r="0" b="0"/>
            <a:pathLst>
              <a:path w="1648968" h="527305">
                <a:moveTo>
                  <a:pt x="0" y="108967"/>
                </a:moveTo>
                <a:lnTo>
                  <a:pt x="108967" y="0"/>
                </a:lnTo>
                <a:lnTo>
                  <a:pt x="1648968" y="0"/>
                </a:lnTo>
                <a:lnTo>
                  <a:pt x="1648968" y="418338"/>
                </a:lnTo>
                <a:lnTo>
                  <a:pt x="1540003" y="527305"/>
                </a:lnTo>
                <a:lnTo>
                  <a:pt x="0" y="527305"/>
                </a:lnTo>
                <a:close/>
                <a:moveTo>
                  <a:pt x="0" y="108967"/>
                </a:moveTo>
                <a:lnTo>
                  <a:pt x="1540003" y="108967"/>
                </a:lnTo>
                <a:lnTo>
                  <a:pt x="1648968" y="0"/>
                </a:lnTo>
                <a:moveTo>
                  <a:pt x="1540003" y="108967"/>
                </a:moveTo>
                <a:lnTo>
                  <a:pt x="1540003" y="527305"/>
                </a:lnTo>
              </a:path>
            </a:pathLst>
          </a:custGeom>
          <a:noFill/>
          <a:ln w="6095" cap="flat" cmpd="sng" algn="ctr">
            <a:solidFill>
              <a:schemeClr val="accent1">
                <a:lumMod val="40000"/>
                <a:lumOff val="60000"/>
              </a:schemeClr>
            </a:solidFill>
            <a:prstDash val="solid"/>
            <a:miter lim="101600"/>
          </a:ln>
          <a:effectLst/>
        </p:spPr>
        <p:style>
          <a:lnRef idx="2">
            <a:srgbClr val="2555C1">
              <a:shade val="50000"/>
            </a:srgbClr>
          </a:lnRef>
          <a:fillRef idx="1">
            <a:srgbClr val="2555C1"/>
          </a:fillRef>
          <a:effectRef idx="0">
            <a:srgbClr val="2555C1"/>
          </a:effectRef>
          <a:fontRef idx="minor">
            <a:sysClr val="window" lastClr="FFFFFF"/>
          </a:fontRef>
        </p:style>
        <p:txBody>
          <a:bodyPr/>
          <a:lstStyle/>
          <a:p>
            <a:endParaRPr lang="zh-CN" altLang="en-US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Freeform 2483"/>
          <p:cNvSpPr/>
          <p:nvPr>
            <p:custDataLst>
              <p:tags r:id="rId119"/>
            </p:custDataLst>
          </p:nvPr>
        </p:nvSpPr>
        <p:spPr>
          <a:xfrm>
            <a:off x="6053455" y="5231130"/>
            <a:ext cx="339090" cy="93345"/>
          </a:xfrm>
          <a:custGeom>
            <a:avLst/>
            <a:gdLst/>
            <a:ahLst/>
            <a:cxnLst/>
            <a:rect l="0" t="0" r="0" b="0"/>
            <a:pathLst>
              <a:path w="1545336" h="425196">
                <a:moveTo>
                  <a:pt x="0" y="425196"/>
                </a:moveTo>
                <a:lnTo>
                  <a:pt x="1545336" y="425196"/>
                </a:lnTo>
                <a:lnTo>
                  <a:pt x="1545336" y="0"/>
                </a:lnTo>
                <a:lnTo>
                  <a:pt x="0" y="0"/>
                </a:lnTo>
                <a:lnTo>
                  <a:pt x="0" y="425196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6095" cap="flat" cmpd="sng" algn="ctr">
            <a:noFill/>
            <a:prstDash val="solid"/>
            <a:miter lim="800000"/>
          </a:ln>
          <a:effectLst/>
        </p:spPr>
        <p:style>
          <a:lnRef idx="2">
            <a:srgbClr val="2555C1">
              <a:shade val="50000"/>
            </a:srgbClr>
          </a:lnRef>
          <a:fillRef idx="1">
            <a:srgbClr val="2555C1"/>
          </a:fillRef>
          <a:effectRef idx="0">
            <a:srgbClr val="2555C1"/>
          </a:effectRef>
          <a:fontRef idx="minor">
            <a:sysClr val="window" lastClr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l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cxnSp>
        <p:nvCxnSpPr>
          <p:cNvPr id="22" name="直接连接符 21"/>
          <p:cNvCxnSpPr/>
          <p:nvPr>
            <p:custDataLst>
              <p:tags r:id="rId120"/>
            </p:custDataLst>
          </p:nvPr>
        </p:nvCxnSpPr>
        <p:spPr>
          <a:xfrm rot="10800000">
            <a:off x="5005705" y="6238240"/>
            <a:ext cx="67310" cy="0"/>
          </a:xfrm>
          <a:prstGeom prst="line">
            <a:avLst/>
          </a:prstGeom>
          <a:noFill/>
          <a:ln w="19050" cap="flat" cmpd="sng" algn="ctr">
            <a:solidFill>
              <a:schemeClr val="accent1">
                <a:lumMod val="40000"/>
                <a:lumOff val="60000"/>
              </a:schemeClr>
            </a:solidFill>
            <a:prstDash val="solid"/>
            <a:miter lim="800000"/>
          </a:ln>
          <a:effectLst/>
        </p:spPr>
        <p:style>
          <a:lnRef idx="1">
            <a:srgbClr val="2555C1"/>
          </a:lnRef>
          <a:fillRef idx="0">
            <a:srgbClr val="2555C1"/>
          </a:fillRef>
          <a:effectRef idx="0">
            <a:srgbClr val="2555C1"/>
          </a:effectRef>
          <a:fontRef idx="minor">
            <a:sysClr val="windowText" lastClr="000000"/>
          </a:fontRef>
        </p:style>
      </p:cxnSp>
      <p:sp>
        <p:nvSpPr>
          <p:cNvPr id="23" name="Freeform 2470"/>
          <p:cNvSpPr/>
          <p:nvPr>
            <p:custDataLst>
              <p:tags r:id="rId121"/>
            </p:custDataLst>
          </p:nvPr>
        </p:nvSpPr>
        <p:spPr>
          <a:xfrm>
            <a:off x="5582285" y="5207635"/>
            <a:ext cx="361950" cy="116205"/>
          </a:xfrm>
          <a:custGeom>
            <a:avLst/>
            <a:gdLst/>
            <a:ahLst/>
            <a:cxnLst/>
            <a:rect l="0" t="0" r="0" b="0"/>
            <a:pathLst>
              <a:path w="1648968" h="527305">
                <a:moveTo>
                  <a:pt x="0" y="108967"/>
                </a:moveTo>
                <a:lnTo>
                  <a:pt x="108965" y="0"/>
                </a:lnTo>
                <a:lnTo>
                  <a:pt x="1648968" y="0"/>
                </a:lnTo>
                <a:lnTo>
                  <a:pt x="1648968" y="418338"/>
                </a:lnTo>
                <a:lnTo>
                  <a:pt x="1540002" y="527305"/>
                </a:lnTo>
                <a:lnTo>
                  <a:pt x="0" y="527305"/>
                </a:lnTo>
                <a:close/>
                <a:moveTo>
                  <a:pt x="0" y="108967"/>
                </a:moveTo>
                <a:lnTo>
                  <a:pt x="1540002" y="108967"/>
                </a:lnTo>
                <a:lnTo>
                  <a:pt x="1648968" y="0"/>
                </a:lnTo>
                <a:moveTo>
                  <a:pt x="1540002" y="108967"/>
                </a:moveTo>
                <a:lnTo>
                  <a:pt x="1540002" y="527305"/>
                </a:lnTo>
              </a:path>
            </a:pathLst>
          </a:custGeom>
          <a:noFill/>
          <a:ln w="6095" cap="flat" cmpd="sng" algn="ctr">
            <a:solidFill>
              <a:schemeClr val="accent1">
                <a:lumMod val="40000"/>
                <a:lumOff val="60000"/>
              </a:schemeClr>
            </a:solidFill>
            <a:prstDash val="solid"/>
            <a:miter lim="101600"/>
          </a:ln>
          <a:effectLst/>
        </p:spPr>
        <p:style>
          <a:lnRef idx="2">
            <a:srgbClr val="2555C1">
              <a:shade val="50000"/>
            </a:srgbClr>
          </a:lnRef>
          <a:fillRef idx="1">
            <a:srgbClr val="2555C1"/>
          </a:fillRef>
          <a:effectRef idx="0">
            <a:srgbClr val="2555C1"/>
          </a:effectRef>
          <a:fontRef idx="minor">
            <a:sysClr val="window" lastClr="FFFFFF"/>
          </a:fontRef>
        </p:style>
        <p:txBody>
          <a:bodyPr/>
          <a:lstStyle/>
          <a:p>
            <a:endParaRPr lang="zh-CN" altLang="en-US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Freeform 2471"/>
          <p:cNvSpPr/>
          <p:nvPr>
            <p:custDataLst>
              <p:tags r:id="rId122"/>
            </p:custDataLst>
          </p:nvPr>
        </p:nvSpPr>
        <p:spPr>
          <a:xfrm>
            <a:off x="5581650" y="5231130"/>
            <a:ext cx="339090" cy="93345"/>
          </a:xfrm>
          <a:custGeom>
            <a:avLst/>
            <a:gdLst/>
            <a:ahLst/>
            <a:cxnLst/>
            <a:rect l="0" t="0" r="0" b="0"/>
            <a:pathLst>
              <a:path w="1545336" h="425196">
                <a:moveTo>
                  <a:pt x="0" y="425196"/>
                </a:moveTo>
                <a:lnTo>
                  <a:pt x="1545336" y="425196"/>
                </a:lnTo>
                <a:lnTo>
                  <a:pt x="1545336" y="0"/>
                </a:lnTo>
                <a:lnTo>
                  <a:pt x="0" y="0"/>
                </a:lnTo>
                <a:lnTo>
                  <a:pt x="0" y="425196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6095" cap="flat" cmpd="sng" algn="ctr">
            <a:noFill/>
            <a:prstDash val="solid"/>
            <a:miter lim="800000"/>
          </a:ln>
          <a:effectLst/>
        </p:spPr>
        <p:style>
          <a:lnRef idx="2">
            <a:srgbClr val="2555C1">
              <a:shade val="50000"/>
            </a:srgbClr>
          </a:lnRef>
          <a:fillRef idx="1">
            <a:srgbClr val="2555C1"/>
          </a:fillRef>
          <a:effectRef idx="0">
            <a:srgbClr val="2555C1"/>
          </a:effectRef>
          <a:fontRef idx="minor">
            <a:sysClr val="window" lastClr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l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5" name="圆角矩形 59"/>
          <p:cNvSpPr/>
          <p:nvPr>
            <p:custDataLst>
              <p:tags r:id="rId123"/>
            </p:custDataLst>
          </p:nvPr>
        </p:nvSpPr>
        <p:spPr>
          <a:xfrm>
            <a:off x="6015990" y="5417820"/>
            <a:ext cx="415290" cy="495300"/>
          </a:xfrm>
          <a:prstGeom prst="roundRect">
            <a:avLst>
              <a:gd name="adj" fmla="val 2928"/>
            </a:avLst>
          </a:prstGeom>
          <a:noFill/>
          <a:ln w="12700" cap="flat" cmpd="sng" algn="ctr">
            <a:solidFill>
              <a:schemeClr val="accent1">
                <a:lumMod val="40000"/>
                <a:lumOff val="60000"/>
              </a:schemeClr>
            </a:solidFill>
            <a:prstDash val="solid"/>
            <a:miter lim="800000"/>
          </a:ln>
          <a:effectLst>
            <a:outerShdw blurRad="499110" dist="249555" dir="5400000" sx="90000" sy="90000" algn="ctr" rotWithShape="0">
              <a:srgbClr val="44546A">
                <a:lumMod val="75000"/>
                <a:alpha val="9735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lumMod val="40000"/>
                    <a:lumOff val="60000"/>
                  </a:schemeClr>
                </a:solidFill>
              </a14:hiddenFill>
            </a:ext>
          </a:extLst>
        </p:spPr>
        <p:style>
          <a:lnRef idx="2">
            <a:srgbClr val="2555C1">
              <a:shade val="15000"/>
            </a:srgbClr>
          </a:lnRef>
          <a:fillRef idx="1">
            <a:srgbClr val="2555C1"/>
          </a:fillRef>
          <a:effectRef idx="0">
            <a:srgbClr val="2555C1"/>
          </a:effectRef>
          <a:fontRef idx="minor">
            <a:sysClr val="window" lastClr="FFFFFF"/>
          </a:fontRef>
        </p:style>
        <p:txBody>
          <a:bodyPr vertOverflow="overflow" horzOverflow="overflow" vert="horz" wrap="square" lIns="119786" tIns="59893" rIns="119786" bIns="59893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kumimoji="1" lang="zh-CN" altLang="en-US" sz="236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7" name="圆角矩形 59"/>
          <p:cNvSpPr/>
          <p:nvPr>
            <p:custDataLst>
              <p:tags r:id="rId124"/>
            </p:custDataLst>
          </p:nvPr>
        </p:nvSpPr>
        <p:spPr>
          <a:xfrm>
            <a:off x="6475730" y="5417820"/>
            <a:ext cx="415290" cy="495300"/>
          </a:xfrm>
          <a:prstGeom prst="roundRect">
            <a:avLst>
              <a:gd name="adj" fmla="val 2928"/>
            </a:avLst>
          </a:prstGeom>
          <a:noFill/>
          <a:ln w="12700" cap="flat" cmpd="sng" algn="ctr">
            <a:solidFill>
              <a:schemeClr val="accent1">
                <a:lumMod val="40000"/>
                <a:lumOff val="60000"/>
              </a:schemeClr>
            </a:solidFill>
            <a:prstDash val="solid"/>
            <a:miter lim="800000"/>
          </a:ln>
          <a:effectLst>
            <a:outerShdw blurRad="499110" dist="249555" dir="5400000" sx="90000" sy="90000" algn="ctr" rotWithShape="0">
              <a:srgbClr val="44546A">
                <a:lumMod val="75000"/>
                <a:alpha val="9735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lumMod val="40000"/>
                    <a:lumOff val="60000"/>
                  </a:schemeClr>
                </a:solidFill>
              </a14:hiddenFill>
            </a:ext>
          </a:extLst>
        </p:spPr>
        <p:style>
          <a:lnRef idx="2">
            <a:srgbClr val="2555C1">
              <a:shade val="15000"/>
            </a:srgbClr>
          </a:lnRef>
          <a:fillRef idx="1">
            <a:srgbClr val="2555C1"/>
          </a:fillRef>
          <a:effectRef idx="0">
            <a:srgbClr val="2555C1"/>
          </a:effectRef>
          <a:fontRef idx="minor">
            <a:sysClr val="window" lastClr="FFFFFF"/>
          </a:fontRef>
        </p:style>
        <p:txBody>
          <a:bodyPr vertOverflow="overflow" horzOverflow="overflow" vert="horz" wrap="square" lIns="119786" tIns="59893" rIns="119786" bIns="59893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kumimoji="1" lang="zh-CN" altLang="en-US" sz="236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0" name="圆角矩形 59"/>
          <p:cNvSpPr/>
          <p:nvPr>
            <p:custDataLst>
              <p:tags r:id="rId125"/>
            </p:custDataLst>
          </p:nvPr>
        </p:nvSpPr>
        <p:spPr>
          <a:xfrm>
            <a:off x="5556250" y="5417820"/>
            <a:ext cx="415290" cy="495300"/>
          </a:xfrm>
          <a:prstGeom prst="roundRect">
            <a:avLst>
              <a:gd name="adj" fmla="val 2928"/>
            </a:avLst>
          </a:prstGeom>
          <a:noFill/>
          <a:ln w="12700" cap="flat" cmpd="sng" algn="ctr">
            <a:solidFill>
              <a:schemeClr val="accent1">
                <a:lumMod val="40000"/>
                <a:lumOff val="60000"/>
              </a:schemeClr>
            </a:solidFill>
            <a:prstDash val="solid"/>
            <a:miter lim="800000"/>
          </a:ln>
          <a:effectLst>
            <a:outerShdw blurRad="499110" dist="249555" dir="5400000" sx="90000" sy="90000" algn="ctr" rotWithShape="0">
              <a:srgbClr val="44546A">
                <a:lumMod val="75000"/>
                <a:alpha val="9735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lumMod val="40000"/>
                    <a:lumOff val="60000"/>
                  </a:schemeClr>
                </a:solidFill>
              </a14:hiddenFill>
            </a:ext>
          </a:extLst>
        </p:spPr>
        <p:style>
          <a:lnRef idx="2">
            <a:srgbClr val="2555C1">
              <a:shade val="15000"/>
            </a:srgbClr>
          </a:lnRef>
          <a:fillRef idx="1">
            <a:srgbClr val="2555C1"/>
          </a:fillRef>
          <a:effectRef idx="0">
            <a:srgbClr val="2555C1"/>
          </a:effectRef>
          <a:fontRef idx="minor">
            <a:sysClr val="window" lastClr="FFFFFF"/>
          </a:fontRef>
        </p:style>
        <p:txBody>
          <a:bodyPr vertOverflow="overflow" horzOverflow="overflow" vert="horz" wrap="square" lIns="119786" tIns="59893" rIns="119786" bIns="59893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kumimoji="1" lang="zh-CN" altLang="en-US" sz="236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1" name="圆角矩形 59"/>
          <p:cNvSpPr/>
          <p:nvPr>
            <p:custDataLst>
              <p:tags r:id="rId126"/>
            </p:custDataLst>
          </p:nvPr>
        </p:nvSpPr>
        <p:spPr>
          <a:xfrm>
            <a:off x="6935470" y="5417820"/>
            <a:ext cx="415290" cy="495300"/>
          </a:xfrm>
          <a:prstGeom prst="roundRect">
            <a:avLst>
              <a:gd name="adj" fmla="val 2928"/>
            </a:avLst>
          </a:prstGeom>
          <a:noFill/>
          <a:ln w="12700" cap="flat" cmpd="sng" algn="ctr">
            <a:solidFill>
              <a:schemeClr val="accent1">
                <a:lumMod val="40000"/>
                <a:lumOff val="60000"/>
              </a:schemeClr>
            </a:solidFill>
            <a:prstDash val="solid"/>
            <a:miter lim="800000"/>
          </a:ln>
          <a:effectLst>
            <a:outerShdw blurRad="499110" dist="249555" dir="5400000" sx="90000" sy="90000" algn="ctr" rotWithShape="0">
              <a:srgbClr val="44546A">
                <a:lumMod val="75000"/>
                <a:alpha val="9735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lumMod val="40000"/>
                    <a:lumOff val="60000"/>
                  </a:schemeClr>
                </a:solidFill>
              </a14:hiddenFill>
            </a:ext>
          </a:extLst>
        </p:spPr>
        <p:style>
          <a:lnRef idx="2">
            <a:srgbClr val="2555C1">
              <a:shade val="15000"/>
            </a:srgbClr>
          </a:lnRef>
          <a:fillRef idx="1">
            <a:srgbClr val="2555C1"/>
          </a:fillRef>
          <a:effectRef idx="0">
            <a:srgbClr val="2555C1"/>
          </a:effectRef>
          <a:fontRef idx="minor">
            <a:sysClr val="window" lastClr="FFFFFF"/>
          </a:fontRef>
        </p:style>
        <p:txBody>
          <a:bodyPr vertOverflow="overflow" horzOverflow="overflow" vert="horz" wrap="square" lIns="119786" tIns="59893" rIns="119786" bIns="59893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kumimoji="1" lang="zh-CN" altLang="en-US" sz="236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5" name="等腰三角形 34"/>
          <p:cNvSpPr/>
          <p:nvPr>
            <p:custDataLst>
              <p:tags r:id="rId127"/>
            </p:custDataLst>
          </p:nvPr>
        </p:nvSpPr>
        <p:spPr>
          <a:xfrm rot="5400000">
            <a:off x="6891020" y="5224780"/>
            <a:ext cx="75565" cy="75565"/>
          </a:xfrm>
          <a:prstGeom prst="triangl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36" name="等腰三角形 35"/>
          <p:cNvSpPr/>
          <p:nvPr>
            <p:custDataLst>
              <p:tags r:id="rId128"/>
            </p:custDataLst>
          </p:nvPr>
        </p:nvSpPr>
        <p:spPr>
          <a:xfrm rot="5400000">
            <a:off x="5491480" y="5224780"/>
            <a:ext cx="75565" cy="75565"/>
          </a:xfrm>
          <a:prstGeom prst="triangl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43" name="等腰三角形 42"/>
          <p:cNvSpPr/>
          <p:nvPr>
            <p:custDataLst>
              <p:tags r:id="rId129"/>
            </p:custDataLst>
          </p:nvPr>
        </p:nvSpPr>
        <p:spPr>
          <a:xfrm rot="5400000">
            <a:off x="5966460" y="5224780"/>
            <a:ext cx="75565" cy="75565"/>
          </a:xfrm>
          <a:prstGeom prst="triangl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44" name="等腰三角形 43"/>
          <p:cNvSpPr/>
          <p:nvPr>
            <p:custDataLst>
              <p:tags r:id="rId130"/>
            </p:custDataLst>
          </p:nvPr>
        </p:nvSpPr>
        <p:spPr>
          <a:xfrm rot="5400000">
            <a:off x="6431280" y="5224780"/>
            <a:ext cx="75565" cy="75565"/>
          </a:xfrm>
          <a:prstGeom prst="triangl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45" name="等腰三角形 44"/>
          <p:cNvSpPr/>
          <p:nvPr>
            <p:custDataLst>
              <p:tags r:id="rId131"/>
            </p:custDataLst>
          </p:nvPr>
        </p:nvSpPr>
        <p:spPr>
          <a:xfrm rot="16200000" flipH="1">
            <a:off x="6606540" y="6015355"/>
            <a:ext cx="75565" cy="75565"/>
          </a:xfrm>
          <a:prstGeom prst="triangl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46" name="等腰三角形 45"/>
          <p:cNvSpPr/>
          <p:nvPr>
            <p:custDataLst>
              <p:tags r:id="rId132"/>
            </p:custDataLst>
          </p:nvPr>
        </p:nvSpPr>
        <p:spPr>
          <a:xfrm rot="16200000" flipH="1">
            <a:off x="5814695" y="6015355"/>
            <a:ext cx="75565" cy="75565"/>
          </a:xfrm>
          <a:prstGeom prst="triangl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cxnSp>
        <p:nvCxnSpPr>
          <p:cNvPr id="49" name="直接连接符 48"/>
          <p:cNvCxnSpPr/>
          <p:nvPr>
            <p:custDataLst>
              <p:tags r:id="rId133"/>
            </p:custDataLst>
          </p:nvPr>
        </p:nvCxnSpPr>
        <p:spPr>
          <a:xfrm flipH="1">
            <a:off x="4997450" y="5270500"/>
            <a:ext cx="98425" cy="0"/>
          </a:xfrm>
          <a:prstGeom prst="line">
            <a:avLst/>
          </a:prstGeom>
          <a:noFill/>
          <a:ln w="19050" cap="flat" cmpd="sng" algn="ctr">
            <a:solidFill>
              <a:schemeClr val="accent1">
                <a:lumMod val="40000"/>
                <a:lumOff val="60000"/>
              </a:schemeClr>
            </a:solidFill>
            <a:prstDash val="solid"/>
            <a:miter lim="800000"/>
          </a:ln>
          <a:effectLst/>
        </p:spPr>
        <p:style>
          <a:lnRef idx="1">
            <a:srgbClr val="2555C1"/>
          </a:lnRef>
          <a:fillRef idx="0">
            <a:srgbClr val="2555C1"/>
          </a:fillRef>
          <a:effectRef idx="0">
            <a:srgbClr val="2555C1"/>
          </a:effectRef>
          <a:fontRef idx="minor">
            <a:sysClr val="windowText" lastClr="000000"/>
          </a:fontRef>
        </p:style>
      </p:cxnSp>
      <p:cxnSp>
        <p:nvCxnSpPr>
          <p:cNvPr id="50" name="直接连接符 49"/>
          <p:cNvCxnSpPr/>
          <p:nvPr>
            <p:custDataLst>
              <p:tags r:id="rId134"/>
            </p:custDataLst>
          </p:nvPr>
        </p:nvCxnSpPr>
        <p:spPr>
          <a:xfrm flipV="1">
            <a:off x="5005070" y="5269865"/>
            <a:ext cx="0" cy="977265"/>
          </a:xfrm>
          <a:prstGeom prst="line">
            <a:avLst/>
          </a:prstGeom>
          <a:noFill/>
          <a:ln w="19050" cap="flat" cmpd="sng" algn="ctr">
            <a:solidFill>
              <a:schemeClr val="accent1">
                <a:lumMod val="40000"/>
                <a:lumOff val="60000"/>
              </a:schemeClr>
            </a:solidFill>
            <a:prstDash val="solid"/>
            <a:miter lim="800000"/>
          </a:ln>
          <a:effectLst/>
        </p:spPr>
        <p:style>
          <a:lnRef idx="1">
            <a:srgbClr val="2555C1"/>
          </a:lnRef>
          <a:fillRef idx="0">
            <a:srgbClr val="2555C1"/>
          </a:fillRef>
          <a:effectRef idx="0">
            <a:srgbClr val="2555C1"/>
          </a:effectRef>
          <a:fontRef idx="minor">
            <a:sysClr val="windowText" lastClr="000000"/>
          </a:fontRef>
        </p:style>
      </p:cxnSp>
      <p:sp>
        <p:nvSpPr>
          <p:cNvPr id="51" name="等腰三角形 50"/>
          <p:cNvSpPr/>
          <p:nvPr>
            <p:custDataLst>
              <p:tags r:id="rId135"/>
            </p:custDataLst>
          </p:nvPr>
        </p:nvSpPr>
        <p:spPr>
          <a:xfrm flipH="1">
            <a:off x="4964430" y="5671185"/>
            <a:ext cx="75565" cy="75565"/>
          </a:xfrm>
          <a:prstGeom prst="triangl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grpSp>
        <p:nvGrpSpPr>
          <p:cNvPr id="56" name="组合 55"/>
          <p:cNvGrpSpPr/>
          <p:nvPr>
            <p:custDataLst>
              <p:tags r:id="rId136"/>
            </p:custDataLst>
          </p:nvPr>
        </p:nvGrpSpPr>
        <p:grpSpPr>
          <a:xfrm flipH="1">
            <a:off x="7336790" y="5250180"/>
            <a:ext cx="130810" cy="976630"/>
            <a:chOff x="8018" y="8499"/>
            <a:chExt cx="206" cy="1538"/>
          </a:xfrm>
        </p:grpSpPr>
        <p:cxnSp>
          <p:nvCxnSpPr>
            <p:cNvPr id="52" name="直接连接符 51"/>
            <p:cNvCxnSpPr/>
            <p:nvPr>
              <p:custDataLst>
                <p:tags r:id="rId137"/>
              </p:custDataLst>
            </p:nvPr>
          </p:nvCxnSpPr>
          <p:spPr>
            <a:xfrm rot="10800000">
              <a:off x="8083" y="10024"/>
              <a:ext cx="106" cy="0"/>
            </a:xfrm>
            <a:prstGeom prst="line">
              <a:avLst/>
            </a:prstGeom>
            <a:noFill/>
            <a:ln w="1905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miter lim="800000"/>
            </a:ln>
            <a:effectLst/>
          </p:spPr>
          <p:style>
            <a:lnRef idx="1">
              <a:srgbClr val="2555C1"/>
            </a:lnRef>
            <a:fillRef idx="0">
              <a:srgbClr val="2555C1"/>
            </a:fillRef>
            <a:effectRef idx="0">
              <a:srgbClr val="2555C1"/>
            </a:effectRef>
            <a:fontRef idx="minor">
              <a:sysClr val="windowText" lastClr="000000"/>
            </a:fontRef>
          </p:style>
        </p:cxnSp>
        <p:cxnSp>
          <p:nvCxnSpPr>
            <p:cNvPr id="53" name="直接连接符 52"/>
            <p:cNvCxnSpPr/>
            <p:nvPr>
              <p:custDataLst>
                <p:tags r:id="rId138"/>
              </p:custDataLst>
            </p:nvPr>
          </p:nvCxnSpPr>
          <p:spPr>
            <a:xfrm flipH="1">
              <a:off x="8070" y="8500"/>
              <a:ext cx="155" cy="0"/>
            </a:xfrm>
            <a:prstGeom prst="line">
              <a:avLst/>
            </a:prstGeom>
            <a:noFill/>
            <a:ln w="1905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miter lim="800000"/>
            </a:ln>
            <a:effectLst/>
          </p:spPr>
          <p:style>
            <a:lnRef idx="1">
              <a:srgbClr val="2555C1"/>
            </a:lnRef>
            <a:fillRef idx="0">
              <a:srgbClr val="2555C1"/>
            </a:fillRef>
            <a:effectRef idx="0">
              <a:srgbClr val="2555C1"/>
            </a:effectRef>
            <a:fontRef idx="minor">
              <a:sysClr val="windowText" lastClr="000000"/>
            </a:fontRef>
          </p:style>
        </p:cxnSp>
        <p:cxnSp>
          <p:nvCxnSpPr>
            <p:cNvPr id="54" name="直接连接符 53"/>
            <p:cNvCxnSpPr/>
            <p:nvPr>
              <p:custDataLst>
                <p:tags r:id="rId139"/>
              </p:custDataLst>
            </p:nvPr>
          </p:nvCxnSpPr>
          <p:spPr>
            <a:xfrm flipV="1">
              <a:off x="8082" y="8499"/>
              <a:ext cx="0" cy="1539"/>
            </a:xfrm>
            <a:prstGeom prst="line">
              <a:avLst/>
            </a:prstGeom>
            <a:noFill/>
            <a:ln w="1905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miter lim="800000"/>
            </a:ln>
            <a:effectLst/>
          </p:spPr>
          <p:style>
            <a:lnRef idx="1">
              <a:srgbClr val="2555C1"/>
            </a:lnRef>
            <a:fillRef idx="0">
              <a:srgbClr val="2555C1"/>
            </a:fillRef>
            <a:effectRef idx="0">
              <a:srgbClr val="2555C1"/>
            </a:effectRef>
            <a:fontRef idx="minor">
              <a:sysClr val="windowText" lastClr="000000"/>
            </a:fontRef>
          </p:style>
        </p:cxnSp>
        <p:sp>
          <p:nvSpPr>
            <p:cNvPr id="55" name="等腰三角形 54"/>
            <p:cNvSpPr/>
            <p:nvPr>
              <p:custDataLst>
                <p:tags r:id="rId140"/>
              </p:custDataLst>
            </p:nvPr>
          </p:nvSpPr>
          <p:spPr>
            <a:xfrm flipH="1" flipV="1">
              <a:off x="8018" y="9131"/>
              <a:ext cx="119" cy="119"/>
            </a:xfrm>
            <a:prstGeom prst="triangl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</p:grpSp>
      <p:sp>
        <p:nvSpPr>
          <p:cNvPr id="3" name="Google Shape;464;p24"/>
          <p:cNvSpPr/>
          <p:nvPr>
            <p:custDataLst>
              <p:tags r:id="rId141"/>
            </p:custDataLst>
          </p:nvPr>
        </p:nvSpPr>
        <p:spPr>
          <a:xfrm>
            <a:off x="2690495" y="2694305"/>
            <a:ext cx="639445" cy="761365"/>
          </a:xfrm>
          <a:prstGeom prst="roundRect">
            <a:avLst>
              <a:gd name="adj" fmla="val 2676"/>
            </a:avLst>
          </a:prstGeom>
          <a:solidFill>
            <a:schemeClr val="accent1">
              <a:lumMod val="40000"/>
              <a:lumOff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spcFirstLastPara="0" vert="horz" wrap="square" lIns="91444" tIns="45722" rIns="91444" bIns="45722" rtlCol="0" anchor="ctr" anchorCtr="0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200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8" name="Google Shape;450;p24"/>
          <p:cNvSpPr/>
          <p:nvPr>
            <p:custDataLst>
              <p:tags r:id="rId142"/>
            </p:custDataLst>
          </p:nvPr>
        </p:nvSpPr>
        <p:spPr>
          <a:xfrm>
            <a:off x="1382395" y="2464435"/>
            <a:ext cx="1948180" cy="217170"/>
          </a:xfrm>
          <a:custGeom>
            <a:avLst/>
            <a:gdLst/>
            <a:ahLst/>
            <a:cxnLst/>
            <a:rect l="l" t="t" r="r" b="b"/>
            <a:pathLst>
              <a:path w="21588" h="21575" extrusionOk="0">
                <a:moveTo>
                  <a:pt x="109" y="19963"/>
                </a:moveTo>
                <a:cubicBezTo>
                  <a:pt x="41" y="20039"/>
                  <a:pt x="-6" y="20418"/>
                  <a:pt x="0" y="20836"/>
                </a:cubicBezTo>
                <a:cubicBezTo>
                  <a:pt x="7" y="21266"/>
                  <a:pt x="68" y="21590"/>
                  <a:pt x="139" y="21574"/>
                </a:cubicBezTo>
                <a:lnTo>
                  <a:pt x="21476" y="21515"/>
                </a:lnTo>
                <a:cubicBezTo>
                  <a:pt x="21535" y="21473"/>
                  <a:pt x="21581" y="21191"/>
                  <a:pt x="21587" y="20835"/>
                </a:cubicBezTo>
                <a:cubicBezTo>
                  <a:pt x="21594" y="20443"/>
                  <a:pt x="21552" y="20082"/>
                  <a:pt x="21489" y="19993"/>
                </a:cubicBezTo>
                <a:lnTo>
                  <a:pt x="10898" y="125"/>
                </a:lnTo>
                <a:cubicBezTo>
                  <a:pt x="10866" y="51"/>
                  <a:pt x="10833" y="10"/>
                  <a:pt x="10798" y="2"/>
                </a:cubicBezTo>
                <a:cubicBezTo>
                  <a:pt x="10748" y="-10"/>
                  <a:pt x="10699" y="50"/>
                  <a:pt x="10653" y="176"/>
                </a:cubicBezTo>
                <a:lnTo>
                  <a:pt x="109" y="19963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22868" tIns="22868" rIns="22868" bIns="22868" anchor="t" anchorCtr="0">
            <a:noAutofit/>
          </a:bodyPr>
          <a:lstStyle/>
          <a:p>
            <a:pPr algn="ctr">
              <a:buClr>
                <a:srgbClr val="525455"/>
              </a:buClr>
              <a:buSzPts val="1100"/>
            </a:pPr>
            <a:endParaRPr sz="1465">
              <a:solidFill>
                <a:srgbClr val="5254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9" name="Google Shape;452;p24"/>
          <p:cNvSpPr/>
          <p:nvPr>
            <p:custDataLst>
              <p:tags r:id="rId143"/>
            </p:custDataLst>
          </p:nvPr>
        </p:nvSpPr>
        <p:spPr>
          <a:xfrm>
            <a:off x="1386205" y="2694305"/>
            <a:ext cx="639445" cy="762635"/>
          </a:xfrm>
          <a:prstGeom prst="roundRect">
            <a:avLst>
              <a:gd name="adj" fmla="val 2676"/>
            </a:avLst>
          </a:prstGeom>
          <a:solidFill>
            <a:schemeClr val="accent1">
              <a:lumMod val="40000"/>
              <a:lumOff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spcFirstLastPara="0" vert="horz" wrap="square" lIns="91444" tIns="45722" rIns="91444" bIns="45722" rtlCol="0" anchor="ctr" anchorCtr="0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200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0" name="Google Shape;453;p24"/>
          <p:cNvSpPr/>
          <p:nvPr>
            <p:custDataLst>
              <p:tags r:id="rId144"/>
            </p:custDataLst>
          </p:nvPr>
        </p:nvSpPr>
        <p:spPr>
          <a:xfrm>
            <a:off x="1386205" y="2694305"/>
            <a:ext cx="639445" cy="99060"/>
          </a:xfrm>
          <a:custGeom>
            <a:avLst/>
            <a:gdLst/>
            <a:ahLst/>
            <a:cxnLst/>
            <a:rect l="l" t="t" r="r" b="b"/>
            <a:pathLst>
              <a:path w="21599" h="21600" extrusionOk="0">
                <a:moveTo>
                  <a:pt x="688" y="0"/>
                </a:moveTo>
                <a:cubicBezTo>
                  <a:pt x="486" y="0"/>
                  <a:pt x="365" y="5"/>
                  <a:pt x="284" y="209"/>
                </a:cubicBezTo>
                <a:cubicBezTo>
                  <a:pt x="167" y="466"/>
                  <a:pt x="75" y="1022"/>
                  <a:pt x="33" y="1728"/>
                </a:cubicBezTo>
                <a:cubicBezTo>
                  <a:pt x="-1" y="2217"/>
                  <a:pt x="0" y="2947"/>
                  <a:pt x="0" y="4171"/>
                </a:cubicBezTo>
                <a:lnTo>
                  <a:pt x="0" y="21600"/>
                </a:lnTo>
                <a:lnTo>
                  <a:pt x="21599" y="21600"/>
                </a:lnTo>
                <a:lnTo>
                  <a:pt x="21599" y="4171"/>
                </a:lnTo>
                <a:cubicBezTo>
                  <a:pt x="21599" y="2947"/>
                  <a:pt x="21598" y="2217"/>
                  <a:pt x="21564" y="1728"/>
                </a:cubicBezTo>
                <a:cubicBezTo>
                  <a:pt x="21522" y="1022"/>
                  <a:pt x="21430" y="466"/>
                  <a:pt x="21313" y="209"/>
                </a:cubicBezTo>
                <a:cubicBezTo>
                  <a:pt x="21232" y="5"/>
                  <a:pt x="21111" y="0"/>
                  <a:pt x="20909" y="0"/>
                </a:cubicBezTo>
                <a:lnTo>
                  <a:pt x="6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525455"/>
              </a:buClr>
              <a:buSzPts val="1100"/>
            </a:pPr>
            <a:endParaRPr sz="1465">
              <a:solidFill>
                <a:srgbClr val="5254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7" name="Google Shape;458;p24"/>
          <p:cNvSpPr/>
          <p:nvPr>
            <p:custDataLst>
              <p:tags r:id="rId145"/>
            </p:custDataLst>
          </p:nvPr>
        </p:nvSpPr>
        <p:spPr>
          <a:xfrm>
            <a:off x="2038985" y="2694305"/>
            <a:ext cx="639445" cy="762635"/>
          </a:xfrm>
          <a:prstGeom prst="roundRect">
            <a:avLst>
              <a:gd name="adj" fmla="val 2676"/>
            </a:avLst>
          </a:prstGeom>
          <a:solidFill>
            <a:schemeClr val="accent1">
              <a:lumMod val="40000"/>
              <a:lumOff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spcFirstLastPara="0" vert="horz" wrap="square" lIns="91444" tIns="45722" rIns="91444" bIns="45722" rtlCol="0" anchor="ctr" anchorCtr="0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200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8" name="Google Shape;459;p24"/>
          <p:cNvSpPr/>
          <p:nvPr>
            <p:custDataLst>
              <p:tags r:id="rId146"/>
            </p:custDataLst>
          </p:nvPr>
        </p:nvSpPr>
        <p:spPr>
          <a:xfrm>
            <a:off x="2038985" y="2694305"/>
            <a:ext cx="639445" cy="99060"/>
          </a:xfrm>
          <a:custGeom>
            <a:avLst/>
            <a:gdLst/>
            <a:ahLst/>
            <a:cxnLst/>
            <a:rect l="l" t="t" r="r" b="b"/>
            <a:pathLst>
              <a:path w="21599" h="21600" extrusionOk="0">
                <a:moveTo>
                  <a:pt x="688" y="0"/>
                </a:moveTo>
                <a:cubicBezTo>
                  <a:pt x="486" y="0"/>
                  <a:pt x="365" y="5"/>
                  <a:pt x="284" y="209"/>
                </a:cubicBezTo>
                <a:cubicBezTo>
                  <a:pt x="167" y="466"/>
                  <a:pt x="75" y="1022"/>
                  <a:pt x="33" y="1728"/>
                </a:cubicBezTo>
                <a:cubicBezTo>
                  <a:pt x="-1" y="2217"/>
                  <a:pt x="0" y="2947"/>
                  <a:pt x="0" y="4171"/>
                </a:cubicBezTo>
                <a:lnTo>
                  <a:pt x="0" y="21600"/>
                </a:lnTo>
                <a:lnTo>
                  <a:pt x="21599" y="21600"/>
                </a:lnTo>
                <a:lnTo>
                  <a:pt x="21599" y="4171"/>
                </a:lnTo>
                <a:cubicBezTo>
                  <a:pt x="21599" y="2947"/>
                  <a:pt x="21598" y="2217"/>
                  <a:pt x="21564" y="1728"/>
                </a:cubicBezTo>
                <a:cubicBezTo>
                  <a:pt x="21522" y="1022"/>
                  <a:pt x="21430" y="466"/>
                  <a:pt x="21313" y="209"/>
                </a:cubicBezTo>
                <a:cubicBezTo>
                  <a:pt x="21232" y="5"/>
                  <a:pt x="21111" y="0"/>
                  <a:pt x="20909" y="0"/>
                </a:cubicBezTo>
                <a:lnTo>
                  <a:pt x="6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525455"/>
              </a:buClr>
              <a:buSzPts val="1100"/>
            </a:pPr>
            <a:endParaRPr sz="1465">
              <a:solidFill>
                <a:srgbClr val="5254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57" name="Google Shape;465;p24"/>
          <p:cNvSpPr/>
          <p:nvPr>
            <p:custDataLst>
              <p:tags r:id="rId147"/>
            </p:custDataLst>
          </p:nvPr>
        </p:nvSpPr>
        <p:spPr>
          <a:xfrm>
            <a:off x="2690495" y="2694305"/>
            <a:ext cx="639445" cy="99060"/>
          </a:xfrm>
          <a:custGeom>
            <a:avLst/>
            <a:gdLst/>
            <a:ahLst/>
            <a:cxnLst/>
            <a:rect l="l" t="t" r="r" b="b"/>
            <a:pathLst>
              <a:path w="21599" h="21600" extrusionOk="0">
                <a:moveTo>
                  <a:pt x="688" y="0"/>
                </a:moveTo>
                <a:cubicBezTo>
                  <a:pt x="486" y="0"/>
                  <a:pt x="365" y="5"/>
                  <a:pt x="284" y="209"/>
                </a:cubicBezTo>
                <a:cubicBezTo>
                  <a:pt x="167" y="466"/>
                  <a:pt x="75" y="1022"/>
                  <a:pt x="33" y="1728"/>
                </a:cubicBezTo>
                <a:cubicBezTo>
                  <a:pt x="-1" y="2217"/>
                  <a:pt x="0" y="2947"/>
                  <a:pt x="0" y="4171"/>
                </a:cubicBezTo>
                <a:lnTo>
                  <a:pt x="0" y="21600"/>
                </a:lnTo>
                <a:lnTo>
                  <a:pt x="21599" y="21600"/>
                </a:lnTo>
                <a:lnTo>
                  <a:pt x="21599" y="4171"/>
                </a:lnTo>
                <a:cubicBezTo>
                  <a:pt x="21599" y="2947"/>
                  <a:pt x="21598" y="2217"/>
                  <a:pt x="21564" y="1728"/>
                </a:cubicBezTo>
                <a:cubicBezTo>
                  <a:pt x="21522" y="1022"/>
                  <a:pt x="21430" y="466"/>
                  <a:pt x="21313" y="209"/>
                </a:cubicBezTo>
                <a:cubicBezTo>
                  <a:pt x="21232" y="5"/>
                  <a:pt x="21111" y="0"/>
                  <a:pt x="20909" y="0"/>
                </a:cubicBezTo>
                <a:lnTo>
                  <a:pt x="6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525455"/>
              </a:buClr>
              <a:buSzPts val="1100"/>
            </a:pPr>
            <a:endParaRPr sz="1465">
              <a:solidFill>
                <a:srgbClr val="5254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©天蝎PPT1"/>
          <p:cNvPicPr>
            <a:picLocks noChangeAspect="1"/>
          </p:cNvPicPr>
          <p:nvPr/>
        </p:nvPicPr>
        <p:blipFill rotWithShape="1">
          <a:blip r:embed="rId1" cstate="email"/>
          <a:srcRect/>
          <a:stretch>
            <a:fillRect/>
          </a:stretch>
        </p:blipFill>
        <p:spPr>
          <a:xfrm flipH="1">
            <a:off x="4431665" y="1270"/>
            <a:ext cx="7755825" cy="6858000"/>
          </a:xfrm>
          <a:prstGeom prst="rect">
            <a:avLst/>
          </a:prstGeom>
        </p:spPr>
      </p:pic>
      <p:sp>
        <p:nvSpPr>
          <p:cNvPr id="36" name="矩形 35"/>
          <p:cNvSpPr/>
          <p:nvPr/>
        </p:nvSpPr>
        <p:spPr>
          <a:xfrm>
            <a:off x="0" y="1270"/>
            <a:ext cx="12268200" cy="6858000"/>
          </a:xfrm>
          <a:prstGeom prst="rect">
            <a:avLst/>
          </a:prstGeom>
          <a:gradFill>
            <a:gsLst>
              <a:gs pos="0">
                <a:srgbClr val="EDEEF2">
                  <a:lumMod val="0"/>
                  <a:lumOff val="100000"/>
                </a:srgbClr>
              </a:gs>
              <a:gs pos="100000">
                <a:srgbClr val="DBDBDD">
                  <a:alpha val="50000"/>
                </a:srgbClr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-5080"/>
            <a:ext cx="5048250" cy="6865620"/>
          </a:xfrm>
          <a:prstGeom prst="rect">
            <a:avLst/>
          </a:pr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rgbClr val="0046FF">
              <a:shade val="50000"/>
            </a:srgbClr>
          </a:lnRef>
          <a:fillRef idx="1">
            <a:srgbClr val="0046FF"/>
          </a:fillRef>
          <a:effectRef idx="0">
            <a:srgbClr val="0046FF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85470" y="1805940"/>
            <a:ext cx="3877310" cy="58356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 fontAlgn="ctr">
              <a:lnSpc>
                <a:spcPct val="100000"/>
              </a:lnSpc>
            </a:pPr>
            <a:r>
              <a:rPr lang="zh-CN" altLang="en-US" sz="3200" b="1" spc="-150" noProof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中心发散架构</a:t>
            </a:r>
            <a:endParaRPr lang="zh-CN" altLang="en-US" sz="3200" b="1" spc="-150" noProof="0" dirty="0">
              <a:ln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19150" y="2650490"/>
            <a:ext cx="3409950" cy="33718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ctr" fontAlgn="ctr">
              <a:buClrTx/>
              <a:buSzTx/>
              <a:buFontTx/>
            </a:pPr>
            <a:r>
              <a:rPr lang="en-US" altLang="zh-CN" sz="1600">
                <a:solidFill>
                  <a:schemeClr val="accent6">
                    <a:alpha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Radial Core Framework</a:t>
            </a:r>
            <a:endParaRPr lang="en-US" altLang="zh-CN" sz="1600">
              <a:solidFill>
                <a:schemeClr val="accent6">
                  <a:alpha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339215" y="2403475"/>
            <a:ext cx="396240" cy="3619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chemeClr val="accent1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2000885" y="833755"/>
            <a:ext cx="1046480" cy="86042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ctr" fontAlgn="ctr">
              <a:buClrTx/>
              <a:buSzTx/>
              <a:buFontTx/>
            </a:pPr>
            <a:r>
              <a:rPr lang="en-US" altLang="zh-CN" sz="5000" b="1">
                <a:solidFill>
                  <a:schemeClr val="accent1">
                    <a:lumMod val="60000"/>
                    <a:lumOff val="40000"/>
                    <a:alpha val="6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③</a:t>
            </a:r>
            <a:endParaRPr lang="en-US" altLang="zh-CN" sz="5000" b="1">
              <a:solidFill>
                <a:schemeClr val="accent1">
                  <a:lumMod val="60000"/>
                  <a:lumOff val="40000"/>
                  <a:alpha val="6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697220" y="2187575"/>
            <a:ext cx="5712460" cy="2353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altLang="en-US" sz="14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设计元素：</a:t>
            </a:r>
            <a:r>
              <a:rPr lang="zh-CN" altLang="en-US" sz="14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主要由中心节点、分支逻辑、子节点组成，围绕中心向外延伸</a:t>
            </a:r>
            <a:r>
              <a:rPr lang="en-US" altLang="zh-CN" sz="14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3-5</a:t>
            </a:r>
            <a:r>
              <a:rPr lang="zh-CN" altLang="en-US" sz="14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层分支，通过线条粗细、虚实</a:t>
            </a:r>
            <a:r>
              <a:rPr lang="zh-CN" sz="14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线</a:t>
            </a:r>
            <a:r>
              <a:rPr lang="zh-CN" altLang="en-US" sz="14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或箭头区分逻辑关系，避免信息交叉混乱。</a:t>
            </a:r>
            <a:endParaRPr lang="zh-CN" altLang="en-US" sz="140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4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应用场景：</a:t>
            </a:r>
            <a:r>
              <a:rPr lang="zh-CN" altLang="en-US" sz="14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主要应用在技术方案拆解、基于核心指标的业务分析、市场分析等场景中，通过中心发散方式平衡</a:t>
            </a:r>
            <a:r>
              <a:rPr lang="en-US" altLang="zh-CN" sz="14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​​</a:t>
            </a:r>
            <a:r>
              <a:rPr lang="zh-CN" altLang="en-US" sz="14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逻辑严谨性</a:t>
            </a:r>
            <a:r>
              <a:rPr lang="en-US" altLang="zh-CN" sz="14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​​</a:t>
            </a:r>
            <a:r>
              <a:rPr lang="zh-CN" altLang="en-US" sz="14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lang="en-US" altLang="zh-CN" sz="14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​​</a:t>
            </a:r>
            <a:r>
              <a:rPr lang="zh-CN" altLang="en-US" sz="14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视觉感染力</a:t>
            </a:r>
            <a:r>
              <a:rPr lang="en-US" altLang="zh-CN" sz="14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​</a:t>
            </a:r>
            <a:r>
              <a:rPr lang="zh-CN" altLang="en-US" sz="14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，降低复杂信息的认知门槛，深化场景适配性</a:t>
            </a:r>
            <a:r>
              <a:rPr lang="en-US" altLang="zh-CN" sz="14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​​</a:t>
            </a:r>
            <a:r>
              <a:rPr lang="zh-CN" altLang="en-US" sz="14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sz="140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400" b="1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核心关键词：</a:t>
            </a:r>
            <a:r>
              <a:rPr lang="zh-CN" altLang="en-US" sz="14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「聚焦核心、逻辑清晰、层次分明</a:t>
            </a:r>
            <a:r>
              <a:rPr lang="en-US" altLang="zh-CN" sz="14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​</a:t>
            </a:r>
            <a:r>
              <a:rPr lang="zh-CN" altLang="en-US" sz="14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」。</a:t>
            </a:r>
            <a:endParaRPr lang="zh-CN" altLang="en-US" sz="140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58" name="组合 157"/>
          <p:cNvGrpSpPr/>
          <p:nvPr>
            <p:custDataLst>
              <p:tags r:id="rId2"/>
            </p:custDataLst>
          </p:nvPr>
        </p:nvGrpSpPr>
        <p:grpSpPr>
          <a:xfrm>
            <a:off x="983615" y="3743325"/>
            <a:ext cx="3157220" cy="1411605"/>
            <a:chOff x="1978" y="9485"/>
            <a:chExt cx="4539" cy="2029"/>
          </a:xfrm>
        </p:grpSpPr>
        <p:sp>
          <p:nvSpPr>
            <p:cNvPr id="4" name="Shape"/>
            <p:cNvSpPr/>
            <p:nvPr>
              <p:custDataLst>
                <p:tags r:id="rId3"/>
              </p:custDataLst>
            </p:nvPr>
          </p:nvSpPr>
          <p:spPr>
            <a:xfrm>
              <a:off x="3454" y="10131"/>
              <a:ext cx="699" cy="7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375" y="0"/>
                  </a:moveTo>
                  <a:cubicBezTo>
                    <a:pt x="8463" y="0"/>
                    <a:pt x="5552" y="1056"/>
                    <a:pt x="3331" y="3165"/>
                  </a:cubicBezTo>
                  <a:cubicBezTo>
                    <a:pt x="1110" y="5274"/>
                    <a:pt x="0" y="8038"/>
                    <a:pt x="0" y="10801"/>
                  </a:cubicBezTo>
                  <a:cubicBezTo>
                    <a:pt x="0" y="13565"/>
                    <a:pt x="1110" y="16329"/>
                    <a:pt x="3331" y="18438"/>
                  </a:cubicBezTo>
                  <a:cubicBezTo>
                    <a:pt x="5552" y="20546"/>
                    <a:pt x="8463" y="21600"/>
                    <a:pt x="11375" y="21600"/>
                  </a:cubicBezTo>
                  <a:cubicBezTo>
                    <a:pt x="14286" y="21600"/>
                    <a:pt x="17197" y="20546"/>
                    <a:pt x="19418" y="18438"/>
                  </a:cubicBezTo>
                  <a:cubicBezTo>
                    <a:pt x="20341" y="17562"/>
                    <a:pt x="21061" y="16569"/>
                    <a:pt x="21600" y="15513"/>
                  </a:cubicBezTo>
                  <a:cubicBezTo>
                    <a:pt x="21198" y="15286"/>
                    <a:pt x="20815" y="15014"/>
                    <a:pt x="20469" y="14686"/>
                  </a:cubicBezTo>
                  <a:cubicBezTo>
                    <a:pt x="18210" y="12541"/>
                    <a:pt x="18210" y="9061"/>
                    <a:pt x="20469" y="6917"/>
                  </a:cubicBezTo>
                  <a:cubicBezTo>
                    <a:pt x="20815" y="6588"/>
                    <a:pt x="21198" y="6317"/>
                    <a:pt x="21600" y="6089"/>
                  </a:cubicBezTo>
                  <a:cubicBezTo>
                    <a:pt x="21061" y="5034"/>
                    <a:pt x="20341" y="4041"/>
                    <a:pt x="19418" y="3165"/>
                  </a:cubicBezTo>
                  <a:cubicBezTo>
                    <a:pt x="17197" y="1056"/>
                    <a:pt x="14286" y="0"/>
                    <a:pt x="11375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5" name="Shape"/>
            <p:cNvSpPr/>
            <p:nvPr>
              <p:custDataLst>
                <p:tags r:id="rId4"/>
              </p:custDataLst>
            </p:nvPr>
          </p:nvSpPr>
          <p:spPr>
            <a:xfrm>
              <a:off x="4345" y="10131"/>
              <a:ext cx="700" cy="7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224" y="0"/>
                  </a:moveTo>
                  <a:cubicBezTo>
                    <a:pt x="7313" y="0"/>
                    <a:pt x="4403" y="1056"/>
                    <a:pt x="2182" y="3165"/>
                  </a:cubicBezTo>
                  <a:cubicBezTo>
                    <a:pt x="1259" y="4041"/>
                    <a:pt x="539" y="5034"/>
                    <a:pt x="0" y="6089"/>
                  </a:cubicBezTo>
                  <a:cubicBezTo>
                    <a:pt x="402" y="6317"/>
                    <a:pt x="784" y="6588"/>
                    <a:pt x="1130" y="6917"/>
                  </a:cubicBezTo>
                  <a:cubicBezTo>
                    <a:pt x="3389" y="9061"/>
                    <a:pt x="3389" y="12541"/>
                    <a:pt x="1130" y="14686"/>
                  </a:cubicBezTo>
                  <a:cubicBezTo>
                    <a:pt x="784" y="15014"/>
                    <a:pt x="402" y="15286"/>
                    <a:pt x="0" y="15513"/>
                  </a:cubicBezTo>
                  <a:cubicBezTo>
                    <a:pt x="539" y="16569"/>
                    <a:pt x="1259" y="17562"/>
                    <a:pt x="2182" y="18438"/>
                  </a:cubicBezTo>
                  <a:cubicBezTo>
                    <a:pt x="4403" y="20546"/>
                    <a:pt x="7313" y="21600"/>
                    <a:pt x="10224" y="21600"/>
                  </a:cubicBezTo>
                  <a:cubicBezTo>
                    <a:pt x="13135" y="21600"/>
                    <a:pt x="16046" y="20546"/>
                    <a:pt x="18267" y="18438"/>
                  </a:cubicBezTo>
                  <a:cubicBezTo>
                    <a:pt x="20488" y="16329"/>
                    <a:pt x="21600" y="13565"/>
                    <a:pt x="21600" y="10801"/>
                  </a:cubicBezTo>
                  <a:cubicBezTo>
                    <a:pt x="21600" y="8038"/>
                    <a:pt x="20488" y="5274"/>
                    <a:pt x="18267" y="3165"/>
                  </a:cubicBezTo>
                  <a:cubicBezTo>
                    <a:pt x="16046" y="1056"/>
                    <a:pt x="13135" y="0"/>
                    <a:pt x="10224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700">
              <a:miter lim="400000"/>
            </a:ln>
          </p:spPr>
          <p:txBody>
            <a:bodyPr lIns="0" tIns="0" rIns="0" bIns="0" anchor="ctr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sz="9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7" name="Circle"/>
            <p:cNvSpPr/>
            <p:nvPr>
              <p:custDataLst>
                <p:tags r:id="rId5"/>
              </p:custDataLst>
            </p:nvPr>
          </p:nvSpPr>
          <p:spPr>
            <a:xfrm>
              <a:off x="4093" y="10343"/>
              <a:ext cx="312" cy="312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8" name="Circle"/>
            <p:cNvSpPr/>
            <p:nvPr>
              <p:custDataLst>
                <p:tags r:id="rId6"/>
              </p:custDataLst>
            </p:nvPr>
          </p:nvSpPr>
          <p:spPr>
            <a:xfrm>
              <a:off x="6037" y="9485"/>
              <a:ext cx="480" cy="48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sz="90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1" name="Circle"/>
            <p:cNvSpPr/>
            <p:nvPr>
              <p:custDataLst>
                <p:tags r:id="rId7"/>
              </p:custDataLst>
            </p:nvPr>
          </p:nvSpPr>
          <p:spPr>
            <a:xfrm>
              <a:off x="6037" y="10002"/>
              <a:ext cx="480" cy="48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sz="90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3" name="Circle"/>
            <p:cNvSpPr/>
            <p:nvPr>
              <p:custDataLst>
                <p:tags r:id="rId8"/>
              </p:custDataLst>
            </p:nvPr>
          </p:nvSpPr>
          <p:spPr>
            <a:xfrm>
              <a:off x="6037" y="10518"/>
              <a:ext cx="480" cy="48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sz="90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4" name="Circle"/>
            <p:cNvSpPr/>
            <p:nvPr>
              <p:custDataLst>
                <p:tags r:id="rId9"/>
              </p:custDataLst>
            </p:nvPr>
          </p:nvSpPr>
          <p:spPr>
            <a:xfrm>
              <a:off x="6037" y="11034"/>
              <a:ext cx="480" cy="48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sz="90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6" name="Circle"/>
            <p:cNvSpPr/>
            <p:nvPr>
              <p:custDataLst>
                <p:tags r:id="rId10"/>
              </p:custDataLst>
            </p:nvPr>
          </p:nvSpPr>
          <p:spPr>
            <a:xfrm>
              <a:off x="1978" y="9485"/>
              <a:ext cx="480" cy="48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sz="90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7" name="Circle"/>
            <p:cNvSpPr/>
            <p:nvPr>
              <p:custDataLst>
                <p:tags r:id="rId11"/>
              </p:custDataLst>
            </p:nvPr>
          </p:nvSpPr>
          <p:spPr>
            <a:xfrm>
              <a:off x="1978" y="10002"/>
              <a:ext cx="480" cy="48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sz="90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8" name="Circle"/>
            <p:cNvSpPr/>
            <p:nvPr>
              <p:custDataLst>
                <p:tags r:id="rId12"/>
              </p:custDataLst>
            </p:nvPr>
          </p:nvSpPr>
          <p:spPr>
            <a:xfrm>
              <a:off x="1978" y="10518"/>
              <a:ext cx="480" cy="48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sz="90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9" name="Circle"/>
            <p:cNvSpPr/>
            <p:nvPr>
              <p:custDataLst>
                <p:tags r:id="rId13"/>
              </p:custDataLst>
            </p:nvPr>
          </p:nvSpPr>
          <p:spPr>
            <a:xfrm>
              <a:off x="1978" y="11034"/>
              <a:ext cx="480" cy="48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sz="90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20" name="Line"/>
            <p:cNvSpPr/>
            <p:nvPr>
              <p:custDataLst>
                <p:tags r:id="rId14"/>
              </p:custDataLst>
            </p:nvPr>
          </p:nvSpPr>
          <p:spPr>
            <a:xfrm flipH="1" flipV="1">
              <a:off x="2479" y="9810"/>
              <a:ext cx="971" cy="383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  <a:custDash>
                <a:ds d="200000" sp="200000"/>
              </a:custDash>
              <a:miter lim="400000"/>
              <a:tailEnd type="triangle"/>
            </a:ln>
          </p:spPr>
          <p:txBody>
            <a:bodyPr lIns="22859" tIns="22859" rIns="22859" bIns="22859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+mn-ea"/>
                <a:cs typeface="微软雅黑" panose="020B0503020204020204" charset="-122"/>
              </a:endParaRPr>
            </a:p>
          </p:txBody>
        </p:sp>
        <p:sp>
          <p:nvSpPr>
            <p:cNvPr id="21" name="Line"/>
            <p:cNvSpPr/>
            <p:nvPr>
              <p:custDataLst>
                <p:tags r:id="rId15"/>
              </p:custDataLst>
            </p:nvPr>
          </p:nvSpPr>
          <p:spPr>
            <a:xfrm flipH="1" flipV="1">
              <a:off x="2491" y="10286"/>
              <a:ext cx="858" cy="107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  <a:custDash>
                <a:ds d="200000" sp="200000"/>
              </a:custDash>
              <a:miter lim="400000"/>
              <a:tailEnd type="triangle"/>
            </a:ln>
          </p:spPr>
          <p:txBody>
            <a:bodyPr lIns="22859" tIns="22859" rIns="22859" bIns="22859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+mn-ea"/>
                <a:cs typeface="微软雅黑" panose="020B0503020204020204" charset="-122"/>
              </a:endParaRPr>
            </a:p>
          </p:txBody>
        </p:sp>
        <p:sp>
          <p:nvSpPr>
            <p:cNvPr id="22" name="Line"/>
            <p:cNvSpPr/>
            <p:nvPr>
              <p:custDataLst>
                <p:tags r:id="rId16"/>
              </p:custDataLst>
            </p:nvPr>
          </p:nvSpPr>
          <p:spPr>
            <a:xfrm flipH="1">
              <a:off x="2488" y="10621"/>
              <a:ext cx="865" cy="106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  <a:custDash>
                <a:ds d="200000" sp="200000"/>
              </a:custDash>
              <a:miter lim="400000"/>
              <a:tailEnd type="triangle"/>
            </a:ln>
          </p:spPr>
          <p:txBody>
            <a:bodyPr lIns="22859" tIns="22859" rIns="22859" bIns="22859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+mn-ea"/>
                <a:cs typeface="微软雅黑" panose="020B0503020204020204" charset="-122"/>
              </a:endParaRPr>
            </a:p>
          </p:txBody>
        </p:sp>
        <p:sp>
          <p:nvSpPr>
            <p:cNvPr id="23" name="Line"/>
            <p:cNvSpPr/>
            <p:nvPr>
              <p:custDataLst>
                <p:tags r:id="rId17"/>
              </p:custDataLst>
            </p:nvPr>
          </p:nvSpPr>
          <p:spPr>
            <a:xfrm flipH="1">
              <a:off x="2478" y="10805"/>
              <a:ext cx="977" cy="370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  <a:custDash>
                <a:ds d="200000" sp="200000"/>
              </a:custDash>
              <a:miter lim="400000"/>
              <a:tailEnd type="triangle"/>
            </a:ln>
          </p:spPr>
          <p:txBody>
            <a:bodyPr lIns="22859" tIns="22859" rIns="22859" bIns="22859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+mn-ea"/>
                <a:cs typeface="微软雅黑" panose="020B0503020204020204" charset="-122"/>
              </a:endParaRPr>
            </a:p>
          </p:txBody>
        </p:sp>
        <p:sp>
          <p:nvSpPr>
            <p:cNvPr id="24" name="Line"/>
            <p:cNvSpPr/>
            <p:nvPr>
              <p:custDataLst>
                <p:tags r:id="rId18"/>
              </p:custDataLst>
            </p:nvPr>
          </p:nvSpPr>
          <p:spPr>
            <a:xfrm>
              <a:off x="5029" y="10802"/>
              <a:ext cx="986" cy="376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  <a:custDash>
                <a:ds d="200000" sp="200000"/>
              </a:custDash>
              <a:miter lim="400000"/>
              <a:tailEnd type="triangle"/>
            </a:ln>
          </p:spPr>
          <p:txBody>
            <a:bodyPr lIns="22859" tIns="22859" rIns="22859" bIns="22859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sz="9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25" name="Line"/>
            <p:cNvSpPr/>
            <p:nvPr>
              <p:custDataLst>
                <p:tags r:id="rId19"/>
              </p:custDataLst>
            </p:nvPr>
          </p:nvSpPr>
          <p:spPr>
            <a:xfrm>
              <a:off x="5127" y="10611"/>
              <a:ext cx="875" cy="111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  <a:custDash>
                <a:ds d="200000" sp="200000"/>
              </a:custDash>
              <a:miter lim="400000"/>
              <a:tailEnd type="triangle"/>
            </a:ln>
          </p:spPr>
          <p:txBody>
            <a:bodyPr lIns="22859" tIns="22859" rIns="22859" bIns="22859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+mn-ea"/>
                <a:cs typeface="微软雅黑" panose="020B0503020204020204" charset="-122"/>
              </a:endParaRPr>
            </a:p>
          </p:txBody>
        </p:sp>
        <p:sp>
          <p:nvSpPr>
            <p:cNvPr id="26" name="Line"/>
            <p:cNvSpPr/>
            <p:nvPr>
              <p:custDataLst>
                <p:tags r:id="rId20"/>
              </p:custDataLst>
            </p:nvPr>
          </p:nvSpPr>
          <p:spPr>
            <a:xfrm flipV="1">
              <a:off x="5128" y="10281"/>
              <a:ext cx="877" cy="114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  <a:custDash>
                <a:ds d="200000" sp="200000"/>
              </a:custDash>
              <a:miter lim="400000"/>
              <a:tailEnd type="triangle"/>
            </a:ln>
          </p:spPr>
          <p:txBody>
            <a:bodyPr lIns="22859" tIns="22859" rIns="22859" bIns="22859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+mn-ea"/>
                <a:cs typeface="微软雅黑" panose="020B0503020204020204" charset="-122"/>
              </a:endParaRPr>
            </a:p>
          </p:txBody>
        </p:sp>
        <p:sp>
          <p:nvSpPr>
            <p:cNvPr id="27" name="Line"/>
            <p:cNvSpPr/>
            <p:nvPr>
              <p:custDataLst>
                <p:tags r:id="rId21"/>
              </p:custDataLst>
            </p:nvPr>
          </p:nvSpPr>
          <p:spPr>
            <a:xfrm flipV="1">
              <a:off x="5030" y="9821"/>
              <a:ext cx="984" cy="378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  <a:custDash>
                <a:ds d="200000" sp="200000"/>
              </a:custDash>
              <a:miter lim="400000"/>
              <a:tailEnd type="triangle"/>
            </a:ln>
          </p:spPr>
          <p:txBody>
            <a:bodyPr lIns="22859" tIns="22859" rIns="22859" bIns="22859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+mn-ea"/>
                <a:cs typeface="微软雅黑" panose="020B0503020204020204" charset="-122"/>
              </a:endParaRPr>
            </a:p>
          </p:txBody>
        </p:sp>
        <p:sp>
          <p:nvSpPr>
            <p:cNvPr id="28" name="Line"/>
            <p:cNvSpPr/>
            <p:nvPr>
              <p:custDataLst>
                <p:tags r:id="rId22"/>
              </p:custDataLst>
            </p:nvPr>
          </p:nvSpPr>
          <p:spPr>
            <a:xfrm>
              <a:off x="3337" y="10034"/>
              <a:ext cx="467" cy="93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2" h="21592" extrusionOk="0">
                  <a:moveTo>
                    <a:pt x="21483" y="0"/>
                  </a:moveTo>
                  <a:cubicBezTo>
                    <a:pt x="9601" y="20"/>
                    <a:pt x="-8" y="4851"/>
                    <a:pt x="0" y="10801"/>
                  </a:cubicBezTo>
                  <a:cubicBezTo>
                    <a:pt x="9" y="16768"/>
                    <a:pt x="9678" y="21600"/>
                    <a:pt x="21592" y="21592"/>
                  </a:cubicBezTo>
                </a:path>
              </a:pathLst>
            </a:cu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txBody>
            <a:bodyPr lIns="22859" tIns="22859" rIns="22859" bIns="22859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9" name="Line"/>
            <p:cNvSpPr/>
            <p:nvPr>
              <p:custDataLst>
                <p:tags r:id="rId23"/>
              </p:custDataLst>
            </p:nvPr>
          </p:nvSpPr>
          <p:spPr>
            <a:xfrm>
              <a:off x="4694" y="10033"/>
              <a:ext cx="448" cy="9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53" h="21600" extrusionOk="0">
                  <a:moveTo>
                    <a:pt x="0" y="0"/>
                  </a:moveTo>
                  <a:cubicBezTo>
                    <a:pt x="12246" y="292"/>
                    <a:pt x="21600" y="5577"/>
                    <a:pt x="20692" y="11690"/>
                  </a:cubicBezTo>
                  <a:cubicBezTo>
                    <a:pt x="19881" y="17155"/>
                    <a:pt x="10952" y="21431"/>
                    <a:pt x="0" y="21600"/>
                  </a:cubicBezTo>
                </a:path>
              </a:pathLst>
            </a:cu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txBody>
            <a:bodyPr lIns="22859" tIns="22859" rIns="22859" bIns="22859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sz="9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猫爪PPT-26"/>
          <p:cNvSpPr>
            <a:spLocks noChangeAspect="1"/>
          </p:cNvSpPr>
          <p:nvPr/>
        </p:nvSpPr>
        <p:spPr>
          <a:xfrm>
            <a:off x="1300480" y="1089660"/>
            <a:ext cx="9719310" cy="4949190"/>
          </a:xfrm>
          <a:custGeom>
            <a:avLst/>
            <a:gdLst>
              <a:gd name="connsiteX0" fmla="*/ 4836448 w 9672896"/>
              <a:gd name="connsiteY0" fmla="*/ 0 h 4857654"/>
              <a:gd name="connsiteX1" fmla="*/ 9672896 w 9672896"/>
              <a:gd name="connsiteY1" fmla="*/ 4836448 h 4857654"/>
              <a:gd name="connsiteX2" fmla="*/ 9672360 w 9672896"/>
              <a:gd name="connsiteY2" fmla="*/ 4857654 h 4857654"/>
              <a:gd name="connsiteX3" fmla="*/ 536 w 9672896"/>
              <a:gd name="connsiteY3" fmla="*/ 4857654 h 4857654"/>
              <a:gd name="connsiteX4" fmla="*/ 0 w 9672896"/>
              <a:gd name="connsiteY4" fmla="*/ 4836448 h 4857654"/>
              <a:gd name="connsiteX5" fmla="*/ 4836448 w 9672896"/>
              <a:gd name="connsiteY5" fmla="*/ 0 h 48576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672896" h="4857654">
                <a:moveTo>
                  <a:pt x="4836448" y="0"/>
                </a:moveTo>
                <a:cubicBezTo>
                  <a:pt x="7507544" y="0"/>
                  <a:pt x="9672896" y="2165352"/>
                  <a:pt x="9672896" y="4836448"/>
                </a:cubicBezTo>
                <a:lnTo>
                  <a:pt x="9672360" y="4857654"/>
                </a:lnTo>
                <a:lnTo>
                  <a:pt x="536" y="4857654"/>
                </a:lnTo>
                <a:lnTo>
                  <a:pt x="0" y="4836448"/>
                </a:lnTo>
                <a:cubicBezTo>
                  <a:pt x="0" y="2165352"/>
                  <a:pt x="2165352" y="0"/>
                  <a:pt x="4836448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5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26" name="猫爪PPT-27-1"/>
          <p:cNvSpPr/>
          <p:nvPr/>
        </p:nvSpPr>
        <p:spPr bwMode="auto">
          <a:xfrm>
            <a:off x="2261235" y="1923415"/>
            <a:ext cx="7849235" cy="4001135"/>
          </a:xfrm>
          <a:custGeom>
            <a:avLst/>
            <a:gdLst>
              <a:gd name="connsiteX0" fmla="*/ 3939049 w 7878098"/>
              <a:gd name="connsiteY0" fmla="*/ 0 h 3960256"/>
              <a:gd name="connsiteX1" fmla="*/ 7878098 w 7878098"/>
              <a:gd name="connsiteY1" fmla="*/ 3939049 h 3960256"/>
              <a:gd name="connsiteX2" fmla="*/ 7877562 w 7878098"/>
              <a:gd name="connsiteY2" fmla="*/ 3960256 h 3960256"/>
              <a:gd name="connsiteX3" fmla="*/ 536 w 7878098"/>
              <a:gd name="connsiteY3" fmla="*/ 3960256 h 3960256"/>
              <a:gd name="connsiteX4" fmla="*/ 0 w 7878098"/>
              <a:gd name="connsiteY4" fmla="*/ 3939049 h 3960256"/>
              <a:gd name="connsiteX5" fmla="*/ 3939049 w 7878098"/>
              <a:gd name="connsiteY5" fmla="*/ 0 h 3960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893" h="6063">
                <a:moveTo>
                  <a:pt x="5945" y="0"/>
                </a:moveTo>
                <a:cubicBezTo>
                  <a:pt x="9281" y="-104"/>
                  <a:pt x="11971" y="2994"/>
                  <a:pt x="11889" y="6028"/>
                </a:cubicBezTo>
                <a:lnTo>
                  <a:pt x="11888" y="6060"/>
                </a:lnTo>
                <a:lnTo>
                  <a:pt x="1" y="6060"/>
                </a:lnTo>
                <a:lnTo>
                  <a:pt x="0" y="6028"/>
                </a:lnTo>
                <a:cubicBezTo>
                  <a:pt x="-102" y="2644"/>
                  <a:pt x="2953" y="-83"/>
                  <a:pt x="5945" y="0"/>
                </a:cubicBezTo>
                <a:close/>
              </a:path>
            </a:pathLst>
          </a:custGeom>
          <a:solidFill>
            <a:schemeClr val="bg2"/>
          </a:solidFill>
          <a:ln w="25400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rgbClr val="293462">
              <a:shade val="50000"/>
            </a:srgbClr>
          </a:lnRef>
          <a:fillRef idx="1">
            <a:srgbClr val="293462"/>
          </a:fillRef>
          <a:effectRef idx="0">
            <a:srgbClr val="293462"/>
          </a:effectRef>
          <a:fontRef idx="minor">
            <a:srgbClr val="FFFFFF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rgbClr val="FFFFFF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sz="120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sym typeface="+mn-ea"/>
            </a:endParaRPr>
          </a:p>
        </p:txBody>
      </p:sp>
      <p:sp>
        <p:nvSpPr>
          <p:cNvPr id="77" name="猫爪PPT-27-1"/>
          <p:cNvSpPr/>
          <p:nvPr/>
        </p:nvSpPr>
        <p:spPr>
          <a:xfrm>
            <a:off x="2728913" y="2367598"/>
            <a:ext cx="6977380" cy="3556635"/>
          </a:xfrm>
          <a:custGeom>
            <a:avLst/>
            <a:gdLst>
              <a:gd name="connsiteX0" fmla="*/ 3939049 w 7878098"/>
              <a:gd name="connsiteY0" fmla="*/ 0 h 3960256"/>
              <a:gd name="connsiteX1" fmla="*/ 7878098 w 7878098"/>
              <a:gd name="connsiteY1" fmla="*/ 3939049 h 3960256"/>
              <a:gd name="connsiteX2" fmla="*/ 7877562 w 7878098"/>
              <a:gd name="connsiteY2" fmla="*/ 3960256 h 3960256"/>
              <a:gd name="connsiteX3" fmla="*/ 536 w 7878098"/>
              <a:gd name="connsiteY3" fmla="*/ 3960256 h 3960256"/>
              <a:gd name="connsiteX4" fmla="*/ 0 w 7878098"/>
              <a:gd name="connsiteY4" fmla="*/ 3939049 h 3960256"/>
              <a:gd name="connsiteX5" fmla="*/ 3939049 w 7878098"/>
              <a:gd name="connsiteY5" fmla="*/ 0 h 3960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893" h="6063">
                <a:moveTo>
                  <a:pt x="5945" y="0"/>
                </a:moveTo>
                <a:cubicBezTo>
                  <a:pt x="9281" y="-104"/>
                  <a:pt x="11971" y="2994"/>
                  <a:pt x="11889" y="6028"/>
                </a:cubicBezTo>
                <a:lnTo>
                  <a:pt x="11888" y="6060"/>
                </a:lnTo>
                <a:lnTo>
                  <a:pt x="1" y="6060"/>
                </a:lnTo>
                <a:lnTo>
                  <a:pt x="0" y="6028"/>
                </a:lnTo>
                <a:cubicBezTo>
                  <a:pt x="-102" y="2644"/>
                  <a:pt x="2953" y="-83"/>
                  <a:pt x="5945" y="0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</a:ln>
          <a:effectLst/>
        </p:spPr>
        <p:style>
          <a:lnRef idx="2">
            <a:srgbClr val="293462">
              <a:shade val="50000"/>
            </a:srgbClr>
          </a:lnRef>
          <a:fillRef idx="1">
            <a:srgbClr val="293462"/>
          </a:fillRef>
          <a:effectRef idx="0">
            <a:srgbClr val="29346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rgbClr val="FFFFFF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cs typeface="+mn-ea"/>
            </a:endParaRPr>
          </a:p>
        </p:txBody>
      </p:sp>
      <p:sp>
        <p:nvSpPr>
          <p:cNvPr id="92" name="空心弧 91"/>
          <p:cNvSpPr/>
          <p:nvPr/>
        </p:nvSpPr>
        <p:spPr>
          <a:xfrm>
            <a:off x="2729230" y="2375535"/>
            <a:ext cx="6969760" cy="6932930"/>
          </a:xfrm>
          <a:prstGeom prst="blockArc">
            <a:avLst>
              <a:gd name="adj1" fmla="val 10756009"/>
              <a:gd name="adj2" fmla="val 12800037"/>
              <a:gd name="adj3" fmla="val 22717"/>
            </a:avLst>
          </a:prstGeom>
          <a:gradFill>
            <a:gsLst>
              <a:gs pos="100000">
                <a:schemeClr val="accent1">
                  <a:lumMod val="60000"/>
                  <a:lumOff val="40000"/>
                </a:schemeClr>
              </a:gs>
              <a:gs pos="0">
                <a:schemeClr val="accent1"/>
              </a:gs>
            </a:gsLst>
            <a:lin ang="5400000" scaled="0"/>
          </a:gradFill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4" name="空心弧 93"/>
          <p:cNvSpPr/>
          <p:nvPr/>
        </p:nvSpPr>
        <p:spPr>
          <a:xfrm>
            <a:off x="2739390" y="2375535"/>
            <a:ext cx="6969760" cy="6932930"/>
          </a:xfrm>
          <a:prstGeom prst="blockArc">
            <a:avLst>
              <a:gd name="adj1" fmla="val 14961354"/>
              <a:gd name="adj2" fmla="val 17300336"/>
              <a:gd name="adj3" fmla="val 22359"/>
            </a:avLst>
          </a:prstGeom>
          <a:gradFill>
            <a:gsLst>
              <a:gs pos="100000">
                <a:schemeClr val="accent5">
                  <a:lumMod val="60000"/>
                  <a:lumOff val="40000"/>
                </a:schemeClr>
              </a:gs>
              <a:gs pos="13000">
                <a:schemeClr val="accent5"/>
              </a:gs>
            </a:gsLst>
            <a:lin ang="5400000" scaled="0"/>
          </a:gradFill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6" name="空心弧 95"/>
          <p:cNvSpPr/>
          <p:nvPr/>
        </p:nvSpPr>
        <p:spPr>
          <a:xfrm>
            <a:off x="2729230" y="2375535"/>
            <a:ext cx="6969760" cy="6932930"/>
          </a:xfrm>
          <a:prstGeom prst="blockArc">
            <a:avLst>
              <a:gd name="adj1" fmla="val 17301104"/>
              <a:gd name="adj2" fmla="val 19602469"/>
              <a:gd name="adj3" fmla="val 21937"/>
            </a:avLst>
          </a:prstGeom>
          <a:gradFill>
            <a:gsLst>
              <a:gs pos="100000">
                <a:schemeClr val="accent1">
                  <a:lumMod val="60000"/>
                  <a:lumOff val="40000"/>
                </a:schemeClr>
              </a:gs>
              <a:gs pos="0">
                <a:schemeClr val="accent1"/>
              </a:gs>
            </a:gsLst>
            <a:lin ang="5400000" scaled="0"/>
          </a:gradFill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7" name="空心弧 96"/>
          <p:cNvSpPr/>
          <p:nvPr/>
        </p:nvSpPr>
        <p:spPr>
          <a:xfrm>
            <a:off x="2739390" y="2375535"/>
            <a:ext cx="6969760" cy="6932930"/>
          </a:xfrm>
          <a:prstGeom prst="blockArc">
            <a:avLst>
              <a:gd name="adj1" fmla="val 19574558"/>
              <a:gd name="adj2" fmla="val 18001"/>
              <a:gd name="adj3" fmla="val 22127"/>
            </a:avLst>
          </a:prstGeom>
          <a:gradFill>
            <a:gsLst>
              <a:gs pos="100000">
                <a:schemeClr val="accent1">
                  <a:lumMod val="60000"/>
                  <a:lumOff val="40000"/>
                </a:schemeClr>
              </a:gs>
              <a:gs pos="0">
                <a:schemeClr val="accent1"/>
              </a:gs>
            </a:gsLst>
            <a:lin ang="5400000" scaled="0"/>
          </a:gradFill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9" name="猫爪PPT-27-3"/>
          <p:cNvSpPr/>
          <p:nvPr/>
        </p:nvSpPr>
        <p:spPr>
          <a:xfrm>
            <a:off x="4232275" y="3893820"/>
            <a:ext cx="3965575" cy="2030730"/>
          </a:xfrm>
          <a:custGeom>
            <a:avLst/>
            <a:gdLst>
              <a:gd name="connsiteX0" fmla="*/ 2068924 w 4137848"/>
              <a:gd name="connsiteY0" fmla="*/ 0 h 2090131"/>
              <a:gd name="connsiteX1" fmla="*/ 4137848 w 4137848"/>
              <a:gd name="connsiteY1" fmla="*/ 2068924 h 2090131"/>
              <a:gd name="connsiteX2" fmla="*/ 4136777 w 4137848"/>
              <a:gd name="connsiteY2" fmla="*/ 2090131 h 2090131"/>
              <a:gd name="connsiteX3" fmla="*/ 1071 w 4137848"/>
              <a:gd name="connsiteY3" fmla="*/ 2090131 h 2090131"/>
              <a:gd name="connsiteX4" fmla="*/ 0 w 4137848"/>
              <a:gd name="connsiteY4" fmla="*/ 2068924 h 2090131"/>
              <a:gd name="connsiteX5" fmla="*/ 2068924 w 4137848"/>
              <a:gd name="connsiteY5" fmla="*/ 0 h 2090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137848" h="2090131">
                <a:moveTo>
                  <a:pt x="2068924" y="0"/>
                </a:moveTo>
                <a:cubicBezTo>
                  <a:pt x="3211559" y="0"/>
                  <a:pt x="4137848" y="926289"/>
                  <a:pt x="4137848" y="2068924"/>
                </a:cubicBezTo>
                <a:lnTo>
                  <a:pt x="4136777" y="2090131"/>
                </a:lnTo>
                <a:lnTo>
                  <a:pt x="1071" y="2090131"/>
                </a:lnTo>
                <a:lnTo>
                  <a:pt x="0" y="2068924"/>
                </a:lnTo>
                <a:cubicBezTo>
                  <a:pt x="0" y="926289"/>
                  <a:pt x="926289" y="0"/>
                  <a:pt x="2068924" y="0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25400">
            <a:solidFill>
              <a:schemeClr val="bg1"/>
            </a:solidFill>
          </a:ln>
          <a:effectLst/>
        </p:spPr>
        <p:style>
          <a:lnRef idx="2">
            <a:srgbClr val="293462">
              <a:shade val="50000"/>
            </a:srgbClr>
          </a:lnRef>
          <a:fillRef idx="1">
            <a:srgbClr val="293462"/>
          </a:fillRef>
          <a:effectRef idx="0">
            <a:srgbClr val="293462"/>
          </a:effectRef>
          <a:fontRef idx="minor">
            <a:srgbClr val="FFFFFF"/>
          </a:fontRef>
        </p:style>
        <p:txBody>
          <a:bodyPr rtlCol="0" anchor="ctr"/>
          <a:lstStyle>
            <a:defPPr>
              <a:defRPr lang="zh-CN">
                <a:solidFill>
                  <a:srgbClr val="FFFFFF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cs typeface="+mn-ea"/>
            </a:endParaRPr>
          </a:p>
        </p:txBody>
      </p:sp>
      <p:sp>
        <p:nvSpPr>
          <p:cNvPr id="40" name="任意多边形 39"/>
          <p:cNvSpPr/>
          <p:nvPr/>
        </p:nvSpPr>
        <p:spPr>
          <a:xfrm>
            <a:off x="513080" y="5834380"/>
            <a:ext cx="11403965" cy="990600"/>
          </a:xfrm>
          <a:custGeom>
            <a:avLst/>
            <a:gdLst>
              <a:gd name="adj" fmla="val 1666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7959" h="1560">
                <a:moveTo>
                  <a:pt x="0" y="299"/>
                </a:moveTo>
                <a:cubicBezTo>
                  <a:pt x="-5" y="131"/>
                  <a:pt x="149" y="-4"/>
                  <a:pt x="299" y="0"/>
                </a:cubicBezTo>
                <a:lnTo>
                  <a:pt x="17660" y="0"/>
                </a:lnTo>
                <a:cubicBezTo>
                  <a:pt x="17828" y="-5"/>
                  <a:pt x="17963" y="149"/>
                  <a:pt x="17959" y="299"/>
                </a:cubicBezTo>
                <a:lnTo>
                  <a:pt x="17959" y="1497"/>
                </a:lnTo>
                <a:cubicBezTo>
                  <a:pt x="17960" y="1518"/>
                  <a:pt x="17953" y="1561"/>
                  <a:pt x="17952" y="1560"/>
                </a:cubicBezTo>
                <a:lnTo>
                  <a:pt x="7" y="1560"/>
                </a:lnTo>
                <a:cubicBezTo>
                  <a:pt x="4" y="1551"/>
                  <a:pt x="-1" y="1504"/>
                  <a:pt x="0" y="1497"/>
                </a:cubicBezTo>
                <a:lnTo>
                  <a:pt x="0" y="299"/>
                </a:lnTo>
                <a:close/>
              </a:path>
            </a:pathLst>
          </a:custGeom>
          <a:gradFill flip="none" rotWithShape="1">
            <a:gsLst>
              <a:gs pos="100000">
                <a:schemeClr val="accent1"/>
              </a:gs>
              <a:gs pos="0">
                <a:schemeClr val="accent1"/>
              </a:gs>
              <a:gs pos="54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8" name="猫爪PPT-27-4"/>
          <p:cNvSpPr/>
          <p:nvPr/>
        </p:nvSpPr>
        <p:spPr>
          <a:xfrm>
            <a:off x="4672013" y="4281488"/>
            <a:ext cx="2998470" cy="1552575"/>
          </a:xfrm>
          <a:custGeom>
            <a:avLst/>
            <a:gdLst>
              <a:gd name="connsiteX0" fmla="*/ 1008003 w 2016006"/>
              <a:gd name="connsiteY0" fmla="*/ 0 h 1029210"/>
              <a:gd name="connsiteX1" fmla="*/ 2016006 w 2016006"/>
              <a:gd name="connsiteY1" fmla="*/ 1008003 h 1029210"/>
              <a:gd name="connsiteX2" fmla="*/ 2014935 w 2016006"/>
              <a:gd name="connsiteY2" fmla="*/ 1029210 h 1029210"/>
              <a:gd name="connsiteX3" fmla="*/ 1071 w 2016006"/>
              <a:gd name="connsiteY3" fmla="*/ 1029210 h 1029210"/>
              <a:gd name="connsiteX4" fmla="*/ 0 w 2016006"/>
              <a:gd name="connsiteY4" fmla="*/ 1008003 h 1029210"/>
              <a:gd name="connsiteX5" fmla="*/ 1008003 w 2016006"/>
              <a:gd name="connsiteY5" fmla="*/ 0 h 10292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16006" h="1029210">
                <a:moveTo>
                  <a:pt x="1008003" y="0"/>
                </a:moveTo>
                <a:cubicBezTo>
                  <a:pt x="1564708" y="0"/>
                  <a:pt x="2016006" y="451298"/>
                  <a:pt x="2016006" y="1008003"/>
                </a:cubicBezTo>
                <a:lnTo>
                  <a:pt x="2014935" y="1029210"/>
                </a:lnTo>
                <a:lnTo>
                  <a:pt x="1071" y="1029210"/>
                </a:lnTo>
                <a:lnTo>
                  <a:pt x="0" y="1008003"/>
                </a:lnTo>
                <a:cubicBezTo>
                  <a:pt x="0" y="451298"/>
                  <a:pt x="451298" y="0"/>
                  <a:pt x="1008003" y="0"/>
                </a:cubicBezTo>
                <a:close/>
              </a:path>
            </a:pathLst>
          </a:custGeom>
          <a:solidFill>
            <a:srgbClr val="FFFFFF"/>
          </a:solidFill>
          <a:ln w="9525">
            <a:noFill/>
          </a:ln>
          <a:effectLst>
            <a:outerShdw blurRad="571500" dist="241300" dir="16200000" algn="t" rotWithShape="0">
              <a:srgbClr val="BB3023">
                <a:lumMod val="50000"/>
                <a:alpha val="6000"/>
              </a:srgbClr>
            </a:outerShdw>
          </a:effectLst>
        </p:spPr>
        <p:style>
          <a:lnRef idx="2">
            <a:srgbClr val="293462">
              <a:shade val="50000"/>
            </a:srgbClr>
          </a:lnRef>
          <a:fillRef idx="1">
            <a:srgbClr val="293462"/>
          </a:fillRef>
          <a:effectRef idx="0">
            <a:srgbClr val="293462"/>
          </a:effectRef>
          <a:fontRef idx="minor">
            <a:srgbClr val="FFFFFF"/>
          </a:fontRef>
        </p:style>
        <p:txBody>
          <a:bodyPr rtlCol="0" anchor="ctr"/>
          <a:lstStyle>
            <a:defPPr>
              <a:defRPr lang="zh-CN">
                <a:solidFill>
                  <a:srgbClr val="FFFFFF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cs typeface="+mn-ea"/>
            </a:endParaRPr>
          </a:p>
        </p:txBody>
      </p:sp>
      <p:sp>
        <p:nvSpPr>
          <p:cNvPr id="113" name="空心弧 112"/>
          <p:cNvSpPr/>
          <p:nvPr/>
        </p:nvSpPr>
        <p:spPr>
          <a:xfrm>
            <a:off x="2729230" y="2375535"/>
            <a:ext cx="6969760" cy="6932930"/>
          </a:xfrm>
          <a:prstGeom prst="blockArc">
            <a:avLst>
              <a:gd name="adj1" fmla="val 12810332"/>
              <a:gd name="adj2" fmla="val 14973968"/>
              <a:gd name="adj3" fmla="val 21953"/>
            </a:avLst>
          </a:prstGeom>
          <a:gradFill>
            <a:gsLst>
              <a:gs pos="100000">
                <a:schemeClr val="accent1">
                  <a:lumMod val="60000"/>
                  <a:lumOff val="40000"/>
                </a:schemeClr>
              </a:gs>
              <a:gs pos="0">
                <a:schemeClr val="accent1"/>
              </a:gs>
            </a:gsLst>
            <a:lin ang="5400000" scaled="0"/>
          </a:gradFill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cxnSp>
        <p:nvCxnSpPr>
          <p:cNvPr id="114" name="猫爪PPT-28-5"/>
          <p:cNvCxnSpPr/>
          <p:nvPr/>
        </p:nvCxnSpPr>
        <p:spPr>
          <a:xfrm flipH="1" flipV="1">
            <a:off x="3317240" y="3931920"/>
            <a:ext cx="1596390" cy="1043305"/>
          </a:xfrm>
          <a:prstGeom prst="line">
            <a:avLst/>
          </a:prstGeom>
          <a:ln w="25400" cap="rnd">
            <a:solidFill>
              <a:srgbClr val="FFFFFF"/>
            </a:solidFill>
            <a:round/>
          </a:ln>
        </p:spPr>
        <p:style>
          <a:lnRef idx="1">
            <a:srgbClr val="293462"/>
          </a:lnRef>
          <a:fillRef idx="0">
            <a:srgbClr val="293462"/>
          </a:fillRef>
          <a:effectRef idx="0">
            <a:srgbClr val="293462"/>
          </a:effectRef>
          <a:fontRef idx="minor">
            <a:srgbClr val="000000"/>
          </a:fontRef>
        </p:style>
      </p:cxnSp>
      <p:cxnSp>
        <p:nvCxnSpPr>
          <p:cNvPr id="117" name="猫爪PPT-28-1"/>
          <p:cNvCxnSpPr/>
          <p:nvPr/>
        </p:nvCxnSpPr>
        <p:spPr>
          <a:xfrm flipV="1">
            <a:off x="7467600" y="3934460"/>
            <a:ext cx="1617345" cy="1076325"/>
          </a:xfrm>
          <a:prstGeom prst="line">
            <a:avLst/>
          </a:prstGeom>
          <a:ln w="25400" cap="rnd">
            <a:solidFill>
              <a:srgbClr val="FFFFFF"/>
            </a:solidFill>
            <a:round/>
          </a:ln>
        </p:spPr>
        <p:style>
          <a:lnRef idx="1">
            <a:srgbClr val="293462"/>
          </a:lnRef>
          <a:fillRef idx="0">
            <a:srgbClr val="293462"/>
          </a:fillRef>
          <a:effectRef idx="0">
            <a:srgbClr val="293462"/>
          </a:effectRef>
          <a:fontRef idx="minor">
            <a:srgbClr val="000000"/>
          </a:fontRef>
        </p:style>
      </p:cxnSp>
      <p:cxnSp>
        <p:nvCxnSpPr>
          <p:cNvPr id="119" name="猫爪PPT-28-5"/>
          <p:cNvCxnSpPr/>
          <p:nvPr/>
        </p:nvCxnSpPr>
        <p:spPr>
          <a:xfrm flipH="1" flipV="1">
            <a:off x="4998720" y="2591435"/>
            <a:ext cx="663575" cy="1779905"/>
          </a:xfrm>
          <a:prstGeom prst="line">
            <a:avLst/>
          </a:prstGeom>
          <a:ln w="25400" cap="rnd">
            <a:solidFill>
              <a:srgbClr val="FFFFFF"/>
            </a:solidFill>
            <a:round/>
          </a:ln>
        </p:spPr>
        <p:style>
          <a:lnRef idx="1">
            <a:srgbClr val="293462"/>
          </a:lnRef>
          <a:fillRef idx="0">
            <a:srgbClr val="293462"/>
          </a:fillRef>
          <a:effectRef idx="0">
            <a:srgbClr val="293462"/>
          </a:effectRef>
          <a:fontRef idx="minor">
            <a:srgbClr val="000000"/>
          </a:fontRef>
        </p:style>
      </p:cxnSp>
      <p:cxnSp>
        <p:nvCxnSpPr>
          <p:cNvPr id="120" name="猫爪PPT-28-5"/>
          <p:cNvCxnSpPr/>
          <p:nvPr/>
        </p:nvCxnSpPr>
        <p:spPr>
          <a:xfrm flipV="1">
            <a:off x="6706235" y="2569845"/>
            <a:ext cx="593725" cy="1791335"/>
          </a:xfrm>
          <a:prstGeom prst="line">
            <a:avLst/>
          </a:prstGeom>
          <a:ln w="25400" cap="rnd">
            <a:solidFill>
              <a:srgbClr val="FFFFFF"/>
            </a:solidFill>
            <a:round/>
          </a:ln>
        </p:spPr>
        <p:style>
          <a:lnRef idx="1">
            <a:srgbClr val="293462"/>
          </a:lnRef>
          <a:fillRef idx="0">
            <a:srgbClr val="293462"/>
          </a:fillRef>
          <a:effectRef idx="0">
            <a:srgbClr val="293462"/>
          </a:effectRef>
          <a:fontRef idx="minor">
            <a:srgbClr val="000000"/>
          </a:fontRef>
        </p:style>
      </p:cxnSp>
      <p:sp>
        <p:nvSpPr>
          <p:cNvPr id="1146" name="显眼包PPT7"/>
          <p:cNvSpPr/>
          <p:nvPr/>
        </p:nvSpPr>
        <p:spPr>
          <a:xfrm>
            <a:off x="5408059" y="5051849"/>
            <a:ext cx="1573833" cy="1579369"/>
          </a:xfrm>
          <a:prstGeom prst="ellipse">
            <a:avLst/>
          </a:prstGeom>
          <a:gradFill>
            <a:gsLst>
              <a:gs pos="0">
                <a:schemeClr val="bg1">
                  <a:alpha val="26000"/>
                </a:schemeClr>
              </a:gs>
              <a:gs pos="100000">
                <a:schemeClr val="bg1">
                  <a:alpha val="10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1" name="组合 20"/>
          <p:cNvGrpSpPr/>
          <p:nvPr/>
        </p:nvGrpSpPr>
        <p:grpSpPr>
          <a:xfrm rot="0">
            <a:off x="5577205" y="5220970"/>
            <a:ext cx="1234440" cy="1234440"/>
            <a:chOff x="5424157" y="2173228"/>
            <a:chExt cx="1815804" cy="1815804"/>
          </a:xfrm>
        </p:grpSpPr>
        <p:sp>
          <p:nvSpPr>
            <p:cNvPr id="22" name="显眼包PPT-1"/>
            <p:cNvSpPr/>
            <p:nvPr/>
          </p:nvSpPr>
          <p:spPr>
            <a:xfrm>
              <a:off x="5424157" y="2173228"/>
              <a:ext cx="1815804" cy="1815804"/>
            </a:xfrm>
            <a:prstGeom prst="ellipse">
              <a:avLst/>
            </a:prstGeom>
            <a:gradFill>
              <a:gsLst>
                <a:gs pos="0">
                  <a:schemeClr val="accent1">
                    <a:lumMod val="0"/>
                    <a:lumOff val="100000"/>
                  </a:schemeClr>
                </a:gs>
                <a:gs pos="100000">
                  <a:schemeClr val="accent1">
                    <a:lumMod val="0"/>
                    <a:lumOff val="100000"/>
                  </a:schemeClr>
                </a:gs>
              </a:gsLst>
              <a:lin ang="2700000" scaled="1"/>
            </a:gradFill>
            <a:ln w="25400">
              <a:noFill/>
            </a:ln>
            <a:effectLst>
              <a:outerShdw blurRad="381000" dist="127000" dir="7080000" sx="104000" sy="104000" algn="tl" rotWithShape="0">
                <a:schemeClr val="accent2">
                  <a:alpha val="3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24" name="显眼包PPT-2"/>
            <p:cNvSpPr/>
            <p:nvPr/>
          </p:nvSpPr>
          <p:spPr>
            <a:xfrm>
              <a:off x="5458485" y="2207556"/>
              <a:ext cx="1747148" cy="1747149"/>
            </a:xfrm>
            <a:prstGeom prst="ellipse">
              <a:avLst/>
            </a:prstGeom>
            <a:noFill/>
            <a:ln w="19050" cap="rnd">
              <a:gradFill>
                <a:gsLst>
                  <a:gs pos="0">
                    <a:schemeClr val="accent5">
                      <a:lumMod val="60000"/>
                      <a:lumOff val="40000"/>
                      <a:alpha val="0"/>
                    </a:schemeClr>
                  </a:gs>
                  <a:gs pos="54000">
                    <a:schemeClr val="accent5"/>
                  </a:gs>
                  <a:gs pos="100000">
                    <a:schemeClr val="accent5">
                      <a:lumMod val="60000"/>
                      <a:lumOff val="40000"/>
                      <a:alpha val="0"/>
                    </a:schemeClr>
                  </a:gs>
                </a:gsLst>
                <a:lin ang="5400000" scaled="1"/>
              </a:gradFill>
              <a:prstDash val="sysDot"/>
              <a:round/>
            </a:ln>
            <a:effectLst>
              <a:outerShdw blurRad="63500" sx="102000" sy="102000" algn="ctr" rotWithShape="0">
                <a:schemeClr val="bg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</p:grpSp>
      <p:sp>
        <p:nvSpPr>
          <p:cNvPr id="29" name="显眼包PPT-3"/>
          <p:cNvSpPr/>
          <p:nvPr/>
        </p:nvSpPr>
        <p:spPr>
          <a:xfrm>
            <a:off x="5628593" y="5272358"/>
            <a:ext cx="1131663" cy="1131663"/>
          </a:xfrm>
          <a:prstGeom prst="ellipse">
            <a:avLst/>
          </a:prstGeom>
          <a:gradFill flip="none" rotWithShape="1">
            <a:gsLst>
              <a:gs pos="11000">
                <a:schemeClr val="accent5">
                  <a:lumMod val="60000"/>
                  <a:lumOff val="40000"/>
                </a:schemeClr>
              </a:gs>
              <a:gs pos="67000">
                <a:schemeClr val="accent5"/>
              </a:gs>
            </a:gsLst>
            <a:path path="circle">
              <a:fillToRect r="100000" b="100000"/>
            </a:path>
            <a:tileRect l="-100000" t="-100000"/>
          </a:gradFill>
          <a:ln w="25400">
            <a:noFill/>
          </a:ln>
          <a:effectLst>
            <a:innerShdw blurRad="457200">
              <a:schemeClr val="accent5">
                <a:lumMod val="60000"/>
                <a:lumOff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0" name="显眼包PPT-4"/>
          <p:cNvSpPr txBox="1"/>
          <p:nvPr/>
        </p:nvSpPr>
        <p:spPr>
          <a:xfrm>
            <a:off x="5813425" y="5929289"/>
            <a:ext cx="762000" cy="23050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  <a:scene3d>
              <a:camera prst="orthographicFront"/>
              <a:lightRig rig="glow" dir="t"/>
            </a:scene3d>
          </a:bodyPr>
          <a:lstStyle/>
          <a:p>
            <a:pPr algn="ctr"/>
            <a:r>
              <a:rPr lang="zh-CN" altLang="en-US" sz="1500" b="1">
                <a:solidFill>
                  <a:schemeClr val="bg1"/>
                </a:solidFill>
                <a:effectLst>
                  <a:outerShdw blurRad="317500" sx="102000" sy="102000" algn="ctr" rotWithShape="0">
                    <a:schemeClr val="accent2">
                      <a:alpha val="28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核心技术</a:t>
            </a:r>
            <a:endParaRPr lang="zh-CN" altLang="en-US" sz="1500" b="1" dirty="0">
              <a:solidFill>
                <a:schemeClr val="bg1"/>
              </a:solidFill>
              <a:effectLst>
                <a:outerShdw blurRad="317500" sx="102000" sy="102000" algn="ctr" rotWithShape="0">
                  <a:schemeClr val="accent2">
                    <a:alpha val="28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4" name="图片 33" descr="核心价值观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5979795" y="5488305"/>
            <a:ext cx="429260" cy="379730"/>
          </a:xfrm>
          <a:prstGeom prst="rect">
            <a:avLst/>
          </a:prstGeom>
        </p:spPr>
      </p:pic>
      <p:sp>
        <p:nvSpPr>
          <p:cNvPr id="47" name="猫爪PPT-27-3"/>
          <p:cNvSpPr/>
          <p:nvPr/>
        </p:nvSpPr>
        <p:spPr>
          <a:xfrm>
            <a:off x="4934903" y="4522470"/>
            <a:ext cx="2560320" cy="1311275"/>
          </a:xfrm>
          <a:custGeom>
            <a:avLst/>
            <a:gdLst>
              <a:gd name="connsiteX0" fmla="*/ 2068924 w 4137848"/>
              <a:gd name="connsiteY0" fmla="*/ 0 h 2090131"/>
              <a:gd name="connsiteX1" fmla="*/ 4137848 w 4137848"/>
              <a:gd name="connsiteY1" fmla="*/ 2068924 h 2090131"/>
              <a:gd name="connsiteX2" fmla="*/ 4136777 w 4137848"/>
              <a:gd name="connsiteY2" fmla="*/ 2090131 h 2090131"/>
              <a:gd name="connsiteX3" fmla="*/ 1071 w 4137848"/>
              <a:gd name="connsiteY3" fmla="*/ 2090131 h 2090131"/>
              <a:gd name="connsiteX4" fmla="*/ 0 w 4137848"/>
              <a:gd name="connsiteY4" fmla="*/ 2068924 h 2090131"/>
              <a:gd name="connsiteX5" fmla="*/ 2068924 w 4137848"/>
              <a:gd name="connsiteY5" fmla="*/ 0 h 2090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137848" h="2090131">
                <a:moveTo>
                  <a:pt x="2068924" y="0"/>
                </a:moveTo>
                <a:cubicBezTo>
                  <a:pt x="3211559" y="0"/>
                  <a:pt x="4137848" y="926289"/>
                  <a:pt x="4137848" y="2068924"/>
                </a:cubicBezTo>
                <a:lnTo>
                  <a:pt x="4136777" y="2090131"/>
                </a:lnTo>
                <a:lnTo>
                  <a:pt x="1071" y="2090131"/>
                </a:lnTo>
                <a:lnTo>
                  <a:pt x="0" y="2068924"/>
                </a:lnTo>
                <a:cubicBezTo>
                  <a:pt x="0" y="926289"/>
                  <a:pt x="926289" y="0"/>
                  <a:pt x="2068924" y="0"/>
                </a:cubicBezTo>
                <a:close/>
              </a:path>
            </a:pathLst>
          </a:custGeom>
          <a:noFill/>
          <a:ln>
            <a:gradFill>
              <a:gsLst>
                <a:gs pos="10000">
                  <a:schemeClr val="accent5">
                    <a:lumMod val="60000"/>
                    <a:lumOff val="40000"/>
                    <a:alpha val="0"/>
                  </a:schemeClr>
                </a:gs>
                <a:gs pos="99000">
                  <a:srgbClr val="DB7062">
                    <a:alpha val="0"/>
                  </a:srgbClr>
                </a:gs>
                <a:gs pos="76000">
                  <a:schemeClr val="accent5">
                    <a:lumMod val="60000"/>
                    <a:lumOff val="40000"/>
                  </a:schemeClr>
                </a:gs>
              </a:gsLst>
              <a:lin ang="5400000" scaled="1"/>
            </a:gra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rgbClr val="FFFFFF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latin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8" name="猫爪PPT-27-3"/>
          <p:cNvSpPr/>
          <p:nvPr/>
        </p:nvSpPr>
        <p:spPr>
          <a:xfrm>
            <a:off x="5178108" y="4771390"/>
            <a:ext cx="2073910" cy="1062355"/>
          </a:xfrm>
          <a:custGeom>
            <a:avLst/>
            <a:gdLst>
              <a:gd name="connsiteX0" fmla="*/ 2068924 w 4137848"/>
              <a:gd name="connsiteY0" fmla="*/ 0 h 2090131"/>
              <a:gd name="connsiteX1" fmla="*/ 4137848 w 4137848"/>
              <a:gd name="connsiteY1" fmla="*/ 2068924 h 2090131"/>
              <a:gd name="connsiteX2" fmla="*/ 4136777 w 4137848"/>
              <a:gd name="connsiteY2" fmla="*/ 2090131 h 2090131"/>
              <a:gd name="connsiteX3" fmla="*/ 1071 w 4137848"/>
              <a:gd name="connsiteY3" fmla="*/ 2090131 h 2090131"/>
              <a:gd name="connsiteX4" fmla="*/ 0 w 4137848"/>
              <a:gd name="connsiteY4" fmla="*/ 2068924 h 2090131"/>
              <a:gd name="connsiteX5" fmla="*/ 2068924 w 4137848"/>
              <a:gd name="connsiteY5" fmla="*/ 0 h 2090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137848" h="2090131">
                <a:moveTo>
                  <a:pt x="2068924" y="0"/>
                </a:moveTo>
                <a:cubicBezTo>
                  <a:pt x="3211559" y="0"/>
                  <a:pt x="4137848" y="926289"/>
                  <a:pt x="4137848" y="2068924"/>
                </a:cubicBezTo>
                <a:lnTo>
                  <a:pt x="4136777" y="2090131"/>
                </a:lnTo>
                <a:lnTo>
                  <a:pt x="1071" y="2090131"/>
                </a:lnTo>
                <a:lnTo>
                  <a:pt x="0" y="2068924"/>
                </a:lnTo>
                <a:cubicBezTo>
                  <a:pt x="0" y="926289"/>
                  <a:pt x="926289" y="0"/>
                  <a:pt x="2068924" y="0"/>
                </a:cubicBezTo>
                <a:close/>
              </a:path>
            </a:pathLst>
          </a:custGeom>
          <a:noFill/>
          <a:ln>
            <a:gradFill>
              <a:gsLst>
                <a:gs pos="10000">
                  <a:schemeClr val="accent5">
                    <a:lumMod val="60000"/>
                    <a:lumOff val="40000"/>
                    <a:alpha val="0"/>
                  </a:schemeClr>
                </a:gs>
                <a:gs pos="99000">
                  <a:srgbClr val="DB7062">
                    <a:alpha val="0"/>
                  </a:srgbClr>
                </a:gs>
                <a:gs pos="66000">
                  <a:schemeClr val="accent5">
                    <a:lumMod val="60000"/>
                    <a:lumOff val="40000"/>
                  </a:schemeClr>
                </a:gs>
              </a:gsLst>
              <a:lin ang="5400000" scaled="1"/>
            </a:gra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rgbClr val="FFFFFF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latin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9" name="猫爪PPT-27-3"/>
          <p:cNvSpPr/>
          <p:nvPr/>
        </p:nvSpPr>
        <p:spPr>
          <a:xfrm>
            <a:off x="5424805" y="5010785"/>
            <a:ext cx="1580515" cy="809625"/>
          </a:xfrm>
          <a:custGeom>
            <a:avLst/>
            <a:gdLst>
              <a:gd name="connsiteX0" fmla="*/ 2068924 w 4137848"/>
              <a:gd name="connsiteY0" fmla="*/ 0 h 2090131"/>
              <a:gd name="connsiteX1" fmla="*/ 4137848 w 4137848"/>
              <a:gd name="connsiteY1" fmla="*/ 2068924 h 2090131"/>
              <a:gd name="connsiteX2" fmla="*/ 4136777 w 4137848"/>
              <a:gd name="connsiteY2" fmla="*/ 2090131 h 2090131"/>
              <a:gd name="connsiteX3" fmla="*/ 1071 w 4137848"/>
              <a:gd name="connsiteY3" fmla="*/ 2090131 h 2090131"/>
              <a:gd name="connsiteX4" fmla="*/ 0 w 4137848"/>
              <a:gd name="connsiteY4" fmla="*/ 2068924 h 2090131"/>
              <a:gd name="connsiteX5" fmla="*/ 2068924 w 4137848"/>
              <a:gd name="connsiteY5" fmla="*/ 0 h 2090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137848" h="2090131">
                <a:moveTo>
                  <a:pt x="2068924" y="0"/>
                </a:moveTo>
                <a:cubicBezTo>
                  <a:pt x="3211559" y="0"/>
                  <a:pt x="4137848" y="926289"/>
                  <a:pt x="4137848" y="2068924"/>
                </a:cubicBezTo>
                <a:lnTo>
                  <a:pt x="4136777" y="2090131"/>
                </a:lnTo>
                <a:lnTo>
                  <a:pt x="1071" y="2090131"/>
                </a:lnTo>
                <a:lnTo>
                  <a:pt x="0" y="2068924"/>
                </a:lnTo>
                <a:cubicBezTo>
                  <a:pt x="0" y="926289"/>
                  <a:pt x="926289" y="0"/>
                  <a:pt x="2068924" y="0"/>
                </a:cubicBezTo>
                <a:close/>
              </a:path>
            </a:pathLst>
          </a:custGeom>
          <a:noFill/>
          <a:ln>
            <a:gradFill>
              <a:gsLst>
                <a:gs pos="18000">
                  <a:schemeClr val="accent5">
                    <a:lumMod val="60000"/>
                    <a:lumOff val="40000"/>
                    <a:alpha val="0"/>
                  </a:schemeClr>
                </a:gs>
                <a:gs pos="99000">
                  <a:srgbClr val="DB7062">
                    <a:alpha val="0"/>
                  </a:srgbClr>
                </a:gs>
                <a:gs pos="69000">
                  <a:schemeClr val="accent5">
                    <a:lumMod val="60000"/>
                    <a:lumOff val="40000"/>
                  </a:schemeClr>
                </a:gs>
              </a:gsLst>
              <a:lin ang="5400000" scaled="1"/>
            </a:gra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rgbClr val="FFFFFF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latin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50" name="组合 49"/>
          <p:cNvGrpSpPr/>
          <p:nvPr/>
        </p:nvGrpSpPr>
        <p:grpSpPr>
          <a:xfrm>
            <a:off x="5315268" y="4572635"/>
            <a:ext cx="1761490" cy="2033270"/>
            <a:chOff x="8327" y="7852"/>
            <a:chExt cx="2774" cy="3202"/>
          </a:xfrm>
        </p:grpSpPr>
        <p:sp>
          <p:nvSpPr>
            <p:cNvPr id="52" name="文本框 51"/>
            <p:cNvSpPr txBox="1"/>
            <p:nvPr/>
          </p:nvSpPr>
          <p:spPr>
            <a:xfrm>
              <a:off x="8327" y="7852"/>
              <a:ext cx="2768" cy="2354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>
                  <a:gd name="adj" fmla="val 10148498"/>
                </a:avLst>
              </a:prstTxWarp>
              <a:noAutofit/>
            </a:bodyPr>
            <a:p>
              <a:pPr indent="0" algn="ctr" fontAlgn="auto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00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业人财融合的劳动力账户</a:t>
              </a:r>
              <a:endParaRPr lang="zh-CN" altLang="en-US" sz="10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53" name="文本框 52"/>
            <p:cNvSpPr txBox="1"/>
            <p:nvPr/>
          </p:nvSpPr>
          <p:spPr>
            <a:xfrm>
              <a:off x="8327" y="8284"/>
              <a:ext cx="2768" cy="2354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>
                  <a:gd name="adj" fmla="val 10148498"/>
                </a:avLst>
              </a:prstTxWarp>
              <a:noAutofit/>
            </a:bodyPr>
            <a:p>
              <a:pPr indent="0" algn="ctr" fontAlgn="auto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00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AL+ML </a:t>
              </a:r>
              <a:r>
                <a:rPr lang="zh-CN" altLang="en-US" sz="100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智能决策引擎</a:t>
              </a:r>
              <a:endParaRPr lang="zh-CN" altLang="en-US" sz="10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54" name="文本框 53"/>
            <p:cNvSpPr txBox="1"/>
            <p:nvPr/>
          </p:nvSpPr>
          <p:spPr>
            <a:xfrm>
              <a:off x="8333" y="8700"/>
              <a:ext cx="2768" cy="2354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>
                  <a:gd name="adj" fmla="val 10148498"/>
                </a:avLst>
              </a:prstTxWarp>
              <a:noAutofit/>
            </a:bodyPr>
            <a:p>
              <a:pPr indent="0" algn="ctr" fontAlgn="auto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sz="100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实时可量化人效</a:t>
              </a:r>
              <a:endParaRPr lang="zh-CN" sz="10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56" name="文本框 55"/>
          <p:cNvSpPr txBox="1"/>
          <p:nvPr/>
        </p:nvSpPr>
        <p:spPr>
          <a:xfrm>
            <a:off x="5317808" y="4174490"/>
            <a:ext cx="1757680" cy="1494790"/>
          </a:xfrm>
          <a:prstGeom prst="rect">
            <a:avLst/>
          </a:prstGeom>
          <a:noFill/>
        </p:spPr>
        <p:txBody>
          <a:bodyPr wrap="square" rtlCol="0">
            <a:prstTxWarp prst="textArchUp">
              <a:avLst>
                <a:gd name="adj" fmla="val 10148498"/>
              </a:avLst>
            </a:prstTxWarp>
            <a:noAutofit/>
          </a:bodyPr>
          <a:p>
            <a:pPr indent="0" algn="ctr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能力中台</a:t>
            </a:r>
            <a:endParaRPr lang="zh-CN" altLang="en-US" sz="14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文本框 56"/>
          <p:cNvSpPr txBox="1"/>
          <p:nvPr/>
        </p:nvSpPr>
        <p:spPr>
          <a:xfrm rot="17160000">
            <a:off x="4206240" y="4843780"/>
            <a:ext cx="2202815" cy="1494790"/>
          </a:xfrm>
          <a:prstGeom prst="rect">
            <a:avLst/>
          </a:prstGeom>
          <a:noFill/>
        </p:spPr>
        <p:txBody>
          <a:bodyPr wrap="square" rtlCol="0">
            <a:prstTxWarp prst="textArchUp">
              <a:avLst>
                <a:gd name="adj" fmla="val 10148498"/>
              </a:avLst>
            </a:prstTxWarp>
            <a:noAutofit/>
          </a:bodyPr>
          <a:p>
            <a:pPr indent="0" algn="ctr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合规管理中心</a:t>
            </a:r>
            <a:endParaRPr lang="zh-CN" altLang="en-US" sz="1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文本框 57"/>
          <p:cNvSpPr txBox="1"/>
          <p:nvPr/>
        </p:nvSpPr>
        <p:spPr>
          <a:xfrm rot="19260000">
            <a:off x="4514215" y="4349115"/>
            <a:ext cx="2202815" cy="1494790"/>
          </a:xfrm>
          <a:prstGeom prst="rect">
            <a:avLst/>
          </a:prstGeom>
          <a:noFill/>
        </p:spPr>
        <p:txBody>
          <a:bodyPr wrap="square" rtlCol="0">
            <a:prstTxWarp prst="textArchUp">
              <a:avLst>
                <a:gd name="adj" fmla="val 10148498"/>
              </a:avLst>
            </a:prstTxWarp>
            <a:noAutofit/>
          </a:bodyPr>
          <a:p>
            <a:pPr indent="0" algn="ctr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信息安全中心</a:t>
            </a:r>
            <a:endParaRPr lang="zh-CN" altLang="en-US" sz="1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文本框 60"/>
          <p:cNvSpPr txBox="1"/>
          <p:nvPr/>
        </p:nvSpPr>
        <p:spPr>
          <a:xfrm rot="2340000">
            <a:off x="5661025" y="4366895"/>
            <a:ext cx="2202815" cy="1494790"/>
          </a:xfrm>
          <a:prstGeom prst="rect">
            <a:avLst/>
          </a:prstGeom>
          <a:noFill/>
        </p:spPr>
        <p:txBody>
          <a:bodyPr wrap="square" rtlCol="0">
            <a:prstTxWarp prst="textArchUp">
              <a:avLst>
                <a:gd name="adj" fmla="val 10148498"/>
              </a:avLst>
            </a:prstTxWarp>
            <a:noAutofit/>
          </a:bodyPr>
          <a:p>
            <a:pPr indent="0" algn="ctr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数据资源中心</a:t>
            </a:r>
            <a:endParaRPr lang="zh-CN" altLang="en-US" sz="1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文本框 61"/>
          <p:cNvSpPr txBox="1"/>
          <p:nvPr/>
        </p:nvSpPr>
        <p:spPr>
          <a:xfrm rot="4500000">
            <a:off x="5979795" y="4836160"/>
            <a:ext cx="2202815" cy="1494790"/>
          </a:xfrm>
          <a:prstGeom prst="rect">
            <a:avLst/>
          </a:prstGeom>
          <a:noFill/>
        </p:spPr>
        <p:txBody>
          <a:bodyPr wrap="square" rtlCol="0">
            <a:prstTxWarp prst="textArchUp">
              <a:avLst>
                <a:gd name="adj" fmla="val 10148498"/>
              </a:avLst>
            </a:prstTxWarp>
            <a:noAutofit/>
          </a:bodyPr>
          <a:p>
            <a:pPr indent="0" algn="ctr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产研调度中心</a:t>
            </a:r>
            <a:endParaRPr lang="zh-CN" altLang="en-US" sz="1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67" name="组合 66"/>
          <p:cNvGrpSpPr/>
          <p:nvPr/>
        </p:nvGrpSpPr>
        <p:grpSpPr>
          <a:xfrm>
            <a:off x="3267710" y="4166870"/>
            <a:ext cx="2200910" cy="2480310"/>
            <a:chOff x="5146" y="6562"/>
            <a:chExt cx="3466" cy="3906"/>
          </a:xfrm>
        </p:grpSpPr>
        <p:sp>
          <p:nvSpPr>
            <p:cNvPr id="63" name="文本框 62"/>
            <p:cNvSpPr txBox="1"/>
            <p:nvPr/>
          </p:nvSpPr>
          <p:spPr>
            <a:xfrm rot="17460000">
              <a:off x="4589" y="7119"/>
              <a:ext cx="3469" cy="2354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>
                  <a:gd name="adj" fmla="val 10148498"/>
                </a:avLst>
              </a:prstTxWarp>
              <a:noAutofit/>
            </a:bodyPr>
            <a:p>
              <a:pPr indent="0" algn="ctr" fontAlgn="auto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需要多少人</a:t>
              </a:r>
              <a:endParaRPr lang="zh-CN" altLang="en-US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64" name="文本框 63"/>
            <p:cNvSpPr txBox="1"/>
            <p:nvPr/>
          </p:nvSpPr>
          <p:spPr>
            <a:xfrm rot="17280000">
              <a:off x="5005" y="7287"/>
              <a:ext cx="3469" cy="2354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>
                  <a:gd name="adj" fmla="val 10148498"/>
                </a:avLst>
              </a:prstTxWarp>
              <a:noAutofit/>
            </a:bodyPr>
            <a:p>
              <a:pPr indent="0" algn="ctr" fontAlgn="auto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>
                  <a:solidFill>
                    <a:schemeClr val="bg1">
                      <a:alpha val="8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劳动力规划</a:t>
              </a:r>
              <a:endParaRPr lang="zh-CN" altLang="en-US" sz="1200">
                <a:solidFill>
                  <a:schemeClr val="bg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65" name="文本框 64"/>
            <p:cNvSpPr txBox="1"/>
            <p:nvPr/>
          </p:nvSpPr>
          <p:spPr>
            <a:xfrm rot="17280000">
              <a:off x="5349" y="7410"/>
              <a:ext cx="3469" cy="2354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>
                  <a:gd name="adj" fmla="val 10148498"/>
                </a:avLst>
              </a:prstTxWarp>
              <a:noAutofit/>
            </a:bodyPr>
            <a:p>
              <a:pPr indent="0" algn="ctr" fontAlgn="auto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>
                  <a:solidFill>
                    <a:schemeClr val="bg1">
                      <a:alpha val="8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智能排班云</a:t>
              </a:r>
              <a:endParaRPr lang="zh-CN" altLang="en-US" sz="1200">
                <a:solidFill>
                  <a:schemeClr val="bg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66" name="文本框 65"/>
            <p:cNvSpPr txBox="1"/>
            <p:nvPr/>
          </p:nvSpPr>
          <p:spPr>
            <a:xfrm rot="17280000">
              <a:off x="5701" y="7557"/>
              <a:ext cx="3469" cy="2354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>
                  <a:gd name="adj" fmla="val 10148498"/>
                </a:avLst>
              </a:prstTxWarp>
              <a:noAutofit/>
            </a:bodyPr>
            <a:p>
              <a:pPr indent="0" algn="ctr" fontAlgn="auto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>
                  <a:solidFill>
                    <a:schemeClr val="bg1">
                      <a:alpha val="8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人效轻咨询</a:t>
              </a:r>
              <a:endParaRPr lang="zh-CN" altLang="en-US" sz="1200">
                <a:solidFill>
                  <a:schemeClr val="bg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69" name="组合 68"/>
          <p:cNvGrpSpPr/>
          <p:nvPr/>
        </p:nvGrpSpPr>
        <p:grpSpPr>
          <a:xfrm rot="1920000">
            <a:off x="4008701" y="3123660"/>
            <a:ext cx="1999615" cy="2374900"/>
            <a:chOff x="5147" y="6562"/>
            <a:chExt cx="3149" cy="3740"/>
          </a:xfrm>
        </p:grpSpPr>
        <p:sp>
          <p:nvSpPr>
            <p:cNvPr id="70" name="文本框 69"/>
            <p:cNvSpPr txBox="1"/>
            <p:nvPr/>
          </p:nvSpPr>
          <p:spPr>
            <a:xfrm rot="17460000">
              <a:off x="4589" y="7119"/>
              <a:ext cx="3469" cy="2354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>
                  <a:gd name="adj" fmla="val 10148498"/>
                </a:avLst>
              </a:prstTxWarp>
              <a:noAutofit/>
            </a:bodyPr>
            <a:p>
              <a:pPr indent="0" algn="ctr" fontAlgn="auto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实际多少人</a:t>
              </a:r>
              <a:endParaRPr lang="zh-CN" altLang="en-US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71" name="文本框 70"/>
            <p:cNvSpPr txBox="1"/>
            <p:nvPr/>
          </p:nvSpPr>
          <p:spPr>
            <a:xfrm rot="17280000">
              <a:off x="5005" y="7287"/>
              <a:ext cx="3469" cy="2354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>
                  <a:gd name="adj" fmla="val 10148498"/>
                </a:avLst>
              </a:prstTxWarp>
              <a:noAutofit/>
            </a:bodyPr>
            <a:p>
              <a:pPr indent="0" algn="ctr" fontAlgn="auto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>
                  <a:solidFill>
                    <a:schemeClr val="bg1">
                      <a:alpha val="8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实时考勤云</a:t>
              </a:r>
              <a:endParaRPr lang="zh-CN" altLang="en-US" sz="1200">
                <a:solidFill>
                  <a:schemeClr val="bg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 rot="17280000">
              <a:off x="5384" y="7390"/>
              <a:ext cx="3469" cy="2354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>
                  <a:gd name="adj" fmla="val 10148498"/>
                </a:avLst>
              </a:prstTxWarp>
              <a:noAutofit/>
            </a:bodyPr>
            <a:p>
              <a:pPr indent="0" algn="ctr" fontAlgn="auto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>
                  <a:solidFill>
                    <a:schemeClr val="bg1">
                      <a:alpha val="8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HRSSC</a:t>
              </a:r>
              <a:r>
                <a:rPr lang="zh-CN" altLang="en-US" sz="1200">
                  <a:solidFill>
                    <a:schemeClr val="bg1">
                      <a:alpha val="8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外包服务</a:t>
              </a:r>
              <a:endParaRPr lang="zh-CN" altLang="en-US" sz="1200">
                <a:solidFill>
                  <a:schemeClr val="bg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74" name="组合 73"/>
          <p:cNvGrpSpPr/>
          <p:nvPr/>
        </p:nvGrpSpPr>
        <p:grpSpPr>
          <a:xfrm rot="6660000">
            <a:off x="6194425" y="3117850"/>
            <a:ext cx="2200910" cy="2480310"/>
            <a:chOff x="5146" y="6562"/>
            <a:chExt cx="3466" cy="3906"/>
          </a:xfrm>
        </p:grpSpPr>
        <p:sp>
          <p:nvSpPr>
            <p:cNvPr id="75" name="文本框 74"/>
            <p:cNvSpPr txBox="1"/>
            <p:nvPr/>
          </p:nvSpPr>
          <p:spPr>
            <a:xfrm rot="17460000">
              <a:off x="4589" y="7119"/>
              <a:ext cx="3469" cy="2354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>
                  <a:gd name="adj" fmla="val 10148498"/>
                </a:avLst>
              </a:prstTxWarp>
              <a:noAutofit/>
            </a:bodyPr>
            <a:p>
              <a:pPr indent="0" algn="ctr" fontAlgn="auto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干的怎么样</a:t>
              </a:r>
              <a:endParaRPr lang="zh-CN" altLang="en-US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76" name="文本框 75"/>
            <p:cNvSpPr txBox="1"/>
            <p:nvPr/>
          </p:nvSpPr>
          <p:spPr>
            <a:xfrm rot="17280000">
              <a:off x="5005" y="7287"/>
              <a:ext cx="3469" cy="2354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>
                  <a:gd name="adj" fmla="val 10148498"/>
                </a:avLst>
              </a:prstTxWarp>
              <a:noAutofit/>
            </a:bodyPr>
            <a:p>
              <a:pPr indent="0" algn="ctr" fontAlgn="auto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>
                  <a:solidFill>
                    <a:schemeClr val="bg1">
                      <a:alpha val="8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技能管理云</a:t>
              </a:r>
              <a:endParaRPr lang="zh-CN" altLang="en-US" sz="1200">
                <a:solidFill>
                  <a:schemeClr val="bg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78" name="文本框 77"/>
            <p:cNvSpPr txBox="1"/>
            <p:nvPr/>
          </p:nvSpPr>
          <p:spPr>
            <a:xfrm rot="17280000">
              <a:off x="5349" y="7410"/>
              <a:ext cx="3469" cy="2354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>
                  <a:gd name="adj" fmla="val 10148498"/>
                </a:avLst>
              </a:prstTxWarp>
              <a:noAutofit/>
            </a:bodyPr>
            <a:p>
              <a:pPr indent="0" algn="ctr" fontAlgn="auto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>
                  <a:solidFill>
                    <a:schemeClr val="bg1">
                      <a:alpha val="8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激励薪酬云</a:t>
              </a:r>
              <a:endParaRPr lang="zh-CN" altLang="en-US" sz="1200">
                <a:solidFill>
                  <a:schemeClr val="bg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79" name="文本框 78"/>
            <p:cNvSpPr txBox="1"/>
            <p:nvPr/>
          </p:nvSpPr>
          <p:spPr>
            <a:xfrm rot="17340000">
              <a:off x="5701" y="7557"/>
              <a:ext cx="3469" cy="2354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>
                  <a:gd name="adj" fmla="val 10148498"/>
                </a:avLst>
              </a:prstTxWarp>
              <a:noAutofit/>
            </a:bodyPr>
            <a:p>
              <a:pPr indent="0" algn="ctr" fontAlgn="auto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>
                  <a:solidFill>
                    <a:schemeClr val="bg1">
                      <a:alpha val="8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日薪周薪发放服务</a:t>
              </a:r>
              <a:endParaRPr lang="zh-CN" altLang="en-US" sz="1200">
                <a:solidFill>
                  <a:schemeClr val="bg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80" name="组合 79"/>
          <p:cNvGrpSpPr/>
          <p:nvPr/>
        </p:nvGrpSpPr>
        <p:grpSpPr>
          <a:xfrm rot="9120000">
            <a:off x="6866890" y="4006850"/>
            <a:ext cx="2200910" cy="2480310"/>
            <a:chOff x="5146" y="6562"/>
            <a:chExt cx="3466" cy="3906"/>
          </a:xfrm>
        </p:grpSpPr>
        <p:sp>
          <p:nvSpPr>
            <p:cNvPr id="81" name="文本框 80"/>
            <p:cNvSpPr txBox="1"/>
            <p:nvPr/>
          </p:nvSpPr>
          <p:spPr>
            <a:xfrm rot="17460000">
              <a:off x="4589" y="7119"/>
              <a:ext cx="3469" cy="2354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>
                  <a:gd name="adj" fmla="val 10148498"/>
                </a:avLst>
              </a:prstTxWarp>
              <a:noAutofit/>
            </a:bodyPr>
            <a:p>
              <a:pPr indent="0" algn="ctr" fontAlgn="auto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怎样找到人</a:t>
              </a:r>
              <a:endParaRPr lang="zh-CN" altLang="en-US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82" name="文本框 81"/>
            <p:cNvSpPr txBox="1"/>
            <p:nvPr/>
          </p:nvSpPr>
          <p:spPr>
            <a:xfrm rot="17280000">
              <a:off x="5005" y="7287"/>
              <a:ext cx="3469" cy="2354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>
                  <a:gd name="adj" fmla="val 10148498"/>
                </a:avLst>
              </a:prstTxWarp>
              <a:noAutofit/>
            </a:bodyPr>
            <a:p>
              <a:pPr indent="0" algn="ctr" fontAlgn="auto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>
                  <a:solidFill>
                    <a:schemeClr val="bg1">
                      <a:alpha val="8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零工管家云</a:t>
              </a:r>
              <a:endParaRPr lang="zh-CN" altLang="en-US" sz="1200">
                <a:solidFill>
                  <a:schemeClr val="bg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83" name="文本框 82"/>
            <p:cNvSpPr txBox="1"/>
            <p:nvPr/>
          </p:nvSpPr>
          <p:spPr>
            <a:xfrm rot="17280000">
              <a:off x="5349" y="7410"/>
              <a:ext cx="3469" cy="2354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>
                  <a:gd name="adj" fmla="val 10148498"/>
                </a:avLst>
              </a:prstTxWarp>
              <a:noAutofit/>
            </a:bodyPr>
            <a:p>
              <a:pPr indent="0" algn="ctr" fontAlgn="auto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>
                  <a:solidFill>
                    <a:schemeClr val="bg1">
                      <a:alpha val="8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RPO+BPO</a:t>
              </a:r>
              <a:r>
                <a:rPr lang="zh-CN" altLang="en-US" sz="1200">
                  <a:solidFill>
                    <a:schemeClr val="bg1">
                      <a:alpha val="8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服务</a:t>
              </a:r>
              <a:endParaRPr lang="zh-CN" altLang="en-US" sz="1200">
                <a:solidFill>
                  <a:schemeClr val="bg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84" name="文本框 83"/>
            <p:cNvSpPr txBox="1"/>
            <p:nvPr/>
          </p:nvSpPr>
          <p:spPr>
            <a:xfrm rot="17340000">
              <a:off x="5701" y="7557"/>
              <a:ext cx="3469" cy="2354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>
                  <a:gd name="adj" fmla="val 10148498"/>
                </a:avLst>
              </a:prstTxWarp>
              <a:noAutofit/>
            </a:bodyPr>
            <a:p>
              <a:pPr indent="0" algn="ctr" fontAlgn="auto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</a:pPr>
              <a:endParaRPr lang="zh-CN" altLang="en-US" sz="1200">
                <a:solidFill>
                  <a:schemeClr val="bg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85" name="组合 84"/>
          <p:cNvGrpSpPr/>
          <p:nvPr/>
        </p:nvGrpSpPr>
        <p:grpSpPr>
          <a:xfrm rot="4140000">
            <a:off x="5087620" y="2739390"/>
            <a:ext cx="2200910" cy="2480310"/>
            <a:chOff x="5146" y="6562"/>
            <a:chExt cx="3466" cy="3906"/>
          </a:xfrm>
        </p:grpSpPr>
        <p:sp>
          <p:nvSpPr>
            <p:cNvPr id="86" name="文本框 85"/>
            <p:cNvSpPr txBox="1"/>
            <p:nvPr/>
          </p:nvSpPr>
          <p:spPr>
            <a:xfrm rot="17460000">
              <a:off x="4589" y="7119"/>
              <a:ext cx="3469" cy="2354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>
                  <a:gd name="adj" fmla="val 10148498"/>
                </a:avLst>
              </a:prstTxWarp>
              <a:noAutofit/>
            </a:bodyPr>
            <a:p>
              <a:pPr indent="0" algn="ctr" fontAlgn="auto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精益人效</a:t>
              </a:r>
              <a:endParaRPr lang="zh-CN" altLang="en-US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87" name="文本框 86"/>
            <p:cNvSpPr txBox="1"/>
            <p:nvPr/>
          </p:nvSpPr>
          <p:spPr>
            <a:xfrm rot="17460000">
              <a:off x="5005" y="7287"/>
              <a:ext cx="3469" cy="2354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>
                  <a:gd name="adj" fmla="val 10148498"/>
                </a:avLst>
              </a:prstTxWarp>
              <a:noAutofit/>
            </a:bodyPr>
            <a:p>
              <a:pPr indent="0" algn="ctr" fontAlgn="auto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>
                  <a:solidFill>
                    <a:schemeClr val="bg1">
                      <a:alpha val="8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数据驱动为核心</a:t>
              </a:r>
              <a:endParaRPr lang="zh-CN" altLang="en-US" sz="1200">
                <a:solidFill>
                  <a:schemeClr val="bg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88" name="文本框 87"/>
            <p:cNvSpPr txBox="1"/>
            <p:nvPr/>
          </p:nvSpPr>
          <p:spPr>
            <a:xfrm rot="17460000">
              <a:off x="5349" y="7410"/>
              <a:ext cx="3469" cy="2354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>
                  <a:gd name="adj" fmla="val 10148498"/>
                </a:avLst>
              </a:prstTxWarp>
              <a:noAutofit/>
            </a:bodyPr>
            <a:p>
              <a:pPr indent="0" algn="ctr" fontAlgn="auto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>
                  <a:solidFill>
                    <a:schemeClr val="bg1">
                      <a:alpha val="8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实时可量化为核心</a:t>
              </a:r>
              <a:endParaRPr lang="zh-CN" altLang="en-US" sz="1200">
                <a:solidFill>
                  <a:schemeClr val="bg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89" name="文本框 88"/>
            <p:cNvSpPr txBox="1"/>
            <p:nvPr/>
          </p:nvSpPr>
          <p:spPr>
            <a:xfrm rot="17460000">
              <a:off x="5701" y="7557"/>
              <a:ext cx="3469" cy="2354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>
                  <a:gd name="adj" fmla="val 10148498"/>
                </a:avLst>
              </a:prstTxWarp>
              <a:noAutofit/>
            </a:bodyPr>
            <a:p>
              <a:pPr indent="0" algn="ctr" fontAlgn="auto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>
                  <a:solidFill>
                    <a:schemeClr val="bg1">
                      <a:alpha val="8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劳动力全周期管理</a:t>
              </a:r>
              <a:endParaRPr lang="zh-CN" altLang="en-US" sz="1200">
                <a:solidFill>
                  <a:schemeClr val="bg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91" name="文本框 90"/>
          <p:cNvSpPr txBox="1"/>
          <p:nvPr/>
        </p:nvSpPr>
        <p:spPr>
          <a:xfrm rot="21600000">
            <a:off x="5089525" y="2235835"/>
            <a:ext cx="2202815" cy="681355"/>
          </a:xfrm>
          <a:prstGeom prst="rect">
            <a:avLst/>
          </a:prstGeom>
          <a:noFill/>
        </p:spPr>
        <p:txBody>
          <a:bodyPr wrap="square" rtlCol="0">
            <a:prstTxWarp prst="textArchUp">
              <a:avLst>
                <a:gd name="adj" fmla="val 10148498"/>
              </a:avLst>
            </a:prstTxWarp>
            <a:noAutofit/>
          </a:bodyPr>
          <a:p>
            <a:pPr indent="0" algn="ctr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软件</a:t>
            </a:r>
            <a:r>
              <a:rPr lang="en-US" altLang="zh-CN" sz="1400" b="1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lang="zh-CN" altLang="en-US" sz="1400" b="1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服务全面提效方案</a:t>
            </a:r>
            <a:endParaRPr lang="zh-CN" altLang="en-US" sz="1400" b="1">
              <a:solidFill>
                <a:schemeClr val="accent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18" name="组合 117"/>
          <p:cNvGrpSpPr/>
          <p:nvPr/>
        </p:nvGrpSpPr>
        <p:grpSpPr>
          <a:xfrm rot="7020000">
            <a:off x="6640706" y="1849782"/>
            <a:ext cx="3588385" cy="4449445"/>
            <a:chOff x="2635" y="3475"/>
            <a:chExt cx="5651" cy="7007"/>
          </a:xfrm>
        </p:grpSpPr>
        <p:grpSp>
          <p:nvGrpSpPr>
            <p:cNvPr id="101" name="组合 100"/>
            <p:cNvGrpSpPr/>
            <p:nvPr/>
          </p:nvGrpSpPr>
          <p:grpSpPr>
            <a:xfrm>
              <a:off x="2635" y="6917"/>
              <a:ext cx="2741" cy="3565"/>
              <a:chOff x="2635" y="6917"/>
              <a:chExt cx="2741" cy="3565"/>
            </a:xfrm>
          </p:grpSpPr>
          <p:sp>
            <p:nvSpPr>
              <p:cNvPr id="95" name="文本框 94"/>
              <p:cNvSpPr txBox="1"/>
              <p:nvPr/>
            </p:nvSpPr>
            <p:spPr>
              <a:xfrm rot="16620000">
                <a:off x="2077" y="7474"/>
                <a:ext cx="3469" cy="2354"/>
              </a:xfrm>
              <a:prstGeom prst="rect">
                <a:avLst/>
              </a:prstGeom>
              <a:noFill/>
            </p:spPr>
            <p:txBody>
              <a:bodyPr wrap="square" rtlCol="0">
                <a:prstTxWarp prst="textArchUp">
                  <a:avLst>
                    <a:gd name="adj" fmla="val 10148498"/>
                  </a:avLst>
                </a:prstTxWarp>
                <a:noAutofit/>
              </a:bodyPr>
              <a:p>
                <a:pPr indent="0" algn="ctr" fontAlgn="auto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400" b="1">
                    <a:solidFill>
                      <a:schemeClr val="accent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公众平台</a:t>
                </a:r>
                <a:endParaRPr lang="zh-CN" altLang="en-US" sz="1400" b="1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100" name="文本框 99"/>
              <p:cNvSpPr txBox="1"/>
              <p:nvPr/>
            </p:nvSpPr>
            <p:spPr>
              <a:xfrm rot="16500000">
                <a:off x="2464" y="7570"/>
                <a:ext cx="3469" cy="2354"/>
              </a:xfrm>
              <a:prstGeom prst="rect">
                <a:avLst/>
              </a:prstGeom>
              <a:noFill/>
            </p:spPr>
            <p:txBody>
              <a:bodyPr wrap="square" rtlCol="0">
                <a:prstTxWarp prst="textArchUp">
                  <a:avLst>
                    <a:gd name="adj" fmla="val 10148498"/>
                  </a:avLst>
                </a:prstTxWarp>
                <a:noAutofit/>
              </a:bodyPr>
              <a:p>
                <a:pPr indent="0" algn="ctr" fontAlgn="auto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200">
                    <a:solidFill>
                      <a:schemeClr val="tx2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人资在线学院</a:t>
                </a:r>
                <a:endParaRPr lang="zh-CN" altLang="en-US" sz="120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102" name="组合 101"/>
            <p:cNvGrpSpPr/>
            <p:nvPr/>
          </p:nvGrpSpPr>
          <p:grpSpPr>
            <a:xfrm rot="1260000">
              <a:off x="2945" y="5186"/>
              <a:ext cx="2885" cy="3552"/>
              <a:chOff x="2452" y="6835"/>
              <a:chExt cx="2885" cy="3552"/>
            </a:xfrm>
          </p:grpSpPr>
          <p:sp>
            <p:nvSpPr>
              <p:cNvPr id="103" name="文本框 102"/>
              <p:cNvSpPr txBox="1"/>
              <p:nvPr/>
            </p:nvSpPr>
            <p:spPr>
              <a:xfrm rot="16440000">
                <a:off x="1894" y="7392"/>
                <a:ext cx="3469" cy="2354"/>
              </a:xfrm>
              <a:prstGeom prst="rect">
                <a:avLst/>
              </a:prstGeom>
              <a:noFill/>
            </p:spPr>
            <p:txBody>
              <a:bodyPr wrap="square" rtlCol="0">
                <a:prstTxWarp prst="textArchUp">
                  <a:avLst>
                    <a:gd name="adj" fmla="val 10148498"/>
                  </a:avLst>
                </a:prstTxWarp>
                <a:noAutofit/>
              </a:bodyPr>
              <a:p>
                <a:pPr indent="0" algn="ctr" fontAlgn="auto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400" b="1">
                    <a:solidFill>
                      <a:schemeClr val="accent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主题大会</a:t>
                </a:r>
                <a:endParaRPr lang="zh-CN" altLang="en-US" sz="1400" b="1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105" name="文本框 104"/>
              <p:cNvSpPr txBox="1"/>
              <p:nvPr/>
            </p:nvSpPr>
            <p:spPr>
              <a:xfrm rot="16380000">
                <a:off x="2425" y="7475"/>
                <a:ext cx="3469" cy="2354"/>
              </a:xfrm>
              <a:prstGeom prst="rect">
                <a:avLst/>
              </a:prstGeom>
              <a:noFill/>
            </p:spPr>
            <p:txBody>
              <a:bodyPr wrap="square" rtlCol="0">
                <a:prstTxWarp prst="textArchUp">
                  <a:avLst>
                    <a:gd name="adj" fmla="val 10148498"/>
                  </a:avLst>
                </a:prstTxWarp>
                <a:noAutofit/>
              </a:bodyPr>
              <a:p>
                <a:pPr indent="0" algn="ctr" fontAlgn="auto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200">
                    <a:solidFill>
                      <a:schemeClr val="tx2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劳动力管理大会</a:t>
                </a:r>
                <a:endParaRPr lang="zh-CN" altLang="en-US" sz="120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109" name="组合 108"/>
            <p:cNvGrpSpPr/>
            <p:nvPr/>
          </p:nvGrpSpPr>
          <p:grpSpPr>
            <a:xfrm rot="2100000">
              <a:off x="3951" y="3649"/>
              <a:ext cx="2790" cy="3595"/>
              <a:chOff x="2475" y="6841"/>
              <a:chExt cx="2790" cy="3595"/>
            </a:xfrm>
          </p:grpSpPr>
          <p:sp>
            <p:nvSpPr>
              <p:cNvPr id="110" name="文本框 109"/>
              <p:cNvSpPr txBox="1"/>
              <p:nvPr/>
            </p:nvSpPr>
            <p:spPr>
              <a:xfrm rot="16620000">
                <a:off x="1917" y="7398"/>
                <a:ext cx="3469" cy="2354"/>
              </a:xfrm>
              <a:prstGeom prst="rect">
                <a:avLst/>
              </a:prstGeom>
              <a:noFill/>
            </p:spPr>
            <p:txBody>
              <a:bodyPr wrap="square" rtlCol="0">
                <a:prstTxWarp prst="textArchUp">
                  <a:avLst>
                    <a:gd name="adj" fmla="val 10148498"/>
                  </a:avLst>
                </a:prstTxWarp>
                <a:noAutofit/>
              </a:bodyPr>
              <a:p>
                <a:pPr indent="0" algn="ctr" fontAlgn="auto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400" b="1">
                    <a:solidFill>
                      <a:schemeClr val="accent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高峰论坛</a:t>
                </a:r>
                <a:endParaRPr lang="zh-CN" altLang="en-US" sz="1400" b="1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111" name="文本框 110"/>
              <p:cNvSpPr txBox="1"/>
              <p:nvPr/>
            </p:nvSpPr>
            <p:spPr>
              <a:xfrm rot="16560000">
                <a:off x="2353" y="7524"/>
                <a:ext cx="3469" cy="2354"/>
              </a:xfrm>
              <a:prstGeom prst="rect">
                <a:avLst/>
              </a:prstGeom>
              <a:noFill/>
            </p:spPr>
            <p:txBody>
              <a:bodyPr wrap="square" rtlCol="0">
                <a:prstTxWarp prst="textArchUp">
                  <a:avLst>
                    <a:gd name="adj" fmla="val 10148498"/>
                  </a:avLst>
                </a:prstTxWarp>
                <a:noAutofit/>
              </a:bodyPr>
              <a:p>
                <a:pPr indent="0" algn="ctr" fontAlgn="auto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200">
                    <a:solidFill>
                      <a:schemeClr val="tx2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人力资源论坛</a:t>
                </a:r>
                <a:endParaRPr lang="zh-CN" altLang="en-US" sz="120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sp>
          <p:nvSpPr>
            <p:cNvPr id="116" name="文本框 115"/>
            <p:cNvSpPr txBox="1"/>
            <p:nvPr/>
          </p:nvSpPr>
          <p:spPr>
            <a:xfrm rot="19740000">
              <a:off x="4817" y="3475"/>
              <a:ext cx="3469" cy="2354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>
                  <a:gd name="adj" fmla="val 10148498"/>
                </a:avLst>
              </a:prstTxWarp>
              <a:noAutofit/>
            </a:bodyPr>
            <a:p>
              <a:pPr indent="0" algn="ctr" fontAlgn="auto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人效研究院</a:t>
              </a:r>
              <a:endParaRPr lang="zh-CN" altLang="en-US" sz="12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28" name="组合 127"/>
          <p:cNvGrpSpPr/>
          <p:nvPr/>
        </p:nvGrpSpPr>
        <p:grpSpPr>
          <a:xfrm>
            <a:off x="1804670" y="1927225"/>
            <a:ext cx="3684270" cy="4653280"/>
            <a:chOff x="2802" y="2785"/>
            <a:chExt cx="5802" cy="7328"/>
          </a:xfrm>
        </p:grpSpPr>
        <p:grpSp>
          <p:nvGrpSpPr>
            <p:cNvPr id="129" name="组合 128"/>
            <p:cNvGrpSpPr/>
            <p:nvPr/>
          </p:nvGrpSpPr>
          <p:grpSpPr>
            <a:xfrm>
              <a:off x="2802" y="6514"/>
              <a:ext cx="2721" cy="3599"/>
              <a:chOff x="2802" y="6514"/>
              <a:chExt cx="2721" cy="3599"/>
            </a:xfrm>
          </p:grpSpPr>
          <p:sp>
            <p:nvSpPr>
              <p:cNvPr id="130" name="文本框 129"/>
              <p:cNvSpPr txBox="1"/>
              <p:nvPr/>
            </p:nvSpPr>
            <p:spPr>
              <a:xfrm rot="16620000">
                <a:off x="2244" y="7071"/>
                <a:ext cx="3469" cy="2354"/>
              </a:xfrm>
              <a:prstGeom prst="rect">
                <a:avLst/>
              </a:prstGeom>
              <a:noFill/>
            </p:spPr>
            <p:txBody>
              <a:bodyPr wrap="square" rtlCol="0">
                <a:prstTxWarp prst="textArchUp">
                  <a:avLst>
                    <a:gd name="adj" fmla="val 10148498"/>
                  </a:avLst>
                </a:prstTxWarp>
                <a:noAutofit/>
              </a:bodyPr>
              <a:p>
                <a:pPr indent="0" algn="ctr" fontAlgn="auto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400" b="1">
                    <a:solidFill>
                      <a:schemeClr val="accent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战略</a:t>
                </a:r>
                <a:endParaRPr lang="zh-CN" altLang="en-US" sz="1400" b="1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131" name="文本框 130"/>
              <p:cNvSpPr txBox="1"/>
              <p:nvPr/>
            </p:nvSpPr>
            <p:spPr>
              <a:xfrm rot="16740000">
                <a:off x="2611" y="7201"/>
                <a:ext cx="3469" cy="2354"/>
              </a:xfrm>
              <a:prstGeom prst="rect">
                <a:avLst/>
              </a:prstGeom>
              <a:noFill/>
            </p:spPr>
            <p:txBody>
              <a:bodyPr wrap="square" rtlCol="0">
                <a:prstTxWarp prst="textArchUp">
                  <a:avLst>
                    <a:gd name="adj" fmla="val 10148498"/>
                  </a:avLst>
                </a:prstTxWarp>
                <a:noAutofit/>
              </a:bodyPr>
              <a:p>
                <a:pPr indent="0" algn="ctr" fontAlgn="auto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200">
                    <a:solidFill>
                      <a:schemeClr val="tx2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战略聚焦</a:t>
                </a:r>
                <a:endParaRPr lang="zh-CN" altLang="en-US" sz="120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132" name="组合 131"/>
            <p:cNvGrpSpPr/>
            <p:nvPr/>
          </p:nvGrpSpPr>
          <p:grpSpPr>
            <a:xfrm rot="1260000">
              <a:off x="3268" y="4989"/>
              <a:ext cx="2764" cy="3503"/>
              <a:chOff x="2678" y="6558"/>
              <a:chExt cx="2764" cy="3503"/>
            </a:xfrm>
          </p:grpSpPr>
          <p:sp>
            <p:nvSpPr>
              <p:cNvPr id="133" name="文本框 132"/>
              <p:cNvSpPr txBox="1"/>
              <p:nvPr/>
            </p:nvSpPr>
            <p:spPr>
              <a:xfrm rot="16620000">
                <a:off x="2120" y="7149"/>
                <a:ext cx="3469" cy="2354"/>
              </a:xfrm>
              <a:prstGeom prst="rect">
                <a:avLst/>
              </a:prstGeom>
              <a:noFill/>
            </p:spPr>
            <p:txBody>
              <a:bodyPr wrap="square" rtlCol="0">
                <a:prstTxWarp prst="textArchUp">
                  <a:avLst>
                    <a:gd name="adj" fmla="val 10148498"/>
                  </a:avLst>
                </a:prstTxWarp>
                <a:noAutofit/>
              </a:bodyPr>
              <a:p>
                <a:pPr indent="0" algn="ctr" fontAlgn="auto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400" b="1">
                    <a:solidFill>
                      <a:schemeClr val="accent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组织</a:t>
                </a:r>
                <a:endParaRPr lang="zh-CN" altLang="en-US" sz="1400" b="1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134" name="文本框 133"/>
              <p:cNvSpPr txBox="1"/>
              <p:nvPr/>
            </p:nvSpPr>
            <p:spPr>
              <a:xfrm rot="16500000">
                <a:off x="2530" y="7115"/>
                <a:ext cx="3469" cy="2354"/>
              </a:xfrm>
              <a:prstGeom prst="rect">
                <a:avLst/>
              </a:prstGeom>
              <a:noFill/>
            </p:spPr>
            <p:txBody>
              <a:bodyPr wrap="square" rtlCol="0">
                <a:prstTxWarp prst="textArchUp">
                  <a:avLst>
                    <a:gd name="adj" fmla="val 10148498"/>
                  </a:avLst>
                </a:prstTxWarp>
                <a:noAutofit/>
              </a:bodyPr>
              <a:p>
                <a:pPr indent="0" algn="ctr" fontAlgn="auto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200">
                    <a:solidFill>
                      <a:schemeClr val="tx2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流程驱动</a:t>
                </a:r>
                <a:endParaRPr lang="zh-CN" altLang="en-US" sz="120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135" name="组合 134"/>
            <p:cNvGrpSpPr/>
            <p:nvPr/>
          </p:nvGrpSpPr>
          <p:grpSpPr>
            <a:xfrm rot="2100000">
              <a:off x="4161" y="3504"/>
              <a:ext cx="2776" cy="3504"/>
              <a:chOff x="2539" y="6614"/>
              <a:chExt cx="2776" cy="3504"/>
            </a:xfrm>
          </p:grpSpPr>
          <p:sp>
            <p:nvSpPr>
              <p:cNvPr id="136" name="文本框 135"/>
              <p:cNvSpPr txBox="1"/>
              <p:nvPr/>
            </p:nvSpPr>
            <p:spPr>
              <a:xfrm rot="16620000">
                <a:off x="1981" y="7171"/>
                <a:ext cx="3469" cy="2354"/>
              </a:xfrm>
              <a:prstGeom prst="rect">
                <a:avLst/>
              </a:prstGeom>
              <a:noFill/>
            </p:spPr>
            <p:txBody>
              <a:bodyPr wrap="square" rtlCol="0">
                <a:prstTxWarp prst="textArchUp">
                  <a:avLst>
                    <a:gd name="adj" fmla="val 10148498"/>
                  </a:avLst>
                </a:prstTxWarp>
                <a:noAutofit/>
              </a:bodyPr>
              <a:p>
                <a:pPr indent="0" algn="ctr" fontAlgn="auto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400" b="1">
                    <a:solidFill>
                      <a:schemeClr val="accent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人才</a:t>
                </a:r>
                <a:endParaRPr lang="zh-CN" altLang="en-US" sz="1400" b="1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137" name="文本框 136"/>
              <p:cNvSpPr txBox="1"/>
              <p:nvPr/>
            </p:nvSpPr>
            <p:spPr>
              <a:xfrm rot="16560000">
                <a:off x="2403" y="7206"/>
                <a:ext cx="3469" cy="2354"/>
              </a:xfrm>
              <a:prstGeom prst="rect">
                <a:avLst/>
              </a:prstGeom>
              <a:noFill/>
            </p:spPr>
            <p:txBody>
              <a:bodyPr wrap="square" rtlCol="0">
                <a:prstTxWarp prst="textArchUp">
                  <a:avLst>
                    <a:gd name="adj" fmla="val 10148498"/>
                  </a:avLst>
                </a:prstTxWarp>
                <a:noAutofit/>
              </a:bodyPr>
              <a:p>
                <a:pPr indent="0" algn="ctr" fontAlgn="auto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200">
                    <a:solidFill>
                      <a:schemeClr val="tx2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激活人才</a:t>
                </a:r>
                <a:endParaRPr lang="zh-CN" altLang="en-US" sz="120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138" name="组合 137"/>
            <p:cNvGrpSpPr/>
            <p:nvPr/>
          </p:nvGrpSpPr>
          <p:grpSpPr>
            <a:xfrm rot="3300000">
              <a:off x="5465" y="2450"/>
              <a:ext cx="2804" cy="3474"/>
              <a:chOff x="2455" y="6477"/>
              <a:chExt cx="2804" cy="3474"/>
            </a:xfrm>
          </p:grpSpPr>
          <p:sp>
            <p:nvSpPr>
              <p:cNvPr id="139" name="文本框 138"/>
              <p:cNvSpPr txBox="1"/>
              <p:nvPr/>
            </p:nvSpPr>
            <p:spPr>
              <a:xfrm rot="16620000">
                <a:off x="1897" y="7039"/>
                <a:ext cx="3469" cy="2354"/>
              </a:xfrm>
              <a:prstGeom prst="rect">
                <a:avLst/>
              </a:prstGeom>
              <a:noFill/>
            </p:spPr>
            <p:txBody>
              <a:bodyPr wrap="square" rtlCol="0">
                <a:prstTxWarp prst="textArchUp">
                  <a:avLst>
                    <a:gd name="adj" fmla="val 10148498"/>
                  </a:avLst>
                </a:prstTxWarp>
                <a:noAutofit/>
              </a:bodyPr>
              <a:p>
                <a:pPr indent="0" algn="ctr" fontAlgn="auto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400" b="1">
                    <a:solidFill>
                      <a:schemeClr val="accent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人效</a:t>
                </a:r>
                <a:endParaRPr lang="zh-CN" altLang="en-US" sz="1400" b="1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140" name="文本框 139"/>
              <p:cNvSpPr txBox="1"/>
              <p:nvPr/>
            </p:nvSpPr>
            <p:spPr>
              <a:xfrm rot="16440000">
                <a:off x="2347" y="7034"/>
                <a:ext cx="3469" cy="2354"/>
              </a:xfrm>
              <a:prstGeom prst="rect">
                <a:avLst/>
              </a:prstGeom>
              <a:noFill/>
            </p:spPr>
            <p:txBody>
              <a:bodyPr wrap="square" rtlCol="0">
                <a:prstTxWarp prst="textArchUp">
                  <a:avLst>
                    <a:gd name="adj" fmla="val 10148498"/>
                  </a:avLst>
                </a:prstTxWarp>
                <a:noAutofit/>
              </a:bodyPr>
              <a:p>
                <a:pPr indent="0" algn="ctr" fontAlgn="auto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200">
                    <a:solidFill>
                      <a:schemeClr val="tx2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精益人效</a:t>
                </a:r>
                <a:endParaRPr lang="zh-CN" altLang="en-US" sz="120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</p:grpSp>
      <p:sp>
        <p:nvSpPr>
          <p:cNvPr id="157" name="文本框 156"/>
          <p:cNvSpPr txBox="1"/>
          <p:nvPr/>
        </p:nvSpPr>
        <p:spPr>
          <a:xfrm rot="26940000">
            <a:off x="8646736" y="4562304"/>
            <a:ext cx="2202815" cy="1494790"/>
          </a:xfrm>
          <a:prstGeom prst="rect">
            <a:avLst/>
          </a:prstGeom>
          <a:noFill/>
        </p:spPr>
        <p:txBody>
          <a:bodyPr wrap="square" rtlCol="0">
            <a:prstTxWarp prst="textArchUp">
              <a:avLst>
                <a:gd name="adj" fmla="val 10148498"/>
              </a:avLst>
            </a:prstTxWarp>
            <a:noAutofit/>
          </a:bodyPr>
          <a:p>
            <a:pPr indent="0" algn="ctr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研究机构</a:t>
            </a:r>
            <a:endParaRPr lang="zh-CN" altLang="en-US" sz="14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1" name="猫爪PPT-44"/>
          <p:cNvSpPr/>
          <p:nvPr/>
        </p:nvSpPr>
        <p:spPr>
          <a:xfrm rot="8423277" flipH="1">
            <a:off x="9672955" y="2632710"/>
            <a:ext cx="182880" cy="14605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rgbClr val="293462">
              <a:shade val="50000"/>
            </a:srgbClr>
          </a:lnRef>
          <a:fillRef idx="1">
            <a:srgbClr val="293462"/>
          </a:fillRef>
          <a:effectRef idx="0">
            <a:srgbClr val="293462"/>
          </a:effectRef>
          <a:fontRef idx="minor">
            <a:srgbClr val="FFFFFF"/>
          </a:fontRef>
        </p:style>
        <p:txBody>
          <a:bodyPr rtlCol="0" anchor="ctr"/>
          <a:lstStyle>
            <a:defPPr>
              <a:defRPr lang="zh-CN">
                <a:solidFill>
                  <a:srgbClr val="FFFFFF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cs typeface="+mn-ea"/>
            </a:endParaRPr>
          </a:p>
        </p:txBody>
      </p:sp>
      <p:sp>
        <p:nvSpPr>
          <p:cNvPr id="162" name="猫爪PPT-45"/>
          <p:cNvSpPr/>
          <p:nvPr/>
        </p:nvSpPr>
        <p:spPr>
          <a:xfrm rot="9994677" flipH="1">
            <a:off x="10872470" y="5139690"/>
            <a:ext cx="169545" cy="15748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rgbClr val="293462">
              <a:shade val="50000"/>
            </a:srgbClr>
          </a:lnRef>
          <a:fillRef idx="1">
            <a:srgbClr val="293462"/>
          </a:fillRef>
          <a:effectRef idx="0">
            <a:srgbClr val="293462"/>
          </a:effectRef>
          <a:fontRef idx="minor">
            <a:srgbClr val="FFFFFF"/>
          </a:fontRef>
        </p:style>
        <p:txBody>
          <a:bodyPr rtlCol="0" anchor="ctr"/>
          <a:lstStyle>
            <a:defPPr>
              <a:defRPr lang="zh-CN">
                <a:solidFill>
                  <a:srgbClr val="FFFFFF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cs typeface="+mn-ea"/>
            </a:endParaRPr>
          </a:p>
        </p:txBody>
      </p:sp>
      <p:sp>
        <p:nvSpPr>
          <p:cNvPr id="164" name="猫爪PPT-39"/>
          <p:cNvSpPr/>
          <p:nvPr/>
        </p:nvSpPr>
        <p:spPr>
          <a:xfrm rot="2662887" flipH="1">
            <a:off x="2567305" y="2526030"/>
            <a:ext cx="182880" cy="14605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rgbClr val="293462">
              <a:shade val="50000"/>
            </a:srgbClr>
          </a:lnRef>
          <a:fillRef idx="1">
            <a:srgbClr val="293462"/>
          </a:fillRef>
          <a:effectRef idx="0">
            <a:srgbClr val="293462"/>
          </a:effectRef>
          <a:fontRef idx="minor">
            <a:srgbClr val="FFFFFF"/>
          </a:fontRef>
        </p:style>
        <p:txBody>
          <a:bodyPr rtlCol="0" anchor="ctr"/>
          <a:lstStyle>
            <a:defPPr>
              <a:defRPr lang="zh-CN">
                <a:solidFill>
                  <a:srgbClr val="FFFFFF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cs typeface="+mn-ea"/>
            </a:endParaRPr>
          </a:p>
        </p:txBody>
      </p:sp>
      <p:sp>
        <p:nvSpPr>
          <p:cNvPr id="165" name="猫爪PPT-40"/>
          <p:cNvSpPr/>
          <p:nvPr/>
        </p:nvSpPr>
        <p:spPr>
          <a:xfrm rot="625972" flipH="1">
            <a:off x="1281430" y="5167630"/>
            <a:ext cx="169545" cy="15748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rgbClr val="293462">
              <a:shade val="50000"/>
            </a:srgbClr>
          </a:lnRef>
          <a:fillRef idx="1">
            <a:srgbClr val="293462"/>
          </a:fillRef>
          <a:effectRef idx="0">
            <a:srgbClr val="293462"/>
          </a:effectRef>
          <a:fontRef idx="minor">
            <a:srgbClr val="FFFFFF"/>
          </a:fontRef>
        </p:style>
        <p:txBody>
          <a:bodyPr rtlCol="0" anchor="ctr"/>
          <a:lstStyle>
            <a:defPPr>
              <a:defRPr lang="zh-CN">
                <a:solidFill>
                  <a:srgbClr val="FFFFFF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cs typeface="+mn-ea"/>
            </a:endParaRPr>
          </a:p>
        </p:txBody>
      </p:sp>
      <p:cxnSp>
        <p:nvCxnSpPr>
          <p:cNvPr id="167" name="猫爪PPT-34"/>
          <p:cNvCxnSpPr/>
          <p:nvPr/>
        </p:nvCxnSpPr>
        <p:spPr>
          <a:xfrm flipH="1" flipV="1">
            <a:off x="3204845" y="2148205"/>
            <a:ext cx="532765" cy="652780"/>
          </a:xfrm>
          <a:prstGeom prst="line">
            <a:avLst/>
          </a:prstGeom>
          <a:ln w="22225">
            <a:solidFill>
              <a:srgbClr val="293462"/>
            </a:solidFill>
            <a:prstDash val="dash"/>
            <a:tailEnd type="none"/>
          </a:ln>
        </p:spPr>
        <p:style>
          <a:lnRef idx="1">
            <a:srgbClr val="293462"/>
          </a:lnRef>
          <a:fillRef idx="0">
            <a:srgbClr val="293462"/>
          </a:fillRef>
          <a:effectRef idx="0">
            <a:srgbClr val="293462"/>
          </a:effectRef>
          <a:fontRef idx="minor">
            <a:srgbClr val="000000"/>
          </a:fontRef>
        </p:style>
      </p:cxnSp>
      <p:sp>
        <p:nvSpPr>
          <p:cNvPr id="168" name="猫爪PPT-43"/>
          <p:cNvSpPr>
            <a:spLocks noChangeAspect="1"/>
          </p:cNvSpPr>
          <p:nvPr/>
        </p:nvSpPr>
        <p:spPr>
          <a:xfrm>
            <a:off x="3134995" y="2045335"/>
            <a:ext cx="127635" cy="138430"/>
          </a:xfrm>
          <a:prstGeom prst="flowChartConnector">
            <a:avLst/>
          </a:prstGeom>
          <a:solidFill>
            <a:srgbClr val="FFFFFF"/>
          </a:solidFill>
          <a:ln w="15240">
            <a:solidFill>
              <a:schemeClr val="accent1"/>
            </a:solidFill>
          </a:ln>
          <a:effectLst>
            <a:outerShdw blurRad="50800" dist="38100" dir="2700000" algn="tl" rotWithShape="0">
              <a:schemeClr val="accent1">
                <a:alpha val="40000"/>
              </a:schemeClr>
            </a:outerShdw>
          </a:effectLst>
        </p:spPr>
        <p:style>
          <a:lnRef idx="2">
            <a:srgbClr val="293462">
              <a:shade val="15000"/>
            </a:srgbClr>
          </a:lnRef>
          <a:fillRef idx="1">
            <a:srgbClr val="293462"/>
          </a:fillRef>
          <a:effectRef idx="0">
            <a:srgbClr val="293462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cxnSp>
        <p:nvCxnSpPr>
          <p:cNvPr id="169" name="猫爪PPT-33"/>
          <p:cNvCxnSpPr/>
          <p:nvPr/>
        </p:nvCxnSpPr>
        <p:spPr>
          <a:xfrm flipH="1" flipV="1">
            <a:off x="2261235" y="3165475"/>
            <a:ext cx="668020" cy="471805"/>
          </a:xfrm>
          <a:prstGeom prst="line">
            <a:avLst/>
          </a:prstGeom>
          <a:ln w="22225">
            <a:solidFill>
              <a:srgbClr val="293462"/>
            </a:solidFill>
            <a:prstDash val="dash"/>
            <a:tailEnd type="none"/>
          </a:ln>
        </p:spPr>
        <p:style>
          <a:lnRef idx="1">
            <a:srgbClr val="293462"/>
          </a:lnRef>
          <a:fillRef idx="0">
            <a:srgbClr val="293462"/>
          </a:fillRef>
          <a:effectRef idx="0">
            <a:srgbClr val="293462"/>
          </a:effectRef>
          <a:fontRef idx="minor">
            <a:srgbClr val="000000"/>
          </a:fontRef>
        </p:style>
      </p:cxnSp>
      <p:sp>
        <p:nvSpPr>
          <p:cNvPr id="170" name="猫爪PPT-43"/>
          <p:cNvSpPr>
            <a:spLocks noChangeAspect="1"/>
          </p:cNvSpPr>
          <p:nvPr/>
        </p:nvSpPr>
        <p:spPr>
          <a:xfrm>
            <a:off x="2153285" y="3078480"/>
            <a:ext cx="127635" cy="138430"/>
          </a:xfrm>
          <a:prstGeom prst="flowChartConnector">
            <a:avLst/>
          </a:prstGeom>
          <a:solidFill>
            <a:srgbClr val="FFFFFF"/>
          </a:solidFill>
          <a:ln w="15240">
            <a:solidFill>
              <a:schemeClr val="accent1"/>
            </a:solidFill>
          </a:ln>
          <a:effectLst>
            <a:outerShdw blurRad="50800" dist="38100" dir="2700000" algn="tl" rotWithShape="0">
              <a:schemeClr val="accent1">
                <a:alpha val="40000"/>
              </a:schemeClr>
            </a:outerShdw>
          </a:effectLst>
        </p:spPr>
        <p:style>
          <a:lnRef idx="2">
            <a:srgbClr val="293462">
              <a:shade val="15000"/>
            </a:srgbClr>
          </a:lnRef>
          <a:fillRef idx="1">
            <a:srgbClr val="293462"/>
          </a:fillRef>
          <a:effectRef idx="0">
            <a:srgbClr val="293462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171" name="猫爪PPT-43"/>
          <p:cNvSpPr>
            <a:spLocks noChangeAspect="1"/>
          </p:cNvSpPr>
          <p:nvPr/>
        </p:nvSpPr>
        <p:spPr>
          <a:xfrm>
            <a:off x="1440180" y="4493895"/>
            <a:ext cx="127635" cy="138430"/>
          </a:xfrm>
          <a:prstGeom prst="flowChartConnector">
            <a:avLst/>
          </a:prstGeom>
          <a:solidFill>
            <a:srgbClr val="FFFFFF"/>
          </a:solidFill>
          <a:ln w="15240">
            <a:solidFill>
              <a:schemeClr val="accent1"/>
            </a:solidFill>
          </a:ln>
          <a:effectLst>
            <a:outerShdw blurRad="50800" dist="38100" dir="2700000" algn="tl" rotWithShape="0">
              <a:schemeClr val="accent1">
                <a:alpha val="40000"/>
              </a:schemeClr>
            </a:outerShdw>
          </a:effectLst>
        </p:spPr>
        <p:style>
          <a:lnRef idx="2">
            <a:srgbClr val="293462">
              <a:shade val="15000"/>
            </a:srgbClr>
          </a:lnRef>
          <a:fillRef idx="1">
            <a:srgbClr val="293462"/>
          </a:fillRef>
          <a:effectRef idx="0">
            <a:srgbClr val="293462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cxnSp>
        <p:nvCxnSpPr>
          <p:cNvPr id="172" name="猫爪PPT-33"/>
          <p:cNvCxnSpPr/>
          <p:nvPr/>
        </p:nvCxnSpPr>
        <p:spPr>
          <a:xfrm flipH="1" flipV="1">
            <a:off x="1567815" y="4591685"/>
            <a:ext cx="819150" cy="282575"/>
          </a:xfrm>
          <a:prstGeom prst="line">
            <a:avLst/>
          </a:prstGeom>
          <a:ln w="22225">
            <a:solidFill>
              <a:srgbClr val="293462"/>
            </a:solidFill>
            <a:prstDash val="dash"/>
            <a:tailEnd type="none"/>
          </a:ln>
        </p:spPr>
        <p:style>
          <a:lnRef idx="1">
            <a:srgbClr val="293462"/>
          </a:lnRef>
          <a:fillRef idx="0">
            <a:srgbClr val="293462"/>
          </a:fillRef>
          <a:effectRef idx="0">
            <a:srgbClr val="293462"/>
          </a:effectRef>
          <a:fontRef idx="minor">
            <a:srgbClr val="000000"/>
          </a:fontRef>
        </p:style>
      </p:cxnSp>
      <p:cxnSp>
        <p:nvCxnSpPr>
          <p:cNvPr id="174" name="猫爪PPT-37"/>
          <p:cNvCxnSpPr>
            <a:stCxn id="173" idx="3"/>
          </p:cNvCxnSpPr>
          <p:nvPr/>
        </p:nvCxnSpPr>
        <p:spPr>
          <a:xfrm flipH="1">
            <a:off x="8639810" y="2166620"/>
            <a:ext cx="507365" cy="615950"/>
          </a:xfrm>
          <a:prstGeom prst="line">
            <a:avLst/>
          </a:prstGeom>
          <a:ln w="22225">
            <a:solidFill>
              <a:srgbClr val="293462"/>
            </a:solidFill>
            <a:prstDash val="dash"/>
            <a:headEnd type="none"/>
            <a:tailEnd type="none"/>
          </a:ln>
        </p:spPr>
        <p:style>
          <a:lnRef idx="1">
            <a:srgbClr val="293462"/>
          </a:lnRef>
          <a:fillRef idx="0">
            <a:srgbClr val="293462"/>
          </a:fillRef>
          <a:effectRef idx="0">
            <a:srgbClr val="293462"/>
          </a:effectRef>
          <a:fontRef idx="minor">
            <a:srgbClr val="000000"/>
          </a:fontRef>
        </p:style>
      </p:cxnSp>
      <p:cxnSp>
        <p:nvCxnSpPr>
          <p:cNvPr id="175" name="猫爪PPT-37"/>
          <p:cNvCxnSpPr/>
          <p:nvPr/>
        </p:nvCxnSpPr>
        <p:spPr>
          <a:xfrm flipH="1">
            <a:off x="9459595" y="3216910"/>
            <a:ext cx="710565" cy="469265"/>
          </a:xfrm>
          <a:prstGeom prst="line">
            <a:avLst/>
          </a:prstGeom>
          <a:ln w="22225">
            <a:solidFill>
              <a:srgbClr val="293462"/>
            </a:solidFill>
            <a:prstDash val="dash"/>
            <a:headEnd type="none"/>
            <a:tailEnd type="none"/>
          </a:ln>
        </p:spPr>
        <p:style>
          <a:lnRef idx="1">
            <a:srgbClr val="293462"/>
          </a:lnRef>
          <a:fillRef idx="0">
            <a:srgbClr val="293462"/>
          </a:fillRef>
          <a:effectRef idx="0">
            <a:srgbClr val="293462"/>
          </a:effectRef>
          <a:fontRef idx="minor">
            <a:srgbClr val="000000"/>
          </a:fontRef>
        </p:style>
      </p:cxnSp>
      <p:sp>
        <p:nvSpPr>
          <p:cNvPr id="176" name="猫爪PPT-43"/>
          <p:cNvSpPr>
            <a:spLocks noChangeAspect="1"/>
          </p:cNvSpPr>
          <p:nvPr/>
        </p:nvSpPr>
        <p:spPr>
          <a:xfrm>
            <a:off x="10110470" y="3149600"/>
            <a:ext cx="127635" cy="138430"/>
          </a:xfrm>
          <a:prstGeom prst="flowChartConnector">
            <a:avLst/>
          </a:prstGeom>
          <a:solidFill>
            <a:srgbClr val="FFFFFF"/>
          </a:solidFill>
          <a:ln w="15240">
            <a:solidFill>
              <a:schemeClr val="accent1"/>
            </a:solidFill>
          </a:ln>
          <a:effectLst>
            <a:outerShdw blurRad="50800" dist="38100" dir="2700000" algn="tl" rotWithShape="0">
              <a:schemeClr val="accent1">
                <a:alpha val="40000"/>
              </a:schemeClr>
            </a:outerShdw>
          </a:effectLst>
        </p:spPr>
        <p:style>
          <a:lnRef idx="2">
            <a:srgbClr val="293462">
              <a:shade val="15000"/>
            </a:srgbClr>
          </a:lnRef>
          <a:fillRef idx="1">
            <a:srgbClr val="293462"/>
          </a:fillRef>
          <a:effectRef idx="0">
            <a:srgbClr val="293462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cxnSp>
        <p:nvCxnSpPr>
          <p:cNvPr id="177" name="猫爪PPT-38"/>
          <p:cNvCxnSpPr/>
          <p:nvPr/>
        </p:nvCxnSpPr>
        <p:spPr>
          <a:xfrm flipH="1">
            <a:off x="9977120" y="4610100"/>
            <a:ext cx="809625" cy="212725"/>
          </a:xfrm>
          <a:prstGeom prst="line">
            <a:avLst/>
          </a:prstGeom>
          <a:ln w="22225">
            <a:solidFill>
              <a:srgbClr val="293462"/>
            </a:solidFill>
            <a:prstDash val="dash"/>
            <a:headEnd type="none"/>
            <a:tailEnd type="none"/>
          </a:ln>
        </p:spPr>
        <p:style>
          <a:lnRef idx="1">
            <a:srgbClr val="293462"/>
          </a:lnRef>
          <a:fillRef idx="0">
            <a:srgbClr val="293462"/>
          </a:fillRef>
          <a:effectRef idx="0">
            <a:srgbClr val="293462"/>
          </a:effectRef>
          <a:fontRef idx="minor">
            <a:srgbClr val="000000"/>
          </a:fontRef>
        </p:style>
      </p:cxnSp>
      <p:sp>
        <p:nvSpPr>
          <p:cNvPr id="178" name="猫爪PPT-43"/>
          <p:cNvSpPr>
            <a:spLocks noChangeAspect="1"/>
          </p:cNvSpPr>
          <p:nvPr/>
        </p:nvSpPr>
        <p:spPr>
          <a:xfrm>
            <a:off x="10768330" y="4522470"/>
            <a:ext cx="127635" cy="138430"/>
          </a:xfrm>
          <a:prstGeom prst="flowChartConnector">
            <a:avLst/>
          </a:prstGeom>
          <a:solidFill>
            <a:srgbClr val="FFFFFF"/>
          </a:solidFill>
          <a:ln w="15240">
            <a:solidFill>
              <a:schemeClr val="accent1"/>
            </a:solidFill>
          </a:ln>
          <a:effectLst>
            <a:outerShdw blurRad="50800" dist="38100" dir="2700000" algn="tl" rotWithShape="0">
              <a:schemeClr val="accent1">
                <a:alpha val="40000"/>
              </a:schemeClr>
            </a:outerShdw>
          </a:effectLst>
        </p:spPr>
        <p:style>
          <a:lnRef idx="2">
            <a:srgbClr val="293462">
              <a:shade val="15000"/>
            </a:srgbClr>
          </a:lnRef>
          <a:fillRef idx="1">
            <a:srgbClr val="293462"/>
          </a:fillRef>
          <a:effectRef idx="0">
            <a:srgbClr val="293462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6" name="空心弧 5"/>
          <p:cNvSpPr/>
          <p:nvPr/>
        </p:nvSpPr>
        <p:spPr>
          <a:xfrm>
            <a:off x="1300480" y="1089660"/>
            <a:ext cx="9693275" cy="9735820"/>
          </a:xfrm>
          <a:prstGeom prst="blockArc">
            <a:avLst>
              <a:gd name="adj1" fmla="val 15035096"/>
              <a:gd name="adj2" fmla="val 17295059"/>
              <a:gd name="adj3" fmla="val 854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6" name="空心弧 15"/>
          <p:cNvSpPr/>
          <p:nvPr/>
        </p:nvSpPr>
        <p:spPr>
          <a:xfrm>
            <a:off x="1300480" y="1089660"/>
            <a:ext cx="9693275" cy="9735820"/>
          </a:xfrm>
          <a:prstGeom prst="blockArc">
            <a:avLst>
              <a:gd name="adj1" fmla="val 15035096"/>
              <a:gd name="adj2" fmla="val 17314762"/>
              <a:gd name="adj3" fmla="val 8660"/>
            </a:avLst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 rot="21600000">
            <a:off x="5049520" y="1633220"/>
            <a:ext cx="2202815" cy="681355"/>
          </a:xfrm>
          <a:prstGeom prst="rect">
            <a:avLst/>
          </a:prstGeom>
          <a:noFill/>
        </p:spPr>
        <p:txBody>
          <a:bodyPr wrap="square" rtlCol="0">
            <a:prstTxWarp prst="textArchUp">
              <a:avLst>
                <a:gd name="adj" fmla="val 10148498"/>
              </a:avLst>
            </a:prstTxWarp>
            <a:noAutofit/>
          </a:bodyPr>
          <a:p>
            <a:pPr indent="0" algn="ctr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人效理念矩阵</a:t>
            </a:r>
            <a:endParaRPr lang="zh-CN" sz="2000" b="1">
              <a:solidFill>
                <a:schemeClr val="accent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8" name="猫爪PPT-35"/>
          <p:cNvCxnSpPr/>
          <p:nvPr/>
        </p:nvCxnSpPr>
        <p:spPr>
          <a:xfrm flipH="1" flipV="1">
            <a:off x="4511040" y="1377950"/>
            <a:ext cx="466725" cy="1166495"/>
          </a:xfrm>
          <a:prstGeom prst="line">
            <a:avLst/>
          </a:prstGeom>
          <a:ln w="22225">
            <a:solidFill>
              <a:schemeClr val="accent5"/>
            </a:solidFill>
            <a:prstDash val="dash"/>
            <a:tailEnd type="none"/>
          </a:ln>
        </p:spPr>
        <p:style>
          <a:lnRef idx="1">
            <a:srgbClr val="293462"/>
          </a:lnRef>
          <a:fillRef idx="0">
            <a:srgbClr val="293462"/>
          </a:fillRef>
          <a:effectRef idx="0">
            <a:srgbClr val="293462"/>
          </a:effectRef>
          <a:fontRef idx="minor">
            <a:srgbClr val="000000"/>
          </a:fontRef>
        </p:style>
      </p:cxnSp>
      <p:sp>
        <p:nvSpPr>
          <p:cNvPr id="19" name="猫爪PPT-43"/>
          <p:cNvSpPr>
            <a:spLocks noChangeAspect="1"/>
          </p:cNvSpPr>
          <p:nvPr/>
        </p:nvSpPr>
        <p:spPr>
          <a:xfrm>
            <a:off x="4461510" y="1310640"/>
            <a:ext cx="127635" cy="138430"/>
          </a:xfrm>
          <a:prstGeom prst="flowChartConnector">
            <a:avLst/>
          </a:prstGeom>
          <a:solidFill>
            <a:srgbClr val="FFFFFF"/>
          </a:solidFill>
          <a:ln w="15240">
            <a:solidFill>
              <a:schemeClr val="accent5"/>
            </a:solidFill>
          </a:ln>
          <a:effectLst>
            <a:outerShdw blurRad="50800" dist="38100" dir="2700000" algn="tl" rotWithShape="0">
              <a:schemeClr val="accent5">
                <a:alpha val="40000"/>
              </a:schemeClr>
            </a:outerShdw>
          </a:effectLst>
        </p:spPr>
        <p:style>
          <a:lnRef idx="2">
            <a:srgbClr val="293462">
              <a:shade val="15000"/>
            </a:srgbClr>
          </a:lnRef>
          <a:fillRef idx="1">
            <a:srgbClr val="293462"/>
          </a:fillRef>
          <a:effectRef idx="0">
            <a:srgbClr val="293462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25" name="猫爪PPT-39"/>
          <p:cNvSpPr/>
          <p:nvPr/>
        </p:nvSpPr>
        <p:spPr>
          <a:xfrm rot="19522886" flipH="1">
            <a:off x="6029325" y="1003300"/>
            <a:ext cx="182880" cy="146050"/>
          </a:xfrm>
          <a:prstGeom prst="triangl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rgbClr val="293462">
              <a:shade val="50000"/>
            </a:srgbClr>
          </a:lnRef>
          <a:fillRef idx="1">
            <a:srgbClr val="293462"/>
          </a:fillRef>
          <a:effectRef idx="0">
            <a:srgbClr val="293462"/>
          </a:effectRef>
          <a:fontRef idx="minor">
            <a:srgbClr val="FFFFFF"/>
          </a:fontRef>
        </p:style>
        <p:txBody>
          <a:bodyPr rtlCol="0" anchor="ctr"/>
          <a:lstStyle>
            <a:defPPr>
              <a:defRPr lang="zh-CN">
                <a:solidFill>
                  <a:srgbClr val="FFFFFF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微软雅黑" panose="020B0503020204020204" charset="-122"/>
              <a:cs typeface="+mn-ea"/>
            </a:endParaRPr>
          </a:p>
        </p:txBody>
      </p:sp>
      <p:cxnSp>
        <p:nvCxnSpPr>
          <p:cNvPr id="26" name="猫爪PPT-36"/>
          <p:cNvCxnSpPr/>
          <p:nvPr/>
        </p:nvCxnSpPr>
        <p:spPr>
          <a:xfrm flipV="1">
            <a:off x="7317105" y="1352550"/>
            <a:ext cx="377825" cy="1181100"/>
          </a:xfrm>
          <a:prstGeom prst="line">
            <a:avLst/>
          </a:prstGeom>
          <a:ln w="22225">
            <a:solidFill>
              <a:schemeClr val="accent5"/>
            </a:solidFill>
            <a:prstDash val="dash"/>
            <a:headEnd type="none"/>
            <a:tailEnd type="none"/>
          </a:ln>
        </p:spPr>
        <p:style>
          <a:lnRef idx="1">
            <a:srgbClr val="293462"/>
          </a:lnRef>
          <a:fillRef idx="0">
            <a:srgbClr val="293462"/>
          </a:fillRef>
          <a:effectRef idx="0">
            <a:srgbClr val="293462"/>
          </a:effectRef>
          <a:fontRef idx="minor">
            <a:srgbClr val="000000"/>
          </a:fontRef>
        </p:style>
      </p:cxnSp>
      <p:sp>
        <p:nvSpPr>
          <p:cNvPr id="27" name="猫爪PPT-43"/>
          <p:cNvSpPr>
            <a:spLocks noChangeAspect="1"/>
          </p:cNvSpPr>
          <p:nvPr/>
        </p:nvSpPr>
        <p:spPr>
          <a:xfrm>
            <a:off x="7629525" y="1285240"/>
            <a:ext cx="127635" cy="138430"/>
          </a:xfrm>
          <a:prstGeom prst="flowChartConnector">
            <a:avLst/>
          </a:prstGeom>
          <a:solidFill>
            <a:srgbClr val="FFFFFF"/>
          </a:solidFill>
          <a:ln w="15240">
            <a:solidFill>
              <a:schemeClr val="accent5"/>
            </a:solidFill>
          </a:ln>
          <a:effectLst>
            <a:outerShdw blurRad="50800" dist="38100" dir="2700000" algn="tl" rotWithShape="0">
              <a:schemeClr val="accent5">
                <a:alpha val="40000"/>
              </a:schemeClr>
            </a:outerShdw>
          </a:effectLst>
        </p:spPr>
        <p:style>
          <a:lnRef idx="2">
            <a:srgbClr val="293462">
              <a:shade val="15000"/>
            </a:srgbClr>
          </a:lnRef>
          <a:fillRef idx="1">
            <a:srgbClr val="293462"/>
          </a:fillRef>
          <a:effectRef idx="0">
            <a:srgbClr val="293462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31" name="椭圆 30"/>
          <p:cNvSpPr/>
          <p:nvPr/>
        </p:nvSpPr>
        <p:spPr>
          <a:xfrm>
            <a:off x="2479040" y="2186940"/>
            <a:ext cx="7453630" cy="7453630"/>
          </a:xfrm>
          <a:prstGeom prst="ellipse">
            <a:avLst/>
          </a:prstGeom>
          <a:noFill/>
          <a:ln>
            <a:gradFill>
              <a:gsLst>
                <a:gs pos="3000">
                  <a:schemeClr val="tx2">
                    <a:alpha val="0"/>
                  </a:schemeClr>
                </a:gs>
                <a:gs pos="6000">
                  <a:srgbClr val="404040">
                    <a:alpha val="80000"/>
                  </a:srgbClr>
                </a:gs>
                <a:gs pos="37000">
                  <a:srgbClr val="404040">
                    <a:alpha val="100000"/>
                  </a:srgbClr>
                </a:gs>
                <a:gs pos="50000">
                  <a:schemeClr val="tx2">
                    <a:alpha val="0"/>
                  </a:schemeClr>
                </a:gs>
              </a:gsLst>
              <a:lin ang="5400000" scaled="1"/>
            </a:gra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猫爪PPT-39"/>
          <p:cNvSpPr/>
          <p:nvPr/>
        </p:nvSpPr>
        <p:spPr>
          <a:xfrm rot="4162886" flipH="1">
            <a:off x="4762500" y="2411095"/>
            <a:ext cx="110490" cy="88265"/>
          </a:xfrm>
          <a:prstGeom prst="triangl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rgbClr val="293462">
              <a:shade val="50000"/>
            </a:srgbClr>
          </a:lnRef>
          <a:fillRef idx="1">
            <a:srgbClr val="293462"/>
          </a:fillRef>
          <a:effectRef idx="0">
            <a:srgbClr val="293462"/>
          </a:effectRef>
          <a:fontRef idx="minor">
            <a:srgbClr val="FFFFFF"/>
          </a:fontRef>
        </p:style>
        <p:txBody>
          <a:bodyPr rtlCol="0" anchor="ctr"/>
          <a:lstStyle>
            <a:defPPr>
              <a:defRPr lang="zh-CN">
                <a:solidFill>
                  <a:srgbClr val="FFFFFF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cs typeface="+mn-ea"/>
            </a:endParaRPr>
          </a:p>
        </p:txBody>
      </p:sp>
      <p:sp>
        <p:nvSpPr>
          <p:cNvPr id="33" name="猫爪PPT-39"/>
          <p:cNvSpPr/>
          <p:nvPr/>
        </p:nvSpPr>
        <p:spPr>
          <a:xfrm rot="3442884" flipH="1">
            <a:off x="2439035" y="5640705"/>
            <a:ext cx="110490" cy="88265"/>
          </a:xfrm>
          <a:prstGeom prst="triangl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rgbClr val="293462">
              <a:shade val="50000"/>
            </a:srgbClr>
          </a:lnRef>
          <a:fillRef idx="1">
            <a:srgbClr val="293462"/>
          </a:fillRef>
          <a:effectRef idx="0">
            <a:srgbClr val="293462"/>
          </a:effectRef>
          <a:fontRef idx="minor">
            <a:srgbClr val="FFFFFF"/>
          </a:fontRef>
        </p:style>
        <p:txBody>
          <a:bodyPr rtlCol="0" anchor="ctr"/>
          <a:lstStyle>
            <a:defPPr>
              <a:defRPr lang="zh-CN">
                <a:solidFill>
                  <a:srgbClr val="FFFFFF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cs typeface="+mn-ea"/>
            </a:endParaRPr>
          </a:p>
        </p:txBody>
      </p:sp>
      <p:sp>
        <p:nvSpPr>
          <p:cNvPr id="35" name="矩形 34"/>
          <p:cNvSpPr/>
          <p:nvPr/>
        </p:nvSpPr>
        <p:spPr>
          <a:xfrm rot="18180000">
            <a:off x="2704465" y="3770630"/>
            <a:ext cx="748030" cy="238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2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课程</a:t>
            </a:r>
            <a:endParaRPr lang="zh-CN" altLang="en-US" sz="1400">
              <a:solidFill>
                <a:schemeClr val="tx2">
                  <a:alpha val="8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猫爪PPT-39"/>
          <p:cNvSpPr/>
          <p:nvPr/>
        </p:nvSpPr>
        <p:spPr>
          <a:xfrm rot="3442884" flipH="1">
            <a:off x="9881235" y="5610860"/>
            <a:ext cx="110490" cy="88265"/>
          </a:xfrm>
          <a:prstGeom prst="triangl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rgbClr val="293462">
              <a:shade val="50000"/>
            </a:srgbClr>
          </a:lnRef>
          <a:fillRef idx="1">
            <a:srgbClr val="293462"/>
          </a:fillRef>
          <a:effectRef idx="0">
            <a:srgbClr val="293462"/>
          </a:effectRef>
          <a:fontRef idx="minor">
            <a:srgbClr val="FFFFFF"/>
          </a:fontRef>
        </p:style>
        <p:txBody>
          <a:bodyPr rtlCol="0" anchor="ctr"/>
          <a:lstStyle>
            <a:defPPr>
              <a:defRPr lang="zh-CN">
                <a:solidFill>
                  <a:srgbClr val="FFFFFF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cs typeface="+mn-ea"/>
            </a:endParaRPr>
          </a:p>
        </p:txBody>
      </p:sp>
      <p:sp>
        <p:nvSpPr>
          <p:cNvPr id="37" name="猫爪PPT-39"/>
          <p:cNvSpPr/>
          <p:nvPr/>
        </p:nvSpPr>
        <p:spPr>
          <a:xfrm rot="3442884" flipH="1">
            <a:off x="7479665" y="2368550"/>
            <a:ext cx="110490" cy="88265"/>
          </a:xfrm>
          <a:prstGeom prst="triangl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rgbClr val="293462">
              <a:shade val="50000"/>
            </a:srgbClr>
          </a:lnRef>
          <a:fillRef idx="1">
            <a:srgbClr val="293462"/>
          </a:fillRef>
          <a:effectRef idx="0">
            <a:srgbClr val="293462"/>
          </a:effectRef>
          <a:fontRef idx="minor">
            <a:srgbClr val="FFFFFF"/>
          </a:fontRef>
        </p:style>
        <p:txBody>
          <a:bodyPr rtlCol="0" anchor="ctr"/>
          <a:lstStyle>
            <a:defPPr>
              <a:defRPr lang="zh-CN">
                <a:solidFill>
                  <a:srgbClr val="FFFFFF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cs typeface="+mn-ea"/>
            </a:endParaRPr>
          </a:p>
        </p:txBody>
      </p:sp>
      <p:sp>
        <p:nvSpPr>
          <p:cNvPr id="38" name="矩形 37"/>
          <p:cNvSpPr/>
          <p:nvPr/>
        </p:nvSpPr>
        <p:spPr>
          <a:xfrm rot="3120000">
            <a:off x="8750300" y="3505835"/>
            <a:ext cx="748030" cy="238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2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赋能</a:t>
            </a:r>
            <a:endParaRPr lang="zh-CN" altLang="en-US" sz="1400">
              <a:solidFill>
                <a:schemeClr val="tx2">
                  <a:alpha val="8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标题 2"/>
          <p:cNvSpPr>
            <a:spLocks noGrp="1"/>
          </p:cNvSpPr>
          <p:nvPr/>
        </p:nvSpPr>
        <p:spPr>
          <a:xfrm>
            <a:off x="1105535" y="348298"/>
            <a:ext cx="7352665" cy="396875"/>
          </a:xfrm>
          <a:prstGeom prst="rect">
            <a:avLst/>
          </a:prstGeom>
          <a:ln w="12700">
            <a:miter lim="400000"/>
          </a:ln>
        </p:spPr>
        <p:txBody>
          <a:bodyPr vert="horz" wrap="square" lIns="25400" tIns="25400" rIns="25400" bIns="2540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0" lang="zh-CN" altLang="en-US" sz="2800" b="1" u="none" strike="noStrike" kern="1200" cap="none" spc="0" normalizeH="0" baseline="0" dirty="0">
                <a:ln>
                  <a:noFill/>
                </a:ln>
                <a:solidFill>
                  <a:schemeClr val="accent1"/>
                </a:solidFill>
                <a:effectLst>
                  <a:outerShdw blurRad="187896" dist="38100" dir="2700000" algn="tl" rotWithShape="0">
                    <a:srgbClr val="1C2952">
                      <a:alpha val="6000"/>
                    </a:srgbClr>
                  </a:outerShdw>
                </a:effectLst>
                <a:uLnTx/>
                <a:uFillTx/>
                <a:latin typeface="HONOR Sans CN" panose="05000200000000000000" charset="-122"/>
                <a:ea typeface="HONOR Sans CN" panose="05000200000000000000" charset="-122"/>
                <a:cs typeface="OPPOSans H" panose="00020600040101010101" pitchFamily="18" charset="-122"/>
              </a:defRPr>
            </a:lvl1pPr>
          </a:lstStyle>
          <a:p>
            <a:pPr algn="l"/>
            <a:r>
              <a:rPr sz="2500" dirty="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业务框架</a:t>
            </a:r>
            <a:r>
              <a:rPr lang="en-US" altLang="zh-CN" sz="2500" dirty="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sz="2500" dirty="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中心发散架构 |</a:t>
            </a:r>
            <a:r>
              <a:rPr lang="zh-CN" altLang="en-US" sz="2500" dirty="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500" dirty="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精益人效管理全景图</a:t>
            </a:r>
            <a:endParaRPr lang="zh-CN" altLang="en-US" sz="2500" dirty="0">
              <a:solidFill>
                <a:schemeClr val="tx2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717550" y="5989955"/>
            <a:ext cx="4750435" cy="702310"/>
            <a:chOff x="1130" y="9353"/>
            <a:chExt cx="7481" cy="1106"/>
          </a:xfrm>
        </p:grpSpPr>
        <p:sp>
          <p:nvSpPr>
            <p:cNvPr id="14" name="文本框 13"/>
            <p:cNvSpPr txBox="1"/>
            <p:nvPr/>
          </p:nvSpPr>
          <p:spPr>
            <a:xfrm>
              <a:off x="1130" y="9977"/>
              <a:ext cx="1996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14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统一数据中台</a:t>
              </a:r>
              <a:endParaRPr lang="zh-CN" altLang="en-US" sz="1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3126" y="9977"/>
              <a:ext cx="1735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4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AI</a:t>
              </a:r>
              <a:r>
                <a:rPr lang="zh-CN" altLang="en-US" sz="14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智能引擎</a:t>
              </a:r>
              <a:endParaRPr lang="zh-CN" altLang="en-US" sz="1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4861" y="9977"/>
              <a:ext cx="2016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14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协同办公集成</a:t>
              </a:r>
              <a:endParaRPr lang="zh-CN" altLang="en-US" sz="1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6877" y="9977"/>
              <a:ext cx="1735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14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流程自动化</a:t>
              </a:r>
              <a:endParaRPr lang="zh-CN" altLang="en-US" sz="1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pic>
          <p:nvPicPr>
            <p:cNvPr id="2" name="图片 1" descr="AI_智能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745" y="9428"/>
              <a:ext cx="494" cy="494"/>
            </a:xfrm>
            <a:prstGeom prst="rect">
              <a:avLst/>
            </a:prstGeom>
          </p:spPr>
        </p:pic>
        <p:pic>
          <p:nvPicPr>
            <p:cNvPr id="4" name="图片 3" descr="流程自动化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416" y="9380"/>
              <a:ext cx="589" cy="589"/>
            </a:xfrm>
            <a:prstGeom prst="rect">
              <a:avLst/>
            </a:prstGeom>
          </p:spPr>
        </p:pic>
        <p:pic>
          <p:nvPicPr>
            <p:cNvPr id="5" name="图片 4" descr="积分管理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819" y="9366"/>
              <a:ext cx="618" cy="618"/>
            </a:xfrm>
            <a:prstGeom prst="rect">
              <a:avLst/>
            </a:prstGeom>
          </p:spPr>
        </p:pic>
        <p:pic>
          <p:nvPicPr>
            <p:cNvPr id="7" name="图片 6" descr="系统办公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603" y="9353"/>
              <a:ext cx="644" cy="644"/>
            </a:xfrm>
            <a:prstGeom prst="rect">
              <a:avLst/>
            </a:prstGeom>
          </p:spPr>
        </p:pic>
      </p:grpSp>
      <p:sp>
        <p:nvSpPr>
          <p:cNvPr id="28" name="文本框 27"/>
          <p:cNvSpPr txBox="1"/>
          <p:nvPr/>
        </p:nvSpPr>
        <p:spPr>
          <a:xfrm>
            <a:off x="7005320" y="6386195"/>
            <a:ext cx="126746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sz="1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门户入口</a:t>
            </a:r>
            <a:endParaRPr lang="zh-CN" sz="14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8272780" y="6386195"/>
            <a:ext cx="11017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sz="1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薪酬管理</a:t>
            </a:r>
            <a:endParaRPr lang="zh-CN" sz="14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9374505" y="6386195"/>
            <a:ext cx="128016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员工体验</a:t>
            </a:r>
            <a:endParaRPr lang="zh-CN" altLang="en-US" sz="14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10654665" y="6386195"/>
            <a:ext cx="11017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硬件设备</a:t>
            </a:r>
            <a:endParaRPr lang="zh-CN" altLang="en-US" sz="14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5" name="图片 54" descr="NLB网络负载均衡-官网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379970" y="5929630"/>
            <a:ext cx="518795" cy="518795"/>
          </a:xfrm>
          <a:prstGeom prst="rect">
            <a:avLst/>
          </a:prstGeom>
        </p:spPr>
      </p:pic>
      <p:pic>
        <p:nvPicPr>
          <p:cNvPr id="59" name="图片 58" descr="薪酬管理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614410" y="5928995"/>
            <a:ext cx="495300" cy="495300"/>
          </a:xfrm>
          <a:prstGeom prst="rect">
            <a:avLst/>
          </a:prstGeom>
        </p:spPr>
      </p:pic>
      <p:pic>
        <p:nvPicPr>
          <p:cNvPr id="60" name="图片 59" descr="活动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813925" y="5998210"/>
            <a:ext cx="400685" cy="400685"/>
          </a:xfrm>
          <a:prstGeom prst="rect">
            <a:avLst/>
          </a:prstGeom>
        </p:spPr>
      </p:pic>
      <p:pic>
        <p:nvPicPr>
          <p:cNvPr id="68" name="图片 67" descr="硬件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1019790" y="6027420"/>
            <a:ext cx="360680" cy="360680"/>
          </a:xfrm>
          <a:prstGeom prst="rect">
            <a:avLst/>
          </a:prstGeom>
        </p:spPr>
      </p:pic>
      <p:grpSp>
        <p:nvGrpSpPr>
          <p:cNvPr id="93" name="组合 92"/>
          <p:cNvGrpSpPr/>
          <p:nvPr/>
        </p:nvGrpSpPr>
        <p:grpSpPr>
          <a:xfrm>
            <a:off x="182245" y="1262380"/>
            <a:ext cx="4696460" cy="1614170"/>
            <a:chOff x="480" y="2001"/>
            <a:chExt cx="7396" cy="2542"/>
          </a:xfrm>
        </p:grpSpPr>
        <p:sp>
          <p:nvSpPr>
            <p:cNvPr id="403" name="猫爪PPT-20"/>
            <p:cNvSpPr/>
            <p:nvPr/>
          </p:nvSpPr>
          <p:spPr>
            <a:xfrm flipH="1" flipV="1">
              <a:off x="480" y="2001"/>
              <a:ext cx="7396" cy="2542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33000">
                  <a:schemeClr val="accent1">
                    <a:lumMod val="20000"/>
                    <a:lumOff val="80000"/>
                    <a:alpha val="30000"/>
                  </a:schemeClr>
                </a:gs>
                <a:gs pos="66000">
                  <a:schemeClr val="accent1">
                    <a:lumMod val="20000"/>
                    <a:lumOff val="80000"/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25" name="猫爪PPT-24"/>
            <p:cNvSpPr txBox="1"/>
            <p:nvPr/>
          </p:nvSpPr>
          <p:spPr>
            <a:xfrm>
              <a:off x="753" y="2601"/>
              <a:ext cx="4376" cy="63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30000"/>
                </a:lnSpc>
              </a:pPr>
              <a:r>
                <a:rPr lang="zh-CN" altLang="en-US" sz="10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现代企业的人效提升不仅依赖技术工具，还需配套的服务支持，形成系统化、闭环式的管理方案。</a:t>
              </a:r>
              <a:endParaRPr lang="zh-CN" altLang="en-US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06" name="组合 105"/>
          <p:cNvGrpSpPr/>
          <p:nvPr/>
        </p:nvGrpSpPr>
        <p:grpSpPr>
          <a:xfrm>
            <a:off x="417830" y="1149350"/>
            <a:ext cx="2142490" cy="382270"/>
            <a:chOff x="630" y="1797"/>
            <a:chExt cx="3374" cy="602"/>
          </a:xfrm>
        </p:grpSpPr>
        <p:sp>
          <p:nvSpPr>
            <p:cNvPr id="99" name="猫爪PPT-21"/>
            <p:cNvSpPr/>
            <p:nvPr/>
          </p:nvSpPr>
          <p:spPr>
            <a:xfrm>
              <a:off x="630" y="1797"/>
              <a:ext cx="3375" cy="603"/>
            </a:xfrm>
            <a:prstGeom prst="roundRect">
              <a:avLst>
                <a:gd name="adj" fmla="val 50000"/>
              </a:avLst>
            </a:prstGeom>
            <a:gradFill>
              <a:gsLst>
                <a:gs pos="100000">
                  <a:schemeClr val="accent1">
                    <a:lumMod val="60000"/>
                    <a:lumOff val="40000"/>
                  </a:schemeClr>
                </a:gs>
                <a:gs pos="0">
                  <a:schemeClr val="accent1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04" name="猫爪PPT-22"/>
            <p:cNvSpPr txBox="1"/>
            <p:nvPr/>
          </p:nvSpPr>
          <p:spPr>
            <a:xfrm>
              <a:off x="736" y="1954"/>
              <a:ext cx="3163" cy="29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“</a:t>
              </a:r>
              <a:r>
                <a:rPr lang="zh-CN" altLang="en-US" sz="12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软件</a:t>
              </a:r>
              <a:r>
                <a:rPr lang="en-US" altLang="zh-CN" sz="12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+</a:t>
              </a:r>
              <a:r>
                <a:rPr lang="zh-CN" altLang="en-US" sz="12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服务</a:t>
              </a:r>
              <a:r>
                <a:rPr lang="en-US" altLang="zh-CN" sz="12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”</a:t>
              </a:r>
              <a:r>
                <a:rPr lang="zh-CN" altLang="en-US" sz="12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实现全面提效</a:t>
              </a:r>
              <a:endParaRPr lang="zh-CN" altLang="en-US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107" name="猫爪PPT-24"/>
          <p:cNvSpPr txBox="1"/>
          <p:nvPr/>
        </p:nvSpPr>
        <p:spPr>
          <a:xfrm>
            <a:off x="352425" y="2128520"/>
            <a:ext cx="2123440" cy="6000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构建一个涵盖</a:t>
            </a:r>
            <a:r>
              <a:rPr lang="en-US" altLang="zh-CN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数据采集</a:t>
            </a:r>
            <a:r>
              <a:rPr lang="en-US" altLang="zh-CN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</a:t>
            </a:r>
            <a:r>
              <a:rPr lang="zh-CN" altLang="en-US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流程</a:t>
            </a:r>
            <a:endParaRPr lang="zh-CN" altLang="en-US" sz="10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just">
              <a:lnSpc>
                <a:spcPct val="130000"/>
              </a:lnSpc>
            </a:pPr>
            <a:r>
              <a:rPr lang="zh-CN" altLang="en-US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优化</a:t>
            </a:r>
            <a:r>
              <a:rPr lang="en-US" altLang="zh-CN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</a:t>
            </a:r>
            <a:r>
              <a:rPr lang="zh-CN" altLang="en-US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人才激活</a:t>
            </a:r>
            <a:r>
              <a:rPr lang="en-US" altLang="zh-CN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</a:t>
            </a:r>
            <a:r>
              <a:rPr lang="zh-CN" altLang="en-US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服务落地</a:t>
            </a:r>
            <a:r>
              <a:rPr lang="en-US" altLang="zh-CN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的全</a:t>
            </a:r>
            <a:endParaRPr lang="zh-CN" altLang="en-US" sz="10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just">
              <a:lnSpc>
                <a:spcPct val="130000"/>
              </a:lnSpc>
            </a:pPr>
            <a:r>
              <a:rPr lang="zh-CN" altLang="en-US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链条体系。</a:t>
            </a:r>
            <a:endParaRPr lang="zh-CN" altLang="en-US" sz="10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6" name="猫爪PPT-43"/>
          <p:cNvSpPr>
            <a:spLocks noChangeAspect="1"/>
          </p:cNvSpPr>
          <p:nvPr/>
        </p:nvSpPr>
        <p:spPr>
          <a:xfrm flipH="1">
            <a:off x="9109710" y="2091055"/>
            <a:ext cx="127635" cy="138430"/>
          </a:xfrm>
          <a:prstGeom prst="flowChartConnector">
            <a:avLst/>
          </a:prstGeom>
          <a:solidFill>
            <a:srgbClr val="FFFFFF"/>
          </a:solidFill>
          <a:ln w="15240">
            <a:solidFill>
              <a:schemeClr val="accent1"/>
            </a:solidFill>
          </a:ln>
          <a:effectLst>
            <a:outerShdw blurRad="50800" dist="38100" dir="2700000" algn="tl" rotWithShape="0">
              <a:schemeClr val="accent1">
                <a:alpha val="40000"/>
              </a:schemeClr>
            </a:outerShdw>
          </a:effectLst>
        </p:spPr>
        <p:style>
          <a:lnRef idx="2">
            <a:srgbClr val="293462">
              <a:shade val="15000"/>
            </a:srgbClr>
          </a:lnRef>
          <a:fillRef idx="1">
            <a:srgbClr val="293462"/>
          </a:fillRef>
          <a:effectRef idx="0">
            <a:srgbClr val="293462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grpSp>
        <p:nvGrpSpPr>
          <p:cNvPr id="158" name="组合 157"/>
          <p:cNvGrpSpPr/>
          <p:nvPr/>
        </p:nvGrpSpPr>
        <p:grpSpPr>
          <a:xfrm rot="0" flipH="1">
            <a:off x="7337425" y="1215390"/>
            <a:ext cx="4696460" cy="1614170"/>
            <a:chOff x="480" y="2001"/>
            <a:chExt cx="7396" cy="2542"/>
          </a:xfrm>
        </p:grpSpPr>
        <p:sp>
          <p:nvSpPr>
            <p:cNvPr id="159" name="猫爪PPT-20"/>
            <p:cNvSpPr/>
            <p:nvPr/>
          </p:nvSpPr>
          <p:spPr>
            <a:xfrm flipH="1" flipV="1">
              <a:off x="480" y="2001"/>
              <a:ext cx="7396" cy="2542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33000">
                  <a:schemeClr val="accent1">
                    <a:lumMod val="20000"/>
                    <a:lumOff val="80000"/>
                    <a:alpha val="30000"/>
                  </a:schemeClr>
                </a:gs>
                <a:gs pos="66000">
                  <a:schemeClr val="accent1">
                    <a:lumMod val="20000"/>
                    <a:lumOff val="80000"/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60" name="猫爪PPT-24"/>
            <p:cNvSpPr txBox="1"/>
            <p:nvPr/>
          </p:nvSpPr>
          <p:spPr>
            <a:xfrm>
              <a:off x="650" y="2601"/>
              <a:ext cx="4376" cy="63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30000"/>
                </a:lnSpc>
              </a:pPr>
              <a:r>
                <a:rPr lang="zh-CN" altLang="en-US" sz="10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关注人的成长与激励，通过技能管理、激励薪酬、课程培训等方式激发员工潜能。</a:t>
              </a:r>
              <a:endParaRPr lang="zh-CN" altLang="en-US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63" name="组合 162"/>
          <p:cNvGrpSpPr/>
          <p:nvPr/>
        </p:nvGrpSpPr>
        <p:grpSpPr>
          <a:xfrm rot="0" flipH="1">
            <a:off x="9655175" y="1102360"/>
            <a:ext cx="2143125" cy="382905"/>
            <a:chOff x="630" y="1797"/>
            <a:chExt cx="3375" cy="603"/>
          </a:xfrm>
        </p:grpSpPr>
        <p:sp>
          <p:nvSpPr>
            <p:cNvPr id="166" name="猫爪PPT-21"/>
            <p:cNvSpPr/>
            <p:nvPr/>
          </p:nvSpPr>
          <p:spPr>
            <a:xfrm>
              <a:off x="630" y="1797"/>
              <a:ext cx="3375" cy="603"/>
            </a:xfrm>
            <a:prstGeom prst="roundRect">
              <a:avLst>
                <a:gd name="adj" fmla="val 50000"/>
              </a:avLst>
            </a:prstGeom>
            <a:gradFill>
              <a:gsLst>
                <a:gs pos="100000">
                  <a:schemeClr val="accent1">
                    <a:lumMod val="60000"/>
                    <a:lumOff val="40000"/>
                  </a:schemeClr>
                </a:gs>
                <a:gs pos="0">
                  <a:schemeClr val="accent1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79" name="猫爪PPT-22"/>
            <p:cNvSpPr txBox="1"/>
            <p:nvPr/>
          </p:nvSpPr>
          <p:spPr>
            <a:xfrm>
              <a:off x="736" y="1954"/>
              <a:ext cx="3163" cy="29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“</a:t>
              </a:r>
              <a:r>
                <a:rPr lang="zh-CN" altLang="en-US" sz="12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数据驱动</a:t>
              </a:r>
              <a:r>
                <a:rPr lang="en-US" altLang="zh-CN" sz="12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”</a:t>
              </a:r>
              <a:r>
                <a:rPr lang="zh-CN" altLang="en-US" sz="12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与</a:t>
              </a:r>
              <a:r>
                <a:rPr lang="en-US" altLang="zh-CN" sz="12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“</a:t>
              </a:r>
              <a:r>
                <a:rPr lang="zh-CN" altLang="en-US" sz="12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人才激活</a:t>
              </a:r>
              <a:r>
                <a:rPr lang="en-US" altLang="zh-CN" sz="12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”</a:t>
              </a:r>
              <a:endParaRPr lang="zh-CN" altLang="en-US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180" name="猫爪PPT-24"/>
          <p:cNvSpPr txBox="1"/>
          <p:nvPr/>
        </p:nvSpPr>
        <p:spPr>
          <a:xfrm flipH="1">
            <a:off x="9655810" y="2081530"/>
            <a:ext cx="2207895" cy="6000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将量化管理与人才发展相结合，实现</a:t>
            </a:r>
            <a:endParaRPr lang="zh-CN" altLang="en-US" sz="10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just">
              <a:lnSpc>
                <a:spcPct val="130000"/>
              </a:lnSpc>
            </a:pPr>
            <a:r>
              <a:rPr lang="zh-CN" altLang="en-US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“</a:t>
            </a:r>
            <a:r>
              <a:rPr lang="zh-CN" altLang="en-US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管控</a:t>
            </a:r>
            <a:r>
              <a:rPr lang="en-US" altLang="zh-CN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lang="en-US" altLang="zh-CN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激活</a:t>
            </a:r>
            <a:r>
              <a:rPr lang="en-US" altLang="zh-CN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的双重目标，</a:t>
            </a:r>
            <a:endParaRPr lang="zh-CN" altLang="en-US" sz="10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just">
              <a:lnSpc>
                <a:spcPct val="130000"/>
              </a:lnSpc>
            </a:pPr>
            <a:r>
              <a:rPr lang="zh-CN" altLang="en-US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</a:t>
            </a:r>
            <a:r>
              <a:rPr lang="zh-CN" altLang="en-US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推动组织持续发展。</a:t>
            </a:r>
            <a:endParaRPr lang="zh-CN" altLang="en-US" sz="10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图片 2" descr="屋顶资源管理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55600" y="186055"/>
            <a:ext cx="549910" cy="549910"/>
          </a:xfrm>
          <a:prstGeom prst="rect">
            <a:avLst/>
          </a:prstGeom>
        </p:spPr>
      </p:pic>
      <p:pic>
        <p:nvPicPr>
          <p:cNvPr id="13" name="图片 12" descr="核心价值观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960428" y="5488305"/>
            <a:ext cx="471170" cy="417195"/>
          </a:xfrm>
          <a:prstGeom prst="rect">
            <a:avLst/>
          </a:prstGeom>
        </p:spPr>
      </p:pic>
      <p:cxnSp>
        <p:nvCxnSpPr>
          <p:cNvPr id="9" name="直线连接符 7"/>
          <p:cNvCxnSpPr/>
          <p:nvPr userDrawn="1"/>
        </p:nvCxnSpPr>
        <p:spPr>
          <a:xfrm>
            <a:off x="369165" y="839204"/>
            <a:ext cx="11459846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组合 9"/>
          <p:cNvGrpSpPr/>
          <p:nvPr/>
        </p:nvGrpSpPr>
        <p:grpSpPr>
          <a:xfrm>
            <a:off x="8738235" y="348615"/>
            <a:ext cx="3219450" cy="332740"/>
            <a:chOff x="13761" y="549"/>
            <a:chExt cx="5070" cy="524"/>
          </a:xfrm>
        </p:grpSpPr>
        <p:pic>
          <p:nvPicPr>
            <p:cNvPr id="44" name="图片 43"/>
            <p:cNvPicPr>
              <a:picLocks noChangeAspect="1"/>
            </p:cNvPicPr>
            <p:nvPr userDrawn="1"/>
          </p:nvPicPr>
          <p:blipFill>
            <a:blip r:embed="rId21"/>
            <a:srcRect l="17002" t="-1765" r="56499" b="-1176"/>
            <a:stretch>
              <a:fillRect/>
            </a:stretch>
          </p:blipFill>
          <p:spPr>
            <a:xfrm>
              <a:off x="13761" y="549"/>
              <a:ext cx="1582" cy="525"/>
            </a:xfrm>
            <a:prstGeom prst="rect">
              <a:avLst/>
            </a:prstGeom>
          </p:spPr>
        </p:pic>
        <p:sp>
          <p:nvSpPr>
            <p:cNvPr id="45" name="文本框 44"/>
            <p:cNvSpPr txBox="1"/>
            <p:nvPr userDrawn="1"/>
          </p:nvSpPr>
          <p:spPr>
            <a:xfrm>
              <a:off x="15219" y="655"/>
              <a:ext cx="3613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复杂逻辑场景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·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框架搭建系列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PPT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模板</a:t>
              </a:r>
              <a:endPara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fill="hold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2"/>
          <p:cNvSpPr>
            <a:spLocks noGrp="1"/>
          </p:cNvSpPr>
          <p:nvPr/>
        </p:nvSpPr>
        <p:spPr>
          <a:xfrm>
            <a:off x="1105535" y="348298"/>
            <a:ext cx="7644130" cy="396875"/>
          </a:xfrm>
          <a:prstGeom prst="rect">
            <a:avLst/>
          </a:prstGeom>
          <a:ln w="12700">
            <a:miter lim="400000"/>
          </a:ln>
        </p:spPr>
        <p:txBody>
          <a:bodyPr vert="horz" wrap="square" lIns="25400" tIns="25400" rIns="25400" bIns="2540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0" lang="zh-CN" altLang="en-US" sz="2800" b="1" u="none" strike="noStrike" kern="1200" cap="none" spc="0" normalizeH="0" baseline="0" dirty="0">
                <a:ln>
                  <a:noFill/>
                </a:ln>
                <a:solidFill>
                  <a:schemeClr val="accent1"/>
                </a:solidFill>
                <a:effectLst>
                  <a:outerShdw blurRad="187896" dist="38100" dir="2700000" algn="tl" rotWithShape="0">
                    <a:srgbClr val="1C2952">
                      <a:alpha val="6000"/>
                    </a:srgbClr>
                  </a:outerShdw>
                </a:effectLst>
                <a:uLnTx/>
                <a:uFillTx/>
                <a:latin typeface="HONOR Sans CN" panose="05000200000000000000" charset="-122"/>
                <a:ea typeface="HONOR Sans CN" panose="05000200000000000000" charset="-122"/>
                <a:cs typeface="OPPOSans H" panose="00020600040101010101" pitchFamily="18" charset="-122"/>
              </a:defRPr>
            </a:lvl1pPr>
          </a:lstStyle>
          <a:p>
            <a:pPr algn="l"/>
            <a:r>
              <a:rPr sz="2500" dirty="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业务框架</a:t>
            </a:r>
            <a:r>
              <a:rPr lang="en-US" altLang="zh-CN" sz="2500" dirty="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sz="2500" dirty="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业务流程架构 |</a:t>
            </a:r>
            <a:r>
              <a:rPr lang="zh-CN" altLang="en-US" sz="2500" dirty="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500" dirty="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互联网产品项目全局规划图</a:t>
            </a:r>
            <a:endParaRPr lang="zh-CN" altLang="en-US" sz="2500" dirty="0">
              <a:solidFill>
                <a:schemeClr val="tx2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4" name="图片 103" descr="屋顶资源管理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5600" y="186055"/>
            <a:ext cx="549910" cy="549910"/>
          </a:xfrm>
          <a:prstGeom prst="rect">
            <a:avLst/>
          </a:prstGeom>
        </p:spPr>
      </p:pic>
      <p:cxnSp>
        <p:nvCxnSpPr>
          <p:cNvPr id="105" name="直线连接符 7"/>
          <p:cNvCxnSpPr/>
          <p:nvPr userDrawn="1"/>
        </p:nvCxnSpPr>
        <p:spPr>
          <a:xfrm>
            <a:off x="368935" y="839470"/>
            <a:ext cx="11459845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任意多边形 1"/>
          <p:cNvSpPr/>
          <p:nvPr/>
        </p:nvSpPr>
        <p:spPr>
          <a:xfrm>
            <a:off x="2589530" y="2982595"/>
            <a:ext cx="7057390" cy="3621405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1311" h="5805">
                <a:moveTo>
                  <a:pt x="0" y="5654"/>
                </a:moveTo>
                <a:cubicBezTo>
                  <a:pt x="-97" y="2480"/>
                  <a:pt x="2808" y="-78"/>
                  <a:pt x="5654" y="0"/>
                </a:cubicBezTo>
                <a:cubicBezTo>
                  <a:pt x="8827" y="-97"/>
                  <a:pt x="11385" y="2808"/>
                  <a:pt x="11307" y="5654"/>
                </a:cubicBezTo>
                <a:lnTo>
                  <a:pt x="11305" y="5802"/>
                </a:lnTo>
                <a:lnTo>
                  <a:pt x="11305" y="5803"/>
                </a:lnTo>
                <a:lnTo>
                  <a:pt x="2" y="5803"/>
                </a:lnTo>
                <a:lnTo>
                  <a:pt x="2" y="5802"/>
                </a:lnTo>
                <a:lnTo>
                  <a:pt x="0" y="5654"/>
                </a:lnTo>
                <a:close/>
              </a:path>
            </a:pathLst>
          </a:custGeom>
          <a:gradFill flip="none" rotWithShape="1">
            <a:gsLst>
              <a:gs pos="100000">
                <a:schemeClr val="accent1">
                  <a:lumMod val="60000"/>
                  <a:lumOff val="40000"/>
                  <a:alpha val="26000"/>
                </a:schemeClr>
              </a:gs>
              <a:gs pos="0">
                <a:schemeClr val="accent1">
                  <a:lumMod val="60000"/>
                  <a:lumOff val="40000"/>
                  <a:alpha val="0"/>
                </a:schemeClr>
              </a:gs>
            </a:gsLst>
            <a:lin ang="16200000" scaled="1"/>
            <a:tileRect/>
          </a:gradFill>
          <a:ln>
            <a:noFill/>
          </a:ln>
          <a:effectLst>
            <a:outerShdw blurRad="266700" dir="1440000" sx="102000" sy="102000" algn="ctr" rotWithShape="0">
              <a:schemeClr val="accent1">
                <a:lumMod val="60000"/>
                <a:lumOff val="4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微软雅黑" panose="020B0503020204020204" charset="-122"/>
              <a:sym typeface="+mn-ea"/>
            </a:endParaRPr>
          </a:p>
        </p:txBody>
      </p:sp>
      <p:sp>
        <p:nvSpPr>
          <p:cNvPr id="127" name="任意多边形 126"/>
          <p:cNvSpPr/>
          <p:nvPr/>
        </p:nvSpPr>
        <p:spPr>
          <a:xfrm>
            <a:off x="4304665" y="4779010"/>
            <a:ext cx="3652520" cy="187452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1311" h="5805">
                <a:moveTo>
                  <a:pt x="0" y="5654"/>
                </a:moveTo>
                <a:cubicBezTo>
                  <a:pt x="-97" y="2480"/>
                  <a:pt x="2808" y="-78"/>
                  <a:pt x="5654" y="0"/>
                </a:cubicBezTo>
                <a:cubicBezTo>
                  <a:pt x="8827" y="-97"/>
                  <a:pt x="11385" y="2808"/>
                  <a:pt x="11307" y="5654"/>
                </a:cubicBezTo>
                <a:lnTo>
                  <a:pt x="11305" y="5802"/>
                </a:lnTo>
                <a:lnTo>
                  <a:pt x="11305" y="5803"/>
                </a:lnTo>
                <a:lnTo>
                  <a:pt x="2" y="5803"/>
                </a:lnTo>
                <a:lnTo>
                  <a:pt x="2" y="5802"/>
                </a:lnTo>
                <a:lnTo>
                  <a:pt x="0" y="565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66700" dir="1440000" sx="102000" sy="102000" algn="ctr" rotWithShape="0">
              <a:schemeClr val="accent1">
                <a:lumMod val="60000"/>
                <a:lumOff val="4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微软雅黑" panose="020B0503020204020204" charset="-122"/>
              <a:sym typeface="+mn-ea"/>
            </a:endParaRPr>
          </a:p>
        </p:txBody>
      </p:sp>
      <p:sp>
        <p:nvSpPr>
          <p:cNvPr id="8" name="任意多边形 7"/>
          <p:cNvSpPr/>
          <p:nvPr/>
        </p:nvSpPr>
        <p:spPr>
          <a:xfrm>
            <a:off x="3087370" y="3480435"/>
            <a:ext cx="6062345" cy="606171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9717" h="9717">
                <a:moveTo>
                  <a:pt x="0" y="4857"/>
                </a:moveTo>
                <a:cubicBezTo>
                  <a:pt x="-84" y="2131"/>
                  <a:pt x="2412" y="-67"/>
                  <a:pt x="4857" y="0"/>
                </a:cubicBezTo>
                <a:cubicBezTo>
                  <a:pt x="7582" y="-84"/>
                  <a:pt x="9780" y="2412"/>
                  <a:pt x="9713" y="4857"/>
                </a:cubicBezTo>
                <a:cubicBezTo>
                  <a:pt x="9797" y="7582"/>
                  <a:pt x="7301" y="9780"/>
                  <a:pt x="4857" y="9713"/>
                </a:cubicBezTo>
                <a:cubicBezTo>
                  <a:pt x="2131" y="9797"/>
                  <a:pt x="-67" y="7301"/>
                  <a:pt x="0" y="4857"/>
                </a:cubicBezTo>
                <a:close/>
                <a:moveTo>
                  <a:pt x="196" y="4857"/>
                </a:moveTo>
                <a:cubicBezTo>
                  <a:pt x="115" y="2240"/>
                  <a:pt x="2511" y="131"/>
                  <a:pt x="4857" y="196"/>
                </a:cubicBezTo>
                <a:cubicBezTo>
                  <a:pt x="7473" y="115"/>
                  <a:pt x="9582" y="2511"/>
                  <a:pt x="9518" y="4857"/>
                </a:cubicBezTo>
                <a:cubicBezTo>
                  <a:pt x="9598" y="7473"/>
                  <a:pt x="7202" y="9582"/>
                  <a:pt x="4857" y="9518"/>
                </a:cubicBezTo>
                <a:cubicBezTo>
                  <a:pt x="2240" y="9598"/>
                  <a:pt x="131" y="7202"/>
                  <a:pt x="196" y="4857"/>
                </a:cubicBezTo>
                <a:close/>
              </a:path>
            </a:pathLst>
          </a:custGeom>
          <a:gradFill flip="none" rotWithShape="1">
            <a:gsLst>
              <a:gs pos="100000">
                <a:schemeClr val="accent1">
                  <a:lumMod val="60000"/>
                  <a:lumOff val="40000"/>
                  <a:alpha val="88000"/>
                </a:schemeClr>
              </a:gs>
              <a:gs pos="49000">
                <a:schemeClr val="accent1">
                  <a:lumMod val="60000"/>
                  <a:lumOff val="40000"/>
                  <a:alpha val="0"/>
                </a:schemeClr>
              </a:gs>
            </a:gsLst>
            <a:lin ang="16200000" scaled="1"/>
            <a:tileRect/>
          </a:gradFill>
          <a:ln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51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5400000" scaled="1"/>
            </a:gradFill>
          </a:ln>
          <a:effectLst>
            <a:outerShdw blurRad="266700" dir="1440000" sx="102000" sy="102000" algn="ctr" rotWithShape="0">
              <a:schemeClr val="accent1">
                <a:lumMod val="60000"/>
                <a:lumOff val="4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微软雅黑" panose="020B0503020204020204" charset="-122"/>
              <a:sym typeface="+mn-ea"/>
            </a:endParaRPr>
          </a:p>
        </p:txBody>
      </p:sp>
      <p:sp>
        <p:nvSpPr>
          <p:cNvPr id="9" name="空心弧 8"/>
          <p:cNvSpPr/>
          <p:nvPr/>
        </p:nvSpPr>
        <p:spPr>
          <a:xfrm>
            <a:off x="3260725" y="3683000"/>
            <a:ext cx="5673090" cy="5673090"/>
          </a:xfrm>
          <a:prstGeom prst="blockArc">
            <a:avLst>
              <a:gd name="adj1" fmla="val 10760302"/>
              <a:gd name="adj2" fmla="val 12541201"/>
              <a:gd name="adj3" fmla="val 19907"/>
            </a:avLst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lin ang="5400000" scaled="0"/>
          </a:gradFill>
          <a:ln>
            <a:solidFill>
              <a:schemeClr val="bg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5" name="空心弧 14"/>
          <p:cNvSpPr/>
          <p:nvPr/>
        </p:nvSpPr>
        <p:spPr>
          <a:xfrm>
            <a:off x="3263265" y="3670300"/>
            <a:ext cx="5673090" cy="5673090"/>
          </a:xfrm>
          <a:prstGeom prst="blockArc">
            <a:avLst>
              <a:gd name="adj1" fmla="val 12616891"/>
              <a:gd name="adj2" fmla="val 14346251"/>
              <a:gd name="adj3" fmla="val 19769"/>
            </a:avLst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100000">
                <a:schemeClr val="accent5">
                  <a:lumMod val="40000"/>
                  <a:lumOff val="60000"/>
                </a:schemeClr>
              </a:gs>
            </a:gsLst>
            <a:lin ang="5400000" scaled="0"/>
          </a:gradFill>
          <a:ln>
            <a:solidFill>
              <a:schemeClr val="bg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空心弧 15"/>
          <p:cNvSpPr/>
          <p:nvPr/>
        </p:nvSpPr>
        <p:spPr>
          <a:xfrm>
            <a:off x="3290570" y="3653155"/>
            <a:ext cx="5673090" cy="5673090"/>
          </a:xfrm>
          <a:prstGeom prst="blockArc">
            <a:avLst>
              <a:gd name="adj1" fmla="val 14413753"/>
              <a:gd name="adj2" fmla="val 16252537"/>
              <a:gd name="adj3" fmla="val 19765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solidFill>
              <a:schemeClr val="bg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7" name="空心弧 16"/>
          <p:cNvSpPr/>
          <p:nvPr/>
        </p:nvSpPr>
        <p:spPr>
          <a:xfrm>
            <a:off x="3310255" y="3653155"/>
            <a:ext cx="5673090" cy="5673090"/>
          </a:xfrm>
          <a:prstGeom prst="blockArc">
            <a:avLst>
              <a:gd name="adj1" fmla="val 16312734"/>
              <a:gd name="adj2" fmla="val 17947537"/>
              <a:gd name="adj3" fmla="val 19826"/>
            </a:avLst>
          </a:prstGeom>
          <a:gradFill>
            <a:gsLst>
              <a:gs pos="0">
                <a:schemeClr val="accent5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0"/>
          </a:gradFill>
          <a:ln>
            <a:solidFill>
              <a:schemeClr val="bg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8" name="空心弧 17"/>
          <p:cNvSpPr/>
          <p:nvPr/>
        </p:nvSpPr>
        <p:spPr>
          <a:xfrm>
            <a:off x="3290570" y="3672840"/>
            <a:ext cx="5673090" cy="5673090"/>
          </a:xfrm>
          <a:prstGeom prst="blockArc">
            <a:avLst>
              <a:gd name="adj1" fmla="val 18048409"/>
              <a:gd name="adj2" fmla="val 19770217"/>
              <a:gd name="adj3" fmla="val 19932"/>
            </a:avLst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lin ang="5400000" scaled="0"/>
          </a:gradFill>
          <a:ln>
            <a:solidFill>
              <a:schemeClr val="bg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9" name="空心弧 18"/>
          <p:cNvSpPr/>
          <p:nvPr/>
        </p:nvSpPr>
        <p:spPr>
          <a:xfrm>
            <a:off x="3270885" y="3702685"/>
            <a:ext cx="5673090" cy="5673090"/>
          </a:xfrm>
          <a:prstGeom prst="blockArc">
            <a:avLst>
              <a:gd name="adj1" fmla="val 19851090"/>
              <a:gd name="adj2" fmla="val 21523198"/>
              <a:gd name="adj3" fmla="val 19959"/>
            </a:avLst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100000">
                <a:schemeClr val="accent5">
                  <a:lumMod val="40000"/>
                  <a:lumOff val="60000"/>
                </a:schemeClr>
              </a:gs>
            </a:gsLst>
            <a:lin ang="5400000" scaled="0"/>
          </a:gradFill>
          <a:ln>
            <a:solidFill>
              <a:schemeClr val="bg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26" name="组合 25"/>
          <p:cNvGrpSpPr/>
          <p:nvPr/>
        </p:nvGrpSpPr>
        <p:grpSpPr>
          <a:xfrm rot="0">
            <a:off x="4665345" y="5041900"/>
            <a:ext cx="2894330" cy="2882265"/>
            <a:chOff x="5279" y="5893"/>
            <a:chExt cx="9127" cy="9090"/>
          </a:xfrm>
        </p:grpSpPr>
        <p:sp>
          <p:nvSpPr>
            <p:cNvPr id="20" name="空心弧 19"/>
            <p:cNvSpPr/>
            <p:nvPr/>
          </p:nvSpPr>
          <p:spPr>
            <a:xfrm>
              <a:off x="5279" y="5893"/>
              <a:ext cx="9090" cy="9090"/>
            </a:xfrm>
            <a:prstGeom prst="blockArc">
              <a:avLst>
                <a:gd name="adj1" fmla="val 10760302"/>
                <a:gd name="adj2" fmla="val 12541247"/>
                <a:gd name="adj3" fmla="val 3667"/>
              </a:avLst>
            </a:prstGeom>
            <a:gradFill>
              <a:gsLst>
                <a:gs pos="0">
                  <a:schemeClr val="accent5">
                    <a:lumMod val="40000"/>
                    <a:lumOff val="60000"/>
                  </a:schemeClr>
                </a:gs>
                <a:gs pos="100000">
                  <a:schemeClr val="accent5">
                    <a:lumMod val="40000"/>
                    <a:lumOff val="60000"/>
                    <a:alpha val="0"/>
                  </a:schemeClr>
                </a:gs>
              </a:gsLst>
              <a:lin ang="5400000" scaled="0"/>
            </a:gradFill>
            <a:ln w="12700" cmpd="sng">
              <a:solidFill>
                <a:schemeClr val="bg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21" name="空心弧 20"/>
            <p:cNvSpPr/>
            <p:nvPr/>
          </p:nvSpPr>
          <p:spPr>
            <a:xfrm>
              <a:off x="5279" y="5893"/>
              <a:ext cx="9090" cy="9090"/>
            </a:xfrm>
            <a:prstGeom prst="blockArc">
              <a:avLst>
                <a:gd name="adj1" fmla="val 12616891"/>
                <a:gd name="adj2" fmla="val 14340237"/>
                <a:gd name="adj3" fmla="val 3872"/>
              </a:avLst>
            </a:prstGeom>
            <a:gradFill>
              <a:gsLst>
                <a:gs pos="0">
                  <a:schemeClr val="accent5">
                    <a:lumMod val="60000"/>
                    <a:lumOff val="40000"/>
                  </a:schemeClr>
                </a:gs>
                <a:gs pos="100000">
                  <a:schemeClr val="accent5">
                    <a:lumMod val="40000"/>
                    <a:lumOff val="60000"/>
                  </a:schemeClr>
                </a:gs>
              </a:gsLst>
              <a:lin ang="5400000" scaled="0"/>
            </a:gradFill>
            <a:ln w="12700" cmpd="sng">
              <a:solidFill>
                <a:schemeClr val="bg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22" name="空心弧 21"/>
            <p:cNvSpPr/>
            <p:nvPr/>
          </p:nvSpPr>
          <p:spPr>
            <a:xfrm>
              <a:off x="5316" y="5893"/>
              <a:ext cx="9090" cy="9090"/>
            </a:xfrm>
            <a:prstGeom prst="blockArc">
              <a:avLst>
                <a:gd name="adj1" fmla="val 14413753"/>
                <a:gd name="adj2" fmla="val 16156219"/>
                <a:gd name="adj3" fmla="val 4088"/>
              </a:avLst>
            </a:prstGeom>
            <a:gradFill>
              <a:gsLst>
                <a:gs pos="0">
                  <a:schemeClr val="accent5"/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5400000" scaled="0"/>
            </a:gradFill>
            <a:ln w="12700" cmpd="sng">
              <a:solidFill>
                <a:schemeClr val="bg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3" name="空心弧 22"/>
            <p:cNvSpPr/>
            <p:nvPr/>
          </p:nvSpPr>
          <p:spPr>
            <a:xfrm>
              <a:off x="5279" y="5893"/>
              <a:ext cx="9090" cy="9090"/>
            </a:xfrm>
            <a:prstGeom prst="blockArc">
              <a:avLst>
                <a:gd name="adj1" fmla="val 16312734"/>
                <a:gd name="adj2" fmla="val 17943433"/>
                <a:gd name="adj3" fmla="val 3898"/>
              </a:avLst>
            </a:prstGeom>
            <a:gradFill>
              <a:gsLst>
                <a:gs pos="0">
                  <a:schemeClr val="accent5"/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5400000" scaled="0"/>
            </a:gradFill>
            <a:ln w="12700" cmpd="sng">
              <a:solidFill>
                <a:schemeClr val="bg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24" name="空心弧 23"/>
            <p:cNvSpPr/>
            <p:nvPr/>
          </p:nvSpPr>
          <p:spPr>
            <a:xfrm>
              <a:off x="5279" y="5893"/>
              <a:ext cx="9090" cy="9090"/>
            </a:xfrm>
            <a:prstGeom prst="blockArc">
              <a:avLst>
                <a:gd name="adj1" fmla="val 18048409"/>
                <a:gd name="adj2" fmla="val 19787826"/>
                <a:gd name="adj3" fmla="val 3296"/>
              </a:avLst>
            </a:prstGeom>
            <a:gradFill>
              <a:gsLst>
                <a:gs pos="0">
                  <a:schemeClr val="accent5">
                    <a:lumMod val="60000"/>
                    <a:lumOff val="40000"/>
                  </a:schemeClr>
                </a:gs>
                <a:gs pos="100000">
                  <a:schemeClr val="accent5">
                    <a:lumMod val="40000"/>
                    <a:lumOff val="60000"/>
                  </a:schemeClr>
                </a:gs>
              </a:gsLst>
              <a:lin ang="5400000" scaled="0"/>
            </a:gradFill>
            <a:ln w="12700" cmpd="sng">
              <a:solidFill>
                <a:schemeClr val="bg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25" name="空心弧 24"/>
            <p:cNvSpPr/>
            <p:nvPr/>
          </p:nvSpPr>
          <p:spPr>
            <a:xfrm>
              <a:off x="5279" y="5893"/>
              <a:ext cx="9090" cy="9090"/>
            </a:xfrm>
            <a:prstGeom prst="blockArc">
              <a:avLst>
                <a:gd name="adj1" fmla="val 19851090"/>
                <a:gd name="adj2" fmla="val 21525035"/>
                <a:gd name="adj3" fmla="val 3323"/>
              </a:avLst>
            </a:prstGeom>
            <a:gradFill>
              <a:gsLst>
                <a:gs pos="0">
                  <a:schemeClr val="accent5">
                    <a:lumMod val="40000"/>
                    <a:lumOff val="60000"/>
                  </a:schemeClr>
                </a:gs>
                <a:gs pos="100000">
                  <a:schemeClr val="accent5">
                    <a:lumMod val="40000"/>
                    <a:lumOff val="60000"/>
                    <a:alpha val="0"/>
                  </a:schemeClr>
                </a:gs>
              </a:gsLst>
              <a:lin ang="5400000" scaled="0"/>
            </a:gradFill>
            <a:ln w="12700" cmpd="sng">
              <a:solidFill>
                <a:schemeClr val="bg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sp>
        <p:nvSpPr>
          <p:cNvPr id="4" name="右中括号 3"/>
          <p:cNvSpPr/>
          <p:nvPr/>
        </p:nvSpPr>
        <p:spPr>
          <a:xfrm>
            <a:off x="2387600" y="4794250"/>
            <a:ext cx="139700" cy="1809750"/>
          </a:xfrm>
          <a:prstGeom prst="rightBracket">
            <a:avLst>
              <a:gd name="adj" fmla="val 55803"/>
            </a:avLst>
          </a:prstGeom>
          <a:ln w="254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50" name="组合 49"/>
          <p:cNvGrpSpPr/>
          <p:nvPr/>
        </p:nvGrpSpPr>
        <p:grpSpPr>
          <a:xfrm rot="0">
            <a:off x="2540000" y="5542915"/>
            <a:ext cx="598170" cy="193675"/>
            <a:chOff x="3897" y="8477"/>
            <a:chExt cx="958" cy="310"/>
          </a:xfrm>
        </p:grpSpPr>
        <p:cxnSp>
          <p:nvCxnSpPr>
            <p:cNvPr id="7" name="直接连接符 6"/>
            <p:cNvCxnSpPr/>
            <p:nvPr/>
          </p:nvCxnSpPr>
          <p:spPr>
            <a:xfrm>
              <a:off x="3897" y="8481"/>
              <a:ext cx="293" cy="0"/>
            </a:xfrm>
            <a:prstGeom prst="line">
              <a:avLst/>
            </a:prstGeom>
            <a:ln w="1905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" name="直接箭头连接符 11"/>
            <p:cNvCxnSpPr/>
            <p:nvPr/>
          </p:nvCxnSpPr>
          <p:spPr>
            <a:xfrm>
              <a:off x="4179" y="8477"/>
              <a:ext cx="677" cy="310"/>
            </a:xfrm>
            <a:prstGeom prst="straightConnector1">
              <a:avLst/>
            </a:prstGeom>
            <a:ln w="19050">
              <a:solidFill>
                <a:schemeClr val="accent1">
                  <a:lumMod val="60000"/>
                  <a:lumOff val="40000"/>
                </a:schemeClr>
              </a:solidFill>
              <a:headEnd type="none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14" name="右中括号 13"/>
          <p:cNvSpPr/>
          <p:nvPr/>
        </p:nvSpPr>
        <p:spPr>
          <a:xfrm>
            <a:off x="5468620" y="1098550"/>
            <a:ext cx="139700" cy="1983740"/>
          </a:xfrm>
          <a:prstGeom prst="rightBracket">
            <a:avLst>
              <a:gd name="adj" fmla="val 68750"/>
            </a:avLst>
          </a:prstGeom>
          <a:ln w="254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4521200" y="4914265"/>
            <a:ext cx="3193415" cy="3193415"/>
          </a:xfrm>
          <a:prstGeom prst="ellipse">
            <a:avLst/>
          </a:prstGeom>
          <a:noFill/>
          <a:ln w="19050">
            <a:gradFill>
              <a:gsLst>
                <a:gs pos="0">
                  <a:schemeClr val="accent5">
                    <a:lumMod val="40000"/>
                    <a:lumOff val="60000"/>
                  </a:schemeClr>
                </a:gs>
                <a:gs pos="55000">
                  <a:schemeClr val="accent5">
                    <a:lumMod val="40000"/>
                    <a:lumOff val="60000"/>
                    <a:alpha val="0"/>
                  </a:schemeClr>
                </a:gs>
              </a:gsLst>
              <a:lin ang="5400000" scaled="1"/>
            </a:gradFill>
            <a:prstDash val="dashDot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8" name="显眼包PPT82"/>
          <p:cNvSpPr/>
          <p:nvPr/>
        </p:nvSpPr>
        <p:spPr>
          <a:xfrm>
            <a:off x="5032375" y="5998845"/>
            <a:ext cx="2178050" cy="444500"/>
          </a:xfrm>
          <a:prstGeom prst="ellipse">
            <a:avLst/>
          </a:prstGeom>
          <a:gradFill>
            <a:gsLst>
              <a:gs pos="17000">
                <a:schemeClr val="accent5">
                  <a:lumMod val="20000"/>
                  <a:lumOff val="80000"/>
                  <a:alpha val="16000"/>
                </a:schemeClr>
              </a:gs>
              <a:gs pos="80000">
                <a:schemeClr val="accent5">
                  <a:lumMod val="60000"/>
                  <a:lumOff val="40000"/>
                </a:schemeClr>
              </a:gs>
            </a:gsLst>
            <a:lin ang="5400000" scaled="0"/>
          </a:gradFill>
          <a:ln>
            <a:gradFill>
              <a:gsLst>
                <a:gs pos="62000">
                  <a:schemeClr val="accent5">
                    <a:lumMod val="60000"/>
                    <a:lumOff val="40000"/>
                  </a:schemeClr>
                </a:gs>
                <a:gs pos="0">
                  <a:schemeClr val="accent5">
                    <a:lumMod val="20000"/>
                    <a:lumOff val="80000"/>
                    <a:alpha val="0"/>
                  </a:schemeClr>
                </a:gs>
                <a:gs pos="100000">
                  <a:schemeClr val="accent5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158" name="组合 157"/>
          <p:cNvGrpSpPr/>
          <p:nvPr/>
        </p:nvGrpSpPr>
        <p:grpSpPr>
          <a:xfrm rot="0">
            <a:off x="596900" y="2687320"/>
            <a:ext cx="2440305" cy="775335"/>
            <a:chOff x="471744" y="2027338"/>
            <a:chExt cx="2750227" cy="709743"/>
          </a:xfrm>
          <a:scene3d>
            <a:camera prst="orthographicFront"/>
            <a:lightRig rig="glow" dir="t"/>
          </a:scene3d>
        </p:grpSpPr>
        <p:grpSp>
          <p:nvGrpSpPr>
            <p:cNvPr id="151" name="组合 150"/>
            <p:cNvGrpSpPr/>
            <p:nvPr/>
          </p:nvGrpSpPr>
          <p:grpSpPr>
            <a:xfrm flipH="1">
              <a:off x="471744" y="2027338"/>
              <a:ext cx="2750227" cy="709743"/>
              <a:chOff x="9308353" y="2003165"/>
              <a:chExt cx="2750227" cy="972368"/>
            </a:xfrm>
          </p:grpSpPr>
          <p:sp>
            <p:nvSpPr>
              <p:cNvPr id="155" name="显眼包PPT-1"/>
              <p:cNvSpPr/>
              <p:nvPr>
                <p:custDataLst>
                  <p:tags r:id="rId3"/>
                </p:custDataLst>
              </p:nvPr>
            </p:nvSpPr>
            <p:spPr>
              <a:xfrm flipV="1">
                <a:off x="9308353" y="2003165"/>
                <a:ext cx="2750227" cy="972368"/>
              </a:xfrm>
              <a:prstGeom prst="snip2DiagRect">
                <a:avLst>
                  <a:gd name="adj1" fmla="val 0"/>
                  <a:gd name="adj2" fmla="val 16421"/>
                </a:avLst>
              </a:prstGeom>
              <a:gradFill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gradFill flip="none" rotWithShape="1">
                  <a:gsLst>
                    <a:gs pos="14000">
                      <a:schemeClr val="accent5">
                        <a:lumMod val="60000"/>
                        <a:lumOff val="40000"/>
                      </a:schemeClr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微软雅黑" panose="020B0503020204020204" charset="-122"/>
                </a:endParaRPr>
              </a:p>
            </p:txBody>
          </p:sp>
          <p:sp>
            <p:nvSpPr>
              <p:cNvPr id="156" name="显眼包PPT-2"/>
              <p:cNvSpPr/>
              <p:nvPr>
                <p:custDataLst>
                  <p:tags r:id="rId4"/>
                </p:custDataLst>
              </p:nvPr>
            </p:nvSpPr>
            <p:spPr>
              <a:xfrm flipH="1">
                <a:off x="11961514" y="2862822"/>
                <a:ext cx="97063" cy="112711"/>
              </a:xfrm>
              <a:prstGeom prst="rtTriangl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微软雅黑" panose="020B0503020204020204" charset="-122"/>
                </a:endParaRPr>
              </a:p>
            </p:txBody>
          </p:sp>
        </p:grpSp>
        <p:sp>
          <p:nvSpPr>
            <p:cNvPr id="153" name="显眼包PPT-3"/>
            <p:cNvSpPr txBox="1"/>
            <p:nvPr>
              <p:custDataLst>
                <p:tags r:id="rId5"/>
              </p:custDataLst>
            </p:nvPr>
          </p:nvSpPr>
          <p:spPr>
            <a:xfrm flipH="1">
              <a:off x="762239" y="2085232"/>
              <a:ext cx="2148791" cy="1686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zh-CN" altLang="en-US" sz="1200" b="1" dirty="0">
                  <a:solidFill>
                    <a:schemeClr val="accent5">
                      <a:lumMod val="60000"/>
                      <a:lumOff val="40000"/>
                    </a:schemeClr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技术选型与可扩展性设计</a:t>
              </a:r>
              <a:endParaRPr lang="zh-CN" altLang="en-US" sz="1200" b="1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45" name="显眼包PPT-4"/>
          <p:cNvSpPr/>
          <p:nvPr/>
        </p:nvSpPr>
        <p:spPr>
          <a:xfrm>
            <a:off x="556895" y="4865370"/>
            <a:ext cx="1805305" cy="382905"/>
          </a:xfrm>
          <a:prstGeom prst="snip2Diag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200" b="1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痛点挖掘与用户画像</a:t>
            </a:r>
            <a:endParaRPr lang="zh-CN" altLang="en-US" sz="1200" b="1">
              <a:solidFill>
                <a:schemeClr val="accent1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7" name="显眼包PPT-4"/>
          <p:cNvSpPr/>
          <p:nvPr/>
        </p:nvSpPr>
        <p:spPr>
          <a:xfrm>
            <a:off x="556895" y="5300980"/>
            <a:ext cx="1805305" cy="382905"/>
          </a:xfrm>
          <a:prstGeom prst="snip2Diag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200" b="1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竞品分析与差异定位</a:t>
            </a:r>
            <a:endParaRPr lang="zh-CN" altLang="en-US" sz="1200" b="1">
              <a:solidFill>
                <a:schemeClr val="accent1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8" name="显眼包PPT-4"/>
          <p:cNvSpPr/>
          <p:nvPr/>
        </p:nvSpPr>
        <p:spPr>
          <a:xfrm>
            <a:off x="556895" y="5736590"/>
            <a:ext cx="1805305" cy="382905"/>
          </a:xfrm>
          <a:prstGeom prst="snip2Diag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200" b="1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MVP</a:t>
            </a:r>
            <a:r>
              <a:rPr lang="zh-CN" altLang="en-US" sz="1200" b="1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路径规划</a:t>
            </a:r>
            <a:endParaRPr lang="zh-CN" altLang="en-US" sz="1200" b="1">
              <a:solidFill>
                <a:schemeClr val="accent1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9" name="显眼包PPT-4"/>
          <p:cNvSpPr/>
          <p:nvPr/>
        </p:nvSpPr>
        <p:spPr>
          <a:xfrm>
            <a:off x="556895" y="6172200"/>
            <a:ext cx="1805305" cy="382905"/>
          </a:xfrm>
          <a:prstGeom prst="snip2Diag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200" b="1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商业模式初步假设</a:t>
            </a:r>
            <a:endParaRPr lang="zh-CN" altLang="en-US" sz="1200" b="1">
              <a:solidFill>
                <a:schemeClr val="accent1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2" name="右中括号 51"/>
          <p:cNvSpPr/>
          <p:nvPr/>
        </p:nvSpPr>
        <p:spPr>
          <a:xfrm>
            <a:off x="3037205" y="2632710"/>
            <a:ext cx="139700" cy="1809750"/>
          </a:xfrm>
          <a:prstGeom prst="rightBracket">
            <a:avLst>
              <a:gd name="adj" fmla="val 55803"/>
            </a:avLst>
          </a:prstGeom>
          <a:ln w="254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54" name="组合 53"/>
          <p:cNvGrpSpPr/>
          <p:nvPr/>
        </p:nvGrpSpPr>
        <p:grpSpPr>
          <a:xfrm rot="0" flipH="1">
            <a:off x="596900" y="3590925"/>
            <a:ext cx="2440305" cy="775335"/>
            <a:chOff x="9308353" y="2003165"/>
            <a:chExt cx="2750227" cy="972368"/>
          </a:xfrm>
          <a:scene3d>
            <a:camera prst="orthographicFront"/>
            <a:lightRig rig="glow" dir="t"/>
          </a:scene3d>
        </p:grpSpPr>
        <p:sp>
          <p:nvSpPr>
            <p:cNvPr id="55" name="显眼包PPT-1"/>
            <p:cNvSpPr/>
            <p:nvPr>
              <p:custDataLst>
                <p:tags r:id="rId6"/>
              </p:custDataLst>
            </p:nvPr>
          </p:nvSpPr>
          <p:spPr>
            <a:xfrm flipV="1">
              <a:off x="9308353" y="2003165"/>
              <a:ext cx="2750227" cy="972368"/>
            </a:xfrm>
            <a:prstGeom prst="snip2DiagRect">
              <a:avLst>
                <a:gd name="adj1" fmla="val 0"/>
                <a:gd name="adj2" fmla="val 16421"/>
              </a:avLst>
            </a:pr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0" scaled="1"/>
            </a:gradFill>
            <a:ln w="9525">
              <a:gradFill flip="none" rotWithShape="1">
                <a:gsLst>
                  <a:gs pos="14000">
                    <a:schemeClr val="accent5">
                      <a:lumMod val="60000"/>
                      <a:lumOff val="40000"/>
                    </a:schemeClr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sp>
          <p:nvSpPr>
            <p:cNvPr id="56" name="显眼包PPT-2"/>
            <p:cNvSpPr/>
            <p:nvPr>
              <p:custDataLst>
                <p:tags r:id="rId7"/>
              </p:custDataLst>
            </p:nvPr>
          </p:nvSpPr>
          <p:spPr>
            <a:xfrm flipH="1">
              <a:off x="11961514" y="2862822"/>
              <a:ext cx="97063" cy="112711"/>
            </a:xfrm>
            <a:prstGeom prst="rtTriangl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</p:grpSp>
      <p:sp>
        <p:nvSpPr>
          <p:cNvPr id="59" name="显眼包PPT-4"/>
          <p:cNvSpPr/>
          <p:nvPr/>
        </p:nvSpPr>
        <p:spPr>
          <a:xfrm>
            <a:off x="3383915" y="1175385"/>
            <a:ext cx="2084705" cy="382905"/>
          </a:xfrm>
          <a:prstGeom prst="snip2Diag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53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r">
              <a:buClrTx/>
              <a:buSzTx/>
              <a:buFontTx/>
            </a:pPr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项目冷启动策略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0" name="显眼包PPT-4"/>
          <p:cNvSpPr/>
          <p:nvPr/>
        </p:nvSpPr>
        <p:spPr>
          <a:xfrm>
            <a:off x="3383915" y="1659255"/>
            <a:ext cx="2084705" cy="382905"/>
          </a:xfrm>
          <a:prstGeom prst="snip2Diag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63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r">
              <a:buClrTx/>
              <a:buSzTx/>
              <a:buFontTx/>
            </a:pPr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AARRR</a:t>
            </a:r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增长模型应用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1" name="显眼包PPT-4"/>
          <p:cNvSpPr/>
          <p:nvPr/>
        </p:nvSpPr>
        <p:spPr>
          <a:xfrm>
            <a:off x="3383915" y="2142490"/>
            <a:ext cx="2084705" cy="382905"/>
          </a:xfrm>
          <a:prstGeom prst="snip2Diag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53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r">
              <a:buClrTx/>
              <a:buSzTx/>
              <a:buFontTx/>
            </a:pPr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内容与社区生态建设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2" name="显眼包PPT-4"/>
          <p:cNvSpPr/>
          <p:nvPr/>
        </p:nvSpPr>
        <p:spPr>
          <a:xfrm>
            <a:off x="3383915" y="2626360"/>
            <a:ext cx="2084705" cy="382905"/>
          </a:xfrm>
          <a:prstGeom prst="snip2Diag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53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r">
              <a:buClrTx/>
              <a:buSzTx/>
              <a:buFontTx/>
            </a:pPr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渠道拓展与</a:t>
            </a:r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ASO</a:t>
            </a:r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优化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3" name="右中括号 62"/>
          <p:cNvSpPr/>
          <p:nvPr/>
        </p:nvSpPr>
        <p:spPr>
          <a:xfrm flipH="1">
            <a:off x="6741795" y="1098550"/>
            <a:ext cx="139700" cy="1983740"/>
          </a:xfrm>
          <a:prstGeom prst="rightBracket">
            <a:avLst>
              <a:gd name="adj" fmla="val 68750"/>
            </a:avLst>
          </a:prstGeom>
          <a:ln w="254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4" name="显眼包PPT-4"/>
          <p:cNvSpPr/>
          <p:nvPr/>
        </p:nvSpPr>
        <p:spPr>
          <a:xfrm flipH="1">
            <a:off x="6972935" y="1098550"/>
            <a:ext cx="2237740" cy="382905"/>
          </a:xfrm>
          <a:prstGeom prst="snip2Diag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53000">
                <a:schemeClr val="accent5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关键角色配置（铁三角）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5" name="显眼包PPT-4"/>
          <p:cNvSpPr/>
          <p:nvPr/>
        </p:nvSpPr>
        <p:spPr>
          <a:xfrm flipH="1">
            <a:off x="6972935" y="1607820"/>
            <a:ext cx="2237740" cy="382905"/>
          </a:xfrm>
          <a:prstGeom prst="snip2Diag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53000">
                <a:schemeClr val="accent5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目标对齐与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OKR </a:t>
            </a:r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管理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6" name="显眼包PPT-4"/>
          <p:cNvSpPr/>
          <p:nvPr/>
        </p:nvSpPr>
        <p:spPr>
          <a:xfrm flipH="1">
            <a:off x="6972935" y="2117090"/>
            <a:ext cx="2237740" cy="382905"/>
          </a:xfrm>
          <a:prstGeom prst="snip2Diag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53000">
                <a:schemeClr val="accent5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高效沟通与文档沉淀</a:t>
            </a:r>
            <a:endParaRPr lang="en-US" altLang="zh-CN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7" name="显眼包PPT-4"/>
          <p:cNvSpPr/>
          <p:nvPr/>
        </p:nvSpPr>
        <p:spPr>
          <a:xfrm flipH="1">
            <a:off x="6972935" y="2626360"/>
            <a:ext cx="2177415" cy="382905"/>
          </a:xfrm>
          <a:prstGeom prst="snip2Diag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53000">
                <a:schemeClr val="accent5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激励机制与文化建设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8" name="右中括号 67"/>
          <p:cNvSpPr/>
          <p:nvPr/>
        </p:nvSpPr>
        <p:spPr>
          <a:xfrm flipH="1">
            <a:off x="9646920" y="4794250"/>
            <a:ext cx="139700" cy="1809750"/>
          </a:xfrm>
          <a:prstGeom prst="rightBracket">
            <a:avLst>
              <a:gd name="adj" fmla="val 55803"/>
            </a:avLst>
          </a:prstGeom>
          <a:ln w="254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>
              <a:solidFill>
                <a:schemeClr val="accent5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" name="显眼包PPT-4"/>
          <p:cNvSpPr/>
          <p:nvPr/>
        </p:nvSpPr>
        <p:spPr>
          <a:xfrm flipH="1">
            <a:off x="9864090" y="4794250"/>
            <a:ext cx="1876425" cy="382905"/>
          </a:xfrm>
          <a:prstGeom prst="snip2Diag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200" b="1">
                <a:solidFill>
                  <a:schemeClr val="accent5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北极星指标的确立</a:t>
            </a:r>
            <a:endParaRPr lang="zh-CN" altLang="en-US" sz="1200" b="1">
              <a:solidFill>
                <a:schemeClr val="accent5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70" name="显眼包PPT-4"/>
          <p:cNvSpPr/>
          <p:nvPr/>
        </p:nvSpPr>
        <p:spPr>
          <a:xfrm flipH="1">
            <a:off x="9864090" y="5269865"/>
            <a:ext cx="1876425" cy="382905"/>
          </a:xfrm>
          <a:prstGeom prst="snip2Diag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200" b="1">
                <a:solidFill>
                  <a:schemeClr val="accent5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A/B </a:t>
            </a:r>
            <a:r>
              <a:rPr lang="zh-CN" altLang="en-US" sz="1200" b="1">
                <a:solidFill>
                  <a:schemeClr val="accent5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测试与转化率优化</a:t>
            </a:r>
            <a:endParaRPr lang="zh-CN" altLang="en-US" sz="1200" b="1">
              <a:solidFill>
                <a:schemeClr val="accent5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71" name="显眼包PPT-4"/>
          <p:cNvSpPr/>
          <p:nvPr/>
        </p:nvSpPr>
        <p:spPr>
          <a:xfrm flipH="1">
            <a:off x="9864090" y="5745480"/>
            <a:ext cx="1876425" cy="382905"/>
          </a:xfrm>
          <a:prstGeom prst="snip2Diag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200" b="1">
                <a:solidFill>
                  <a:schemeClr val="accent5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用户反馈与需求管理</a:t>
            </a:r>
            <a:endParaRPr lang="zh-CN" altLang="en-US" sz="1200" b="1">
              <a:solidFill>
                <a:schemeClr val="accent5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72" name="显眼包PPT-4"/>
          <p:cNvSpPr/>
          <p:nvPr/>
        </p:nvSpPr>
        <p:spPr>
          <a:xfrm flipH="1">
            <a:off x="9864090" y="6221095"/>
            <a:ext cx="1876425" cy="382905"/>
          </a:xfrm>
          <a:prstGeom prst="snip2Diag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200" b="1">
                <a:solidFill>
                  <a:schemeClr val="accent5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产全生命周期规划</a:t>
            </a:r>
            <a:endParaRPr lang="zh-CN" altLang="en-US" sz="1200" b="1">
              <a:solidFill>
                <a:schemeClr val="accent5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77" name="组合 76"/>
          <p:cNvGrpSpPr/>
          <p:nvPr/>
        </p:nvGrpSpPr>
        <p:grpSpPr>
          <a:xfrm rot="0">
            <a:off x="5610225" y="1771650"/>
            <a:ext cx="279400" cy="1651635"/>
            <a:chOff x="8828" y="2053"/>
            <a:chExt cx="448" cy="3255"/>
          </a:xfrm>
        </p:grpSpPr>
        <p:cxnSp>
          <p:nvCxnSpPr>
            <p:cNvPr id="73" name="直接箭头连接符 72"/>
            <p:cNvCxnSpPr/>
            <p:nvPr/>
          </p:nvCxnSpPr>
          <p:spPr>
            <a:xfrm>
              <a:off x="9261" y="2056"/>
              <a:ext cx="14" cy="3252"/>
            </a:xfrm>
            <a:prstGeom prst="straightConnector1">
              <a:avLst/>
            </a:prstGeom>
            <a:ln w="19050">
              <a:solidFill>
                <a:schemeClr val="accent1">
                  <a:lumMod val="60000"/>
                  <a:lumOff val="40000"/>
                </a:schemeClr>
              </a:solidFill>
              <a:headEnd type="none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4" name="直接连接符 73"/>
            <p:cNvCxnSpPr/>
            <p:nvPr/>
          </p:nvCxnSpPr>
          <p:spPr>
            <a:xfrm flipH="1">
              <a:off x="8828" y="2053"/>
              <a:ext cx="448" cy="1"/>
            </a:xfrm>
            <a:prstGeom prst="line">
              <a:avLst/>
            </a:prstGeom>
            <a:ln w="254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78" name="组合 77"/>
          <p:cNvGrpSpPr/>
          <p:nvPr/>
        </p:nvGrpSpPr>
        <p:grpSpPr>
          <a:xfrm rot="0" flipH="1">
            <a:off x="6469380" y="1769745"/>
            <a:ext cx="279400" cy="1651635"/>
            <a:chOff x="8828" y="2053"/>
            <a:chExt cx="448" cy="3255"/>
          </a:xfrm>
        </p:grpSpPr>
        <p:cxnSp>
          <p:nvCxnSpPr>
            <p:cNvPr id="79" name="直接箭头连接符 78"/>
            <p:cNvCxnSpPr/>
            <p:nvPr/>
          </p:nvCxnSpPr>
          <p:spPr>
            <a:xfrm>
              <a:off x="9261" y="2056"/>
              <a:ext cx="14" cy="3252"/>
            </a:xfrm>
            <a:prstGeom prst="straightConnector1">
              <a:avLst/>
            </a:prstGeom>
            <a:ln w="19050">
              <a:solidFill>
                <a:schemeClr val="accent5">
                  <a:lumMod val="60000"/>
                  <a:lumOff val="40000"/>
                </a:schemeClr>
              </a:solidFill>
              <a:headEnd type="none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0" name="直接连接符 79"/>
            <p:cNvCxnSpPr/>
            <p:nvPr/>
          </p:nvCxnSpPr>
          <p:spPr>
            <a:xfrm flipH="1">
              <a:off x="8828" y="2053"/>
              <a:ext cx="448" cy="1"/>
            </a:xfrm>
            <a:prstGeom prst="line">
              <a:avLst/>
            </a:prstGeom>
            <a:ln w="254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81" name="组合 80"/>
          <p:cNvGrpSpPr/>
          <p:nvPr/>
        </p:nvGrpSpPr>
        <p:grpSpPr>
          <a:xfrm rot="0" flipH="1">
            <a:off x="9058275" y="5459730"/>
            <a:ext cx="598170" cy="193675"/>
            <a:chOff x="3897" y="8477"/>
            <a:chExt cx="958" cy="310"/>
          </a:xfrm>
        </p:grpSpPr>
        <p:cxnSp>
          <p:nvCxnSpPr>
            <p:cNvPr id="82" name="直接连接符 81"/>
            <p:cNvCxnSpPr/>
            <p:nvPr/>
          </p:nvCxnSpPr>
          <p:spPr>
            <a:xfrm>
              <a:off x="3897" y="8481"/>
              <a:ext cx="293" cy="0"/>
            </a:xfrm>
            <a:prstGeom prst="line">
              <a:avLst/>
            </a:prstGeom>
            <a:ln w="1905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3" name="直接箭头连接符 82"/>
            <p:cNvCxnSpPr/>
            <p:nvPr/>
          </p:nvCxnSpPr>
          <p:spPr>
            <a:xfrm>
              <a:off x="4179" y="8477"/>
              <a:ext cx="677" cy="310"/>
            </a:xfrm>
            <a:prstGeom prst="straightConnector1">
              <a:avLst/>
            </a:prstGeom>
            <a:ln w="19050">
              <a:solidFill>
                <a:schemeClr val="accent5">
                  <a:lumMod val="60000"/>
                  <a:lumOff val="40000"/>
                </a:schemeClr>
              </a:solidFill>
              <a:headEnd type="none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86" name="组合 85"/>
          <p:cNvGrpSpPr/>
          <p:nvPr/>
        </p:nvGrpSpPr>
        <p:grpSpPr>
          <a:xfrm rot="0">
            <a:off x="3177540" y="3402965"/>
            <a:ext cx="941070" cy="723900"/>
            <a:chOff x="4930" y="5276"/>
            <a:chExt cx="1508" cy="1160"/>
          </a:xfrm>
        </p:grpSpPr>
        <p:cxnSp>
          <p:nvCxnSpPr>
            <p:cNvPr id="84" name="直接箭头连接符 83"/>
            <p:cNvCxnSpPr/>
            <p:nvPr/>
          </p:nvCxnSpPr>
          <p:spPr>
            <a:xfrm>
              <a:off x="5650" y="5276"/>
              <a:ext cx="788" cy="1160"/>
            </a:xfrm>
            <a:prstGeom prst="straightConnector1">
              <a:avLst/>
            </a:prstGeom>
            <a:ln w="19050">
              <a:solidFill>
                <a:schemeClr val="accent5">
                  <a:lumMod val="60000"/>
                  <a:lumOff val="40000"/>
                </a:schemeClr>
              </a:solidFill>
              <a:headEnd type="none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5" name="直接连接符 84"/>
            <p:cNvCxnSpPr/>
            <p:nvPr/>
          </p:nvCxnSpPr>
          <p:spPr>
            <a:xfrm flipH="1" flipV="1">
              <a:off x="4930" y="5277"/>
              <a:ext cx="736" cy="4"/>
            </a:xfrm>
            <a:prstGeom prst="line">
              <a:avLst/>
            </a:prstGeom>
            <a:ln w="254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87" name="组合 86"/>
          <p:cNvGrpSpPr/>
          <p:nvPr/>
        </p:nvGrpSpPr>
        <p:grpSpPr>
          <a:xfrm rot="0" flipH="1">
            <a:off x="8208645" y="3491230"/>
            <a:ext cx="941070" cy="723900"/>
            <a:chOff x="4930" y="5276"/>
            <a:chExt cx="1508" cy="1160"/>
          </a:xfrm>
        </p:grpSpPr>
        <p:cxnSp>
          <p:nvCxnSpPr>
            <p:cNvPr id="88" name="直接箭头连接符 87"/>
            <p:cNvCxnSpPr/>
            <p:nvPr/>
          </p:nvCxnSpPr>
          <p:spPr>
            <a:xfrm>
              <a:off x="5650" y="5276"/>
              <a:ext cx="788" cy="1160"/>
            </a:xfrm>
            <a:prstGeom prst="straightConnector1">
              <a:avLst/>
            </a:prstGeom>
            <a:ln w="19050">
              <a:solidFill>
                <a:schemeClr val="accent1">
                  <a:lumMod val="60000"/>
                  <a:lumOff val="40000"/>
                </a:schemeClr>
              </a:solidFill>
              <a:headEnd type="none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9" name="直接连接符 88"/>
            <p:cNvCxnSpPr/>
            <p:nvPr/>
          </p:nvCxnSpPr>
          <p:spPr>
            <a:xfrm flipH="1" flipV="1">
              <a:off x="4930" y="5277"/>
              <a:ext cx="736" cy="4"/>
            </a:xfrm>
            <a:prstGeom prst="line">
              <a:avLst/>
            </a:prstGeom>
            <a:ln w="254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101" name="组合 100"/>
          <p:cNvGrpSpPr/>
          <p:nvPr/>
        </p:nvGrpSpPr>
        <p:grpSpPr>
          <a:xfrm rot="0" flipH="1">
            <a:off x="9210040" y="2712720"/>
            <a:ext cx="2580005" cy="1809750"/>
            <a:chOff x="14739" y="2450"/>
            <a:chExt cx="4134" cy="2900"/>
          </a:xfrm>
        </p:grpSpPr>
        <p:grpSp>
          <p:nvGrpSpPr>
            <p:cNvPr id="91" name="组合 90"/>
            <p:cNvGrpSpPr/>
            <p:nvPr/>
          </p:nvGrpSpPr>
          <p:grpSpPr>
            <a:xfrm rot="0" flipH="1">
              <a:off x="14739" y="2538"/>
              <a:ext cx="3910" cy="1242"/>
              <a:chOff x="9308353" y="2003165"/>
              <a:chExt cx="2750227" cy="972368"/>
            </a:xfrm>
            <a:scene3d>
              <a:camera prst="orthographicFront"/>
              <a:lightRig rig="glow" dir="t"/>
            </a:scene3d>
          </p:grpSpPr>
          <p:sp>
            <p:nvSpPr>
              <p:cNvPr id="92" name="显眼包PPT-1"/>
              <p:cNvSpPr/>
              <p:nvPr>
                <p:custDataLst>
                  <p:tags r:id="rId8"/>
                </p:custDataLst>
              </p:nvPr>
            </p:nvSpPr>
            <p:spPr>
              <a:xfrm flipV="1">
                <a:off x="9308353" y="2003165"/>
                <a:ext cx="2750227" cy="972368"/>
              </a:xfrm>
              <a:prstGeom prst="snip2DiagRect">
                <a:avLst>
                  <a:gd name="adj1" fmla="val 0"/>
                  <a:gd name="adj2" fmla="val 16421"/>
                </a:avLst>
              </a:prstGeom>
              <a:gradFill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微软雅黑" panose="020B0503020204020204" charset="-122"/>
                </a:endParaRPr>
              </a:p>
            </p:txBody>
          </p:sp>
          <p:sp>
            <p:nvSpPr>
              <p:cNvPr id="93" name="显眼包PPT-2"/>
              <p:cNvSpPr/>
              <p:nvPr>
                <p:custDataLst>
                  <p:tags r:id="rId9"/>
                </p:custDataLst>
              </p:nvPr>
            </p:nvSpPr>
            <p:spPr>
              <a:xfrm flipH="1">
                <a:off x="11961514" y="2862822"/>
                <a:ext cx="97063" cy="112711"/>
              </a:xfrm>
              <a:prstGeom prst="rtTriangl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微软雅黑" panose="020B0503020204020204" charset="-122"/>
                </a:endParaRPr>
              </a:p>
            </p:txBody>
          </p:sp>
        </p:grpSp>
        <p:sp>
          <p:nvSpPr>
            <p:cNvPr id="95" name="右中括号 94"/>
            <p:cNvSpPr/>
            <p:nvPr/>
          </p:nvSpPr>
          <p:spPr>
            <a:xfrm>
              <a:off x="18649" y="2450"/>
              <a:ext cx="224" cy="2900"/>
            </a:xfrm>
            <a:prstGeom prst="rightBracket">
              <a:avLst>
                <a:gd name="adj" fmla="val 55803"/>
              </a:avLst>
            </a:prstGeom>
            <a:ln w="254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grpSp>
          <p:nvGrpSpPr>
            <p:cNvPr id="97" name="组合 96"/>
            <p:cNvGrpSpPr/>
            <p:nvPr/>
          </p:nvGrpSpPr>
          <p:grpSpPr>
            <a:xfrm rot="0" flipH="1">
              <a:off x="14739" y="3985"/>
              <a:ext cx="3910" cy="1242"/>
              <a:chOff x="9308353" y="2003165"/>
              <a:chExt cx="2750227" cy="972368"/>
            </a:xfrm>
            <a:scene3d>
              <a:camera prst="orthographicFront"/>
              <a:lightRig rig="glow" dir="t"/>
            </a:scene3d>
          </p:grpSpPr>
          <p:sp>
            <p:nvSpPr>
              <p:cNvPr id="98" name="显眼包PPT-1"/>
              <p:cNvSpPr/>
              <p:nvPr>
                <p:custDataLst>
                  <p:tags r:id="rId10"/>
                </p:custDataLst>
              </p:nvPr>
            </p:nvSpPr>
            <p:spPr>
              <a:xfrm flipV="1">
                <a:off x="9308353" y="2003165"/>
                <a:ext cx="2750227" cy="972368"/>
              </a:xfrm>
              <a:prstGeom prst="snip2DiagRect">
                <a:avLst>
                  <a:gd name="adj1" fmla="val 0"/>
                  <a:gd name="adj2" fmla="val 16421"/>
                </a:avLst>
              </a:prstGeom>
              <a:gradFill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微软雅黑" panose="020B0503020204020204" charset="-122"/>
                </a:endParaRPr>
              </a:p>
            </p:txBody>
          </p:sp>
          <p:sp>
            <p:nvSpPr>
              <p:cNvPr id="99" name="显眼包PPT-2"/>
              <p:cNvSpPr/>
              <p:nvPr>
                <p:custDataLst>
                  <p:tags r:id="rId11"/>
                </p:custDataLst>
              </p:nvPr>
            </p:nvSpPr>
            <p:spPr>
              <a:xfrm flipH="1">
                <a:off x="11961514" y="2862822"/>
                <a:ext cx="97063" cy="112711"/>
              </a:xfrm>
              <a:prstGeom prst="rtTriangl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微软雅黑" panose="020B0503020204020204" charset="-122"/>
                </a:endParaRPr>
              </a:p>
            </p:txBody>
          </p:sp>
        </p:grpSp>
      </p:grpSp>
      <p:sp>
        <p:nvSpPr>
          <p:cNvPr id="102" name="显眼包PPT83"/>
          <p:cNvSpPr/>
          <p:nvPr/>
        </p:nvSpPr>
        <p:spPr>
          <a:xfrm>
            <a:off x="5549900" y="6129655"/>
            <a:ext cx="1143635" cy="18351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3" name="文本框 102"/>
          <p:cNvSpPr txBox="1"/>
          <p:nvPr/>
        </p:nvSpPr>
        <p:spPr>
          <a:xfrm>
            <a:off x="5109210" y="5699125"/>
            <a:ext cx="2018030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200" b="1">
                <a:gradFill>
                  <a:gsLst>
                    <a:gs pos="100000">
                      <a:schemeClr val="accent5">
                        <a:lumMod val="60000"/>
                        <a:lumOff val="40000"/>
                      </a:schemeClr>
                    </a:gs>
                    <a:gs pos="0">
                      <a:schemeClr val="accent5"/>
                    </a:gs>
                  </a:gsLst>
                  <a:lin ang="5400000" scaled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项目全局规划</a:t>
            </a:r>
            <a:endParaRPr lang="zh-CN" altLang="en-US" sz="2200" b="1">
              <a:gradFill>
                <a:gsLst>
                  <a:gs pos="100000">
                    <a:schemeClr val="accent5">
                      <a:lumMod val="60000"/>
                      <a:lumOff val="40000"/>
                    </a:schemeClr>
                  </a:gs>
                  <a:gs pos="0">
                    <a:schemeClr val="accent5"/>
                  </a:gs>
                </a:gsLst>
                <a:lin ang="5400000" scaled="0"/>
              </a:gra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6" name="显眼包PPT-3"/>
          <p:cNvSpPr txBox="1"/>
          <p:nvPr>
            <p:custDataLst>
              <p:tags r:id="rId12"/>
            </p:custDataLst>
          </p:nvPr>
        </p:nvSpPr>
        <p:spPr>
          <a:xfrm rot="16980000" flipH="1">
            <a:off x="3286125" y="5829935"/>
            <a:ext cx="894080" cy="245745"/>
          </a:xfrm>
          <a:prstGeom prst="rect">
            <a:avLst/>
          </a:prstGeom>
          <a:noFill/>
          <a:scene3d>
            <a:camera prst="orthographicFront"/>
            <a:lightRig rig="glow" dir="t"/>
          </a:scene3d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产品定义</a:t>
            </a:r>
            <a:endParaRPr lang="zh-CN" altLang="en-US" sz="1600" b="1" dirty="0">
              <a:solidFill>
                <a:schemeClr val="bg1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7" name="显眼包PPT-3"/>
          <p:cNvSpPr txBox="1"/>
          <p:nvPr>
            <p:custDataLst>
              <p:tags r:id="rId13"/>
            </p:custDataLst>
          </p:nvPr>
        </p:nvSpPr>
        <p:spPr>
          <a:xfrm rot="16980000" flipH="1">
            <a:off x="3498850" y="5919470"/>
            <a:ext cx="967105" cy="184150"/>
          </a:xfrm>
          <a:prstGeom prst="rect">
            <a:avLst/>
          </a:prstGeom>
          <a:noFill/>
          <a:scene3d>
            <a:camera prst="orthographicFront"/>
            <a:lightRig rig="glow" dir="t"/>
          </a:scene3d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做好市场验证</a:t>
            </a:r>
            <a:endParaRPr lang="zh-CN" altLang="en-US" sz="1200" dirty="0">
              <a:solidFill>
                <a:schemeClr val="bg1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8" name="显眼包PPT-3"/>
          <p:cNvSpPr txBox="1"/>
          <p:nvPr>
            <p:custDataLst>
              <p:tags r:id="rId14"/>
            </p:custDataLst>
          </p:nvPr>
        </p:nvSpPr>
        <p:spPr>
          <a:xfrm rot="18900000" flipH="1">
            <a:off x="3905885" y="4700905"/>
            <a:ext cx="894080" cy="245745"/>
          </a:xfrm>
          <a:prstGeom prst="rect">
            <a:avLst/>
          </a:prstGeom>
          <a:noFill/>
          <a:scene3d>
            <a:camera prst="orthographicFront"/>
            <a:lightRig rig="glow" dir="t"/>
          </a:scene3d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研发管理</a:t>
            </a:r>
            <a:endParaRPr lang="zh-CN" altLang="en-US" sz="1600" b="1" dirty="0">
              <a:solidFill>
                <a:schemeClr val="bg1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9" name="显眼包PPT-3"/>
          <p:cNvSpPr txBox="1"/>
          <p:nvPr>
            <p:custDataLst>
              <p:tags r:id="rId15"/>
            </p:custDataLst>
          </p:nvPr>
        </p:nvSpPr>
        <p:spPr>
          <a:xfrm rot="18960000" flipH="1">
            <a:off x="4079240" y="4880610"/>
            <a:ext cx="956945" cy="207645"/>
          </a:xfrm>
          <a:prstGeom prst="rect">
            <a:avLst/>
          </a:prstGeom>
          <a:noFill/>
          <a:scene3d>
            <a:camera prst="orthographicFront"/>
            <a:lightRig rig="glow" dir="t"/>
          </a:scene3d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技术架构支撑</a:t>
            </a:r>
            <a:endParaRPr lang="zh-CN" altLang="en-US" sz="1200" dirty="0">
              <a:solidFill>
                <a:schemeClr val="bg1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0" name="显眼包PPT-3"/>
          <p:cNvSpPr txBox="1"/>
          <p:nvPr>
            <p:custDataLst>
              <p:tags r:id="rId16"/>
            </p:custDataLst>
          </p:nvPr>
        </p:nvSpPr>
        <p:spPr>
          <a:xfrm rot="21000000" flipH="1">
            <a:off x="5085080" y="4018915"/>
            <a:ext cx="894080" cy="245745"/>
          </a:xfrm>
          <a:prstGeom prst="rect">
            <a:avLst/>
          </a:prstGeom>
          <a:noFill/>
          <a:scene3d>
            <a:camera prst="orthographicFront"/>
            <a:lightRig rig="glow" dir="t"/>
          </a:scene3d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运营策略</a:t>
            </a:r>
            <a:endParaRPr lang="zh-CN" altLang="en-US" sz="1600" b="1" dirty="0">
              <a:solidFill>
                <a:schemeClr val="bg1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1" name="显眼包PPT-3"/>
          <p:cNvSpPr txBox="1"/>
          <p:nvPr>
            <p:custDataLst>
              <p:tags r:id="rId17"/>
            </p:custDataLst>
          </p:nvPr>
        </p:nvSpPr>
        <p:spPr>
          <a:xfrm rot="21060000" flipH="1">
            <a:off x="5125720" y="4321175"/>
            <a:ext cx="956945" cy="207645"/>
          </a:xfrm>
          <a:prstGeom prst="rect">
            <a:avLst/>
          </a:prstGeom>
          <a:noFill/>
          <a:scene3d>
            <a:camera prst="orthographicFront"/>
            <a:lightRig rig="glow" dir="t"/>
          </a:scene3d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推动用户增长</a:t>
            </a:r>
            <a:endParaRPr lang="zh-CN" altLang="en-US" sz="1200" dirty="0">
              <a:solidFill>
                <a:schemeClr val="bg1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2" name="显眼包PPT-3"/>
          <p:cNvSpPr txBox="1"/>
          <p:nvPr>
            <p:custDataLst>
              <p:tags r:id="rId18"/>
            </p:custDataLst>
          </p:nvPr>
        </p:nvSpPr>
        <p:spPr>
          <a:xfrm rot="600000">
            <a:off x="6347460" y="4018915"/>
            <a:ext cx="894080" cy="245745"/>
          </a:xfrm>
          <a:prstGeom prst="rect">
            <a:avLst/>
          </a:prstGeom>
          <a:noFill/>
          <a:scene3d>
            <a:camera prst="orthographicFront"/>
            <a:lightRig rig="glow" dir="t"/>
          </a:scene3d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团队协作</a:t>
            </a:r>
            <a:endParaRPr lang="zh-CN" altLang="en-US" sz="1600" b="1" dirty="0">
              <a:solidFill>
                <a:schemeClr val="bg1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3" name="显眼包PPT-3"/>
          <p:cNvSpPr txBox="1"/>
          <p:nvPr>
            <p:custDataLst>
              <p:tags r:id="rId19"/>
            </p:custDataLst>
          </p:nvPr>
        </p:nvSpPr>
        <p:spPr>
          <a:xfrm rot="660000">
            <a:off x="6245860" y="4329430"/>
            <a:ext cx="956945" cy="207645"/>
          </a:xfrm>
          <a:prstGeom prst="rect">
            <a:avLst/>
          </a:prstGeom>
          <a:noFill/>
          <a:scene3d>
            <a:camera prst="orthographicFront"/>
            <a:lightRig rig="glow" dir="t"/>
          </a:scene3d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建组织架构</a:t>
            </a:r>
            <a:endParaRPr lang="zh-CN" altLang="en-US" sz="1200" dirty="0">
              <a:solidFill>
                <a:schemeClr val="bg1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4" name="显眼包PPT-3"/>
          <p:cNvSpPr txBox="1"/>
          <p:nvPr>
            <p:custDataLst>
              <p:tags r:id="rId20"/>
            </p:custDataLst>
          </p:nvPr>
        </p:nvSpPr>
        <p:spPr>
          <a:xfrm rot="2700000">
            <a:off x="7446645" y="4646295"/>
            <a:ext cx="894080" cy="245745"/>
          </a:xfrm>
          <a:prstGeom prst="rect">
            <a:avLst/>
          </a:prstGeom>
          <a:noFill/>
          <a:scene3d>
            <a:camera prst="orthographicFront"/>
            <a:lightRig rig="glow" dir="t"/>
          </a:scene3d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风险控制</a:t>
            </a:r>
            <a:endParaRPr lang="zh-CN" altLang="en-US" sz="1600" b="1" dirty="0">
              <a:solidFill>
                <a:schemeClr val="bg1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5" name="显眼包PPT-3"/>
          <p:cNvSpPr txBox="1"/>
          <p:nvPr>
            <p:custDataLst>
              <p:tags r:id="rId21"/>
            </p:custDataLst>
          </p:nvPr>
        </p:nvSpPr>
        <p:spPr>
          <a:xfrm rot="2640000">
            <a:off x="7194550" y="4906010"/>
            <a:ext cx="956945" cy="207645"/>
          </a:xfrm>
          <a:prstGeom prst="rect">
            <a:avLst/>
          </a:prstGeom>
          <a:noFill/>
          <a:scene3d>
            <a:camera prst="orthographicFront"/>
            <a:lightRig rig="glow" dir="t"/>
          </a:scene3d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做好法务合规</a:t>
            </a:r>
            <a:endParaRPr lang="zh-CN" altLang="en-US" sz="1200" dirty="0">
              <a:solidFill>
                <a:schemeClr val="bg1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6" name="显眼包PPT-3"/>
          <p:cNvSpPr txBox="1"/>
          <p:nvPr>
            <p:custDataLst>
              <p:tags r:id="rId22"/>
            </p:custDataLst>
          </p:nvPr>
        </p:nvSpPr>
        <p:spPr>
          <a:xfrm rot="4620000">
            <a:off x="7995285" y="5801995"/>
            <a:ext cx="894080" cy="245745"/>
          </a:xfrm>
          <a:prstGeom prst="rect">
            <a:avLst/>
          </a:prstGeom>
          <a:noFill/>
          <a:scene3d>
            <a:camera prst="orthographicFront"/>
            <a:lightRig rig="glow" dir="t"/>
          </a:scene3d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迭代进化</a:t>
            </a:r>
            <a:endParaRPr lang="zh-CN" altLang="en-US" sz="1600" b="1" dirty="0">
              <a:solidFill>
                <a:schemeClr val="bg1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7" name="显眼包PPT-3"/>
          <p:cNvSpPr txBox="1"/>
          <p:nvPr>
            <p:custDataLst>
              <p:tags r:id="rId23"/>
            </p:custDataLst>
          </p:nvPr>
        </p:nvSpPr>
        <p:spPr>
          <a:xfrm rot="4620000">
            <a:off x="7646670" y="5901055"/>
            <a:ext cx="967105" cy="184150"/>
          </a:xfrm>
          <a:prstGeom prst="rect">
            <a:avLst/>
          </a:prstGeom>
          <a:noFill/>
          <a:scene3d>
            <a:camera prst="orthographicFront"/>
            <a:lightRig rig="glow" dir="t"/>
          </a:scene3d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通过数据驱动</a:t>
            </a:r>
            <a:endParaRPr lang="zh-CN" altLang="en-US" sz="1200" dirty="0">
              <a:solidFill>
                <a:schemeClr val="bg1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8" name="显眼包PPT-3"/>
          <p:cNvSpPr txBox="1"/>
          <p:nvPr>
            <p:custDataLst>
              <p:tags r:id="rId24"/>
            </p:custDataLst>
          </p:nvPr>
        </p:nvSpPr>
        <p:spPr>
          <a:xfrm flipH="1">
            <a:off x="765175" y="2982595"/>
            <a:ext cx="2103755" cy="415290"/>
          </a:xfrm>
          <a:prstGeom prst="rect">
            <a:avLst/>
          </a:prstGeom>
          <a:noFill/>
          <a:scene3d>
            <a:camera prst="orthographicFront"/>
            <a:lightRig rig="glow" dir="t"/>
          </a:scene3d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zh-CN" altLang="en-US" sz="900" dirty="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确定前端框架、后端语言及数据库。在设计初期就要考虑微服务拆分、负载均衡以及缓存策略。</a:t>
            </a:r>
            <a:endParaRPr lang="zh-CN" altLang="en-US" sz="900" dirty="0">
              <a:solidFill>
                <a:schemeClr val="tx2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0" name="显眼包PPT-3"/>
          <p:cNvSpPr txBox="1"/>
          <p:nvPr>
            <p:custDataLst>
              <p:tags r:id="rId25"/>
            </p:custDataLst>
          </p:nvPr>
        </p:nvSpPr>
        <p:spPr>
          <a:xfrm flipH="1">
            <a:off x="765175" y="3886835"/>
            <a:ext cx="2103755" cy="415290"/>
          </a:xfrm>
          <a:prstGeom prst="rect">
            <a:avLst/>
          </a:prstGeom>
          <a:noFill/>
          <a:scene3d>
            <a:camera prst="orthographicFront"/>
            <a:lightRig rig="glow" dir="t"/>
          </a:scene3d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zh-CN" altLang="en-US" sz="900" dirty="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建立双周或月度的迭代。利用工具管理需求池。确保产品、设计、开发、测试的口径一致，保持</a:t>
            </a:r>
            <a:r>
              <a:rPr lang="en-US" altLang="zh-CN" sz="900" dirty="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900" dirty="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小步快跑</a:t>
            </a:r>
            <a:r>
              <a:rPr lang="en-US" altLang="zh-CN" sz="900" dirty="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900" dirty="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的节奏。</a:t>
            </a:r>
            <a:endParaRPr lang="zh-CN" altLang="en-US" sz="900" dirty="0">
              <a:solidFill>
                <a:schemeClr val="tx2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1" name="显眼包PPT-3"/>
          <p:cNvSpPr txBox="1"/>
          <p:nvPr>
            <p:custDataLst>
              <p:tags r:id="rId26"/>
            </p:custDataLst>
          </p:nvPr>
        </p:nvSpPr>
        <p:spPr>
          <a:xfrm flipH="1">
            <a:off x="864235" y="3672840"/>
            <a:ext cx="1906905" cy="184150"/>
          </a:xfrm>
          <a:prstGeom prst="rect">
            <a:avLst/>
          </a:prstGeom>
          <a:noFill/>
          <a:scene3d>
            <a:camera prst="orthographicFront"/>
            <a:lightRig rig="glow" dir="t"/>
          </a:scene3d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敏捷开发与迭代节奏</a:t>
            </a:r>
            <a:endParaRPr lang="zh-CN" altLang="en-US" sz="1200" b="1" dirty="0">
              <a:solidFill>
                <a:schemeClr val="accent5">
                  <a:lumMod val="60000"/>
                  <a:lumOff val="40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2" name="显眼包PPT-3"/>
          <p:cNvSpPr txBox="1"/>
          <p:nvPr>
            <p:custDataLst>
              <p:tags r:id="rId27"/>
            </p:custDataLst>
          </p:nvPr>
        </p:nvSpPr>
        <p:spPr>
          <a:xfrm flipH="1">
            <a:off x="9547225" y="2893695"/>
            <a:ext cx="1906905" cy="184150"/>
          </a:xfrm>
          <a:prstGeom prst="rect">
            <a:avLst/>
          </a:prstGeom>
          <a:noFill/>
          <a:scene3d>
            <a:camera prst="orthographicFront"/>
            <a:lightRig rig="glow" dir="t"/>
          </a:scene3d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数据隐私与网络安全合规</a:t>
            </a:r>
            <a:endParaRPr lang="zh-CN" altLang="en-US" sz="1200" b="1" dirty="0"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3" name="显眼包PPT-3"/>
          <p:cNvSpPr txBox="1"/>
          <p:nvPr>
            <p:custDataLst>
              <p:tags r:id="rId28"/>
            </p:custDataLst>
          </p:nvPr>
        </p:nvSpPr>
        <p:spPr>
          <a:xfrm flipH="1">
            <a:off x="9479915" y="3144520"/>
            <a:ext cx="2103755" cy="276860"/>
          </a:xfrm>
          <a:prstGeom prst="rect">
            <a:avLst/>
          </a:prstGeom>
          <a:noFill/>
          <a:scene3d>
            <a:camera prst="orthographicFront"/>
            <a:lightRig rig="glow" dir="t"/>
          </a:scene3d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zh-CN" altLang="en-US" sz="900" dirty="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明确隐私政策弹窗，遵循</a:t>
            </a:r>
            <a:r>
              <a:rPr lang="en-US" altLang="zh-CN" sz="900" dirty="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900" dirty="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最小必要</a:t>
            </a:r>
            <a:r>
              <a:rPr lang="en-US" altLang="zh-CN" sz="900" dirty="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900" dirty="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原则收集数据。服务器部署需符合等保要求。</a:t>
            </a:r>
            <a:endParaRPr lang="zh-CN" altLang="en-US" sz="900" dirty="0">
              <a:solidFill>
                <a:schemeClr val="tx2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4" name="显眼包PPT-3"/>
          <p:cNvSpPr txBox="1"/>
          <p:nvPr>
            <p:custDataLst>
              <p:tags r:id="rId29"/>
            </p:custDataLst>
          </p:nvPr>
        </p:nvSpPr>
        <p:spPr>
          <a:xfrm flipH="1">
            <a:off x="9613900" y="3772535"/>
            <a:ext cx="1906905" cy="184150"/>
          </a:xfrm>
          <a:prstGeom prst="rect">
            <a:avLst/>
          </a:prstGeom>
          <a:noFill/>
          <a:scene3d>
            <a:camera prst="orthographicFront"/>
            <a:lightRig rig="glow" dir="t"/>
          </a:scene3d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内容审核与舆情风控</a:t>
            </a:r>
            <a:endParaRPr lang="zh-CN" altLang="en-US" sz="1200" b="1" dirty="0"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5" name="显眼包PPT-3"/>
          <p:cNvSpPr txBox="1"/>
          <p:nvPr>
            <p:custDataLst>
              <p:tags r:id="rId30"/>
            </p:custDataLst>
          </p:nvPr>
        </p:nvSpPr>
        <p:spPr>
          <a:xfrm flipH="1">
            <a:off x="9547225" y="4023360"/>
            <a:ext cx="2103755" cy="276860"/>
          </a:xfrm>
          <a:prstGeom prst="rect">
            <a:avLst/>
          </a:prstGeom>
          <a:noFill/>
          <a:scene3d>
            <a:camera prst="orthographicFront"/>
            <a:lightRig rig="glow" dir="t"/>
          </a:scene3d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zh-CN" altLang="en-US" sz="900" dirty="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建立敏感词库和人工审核团队，或接入第三方内容审核</a:t>
            </a:r>
            <a:r>
              <a:rPr lang="en-US" altLang="zh-CN" sz="900" dirty="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API</a:t>
            </a:r>
            <a:r>
              <a:rPr lang="zh-CN" altLang="en-US" sz="900" dirty="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。制定紧急舆情预案。</a:t>
            </a:r>
            <a:endParaRPr lang="zh-CN" altLang="en-US" sz="900" dirty="0">
              <a:solidFill>
                <a:schemeClr val="tx2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fill="hold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2"/>
          <p:cNvSpPr>
            <a:spLocks noGrp="1"/>
          </p:cNvSpPr>
          <p:nvPr/>
        </p:nvSpPr>
        <p:spPr>
          <a:xfrm>
            <a:off x="1105535" y="347980"/>
            <a:ext cx="7137400" cy="396875"/>
          </a:xfrm>
          <a:prstGeom prst="rect">
            <a:avLst/>
          </a:prstGeom>
          <a:ln w="12700">
            <a:miter lim="400000"/>
          </a:ln>
        </p:spPr>
        <p:txBody>
          <a:bodyPr vert="horz" wrap="square" lIns="25400" tIns="25400" rIns="25400" bIns="2540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0" lang="zh-CN" altLang="en-US" sz="2800" b="1" u="none" strike="noStrike" kern="1200" cap="none" spc="0" normalizeH="0" baseline="0" dirty="0">
                <a:ln>
                  <a:noFill/>
                </a:ln>
                <a:solidFill>
                  <a:schemeClr val="accent1"/>
                </a:solidFill>
                <a:effectLst>
                  <a:outerShdw blurRad="187896" dist="38100" dir="2700000" algn="tl" rotWithShape="0">
                    <a:srgbClr val="1C2952">
                      <a:alpha val="6000"/>
                    </a:srgbClr>
                  </a:outerShdw>
                </a:effectLst>
                <a:uLnTx/>
                <a:uFillTx/>
                <a:latin typeface="HONOR Sans CN" panose="05000200000000000000" charset="-122"/>
                <a:ea typeface="HONOR Sans CN" panose="05000200000000000000" charset="-122"/>
                <a:cs typeface="OPPOSans H" panose="00020600040101010101" pitchFamily="18" charset="-122"/>
              </a:defRPr>
            </a:lvl1pPr>
          </a:lstStyle>
          <a:p>
            <a:pPr algn="l"/>
            <a:r>
              <a:rPr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业务框架</a:t>
            </a:r>
            <a:r>
              <a:rPr lang="en-US" altLang="zh-CN"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中心发散架构 | </a:t>
            </a:r>
            <a:r>
              <a:rPr lang="zh-CN" altLang="en-US" sz="250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年度核心工作成果总结</a:t>
            </a:r>
            <a:endParaRPr lang="en-US" altLang="zh-CN" sz="2500">
              <a:solidFill>
                <a:schemeClr val="tx2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" name="图片 9" descr="屋顶资源管理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5600" y="186055"/>
            <a:ext cx="549910" cy="549910"/>
          </a:xfrm>
          <a:prstGeom prst="rect">
            <a:avLst/>
          </a:prstGeom>
        </p:spPr>
      </p:pic>
      <p:grpSp>
        <p:nvGrpSpPr>
          <p:cNvPr id="267" name="子陵职场PPT2"/>
          <p:cNvGrpSpPr/>
          <p:nvPr>
            <p:custDataLst>
              <p:tags r:id="rId3"/>
            </p:custDataLst>
          </p:nvPr>
        </p:nvGrpSpPr>
        <p:grpSpPr>
          <a:xfrm>
            <a:off x="1932940" y="2955290"/>
            <a:ext cx="8326120" cy="3695700"/>
            <a:chOff x="2150008" y="2464414"/>
            <a:chExt cx="7891983" cy="3502908"/>
          </a:xfrm>
        </p:grpSpPr>
        <p:sp>
          <p:nvSpPr>
            <p:cNvPr id="2" name="子陵职场PPT2-1"/>
            <p:cNvSpPr/>
            <p:nvPr>
              <p:custDataLst>
                <p:tags r:id="rId4"/>
              </p:custDataLst>
            </p:nvPr>
          </p:nvSpPr>
          <p:spPr>
            <a:xfrm>
              <a:off x="3251487" y="4016299"/>
              <a:ext cx="1886576" cy="1672725"/>
            </a:xfrm>
            <a:custGeom>
              <a:avLst/>
              <a:gdLst>
                <a:gd name="connsiteX0" fmla="*/ 1886577 w 1886576"/>
                <a:gd name="connsiteY0" fmla="*/ 975512 h 1672725"/>
                <a:gd name="connsiteX1" fmla="*/ 543416 w 1886576"/>
                <a:gd name="connsiteY1" fmla="*/ 0 h 1672725"/>
                <a:gd name="connsiteX2" fmla="*/ 0 w 1886576"/>
                <a:gd name="connsiteY2" fmla="*/ 1672725 h 1672725"/>
                <a:gd name="connsiteX3" fmla="*/ 1661008 w 1886576"/>
                <a:gd name="connsiteY3" fmla="*/ 1672725 h 1672725"/>
                <a:gd name="connsiteX4" fmla="*/ 1886577 w 1886576"/>
                <a:gd name="connsiteY4" fmla="*/ 975512 h 1672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6576" h="1672725">
                  <a:moveTo>
                    <a:pt x="1886577" y="975512"/>
                  </a:moveTo>
                  <a:lnTo>
                    <a:pt x="543416" y="0"/>
                  </a:lnTo>
                  <a:cubicBezTo>
                    <a:pt x="202133" y="468715"/>
                    <a:pt x="0" y="1047284"/>
                    <a:pt x="0" y="1672725"/>
                  </a:cubicBezTo>
                  <a:lnTo>
                    <a:pt x="1661008" y="1672725"/>
                  </a:lnTo>
                  <a:cubicBezTo>
                    <a:pt x="1659543" y="1410538"/>
                    <a:pt x="1744497" y="1170322"/>
                    <a:pt x="1886577" y="975512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16200000" scaled="0"/>
            </a:gradFill>
            <a:ln w="146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3" name="子陵职场PPT2-2"/>
            <p:cNvSpPr/>
            <p:nvPr>
              <p:custDataLst>
                <p:tags r:id="rId5"/>
              </p:custDataLst>
            </p:nvPr>
          </p:nvSpPr>
          <p:spPr>
            <a:xfrm>
              <a:off x="3761215" y="2942649"/>
              <a:ext cx="1968601" cy="2049161"/>
            </a:xfrm>
            <a:custGeom>
              <a:avLst/>
              <a:gdLst>
                <a:gd name="connsiteX0" fmla="*/ 1442762 w 1968601"/>
                <a:gd name="connsiteY0" fmla="*/ 0 h 2049161"/>
                <a:gd name="connsiteX1" fmla="*/ 0 w 1968601"/>
                <a:gd name="connsiteY1" fmla="*/ 1048749 h 2049161"/>
                <a:gd name="connsiteX2" fmla="*/ 1376849 w 1968601"/>
                <a:gd name="connsiteY2" fmla="*/ 2049162 h 2049161"/>
                <a:gd name="connsiteX3" fmla="*/ 1968602 w 1968601"/>
                <a:gd name="connsiteY3" fmla="*/ 1618530 h 2049161"/>
                <a:gd name="connsiteX4" fmla="*/ 1442762 w 1968601"/>
                <a:gd name="connsiteY4" fmla="*/ 0 h 2049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8601" h="2049161">
                  <a:moveTo>
                    <a:pt x="1442762" y="0"/>
                  </a:moveTo>
                  <a:cubicBezTo>
                    <a:pt x="858334" y="190415"/>
                    <a:pt x="354465" y="562458"/>
                    <a:pt x="0" y="1048749"/>
                  </a:cubicBezTo>
                  <a:lnTo>
                    <a:pt x="1376849" y="2049162"/>
                  </a:lnTo>
                  <a:cubicBezTo>
                    <a:pt x="1521858" y="1849959"/>
                    <a:pt x="1728385" y="1696162"/>
                    <a:pt x="1968602" y="1618530"/>
                  </a:cubicBezTo>
                  <a:lnTo>
                    <a:pt x="1442762" y="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16200000" scaled="0"/>
            </a:gradFill>
            <a:ln w="146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6" name="子陵职场PPT2-3"/>
            <p:cNvSpPr/>
            <p:nvPr>
              <p:custDataLst>
                <p:tags r:id="rId6"/>
              </p:custDataLst>
            </p:nvPr>
          </p:nvSpPr>
          <p:spPr>
            <a:xfrm>
              <a:off x="7053935" y="3921091"/>
              <a:ext cx="2047697" cy="1766468"/>
            </a:xfrm>
            <a:custGeom>
              <a:avLst/>
              <a:gdLst>
                <a:gd name="connsiteX0" fmla="*/ 1473522 w 2047697"/>
                <a:gd name="connsiteY0" fmla="*/ 0 h 1766468"/>
                <a:gd name="connsiteX1" fmla="*/ 0 w 2047697"/>
                <a:gd name="connsiteY1" fmla="*/ 1070720 h 1766468"/>
                <a:gd name="connsiteX2" fmla="*/ 227034 w 2047697"/>
                <a:gd name="connsiteY2" fmla="*/ 1766468 h 1766468"/>
                <a:gd name="connsiteX3" fmla="*/ 2047698 w 2047697"/>
                <a:gd name="connsiteY3" fmla="*/ 1766468 h 1766468"/>
                <a:gd name="connsiteX4" fmla="*/ 1473522 w 2047697"/>
                <a:gd name="connsiteY4" fmla="*/ 0 h 1766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47697" h="1766468">
                  <a:moveTo>
                    <a:pt x="1473522" y="0"/>
                  </a:moveTo>
                  <a:lnTo>
                    <a:pt x="0" y="1070720"/>
                  </a:lnTo>
                  <a:cubicBezTo>
                    <a:pt x="142079" y="1265530"/>
                    <a:pt x="227034" y="1507211"/>
                    <a:pt x="227034" y="1766468"/>
                  </a:cubicBezTo>
                  <a:lnTo>
                    <a:pt x="2047698" y="1766468"/>
                  </a:lnTo>
                  <a:cubicBezTo>
                    <a:pt x="2047698" y="1105874"/>
                    <a:pt x="1833846" y="496545"/>
                    <a:pt x="1473522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16200000" scaled="0"/>
            </a:gradFill>
            <a:ln w="14643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pPr lvl="0" algn="l">
                <a:buClrTx/>
                <a:buSzTx/>
                <a:buFontTx/>
              </a:pPr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9" name="子陵职场PPT2-4"/>
            <p:cNvSpPr/>
            <p:nvPr>
              <p:custDataLst>
                <p:tags r:id="rId7"/>
              </p:custDataLst>
            </p:nvPr>
          </p:nvSpPr>
          <p:spPr>
            <a:xfrm>
              <a:off x="6462183" y="2865018"/>
              <a:ext cx="2034514" cy="2126792"/>
            </a:xfrm>
            <a:custGeom>
              <a:avLst/>
              <a:gdLst>
                <a:gd name="connsiteX0" fmla="*/ 550740 w 2034514"/>
                <a:gd name="connsiteY0" fmla="*/ 0 h 2126792"/>
                <a:gd name="connsiteX1" fmla="*/ 0 w 2034514"/>
                <a:gd name="connsiteY1" fmla="*/ 1696161 h 2126792"/>
                <a:gd name="connsiteX2" fmla="*/ 591752 w 2034514"/>
                <a:gd name="connsiteY2" fmla="*/ 2126793 h 2126792"/>
                <a:gd name="connsiteX3" fmla="*/ 2034515 w 2034514"/>
                <a:gd name="connsiteY3" fmla="*/ 1078044 h 2126792"/>
                <a:gd name="connsiteX4" fmla="*/ 550740 w 2034514"/>
                <a:gd name="connsiteY4" fmla="*/ 0 h 2126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34514" h="2126792">
                  <a:moveTo>
                    <a:pt x="550740" y="0"/>
                  </a:moveTo>
                  <a:lnTo>
                    <a:pt x="0" y="1696161"/>
                  </a:lnTo>
                  <a:cubicBezTo>
                    <a:pt x="240216" y="1773792"/>
                    <a:pt x="446744" y="1926124"/>
                    <a:pt x="591752" y="2126793"/>
                  </a:cubicBezTo>
                  <a:lnTo>
                    <a:pt x="2034515" y="1078044"/>
                  </a:lnTo>
                  <a:cubicBezTo>
                    <a:pt x="1669796" y="577105"/>
                    <a:pt x="1152745" y="194809"/>
                    <a:pt x="550740" y="0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16200000" scaled="0"/>
            </a:gradFill>
            <a:ln w="14643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pPr lvl="0" algn="l">
                <a:buClrTx/>
                <a:buSzTx/>
                <a:buFontTx/>
              </a:pPr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22" name="子陵职场PPT2-5"/>
            <p:cNvSpPr/>
            <p:nvPr>
              <p:custDataLst>
                <p:tags r:id="rId8"/>
              </p:custDataLst>
            </p:nvPr>
          </p:nvSpPr>
          <p:spPr>
            <a:xfrm>
              <a:off x="5190794" y="2761022"/>
              <a:ext cx="1810410" cy="1800157"/>
            </a:xfrm>
            <a:custGeom>
              <a:avLst/>
              <a:gdLst>
                <a:gd name="connsiteX0" fmla="*/ 905205 w 1810410"/>
                <a:gd name="connsiteY0" fmla="*/ 0 h 1800157"/>
                <a:gd name="connsiteX1" fmla="*/ 0 w 1810410"/>
                <a:gd name="connsiteY1" fmla="*/ 142079 h 1800157"/>
                <a:gd name="connsiteX2" fmla="*/ 539022 w 1810410"/>
                <a:gd name="connsiteY2" fmla="*/ 1800157 h 1800157"/>
                <a:gd name="connsiteX3" fmla="*/ 905205 w 1810410"/>
                <a:gd name="connsiteY3" fmla="*/ 1741568 h 1800157"/>
                <a:gd name="connsiteX4" fmla="*/ 1271388 w 1810410"/>
                <a:gd name="connsiteY4" fmla="*/ 1800157 h 1800157"/>
                <a:gd name="connsiteX5" fmla="*/ 1810410 w 1810410"/>
                <a:gd name="connsiteY5" fmla="*/ 142079 h 1800157"/>
                <a:gd name="connsiteX6" fmla="*/ 905205 w 1810410"/>
                <a:gd name="connsiteY6" fmla="*/ 0 h 1800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10410" h="1800157">
                  <a:moveTo>
                    <a:pt x="905205" y="0"/>
                  </a:moveTo>
                  <a:cubicBezTo>
                    <a:pt x="588823" y="0"/>
                    <a:pt x="285623" y="49801"/>
                    <a:pt x="0" y="142079"/>
                  </a:cubicBezTo>
                  <a:lnTo>
                    <a:pt x="539022" y="1800157"/>
                  </a:lnTo>
                  <a:cubicBezTo>
                    <a:pt x="654736" y="1762074"/>
                    <a:pt x="777773" y="1741568"/>
                    <a:pt x="905205" y="1741568"/>
                  </a:cubicBezTo>
                  <a:cubicBezTo>
                    <a:pt x="1032637" y="1741568"/>
                    <a:pt x="1155675" y="1762074"/>
                    <a:pt x="1271388" y="1800157"/>
                  </a:cubicBezTo>
                  <a:lnTo>
                    <a:pt x="1810410" y="142079"/>
                  </a:lnTo>
                  <a:cubicBezTo>
                    <a:pt x="1524787" y="49801"/>
                    <a:pt x="1221588" y="0"/>
                    <a:pt x="905205" y="0"/>
                  </a:cubicBez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6200000" scaled="0"/>
            </a:gradFill>
            <a:ln w="146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56" name="子陵职场PPT2-6"/>
            <p:cNvSpPr txBox="1"/>
            <p:nvPr>
              <p:custDataLst>
                <p:tags r:id="rId9"/>
              </p:custDataLst>
            </p:nvPr>
          </p:nvSpPr>
          <p:spPr>
            <a:xfrm>
              <a:off x="4103175" y="4960343"/>
              <a:ext cx="651245" cy="55733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3230" spc="0" baseline="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rtl val="0"/>
                </a:rPr>
                <a:t>01</a:t>
              </a:r>
              <a:endParaRPr lang="zh-CN" altLang="en-US" sz="3230" spc="0" baseline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rtl val="0"/>
              </a:endParaRPr>
            </a:p>
          </p:txBody>
        </p:sp>
        <p:sp>
          <p:nvSpPr>
            <p:cNvPr id="60" name="子陵职场PPT2-7"/>
            <p:cNvSpPr/>
            <p:nvPr>
              <p:custDataLst>
                <p:tags r:id="rId10"/>
              </p:custDataLst>
            </p:nvPr>
          </p:nvSpPr>
          <p:spPr>
            <a:xfrm>
              <a:off x="3002300" y="4557185"/>
              <a:ext cx="245858" cy="423477"/>
            </a:xfrm>
            <a:custGeom>
              <a:avLst/>
              <a:gdLst>
                <a:gd name="connsiteX0" fmla="*/ 145192 w 245858"/>
                <a:gd name="connsiteY0" fmla="*/ 393614 h 423477"/>
                <a:gd name="connsiteX1" fmla="*/ 117362 w 245858"/>
                <a:gd name="connsiteY1" fmla="*/ 421443 h 423477"/>
                <a:gd name="connsiteX2" fmla="*/ 64631 w 245858"/>
                <a:gd name="connsiteY2" fmla="*/ 393614 h 423477"/>
                <a:gd name="connsiteX3" fmla="*/ 1648 w 245858"/>
                <a:gd name="connsiteY3" fmla="*/ 191481 h 423477"/>
                <a:gd name="connsiteX4" fmla="*/ 14830 w 245858"/>
                <a:gd name="connsiteY4" fmla="*/ 146074 h 423477"/>
                <a:gd name="connsiteX5" fmla="*/ 177416 w 245858"/>
                <a:gd name="connsiteY5" fmla="*/ 9853 h 423477"/>
                <a:gd name="connsiteX6" fmla="*/ 236005 w 245858"/>
                <a:gd name="connsiteY6" fmla="*/ 15713 h 423477"/>
                <a:gd name="connsiteX7" fmla="*/ 230146 w 245858"/>
                <a:gd name="connsiteY7" fmla="*/ 74302 h 423477"/>
                <a:gd name="connsiteX8" fmla="*/ 89532 w 245858"/>
                <a:gd name="connsiteY8" fmla="*/ 191481 h 423477"/>
                <a:gd name="connsiteX9" fmla="*/ 145192 w 245858"/>
                <a:gd name="connsiteY9" fmla="*/ 367249 h 423477"/>
                <a:gd name="connsiteX10" fmla="*/ 145192 w 245858"/>
                <a:gd name="connsiteY10" fmla="*/ 393614 h 423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5858" h="423477">
                  <a:moveTo>
                    <a:pt x="145192" y="393614"/>
                  </a:moveTo>
                  <a:cubicBezTo>
                    <a:pt x="140797" y="406796"/>
                    <a:pt x="132009" y="417049"/>
                    <a:pt x="117362" y="421443"/>
                  </a:cubicBezTo>
                  <a:cubicBezTo>
                    <a:pt x="95391" y="428767"/>
                    <a:pt x="71955" y="415585"/>
                    <a:pt x="64631" y="393614"/>
                  </a:cubicBezTo>
                  <a:lnTo>
                    <a:pt x="1648" y="191481"/>
                  </a:lnTo>
                  <a:cubicBezTo>
                    <a:pt x="-2746" y="175368"/>
                    <a:pt x="1648" y="157791"/>
                    <a:pt x="14830" y="146074"/>
                  </a:cubicBezTo>
                  <a:lnTo>
                    <a:pt x="177416" y="9853"/>
                  </a:lnTo>
                  <a:cubicBezTo>
                    <a:pt x="194993" y="-4794"/>
                    <a:pt x="221358" y="-3329"/>
                    <a:pt x="236005" y="15713"/>
                  </a:cubicBezTo>
                  <a:cubicBezTo>
                    <a:pt x="250652" y="33289"/>
                    <a:pt x="249188" y="59655"/>
                    <a:pt x="230146" y="74302"/>
                  </a:cubicBezTo>
                  <a:lnTo>
                    <a:pt x="89532" y="191481"/>
                  </a:lnTo>
                  <a:lnTo>
                    <a:pt x="145192" y="367249"/>
                  </a:lnTo>
                  <a:cubicBezTo>
                    <a:pt x="146656" y="377501"/>
                    <a:pt x="146656" y="384825"/>
                    <a:pt x="145192" y="393614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16200000" scaled="0"/>
            </a:gradFill>
            <a:ln w="14643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pPr lvl="0" algn="l">
                <a:buClrTx/>
                <a:buSzTx/>
                <a:buFontTx/>
              </a:pPr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73" name="子陵职场PPT2-8"/>
            <p:cNvSpPr/>
            <p:nvPr/>
          </p:nvSpPr>
          <p:spPr>
            <a:xfrm>
              <a:off x="2150008" y="5856003"/>
              <a:ext cx="1578982" cy="111319"/>
            </a:xfrm>
            <a:custGeom>
              <a:avLst/>
              <a:gdLst>
                <a:gd name="connsiteX0" fmla="*/ 1578983 w 1578982"/>
                <a:gd name="connsiteY0" fmla="*/ 0 h 111319"/>
                <a:gd name="connsiteX1" fmla="*/ 55660 w 1578982"/>
                <a:gd name="connsiteY1" fmla="*/ 0 h 111319"/>
                <a:gd name="connsiteX2" fmla="*/ 0 w 1578982"/>
                <a:gd name="connsiteY2" fmla="*/ 55660 h 111319"/>
                <a:gd name="connsiteX3" fmla="*/ 0 w 1578982"/>
                <a:gd name="connsiteY3" fmla="*/ 55660 h 111319"/>
                <a:gd name="connsiteX4" fmla="*/ 55660 w 1578982"/>
                <a:gd name="connsiteY4" fmla="*/ 111320 h 111319"/>
                <a:gd name="connsiteX5" fmla="*/ 1578983 w 1578982"/>
                <a:gd name="connsiteY5" fmla="*/ 111320 h 111319"/>
                <a:gd name="connsiteX6" fmla="*/ 1578983 w 1578982"/>
                <a:gd name="connsiteY6" fmla="*/ 0 h 111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78982" h="111319">
                  <a:moveTo>
                    <a:pt x="1578983" y="0"/>
                  </a:moveTo>
                  <a:lnTo>
                    <a:pt x="55660" y="0"/>
                  </a:lnTo>
                  <a:cubicBezTo>
                    <a:pt x="24901" y="0"/>
                    <a:pt x="0" y="24901"/>
                    <a:pt x="0" y="55660"/>
                  </a:cubicBezTo>
                  <a:lnTo>
                    <a:pt x="0" y="55660"/>
                  </a:lnTo>
                  <a:cubicBezTo>
                    <a:pt x="0" y="86420"/>
                    <a:pt x="24901" y="111320"/>
                    <a:pt x="55660" y="111320"/>
                  </a:cubicBezTo>
                  <a:lnTo>
                    <a:pt x="1578983" y="111320"/>
                  </a:lnTo>
                  <a:lnTo>
                    <a:pt x="1578983" y="0"/>
                  </a:lnTo>
                  <a:close/>
                </a:path>
              </a:pathLst>
            </a:custGeom>
            <a:solidFill>
              <a:schemeClr val="accent1"/>
            </a:solidFill>
            <a:ln w="146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98" name="子陵职场PPT2-9"/>
            <p:cNvSpPr/>
            <p:nvPr>
              <p:custDataLst>
                <p:tags r:id="rId11"/>
              </p:custDataLst>
            </p:nvPr>
          </p:nvSpPr>
          <p:spPr>
            <a:xfrm>
              <a:off x="4079056" y="3080255"/>
              <a:ext cx="369197" cy="293625"/>
            </a:xfrm>
            <a:custGeom>
              <a:avLst/>
              <a:gdLst>
                <a:gd name="connsiteX0" fmla="*/ 67383 w 369197"/>
                <a:gd name="connsiteY0" fmla="*/ 285702 h 293625"/>
                <a:gd name="connsiteX1" fmla="*/ 27835 w 369197"/>
                <a:gd name="connsiteY1" fmla="*/ 291561 h 293625"/>
                <a:gd name="connsiteX2" fmla="*/ 2935 w 369197"/>
                <a:gd name="connsiteY2" fmla="*/ 237366 h 293625"/>
                <a:gd name="connsiteX3" fmla="*/ 74707 w 369197"/>
                <a:gd name="connsiteY3" fmla="*/ 38162 h 293625"/>
                <a:gd name="connsiteX4" fmla="*/ 112790 w 369197"/>
                <a:gd name="connsiteY4" fmla="*/ 10332 h 293625"/>
                <a:gd name="connsiteX5" fmla="*/ 325176 w 369197"/>
                <a:gd name="connsiteY5" fmla="*/ 79 h 293625"/>
                <a:gd name="connsiteX6" fmla="*/ 369118 w 369197"/>
                <a:gd name="connsiteY6" fmla="*/ 39627 h 293625"/>
                <a:gd name="connsiteX7" fmla="*/ 329570 w 369197"/>
                <a:gd name="connsiteY7" fmla="*/ 83569 h 293625"/>
                <a:gd name="connsiteX8" fmla="*/ 146479 w 369197"/>
                <a:gd name="connsiteY8" fmla="*/ 92358 h 293625"/>
                <a:gd name="connsiteX9" fmla="*/ 83495 w 369197"/>
                <a:gd name="connsiteY9" fmla="*/ 265196 h 293625"/>
                <a:gd name="connsiteX10" fmla="*/ 67383 w 369197"/>
                <a:gd name="connsiteY10" fmla="*/ 285702 h 293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69197" h="293625">
                  <a:moveTo>
                    <a:pt x="67383" y="285702"/>
                  </a:moveTo>
                  <a:cubicBezTo>
                    <a:pt x="57130" y="293026"/>
                    <a:pt x="42483" y="295955"/>
                    <a:pt x="27835" y="291561"/>
                  </a:cubicBezTo>
                  <a:cubicBezTo>
                    <a:pt x="5864" y="284238"/>
                    <a:pt x="-5854" y="259337"/>
                    <a:pt x="2935" y="237366"/>
                  </a:cubicBezTo>
                  <a:lnTo>
                    <a:pt x="74707" y="38162"/>
                  </a:lnTo>
                  <a:cubicBezTo>
                    <a:pt x="80566" y="22050"/>
                    <a:pt x="95213" y="11797"/>
                    <a:pt x="112790" y="10332"/>
                  </a:cubicBezTo>
                  <a:lnTo>
                    <a:pt x="325176" y="79"/>
                  </a:lnTo>
                  <a:cubicBezTo>
                    <a:pt x="348612" y="-1386"/>
                    <a:pt x="367653" y="17656"/>
                    <a:pt x="369118" y="39627"/>
                  </a:cubicBezTo>
                  <a:cubicBezTo>
                    <a:pt x="370583" y="63063"/>
                    <a:pt x="351541" y="82104"/>
                    <a:pt x="329570" y="83569"/>
                  </a:cubicBezTo>
                  <a:lnTo>
                    <a:pt x="146479" y="92358"/>
                  </a:lnTo>
                  <a:lnTo>
                    <a:pt x="83495" y="265196"/>
                  </a:lnTo>
                  <a:cubicBezTo>
                    <a:pt x="79101" y="273984"/>
                    <a:pt x="74707" y="281308"/>
                    <a:pt x="67383" y="285702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16200000" scaled="0"/>
            </a:gradFill>
            <a:ln w="14643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pPr lvl="0" algn="l">
                <a:buClrTx/>
                <a:buSzTx/>
                <a:buFontTx/>
              </a:pPr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12" name="子陵职场PPT2-10"/>
            <p:cNvSpPr/>
            <p:nvPr/>
          </p:nvSpPr>
          <p:spPr>
            <a:xfrm>
              <a:off x="3728990" y="5856004"/>
              <a:ext cx="1577517" cy="109855"/>
            </a:xfrm>
            <a:custGeom>
              <a:avLst/>
              <a:gdLst>
                <a:gd name="connsiteX0" fmla="*/ 0 w 1577517"/>
                <a:gd name="connsiteY0" fmla="*/ 0 h 109855"/>
                <a:gd name="connsiteX1" fmla="*/ 1577518 w 1577517"/>
                <a:gd name="connsiteY1" fmla="*/ 0 h 109855"/>
                <a:gd name="connsiteX2" fmla="*/ 1577518 w 1577517"/>
                <a:gd name="connsiteY2" fmla="*/ 109855 h 109855"/>
                <a:gd name="connsiteX3" fmla="*/ 0 w 1577517"/>
                <a:gd name="connsiteY3" fmla="*/ 109855 h 109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77517" h="109855">
                  <a:moveTo>
                    <a:pt x="0" y="0"/>
                  </a:moveTo>
                  <a:lnTo>
                    <a:pt x="1577518" y="0"/>
                  </a:lnTo>
                  <a:lnTo>
                    <a:pt x="1577518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46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36" name="子陵职场PPT2-11"/>
            <p:cNvSpPr txBox="1"/>
            <p:nvPr>
              <p:custDataLst>
                <p:tags r:id="rId12"/>
              </p:custDataLst>
            </p:nvPr>
          </p:nvSpPr>
          <p:spPr>
            <a:xfrm>
              <a:off x="5729937" y="3742227"/>
              <a:ext cx="621730" cy="5585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3230" spc="0" baseline="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rtl val="0"/>
                </a:rPr>
                <a:t>03</a:t>
              </a:r>
              <a:endParaRPr lang="zh-CN" altLang="en-US" sz="3230" spc="0" baseline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rtl val="0"/>
              </a:endParaRPr>
            </a:p>
          </p:txBody>
        </p:sp>
        <p:sp>
          <p:nvSpPr>
            <p:cNvPr id="139" name="子陵职场PPT2-12"/>
            <p:cNvSpPr/>
            <p:nvPr>
              <p:custDataLst>
                <p:tags r:id="rId13"/>
              </p:custDataLst>
            </p:nvPr>
          </p:nvSpPr>
          <p:spPr>
            <a:xfrm>
              <a:off x="5877968" y="2464414"/>
              <a:ext cx="436062" cy="202865"/>
            </a:xfrm>
            <a:custGeom>
              <a:avLst/>
              <a:gdLst>
                <a:gd name="connsiteX0" fmla="*/ 42263 w 436062"/>
                <a:gd name="connsiteY0" fmla="*/ 202866 h 202865"/>
                <a:gd name="connsiteX1" fmla="*/ 7110 w 436062"/>
                <a:gd name="connsiteY1" fmla="*/ 183824 h 202865"/>
                <a:gd name="connsiteX2" fmla="*/ 18827 w 436062"/>
                <a:gd name="connsiteY2" fmla="*/ 125235 h 202865"/>
                <a:gd name="connsiteX3" fmla="*/ 194595 w 436062"/>
                <a:gd name="connsiteY3" fmla="*/ 6591 h 202865"/>
                <a:gd name="connsiteX4" fmla="*/ 241467 w 436062"/>
                <a:gd name="connsiteY4" fmla="*/ 6591 h 202865"/>
                <a:gd name="connsiteX5" fmla="*/ 417235 w 436062"/>
                <a:gd name="connsiteY5" fmla="*/ 125235 h 202865"/>
                <a:gd name="connsiteX6" fmla="*/ 428953 w 436062"/>
                <a:gd name="connsiteY6" fmla="*/ 183824 h 202865"/>
                <a:gd name="connsiteX7" fmla="*/ 370363 w 436062"/>
                <a:gd name="connsiteY7" fmla="*/ 195542 h 202865"/>
                <a:gd name="connsiteX8" fmla="*/ 218031 w 436062"/>
                <a:gd name="connsiteY8" fmla="*/ 93011 h 202865"/>
                <a:gd name="connsiteX9" fmla="*/ 65699 w 436062"/>
                <a:gd name="connsiteY9" fmla="*/ 195542 h 202865"/>
                <a:gd name="connsiteX10" fmla="*/ 42263 w 436062"/>
                <a:gd name="connsiteY10" fmla="*/ 202866 h 2028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36062" h="202865">
                  <a:moveTo>
                    <a:pt x="42263" y="202866"/>
                  </a:moveTo>
                  <a:cubicBezTo>
                    <a:pt x="29081" y="202866"/>
                    <a:pt x="15898" y="197007"/>
                    <a:pt x="7110" y="183824"/>
                  </a:cubicBezTo>
                  <a:cubicBezTo>
                    <a:pt x="-6073" y="164782"/>
                    <a:pt x="-214" y="138417"/>
                    <a:pt x="18827" y="125235"/>
                  </a:cubicBezTo>
                  <a:lnTo>
                    <a:pt x="194595" y="6591"/>
                  </a:lnTo>
                  <a:cubicBezTo>
                    <a:pt x="209243" y="-2197"/>
                    <a:pt x="226820" y="-2197"/>
                    <a:pt x="241467" y="6591"/>
                  </a:cubicBezTo>
                  <a:lnTo>
                    <a:pt x="417235" y="125235"/>
                  </a:lnTo>
                  <a:cubicBezTo>
                    <a:pt x="436276" y="138417"/>
                    <a:pt x="442135" y="164782"/>
                    <a:pt x="428953" y="183824"/>
                  </a:cubicBezTo>
                  <a:cubicBezTo>
                    <a:pt x="415770" y="202866"/>
                    <a:pt x="389405" y="208724"/>
                    <a:pt x="370363" y="195542"/>
                  </a:cubicBezTo>
                  <a:lnTo>
                    <a:pt x="218031" y="93011"/>
                  </a:lnTo>
                  <a:lnTo>
                    <a:pt x="65699" y="195542"/>
                  </a:lnTo>
                  <a:cubicBezTo>
                    <a:pt x="58375" y="201401"/>
                    <a:pt x="49587" y="202866"/>
                    <a:pt x="42263" y="202866"/>
                  </a:cubicBez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6200000" scaled="0"/>
            </a:gradFill>
            <a:ln w="146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52" name="子陵职场PPT2-13"/>
            <p:cNvSpPr/>
            <p:nvPr/>
          </p:nvSpPr>
          <p:spPr>
            <a:xfrm>
              <a:off x="5306508" y="5856004"/>
              <a:ext cx="1577517" cy="109855"/>
            </a:xfrm>
            <a:custGeom>
              <a:avLst/>
              <a:gdLst>
                <a:gd name="connsiteX0" fmla="*/ 0 w 1577517"/>
                <a:gd name="connsiteY0" fmla="*/ 0 h 109855"/>
                <a:gd name="connsiteX1" fmla="*/ 1577518 w 1577517"/>
                <a:gd name="connsiteY1" fmla="*/ 0 h 109855"/>
                <a:gd name="connsiteX2" fmla="*/ 1577518 w 1577517"/>
                <a:gd name="connsiteY2" fmla="*/ 109855 h 109855"/>
                <a:gd name="connsiteX3" fmla="*/ 0 w 1577517"/>
                <a:gd name="connsiteY3" fmla="*/ 109855 h 109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77517" h="109855">
                  <a:moveTo>
                    <a:pt x="0" y="0"/>
                  </a:moveTo>
                  <a:lnTo>
                    <a:pt x="1577518" y="0"/>
                  </a:lnTo>
                  <a:lnTo>
                    <a:pt x="1577518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chemeClr val="accent5"/>
            </a:solidFill>
            <a:ln w="146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76" name="子陵职场PPT2-14"/>
            <p:cNvSpPr txBox="1"/>
            <p:nvPr>
              <p:custDataLst>
                <p:tags r:id="rId14"/>
              </p:custDataLst>
            </p:nvPr>
          </p:nvSpPr>
          <p:spPr>
            <a:xfrm>
              <a:off x="6761270" y="4048561"/>
              <a:ext cx="621730" cy="5585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3230" spc="0" baseline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rtl val="0"/>
                </a:rPr>
                <a:t>04</a:t>
              </a:r>
              <a:endParaRPr lang="zh-CN" altLang="en-US" sz="3230" spc="0" baseline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rtl val="0"/>
              </a:endParaRPr>
            </a:p>
          </p:txBody>
        </p:sp>
        <p:sp>
          <p:nvSpPr>
            <p:cNvPr id="179" name="子陵职场PPT2-15"/>
            <p:cNvSpPr/>
            <p:nvPr>
              <p:custDataLst>
                <p:tags r:id="rId15"/>
              </p:custDataLst>
            </p:nvPr>
          </p:nvSpPr>
          <p:spPr>
            <a:xfrm>
              <a:off x="7770730" y="3009833"/>
              <a:ext cx="368527" cy="292447"/>
            </a:xfrm>
            <a:custGeom>
              <a:avLst/>
              <a:gdLst>
                <a:gd name="connsiteX0" fmla="*/ 17577 w 368527"/>
                <a:gd name="connsiteY0" fmla="*/ 74787 h 292447"/>
                <a:gd name="connsiteX1" fmla="*/ 0 w 368527"/>
                <a:gd name="connsiteY1" fmla="*/ 39633 h 292447"/>
                <a:gd name="connsiteX2" fmla="*/ 43942 w 368527"/>
                <a:gd name="connsiteY2" fmla="*/ 85 h 292447"/>
                <a:gd name="connsiteX3" fmla="*/ 256328 w 368527"/>
                <a:gd name="connsiteY3" fmla="*/ 8874 h 292447"/>
                <a:gd name="connsiteX4" fmla="*/ 294411 w 368527"/>
                <a:gd name="connsiteY4" fmla="*/ 36704 h 292447"/>
                <a:gd name="connsiteX5" fmla="*/ 366183 w 368527"/>
                <a:gd name="connsiteY5" fmla="*/ 235907 h 292447"/>
                <a:gd name="connsiteX6" fmla="*/ 341283 w 368527"/>
                <a:gd name="connsiteY6" fmla="*/ 290103 h 292447"/>
                <a:gd name="connsiteX7" fmla="*/ 287087 w 368527"/>
                <a:gd name="connsiteY7" fmla="*/ 265202 h 292447"/>
                <a:gd name="connsiteX8" fmla="*/ 224104 w 368527"/>
                <a:gd name="connsiteY8" fmla="*/ 92364 h 292447"/>
                <a:gd name="connsiteX9" fmla="*/ 41012 w 368527"/>
                <a:gd name="connsiteY9" fmla="*/ 85040 h 292447"/>
                <a:gd name="connsiteX10" fmla="*/ 17577 w 368527"/>
                <a:gd name="connsiteY10" fmla="*/ 74787 h 292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68527" h="292447">
                  <a:moveTo>
                    <a:pt x="17577" y="74787"/>
                  </a:moveTo>
                  <a:cubicBezTo>
                    <a:pt x="7324" y="67463"/>
                    <a:pt x="0" y="54280"/>
                    <a:pt x="0" y="39633"/>
                  </a:cubicBezTo>
                  <a:cubicBezTo>
                    <a:pt x="1464" y="16197"/>
                    <a:pt x="20506" y="-1380"/>
                    <a:pt x="43942" y="85"/>
                  </a:cubicBezTo>
                  <a:lnTo>
                    <a:pt x="256328" y="8874"/>
                  </a:lnTo>
                  <a:cubicBezTo>
                    <a:pt x="273905" y="10338"/>
                    <a:pt x="288552" y="20591"/>
                    <a:pt x="294411" y="36704"/>
                  </a:cubicBezTo>
                  <a:lnTo>
                    <a:pt x="366183" y="235907"/>
                  </a:lnTo>
                  <a:cubicBezTo>
                    <a:pt x="373507" y="257878"/>
                    <a:pt x="363254" y="281314"/>
                    <a:pt x="341283" y="290103"/>
                  </a:cubicBezTo>
                  <a:cubicBezTo>
                    <a:pt x="319312" y="297426"/>
                    <a:pt x="295876" y="287173"/>
                    <a:pt x="287087" y="265202"/>
                  </a:cubicBezTo>
                  <a:lnTo>
                    <a:pt x="224104" y="92364"/>
                  </a:lnTo>
                  <a:lnTo>
                    <a:pt x="41012" y="85040"/>
                  </a:lnTo>
                  <a:cubicBezTo>
                    <a:pt x="32224" y="82110"/>
                    <a:pt x="24900" y="79181"/>
                    <a:pt x="17577" y="74787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16200000" scaled="0"/>
            </a:gradFill>
            <a:ln w="14643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pPr lvl="0" algn="l">
                <a:buClrTx/>
                <a:buSzTx/>
                <a:buFontTx/>
              </a:pPr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93" name="子陵职场PPT2-16"/>
            <p:cNvSpPr/>
            <p:nvPr/>
          </p:nvSpPr>
          <p:spPr>
            <a:xfrm>
              <a:off x="6885491" y="5856004"/>
              <a:ext cx="1577517" cy="109855"/>
            </a:xfrm>
            <a:custGeom>
              <a:avLst/>
              <a:gdLst>
                <a:gd name="connsiteX0" fmla="*/ 0 w 1577517"/>
                <a:gd name="connsiteY0" fmla="*/ 0 h 109855"/>
                <a:gd name="connsiteX1" fmla="*/ 1577518 w 1577517"/>
                <a:gd name="connsiteY1" fmla="*/ 0 h 109855"/>
                <a:gd name="connsiteX2" fmla="*/ 1577518 w 1577517"/>
                <a:gd name="connsiteY2" fmla="*/ 109855 h 109855"/>
                <a:gd name="connsiteX3" fmla="*/ -1 w 1577517"/>
                <a:gd name="connsiteY3" fmla="*/ 109855 h 109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77517" h="109855">
                  <a:moveTo>
                    <a:pt x="0" y="0"/>
                  </a:moveTo>
                  <a:lnTo>
                    <a:pt x="1577518" y="0"/>
                  </a:lnTo>
                  <a:lnTo>
                    <a:pt x="1577518" y="109855"/>
                  </a:lnTo>
                  <a:lnTo>
                    <a:pt x="-1" y="10985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46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27" name="子陵职场PPT2-17"/>
            <p:cNvSpPr txBox="1"/>
            <p:nvPr>
              <p:custDataLst>
                <p:tags r:id="rId16"/>
              </p:custDataLst>
            </p:nvPr>
          </p:nvSpPr>
          <p:spPr>
            <a:xfrm>
              <a:off x="7475489" y="4960343"/>
              <a:ext cx="621730" cy="5585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3230" spc="0" baseline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rtl val="0"/>
                </a:rPr>
                <a:t>05</a:t>
              </a:r>
              <a:endParaRPr lang="zh-CN" altLang="en-US" sz="3230" spc="0" baseline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rtl val="0"/>
              </a:endParaRPr>
            </a:p>
          </p:txBody>
        </p:sp>
        <p:sp>
          <p:nvSpPr>
            <p:cNvPr id="231" name="子陵职场PPT2-18"/>
            <p:cNvSpPr/>
            <p:nvPr>
              <p:custDataLst>
                <p:tags r:id="rId17"/>
              </p:custDataLst>
            </p:nvPr>
          </p:nvSpPr>
          <p:spPr>
            <a:xfrm>
              <a:off x="9071980" y="4567913"/>
              <a:ext cx="247435" cy="421537"/>
            </a:xfrm>
            <a:custGeom>
              <a:avLst/>
              <a:gdLst>
                <a:gd name="connsiteX0" fmla="*/ 2019 w 247435"/>
                <a:gd name="connsiteY0" fmla="*/ 54785 h 421537"/>
                <a:gd name="connsiteX1" fmla="*/ 9342 w 247435"/>
                <a:gd name="connsiteY1" fmla="*/ 15237 h 421537"/>
                <a:gd name="connsiteX2" fmla="*/ 67932 w 247435"/>
                <a:gd name="connsiteY2" fmla="*/ 9378 h 421537"/>
                <a:gd name="connsiteX3" fmla="*/ 231982 w 247435"/>
                <a:gd name="connsiteY3" fmla="*/ 142669 h 421537"/>
                <a:gd name="connsiteX4" fmla="*/ 245165 w 247435"/>
                <a:gd name="connsiteY4" fmla="*/ 188076 h 421537"/>
                <a:gd name="connsiteX5" fmla="*/ 183646 w 247435"/>
                <a:gd name="connsiteY5" fmla="*/ 391674 h 421537"/>
                <a:gd name="connsiteX6" fmla="*/ 130915 w 247435"/>
                <a:gd name="connsiteY6" fmla="*/ 419504 h 421537"/>
                <a:gd name="connsiteX7" fmla="*/ 103086 w 247435"/>
                <a:gd name="connsiteY7" fmla="*/ 366773 h 421537"/>
                <a:gd name="connsiteX8" fmla="*/ 155816 w 247435"/>
                <a:gd name="connsiteY8" fmla="*/ 191005 h 421537"/>
                <a:gd name="connsiteX9" fmla="*/ 13736 w 247435"/>
                <a:gd name="connsiteY9" fmla="*/ 75291 h 421537"/>
                <a:gd name="connsiteX10" fmla="*/ 2019 w 247435"/>
                <a:gd name="connsiteY10" fmla="*/ 54785 h 42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7435" h="421537">
                  <a:moveTo>
                    <a:pt x="2019" y="54785"/>
                  </a:moveTo>
                  <a:cubicBezTo>
                    <a:pt x="-2375" y="41603"/>
                    <a:pt x="554" y="26955"/>
                    <a:pt x="9342" y="15237"/>
                  </a:cubicBezTo>
                  <a:cubicBezTo>
                    <a:pt x="23990" y="-2339"/>
                    <a:pt x="50355" y="-5269"/>
                    <a:pt x="67932" y="9378"/>
                  </a:cubicBezTo>
                  <a:lnTo>
                    <a:pt x="231982" y="142669"/>
                  </a:lnTo>
                  <a:cubicBezTo>
                    <a:pt x="245165" y="152922"/>
                    <a:pt x="251023" y="170499"/>
                    <a:pt x="245165" y="188076"/>
                  </a:cubicBezTo>
                  <a:lnTo>
                    <a:pt x="183646" y="391674"/>
                  </a:lnTo>
                  <a:cubicBezTo>
                    <a:pt x="176322" y="413645"/>
                    <a:pt x="152886" y="426827"/>
                    <a:pt x="130915" y="419504"/>
                  </a:cubicBezTo>
                  <a:cubicBezTo>
                    <a:pt x="108944" y="412180"/>
                    <a:pt x="95762" y="388744"/>
                    <a:pt x="103086" y="366773"/>
                  </a:cubicBezTo>
                  <a:lnTo>
                    <a:pt x="155816" y="191005"/>
                  </a:lnTo>
                  <a:lnTo>
                    <a:pt x="13736" y="75291"/>
                  </a:lnTo>
                  <a:cubicBezTo>
                    <a:pt x="9342" y="69432"/>
                    <a:pt x="4948" y="62109"/>
                    <a:pt x="2019" y="54785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16200000" scaled="0"/>
            </a:gradFill>
            <a:ln w="14643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pPr lvl="0" algn="l">
                <a:buClrTx/>
                <a:buSzTx/>
                <a:buFontTx/>
              </a:pPr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244" name="子陵职场PPT2-19"/>
            <p:cNvSpPr/>
            <p:nvPr/>
          </p:nvSpPr>
          <p:spPr>
            <a:xfrm>
              <a:off x="8463008" y="5856003"/>
              <a:ext cx="1578983" cy="109855"/>
            </a:xfrm>
            <a:custGeom>
              <a:avLst/>
              <a:gdLst>
                <a:gd name="connsiteX0" fmla="*/ 1523323 w 1578983"/>
                <a:gd name="connsiteY0" fmla="*/ 0 h 109855"/>
                <a:gd name="connsiteX1" fmla="*/ 0 w 1578983"/>
                <a:gd name="connsiteY1" fmla="*/ 0 h 109855"/>
                <a:gd name="connsiteX2" fmla="*/ 0 w 1578983"/>
                <a:gd name="connsiteY2" fmla="*/ 109855 h 109855"/>
                <a:gd name="connsiteX3" fmla="*/ 1523323 w 1578983"/>
                <a:gd name="connsiteY3" fmla="*/ 109855 h 109855"/>
                <a:gd name="connsiteX4" fmla="*/ 1578983 w 1578983"/>
                <a:gd name="connsiteY4" fmla="*/ 54195 h 109855"/>
                <a:gd name="connsiteX5" fmla="*/ 1578983 w 1578983"/>
                <a:gd name="connsiteY5" fmla="*/ 54195 h 109855"/>
                <a:gd name="connsiteX6" fmla="*/ 1523323 w 1578983"/>
                <a:gd name="connsiteY6" fmla="*/ 0 h 109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78983" h="109855">
                  <a:moveTo>
                    <a:pt x="1523323" y="0"/>
                  </a:moveTo>
                  <a:lnTo>
                    <a:pt x="0" y="0"/>
                  </a:lnTo>
                  <a:lnTo>
                    <a:pt x="0" y="109855"/>
                  </a:lnTo>
                  <a:lnTo>
                    <a:pt x="1523323" y="109855"/>
                  </a:lnTo>
                  <a:cubicBezTo>
                    <a:pt x="1554083" y="109855"/>
                    <a:pt x="1578983" y="84955"/>
                    <a:pt x="1578983" y="54195"/>
                  </a:cubicBezTo>
                  <a:lnTo>
                    <a:pt x="1578983" y="54195"/>
                  </a:lnTo>
                  <a:cubicBezTo>
                    <a:pt x="1577518" y="23436"/>
                    <a:pt x="1552617" y="0"/>
                    <a:pt x="1523323" y="0"/>
                  </a:cubicBezTo>
                  <a:close/>
                </a:path>
              </a:pathLst>
            </a:custGeom>
            <a:solidFill>
              <a:schemeClr val="accent1"/>
            </a:solidFill>
            <a:ln w="146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57" name="子陵职场PPT2-20"/>
            <p:cNvSpPr txBox="1"/>
            <p:nvPr>
              <p:custDataLst>
                <p:tags r:id="rId18"/>
              </p:custDataLst>
            </p:nvPr>
          </p:nvSpPr>
          <p:spPr>
            <a:xfrm>
              <a:off x="4747862" y="4055379"/>
              <a:ext cx="621730" cy="5585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3230" spc="0" baseline="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rtl val="0"/>
                </a:rPr>
                <a:t>02</a:t>
              </a:r>
              <a:endParaRPr lang="zh-CN" altLang="en-US" sz="3230" spc="0" baseline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rtl val="0"/>
              </a:endParaRPr>
            </a:p>
          </p:txBody>
        </p:sp>
        <p:sp>
          <p:nvSpPr>
            <p:cNvPr id="260" name="子陵职场PPT2-21"/>
            <p:cNvSpPr/>
            <p:nvPr>
              <p:custDataLst>
                <p:tags r:id="rId19"/>
              </p:custDataLst>
            </p:nvPr>
          </p:nvSpPr>
          <p:spPr>
            <a:xfrm>
              <a:off x="5889500" y="3165329"/>
              <a:ext cx="428012" cy="330948"/>
            </a:xfrm>
            <a:custGeom>
              <a:avLst/>
              <a:gdLst>
                <a:gd name="connsiteX0" fmla="*/ 403050 w 567641"/>
                <a:gd name="connsiteY0" fmla="*/ 204216 h 438912"/>
                <a:gd name="connsiteX1" fmla="*/ 499062 w 567641"/>
                <a:gd name="connsiteY1" fmla="*/ 120396 h 438912"/>
                <a:gd name="connsiteX2" fmla="*/ 499062 w 567641"/>
                <a:gd name="connsiteY2" fmla="*/ 438912 h 438912"/>
                <a:gd name="connsiteX3" fmla="*/ 403050 w 567641"/>
                <a:gd name="connsiteY3" fmla="*/ 438912 h 438912"/>
                <a:gd name="connsiteX4" fmla="*/ 403050 w 567641"/>
                <a:gd name="connsiteY4" fmla="*/ 204216 h 438912"/>
                <a:gd name="connsiteX5" fmla="*/ 281130 w 567641"/>
                <a:gd name="connsiteY5" fmla="*/ 438912 h 438912"/>
                <a:gd name="connsiteX6" fmla="*/ 377142 w 567641"/>
                <a:gd name="connsiteY6" fmla="*/ 438912 h 438912"/>
                <a:gd name="connsiteX7" fmla="*/ 377142 w 567641"/>
                <a:gd name="connsiteY7" fmla="*/ 225552 h 438912"/>
                <a:gd name="connsiteX8" fmla="*/ 281130 w 567641"/>
                <a:gd name="connsiteY8" fmla="*/ 309372 h 438912"/>
                <a:gd name="connsiteX9" fmla="*/ 281130 w 567641"/>
                <a:gd name="connsiteY9" fmla="*/ 438912 h 438912"/>
                <a:gd name="connsiteX10" fmla="*/ 160734 w 567641"/>
                <a:gd name="connsiteY10" fmla="*/ 438912 h 438912"/>
                <a:gd name="connsiteX11" fmla="*/ 256745 w 567641"/>
                <a:gd name="connsiteY11" fmla="*/ 438912 h 438912"/>
                <a:gd name="connsiteX12" fmla="*/ 256745 w 567641"/>
                <a:gd name="connsiteY12" fmla="*/ 309372 h 438912"/>
                <a:gd name="connsiteX13" fmla="*/ 160734 w 567641"/>
                <a:gd name="connsiteY13" fmla="*/ 207264 h 438912"/>
                <a:gd name="connsiteX14" fmla="*/ 160734 w 567641"/>
                <a:gd name="connsiteY14" fmla="*/ 438912 h 438912"/>
                <a:gd name="connsiteX15" fmla="*/ 38814 w 567641"/>
                <a:gd name="connsiteY15" fmla="*/ 438912 h 438912"/>
                <a:gd name="connsiteX16" fmla="*/ 134825 w 567641"/>
                <a:gd name="connsiteY16" fmla="*/ 438912 h 438912"/>
                <a:gd name="connsiteX17" fmla="*/ 134825 w 567641"/>
                <a:gd name="connsiteY17" fmla="*/ 195072 h 438912"/>
                <a:gd name="connsiteX18" fmla="*/ 38814 w 567641"/>
                <a:gd name="connsiteY18" fmla="*/ 272796 h 438912"/>
                <a:gd name="connsiteX19" fmla="*/ 38814 w 567641"/>
                <a:gd name="connsiteY19" fmla="*/ 438912 h 438912"/>
                <a:gd name="connsiteX20" fmla="*/ 555450 w 567641"/>
                <a:gd name="connsiteY20" fmla="*/ 0 h 438912"/>
                <a:gd name="connsiteX21" fmla="*/ 464010 w 567641"/>
                <a:gd name="connsiteY21" fmla="*/ 0 h 438912"/>
                <a:gd name="connsiteX22" fmla="*/ 456390 w 567641"/>
                <a:gd name="connsiteY22" fmla="*/ 15240 h 438912"/>
                <a:gd name="connsiteX23" fmla="*/ 483822 w 567641"/>
                <a:gd name="connsiteY23" fmla="*/ 47244 h 438912"/>
                <a:gd name="connsiteX24" fmla="*/ 268938 w 567641"/>
                <a:gd name="connsiteY24" fmla="*/ 233172 h 438912"/>
                <a:gd name="connsiteX25" fmla="*/ 156162 w 567641"/>
                <a:gd name="connsiteY25" fmla="*/ 114300 h 438912"/>
                <a:gd name="connsiteX26" fmla="*/ 131778 w 567641"/>
                <a:gd name="connsiteY26" fmla="*/ 112776 h 438912"/>
                <a:gd name="connsiteX27" fmla="*/ 6809 w 567641"/>
                <a:gd name="connsiteY27" fmla="*/ 214884 h 438912"/>
                <a:gd name="connsiteX28" fmla="*/ 3762 w 567641"/>
                <a:gd name="connsiteY28" fmla="*/ 240792 h 438912"/>
                <a:gd name="connsiteX29" fmla="*/ 29669 w 567641"/>
                <a:gd name="connsiteY29" fmla="*/ 243840 h 438912"/>
                <a:gd name="connsiteX30" fmla="*/ 142445 w 567641"/>
                <a:gd name="connsiteY30" fmla="*/ 152400 h 438912"/>
                <a:gd name="connsiteX31" fmla="*/ 255222 w 567641"/>
                <a:gd name="connsiteY31" fmla="*/ 271272 h 438912"/>
                <a:gd name="connsiteX32" fmla="*/ 268938 w 567641"/>
                <a:gd name="connsiteY32" fmla="*/ 277368 h 438912"/>
                <a:gd name="connsiteX33" fmla="*/ 281130 w 567641"/>
                <a:gd name="connsiteY33" fmla="*/ 272796 h 438912"/>
                <a:gd name="connsiteX34" fmla="*/ 509730 w 567641"/>
                <a:gd name="connsiteY34" fmla="*/ 76200 h 438912"/>
                <a:gd name="connsiteX35" fmla="*/ 538685 w 567641"/>
                <a:gd name="connsiteY35" fmla="*/ 109728 h 438912"/>
                <a:gd name="connsiteX36" fmla="*/ 555450 w 567641"/>
                <a:gd name="connsiteY36" fmla="*/ 105156 h 438912"/>
                <a:gd name="connsiteX37" fmla="*/ 567642 w 567641"/>
                <a:gd name="connsiteY37" fmla="*/ 13716 h 438912"/>
                <a:gd name="connsiteX38" fmla="*/ 555450 w 567641"/>
                <a:gd name="connsiteY38" fmla="*/ 0 h 438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567641" h="438912">
                  <a:moveTo>
                    <a:pt x="403050" y="204216"/>
                  </a:moveTo>
                  <a:lnTo>
                    <a:pt x="499062" y="120396"/>
                  </a:lnTo>
                  <a:lnTo>
                    <a:pt x="499062" y="438912"/>
                  </a:lnTo>
                  <a:lnTo>
                    <a:pt x="403050" y="438912"/>
                  </a:lnTo>
                  <a:lnTo>
                    <a:pt x="403050" y="204216"/>
                  </a:lnTo>
                  <a:close/>
                  <a:moveTo>
                    <a:pt x="281130" y="438912"/>
                  </a:moveTo>
                  <a:lnTo>
                    <a:pt x="377142" y="438912"/>
                  </a:lnTo>
                  <a:lnTo>
                    <a:pt x="377142" y="225552"/>
                  </a:lnTo>
                  <a:lnTo>
                    <a:pt x="281130" y="309372"/>
                  </a:lnTo>
                  <a:lnTo>
                    <a:pt x="281130" y="438912"/>
                  </a:lnTo>
                  <a:close/>
                  <a:moveTo>
                    <a:pt x="160734" y="438912"/>
                  </a:moveTo>
                  <a:lnTo>
                    <a:pt x="256745" y="438912"/>
                  </a:lnTo>
                  <a:lnTo>
                    <a:pt x="256745" y="309372"/>
                  </a:lnTo>
                  <a:lnTo>
                    <a:pt x="160734" y="207264"/>
                  </a:lnTo>
                  <a:lnTo>
                    <a:pt x="160734" y="438912"/>
                  </a:lnTo>
                  <a:close/>
                  <a:moveTo>
                    <a:pt x="38814" y="438912"/>
                  </a:moveTo>
                  <a:lnTo>
                    <a:pt x="134825" y="438912"/>
                  </a:lnTo>
                  <a:lnTo>
                    <a:pt x="134825" y="195072"/>
                  </a:lnTo>
                  <a:lnTo>
                    <a:pt x="38814" y="272796"/>
                  </a:lnTo>
                  <a:lnTo>
                    <a:pt x="38814" y="438912"/>
                  </a:lnTo>
                  <a:close/>
                  <a:moveTo>
                    <a:pt x="555450" y="0"/>
                  </a:moveTo>
                  <a:lnTo>
                    <a:pt x="464010" y="0"/>
                  </a:lnTo>
                  <a:cubicBezTo>
                    <a:pt x="456390" y="0"/>
                    <a:pt x="451818" y="9144"/>
                    <a:pt x="456390" y="15240"/>
                  </a:cubicBezTo>
                  <a:lnTo>
                    <a:pt x="483822" y="47244"/>
                  </a:lnTo>
                  <a:lnTo>
                    <a:pt x="268938" y="233172"/>
                  </a:lnTo>
                  <a:lnTo>
                    <a:pt x="156162" y="114300"/>
                  </a:lnTo>
                  <a:cubicBezTo>
                    <a:pt x="150065" y="108204"/>
                    <a:pt x="139398" y="106680"/>
                    <a:pt x="131778" y="112776"/>
                  </a:cubicBezTo>
                  <a:lnTo>
                    <a:pt x="6809" y="214884"/>
                  </a:lnTo>
                  <a:cubicBezTo>
                    <a:pt x="-811" y="220980"/>
                    <a:pt x="-2335" y="231648"/>
                    <a:pt x="3762" y="240792"/>
                  </a:cubicBezTo>
                  <a:cubicBezTo>
                    <a:pt x="9858" y="248412"/>
                    <a:pt x="20525" y="249936"/>
                    <a:pt x="29669" y="243840"/>
                  </a:cubicBezTo>
                  <a:lnTo>
                    <a:pt x="142445" y="152400"/>
                  </a:lnTo>
                  <a:lnTo>
                    <a:pt x="255222" y="271272"/>
                  </a:lnTo>
                  <a:cubicBezTo>
                    <a:pt x="258269" y="274320"/>
                    <a:pt x="262842" y="277368"/>
                    <a:pt x="268938" y="277368"/>
                  </a:cubicBezTo>
                  <a:cubicBezTo>
                    <a:pt x="273510" y="277368"/>
                    <a:pt x="276558" y="275844"/>
                    <a:pt x="281130" y="272796"/>
                  </a:cubicBezTo>
                  <a:lnTo>
                    <a:pt x="509730" y="76200"/>
                  </a:lnTo>
                  <a:lnTo>
                    <a:pt x="538685" y="109728"/>
                  </a:lnTo>
                  <a:cubicBezTo>
                    <a:pt x="543258" y="115824"/>
                    <a:pt x="553925" y="112776"/>
                    <a:pt x="555450" y="105156"/>
                  </a:cubicBezTo>
                  <a:lnTo>
                    <a:pt x="567642" y="13716"/>
                  </a:lnTo>
                  <a:cubicBezTo>
                    <a:pt x="564594" y="6096"/>
                    <a:pt x="561545" y="0"/>
                    <a:pt x="555450" y="0"/>
                  </a:cubicBezTo>
                  <a:close/>
                </a:path>
              </a:pathLst>
            </a:custGeom>
            <a:solidFill>
              <a:schemeClr val="bg1"/>
            </a:solidFill>
            <a:ln w="152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61" name="子陵职场PPT2-22"/>
            <p:cNvSpPr/>
            <p:nvPr>
              <p:custDataLst>
                <p:tags r:id="rId20"/>
              </p:custDataLst>
            </p:nvPr>
          </p:nvSpPr>
          <p:spPr>
            <a:xfrm>
              <a:off x="7305852" y="3617352"/>
              <a:ext cx="379211" cy="379211"/>
            </a:xfrm>
            <a:custGeom>
              <a:avLst/>
              <a:gdLst>
                <a:gd name="connsiteX0" fmla="*/ 195072 w 502920"/>
                <a:gd name="connsiteY0" fmla="*/ 103632 h 502920"/>
                <a:gd name="connsiteX1" fmla="*/ 251460 w 502920"/>
                <a:gd name="connsiteY1" fmla="*/ 47244 h 502920"/>
                <a:gd name="connsiteX2" fmla="*/ 307848 w 502920"/>
                <a:gd name="connsiteY2" fmla="*/ 103632 h 502920"/>
                <a:gd name="connsiteX3" fmla="*/ 251460 w 502920"/>
                <a:gd name="connsiteY3" fmla="*/ 160020 h 502920"/>
                <a:gd name="connsiteX4" fmla="*/ 195072 w 502920"/>
                <a:gd name="connsiteY4" fmla="*/ 103632 h 502920"/>
                <a:gd name="connsiteX5" fmla="*/ 324612 w 502920"/>
                <a:gd name="connsiteY5" fmla="*/ 184404 h 502920"/>
                <a:gd name="connsiteX6" fmla="*/ 176784 w 502920"/>
                <a:gd name="connsiteY6" fmla="*/ 184404 h 502920"/>
                <a:gd name="connsiteX7" fmla="*/ 156972 w 502920"/>
                <a:gd name="connsiteY7" fmla="*/ 204216 h 502920"/>
                <a:gd name="connsiteX8" fmla="*/ 156972 w 502920"/>
                <a:gd name="connsiteY8" fmla="*/ 330708 h 502920"/>
                <a:gd name="connsiteX9" fmla="*/ 176784 w 502920"/>
                <a:gd name="connsiteY9" fmla="*/ 350520 h 502920"/>
                <a:gd name="connsiteX10" fmla="*/ 195072 w 502920"/>
                <a:gd name="connsiteY10" fmla="*/ 350520 h 502920"/>
                <a:gd name="connsiteX11" fmla="*/ 195072 w 502920"/>
                <a:gd name="connsiteY11" fmla="*/ 483108 h 502920"/>
                <a:gd name="connsiteX12" fmla="*/ 214884 w 502920"/>
                <a:gd name="connsiteY12" fmla="*/ 502920 h 502920"/>
                <a:gd name="connsiteX13" fmla="*/ 288036 w 502920"/>
                <a:gd name="connsiteY13" fmla="*/ 502920 h 502920"/>
                <a:gd name="connsiteX14" fmla="*/ 307848 w 502920"/>
                <a:gd name="connsiteY14" fmla="*/ 483108 h 502920"/>
                <a:gd name="connsiteX15" fmla="*/ 307848 w 502920"/>
                <a:gd name="connsiteY15" fmla="*/ 350520 h 502920"/>
                <a:gd name="connsiteX16" fmla="*/ 326136 w 502920"/>
                <a:gd name="connsiteY16" fmla="*/ 350520 h 502920"/>
                <a:gd name="connsiteX17" fmla="*/ 345948 w 502920"/>
                <a:gd name="connsiteY17" fmla="*/ 330708 h 502920"/>
                <a:gd name="connsiteX18" fmla="*/ 345948 w 502920"/>
                <a:gd name="connsiteY18" fmla="*/ 204216 h 502920"/>
                <a:gd name="connsiteX19" fmla="*/ 324612 w 502920"/>
                <a:gd name="connsiteY19" fmla="*/ 184404 h 502920"/>
                <a:gd name="connsiteX20" fmla="*/ 416052 w 502920"/>
                <a:gd name="connsiteY20" fmla="*/ 103632 h 502920"/>
                <a:gd name="connsiteX21" fmla="*/ 467868 w 502920"/>
                <a:gd name="connsiteY21" fmla="*/ 51816 h 502920"/>
                <a:gd name="connsiteX22" fmla="*/ 416052 w 502920"/>
                <a:gd name="connsiteY22" fmla="*/ 0 h 502920"/>
                <a:gd name="connsiteX23" fmla="*/ 364236 w 502920"/>
                <a:gd name="connsiteY23" fmla="*/ 51816 h 502920"/>
                <a:gd name="connsiteX24" fmla="*/ 416052 w 502920"/>
                <a:gd name="connsiteY24" fmla="*/ 103632 h 502920"/>
                <a:gd name="connsiteX25" fmla="*/ 484632 w 502920"/>
                <a:gd name="connsiteY25" fmla="*/ 126492 h 502920"/>
                <a:gd name="connsiteX26" fmla="*/ 347472 w 502920"/>
                <a:gd name="connsiteY26" fmla="*/ 126492 h 502920"/>
                <a:gd name="connsiteX27" fmla="*/ 329184 w 502920"/>
                <a:gd name="connsiteY27" fmla="*/ 144780 h 502920"/>
                <a:gd name="connsiteX28" fmla="*/ 329184 w 502920"/>
                <a:gd name="connsiteY28" fmla="*/ 146304 h 502920"/>
                <a:gd name="connsiteX29" fmla="*/ 381000 w 502920"/>
                <a:gd name="connsiteY29" fmla="*/ 202692 h 502920"/>
                <a:gd name="connsiteX30" fmla="*/ 381000 w 502920"/>
                <a:gd name="connsiteY30" fmla="*/ 329184 h 502920"/>
                <a:gd name="connsiteX31" fmla="*/ 362712 w 502920"/>
                <a:gd name="connsiteY31" fmla="*/ 370332 h 502920"/>
                <a:gd name="connsiteX32" fmla="*/ 362712 w 502920"/>
                <a:gd name="connsiteY32" fmla="*/ 402336 h 502920"/>
                <a:gd name="connsiteX33" fmla="*/ 381000 w 502920"/>
                <a:gd name="connsiteY33" fmla="*/ 420624 h 502920"/>
                <a:gd name="connsiteX34" fmla="*/ 449580 w 502920"/>
                <a:gd name="connsiteY34" fmla="*/ 420624 h 502920"/>
                <a:gd name="connsiteX35" fmla="*/ 467868 w 502920"/>
                <a:gd name="connsiteY35" fmla="*/ 402336 h 502920"/>
                <a:gd name="connsiteX36" fmla="*/ 467868 w 502920"/>
                <a:gd name="connsiteY36" fmla="*/ 278892 h 502920"/>
                <a:gd name="connsiteX37" fmla="*/ 484632 w 502920"/>
                <a:gd name="connsiteY37" fmla="*/ 278892 h 502920"/>
                <a:gd name="connsiteX38" fmla="*/ 502920 w 502920"/>
                <a:gd name="connsiteY38" fmla="*/ 260604 h 502920"/>
                <a:gd name="connsiteX39" fmla="*/ 502920 w 502920"/>
                <a:gd name="connsiteY39" fmla="*/ 143256 h 502920"/>
                <a:gd name="connsiteX40" fmla="*/ 484632 w 502920"/>
                <a:gd name="connsiteY40" fmla="*/ 126492 h 502920"/>
                <a:gd name="connsiteX41" fmla="*/ 138684 w 502920"/>
                <a:gd name="connsiteY41" fmla="*/ 51816 h 502920"/>
                <a:gd name="connsiteX42" fmla="*/ 86868 w 502920"/>
                <a:gd name="connsiteY42" fmla="*/ 0 h 502920"/>
                <a:gd name="connsiteX43" fmla="*/ 35052 w 502920"/>
                <a:gd name="connsiteY43" fmla="*/ 51816 h 502920"/>
                <a:gd name="connsiteX44" fmla="*/ 86868 w 502920"/>
                <a:gd name="connsiteY44" fmla="*/ 103632 h 502920"/>
                <a:gd name="connsiteX45" fmla="*/ 138684 w 502920"/>
                <a:gd name="connsiteY45" fmla="*/ 51816 h 502920"/>
                <a:gd name="connsiteX46" fmla="*/ 0 w 502920"/>
                <a:gd name="connsiteY46" fmla="*/ 144780 h 502920"/>
                <a:gd name="connsiteX47" fmla="*/ 0 w 502920"/>
                <a:gd name="connsiteY47" fmla="*/ 262128 h 502920"/>
                <a:gd name="connsiteX48" fmla="*/ 18288 w 502920"/>
                <a:gd name="connsiteY48" fmla="*/ 280416 h 502920"/>
                <a:gd name="connsiteX49" fmla="*/ 35052 w 502920"/>
                <a:gd name="connsiteY49" fmla="*/ 280416 h 502920"/>
                <a:gd name="connsiteX50" fmla="*/ 35052 w 502920"/>
                <a:gd name="connsiteY50" fmla="*/ 403860 h 502920"/>
                <a:gd name="connsiteX51" fmla="*/ 53340 w 502920"/>
                <a:gd name="connsiteY51" fmla="*/ 422148 h 502920"/>
                <a:gd name="connsiteX52" fmla="*/ 121920 w 502920"/>
                <a:gd name="connsiteY52" fmla="*/ 422148 h 502920"/>
                <a:gd name="connsiteX53" fmla="*/ 140208 w 502920"/>
                <a:gd name="connsiteY53" fmla="*/ 403860 h 502920"/>
                <a:gd name="connsiteX54" fmla="*/ 140208 w 502920"/>
                <a:gd name="connsiteY54" fmla="*/ 371856 h 502920"/>
                <a:gd name="connsiteX55" fmla="*/ 121920 w 502920"/>
                <a:gd name="connsiteY55" fmla="*/ 330708 h 502920"/>
                <a:gd name="connsiteX56" fmla="*/ 121920 w 502920"/>
                <a:gd name="connsiteY56" fmla="*/ 204216 h 502920"/>
                <a:gd name="connsiteX57" fmla="*/ 173736 w 502920"/>
                <a:gd name="connsiteY57" fmla="*/ 147828 h 502920"/>
                <a:gd name="connsiteX58" fmla="*/ 173736 w 502920"/>
                <a:gd name="connsiteY58" fmla="*/ 146304 h 502920"/>
                <a:gd name="connsiteX59" fmla="*/ 155448 w 502920"/>
                <a:gd name="connsiteY59" fmla="*/ 128016 h 502920"/>
                <a:gd name="connsiteX60" fmla="*/ 18288 w 502920"/>
                <a:gd name="connsiteY60" fmla="*/ 128016 h 502920"/>
                <a:gd name="connsiteX61" fmla="*/ 0 w 502920"/>
                <a:gd name="connsiteY61" fmla="*/ 144780 h 502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502920" h="502920">
                  <a:moveTo>
                    <a:pt x="195072" y="103632"/>
                  </a:moveTo>
                  <a:cubicBezTo>
                    <a:pt x="195072" y="73152"/>
                    <a:pt x="219456" y="47244"/>
                    <a:pt x="251460" y="47244"/>
                  </a:cubicBezTo>
                  <a:cubicBezTo>
                    <a:pt x="281940" y="47244"/>
                    <a:pt x="307848" y="71628"/>
                    <a:pt x="307848" y="103632"/>
                  </a:cubicBezTo>
                  <a:cubicBezTo>
                    <a:pt x="307848" y="135636"/>
                    <a:pt x="283464" y="160020"/>
                    <a:pt x="251460" y="160020"/>
                  </a:cubicBezTo>
                  <a:cubicBezTo>
                    <a:pt x="219456" y="160020"/>
                    <a:pt x="195072" y="135636"/>
                    <a:pt x="195072" y="103632"/>
                  </a:cubicBezTo>
                  <a:close/>
                  <a:moveTo>
                    <a:pt x="324612" y="184404"/>
                  </a:moveTo>
                  <a:lnTo>
                    <a:pt x="176784" y="184404"/>
                  </a:lnTo>
                  <a:cubicBezTo>
                    <a:pt x="166116" y="184404"/>
                    <a:pt x="156972" y="193548"/>
                    <a:pt x="156972" y="204216"/>
                  </a:cubicBezTo>
                  <a:lnTo>
                    <a:pt x="156972" y="330708"/>
                  </a:lnTo>
                  <a:cubicBezTo>
                    <a:pt x="156972" y="341376"/>
                    <a:pt x="166116" y="350520"/>
                    <a:pt x="176784" y="350520"/>
                  </a:cubicBezTo>
                  <a:lnTo>
                    <a:pt x="195072" y="350520"/>
                  </a:lnTo>
                  <a:lnTo>
                    <a:pt x="195072" y="483108"/>
                  </a:lnTo>
                  <a:cubicBezTo>
                    <a:pt x="195072" y="493776"/>
                    <a:pt x="204216" y="502920"/>
                    <a:pt x="214884" y="502920"/>
                  </a:cubicBezTo>
                  <a:lnTo>
                    <a:pt x="288036" y="502920"/>
                  </a:lnTo>
                  <a:cubicBezTo>
                    <a:pt x="298704" y="502920"/>
                    <a:pt x="307848" y="493776"/>
                    <a:pt x="307848" y="483108"/>
                  </a:cubicBezTo>
                  <a:lnTo>
                    <a:pt x="307848" y="350520"/>
                  </a:lnTo>
                  <a:lnTo>
                    <a:pt x="326136" y="350520"/>
                  </a:lnTo>
                  <a:cubicBezTo>
                    <a:pt x="336804" y="350520"/>
                    <a:pt x="345948" y="341376"/>
                    <a:pt x="345948" y="330708"/>
                  </a:cubicBezTo>
                  <a:lnTo>
                    <a:pt x="345948" y="204216"/>
                  </a:lnTo>
                  <a:cubicBezTo>
                    <a:pt x="344424" y="192024"/>
                    <a:pt x="335280" y="184404"/>
                    <a:pt x="324612" y="184404"/>
                  </a:cubicBezTo>
                  <a:close/>
                  <a:moveTo>
                    <a:pt x="416052" y="103632"/>
                  </a:moveTo>
                  <a:cubicBezTo>
                    <a:pt x="445008" y="103632"/>
                    <a:pt x="467868" y="80772"/>
                    <a:pt x="467868" y="51816"/>
                  </a:cubicBezTo>
                  <a:cubicBezTo>
                    <a:pt x="467868" y="22860"/>
                    <a:pt x="445008" y="0"/>
                    <a:pt x="416052" y="0"/>
                  </a:cubicBezTo>
                  <a:cubicBezTo>
                    <a:pt x="387096" y="0"/>
                    <a:pt x="364236" y="22860"/>
                    <a:pt x="364236" y="51816"/>
                  </a:cubicBezTo>
                  <a:cubicBezTo>
                    <a:pt x="364236" y="80772"/>
                    <a:pt x="387096" y="103632"/>
                    <a:pt x="416052" y="103632"/>
                  </a:cubicBezTo>
                  <a:close/>
                  <a:moveTo>
                    <a:pt x="484632" y="126492"/>
                  </a:moveTo>
                  <a:lnTo>
                    <a:pt x="347472" y="126492"/>
                  </a:lnTo>
                  <a:cubicBezTo>
                    <a:pt x="338328" y="126492"/>
                    <a:pt x="329184" y="134112"/>
                    <a:pt x="329184" y="144780"/>
                  </a:cubicBezTo>
                  <a:lnTo>
                    <a:pt x="329184" y="146304"/>
                  </a:lnTo>
                  <a:cubicBezTo>
                    <a:pt x="358140" y="149352"/>
                    <a:pt x="381000" y="173736"/>
                    <a:pt x="381000" y="202692"/>
                  </a:cubicBezTo>
                  <a:lnTo>
                    <a:pt x="381000" y="329184"/>
                  </a:lnTo>
                  <a:cubicBezTo>
                    <a:pt x="381000" y="345948"/>
                    <a:pt x="373380" y="359664"/>
                    <a:pt x="362712" y="370332"/>
                  </a:cubicBezTo>
                  <a:lnTo>
                    <a:pt x="362712" y="402336"/>
                  </a:lnTo>
                  <a:cubicBezTo>
                    <a:pt x="362712" y="411480"/>
                    <a:pt x="370332" y="420624"/>
                    <a:pt x="381000" y="420624"/>
                  </a:cubicBezTo>
                  <a:lnTo>
                    <a:pt x="449580" y="420624"/>
                  </a:lnTo>
                  <a:cubicBezTo>
                    <a:pt x="458724" y="420624"/>
                    <a:pt x="467868" y="413004"/>
                    <a:pt x="467868" y="402336"/>
                  </a:cubicBezTo>
                  <a:lnTo>
                    <a:pt x="467868" y="278892"/>
                  </a:lnTo>
                  <a:lnTo>
                    <a:pt x="484632" y="278892"/>
                  </a:lnTo>
                  <a:cubicBezTo>
                    <a:pt x="493776" y="278892"/>
                    <a:pt x="502920" y="271272"/>
                    <a:pt x="502920" y="260604"/>
                  </a:cubicBezTo>
                  <a:lnTo>
                    <a:pt x="502920" y="143256"/>
                  </a:lnTo>
                  <a:cubicBezTo>
                    <a:pt x="502920" y="134112"/>
                    <a:pt x="495300" y="126492"/>
                    <a:pt x="484632" y="126492"/>
                  </a:cubicBezTo>
                  <a:close/>
                  <a:moveTo>
                    <a:pt x="138684" y="51816"/>
                  </a:moveTo>
                  <a:cubicBezTo>
                    <a:pt x="138684" y="22860"/>
                    <a:pt x="115824" y="0"/>
                    <a:pt x="86868" y="0"/>
                  </a:cubicBezTo>
                  <a:cubicBezTo>
                    <a:pt x="57912" y="0"/>
                    <a:pt x="35052" y="22860"/>
                    <a:pt x="35052" y="51816"/>
                  </a:cubicBezTo>
                  <a:cubicBezTo>
                    <a:pt x="35052" y="80772"/>
                    <a:pt x="57912" y="103632"/>
                    <a:pt x="86868" y="103632"/>
                  </a:cubicBezTo>
                  <a:cubicBezTo>
                    <a:pt x="115824" y="103632"/>
                    <a:pt x="138684" y="80772"/>
                    <a:pt x="138684" y="51816"/>
                  </a:cubicBezTo>
                  <a:close/>
                  <a:moveTo>
                    <a:pt x="0" y="144780"/>
                  </a:moveTo>
                  <a:lnTo>
                    <a:pt x="0" y="262128"/>
                  </a:lnTo>
                  <a:cubicBezTo>
                    <a:pt x="0" y="271272"/>
                    <a:pt x="7620" y="280416"/>
                    <a:pt x="18288" y="280416"/>
                  </a:cubicBezTo>
                  <a:lnTo>
                    <a:pt x="35052" y="280416"/>
                  </a:lnTo>
                  <a:lnTo>
                    <a:pt x="35052" y="403860"/>
                  </a:lnTo>
                  <a:cubicBezTo>
                    <a:pt x="35052" y="413004"/>
                    <a:pt x="42672" y="422148"/>
                    <a:pt x="53340" y="422148"/>
                  </a:cubicBezTo>
                  <a:lnTo>
                    <a:pt x="121920" y="422148"/>
                  </a:lnTo>
                  <a:cubicBezTo>
                    <a:pt x="131064" y="422148"/>
                    <a:pt x="140208" y="414528"/>
                    <a:pt x="140208" y="403860"/>
                  </a:cubicBezTo>
                  <a:lnTo>
                    <a:pt x="140208" y="371856"/>
                  </a:lnTo>
                  <a:cubicBezTo>
                    <a:pt x="129540" y="361188"/>
                    <a:pt x="121920" y="345948"/>
                    <a:pt x="121920" y="330708"/>
                  </a:cubicBezTo>
                  <a:lnTo>
                    <a:pt x="121920" y="204216"/>
                  </a:lnTo>
                  <a:cubicBezTo>
                    <a:pt x="121920" y="173736"/>
                    <a:pt x="144780" y="149352"/>
                    <a:pt x="173736" y="147828"/>
                  </a:cubicBezTo>
                  <a:lnTo>
                    <a:pt x="173736" y="146304"/>
                  </a:lnTo>
                  <a:cubicBezTo>
                    <a:pt x="173736" y="137160"/>
                    <a:pt x="166116" y="128016"/>
                    <a:pt x="155448" y="128016"/>
                  </a:cubicBezTo>
                  <a:lnTo>
                    <a:pt x="18288" y="128016"/>
                  </a:lnTo>
                  <a:cubicBezTo>
                    <a:pt x="7620" y="126492"/>
                    <a:pt x="0" y="134112"/>
                    <a:pt x="0" y="144780"/>
                  </a:cubicBezTo>
                  <a:close/>
                </a:path>
              </a:pathLst>
            </a:custGeom>
            <a:solidFill>
              <a:schemeClr val="bg1"/>
            </a:solidFill>
            <a:ln w="152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64" name="子陵职场PPT2-23"/>
            <p:cNvSpPr/>
            <p:nvPr>
              <p:custDataLst>
                <p:tags r:id="rId21"/>
              </p:custDataLst>
            </p:nvPr>
          </p:nvSpPr>
          <p:spPr>
            <a:xfrm>
              <a:off x="4486744" y="3544082"/>
              <a:ext cx="435517" cy="437816"/>
            </a:xfrm>
            <a:custGeom>
              <a:avLst/>
              <a:gdLst>
                <a:gd name="connsiteX0" fmla="*/ 577596 w 577595"/>
                <a:gd name="connsiteY0" fmla="*/ 89916 h 580644"/>
                <a:gd name="connsiteX1" fmla="*/ 505968 w 577595"/>
                <a:gd name="connsiteY1" fmla="*/ 71628 h 580644"/>
                <a:gd name="connsiteX2" fmla="*/ 486156 w 577595"/>
                <a:gd name="connsiteY2" fmla="*/ 0 h 580644"/>
                <a:gd name="connsiteX3" fmla="*/ 403860 w 577595"/>
                <a:gd name="connsiteY3" fmla="*/ 111252 h 580644"/>
                <a:gd name="connsiteX4" fmla="*/ 409956 w 577595"/>
                <a:gd name="connsiteY4" fmla="*/ 147828 h 580644"/>
                <a:gd name="connsiteX5" fmla="*/ 233172 w 577595"/>
                <a:gd name="connsiteY5" fmla="*/ 324612 h 580644"/>
                <a:gd name="connsiteX6" fmla="*/ 233172 w 577595"/>
                <a:gd name="connsiteY6" fmla="*/ 348996 h 580644"/>
                <a:gd name="connsiteX7" fmla="*/ 245364 w 577595"/>
                <a:gd name="connsiteY7" fmla="*/ 353568 h 580644"/>
                <a:gd name="connsiteX8" fmla="*/ 257556 w 577595"/>
                <a:gd name="connsiteY8" fmla="*/ 348996 h 580644"/>
                <a:gd name="connsiteX9" fmla="*/ 435864 w 577595"/>
                <a:gd name="connsiteY9" fmla="*/ 170688 h 580644"/>
                <a:gd name="connsiteX10" fmla="*/ 470916 w 577595"/>
                <a:gd name="connsiteY10" fmla="*/ 175260 h 580644"/>
                <a:gd name="connsiteX11" fmla="*/ 577596 w 577595"/>
                <a:gd name="connsiteY11" fmla="*/ 89916 h 580644"/>
                <a:gd name="connsiteX12" fmla="*/ 364236 w 577595"/>
                <a:gd name="connsiteY12" fmla="*/ 288036 h 580644"/>
                <a:gd name="connsiteX13" fmla="*/ 390144 w 577595"/>
                <a:gd name="connsiteY13" fmla="*/ 262128 h 580644"/>
                <a:gd name="connsiteX14" fmla="*/ 408432 w 577595"/>
                <a:gd name="connsiteY14" fmla="*/ 336804 h 580644"/>
                <a:gd name="connsiteX15" fmla="*/ 243840 w 577595"/>
                <a:gd name="connsiteY15" fmla="*/ 501396 h 580644"/>
                <a:gd name="connsiteX16" fmla="*/ 79248 w 577595"/>
                <a:gd name="connsiteY16" fmla="*/ 336804 h 580644"/>
                <a:gd name="connsiteX17" fmla="*/ 243840 w 577595"/>
                <a:gd name="connsiteY17" fmla="*/ 172212 h 580644"/>
                <a:gd name="connsiteX18" fmla="*/ 318516 w 577595"/>
                <a:gd name="connsiteY18" fmla="*/ 190500 h 580644"/>
                <a:gd name="connsiteX19" fmla="*/ 292608 w 577595"/>
                <a:gd name="connsiteY19" fmla="*/ 216408 h 580644"/>
                <a:gd name="connsiteX20" fmla="*/ 243840 w 577595"/>
                <a:gd name="connsiteY20" fmla="*/ 207264 h 580644"/>
                <a:gd name="connsiteX21" fmla="*/ 114300 w 577595"/>
                <a:gd name="connsiteY21" fmla="*/ 336804 h 580644"/>
                <a:gd name="connsiteX22" fmla="*/ 243840 w 577595"/>
                <a:gd name="connsiteY22" fmla="*/ 466344 h 580644"/>
                <a:gd name="connsiteX23" fmla="*/ 373380 w 577595"/>
                <a:gd name="connsiteY23" fmla="*/ 336804 h 580644"/>
                <a:gd name="connsiteX24" fmla="*/ 364236 w 577595"/>
                <a:gd name="connsiteY24" fmla="*/ 288036 h 580644"/>
                <a:gd name="connsiteX25" fmla="*/ 297180 w 577595"/>
                <a:gd name="connsiteY25" fmla="*/ 353568 h 580644"/>
                <a:gd name="connsiteX26" fmla="*/ 332232 w 577595"/>
                <a:gd name="connsiteY26" fmla="*/ 318516 h 580644"/>
                <a:gd name="connsiteX27" fmla="*/ 333756 w 577595"/>
                <a:gd name="connsiteY27" fmla="*/ 335280 h 580644"/>
                <a:gd name="connsiteX28" fmla="*/ 242316 w 577595"/>
                <a:gd name="connsiteY28" fmla="*/ 426720 h 580644"/>
                <a:gd name="connsiteX29" fmla="*/ 150876 w 577595"/>
                <a:gd name="connsiteY29" fmla="*/ 335280 h 580644"/>
                <a:gd name="connsiteX30" fmla="*/ 242316 w 577595"/>
                <a:gd name="connsiteY30" fmla="*/ 243840 h 580644"/>
                <a:gd name="connsiteX31" fmla="*/ 259080 w 577595"/>
                <a:gd name="connsiteY31" fmla="*/ 245364 h 580644"/>
                <a:gd name="connsiteX32" fmla="*/ 224028 w 577595"/>
                <a:gd name="connsiteY32" fmla="*/ 280416 h 580644"/>
                <a:gd name="connsiteX33" fmla="*/ 185928 w 577595"/>
                <a:gd name="connsiteY33" fmla="*/ 333756 h 580644"/>
                <a:gd name="connsiteX34" fmla="*/ 242316 w 577595"/>
                <a:gd name="connsiteY34" fmla="*/ 390144 h 580644"/>
                <a:gd name="connsiteX35" fmla="*/ 297180 w 577595"/>
                <a:gd name="connsiteY35" fmla="*/ 353568 h 580644"/>
                <a:gd name="connsiteX36" fmla="*/ 449580 w 577595"/>
                <a:gd name="connsiteY36" fmla="*/ 207264 h 580644"/>
                <a:gd name="connsiteX37" fmla="*/ 487680 w 577595"/>
                <a:gd name="connsiteY37" fmla="*/ 336804 h 580644"/>
                <a:gd name="connsiteX38" fmla="*/ 243840 w 577595"/>
                <a:gd name="connsiteY38" fmla="*/ 580644 h 580644"/>
                <a:gd name="connsiteX39" fmla="*/ 0 w 577595"/>
                <a:gd name="connsiteY39" fmla="*/ 336804 h 580644"/>
                <a:gd name="connsiteX40" fmla="*/ 243840 w 577595"/>
                <a:gd name="connsiteY40" fmla="*/ 92964 h 580644"/>
                <a:gd name="connsiteX41" fmla="*/ 371856 w 577595"/>
                <a:gd name="connsiteY41" fmla="*/ 129540 h 580644"/>
                <a:gd name="connsiteX42" fmla="*/ 373380 w 577595"/>
                <a:gd name="connsiteY42" fmla="*/ 135636 h 580644"/>
                <a:gd name="connsiteX43" fmla="*/ 352044 w 577595"/>
                <a:gd name="connsiteY43" fmla="*/ 156972 h 580644"/>
                <a:gd name="connsiteX44" fmla="*/ 245364 w 577595"/>
                <a:gd name="connsiteY44" fmla="*/ 126492 h 580644"/>
                <a:gd name="connsiteX45" fmla="*/ 36576 w 577595"/>
                <a:gd name="connsiteY45" fmla="*/ 335280 h 580644"/>
                <a:gd name="connsiteX46" fmla="*/ 245364 w 577595"/>
                <a:gd name="connsiteY46" fmla="*/ 544068 h 580644"/>
                <a:gd name="connsiteX47" fmla="*/ 454152 w 577595"/>
                <a:gd name="connsiteY47" fmla="*/ 335280 h 580644"/>
                <a:gd name="connsiteX48" fmla="*/ 423672 w 577595"/>
                <a:gd name="connsiteY48" fmla="*/ 227076 h 580644"/>
                <a:gd name="connsiteX49" fmla="*/ 446532 w 577595"/>
                <a:gd name="connsiteY49" fmla="*/ 204216 h 580644"/>
                <a:gd name="connsiteX50" fmla="*/ 449580 w 577595"/>
                <a:gd name="connsiteY50" fmla="*/ 207264 h 580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577595" h="580644">
                  <a:moveTo>
                    <a:pt x="577596" y="89916"/>
                  </a:moveTo>
                  <a:lnTo>
                    <a:pt x="505968" y="71628"/>
                  </a:lnTo>
                  <a:lnTo>
                    <a:pt x="486156" y="0"/>
                  </a:lnTo>
                  <a:lnTo>
                    <a:pt x="403860" y="111252"/>
                  </a:lnTo>
                  <a:lnTo>
                    <a:pt x="409956" y="147828"/>
                  </a:lnTo>
                  <a:lnTo>
                    <a:pt x="233172" y="324612"/>
                  </a:lnTo>
                  <a:cubicBezTo>
                    <a:pt x="227076" y="330708"/>
                    <a:pt x="227076" y="341376"/>
                    <a:pt x="233172" y="348996"/>
                  </a:cubicBezTo>
                  <a:cubicBezTo>
                    <a:pt x="236220" y="352044"/>
                    <a:pt x="240792" y="353568"/>
                    <a:pt x="245364" y="353568"/>
                  </a:cubicBezTo>
                  <a:cubicBezTo>
                    <a:pt x="249936" y="353568"/>
                    <a:pt x="254508" y="352044"/>
                    <a:pt x="257556" y="348996"/>
                  </a:cubicBezTo>
                  <a:lnTo>
                    <a:pt x="435864" y="170688"/>
                  </a:lnTo>
                  <a:lnTo>
                    <a:pt x="470916" y="175260"/>
                  </a:lnTo>
                  <a:lnTo>
                    <a:pt x="577596" y="89916"/>
                  </a:lnTo>
                  <a:close/>
                  <a:moveTo>
                    <a:pt x="364236" y="288036"/>
                  </a:moveTo>
                  <a:lnTo>
                    <a:pt x="390144" y="262128"/>
                  </a:lnTo>
                  <a:cubicBezTo>
                    <a:pt x="400812" y="284988"/>
                    <a:pt x="408432" y="309372"/>
                    <a:pt x="408432" y="336804"/>
                  </a:cubicBezTo>
                  <a:cubicBezTo>
                    <a:pt x="408432" y="426720"/>
                    <a:pt x="335280" y="501396"/>
                    <a:pt x="243840" y="501396"/>
                  </a:cubicBezTo>
                  <a:cubicBezTo>
                    <a:pt x="153924" y="501396"/>
                    <a:pt x="79248" y="428244"/>
                    <a:pt x="79248" y="336804"/>
                  </a:cubicBezTo>
                  <a:cubicBezTo>
                    <a:pt x="79248" y="246888"/>
                    <a:pt x="152400" y="172212"/>
                    <a:pt x="243840" y="172212"/>
                  </a:cubicBezTo>
                  <a:cubicBezTo>
                    <a:pt x="269748" y="172212"/>
                    <a:pt x="295656" y="178308"/>
                    <a:pt x="318516" y="190500"/>
                  </a:cubicBezTo>
                  <a:lnTo>
                    <a:pt x="292608" y="216408"/>
                  </a:lnTo>
                  <a:cubicBezTo>
                    <a:pt x="277368" y="210312"/>
                    <a:pt x="262128" y="207264"/>
                    <a:pt x="243840" y="207264"/>
                  </a:cubicBezTo>
                  <a:cubicBezTo>
                    <a:pt x="172212" y="207264"/>
                    <a:pt x="114300" y="265176"/>
                    <a:pt x="114300" y="336804"/>
                  </a:cubicBezTo>
                  <a:cubicBezTo>
                    <a:pt x="114300" y="408432"/>
                    <a:pt x="172212" y="466344"/>
                    <a:pt x="243840" y="466344"/>
                  </a:cubicBezTo>
                  <a:cubicBezTo>
                    <a:pt x="315468" y="466344"/>
                    <a:pt x="373380" y="408432"/>
                    <a:pt x="373380" y="336804"/>
                  </a:cubicBezTo>
                  <a:cubicBezTo>
                    <a:pt x="373380" y="318516"/>
                    <a:pt x="368808" y="301752"/>
                    <a:pt x="364236" y="288036"/>
                  </a:cubicBezTo>
                  <a:close/>
                  <a:moveTo>
                    <a:pt x="297180" y="353568"/>
                  </a:moveTo>
                  <a:lnTo>
                    <a:pt x="332232" y="318516"/>
                  </a:lnTo>
                  <a:cubicBezTo>
                    <a:pt x="333756" y="324612"/>
                    <a:pt x="333756" y="329184"/>
                    <a:pt x="333756" y="335280"/>
                  </a:cubicBezTo>
                  <a:cubicBezTo>
                    <a:pt x="333756" y="385572"/>
                    <a:pt x="292608" y="426720"/>
                    <a:pt x="242316" y="426720"/>
                  </a:cubicBezTo>
                  <a:cubicBezTo>
                    <a:pt x="192024" y="426720"/>
                    <a:pt x="150876" y="385572"/>
                    <a:pt x="150876" y="335280"/>
                  </a:cubicBezTo>
                  <a:cubicBezTo>
                    <a:pt x="150876" y="284988"/>
                    <a:pt x="192024" y="243840"/>
                    <a:pt x="242316" y="243840"/>
                  </a:cubicBezTo>
                  <a:cubicBezTo>
                    <a:pt x="248412" y="243840"/>
                    <a:pt x="254508" y="243840"/>
                    <a:pt x="259080" y="245364"/>
                  </a:cubicBezTo>
                  <a:lnTo>
                    <a:pt x="224028" y="280416"/>
                  </a:lnTo>
                  <a:cubicBezTo>
                    <a:pt x="201168" y="288036"/>
                    <a:pt x="185928" y="309372"/>
                    <a:pt x="185928" y="333756"/>
                  </a:cubicBezTo>
                  <a:cubicBezTo>
                    <a:pt x="185928" y="365760"/>
                    <a:pt x="211836" y="390144"/>
                    <a:pt x="242316" y="390144"/>
                  </a:cubicBezTo>
                  <a:cubicBezTo>
                    <a:pt x="268224" y="393192"/>
                    <a:pt x="289560" y="376428"/>
                    <a:pt x="297180" y="353568"/>
                  </a:cubicBezTo>
                  <a:close/>
                  <a:moveTo>
                    <a:pt x="449580" y="207264"/>
                  </a:moveTo>
                  <a:cubicBezTo>
                    <a:pt x="473964" y="245364"/>
                    <a:pt x="487680" y="289560"/>
                    <a:pt x="487680" y="336804"/>
                  </a:cubicBezTo>
                  <a:cubicBezTo>
                    <a:pt x="487680" y="470916"/>
                    <a:pt x="377952" y="580644"/>
                    <a:pt x="243840" y="580644"/>
                  </a:cubicBezTo>
                  <a:cubicBezTo>
                    <a:pt x="109728" y="580644"/>
                    <a:pt x="0" y="470916"/>
                    <a:pt x="0" y="336804"/>
                  </a:cubicBezTo>
                  <a:cubicBezTo>
                    <a:pt x="0" y="202692"/>
                    <a:pt x="109728" y="92964"/>
                    <a:pt x="243840" y="92964"/>
                  </a:cubicBezTo>
                  <a:cubicBezTo>
                    <a:pt x="291084" y="92964"/>
                    <a:pt x="333756" y="106680"/>
                    <a:pt x="371856" y="129540"/>
                  </a:cubicBezTo>
                  <a:lnTo>
                    <a:pt x="373380" y="135636"/>
                  </a:lnTo>
                  <a:lnTo>
                    <a:pt x="352044" y="156972"/>
                  </a:lnTo>
                  <a:cubicBezTo>
                    <a:pt x="320040" y="138684"/>
                    <a:pt x="283464" y="126492"/>
                    <a:pt x="245364" y="126492"/>
                  </a:cubicBezTo>
                  <a:cubicBezTo>
                    <a:pt x="129540" y="126492"/>
                    <a:pt x="36576" y="220980"/>
                    <a:pt x="36576" y="335280"/>
                  </a:cubicBezTo>
                  <a:cubicBezTo>
                    <a:pt x="36576" y="451104"/>
                    <a:pt x="131064" y="544068"/>
                    <a:pt x="245364" y="544068"/>
                  </a:cubicBezTo>
                  <a:cubicBezTo>
                    <a:pt x="361188" y="544068"/>
                    <a:pt x="454152" y="449580"/>
                    <a:pt x="454152" y="335280"/>
                  </a:cubicBezTo>
                  <a:cubicBezTo>
                    <a:pt x="454152" y="295656"/>
                    <a:pt x="443484" y="259080"/>
                    <a:pt x="423672" y="227076"/>
                  </a:cubicBezTo>
                  <a:lnTo>
                    <a:pt x="446532" y="204216"/>
                  </a:lnTo>
                  <a:lnTo>
                    <a:pt x="449580" y="207264"/>
                  </a:lnTo>
                  <a:close/>
                </a:path>
              </a:pathLst>
            </a:custGeom>
            <a:solidFill>
              <a:schemeClr val="bg1"/>
            </a:solidFill>
            <a:ln w="152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65" name="子陵职场PPT2-24"/>
            <p:cNvSpPr/>
            <p:nvPr>
              <p:custDataLst>
                <p:tags r:id="rId22"/>
              </p:custDataLst>
            </p:nvPr>
          </p:nvSpPr>
          <p:spPr>
            <a:xfrm>
              <a:off x="8153659" y="4845359"/>
              <a:ext cx="541237" cy="319456"/>
            </a:xfrm>
            <a:custGeom>
              <a:avLst/>
              <a:gdLst>
                <a:gd name="connsiteX0" fmla="*/ 166115 w 717803"/>
                <a:gd name="connsiteY0" fmla="*/ 278892 h 423672"/>
                <a:gd name="connsiteX1" fmla="*/ 150875 w 717803"/>
                <a:gd name="connsiteY1" fmla="*/ 271272 h 423672"/>
                <a:gd name="connsiteX2" fmla="*/ 146304 w 717803"/>
                <a:gd name="connsiteY2" fmla="*/ 257556 h 423672"/>
                <a:gd name="connsiteX3" fmla="*/ 153924 w 717803"/>
                <a:gd name="connsiteY3" fmla="*/ 243840 h 423672"/>
                <a:gd name="connsiteX4" fmla="*/ 217932 w 717803"/>
                <a:gd name="connsiteY4" fmla="*/ 190500 h 423672"/>
                <a:gd name="connsiteX5" fmla="*/ 230124 w 717803"/>
                <a:gd name="connsiteY5" fmla="*/ 185928 h 423672"/>
                <a:gd name="connsiteX6" fmla="*/ 245364 w 717803"/>
                <a:gd name="connsiteY6" fmla="*/ 193548 h 423672"/>
                <a:gd name="connsiteX7" fmla="*/ 249935 w 717803"/>
                <a:gd name="connsiteY7" fmla="*/ 207264 h 423672"/>
                <a:gd name="connsiteX8" fmla="*/ 242315 w 717803"/>
                <a:gd name="connsiteY8" fmla="*/ 220980 h 423672"/>
                <a:gd name="connsiteX9" fmla="*/ 178307 w 717803"/>
                <a:gd name="connsiteY9" fmla="*/ 274320 h 423672"/>
                <a:gd name="connsiteX10" fmla="*/ 166115 w 717803"/>
                <a:gd name="connsiteY10" fmla="*/ 278892 h 423672"/>
                <a:gd name="connsiteX11" fmla="*/ 214884 w 717803"/>
                <a:gd name="connsiteY11" fmla="*/ 327660 h 423672"/>
                <a:gd name="connsiteX12" fmla="*/ 297180 w 717803"/>
                <a:gd name="connsiteY12" fmla="*/ 259080 h 423672"/>
                <a:gd name="connsiteX13" fmla="*/ 300227 w 717803"/>
                <a:gd name="connsiteY13" fmla="*/ 231648 h 423672"/>
                <a:gd name="connsiteX14" fmla="*/ 284987 w 717803"/>
                <a:gd name="connsiteY14" fmla="*/ 224028 h 423672"/>
                <a:gd name="connsiteX15" fmla="*/ 272795 w 717803"/>
                <a:gd name="connsiteY15" fmla="*/ 228600 h 423672"/>
                <a:gd name="connsiteX16" fmla="*/ 190500 w 717803"/>
                <a:gd name="connsiteY16" fmla="*/ 297180 h 423672"/>
                <a:gd name="connsiteX17" fmla="*/ 187452 w 717803"/>
                <a:gd name="connsiteY17" fmla="*/ 324612 h 423672"/>
                <a:gd name="connsiteX18" fmla="*/ 202692 w 717803"/>
                <a:gd name="connsiteY18" fmla="*/ 332232 h 423672"/>
                <a:gd name="connsiteX19" fmla="*/ 214884 w 717803"/>
                <a:gd name="connsiteY19" fmla="*/ 327660 h 423672"/>
                <a:gd name="connsiteX20" fmla="*/ 262127 w 717803"/>
                <a:gd name="connsiteY20" fmla="*/ 371856 h 423672"/>
                <a:gd name="connsiteX21" fmla="*/ 321564 w 717803"/>
                <a:gd name="connsiteY21" fmla="*/ 323088 h 423672"/>
                <a:gd name="connsiteX22" fmla="*/ 324612 w 717803"/>
                <a:gd name="connsiteY22" fmla="*/ 295656 h 423672"/>
                <a:gd name="connsiteX23" fmla="*/ 309372 w 717803"/>
                <a:gd name="connsiteY23" fmla="*/ 288036 h 423672"/>
                <a:gd name="connsiteX24" fmla="*/ 297180 w 717803"/>
                <a:gd name="connsiteY24" fmla="*/ 292608 h 423672"/>
                <a:gd name="connsiteX25" fmla="*/ 237744 w 717803"/>
                <a:gd name="connsiteY25" fmla="*/ 341376 h 423672"/>
                <a:gd name="connsiteX26" fmla="*/ 234695 w 717803"/>
                <a:gd name="connsiteY26" fmla="*/ 368808 h 423672"/>
                <a:gd name="connsiteX27" fmla="*/ 249935 w 717803"/>
                <a:gd name="connsiteY27" fmla="*/ 376428 h 423672"/>
                <a:gd name="connsiteX28" fmla="*/ 262127 w 717803"/>
                <a:gd name="connsiteY28" fmla="*/ 371856 h 423672"/>
                <a:gd name="connsiteX29" fmla="*/ 304800 w 717803"/>
                <a:gd name="connsiteY29" fmla="*/ 419100 h 423672"/>
                <a:gd name="connsiteX30" fmla="*/ 339852 w 717803"/>
                <a:gd name="connsiteY30" fmla="*/ 390144 h 423672"/>
                <a:gd name="connsiteX31" fmla="*/ 342900 w 717803"/>
                <a:gd name="connsiteY31" fmla="*/ 362712 h 423672"/>
                <a:gd name="connsiteX32" fmla="*/ 327660 w 717803"/>
                <a:gd name="connsiteY32" fmla="*/ 355092 h 423672"/>
                <a:gd name="connsiteX33" fmla="*/ 315467 w 717803"/>
                <a:gd name="connsiteY33" fmla="*/ 359664 h 423672"/>
                <a:gd name="connsiteX34" fmla="*/ 280415 w 717803"/>
                <a:gd name="connsiteY34" fmla="*/ 388620 h 423672"/>
                <a:gd name="connsiteX35" fmla="*/ 277367 w 717803"/>
                <a:gd name="connsiteY35" fmla="*/ 416052 h 423672"/>
                <a:gd name="connsiteX36" fmla="*/ 292607 w 717803"/>
                <a:gd name="connsiteY36" fmla="*/ 423672 h 423672"/>
                <a:gd name="connsiteX37" fmla="*/ 304800 w 717803"/>
                <a:gd name="connsiteY37" fmla="*/ 419100 h 423672"/>
                <a:gd name="connsiteX38" fmla="*/ 637032 w 717803"/>
                <a:gd name="connsiteY38" fmla="*/ 172212 h 423672"/>
                <a:gd name="connsiteX39" fmla="*/ 717804 w 717803"/>
                <a:gd name="connsiteY39" fmla="*/ 129540 h 423672"/>
                <a:gd name="connsiteX40" fmla="*/ 658367 w 717803"/>
                <a:gd name="connsiteY40" fmla="*/ 16764 h 423672"/>
                <a:gd name="connsiteX41" fmla="*/ 571500 w 717803"/>
                <a:gd name="connsiteY41" fmla="*/ 62484 h 423672"/>
                <a:gd name="connsiteX42" fmla="*/ 633984 w 717803"/>
                <a:gd name="connsiteY42" fmla="*/ 169164 h 423672"/>
                <a:gd name="connsiteX43" fmla="*/ 637032 w 717803"/>
                <a:gd name="connsiteY43" fmla="*/ 172212 h 423672"/>
                <a:gd name="connsiteX44" fmla="*/ 565404 w 717803"/>
                <a:gd name="connsiteY44" fmla="*/ 216408 h 423672"/>
                <a:gd name="connsiteX45" fmla="*/ 577595 w 717803"/>
                <a:gd name="connsiteY45" fmla="*/ 199644 h 423672"/>
                <a:gd name="connsiteX46" fmla="*/ 612647 w 717803"/>
                <a:gd name="connsiteY46" fmla="*/ 176784 h 423672"/>
                <a:gd name="connsiteX47" fmla="*/ 550164 w 717803"/>
                <a:gd name="connsiteY47" fmla="*/ 68580 h 423672"/>
                <a:gd name="connsiteX48" fmla="*/ 385572 w 717803"/>
                <a:gd name="connsiteY48" fmla="*/ 38100 h 423672"/>
                <a:gd name="connsiteX49" fmla="*/ 347472 w 717803"/>
                <a:gd name="connsiteY49" fmla="*/ 39624 h 423672"/>
                <a:gd name="connsiteX50" fmla="*/ 345947 w 717803"/>
                <a:gd name="connsiteY50" fmla="*/ 39624 h 423672"/>
                <a:gd name="connsiteX51" fmla="*/ 336804 w 717803"/>
                <a:gd name="connsiteY51" fmla="*/ 41148 h 423672"/>
                <a:gd name="connsiteX52" fmla="*/ 225552 w 717803"/>
                <a:gd name="connsiteY52" fmla="*/ 97536 h 423672"/>
                <a:gd name="connsiteX53" fmla="*/ 216407 w 717803"/>
                <a:gd name="connsiteY53" fmla="*/ 108204 h 423672"/>
                <a:gd name="connsiteX54" fmla="*/ 217932 w 717803"/>
                <a:gd name="connsiteY54" fmla="*/ 123444 h 423672"/>
                <a:gd name="connsiteX55" fmla="*/ 234695 w 717803"/>
                <a:gd name="connsiteY55" fmla="*/ 134112 h 423672"/>
                <a:gd name="connsiteX56" fmla="*/ 243840 w 717803"/>
                <a:gd name="connsiteY56" fmla="*/ 132588 h 423672"/>
                <a:gd name="connsiteX57" fmla="*/ 356615 w 717803"/>
                <a:gd name="connsiteY57" fmla="*/ 76200 h 423672"/>
                <a:gd name="connsiteX58" fmla="*/ 359664 w 717803"/>
                <a:gd name="connsiteY58" fmla="*/ 74676 h 423672"/>
                <a:gd name="connsiteX59" fmla="*/ 362712 w 717803"/>
                <a:gd name="connsiteY59" fmla="*/ 76200 h 423672"/>
                <a:gd name="connsiteX60" fmla="*/ 547115 w 717803"/>
                <a:gd name="connsiteY60" fmla="*/ 240792 h 423672"/>
                <a:gd name="connsiteX61" fmla="*/ 565404 w 717803"/>
                <a:gd name="connsiteY61" fmla="*/ 216408 h 423672"/>
                <a:gd name="connsiteX62" fmla="*/ 377952 w 717803"/>
                <a:gd name="connsiteY62" fmla="*/ 417576 h 423672"/>
                <a:gd name="connsiteX63" fmla="*/ 387095 w 717803"/>
                <a:gd name="connsiteY63" fmla="*/ 391668 h 423672"/>
                <a:gd name="connsiteX64" fmla="*/ 371855 w 717803"/>
                <a:gd name="connsiteY64" fmla="*/ 377952 h 423672"/>
                <a:gd name="connsiteX65" fmla="*/ 356615 w 717803"/>
                <a:gd name="connsiteY65" fmla="*/ 406908 h 423672"/>
                <a:gd name="connsiteX66" fmla="*/ 355092 w 717803"/>
                <a:gd name="connsiteY66" fmla="*/ 408432 h 423672"/>
                <a:gd name="connsiteX67" fmla="*/ 368807 w 717803"/>
                <a:gd name="connsiteY67" fmla="*/ 419100 h 423672"/>
                <a:gd name="connsiteX68" fmla="*/ 377952 w 717803"/>
                <a:gd name="connsiteY68" fmla="*/ 417576 h 423672"/>
                <a:gd name="connsiteX69" fmla="*/ 437387 w 717803"/>
                <a:gd name="connsiteY69" fmla="*/ 387096 h 423672"/>
                <a:gd name="connsiteX70" fmla="*/ 446532 w 717803"/>
                <a:gd name="connsiteY70" fmla="*/ 364236 h 423672"/>
                <a:gd name="connsiteX71" fmla="*/ 445007 w 717803"/>
                <a:gd name="connsiteY71" fmla="*/ 361188 h 423672"/>
                <a:gd name="connsiteX72" fmla="*/ 402335 w 717803"/>
                <a:gd name="connsiteY72" fmla="*/ 316992 h 423672"/>
                <a:gd name="connsiteX73" fmla="*/ 423672 w 717803"/>
                <a:gd name="connsiteY73" fmla="*/ 300228 h 423672"/>
                <a:gd name="connsiteX74" fmla="*/ 472440 w 717803"/>
                <a:gd name="connsiteY74" fmla="*/ 348996 h 423672"/>
                <a:gd name="connsiteX75" fmla="*/ 477012 w 717803"/>
                <a:gd name="connsiteY75" fmla="*/ 352044 h 423672"/>
                <a:gd name="connsiteX76" fmla="*/ 492252 w 717803"/>
                <a:gd name="connsiteY76" fmla="*/ 361188 h 423672"/>
                <a:gd name="connsiteX77" fmla="*/ 501395 w 717803"/>
                <a:gd name="connsiteY77" fmla="*/ 359664 h 423672"/>
                <a:gd name="connsiteX78" fmla="*/ 512064 w 717803"/>
                <a:gd name="connsiteY78" fmla="*/ 342900 h 423672"/>
                <a:gd name="connsiteX79" fmla="*/ 507492 w 717803"/>
                <a:gd name="connsiteY79" fmla="*/ 330708 h 423672"/>
                <a:gd name="connsiteX80" fmla="*/ 457200 w 717803"/>
                <a:gd name="connsiteY80" fmla="*/ 277368 h 423672"/>
                <a:gd name="connsiteX81" fmla="*/ 478535 w 717803"/>
                <a:gd name="connsiteY81" fmla="*/ 262128 h 423672"/>
                <a:gd name="connsiteX82" fmla="*/ 528827 w 717803"/>
                <a:gd name="connsiteY82" fmla="*/ 313944 h 423672"/>
                <a:gd name="connsiteX83" fmla="*/ 530352 w 717803"/>
                <a:gd name="connsiteY83" fmla="*/ 315468 h 423672"/>
                <a:gd name="connsiteX84" fmla="*/ 547115 w 717803"/>
                <a:gd name="connsiteY84" fmla="*/ 326136 h 423672"/>
                <a:gd name="connsiteX85" fmla="*/ 556260 w 717803"/>
                <a:gd name="connsiteY85" fmla="*/ 324612 h 423672"/>
                <a:gd name="connsiteX86" fmla="*/ 563880 w 717803"/>
                <a:gd name="connsiteY86" fmla="*/ 298704 h 423672"/>
                <a:gd name="connsiteX87" fmla="*/ 518160 w 717803"/>
                <a:gd name="connsiteY87" fmla="*/ 248412 h 423672"/>
                <a:gd name="connsiteX88" fmla="*/ 356615 w 717803"/>
                <a:gd name="connsiteY88" fmla="*/ 103632 h 423672"/>
                <a:gd name="connsiteX89" fmla="*/ 254507 w 717803"/>
                <a:gd name="connsiteY89" fmla="*/ 155448 h 423672"/>
                <a:gd name="connsiteX90" fmla="*/ 233172 w 717803"/>
                <a:gd name="connsiteY90" fmla="*/ 160020 h 423672"/>
                <a:gd name="connsiteX91" fmla="*/ 198120 w 717803"/>
                <a:gd name="connsiteY91" fmla="*/ 141732 h 423672"/>
                <a:gd name="connsiteX92" fmla="*/ 192024 w 717803"/>
                <a:gd name="connsiteY92" fmla="*/ 105156 h 423672"/>
                <a:gd name="connsiteX93" fmla="*/ 214884 w 717803"/>
                <a:gd name="connsiteY93" fmla="*/ 76200 h 423672"/>
                <a:gd name="connsiteX94" fmla="*/ 225552 w 717803"/>
                <a:gd name="connsiteY94" fmla="*/ 71628 h 423672"/>
                <a:gd name="connsiteX95" fmla="*/ 175260 w 717803"/>
                <a:gd name="connsiteY95" fmla="*/ 76200 h 423672"/>
                <a:gd name="connsiteX96" fmla="*/ 88392 w 717803"/>
                <a:gd name="connsiteY96" fmla="*/ 166116 h 423672"/>
                <a:gd name="connsiteX97" fmla="*/ 140207 w 717803"/>
                <a:gd name="connsiteY97" fmla="*/ 225552 h 423672"/>
                <a:gd name="connsiteX98" fmla="*/ 205740 w 717803"/>
                <a:gd name="connsiteY98" fmla="*/ 172212 h 423672"/>
                <a:gd name="connsiteX99" fmla="*/ 233172 w 717803"/>
                <a:gd name="connsiteY99" fmla="*/ 161544 h 423672"/>
                <a:gd name="connsiteX100" fmla="*/ 266700 w 717803"/>
                <a:gd name="connsiteY100" fmla="*/ 176784 h 423672"/>
                <a:gd name="connsiteX101" fmla="*/ 275844 w 717803"/>
                <a:gd name="connsiteY101" fmla="*/ 201168 h 423672"/>
                <a:gd name="connsiteX102" fmla="*/ 286512 w 717803"/>
                <a:gd name="connsiteY102" fmla="*/ 199644 h 423672"/>
                <a:gd name="connsiteX103" fmla="*/ 320040 w 717803"/>
                <a:gd name="connsiteY103" fmla="*/ 214884 h 423672"/>
                <a:gd name="connsiteX104" fmla="*/ 323087 w 717803"/>
                <a:gd name="connsiteY104" fmla="*/ 265176 h 423672"/>
                <a:gd name="connsiteX105" fmla="*/ 342900 w 717803"/>
                <a:gd name="connsiteY105" fmla="*/ 278892 h 423672"/>
                <a:gd name="connsiteX106" fmla="*/ 342900 w 717803"/>
                <a:gd name="connsiteY106" fmla="*/ 333756 h 423672"/>
                <a:gd name="connsiteX107" fmla="*/ 359664 w 717803"/>
                <a:gd name="connsiteY107" fmla="*/ 345948 h 423672"/>
                <a:gd name="connsiteX108" fmla="*/ 368807 w 717803"/>
                <a:gd name="connsiteY108" fmla="*/ 339852 h 423672"/>
                <a:gd name="connsiteX109" fmla="*/ 408432 w 717803"/>
                <a:gd name="connsiteY109" fmla="*/ 376428 h 423672"/>
                <a:gd name="connsiteX110" fmla="*/ 416052 w 717803"/>
                <a:gd name="connsiteY110" fmla="*/ 382524 h 423672"/>
                <a:gd name="connsiteX111" fmla="*/ 428244 w 717803"/>
                <a:gd name="connsiteY111" fmla="*/ 388620 h 423672"/>
                <a:gd name="connsiteX112" fmla="*/ 437387 w 717803"/>
                <a:gd name="connsiteY112" fmla="*/ 387096 h 423672"/>
                <a:gd name="connsiteX113" fmla="*/ 62484 w 717803"/>
                <a:gd name="connsiteY113" fmla="*/ 155448 h 423672"/>
                <a:gd name="connsiteX114" fmla="*/ 153924 w 717803"/>
                <a:gd name="connsiteY114" fmla="*/ 60960 h 423672"/>
                <a:gd name="connsiteX115" fmla="*/ 92964 w 717803"/>
                <a:gd name="connsiteY115" fmla="*/ 0 h 423672"/>
                <a:gd name="connsiteX116" fmla="*/ 0 w 717803"/>
                <a:gd name="connsiteY116" fmla="*/ 92964 h 423672"/>
                <a:gd name="connsiteX117" fmla="*/ 62484 w 717803"/>
                <a:gd name="connsiteY117" fmla="*/ 155448 h 4236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</a:cxnLst>
              <a:rect l="l" t="t" r="r" b="b"/>
              <a:pathLst>
                <a:path w="717803" h="423672">
                  <a:moveTo>
                    <a:pt x="166115" y="278892"/>
                  </a:moveTo>
                  <a:cubicBezTo>
                    <a:pt x="160020" y="278892"/>
                    <a:pt x="155447" y="275844"/>
                    <a:pt x="150875" y="271272"/>
                  </a:cubicBezTo>
                  <a:cubicBezTo>
                    <a:pt x="147827" y="266700"/>
                    <a:pt x="146304" y="262128"/>
                    <a:pt x="146304" y="257556"/>
                  </a:cubicBezTo>
                  <a:cubicBezTo>
                    <a:pt x="146304" y="252984"/>
                    <a:pt x="149352" y="248412"/>
                    <a:pt x="153924" y="243840"/>
                  </a:cubicBezTo>
                  <a:lnTo>
                    <a:pt x="217932" y="190500"/>
                  </a:lnTo>
                  <a:cubicBezTo>
                    <a:pt x="220980" y="187452"/>
                    <a:pt x="225552" y="185928"/>
                    <a:pt x="230124" y="185928"/>
                  </a:cubicBezTo>
                  <a:cubicBezTo>
                    <a:pt x="236220" y="185928"/>
                    <a:pt x="240792" y="188976"/>
                    <a:pt x="245364" y="193548"/>
                  </a:cubicBezTo>
                  <a:cubicBezTo>
                    <a:pt x="248412" y="198120"/>
                    <a:pt x="249935" y="202692"/>
                    <a:pt x="249935" y="207264"/>
                  </a:cubicBezTo>
                  <a:cubicBezTo>
                    <a:pt x="249935" y="211836"/>
                    <a:pt x="246887" y="216408"/>
                    <a:pt x="242315" y="220980"/>
                  </a:cubicBezTo>
                  <a:lnTo>
                    <a:pt x="178307" y="274320"/>
                  </a:lnTo>
                  <a:cubicBezTo>
                    <a:pt x="175260" y="277368"/>
                    <a:pt x="170687" y="278892"/>
                    <a:pt x="166115" y="278892"/>
                  </a:cubicBezTo>
                  <a:close/>
                  <a:moveTo>
                    <a:pt x="214884" y="327660"/>
                  </a:moveTo>
                  <a:lnTo>
                    <a:pt x="297180" y="259080"/>
                  </a:lnTo>
                  <a:cubicBezTo>
                    <a:pt x="304800" y="252984"/>
                    <a:pt x="306324" y="239268"/>
                    <a:pt x="300227" y="231648"/>
                  </a:cubicBezTo>
                  <a:cubicBezTo>
                    <a:pt x="297180" y="227076"/>
                    <a:pt x="291084" y="224028"/>
                    <a:pt x="284987" y="224028"/>
                  </a:cubicBezTo>
                  <a:cubicBezTo>
                    <a:pt x="280415" y="224028"/>
                    <a:pt x="275844" y="225552"/>
                    <a:pt x="272795" y="228600"/>
                  </a:cubicBezTo>
                  <a:lnTo>
                    <a:pt x="190500" y="297180"/>
                  </a:lnTo>
                  <a:cubicBezTo>
                    <a:pt x="182880" y="303276"/>
                    <a:pt x="181355" y="316992"/>
                    <a:pt x="187452" y="324612"/>
                  </a:cubicBezTo>
                  <a:cubicBezTo>
                    <a:pt x="190500" y="329184"/>
                    <a:pt x="196595" y="332232"/>
                    <a:pt x="202692" y="332232"/>
                  </a:cubicBezTo>
                  <a:cubicBezTo>
                    <a:pt x="207264" y="332232"/>
                    <a:pt x="211835" y="330708"/>
                    <a:pt x="214884" y="327660"/>
                  </a:cubicBezTo>
                  <a:close/>
                  <a:moveTo>
                    <a:pt x="262127" y="371856"/>
                  </a:moveTo>
                  <a:lnTo>
                    <a:pt x="321564" y="323088"/>
                  </a:lnTo>
                  <a:cubicBezTo>
                    <a:pt x="329184" y="316992"/>
                    <a:pt x="330707" y="303276"/>
                    <a:pt x="324612" y="295656"/>
                  </a:cubicBezTo>
                  <a:cubicBezTo>
                    <a:pt x="321564" y="291084"/>
                    <a:pt x="315467" y="288036"/>
                    <a:pt x="309372" y="288036"/>
                  </a:cubicBezTo>
                  <a:cubicBezTo>
                    <a:pt x="304800" y="288036"/>
                    <a:pt x="300227" y="289560"/>
                    <a:pt x="297180" y="292608"/>
                  </a:cubicBezTo>
                  <a:lnTo>
                    <a:pt x="237744" y="341376"/>
                  </a:lnTo>
                  <a:cubicBezTo>
                    <a:pt x="230124" y="347472"/>
                    <a:pt x="228600" y="361188"/>
                    <a:pt x="234695" y="368808"/>
                  </a:cubicBezTo>
                  <a:cubicBezTo>
                    <a:pt x="237744" y="373380"/>
                    <a:pt x="243840" y="376428"/>
                    <a:pt x="249935" y="376428"/>
                  </a:cubicBezTo>
                  <a:cubicBezTo>
                    <a:pt x="254507" y="376428"/>
                    <a:pt x="259080" y="374904"/>
                    <a:pt x="262127" y="371856"/>
                  </a:cubicBezTo>
                  <a:close/>
                  <a:moveTo>
                    <a:pt x="304800" y="419100"/>
                  </a:moveTo>
                  <a:lnTo>
                    <a:pt x="339852" y="390144"/>
                  </a:lnTo>
                  <a:cubicBezTo>
                    <a:pt x="347472" y="384048"/>
                    <a:pt x="348995" y="370332"/>
                    <a:pt x="342900" y="362712"/>
                  </a:cubicBezTo>
                  <a:cubicBezTo>
                    <a:pt x="339852" y="358140"/>
                    <a:pt x="333755" y="355092"/>
                    <a:pt x="327660" y="355092"/>
                  </a:cubicBezTo>
                  <a:cubicBezTo>
                    <a:pt x="323087" y="355092"/>
                    <a:pt x="318515" y="356616"/>
                    <a:pt x="315467" y="359664"/>
                  </a:cubicBezTo>
                  <a:lnTo>
                    <a:pt x="280415" y="388620"/>
                  </a:lnTo>
                  <a:cubicBezTo>
                    <a:pt x="272795" y="394716"/>
                    <a:pt x="271272" y="408432"/>
                    <a:pt x="277367" y="416052"/>
                  </a:cubicBezTo>
                  <a:cubicBezTo>
                    <a:pt x="280415" y="420624"/>
                    <a:pt x="286512" y="423672"/>
                    <a:pt x="292607" y="423672"/>
                  </a:cubicBezTo>
                  <a:cubicBezTo>
                    <a:pt x="297180" y="423672"/>
                    <a:pt x="301752" y="422148"/>
                    <a:pt x="304800" y="419100"/>
                  </a:cubicBezTo>
                  <a:close/>
                  <a:moveTo>
                    <a:pt x="637032" y="172212"/>
                  </a:moveTo>
                  <a:lnTo>
                    <a:pt x="717804" y="129540"/>
                  </a:lnTo>
                  <a:lnTo>
                    <a:pt x="658367" y="16764"/>
                  </a:lnTo>
                  <a:cubicBezTo>
                    <a:pt x="624840" y="33528"/>
                    <a:pt x="586740" y="54864"/>
                    <a:pt x="571500" y="62484"/>
                  </a:cubicBezTo>
                  <a:cubicBezTo>
                    <a:pt x="580644" y="76200"/>
                    <a:pt x="597407" y="106680"/>
                    <a:pt x="633984" y="169164"/>
                  </a:cubicBezTo>
                  <a:lnTo>
                    <a:pt x="637032" y="172212"/>
                  </a:lnTo>
                  <a:close/>
                  <a:moveTo>
                    <a:pt x="565404" y="216408"/>
                  </a:moveTo>
                  <a:cubicBezTo>
                    <a:pt x="569975" y="208788"/>
                    <a:pt x="574547" y="202692"/>
                    <a:pt x="577595" y="199644"/>
                  </a:cubicBezTo>
                  <a:cubicBezTo>
                    <a:pt x="583692" y="195072"/>
                    <a:pt x="600455" y="184404"/>
                    <a:pt x="612647" y="176784"/>
                  </a:cubicBezTo>
                  <a:cubicBezTo>
                    <a:pt x="600455" y="156972"/>
                    <a:pt x="563880" y="92964"/>
                    <a:pt x="550164" y="68580"/>
                  </a:cubicBezTo>
                  <a:cubicBezTo>
                    <a:pt x="484632" y="42672"/>
                    <a:pt x="425195" y="38100"/>
                    <a:pt x="385572" y="38100"/>
                  </a:cubicBezTo>
                  <a:cubicBezTo>
                    <a:pt x="373380" y="38100"/>
                    <a:pt x="359664" y="38100"/>
                    <a:pt x="347472" y="39624"/>
                  </a:cubicBezTo>
                  <a:lnTo>
                    <a:pt x="345947" y="39624"/>
                  </a:lnTo>
                  <a:cubicBezTo>
                    <a:pt x="342900" y="39624"/>
                    <a:pt x="339852" y="39624"/>
                    <a:pt x="336804" y="41148"/>
                  </a:cubicBezTo>
                  <a:lnTo>
                    <a:pt x="225552" y="97536"/>
                  </a:lnTo>
                  <a:cubicBezTo>
                    <a:pt x="220980" y="100584"/>
                    <a:pt x="217932" y="103632"/>
                    <a:pt x="216407" y="108204"/>
                  </a:cubicBezTo>
                  <a:cubicBezTo>
                    <a:pt x="214884" y="112776"/>
                    <a:pt x="214884" y="118872"/>
                    <a:pt x="217932" y="123444"/>
                  </a:cubicBezTo>
                  <a:cubicBezTo>
                    <a:pt x="220980" y="129540"/>
                    <a:pt x="228600" y="134112"/>
                    <a:pt x="234695" y="134112"/>
                  </a:cubicBezTo>
                  <a:cubicBezTo>
                    <a:pt x="237744" y="134112"/>
                    <a:pt x="240792" y="134112"/>
                    <a:pt x="243840" y="132588"/>
                  </a:cubicBezTo>
                  <a:lnTo>
                    <a:pt x="356615" y="76200"/>
                  </a:lnTo>
                  <a:lnTo>
                    <a:pt x="359664" y="74676"/>
                  </a:lnTo>
                  <a:lnTo>
                    <a:pt x="362712" y="76200"/>
                  </a:lnTo>
                  <a:cubicBezTo>
                    <a:pt x="434340" y="124968"/>
                    <a:pt x="527304" y="219456"/>
                    <a:pt x="547115" y="240792"/>
                  </a:cubicBezTo>
                  <a:cubicBezTo>
                    <a:pt x="551687" y="237744"/>
                    <a:pt x="559307" y="225552"/>
                    <a:pt x="565404" y="216408"/>
                  </a:cubicBezTo>
                  <a:close/>
                  <a:moveTo>
                    <a:pt x="377952" y="417576"/>
                  </a:moveTo>
                  <a:cubicBezTo>
                    <a:pt x="387095" y="413004"/>
                    <a:pt x="391667" y="402336"/>
                    <a:pt x="387095" y="391668"/>
                  </a:cubicBezTo>
                  <a:lnTo>
                    <a:pt x="371855" y="377952"/>
                  </a:lnTo>
                  <a:cubicBezTo>
                    <a:pt x="370332" y="390144"/>
                    <a:pt x="365760" y="399288"/>
                    <a:pt x="356615" y="406908"/>
                  </a:cubicBezTo>
                  <a:lnTo>
                    <a:pt x="355092" y="408432"/>
                  </a:lnTo>
                  <a:cubicBezTo>
                    <a:pt x="361187" y="414528"/>
                    <a:pt x="367284" y="419100"/>
                    <a:pt x="368807" y="419100"/>
                  </a:cubicBezTo>
                  <a:cubicBezTo>
                    <a:pt x="371855" y="419100"/>
                    <a:pt x="374904" y="419100"/>
                    <a:pt x="377952" y="417576"/>
                  </a:cubicBezTo>
                  <a:close/>
                  <a:moveTo>
                    <a:pt x="437387" y="387096"/>
                  </a:moveTo>
                  <a:cubicBezTo>
                    <a:pt x="446532" y="382524"/>
                    <a:pt x="449580" y="373380"/>
                    <a:pt x="446532" y="364236"/>
                  </a:cubicBezTo>
                  <a:cubicBezTo>
                    <a:pt x="446532" y="362712"/>
                    <a:pt x="445007" y="361188"/>
                    <a:pt x="445007" y="361188"/>
                  </a:cubicBezTo>
                  <a:lnTo>
                    <a:pt x="402335" y="316992"/>
                  </a:lnTo>
                  <a:lnTo>
                    <a:pt x="423672" y="300228"/>
                  </a:lnTo>
                  <a:lnTo>
                    <a:pt x="472440" y="348996"/>
                  </a:lnTo>
                  <a:lnTo>
                    <a:pt x="477012" y="352044"/>
                  </a:lnTo>
                  <a:cubicBezTo>
                    <a:pt x="484632" y="358140"/>
                    <a:pt x="486155" y="361188"/>
                    <a:pt x="492252" y="361188"/>
                  </a:cubicBezTo>
                  <a:cubicBezTo>
                    <a:pt x="495300" y="361188"/>
                    <a:pt x="498347" y="361188"/>
                    <a:pt x="501395" y="359664"/>
                  </a:cubicBezTo>
                  <a:cubicBezTo>
                    <a:pt x="507492" y="356616"/>
                    <a:pt x="512064" y="350520"/>
                    <a:pt x="512064" y="342900"/>
                  </a:cubicBezTo>
                  <a:cubicBezTo>
                    <a:pt x="512064" y="338328"/>
                    <a:pt x="510540" y="335280"/>
                    <a:pt x="507492" y="330708"/>
                  </a:cubicBezTo>
                  <a:lnTo>
                    <a:pt x="457200" y="277368"/>
                  </a:lnTo>
                  <a:lnTo>
                    <a:pt x="478535" y="262128"/>
                  </a:lnTo>
                  <a:lnTo>
                    <a:pt x="528827" y="313944"/>
                  </a:lnTo>
                  <a:lnTo>
                    <a:pt x="530352" y="315468"/>
                  </a:lnTo>
                  <a:cubicBezTo>
                    <a:pt x="537972" y="323088"/>
                    <a:pt x="541020" y="326136"/>
                    <a:pt x="547115" y="326136"/>
                  </a:cubicBezTo>
                  <a:cubicBezTo>
                    <a:pt x="550164" y="326136"/>
                    <a:pt x="553212" y="326136"/>
                    <a:pt x="556260" y="324612"/>
                  </a:cubicBezTo>
                  <a:cubicBezTo>
                    <a:pt x="565404" y="320040"/>
                    <a:pt x="569975" y="309372"/>
                    <a:pt x="563880" y="298704"/>
                  </a:cubicBezTo>
                  <a:lnTo>
                    <a:pt x="518160" y="248412"/>
                  </a:lnTo>
                  <a:cubicBezTo>
                    <a:pt x="489204" y="219456"/>
                    <a:pt x="417575" y="146304"/>
                    <a:pt x="356615" y="103632"/>
                  </a:cubicBezTo>
                  <a:lnTo>
                    <a:pt x="254507" y="155448"/>
                  </a:lnTo>
                  <a:cubicBezTo>
                    <a:pt x="248412" y="158496"/>
                    <a:pt x="242315" y="160020"/>
                    <a:pt x="233172" y="160020"/>
                  </a:cubicBezTo>
                  <a:cubicBezTo>
                    <a:pt x="219455" y="160020"/>
                    <a:pt x="205740" y="152400"/>
                    <a:pt x="198120" y="141732"/>
                  </a:cubicBezTo>
                  <a:cubicBezTo>
                    <a:pt x="190500" y="131064"/>
                    <a:pt x="187452" y="117348"/>
                    <a:pt x="192024" y="105156"/>
                  </a:cubicBezTo>
                  <a:cubicBezTo>
                    <a:pt x="195072" y="92964"/>
                    <a:pt x="204215" y="82296"/>
                    <a:pt x="214884" y="76200"/>
                  </a:cubicBezTo>
                  <a:lnTo>
                    <a:pt x="225552" y="71628"/>
                  </a:lnTo>
                  <a:lnTo>
                    <a:pt x="175260" y="76200"/>
                  </a:lnTo>
                  <a:lnTo>
                    <a:pt x="88392" y="166116"/>
                  </a:lnTo>
                  <a:lnTo>
                    <a:pt x="140207" y="225552"/>
                  </a:lnTo>
                  <a:cubicBezTo>
                    <a:pt x="140207" y="225552"/>
                    <a:pt x="205740" y="172212"/>
                    <a:pt x="205740" y="172212"/>
                  </a:cubicBezTo>
                  <a:cubicBezTo>
                    <a:pt x="213360" y="166116"/>
                    <a:pt x="224027" y="161544"/>
                    <a:pt x="233172" y="161544"/>
                  </a:cubicBezTo>
                  <a:cubicBezTo>
                    <a:pt x="246887" y="161544"/>
                    <a:pt x="259080" y="167640"/>
                    <a:pt x="266700" y="176784"/>
                  </a:cubicBezTo>
                  <a:cubicBezTo>
                    <a:pt x="272795" y="182880"/>
                    <a:pt x="275844" y="192024"/>
                    <a:pt x="275844" y="201168"/>
                  </a:cubicBezTo>
                  <a:cubicBezTo>
                    <a:pt x="278892" y="199644"/>
                    <a:pt x="283464" y="199644"/>
                    <a:pt x="286512" y="199644"/>
                  </a:cubicBezTo>
                  <a:cubicBezTo>
                    <a:pt x="300227" y="199644"/>
                    <a:pt x="312420" y="205740"/>
                    <a:pt x="320040" y="214884"/>
                  </a:cubicBezTo>
                  <a:cubicBezTo>
                    <a:pt x="332232" y="228600"/>
                    <a:pt x="333755" y="249936"/>
                    <a:pt x="323087" y="265176"/>
                  </a:cubicBezTo>
                  <a:cubicBezTo>
                    <a:pt x="330707" y="268224"/>
                    <a:pt x="338327" y="272796"/>
                    <a:pt x="342900" y="278892"/>
                  </a:cubicBezTo>
                  <a:cubicBezTo>
                    <a:pt x="356615" y="295656"/>
                    <a:pt x="356615" y="318516"/>
                    <a:pt x="342900" y="333756"/>
                  </a:cubicBezTo>
                  <a:cubicBezTo>
                    <a:pt x="348995" y="336804"/>
                    <a:pt x="355092" y="339852"/>
                    <a:pt x="359664" y="345948"/>
                  </a:cubicBezTo>
                  <a:lnTo>
                    <a:pt x="368807" y="339852"/>
                  </a:lnTo>
                  <a:lnTo>
                    <a:pt x="408432" y="376428"/>
                  </a:lnTo>
                  <a:cubicBezTo>
                    <a:pt x="411480" y="377952"/>
                    <a:pt x="413004" y="381000"/>
                    <a:pt x="416052" y="382524"/>
                  </a:cubicBezTo>
                  <a:cubicBezTo>
                    <a:pt x="422147" y="387096"/>
                    <a:pt x="423672" y="388620"/>
                    <a:pt x="428244" y="388620"/>
                  </a:cubicBezTo>
                  <a:cubicBezTo>
                    <a:pt x="431292" y="388620"/>
                    <a:pt x="434340" y="388620"/>
                    <a:pt x="437387" y="387096"/>
                  </a:cubicBezTo>
                  <a:close/>
                  <a:moveTo>
                    <a:pt x="62484" y="155448"/>
                  </a:moveTo>
                  <a:lnTo>
                    <a:pt x="153924" y="60960"/>
                  </a:lnTo>
                  <a:lnTo>
                    <a:pt x="92964" y="0"/>
                  </a:lnTo>
                  <a:lnTo>
                    <a:pt x="0" y="92964"/>
                  </a:lnTo>
                  <a:lnTo>
                    <a:pt x="62484" y="155448"/>
                  </a:lnTo>
                  <a:close/>
                </a:path>
              </a:pathLst>
            </a:custGeom>
            <a:solidFill>
              <a:schemeClr val="bg1"/>
            </a:solidFill>
            <a:ln w="152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66" name="子陵职场PPT2-25"/>
            <p:cNvSpPr/>
            <p:nvPr>
              <p:custDataLst>
                <p:tags r:id="rId23"/>
              </p:custDataLst>
            </p:nvPr>
          </p:nvSpPr>
          <p:spPr>
            <a:xfrm>
              <a:off x="3712387" y="4740023"/>
              <a:ext cx="296473" cy="427473"/>
            </a:xfrm>
            <a:custGeom>
              <a:avLst/>
              <a:gdLst>
                <a:gd name="connsiteX0" fmla="*/ 179832 w 393191"/>
                <a:gd name="connsiteY0" fmla="*/ 278892 h 566927"/>
                <a:gd name="connsiteX1" fmla="*/ 213360 w 393191"/>
                <a:gd name="connsiteY1" fmla="*/ 278892 h 566927"/>
                <a:gd name="connsiteX2" fmla="*/ 213360 w 393191"/>
                <a:gd name="connsiteY2" fmla="*/ 449580 h 566927"/>
                <a:gd name="connsiteX3" fmla="*/ 179832 w 393191"/>
                <a:gd name="connsiteY3" fmla="*/ 449580 h 566927"/>
                <a:gd name="connsiteX4" fmla="*/ 179832 w 393191"/>
                <a:gd name="connsiteY4" fmla="*/ 278892 h 566927"/>
                <a:gd name="connsiteX5" fmla="*/ 196596 w 393191"/>
                <a:gd name="connsiteY5" fmla="*/ 0 h 566927"/>
                <a:gd name="connsiteX6" fmla="*/ 0 w 393191"/>
                <a:gd name="connsiteY6" fmla="*/ 198120 h 566927"/>
                <a:gd name="connsiteX7" fmla="*/ 39624 w 393191"/>
                <a:gd name="connsiteY7" fmla="*/ 316992 h 566927"/>
                <a:gd name="connsiteX8" fmla="*/ 85344 w 393191"/>
                <a:gd name="connsiteY8" fmla="*/ 408432 h 566927"/>
                <a:gd name="connsiteX9" fmla="*/ 124968 w 393191"/>
                <a:gd name="connsiteY9" fmla="*/ 448056 h 566927"/>
                <a:gd name="connsiteX10" fmla="*/ 147828 w 393191"/>
                <a:gd name="connsiteY10" fmla="*/ 448056 h 566927"/>
                <a:gd name="connsiteX11" fmla="*/ 147828 w 393191"/>
                <a:gd name="connsiteY11" fmla="*/ 277368 h 566927"/>
                <a:gd name="connsiteX12" fmla="*/ 120396 w 393191"/>
                <a:gd name="connsiteY12" fmla="*/ 277368 h 566927"/>
                <a:gd name="connsiteX13" fmla="*/ 62484 w 393191"/>
                <a:gd name="connsiteY13" fmla="*/ 219456 h 566927"/>
                <a:gd name="connsiteX14" fmla="*/ 120396 w 393191"/>
                <a:gd name="connsiteY14" fmla="*/ 161544 h 566927"/>
                <a:gd name="connsiteX15" fmla="*/ 178308 w 393191"/>
                <a:gd name="connsiteY15" fmla="*/ 219456 h 566927"/>
                <a:gd name="connsiteX16" fmla="*/ 170688 w 393191"/>
                <a:gd name="connsiteY16" fmla="*/ 246888 h 566927"/>
                <a:gd name="connsiteX17" fmla="*/ 224028 w 393191"/>
                <a:gd name="connsiteY17" fmla="*/ 246888 h 566927"/>
                <a:gd name="connsiteX18" fmla="*/ 216408 w 393191"/>
                <a:gd name="connsiteY18" fmla="*/ 219456 h 566927"/>
                <a:gd name="connsiteX19" fmla="*/ 274320 w 393191"/>
                <a:gd name="connsiteY19" fmla="*/ 161544 h 566927"/>
                <a:gd name="connsiteX20" fmla="*/ 332232 w 393191"/>
                <a:gd name="connsiteY20" fmla="*/ 219456 h 566927"/>
                <a:gd name="connsiteX21" fmla="*/ 274320 w 393191"/>
                <a:gd name="connsiteY21" fmla="*/ 277368 h 566927"/>
                <a:gd name="connsiteX22" fmla="*/ 245364 w 393191"/>
                <a:gd name="connsiteY22" fmla="*/ 277368 h 566927"/>
                <a:gd name="connsiteX23" fmla="*/ 245364 w 393191"/>
                <a:gd name="connsiteY23" fmla="*/ 448056 h 566927"/>
                <a:gd name="connsiteX24" fmla="*/ 268224 w 393191"/>
                <a:gd name="connsiteY24" fmla="*/ 448056 h 566927"/>
                <a:gd name="connsiteX25" fmla="*/ 307848 w 393191"/>
                <a:gd name="connsiteY25" fmla="*/ 408432 h 566927"/>
                <a:gd name="connsiteX26" fmla="*/ 353568 w 393191"/>
                <a:gd name="connsiteY26" fmla="*/ 316992 h 566927"/>
                <a:gd name="connsiteX27" fmla="*/ 393192 w 393191"/>
                <a:gd name="connsiteY27" fmla="*/ 198120 h 566927"/>
                <a:gd name="connsiteX28" fmla="*/ 196596 w 393191"/>
                <a:gd name="connsiteY28" fmla="*/ 0 h 566927"/>
                <a:gd name="connsiteX29" fmla="*/ 92964 w 393191"/>
                <a:gd name="connsiteY29" fmla="*/ 220980 h 566927"/>
                <a:gd name="connsiteX30" fmla="*/ 120396 w 393191"/>
                <a:gd name="connsiteY30" fmla="*/ 248412 h 566927"/>
                <a:gd name="connsiteX31" fmla="*/ 147828 w 393191"/>
                <a:gd name="connsiteY31" fmla="*/ 220980 h 566927"/>
                <a:gd name="connsiteX32" fmla="*/ 120396 w 393191"/>
                <a:gd name="connsiteY32" fmla="*/ 193548 h 566927"/>
                <a:gd name="connsiteX33" fmla="*/ 92964 w 393191"/>
                <a:gd name="connsiteY33" fmla="*/ 220980 h 566927"/>
                <a:gd name="connsiteX34" fmla="*/ 300228 w 393191"/>
                <a:gd name="connsiteY34" fmla="*/ 220980 h 566927"/>
                <a:gd name="connsiteX35" fmla="*/ 272796 w 393191"/>
                <a:gd name="connsiteY35" fmla="*/ 193548 h 566927"/>
                <a:gd name="connsiteX36" fmla="*/ 245364 w 393191"/>
                <a:gd name="connsiteY36" fmla="*/ 220980 h 566927"/>
                <a:gd name="connsiteX37" fmla="*/ 272796 w 393191"/>
                <a:gd name="connsiteY37" fmla="*/ 248412 h 566927"/>
                <a:gd name="connsiteX38" fmla="*/ 300228 w 393191"/>
                <a:gd name="connsiteY38" fmla="*/ 220980 h 566927"/>
                <a:gd name="connsiteX39" fmla="*/ 289560 w 393191"/>
                <a:gd name="connsiteY39" fmla="*/ 495300 h 566927"/>
                <a:gd name="connsiteX40" fmla="*/ 274320 w 393191"/>
                <a:gd name="connsiteY40" fmla="*/ 480060 h 566927"/>
                <a:gd name="connsiteX41" fmla="*/ 120396 w 393191"/>
                <a:gd name="connsiteY41" fmla="*/ 480060 h 566927"/>
                <a:gd name="connsiteX42" fmla="*/ 105156 w 393191"/>
                <a:gd name="connsiteY42" fmla="*/ 495300 h 566927"/>
                <a:gd name="connsiteX43" fmla="*/ 120396 w 393191"/>
                <a:gd name="connsiteY43" fmla="*/ 510540 h 566927"/>
                <a:gd name="connsiteX44" fmla="*/ 274320 w 393191"/>
                <a:gd name="connsiteY44" fmla="*/ 510540 h 566927"/>
                <a:gd name="connsiteX45" fmla="*/ 289560 w 393191"/>
                <a:gd name="connsiteY45" fmla="*/ 495300 h 566927"/>
                <a:gd name="connsiteX46" fmla="*/ 269748 w 393191"/>
                <a:gd name="connsiteY46" fmla="*/ 551688 h 566927"/>
                <a:gd name="connsiteX47" fmla="*/ 254508 w 393191"/>
                <a:gd name="connsiteY47" fmla="*/ 536448 h 566927"/>
                <a:gd name="connsiteX48" fmla="*/ 138684 w 393191"/>
                <a:gd name="connsiteY48" fmla="*/ 536448 h 566927"/>
                <a:gd name="connsiteX49" fmla="*/ 123444 w 393191"/>
                <a:gd name="connsiteY49" fmla="*/ 551688 h 566927"/>
                <a:gd name="connsiteX50" fmla="*/ 138684 w 393191"/>
                <a:gd name="connsiteY50" fmla="*/ 566928 h 566927"/>
                <a:gd name="connsiteX51" fmla="*/ 254508 w 393191"/>
                <a:gd name="connsiteY51" fmla="*/ 566928 h 566927"/>
                <a:gd name="connsiteX52" fmla="*/ 269748 w 393191"/>
                <a:gd name="connsiteY52" fmla="*/ 551688 h 566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393191" h="566927">
                  <a:moveTo>
                    <a:pt x="179832" y="278892"/>
                  </a:moveTo>
                  <a:lnTo>
                    <a:pt x="213360" y="278892"/>
                  </a:lnTo>
                  <a:lnTo>
                    <a:pt x="213360" y="449580"/>
                  </a:lnTo>
                  <a:lnTo>
                    <a:pt x="179832" y="449580"/>
                  </a:lnTo>
                  <a:lnTo>
                    <a:pt x="179832" y="278892"/>
                  </a:lnTo>
                  <a:close/>
                  <a:moveTo>
                    <a:pt x="196596" y="0"/>
                  </a:moveTo>
                  <a:cubicBezTo>
                    <a:pt x="88392" y="1524"/>
                    <a:pt x="0" y="89916"/>
                    <a:pt x="0" y="198120"/>
                  </a:cubicBezTo>
                  <a:cubicBezTo>
                    <a:pt x="0" y="242316"/>
                    <a:pt x="15240" y="284988"/>
                    <a:pt x="39624" y="316992"/>
                  </a:cubicBezTo>
                  <a:cubicBezTo>
                    <a:pt x="74676" y="364236"/>
                    <a:pt x="85344" y="384048"/>
                    <a:pt x="85344" y="408432"/>
                  </a:cubicBezTo>
                  <a:cubicBezTo>
                    <a:pt x="85344" y="429768"/>
                    <a:pt x="103632" y="448056"/>
                    <a:pt x="124968" y="448056"/>
                  </a:cubicBezTo>
                  <a:lnTo>
                    <a:pt x="147828" y="448056"/>
                  </a:lnTo>
                  <a:lnTo>
                    <a:pt x="147828" y="277368"/>
                  </a:lnTo>
                  <a:lnTo>
                    <a:pt x="120396" y="277368"/>
                  </a:lnTo>
                  <a:cubicBezTo>
                    <a:pt x="88392" y="277368"/>
                    <a:pt x="62484" y="251460"/>
                    <a:pt x="62484" y="219456"/>
                  </a:cubicBezTo>
                  <a:cubicBezTo>
                    <a:pt x="62484" y="187452"/>
                    <a:pt x="88392" y="161544"/>
                    <a:pt x="120396" y="161544"/>
                  </a:cubicBezTo>
                  <a:cubicBezTo>
                    <a:pt x="152400" y="161544"/>
                    <a:pt x="178308" y="187452"/>
                    <a:pt x="178308" y="219456"/>
                  </a:cubicBezTo>
                  <a:cubicBezTo>
                    <a:pt x="178308" y="228600"/>
                    <a:pt x="175260" y="237744"/>
                    <a:pt x="170688" y="246888"/>
                  </a:cubicBezTo>
                  <a:lnTo>
                    <a:pt x="224028" y="246888"/>
                  </a:lnTo>
                  <a:cubicBezTo>
                    <a:pt x="219456" y="239268"/>
                    <a:pt x="216408" y="230124"/>
                    <a:pt x="216408" y="219456"/>
                  </a:cubicBezTo>
                  <a:cubicBezTo>
                    <a:pt x="216408" y="187452"/>
                    <a:pt x="242316" y="161544"/>
                    <a:pt x="274320" y="161544"/>
                  </a:cubicBezTo>
                  <a:cubicBezTo>
                    <a:pt x="306324" y="161544"/>
                    <a:pt x="332232" y="187452"/>
                    <a:pt x="332232" y="219456"/>
                  </a:cubicBezTo>
                  <a:cubicBezTo>
                    <a:pt x="332232" y="251460"/>
                    <a:pt x="306324" y="277368"/>
                    <a:pt x="274320" y="277368"/>
                  </a:cubicBezTo>
                  <a:lnTo>
                    <a:pt x="245364" y="277368"/>
                  </a:lnTo>
                  <a:lnTo>
                    <a:pt x="245364" y="448056"/>
                  </a:lnTo>
                  <a:lnTo>
                    <a:pt x="268224" y="448056"/>
                  </a:lnTo>
                  <a:cubicBezTo>
                    <a:pt x="289560" y="448056"/>
                    <a:pt x="307848" y="429768"/>
                    <a:pt x="307848" y="408432"/>
                  </a:cubicBezTo>
                  <a:cubicBezTo>
                    <a:pt x="307848" y="384048"/>
                    <a:pt x="318516" y="364236"/>
                    <a:pt x="353568" y="316992"/>
                  </a:cubicBezTo>
                  <a:cubicBezTo>
                    <a:pt x="377952" y="283464"/>
                    <a:pt x="393192" y="242316"/>
                    <a:pt x="393192" y="198120"/>
                  </a:cubicBezTo>
                  <a:cubicBezTo>
                    <a:pt x="393192" y="89916"/>
                    <a:pt x="306324" y="1524"/>
                    <a:pt x="196596" y="0"/>
                  </a:cubicBezTo>
                  <a:close/>
                  <a:moveTo>
                    <a:pt x="92964" y="220980"/>
                  </a:moveTo>
                  <a:cubicBezTo>
                    <a:pt x="92964" y="236220"/>
                    <a:pt x="105156" y="248412"/>
                    <a:pt x="120396" y="248412"/>
                  </a:cubicBezTo>
                  <a:cubicBezTo>
                    <a:pt x="135636" y="248412"/>
                    <a:pt x="147828" y="236220"/>
                    <a:pt x="147828" y="220980"/>
                  </a:cubicBezTo>
                  <a:cubicBezTo>
                    <a:pt x="147828" y="205740"/>
                    <a:pt x="135636" y="193548"/>
                    <a:pt x="120396" y="193548"/>
                  </a:cubicBezTo>
                  <a:cubicBezTo>
                    <a:pt x="105156" y="195072"/>
                    <a:pt x="92964" y="205740"/>
                    <a:pt x="92964" y="220980"/>
                  </a:cubicBezTo>
                  <a:close/>
                  <a:moveTo>
                    <a:pt x="300228" y="220980"/>
                  </a:moveTo>
                  <a:cubicBezTo>
                    <a:pt x="300228" y="205740"/>
                    <a:pt x="288036" y="193548"/>
                    <a:pt x="272796" y="193548"/>
                  </a:cubicBezTo>
                  <a:cubicBezTo>
                    <a:pt x="257556" y="193548"/>
                    <a:pt x="245364" y="205740"/>
                    <a:pt x="245364" y="220980"/>
                  </a:cubicBezTo>
                  <a:cubicBezTo>
                    <a:pt x="245364" y="236220"/>
                    <a:pt x="257556" y="248412"/>
                    <a:pt x="272796" y="248412"/>
                  </a:cubicBezTo>
                  <a:cubicBezTo>
                    <a:pt x="288036" y="248412"/>
                    <a:pt x="300228" y="236220"/>
                    <a:pt x="300228" y="220980"/>
                  </a:cubicBezTo>
                  <a:close/>
                  <a:moveTo>
                    <a:pt x="289560" y="495300"/>
                  </a:moveTo>
                  <a:cubicBezTo>
                    <a:pt x="289560" y="486156"/>
                    <a:pt x="281940" y="480060"/>
                    <a:pt x="274320" y="480060"/>
                  </a:cubicBezTo>
                  <a:lnTo>
                    <a:pt x="120396" y="480060"/>
                  </a:lnTo>
                  <a:cubicBezTo>
                    <a:pt x="111252" y="480060"/>
                    <a:pt x="105156" y="487680"/>
                    <a:pt x="105156" y="495300"/>
                  </a:cubicBezTo>
                  <a:cubicBezTo>
                    <a:pt x="105156" y="502920"/>
                    <a:pt x="112776" y="510540"/>
                    <a:pt x="120396" y="510540"/>
                  </a:cubicBezTo>
                  <a:lnTo>
                    <a:pt x="274320" y="510540"/>
                  </a:lnTo>
                  <a:cubicBezTo>
                    <a:pt x="281940" y="512064"/>
                    <a:pt x="289560" y="504444"/>
                    <a:pt x="289560" y="495300"/>
                  </a:cubicBezTo>
                  <a:close/>
                  <a:moveTo>
                    <a:pt x="269748" y="551688"/>
                  </a:moveTo>
                  <a:cubicBezTo>
                    <a:pt x="269748" y="542544"/>
                    <a:pt x="262128" y="536448"/>
                    <a:pt x="254508" y="536448"/>
                  </a:cubicBezTo>
                  <a:lnTo>
                    <a:pt x="138684" y="536448"/>
                  </a:lnTo>
                  <a:cubicBezTo>
                    <a:pt x="129540" y="536448"/>
                    <a:pt x="123444" y="544068"/>
                    <a:pt x="123444" y="551688"/>
                  </a:cubicBezTo>
                  <a:cubicBezTo>
                    <a:pt x="123444" y="559308"/>
                    <a:pt x="131064" y="566928"/>
                    <a:pt x="138684" y="566928"/>
                  </a:cubicBezTo>
                  <a:lnTo>
                    <a:pt x="254508" y="566928"/>
                  </a:lnTo>
                  <a:cubicBezTo>
                    <a:pt x="263652" y="566928"/>
                    <a:pt x="269748" y="560832"/>
                    <a:pt x="269748" y="551688"/>
                  </a:cubicBezTo>
                  <a:close/>
                </a:path>
              </a:pathLst>
            </a:custGeom>
            <a:solidFill>
              <a:schemeClr val="bg1"/>
            </a:solidFill>
            <a:ln w="152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cxnSp>
        <p:nvCxnSpPr>
          <p:cNvPr id="3" name="子陵职场PPT3"/>
          <p:cNvCxnSpPr/>
          <p:nvPr/>
        </p:nvCxnSpPr>
        <p:spPr>
          <a:xfrm>
            <a:off x="1288415" y="2884170"/>
            <a:ext cx="3810000" cy="2735580"/>
          </a:xfrm>
          <a:prstGeom prst="line">
            <a:avLst/>
          </a:prstGeom>
          <a:ln w="25400">
            <a:gradFill>
              <a:gsLst>
                <a:gs pos="0">
                  <a:schemeClr val="accent1">
                    <a:alpha val="0"/>
                  </a:schemeClr>
                </a:gs>
                <a:gs pos="41000">
                  <a:schemeClr val="accent1"/>
                </a:gs>
                <a:gs pos="64000">
                  <a:schemeClr val="bg1"/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子陵职场PPT4"/>
          <p:cNvCxnSpPr/>
          <p:nvPr/>
        </p:nvCxnSpPr>
        <p:spPr>
          <a:xfrm>
            <a:off x="4481195" y="1482090"/>
            <a:ext cx="1228725" cy="3685540"/>
          </a:xfrm>
          <a:prstGeom prst="line">
            <a:avLst/>
          </a:prstGeom>
          <a:ln w="25400">
            <a:gradFill>
              <a:gsLst>
                <a:gs pos="0">
                  <a:schemeClr val="accent5">
                    <a:alpha val="0"/>
                  </a:schemeClr>
                </a:gs>
                <a:gs pos="38000">
                  <a:schemeClr val="accent5"/>
                </a:gs>
                <a:gs pos="58000">
                  <a:schemeClr val="bg1"/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子陵职场PPT5"/>
          <p:cNvCxnSpPr/>
          <p:nvPr/>
        </p:nvCxnSpPr>
        <p:spPr>
          <a:xfrm flipH="1">
            <a:off x="6482080" y="1306830"/>
            <a:ext cx="1275080" cy="3860800"/>
          </a:xfrm>
          <a:prstGeom prst="line">
            <a:avLst/>
          </a:prstGeom>
          <a:ln w="25400">
            <a:gradFill>
              <a:gsLst>
                <a:gs pos="0">
                  <a:schemeClr val="accent5">
                    <a:alpha val="0"/>
                  </a:schemeClr>
                </a:gs>
                <a:gs pos="38000">
                  <a:schemeClr val="accent5"/>
                </a:gs>
                <a:gs pos="58000">
                  <a:schemeClr val="bg1"/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子陵职场PPT6"/>
          <p:cNvCxnSpPr/>
          <p:nvPr/>
        </p:nvCxnSpPr>
        <p:spPr>
          <a:xfrm flipH="1">
            <a:off x="7106285" y="2984500"/>
            <a:ext cx="3704590" cy="2617470"/>
          </a:xfrm>
          <a:prstGeom prst="line">
            <a:avLst/>
          </a:prstGeom>
          <a:ln w="25400">
            <a:gradFill>
              <a:gsLst>
                <a:gs pos="0">
                  <a:schemeClr val="accent1">
                    <a:alpha val="0"/>
                  </a:schemeClr>
                </a:gs>
                <a:gs pos="41000">
                  <a:schemeClr val="accent1"/>
                </a:gs>
                <a:gs pos="59000">
                  <a:schemeClr val="bg1"/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子陵职场PPT7"/>
          <p:cNvSpPr txBox="1"/>
          <p:nvPr/>
        </p:nvSpPr>
        <p:spPr>
          <a:xfrm>
            <a:off x="5137150" y="5585460"/>
            <a:ext cx="1905000" cy="838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0000"/>
              </a:lnSpc>
              <a:buClrTx/>
              <a:buSzTx/>
              <a:buFontTx/>
            </a:pPr>
            <a:r>
              <a:rPr lang="en-US" altLang="zh-CN" sz="5400" b="1">
                <a:solidFill>
                  <a:schemeClr val="accent5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2026</a:t>
            </a:r>
            <a:endParaRPr lang="en-US" altLang="zh-CN" sz="5400" b="1">
              <a:solidFill>
                <a:schemeClr val="accent5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7" name="子陵职场PPT8"/>
          <p:cNvSpPr txBox="1"/>
          <p:nvPr/>
        </p:nvSpPr>
        <p:spPr>
          <a:xfrm>
            <a:off x="232410" y="3967480"/>
            <a:ext cx="2350135" cy="423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lnSpc>
                <a:spcPct val="90000"/>
              </a:lnSpc>
              <a:buClrTx/>
              <a:buSzTx/>
              <a:buFontTx/>
            </a:pPr>
            <a:r>
              <a:rPr lang="zh-CN" altLang="en-US" sz="2400" b="1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人才招聘与配置</a:t>
            </a:r>
            <a:endParaRPr lang="zh-CN" altLang="en-US" sz="2400" b="1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5" name="子陵职场PPT9"/>
          <p:cNvSpPr txBox="1"/>
          <p:nvPr>
            <p:custDataLst>
              <p:tags r:id="rId24"/>
            </p:custDataLst>
          </p:nvPr>
        </p:nvSpPr>
        <p:spPr>
          <a:xfrm>
            <a:off x="313055" y="5014595"/>
            <a:ext cx="2269490" cy="9296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单次招聘成本降低了</a:t>
            </a:r>
            <a:r>
              <a:rPr lang="zh-CN" altLang="en-US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20%</a:t>
            </a:r>
            <a:r>
              <a:rPr lang="zh-CN" altLang="en-US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，通过内部推荐成功入职</a:t>
            </a:r>
            <a:r>
              <a:rPr lang="zh-CN" altLang="en-US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zh-CN" altLang="en-US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人，提升了团队稳定性。</a:t>
            </a:r>
            <a:endParaRPr lang="zh-CN" altLang="en-US" sz="12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6" name="子陵职场PPT10"/>
          <p:cNvSpPr txBox="1"/>
          <p:nvPr>
            <p:custDataLst>
              <p:tags r:id="rId25"/>
            </p:custDataLst>
          </p:nvPr>
        </p:nvSpPr>
        <p:spPr>
          <a:xfrm>
            <a:off x="440690" y="4391660"/>
            <a:ext cx="2391410" cy="6076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lnSpc>
                <a:spcPct val="120000"/>
              </a:lnSpc>
              <a:buClrTx/>
              <a:buSzTx/>
              <a:buFontTx/>
            </a:pPr>
            <a:r>
              <a:rPr lang="zh-CN" altLang="en-US" sz="1400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优化招聘渠道与流程，高效支撑业务扩张</a:t>
            </a:r>
            <a:endParaRPr lang="zh-CN" altLang="en-US" sz="1400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7" name="子陵职场PPT11"/>
          <p:cNvSpPr/>
          <p:nvPr>
            <p:custDataLst>
              <p:tags r:id="rId26"/>
            </p:custDataLst>
          </p:nvPr>
        </p:nvSpPr>
        <p:spPr>
          <a:xfrm>
            <a:off x="337185" y="4497705"/>
            <a:ext cx="129540" cy="1295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kumimoji="1"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9" name="子陵职场PPT12"/>
          <p:cNvGrpSpPr/>
          <p:nvPr/>
        </p:nvGrpSpPr>
        <p:grpSpPr>
          <a:xfrm>
            <a:off x="1654175" y="1544955"/>
            <a:ext cx="2612390" cy="1624330"/>
            <a:chOff x="383" y="6184"/>
            <a:chExt cx="4114" cy="2558"/>
          </a:xfrm>
        </p:grpSpPr>
        <p:sp>
          <p:nvSpPr>
            <p:cNvPr id="11" name="子陵职场PPT12-1"/>
            <p:cNvSpPr txBox="1"/>
            <p:nvPr/>
          </p:nvSpPr>
          <p:spPr>
            <a:xfrm>
              <a:off x="383" y="6184"/>
              <a:ext cx="3748" cy="6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l">
                <a:lnSpc>
                  <a:spcPct val="90000"/>
                </a:lnSpc>
                <a:buClrTx/>
                <a:buSzTx/>
                <a:buFontTx/>
              </a:pPr>
              <a:r>
                <a:rPr lang="zh-CN" altLang="en-US" sz="2400" b="1" noProof="0" dirty="0">
                  <a:ln>
                    <a:noFill/>
                  </a:ln>
                  <a:solidFill>
                    <a:schemeClr val="accent1">
                      <a:lumMod val="60000"/>
                      <a:lumOff val="40000"/>
                    </a:scheme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培训与发展体系</a:t>
              </a:r>
              <a:endParaRPr lang="zh-CN" altLang="en-US" sz="2400" b="1" noProof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2" name="子陵职场PPT12-2"/>
            <p:cNvSpPr txBox="1"/>
            <p:nvPr>
              <p:custDataLst>
                <p:tags r:id="rId27"/>
              </p:custDataLst>
            </p:nvPr>
          </p:nvSpPr>
          <p:spPr>
            <a:xfrm>
              <a:off x="531" y="7843"/>
              <a:ext cx="3966" cy="89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zh-CN" altLang="en-US" sz="12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新员工试用期留存率提升至</a:t>
              </a:r>
              <a:r>
                <a:rPr lang="en-US" altLang="zh-CN" sz="12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85%</a:t>
              </a:r>
              <a:r>
                <a:rPr lang="zh-CN" altLang="en-US" sz="12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以上，显著降低了重复招聘成本。</a:t>
              </a:r>
              <a:endParaRPr lang="zh-CN" altLang="en-US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4" name="子陵职场PPT12-3"/>
            <p:cNvSpPr txBox="1"/>
            <p:nvPr>
              <p:custDataLst>
                <p:tags r:id="rId28"/>
              </p:custDataLst>
            </p:nvPr>
          </p:nvSpPr>
          <p:spPr>
            <a:xfrm>
              <a:off x="694" y="6862"/>
              <a:ext cx="3501" cy="9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0" algn="l" fontAlgn="auto">
                <a:lnSpc>
                  <a:spcPct val="120000"/>
                </a:lnSpc>
                <a:buClrTx/>
                <a:buSzTx/>
                <a:buFontTx/>
              </a:pPr>
              <a:r>
                <a:rPr lang="zh-CN" altLang="en-US" sz="14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构建新员工“90天融入计划”与管理层领导力项目</a:t>
              </a:r>
              <a:endParaRPr lang="zh-CN" altLang="en-US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5" name="子陵职场PPT12-4"/>
            <p:cNvSpPr/>
            <p:nvPr>
              <p:custDataLst>
                <p:tags r:id="rId29"/>
              </p:custDataLst>
            </p:nvPr>
          </p:nvSpPr>
          <p:spPr>
            <a:xfrm>
              <a:off x="531" y="7029"/>
              <a:ext cx="204" cy="204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kumimoji="1"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sp>
        <p:nvSpPr>
          <p:cNvPr id="18" name="子陵职场PPT13"/>
          <p:cNvSpPr txBox="1"/>
          <p:nvPr/>
        </p:nvSpPr>
        <p:spPr>
          <a:xfrm>
            <a:off x="4892040" y="1080770"/>
            <a:ext cx="2367280" cy="423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0000"/>
              </a:lnSpc>
              <a:buClrTx/>
              <a:buSzTx/>
              <a:buFontTx/>
            </a:pPr>
            <a:r>
              <a:rPr lang="zh-CN" altLang="en-US" sz="2400" b="1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绩效与薪酬管理</a:t>
            </a:r>
            <a:endParaRPr lang="zh-CN" altLang="en-US" sz="2400" b="1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0" name="子陵职场PPT14"/>
          <p:cNvSpPr txBox="1"/>
          <p:nvPr>
            <p:custDataLst>
              <p:tags r:id="rId30"/>
            </p:custDataLst>
          </p:nvPr>
        </p:nvSpPr>
        <p:spPr>
          <a:xfrm>
            <a:off x="5013325" y="2112010"/>
            <a:ext cx="2269490" cy="8102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年度薪酬调研显示，员工对薪酬公平性的满意度从</a:t>
            </a:r>
            <a:r>
              <a:rPr lang="en-US" altLang="zh-CN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60%</a:t>
            </a:r>
            <a:r>
              <a:rPr lang="zh-CN" altLang="en-US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提升至</a:t>
            </a:r>
            <a:r>
              <a:rPr lang="en-US" altLang="zh-CN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88%</a:t>
            </a:r>
            <a:r>
              <a:rPr lang="zh-CN" altLang="en-US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，提升</a:t>
            </a:r>
            <a:r>
              <a:rPr lang="en-US" altLang="zh-CN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+28%</a:t>
            </a:r>
            <a:r>
              <a:rPr lang="zh-CN" altLang="en-US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altLang="en-US" sz="12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1" name="子陵职场PPT15"/>
          <p:cNvSpPr txBox="1"/>
          <p:nvPr>
            <p:custDataLst>
              <p:tags r:id="rId31"/>
            </p:custDataLst>
          </p:nvPr>
        </p:nvSpPr>
        <p:spPr>
          <a:xfrm>
            <a:off x="5116830" y="1504315"/>
            <a:ext cx="2141855" cy="6076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20000"/>
              </a:lnSpc>
              <a:buClrTx/>
              <a:buSzTx/>
              <a:buFontTx/>
            </a:pPr>
            <a:r>
              <a:rPr lang="zh-CN" altLang="en-US" sz="1400">
                <a:solidFill>
                  <a:schemeClr val="accent5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优化绩效考核体系，实现薪酬与业绩强挂钩</a:t>
            </a:r>
            <a:endParaRPr lang="zh-CN" altLang="en-US" sz="1400">
              <a:solidFill>
                <a:schemeClr val="accent5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3" name="子陵职场PPT16"/>
          <p:cNvSpPr/>
          <p:nvPr>
            <p:custDataLst>
              <p:tags r:id="rId32"/>
            </p:custDataLst>
          </p:nvPr>
        </p:nvSpPr>
        <p:spPr>
          <a:xfrm>
            <a:off x="5013325" y="1651000"/>
            <a:ext cx="129540" cy="129540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kumimoji="1"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24" name="子陵职场PPT17"/>
          <p:cNvGrpSpPr/>
          <p:nvPr/>
        </p:nvGrpSpPr>
        <p:grpSpPr>
          <a:xfrm>
            <a:off x="7920990" y="1497330"/>
            <a:ext cx="3067050" cy="1613535"/>
            <a:chOff x="328" y="6109"/>
            <a:chExt cx="4830" cy="2541"/>
          </a:xfrm>
        </p:grpSpPr>
        <p:sp>
          <p:nvSpPr>
            <p:cNvPr id="25" name="子陵职场PPT17-1"/>
            <p:cNvSpPr txBox="1"/>
            <p:nvPr/>
          </p:nvSpPr>
          <p:spPr>
            <a:xfrm>
              <a:off x="328" y="6109"/>
              <a:ext cx="4830" cy="6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l">
                <a:lnSpc>
                  <a:spcPct val="90000"/>
                </a:lnSpc>
                <a:buClrTx/>
                <a:buSzTx/>
                <a:buFontTx/>
              </a:pPr>
              <a:r>
                <a:rPr lang="zh-CN" altLang="en-US" sz="2400" b="1" noProof="0" dirty="0">
                  <a:ln>
                    <a:noFill/>
                  </a:ln>
                  <a:solidFill>
                    <a:schemeClr val="accent1">
                      <a:lumMod val="60000"/>
                      <a:lumOff val="40000"/>
                    </a:scheme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员工关系与企业文化</a:t>
              </a:r>
              <a:endParaRPr lang="zh-CN" altLang="en-US" sz="2400" b="1" noProof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26" name="子陵职场PPT17-2"/>
            <p:cNvSpPr txBox="1"/>
            <p:nvPr>
              <p:custDataLst>
                <p:tags r:id="rId33"/>
              </p:custDataLst>
            </p:nvPr>
          </p:nvSpPr>
          <p:spPr>
            <a:xfrm>
              <a:off x="493" y="7751"/>
              <a:ext cx="4386" cy="89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lv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zh-CN" altLang="en-US" sz="12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员工主动提出合理化建议的数量同比增长</a:t>
              </a:r>
              <a:r>
                <a:rPr lang="zh-CN" altLang="en-US" sz="12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50%</a:t>
              </a:r>
              <a:r>
                <a:rPr lang="zh-CN" altLang="en-US" sz="12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，团队离职率同比下降了</a:t>
              </a:r>
              <a:r>
                <a:rPr lang="zh-CN" altLang="en-US" sz="12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5%</a:t>
              </a:r>
              <a:r>
                <a:rPr lang="zh-CN" altLang="en-US" sz="12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。</a:t>
              </a:r>
              <a:endParaRPr lang="zh-CN" altLang="en-US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27" name="子陵职场PPT17-3"/>
            <p:cNvSpPr txBox="1"/>
            <p:nvPr>
              <p:custDataLst>
                <p:tags r:id="rId34"/>
              </p:custDataLst>
            </p:nvPr>
          </p:nvSpPr>
          <p:spPr>
            <a:xfrm>
              <a:off x="694" y="6862"/>
              <a:ext cx="4311" cy="9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l">
                <a:lnSpc>
                  <a:spcPct val="120000"/>
                </a:lnSpc>
                <a:buClrTx/>
                <a:buSzTx/>
                <a:buFontTx/>
              </a:pPr>
              <a:r>
                <a:rPr lang="zh-CN" altLang="en-US" sz="14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打造</a:t>
              </a:r>
              <a:r>
                <a:rPr lang="zh-CN" altLang="en-US" sz="14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“</a:t>
              </a:r>
              <a:r>
                <a:rPr lang="zh-CN" altLang="en-US" sz="14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幸福职场</a:t>
              </a:r>
              <a:r>
                <a:rPr lang="zh-CN" altLang="en-US" sz="14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”</a:t>
              </a:r>
              <a:r>
                <a:rPr lang="zh-CN" altLang="en-US" sz="14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文化品牌，提升员工敬业度</a:t>
              </a:r>
              <a:endParaRPr lang="zh-CN" altLang="en-US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28" name="子陵职场PPT17-4"/>
            <p:cNvSpPr/>
            <p:nvPr>
              <p:custDataLst>
                <p:tags r:id="rId35"/>
              </p:custDataLst>
            </p:nvPr>
          </p:nvSpPr>
          <p:spPr>
            <a:xfrm>
              <a:off x="531" y="7029"/>
              <a:ext cx="204" cy="204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outerShdw blurRad="254000" dist="127000" dir="5400000" sx="90000" sy="90000" algn="ctr" rotWithShape="0">
                <a:schemeClr val="accent2">
                  <a:alpha val="3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kumimoji="1"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29" name="子陵职场PPT18"/>
          <p:cNvGrpSpPr/>
          <p:nvPr/>
        </p:nvGrpSpPr>
        <p:grpSpPr>
          <a:xfrm>
            <a:off x="9528810" y="4272915"/>
            <a:ext cx="2506345" cy="1564005"/>
            <a:chOff x="392" y="6199"/>
            <a:chExt cx="3947" cy="2463"/>
          </a:xfrm>
        </p:grpSpPr>
        <p:sp>
          <p:nvSpPr>
            <p:cNvPr id="30" name="子陵职场PPT18-1"/>
            <p:cNvSpPr txBox="1"/>
            <p:nvPr/>
          </p:nvSpPr>
          <p:spPr>
            <a:xfrm>
              <a:off x="392" y="6199"/>
              <a:ext cx="3947" cy="6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l">
                <a:lnSpc>
                  <a:spcPct val="90000"/>
                </a:lnSpc>
                <a:buClrTx/>
                <a:buSzTx/>
                <a:buFontTx/>
              </a:pPr>
              <a:r>
                <a:rPr lang="zh-CN" altLang="en-US" sz="2400" b="1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HR体系优化</a:t>
              </a:r>
              <a:endParaRPr lang="zh-CN" altLang="en-US" sz="2400" b="1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31" name="子陵职场PPT18-2"/>
            <p:cNvSpPr txBox="1"/>
            <p:nvPr>
              <p:custDataLst>
                <p:tags r:id="rId36"/>
              </p:custDataLst>
            </p:nvPr>
          </p:nvSpPr>
          <p:spPr>
            <a:xfrm>
              <a:off x="493" y="7763"/>
              <a:ext cx="3574" cy="89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lv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zh-CN" altLang="en-US" sz="12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人事基础事务处理时间减少了</a:t>
              </a:r>
              <a:r>
                <a:rPr lang="zh-CN" altLang="en-US" sz="12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40%</a:t>
              </a:r>
              <a:r>
                <a:rPr lang="zh-CN" altLang="en-US" sz="12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，数据准确率达到</a:t>
              </a:r>
              <a:r>
                <a:rPr lang="zh-CN" altLang="en-US" sz="12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100%</a:t>
              </a:r>
              <a:r>
                <a:rPr lang="zh-CN" altLang="en-US" sz="12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。</a:t>
              </a:r>
              <a:endParaRPr lang="zh-CN" altLang="en-US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32" name="子陵职场PPT18-3"/>
            <p:cNvSpPr txBox="1"/>
            <p:nvPr>
              <p:custDataLst>
                <p:tags r:id="rId37"/>
              </p:custDataLst>
            </p:nvPr>
          </p:nvSpPr>
          <p:spPr>
            <a:xfrm>
              <a:off x="694" y="6862"/>
              <a:ext cx="3373" cy="9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l">
                <a:lnSpc>
                  <a:spcPct val="120000"/>
                </a:lnSpc>
                <a:buClrTx/>
                <a:buSzTx/>
                <a:buFontTx/>
              </a:pPr>
              <a:r>
                <a:rPr lang="zh-CN" altLang="en-US" sz="1400" dirty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推进人力资源数字化转型与合规化建设</a:t>
              </a:r>
              <a:endParaRPr lang="zh-CN" altLang="en-US" sz="1400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33" name="子陵职场PPT18-4"/>
            <p:cNvSpPr/>
            <p:nvPr>
              <p:custDataLst>
                <p:tags r:id="rId38"/>
              </p:custDataLst>
            </p:nvPr>
          </p:nvSpPr>
          <p:spPr>
            <a:xfrm>
              <a:off x="531" y="7029"/>
              <a:ext cx="204" cy="2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kumimoji="1"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8738235" y="348615"/>
            <a:ext cx="3219450" cy="332740"/>
            <a:chOff x="13761" y="549"/>
            <a:chExt cx="5070" cy="524"/>
          </a:xfrm>
        </p:grpSpPr>
        <p:pic>
          <p:nvPicPr>
            <p:cNvPr id="34" name="图片 33"/>
            <p:cNvPicPr>
              <a:picLocks noChangeAspect="1"/>
            </p:cNvPicPr>
            <p:nvPr userDrawn="1"/>
          </p:nvPicPr>
          <p:blipFill>
            <a:blip r:embed="rId39"/>
            <a:srcRect l="17002" t="-1765" r="56499" b="-1176"/>
            <a:stretch>
              <a:fillRect/>
            </a:stretch>
          </p:blipFill>
          <p:spPr>
            <a:xfrm>
              <a:off x="13761" y="549"/>
              <a:ext cx="1582" cy="525"/>
            </a:xfrm>
            <a:prstGeom prst="rect">
              <a:avLst/>
            </a:prstGeom>
          </p:spPr>
        </p:pic>
        <p:sp>
          <p:nvSpPr>
            <p:cNvPr id="35" name="文本框 34"/>
            <p:cNvSpPr txBox="1"/>
            <p:nvPr userDrawn="1"/>
          </p:nvSpPr>
          <p:spPr>
            <a:xfrm>
              <a:off x="15219" y="655"/>
              <a:ext cx="3613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复杂逻辑场景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·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框架搭建系列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PPT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模板</a:t>
              </a:r>
              <a:endPara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cxnSp>
        <p:nvCxnSpPr>
          <p:cNvPr id="36" name="直线连接符 7"/>
          <p:cNvCxnSpPr/>
          <p:nvPr userDrawn="1"/>
        </p:nvCxnSpPr>
        <p:spPr>
          <a:xfrm>
            <a:off x="369165" y="839204"/>
            <a:ext cx="11459846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椭圆 58"/>
          <p:cNvSpPr/>
          <p:nvPr/>
        </p:nvSpPr>
        <p:spPr>
          <a:xfrm>
            <a:off x="635" y="560070"/>
            <a:ext cx="12219940" cy="11412220"/>
          </a:xfrm>
          <a:prstGeom prst="ellipse">
            <a:avLst/>
          </a:prstGeom>
          <a:noFill/>
          <a:ln w="12700">
            <a:gradFill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1700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40000"/>
                    <a:lumOff val="60000"/>
                    <a:alpha val="0"/>
                  </a:schemeClr>
                </a:gs>
                <a:gs pos="55000">
                  <a:schemeClr val="accent1">
                    <a:lumMod val="40000"/>
                    <a:lumOff val="60000"/>
                    <a:alpha val="60000"/>
                  </a:schemeClr>
                </a:gs>
              </a:gsLst>
              <a:lin ang="5400000" scaled="1"/>
            </a:gra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椭圆 60"/>
          <p:cNvSpPr/>
          <p:nvPr/>
        </p:nvSpPr>
        <p:spPr>
          <a:xfrm>
            <a:off x="2138045" y="2155190"/>
            <a:ext cx="7914640" cy="7914640"/>
          </a:xfrm>
          <a:prstGeom prst="ellipse">
            <a:avLst/>
          </a:prstGeom>
          <a:gradFill>
            <a:gsLst>
              <a:gs pos="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20000"/>
                  <a:lumOff val="80000"/>
                  <a:alpha val="30000"/>
                </a:scheme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弧形 63"/>
          <p:cNvSpPr/>
          <p:nvPr/>
        </p:nvSpPr>
        <p:spPr>
          <a:xfrm>
            <a:off x="754380" y="1536065"/>
            <a:ext cx="10682605" cy="10682605"/>
          </a:xfrm>
          <a:prstGeom prst="arc">
            <a:avLst>
              <a:gd name="adj1" fmla="val 11249441"/>
              <a:gd name="adj2" fmla="val 21200904"/>
            </a:avLst>
          </a:prstGeom>
          <a:noFill/>
          <a:ln w="50800">
            <a:gradFill flip="none" rotWithShape="1">
              <a:gsLst>
                <a:gs pos="29000">
                  <a:schemeClr val="accent1">
                    <a:lumMod val="60000"/>
                    <a:lumOff val="40000"/>
                    <a:alpha val="53000"/>
                  </a:schemeClr>
                </a:gs>
                <a:gs pos="51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" name="椭圆 67"/>
          <p:cNvSpPr/>
          <p:nvPr/>
        </p:nvSpPr>
        <p:spPr>
          <a:xfrm>
            <a:off x="-29210" y="5235575"/>
            <a:ext cx="12249785" cy="1431925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30000"/>
                </a:schemeClr>
              </a:gs>
            </a:gsLst>
            <a:lin ang="5400000" scaled="0"/>
            <a:tileRect/>
          </a:gradFill>
          <a:ln w="28575"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" name="椭圆 68"/>
          <p:cNvSpPr/>
          <p:nvPr/>
        </p:nvSpPr>
        <p:spPr>
          <a:xfrm>
            <a:off x="1654810" y="5320665"/>
            <a:ext cx="8881745" cy="1038225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30000"/>
                </a:schemeClr>
              </a:gs>
            </a:gsLst>
            <a:lin ang="5400000" scaled="0"/>
            <a:tileRect/>
          </a:gradFill>
          <a:ln w="19050"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0" name="椭圆 69"/>
          <p:cNvSpPr/>
          <p:nvPr>
            <p:custDataLst>
              <p:tags r:id="rId1"/>
            </p:custDataLst>
          </p:nvPr>
        </p:nvSpPr>
        <p:spPr>
          <a:xfrm>
            <a:off x="4767263" y="1142365"/>
            <a:ext cx="877570" cy="877570"/>
          </a:xfrm>
          <a:prstGeom prst="ellipse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sz="200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71" name="椭圆 70"/>
          <p:cNvSpPr/>
          <p:nvPr>
            <p:custDataLst>
              <p:tags r:id="rId2"/>
            </p:custDataLst>
          </p:nvPr>
        </p:nvSpPr>
        <p:spPr>
          <a:xfrm>
            <a:off x="4866323" y="1241425"/>
            <a:ext cx="679450" cy="67945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sz="200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74" name="椭圆 73"/>
          <p:cNvSpPr/>
          <p:nvPr>
            <p:custDataLst>
              <p:tags r:id="rId3"/>
            </p:custDataLst>
          </p:nvPr>
        </p:nvSpPr>
        <p:spPr>
          <a:xfrm>
            <a:off x="6552883" y="1142365"/>
            <a:ext cx="877570" cy="877570"/>
          </a:xfrm>
          <a:prstGeom prst="ellipse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sz="200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75" name="椭圆 74"/>
          <p:cNvSpPr/>
          <p:nvPr>
            <p:custDataLst>
              <p:tags r:id="rId4"/>
            </p:custDataLst>
          </p:nvPr>
        </p:nvSpPr>
        <p:spPr>
          <a:xfrm>
            <a:off x="6651943" y="1241425"/>
            <a:ext cx="679450" cy="67945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sz="200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77" name="椭圆 76"/>
          <p:cNvSpPr/>
          <p:nvPr>
            <p:custDataLst>
              <p:tags r:id="rId5"/>
            </p:custDataLst>
          </p:nvPr>
        </p:nvSpPr>
        <p:spPr>
          <a:xfrm>
            <a:off x="2922905" y="1760855"/>
            <a:ext cx="877570" cy="877570"/>
          </a:xfrm>
          <a:prstGeom prst="ellipse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sz="200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78" name="椭圆 77"/>
          <p:cNvSpPr/>
          <p:nvPr>
            <p:custDataLst>
              <p:tags r:id="rId6"/>
            </p:custDataLst>
          </p:nvPr>
        </p:nvSpPr>
        <p:spPr>
          <a:xfrm>
            <a:off x="3021965" y="1859915"/>
            <a:ext cx="679450" cy="67945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sz="200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81" name="椭圆 80"/>
          <p:cNvSpPr/>
          <p:nvPr>
            <p:custDataLst>
              <p:tags r:id="rId7"/>
            </p:custDataLst>
          </p:nvPr>
        </p:nvSpPr>
        <p:spPr>
          <a:xfrm>
            <a:off x="8391525" y="1760855"/>
            <a:ext cx="877570" cy="877570"/>
          </a:xfrm>
          <a:prstGeom prst="ellipse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sz="200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82" name="椭圆 81"/>
          <p:cNvSpPr/>
          <p:nvPr>
            <p:custDataLst>
              <p:tags r:id="rId8"/>
            </p:custDataLst>
          </p:nvPr>
        </p:nvSpPr>
        <p:spPr>
          <a:xfrm>
            <a:off x="8490585" y="1859915"/>
            <a:ext cx="679450" cy="67945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sz="200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84" name="椭圆 83"/>
          <p:cNvSpPr/>
          <p:nvPr>
            <p:custDataLst>
              <p:tags r:id="rId9"/>
            </p:custDataLst>
          </p:nvPr>
        </p:nvSpPr>
        <p:spPr>
          <a:xfrm>
            <a:off x="1426210" y="2945765"/>
            <a:ext cx="877570" cy="877570"/>
          </a:xfrm>
          <a:prstGeom prst="ellipse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85" name="椭圆 84"/>
          <p:cNvSpPr/>
          <p:nvPr>
            <p:custDataLst>
              <p:tags r:id="rId10"/>
            </p:custDataLst>
          </p:nvPr>
        </p:nvSpPr>
        <p:spPr>
          <a:xfrm>
            <a:off x="1525270" y="3044825"/>
            <a:ext cx="679450" cy="67945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86" name="矩形 85"/>
          <p:cNvSpPr/>
          <p:nvPr>
            <p:custDataLst>
              <p:tags r:id="rId11"/>
            </p:custDataLst>
          </p:nvPr>
        </p:nvSpPr>
        <p:spPr>
          <a:xfrm>
            <a:off x="965835" y="4072890"/>
            <a:ext cx="1337945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体系筑基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7" name="椭圆 86"/>
          <p:cNvSpPr/>
          <p:nvPr>
            <p:custDataLst>
              <p:tags r:id="rId12"/>
            </p:custDataLst>
          </p:nvPr>
        </p:nvSpPr>
        <p:spPr>
          <a:xfrm>
            <a:off x="9903460" y="2945765"/>
            <a:ext cx="877570" cy="877570"/>
          </a:xfrm>
          <a:prstGeom prst="ellipse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sz="200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88" name="椭圆 87"/>
          <p:cNvSpPr/>
          <p:nvPr>
            <p:custDataLst>
              <p:tags r:id="rId13"/>
            </p:custDataLst>
          </p:nvPr>
        </p:nvSpPr>
        <p:spPr>
          <a:xfrm>
            <a:off x="10001885" y="3044825"/>
            <a:ext cx="679450" cy="67945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sz="200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90" name="弦形 89"/>
          <p:cNvSpPr/>
          <p:nvPr/>
        </p:nvSpPr>
        <p:spPr>
          <a:xfrm>
            <a:off x="4207828" y="3856990"/>
            <a:ext cx="3813810" cy="3813810"/>
          </a:xfrm>
          <a:prstGeom prst="chord">
            <a:avLst>
              <a:gd name="adj1" fmla="val 10767491"/>
              <a:gd name="adj2" fmla="val 35771"/>
            </a:avLst>
          </a:prstGeom>
          <a:gradFill>
            <a:gsLst>
              <a:gs pos="0">
                <a:schemeClr val="accent5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0"/>
          </a:gradFill>
          <a:ln w="38100">
            <a:noFill/>
          </a:ln>
          <a:effectLst>
            <a:outerShdw blurRad="228600" dist="38100" dir="2700000" algn="tl" rotWithShape="0">
              <a:schemeClr val="accent5">
                <a:lumMod val="60000"/>
                <a:lumOff val="40000"/>
                <a:alpha val="40000"/>
              </a:schemeClr>
            </a:outerShdw>
            <a:reflection blurRad="241300" stA="730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1" name="文本框 90"/>
          <p:cNvSpPr txBox="1"/>
          <p:nvPr/>
        </p:nvSpPr>
        <p:spPr>
          <a:xfrm>
            <a:off x="4948555" y="4531995"/>
            <a:ext cx="2292985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工作目标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0" name="标题 2"/>
          <p:cNvSpPr>
            <a:spLocks noGrp="1"/>
          </p:cNvSpPr>
          <p:nvPr/>
        </p:nvSpPr>
        <p:spPr>
          <a:xfrm>
            <a:off x="1105535" y="348298"/>
            <a:ext cx="7633335" cy="396875"/>
          </a:xfrm>
          <a:prstGeom prst="rect">
            <a:avLst/>
          </a:prstGeom>
          <a:ln w="12700">
            <a:miter lim="400000"/>
          </a:ln>
        </p:spPr>
        <p:txBody>
          <a:bodyPr vert="horz" wrap="square" lIns="25400" tIns="25400" rIns="25400" bIns="2540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0" lang="zh-CN" altLang="en-US" sz="2800" b="1" u="none" strike="noStrike" kern="1200" cap="none" spc="0" normalizeH="0" baseline="0" dirty="0">
                <a:ln>
                  <a:noFill/>
                </a:ln>
                <a:solidFill>
                  <a:schemeClr val="accent1"/>
                </a:solidFill>
                <a:effectLst>
                  <a:outerShdw blurRad="187896" dist="38100" dir="2700000" algn="tl" rotWithShape="0">
                    <a:srgbClr val="1C2952">
                      <a:alpha val="6000"/>
                    </a:srgbClr>
                  </a:outerShdw>
                </a:effectLst>
                <a:uLnTx/>
                <a:uFillTx/>
                <a:latin typeface="HONOR Sans CN" panose="05000200000000000000" charset="-122"/>
                <a:ea typeface="HONOR Sans CN" panose="05000200000000000000" charset="-122"/>
                <a:cs typeface="OPPOSans H" panose="00020600040101010101" pitchFamily="18" charset="-122"/>
              </a:defRPr>
            </a:lvl1pPr>
          </a:lstStyle>
          <a:p>
            <a:pPr algn="l"/>
            <a:r>
              <a:rPr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业务框架</a:t>
            </a:r>
            <a:r>
              <a:rPr lang="en-US" altLang="zh-CN"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中心发散架构 | </a:t>
            </a:r>
            <a:r>
              <a:rPr lang="zh-CN" altLang="en-US" sz="250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新媒体行业年度工作规划</a:t>
            </a:r>
            <a:endParaRPr lang="en-US" altLang="zh-CN" sz="2500">
              <a:solidFill>
                <a:schemeClr val="tx2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11" name="图片 110" descr="屋顶资源管理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55600" y="186055"/>
            <a:ext cx="549910" cy="549910"/>
          </a:xfrm>
          <a:prstGeom prst="rect">
            <a:avLst/>
          </a:prstGeom>
        </p:spPr>
      </p:pic>
      <p:grpSp>
        <p:nvGrpSpPr>
          <p:cNvPr id="113" name="组合 112"/>
          <p:cNvGrpSpPr/>
          <p:nvPr/>
        </p:nvGrpSpPr>
        <p:grpSpPr>
          <a:xfrm>
            <a:off x="8738235" y="348615"/>
            <a:ext cx="3219450" cy="332740"/>
            <a:chOff x="13761" y="549"/>
            <a:chExt cx="5070" cy="524"/>
          </a:xfrm>
        </p:grpSpPr>
        <p:pic>
          <p:nvPicPr>
            <p:cNvPr id="114" name="图片 113"/>
            <p:cNvPicPr>
              <a:picLocks noChangeAspect="1"/>
            </p:cNvPicPr>
            <p:nvPr userDrawn="1"/>
          </p:nvPicPr>
          <p:blipFill>
            <a:blip r:embed="rId16"/>
            <a:srcRect l="17002" t="-1765" r="56499" b="-1176"/>
            <a:stretch>
              <a:fillRect/>
            </a:stretch>
          </p:blipFill>
          <p:spPr>
            <a:xfrm>
              <a:off x="13761" y="549"/>
              <a:ext cx="1582" cy="525"/>
            </a:xfrm>
            <a:prstGeom prst="rect">
              <a:avLst/>
            </a:prstGeom>
          </p:spPr>
        </p:pic>
        <p:sp>
          <p:nvSpPr>
            <p:cNvPr id="115" name="文本框 114"/>
            <p:cNvSpPr txBox="1"/>
            <p:nvPr userDrawn="1"/>
          </p:nvSpPr>
          <p:spPr>
            <a:xfrm>
              <a:off x="15219" y="655"/>
              <a:ext cx="3613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复杂逻辑场景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·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框架搭建系列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PPT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模板</a:t>
              </a:r>
              <a:endPara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cxnSp>
        <p:nvCxnSpPr>
          <p:cNvPr id="116" name="直线连接符 7"/>
          <p:cNvCxnSpPr/>
          <p:nvPr userDrawn="1"/>
        </p:nvCxnSpPr>
        <p:spPr>
          <a:xfrm>
            <a:off x="369165" y="839204"/>
            <a:ext cx="11459846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矩形 116"/>
          <p:cNvSpPr/>
          <p:nvPr>
            <p:custDataLst>
              <p:tags r:id="rId17"/>
            </p:custDataLst>
          </p:nvPr>
        </p:nvSpPr>
        <p:spPr>
          <a:xfrm>
            <a:off x="2871470" y="2712720"/>
            <a:ext cx="1337945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流量试水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8" name="文本框 117"/>
          <p:cNvSpPr txBox="1"/>
          <p:nvPr>
            <p:custDataLst>
              <p:tags r:id="rId18"/>
            </p:custDataLst>
          </p:nvPr>
        </p:nvSpPr>
        <p:spPr>
          <a:xfrm>
            <a:off x="2814955" y="3111500"/>
            <a:ext cx="1597660" cy="814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fontAlgn="auto">
              <a:lnSpc>
                <a:spcPts val="1880"/>
              </a:lnSpc>
            </a:pPr>
            <a:r>
              <a:rPr lang="zh-CN" altLang="en-US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选择</a:t>
            </a:r>
            <a:r>
              <a:rPr lang="en-US" altLang="zh-CN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2-3</a:t>
            </a:r>
            <a:r>
              <a:rPr lang="zh-CN" altLang="en-US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个新平台进行低成本内容测试，筛选最优渠道。</a:t>
            </a:r>
            <a:endParaRPr lang="zh-CN" altLang="en-US" sz="12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9" name="矩形 118"/>
          <p:cNvSpPr/>
          <p:nvPr>
            <p:custDataLst>
              <p:tags r:id="rId19"/>
            </p:custDataLst>
          </p:nvPr>
        </p:nvSpPr>
        <p:spPr>
          <a:xfrm>
            <a:off x="4537075" y="2101850"/>
            <a:ext cx="1337945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爆品打造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60000"/>
                  <a:lumOff val="40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0" name="文本框 119"/>
          <p:cNvSpPr txBox="1"/>
          <p:nvPr>
            <p:custDataLst>
              <p:tags r:id="rId20"/>
            </p:custDataLst>
          </p:nvPr>
        </p:nvSpPr>
        <p:spPr>
          <a:xfrm>
            <a:off x="4516755" y="2481580"/>
            <a:ext cx="1661795" cy="814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fontAlgn="auto">
              <a:lnSpc>
                <a:spcPts val="1880"/>
              </a:lnSpc>
            </a:pPr>
            <a:r>
              <a:rPr lang="zh-CN" altLang="en-US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借力五一、母亲节、</a:t>
            </a:r>
            <a:r>
              <a:rPr lang="en-US" altLang="zh-CN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618</a:t>
            </a:r>
            <a:r>
              <a:rPr lang="zh-CN" altLang="en-US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等策划话题活动，获取平台流量。</a:t>
            </a:r>
            <a:endParaRPr lang="zh-CN" altLang="en-US" sz="12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1" name="矩形 120"/>
          <p:cNvSpPr/>
          <p:nvPr>
            <p:custDataLst>
              <p:tags r:id="rId21"/>
            </p:custDataLst>
          </p:nvPr>
        </p:nvSpPr>
        <p:spPr>
          <a:xfrm>
            <a:off x="6322695" y="2101850"/>
            <a:ext cx="1337945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私域沉淀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60000"/>
                  <a:lumOff val="40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2" name="矩形 121"/>
          <p:cNvSpPr/>
          <p:nvPr>
            <p:custDataLst>
              <p:tags r:id="rId22"/>
            </p:custDataLst>
          </p:nvPr>
        </p:nvSpPr>
        <p:spPr>
          <a:xfrm>
            <a:off x="8161020" y="2774315"/>
            <a:ext cx="1337945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变现提效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3" name="矩形 122"/>
          <p:cNvSpPr/>
          <p:nvPr>
            <p:custDataLst>
              <p:tags r:id="rId23"/>
            </p:custDataLst>
          </p:nvPr>
        </p:nvSpPr>
        <p:spPr>
          <a:xfrm>
            <a:off x="9674860" y="3957320"/>
            <a:ext cx="1337945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收官布局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4" name="文本框 123"/>
          <p:cNvSpPr txBox="1"/>
          <p:nvPr>
            <p:custDataLst>
              <p:tags r:id="rId24"/>
            </p:custDataLst>
          </p:nvPr>
        </p:nvSpPr>
        <p:spPr>
          <a:xfrm>
            <a:off x="6224270" y="2481580"/>
            <a:ext cx="1661795" cy="814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fontAlgn="auto">
              <a:lnSpc>
                <a:spcPts val="1880"/>
              </a:lnSpc>
            </a:pPr>
            <a:r>
              <a:rPr lang="zh-CN" altLang="en-US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优化主页钩子（报告</a:t>
            </a:r>
            <a:r>
              <a:rPr lang="en-US" altLang="zh-CN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福利），引导公域用户进入企微或社群。</a:t>
            </a:r>
            <a:endParaRPr lang="zh-CN" altLang="en-US" sz="12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5" name="文本框 124"/>
          <p:cNvSpPr txBox="1"/>
          <p:nvPr>
            <p:custDataLst>
              <p:tags r:id="rId25"/>
            </p:custDataLst>
          </p:nvPr>
        </p:nvSpPr>
        <p:spPr>
          <a:xfrm>
            <a:off x="8013065" y="3142615"/>
            <a:ext cx="1661795" cy="814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fontAlgn="auto">
              <a:lnSpc>
                <a:spcPts val="1880"/>
              </a:lnSpc>
            </a:pPr>
            <a:r>
              <a:rPr lang="zh-CN" altLang="en-US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加大用户证言、案例拆解、直播频次，制作</a:t>
            </a:r>
            <a:r>
              <a:rPr lang="en-US" altLang="zh-CN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临门一脚</a:t>
            </a:r>
            <a:r>
              <a:rPr lang="en-US" altLang="zh-CN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物料。</a:t>
            </a:r>
            <a:endParaRPr lang="en-US" altLang="zh-CN" sz="12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7" name="文本框 126"/>
          <p:cNvSpPr txBox="1"/>
          <p:nvPr>
            <p:custDataLst>
              <p:tags r:id="rId26"/>
            </p:custDataLst>
          </p:nvPr>
        </p:nvSpPr>
        <p:spPr>
          <a:xfrm>
            <a:off x="9512935" y="4327525"/>
            <a:ext cx="1661795" cy="814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fontAlgn="auto">
              <a:lnSpc>
                <a:spcPts val="1880"/>
              </a:lnSpc>
            </a:pPr>
            <a:r>
              <a:rPr lang="zh-CN" altLang="en-US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双十一</a:t>
            </a:r>
            <a:r>
              <a:rPr lang="en-US" altLang="zh-CN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双旦提前蓄水，直播带货与短视频种草密集配合。</a:t>
            </a:r>
            <a:endParaRPr lang="zh-CN" altLang="en-US" sz="12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8" name="文本框 127"/>
          <p:cNvSpPr txBox="1"/>
          <p:nvPr>
            <p:custDataLst>
              <p:tags r:id="rId27"/>
            </p:custDataLst>
          </p:nvPr>
        </p:nvSpPr>
        <p:spPr>
          <a:xfrm>
            <a:off x="918210" y="4420870"/>
            <a:ext cx="1597660" cy="814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fontAlgn="auto">
              <a:lnSpc>
                <a:spcPts val="1880"/>
              </a:lnSpc>
            </a:pPr>
            <a:r>
              <a:rPr lang="zh-CN" altLang="en-US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分析上年度数据，确定高潜力渠道与爆款内容模型。</a:t>
            </a:r>
            <a:endParaRPr lang="zh-CN" altLang="en-US" sz="12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30" name="图片 129" descr="建筑基地"/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656080" y="3175635"/>
            <a:ext cx="417830" cy="417830"/>
          </a:xfrm>
          <a:prstGeom prst="rect">
            <a:avLst/>
          </a:prstGeom>
        </p:spPr>
      </p:pic>
      <p:pic>
        <p:nvPicPr>
          <p:cNvPr id="131" name="图片 130" descr="流量"/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3186113" y="2024063"/>
            <a:ext cx="351155" cy="351155"/>
          </a:xfrm>
          <a:prstGeom prst="rect">
            <a:avLst/>
          </a:prstGeom>
        </p:spPr>
      </p:pic>
      <p:pic>
        <p:nvPicPr>
          <p:cNvPr id="132" name="图片 131" descr="爆品"/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4977130" y="1352233"/>
            <a:ext cx="457835" cy="457835"/>
          </a:xfrm>
          <a:prstGeom prst="rect">
            <a:avLst/>
          </a:prstGeom>
        </p:spPr>
      </p:pic>
      <p:pic>
        <p:nvPicPr>
          <p:cNvPr id="133" name="图片 132" descr="私域设置"/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6793548" y="1383030"/>
            <a:ext cx="396240" cy="396240"/>
          </a:xfrm>
          <a:prstGeom prst="rect">
            <a:avLst/>
          </a:prstGeom>
        </p:spPr>
      </p:pic>
      <p:pic>
        <p:nvPicPr>
          <p:cNvPr id="134" name="图片 133" descr="变现"/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8654733" y="2024063"/>
            <a:ext cx="351155" cy="351155"/>
          </a:xfrm>
          <a:prstGeom prst="rect">
            <a:avLst/>
          </a:prstGeom>
        </p:spPr>
      </p:pic>
      <p:pic>
        <p:nvPicPr>
          <p:cNvPr id="135" name="图片 134" descr="收官"/>
          <p:cNvPicPr>
            <a:picLocks noChangeAspect="1"/>
          </p:cNvPicPr>
          <p:nvPr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10171113" y="3214053"/>
            <a:ext cx="340995" cy="340995"/>
          </a:xfrm>
          <a:prstGeom prst="rect">
            <a:avLst/>
          </a:prstGeom>
        </p:spPr>
      </p:pic>
      <p:grpSp>
        <p:nvGrpSpPr>
          <p:cNvPr id="144" name="组合 143"/>
          <p:cNvGrpSpPr/>
          <p:nvPr/>
        </p:nvGrpSpPr>
        <p:grpSpPr>
          <a:xfrm>
            <a:off x="3765550" y="3555365"/>
            <a:ext cx="4652645" cy="4306570"/>
            <a:chOff x="5966" y="5599"/>
            <a:chExt cx="7327" cy="6782"/>
          </a:xfrm>
        </p:grpSpPr>
        <p:sp>
          <p:nvSpPr>
            <p:cNvPr id="126" name="弧形 125"/>
            <p:cNvSpPr/>
            <p:nvPr/>
          </p:nvSpPr>
          <p:spPr>
            <a:xfrm>
              <a:off x="5966" y="5607"/>
              <a:ext cx="7327" cy="6774"/>
            </a:xfrm>
            <a:prstGeom prst="arc">
              <a:avLst>
                <a:gd name="adj1" fmla="val 10822587"/>
                <a:gd name="adj2" fmla="val 21596595"/>
              </a:avLst>
            </a:prstGeom>
            <a:noFill/>
            <a:ln w="19050" cap="rnd">
              <a:gradFill>
                <a:gsLst>
                  <a:gs pos="0">
                    <a:schemeClr val="accent5">
                      <a:lumMod val="20000"/>
                      <a:lumOff val="80000"/>
                    </a:schemeClr>
                  </a:gs>
                  <a:gs pos="100000">
                    <a:schemeClr val="accent5">
                      <a:lumMod val="20000"/>
                      <a:lumOff val="80000"/>
                    </a:schemeClr>
                  </a:gs>
                </a:gsLst>
                <a:lin ang="5400000" scaled="1"/>
              </a:gra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34" name="椭圆 233"/>
            <p:cNvSpPr/>
            <p:nvPr/>
          </p:nvSpPr>
          <p:spPr>
            <a:xfrm flipV="1">
              <a:off x="5985" y="8007"/>
              <a:ext cx="252" cy="238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81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endParaRPr>
            </a:p>
          </p:txBody>
        </p:sp>
        <p:sp>
          <p:nvSpPr>
            <p:cNvPr id="137" name="椭圆 136"/>
            <p:cNvSpPr/>
            <p:nvPr/>
          </p:nvSpPr>
          <p:spPr>
            <a:xfrm flipV="1">
              <a:off x="6893" y="6476"/>
              <a:ext cx="252" cy="238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81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endParaRPr>
            </a:p>
          </p:txBody>
        </p:sp>
        <p:sp>
          <p:nvSpPr>
            <p:cNvPr id="138" name="椭圆 137"/>
            <p:cNvSpPr/>
            <p:nvPr/>
          </p:nvSpPr>
          <p:spPr>
            <a:xfrm flipV="1">
              <a:off x="8420" y="5627"/>
              <a:ext cx="252" cy="238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81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endParaRPr>
            </a:p>
          </p:txBody>
        </p:sp>
        <p:sp>
          <p:nvSpPr>
            <p:cNvPr id="140" name="椭圆 139"/>
            <p:cNvSpPr/>
            <p:nvPr/>
          </p:nvSpPr>
          <p:spPr>
            <a:xfrm flipV="1">
              <a:off x="10320" y="5599"/>
              <a:ext cx="252" cy="238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81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endParaRPr>
            </a:p>
          </p:txBody>
        </p:sp>
        <p:sp>
          <p:nvSpPr>
            <p:cNvPr id="141" name="椭圆 140"/>
            <p:cNvSpPr/>
            <p:nvPr/>
          </p:nvSpPr>
          <p:spPr>
            <a:xfrm flipV="1">
              <a:off x="13041" y="8141"/>
              <a:ext cx="252" cy="238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81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endParaRPr>
            </a:p>
          </p:txBody>
        </p:sp>
        <p:sp>
          <p:nvSpPr>
            <p:cNvPr id="143" name="椭圆 142"/>
            <p:cNvSpPr/>
            <p:nvPr/>
          </p:nvSpPr>
          <p:spPr>
            <a:xfrm flipV="1">
              <a:off x="12278" y="6657"/>
              <a:ext cx="252" cy="238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81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2"/>
          <p:cNvSpPr>
            <a:spLocks noGrp="1"/>
          </p:cNvSpPr>
          <p:nvPr/>
        </p:nvSpPr>
        <p:spPr>
          <a:xfrm>
            <a:off x="1105535" y="347980"/>
            <a:ext cx="7137400" cy="396875"/>
          </a:xfrm>
          <a:prstGeom prst="rect">
            <a:avLst/>
          </a:prstGeom>
          <a:ln w="12700">
            <a:miter lim="400000"/>
          </a:ln>
        </p:spPr>
        <p:txBody>
          <a:bodyPr vert="horz" wrap="square" lIns="25400" tIns="25400" rIns="25400" bIns="2540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0" lang="zh-CN" altLang="en-US" sz="2800" b="1" u="none" strike="noStrike" kern="1200" cap="none" spc="0" normalizeH="0" baseline="0" dirty="0">
                <a:ln>
                  <a:noFill/>
                </a:ln>
                <a:solidFill>
                  <a:schemeClr val="accent1"/>
                </a:solidFill>
                <a:effectLst>
                  <a:outerShdw blurRad="187896" dist="38100" dir="2700000" algn="tl" rotWithShape="0">
                    <a:srgbClr val="1C2952">
                      <a:alpha val="6000"/>
                    </a:srgbClr>
                  </a:outerShdw>
                </a:effectLst>
                <a:uLnTx/>
                <a:uFillTx/>
                <a:latin typeface="HONOR Sans CN" panose="05000200000000000000" charset="-122"/>
                <a:ea typeface="HONOR Sans CN" panose="05000200000000000000" charset="-122"/>
                <a:cs typeface="OPPOSans H" panose="00020600040101010101" pitchFamily="18" charset="-122"/>
              </a:defRPr>
            </a:lvl1pPr>
          </a:lstStyle>
          <a:p>
            <a:pPr algn="l"/>
            <a:r>
              <a:rPr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业务框架</a:t>
            </a:r>
            <a:r>
              <a:rPr lang="en-US" altLang="zh-CN"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中心发散架构 | </a:t>
            </a:r>
            <a:r>
              <a:rPr sz="250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品牌战略成长阶段</a:t>
            </a:r>
            <a:endParaRPr lang="en-US" altLang="zh-CN" sz="2500" b="0">
              <a:solidFill>
                <a:schemeClr val="tx2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" name="图片 9" descr="屋顶资源管理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5600" y="186055"/>
            <a:ext cx="549910" cy="549910"/>
          </a:xfrm>
          <a:prstGeom prst="rect">
            <a:avLst/>
          </a:prstGeom>
        </p:spPr>
      </p:pic>
      <p:sp>
        <p:nvSpPr>
          <p:cNvPr id="23" name="任意多边形: 形状 15"/>
          <p:cNvSpPr/>
          <p:nvPr/>
        </p:nvSpPr>
        <p:spPr>
          <a:xfrm>
            <a:off x="1144905" y="1489075"/>
            <a:ext cx="9776460" cy="5054600"/>
          </a:xfrm>
          <a:custGeom>
            <a:avLst/>
            <a:gdLst>
              <a:gd name="connsiteX0" fmla="*/ 2386084 w 4772168"/>
              <a:gd name="connsiteY0" fmla="*/ 0 h 2454838"/>
              <a:gd name="connsiteX1" fmla="*/ 4772168 w 4772168"/>
              <a:gd name="connsiteY1" fmla="*/ 2386084 h 2454838"/>
              <a:gd name="connsiteX2" fmla="*/ 4768696 w 4772168"/>
              <a:gd name="connsiteY2" fmla="*/ 2454838 h 2454838"/>
              <a:gd name="connsiteX3" fmla="*/ 3472 w 4772168"/>
              <a:gd name="connsiteY3" fmla="*/ 2454838 h 2454838"/>
              <a:gd name="connsiteX4" fmla="*/ 0 w 4772168"/>
              <a:gd name="connsiteY4" fmla="*/ 2386084 h 2454838"/>
              <a:gd name="connsiteX5" fmla="*/ 2386084 w 4772168"/>
              <a:gd name="connsiteY5" fmla="*/ 0 h 2454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72168" h="2454838">
                <a:moveTo>
                  <a:pt x="2386084" y="0"/>
                </a:moveTo>
                <a:cubicBezTo>
                  <a:pt x="3703882" y="0"/>
                  <a:pt x="4772168" y="1068286"/>
                  <a:pt x="4772168" y="2386084"/>
                </a:cubicBezTo>
                <a:lnTo>
                  <a:pt x="4768696" y="2454838"/>
                </a:lnTo>
                <a:lnTo>
                  <a:pt x="3472" y="2454838"/>
                </a:lnTo>
                <a:lnTo>
                  <a:pt x="0" y="2386084"/>
                </a:lnTo>
                <a:cubicBezTo>
                  <a:pt x="0" y="1068286"/>
                  <a:pt x="1068286" y="0"/>
                  <a:pt x="2386084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20000"/>
                  <a:lumOff val="80000"/>
                  <a:alpha val="50000"/>
                </a:schemeClr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</a:gsLst>
            <a:lin ang="5580000" scaled="1"/>
          </a:gradFill>
          <a:ln>
            <a:solidFill>
              <a:schemeClr val="accent1">
                <a:lumMod val="60000"/>
                <a:lumOff val="40000"/>
                <a:alpha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6" name="任意多边形: 形状 15"/>
          <p:cNvSpPr/>
          <p:nvPr/>
        </p:nvSpPr>
        <p:spPr>
          <a:xfrm>
            <a:off x="3137535" y="3491865"/>
            <a:ext cx="5791200" cy="3044825"/>
          </a:xfrm>
          <a:custGeom>
            <a:avLst/>
            <a:gdLst>
              <a:gd name="connsiteX0" fmla="*/ 2386084 w 4772168"/>
              <a:gd name="connsiteY0" fmla="*/ 0 h 2454838"/>
              <a:gd name="connsiteX1" fmla="*/ 4772168 w 4772168"/>
              <a:gd name="connsiteY1" fmla="*/ 2386084 h 2454838"/>
              <a:gd name="connsiteX2" fmla="*/ 4768696 w 4772168"/>
              <a:gd name="connsiteY2" fmla="*/ 2454838 h 2454838"/>
              <a:gd name="connsiteX3" fmla="*/ 3472 w 4772168"/>
              <a:gd name="connsiteY3" fmla="*/ 2454838 h 2454838"/>
              <a:gd name="connsiteX4" fmla="*/ 0 w 4772168"/>
              <a:gd name="connsiteY4" fmla="*/ 2386084 h 2454838"/>
              <a:gd name="connsiteX5" fmla="*/ 2386084 w 4772168"/>
              <a:gd name="connsiteY5" fmla="*/ 0 h 2454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72168" h="2454838">
                <a:moveTo>
                  <a:pt x="2386084" y="0"/>
                </a:moveTo>
                <a:cubicBezTo>
                  <a:pt x="3703882" y="0"/>
                  <a:pt x="4772168" y="1068286"/>
                  <a:pt x="4772168" y="2386084"/>
                </a:cubicBezTo>
                <a:lnTo>
                  <a:pt x="4768696" y="2454838"/>
                </a:lnTo>
                <a:lnTo>
                  <a:pt x="3472" y="2454838"/>
                </a:lnTo>
                <a:lnTo>
                  <a:pt x="0" y="2386084"/>
                </a:lnTo>
                <a:cubicBezTo>
                  <a:pt x="0" y="1068286"/>
                  <a:pt x="1068286" y="0"/>
                  <a:pt x="2386084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58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7" name="任意多边形: 形状 16"/>
          <p:cNvSpPr/>
          <p:nvPr/>
        </p:nvSpPr>
        <p:spPr>
          <a:xfrm>
            <a:off x="4022090" y="4394835"/>
            <a:ext cx="4022090" cy="2157095"/>
          </a:xfrm>
          <a:custGeom>
            <a:avLst/>
            <a:gdLst>
              <a:gd name="connsiteX0" fmla="*/ 1596785 w 3193570"/>
              <a:gd name="connsiteY0" fmla="*/ 0 h 1665539"/>
              <a:gd name="connsiteX1" fmla="*/ 3193570 w 3193570"/>
              <a:gd name="connsiteY1" fmla="*/ 1596785 h 1665539"/>
              <a:gd name="connsiteX2" fmla="*/ 3190098 w 3193570"/>
              <a:gd name="connsiteY2" fmla="*/ 1665539 h 1665539"/>
              <a:gd name="connsiteX3" fmla="*/ 3472 w 3193570"/>
              <a:gd name="connsiteY3" fmla="*/ 1665539 h 1665539"/>
              <a:gd name="connsiteX4" fmla="*/ 0 w 3193570"/>
              <a:gd name="connsiteY4" fmla="*/ 1596785 h 1665539"/>
              <a:gd name="connsiteX5" fmla="*/ 1596785 w 3193570"/>
              <a:gd name="connsiteY5" fmla="*/ 0 h 1665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93570" h="1665539">
                <a:moveTo>
                  <a:pt x="1596785" y="0"/>
                </a:moveTo>
                <a:cubicBezTo>
                  <a:pt x="2478665" y="0"/>
                  <a:pt x="3193570" y="714905"/>
                  <a:pt x="3193570" y="1596785"/>
                </a:cubicBezTo>
                <a:lnTo>
                  <a:pt x="3190098" y="1665539"/>
                </a:lnTo>
                <a:lnTo>
                  <a:pt x="3472" y="1665539"/>
                </a:lnTo>
                <a:lnTo>
                  <a:pt x="0" y="1596785"/>
                </a:lnTo>
                <a:cubicBezTo>
                  <a:pt x="0" y="714905"/>
                  <a:pt x="714905" y="0"/>
                  <a:pt x="1596785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54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algn="ctr"/>
            <a:endParaRPr lang="zh-CN" altLang="en-US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4241165" y="6228080"/>
            <a:ext cx="591185" cy="1841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12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初创期</a:t>
            </a:r>
            <a:endParaRPr lang="zh-CN" altLang="en-US" sz="12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4337170" y="5750674"/>
            <a:ext cx="457200" cy="18415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zh-CN" sz="12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传播期</a:t>
            </a:r>
            <a:endParaRPr lang="zh-CN" sz="12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4794027" y="5087902"/>
            <a:ext cx="457200" cy="36893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zh-CN" sz="12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新品</a:t>
            </a:r>
            <a:endParaRPr lang="zh-CN" sz="12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sz="12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发布期</a:t>
            </a:r>
            <a:endParaRPr lang="zh-CN" sz="12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7362926" y="6270084"/>
            <a:ext cx="609600" cy="18415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zh-CN" altLang="en-US" sz="12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第二曲线</a:t>
            </a:r>
            <a:endParaRPr lang="zh-CN" altLang="en-US" sz="12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" name="直接连接符 1"/>
          <p:cNvCxnSpPr/>
          <p:nvPr/>
        </p:nvCxnSpPr>
        <p:spPr>
          <a:xfrm flipH="1" flipV="1">
            <a:off x="3211302" y="5819737"/>
            <a:ext cx="2896235" cy="720725"/>
          </a:xfrm>
          <a:prstGeom prst="line">
            <a:avLst/>
          </a:prstGeom>
          <a:noFill/>
          <a:ln w="9525" cap="flat" cmpd="sng" algn="ctr">
            <a:solidFill>
              <a:schemeClr val="bg1"/>
            </a:solidFill>
            <a:prstDash val="dash"/>
            <a:miter lim="800000"/>
          </a:ln>
          <a:effectLst/>
        </p:spPr>
      </p:cxnSp>
      <p:cxnSp>
        <p:nvCxnSpPr>
          <p:cNvPr id="81" name="直接连接符 80"/>
          <p:cNvCxnSpPr/>
          <p:nvPr/>
        </p:nvCxnSpPr>
        <p:spPr>
          <a:xfrm flipH="1" flipV="1">
            <a:off x="3653361" y="4786825"/>
            <a:ext cx="2466975" cy="1760220"/>
          </a:xfrm>
          <a:prstGeom prst="line">
            <a:avLst/>
          </a:prstGeom>
          <a:noFill/>
          <a:ln w="9525" cap="flat" cmpd="sng" algn="ctr">
            <a:solidFill>
              <a:schemeClr val="bg1"/>
            </a:solidFill>
            <a:prstDash val="dash"/>
            <a:miter lim="800000"/>
          </a:ln>
          <a:effectLst/>
        </p:spPr>
      </p:cxnSp>
      <p:cxnSp>
        <p:nvCxnSpPr>
          <p:cNvPr id="82" name="直接连接符 81"/>
          <p:cNvCxnSpPr/>
          <p:nvPr/>
        </p:nvCxnSpPr>
        <p:spPr>
          <a:xfrm flipH="1" flipV="1">
            <a:off x="4722942" y="3807160"/>
            <a:ext cx="1377950" cy="2713990"/>
          </a:xfrm>
          <a:prstGeom prst="line">
            <a:avLst/>
          </a:prstGeom>
          <a:noFill/>
          <a:ln w="9525" cap="flat" cmpd="sng" algn="ctr">
            <a:solidFill>
              <a:schemeClr val="bg1"/>
            </a:solidFill>
            <a:prstDash val="dash"/>
            <a:miter lim="800000"/>
          </a:ln>
          <a:effectLst/>
        </p:spPr>
      </p:cxnSp>
      <p:cxnSp>
        <p:nvCxnSpPr>
          <p:cNvPr id="3" name="直接连接符 2"/>
          <p:cNvCxnSpPr/>
          <p:nvPr/>
        </p:nvCxnSpPr>
        <p:spPr>
          <a:xfrm flipV="1">
            <a:off x="6145497" y="5877701"/>
            <a:ext cx="2693670" cy="643890"/>
          </a:xfrm>
          <a:prstGeom prst="line">
            <a:avLst/>
          </a:prstGeom>
          <a:noFill/>
          <a:ln w="9525" cap="flat" cmpd="sng" algn="ctr">
            <a:solidFill>
              <a:schemeClr val="bg1"/>
            </a:solidFill>
            <a:prstDash val="dash"/>
            <a:miter lim="800000"/>
          </a:ln>
          <a:effectLst/>
        </p:spPr>
      </p:cxnSp>
      <p:cxnSp>
        <p:nvCxnSpPr>
          <p:cNvPr id="84" name="直接连接符 83"/>
          <p:cNvCxnSpPr/>
          <p:nvPr/>
        </p:nvCxnSpPr>
        <p:spPr>
          <a:xfrm flipV="1">
            <a:off x="6094599" y="4838439"/>
            <a:ext cx="2387600" cy="1695450"/>
          </a:xfrm>
          <a:prstGeom prst="line">
            <a:avLst/>
          </a:prstGeom>
          <a:noFill/>
          <a:ln w="9525" cap="flat" cmpd="sng" algn="ctr">
            <a:solidFill>
              <a:schemeClr val="bg1"/>
            </a:solidFill>
            <a:prstDash val="dash"/>
            <a:miter lim="800000"/>
          </a:ln>
          <a:effectLst/>
        </p:spPr>
      </p:cxnSp>
      <p:cxnSp>
        <p:nvCxnSpPr>
          <p:cNvPr id="85" name="直接连接符 84"/>
          <p:cNvCxnSpPr/>
          <p:nvPr/>
        </p:nvCxnSpPr>
        <p:spPr>
          <a:xfrm flipV="1">
            <a:off x="6114043" y="3889255"/>
            <a:ext cx="1368425" cy="2632075"/>
          </a:xfrm>
          <a:prstGeom prst="line">
            <a:avLst/>
          </a:prstGeom>
          <a:noFill/>
          <a:ln w="9525" cap="flat" cmpd="sng" algn="ctr">
            <a:solidFill>
              <a:schemeClr val="bg1"/>
            </a:solidFill>
            <a:prstDash val="dash"/>
            <a:miter lim="800000"/>
          </a:ln>
          <a:effectLst/>
        </p:spPr>
      </p:cxnSp>
      <p:cxnSp>
        <p:nvCxnSpPr>
          <p:cNvPr id="86" name="直接连接符 85"/>
          <p:cNvCxnSpPr/>
          <p:nvPr/>
        </p:nvCxnSpPr>
        <p:spPr>
          <a:xfrm flipH="1" flipV="1">
            <a:off x="6088192" y="3469975"/>
            <a:ext cx="8255" cy="3082290"/>
          </a:xfrm>
          <a:prstGeom prst="line">
            <a:avLst/>
          </a:prstGeom>
          <a:noFill/>
          <a:ln w="9525" cap="flat" cmpd="sng" algn="ctr">
            <a:solidFill>
              <a:schemeClr val="bg1"/>
            </a:solidFill>
            <a:prstDash val="dash"/>
            <a:miter lim="800000"/>
          </a:ln>
          <a:effectLst/>
        </p:spPr>
      </p:cxnSp>
      <p:sp>
        <p:nvSpPr>
          <p:cNvPr id="90" name="任意多边形: 形状 17"/>
          <p:cNvSpPr/>
          <p:nvPr/>
        </p:nvSpPr>
        <p:spPr>
          <a:xfrm>
            <a:off x="4925219" y="5323745"/>
            <a:ext cx="2215832" cy="1211603"/>
          </a:xfrm>
          <a:custGeom>
            <a:avLst/>
            <a:gdLst>
              <a:gd name="connsiteX0" fmla="*/ 980364 w 1960728"/>
              <a:gd name="connsiteY0" fmla="*/ 0 h 1049118"/>
              <a:gd name="connsiteX1" fmla="*/ 1960728 w 1960728"/>
              <a:gd name="connsiteY1" fmla="*/ 980364 h 1049118"/>
              <a:gd name="connsiteX2" fmla="*/ 1953797 w 1960728"/>
              <a:gd name="connsiteY2" fmla="*/ 1049118 h 1049118"/>
              <a:gd name="connsiteX3" fmla="*/ 6931 w 1960728"/>
              <a:gd name="connsiteY3" fmla="*/ 1049118 h 1049118"/>
              <a:gd name="connsiteX4" fmla="*/ 0 w 1960728"/>
              <a:gd name="connsiteY4" fmla="*/ 980364 h 1049118"/>
              <a:gd name="connsiteX5" fmla="*/ 980364 w 1960728"/>
              <a:gd name="connsiteY5" fmla="*/ 0 h 1049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60728" h="1049118">
                <a:moveTo>
                  <a:pt x="980364" y="0"/>
                </a:moveTo>
                <a:cubicBezTo>
                  <a:pt x="1521804" y="0"/>
                  <a:pt x="1960728" y="438924"/>
                  <a:pt x="1960728" y="980364"/>
                </a:cubicBezTo>
                <a:lnTo>
                  <a:pt x="1953797" y="1049118"/>
                </a:lnTo>
                <a:lnTo>
                  <a:pt x="6931" y="1049118"/>
                </a:lnTo>
                <a:lnTo>
                  <a:pt x="0" y="980364"/>
                </a:lnTo>
                <a:cubicBezTo>
                  <a:pt x="0" y="438924"/>
                  <a:pt x="438924" y="0"/>
                  <a:pt x="980364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100000">
                <a:schemeClr val="accent5"/>
              </a:gs>
            </a:gsLst>
            <a:lin ang="54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algn="ctr"/>
            <a:endParaRPr lang="zh-CN" altLang="en-US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1" name="文本框 90"/>
          <p:cNvSpPr txBox="1"/>
          <p:nvPr/>
        </p:nvSpPr>
        <p:spPr>
          <a:xfrm>
            <a:off x="5571687" y="5756190"/>
            <a:ext cx="1016000" cy="61531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品牌战略</a:t>
            </a:r>
            <a:endParaRPr 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成长阶段</a:t>
            </a:r>
            <a:endParaRPr 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5" name="文本框 94"/>
          <p:cNvSpPr txBox="1"/>
          <p:nvPr/>
        </p:nvSpPr>
        <p:spPr>
          <a:xfrm>
            <a:off x="5526525" y="4841989"/>
            <a:ext cx="457200" cy="18415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zh-CN" sz="12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成长期</a:t>
            </a:r>
            <a:endParaRPr lang="zh-CN" sz="12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9" name="文本框 98"/>
          <p:cNvSpPr txBox="1"/>
          <p:nvPr/>
        </p:nvSpPr>
        <p:spPr>
          <a:xfrm>
            <a:off x="3300095" y="6311900"/>
            <a:ext cx="591185" cy="15367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</a:t>
            </a:r>
            <a:r>
              <a:rPr lang="en-US" altLang="zh-CN" sz="1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</a:t>
            </a:r>
            <a:endParaRPr lang="zh-CN" altLang="en-US" sz="1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1" name="文本框 100"/>
          <p:cNvSpPr txBox="1"/>
          <p:nvPr/>
        </p:nvSpPr>
        <p:spPr>
          <a:xfrm>
            <a:off x="3479800" y="5596890"/>
            <a:ext cx="591185" cy="15367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</a:t>
            </a:r>
            <a:r>
              <a:rPr lang="en-US" altLang="zh-CN" sz="1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II</a:t>
            </a:r>
            <a:endParaRPr lang="zh-CN" altLang="en-US" sz="1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3" name="文本框 102"/>
          <p:cNvSpPr txBox="1"/>
          <p:nvPr/>
        </p:nvSpPr>
        <p:spPr>
          <a:xfrm>
            <a:off x="4149725" y="4747895"/>
            <a:ext cx="591185" cy="15367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</a:t>
            </a:r>
            <a:r>
              <a:rPr lang="en-US" altLang="zh-CN" sz="1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III</a:t>
            </a:r>
            <a:endParaRPr lang="zh-CN" altLang="en-US" sz="1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6" name="文本框 105"/>
          <p:cNvSpPr txBox="1"/>
          <p:nvPr/>
        </p:nvSpPr>
        <p:spPr>
          <a:xfrm>
            <a:off x="5299075" y="4192270"/>
            <a:ext cx="591185" cy="15367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</a:t>
            </a:r>
            <a:r>
              <a:rPr lang="en-US" altLang="zh-CN" sz="1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IV</a:t>
            </a:r>
            <a:endParaRPr lang="zh-CN" altLang="en-US" sz="1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7" name="文本框 106"/>
          <p:cNvSpPr txBox="1"/>
          <p:nvPr/>
        </p:nvSpPr>
        <p:spPr>
          <a:xfrm>
            <a:off x="6277730" y="4748009"/>
            <a:ext cx="457200" cy="36893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zh-CN" sz="12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</a:t>
            </a:r>
            <a:endParaRPr lang="zh-CN" sz="12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sz="12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产出期</a:t>
            </a:r>
            <a:endParaRPr lang="zh-CN" sz="12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8" name="文本框 107"/>
          <p:cNvSpPr txBox="1"/>
          <p:nvPr/>
        </p:nvSpPr>
        <p:spPr>
          <a:xfrm>
            <a:off x="6942575" y="5259819"/>
            <a:ext cx="457200" cy="18415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zh-CN" sz="12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成熟期</a:t>
            </a:r>
            <a:endParaRPr lang="zh-CN" sz="12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9" name="文本框 108"/>
          <p:cNvSpPr txBox="1"/>
          <p:nvPr/>
        </p:nvSpPr>
        <p:spPr>
          <a:xfrm>
            <a:off x="7317225" y="5781789"/>
            <a:ext cx="457200" cy="18415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zh-CN" sz="12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衰退期</a:t>
            </a:r>
            <a:endParaRPr lang="zh-CN" sz="12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1" name="文本框 110"/>
          <p:cNvSpPr txBox="1"/>
          <p:nvPr/>
        </p:nvSpPr>
        <p:spPr>
          <a:xfrm>
            <a:off x="6377305" y="4192270"/>
            <a:ext cx="591185" cy="15367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</a:t>
            </a:r>
            <a:r>
              <a:rPr lang="en-US" altLang="zh-CN" sz="1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V</a:t>
            </a:r>
            <a:endParaRPr lang="en-US" altLang="zh-CN" sz="1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3" name="文本框 112"/>
          <p:cNvSpPr txBox="1"/>
          <p:nvPr/>
        </p:nvSpPr>
        <p:spPr>
          <a:xfrm>
            <a:off x="7477760" y="4747895"/>
            <a:ext cx="591185" cy="15367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</a:t>
            </a:r>
            <a:r>
              <a:rPr lang="en-US" altLang="zh-CN" sz="1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VI</a:t>
            </a:r>
            <a:endParaRPr lang="en-US" altLang="zh-CN" sz="1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5" name="文本框 114"/>
          <p:cNvSpPr txBox="1"/>
          <p:nvPr/>
        </p:nvSpPr>
        <p:spPr>
          <a:xfrm>
            <a:off x="8075295" y="5674995"/>
            <a:ext cx="591185" cy="15367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</a:t>
            </a:r>
            <a:r>
              <a:rPr lang="en-US" altLang="zh-CN" sz="1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VII</a:t>
            </a:r>
            <a:endParaRPr lang="en-US" altLang="zh-CN" sz="1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7" name="文本框 116"/>
          <p:cNvSpPr txBox="1"/>
          <p:nvPr/>
        </p:nvSpPr>
        <p:spPr>
          <a:xfrm>
            <a:off x="8224520" y="6311900"/>
            <a:ext cx="591185" cy="15367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</a:t>
            </a:r>
            <a:r>
              <a:rPr lang="en-US" altLang="zh-CN" sz="1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VIII</a:t>
            </a:r>
            <a:endParaRPr lang="en-US" altLang="zh-CN" sz="1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2" name="KMA6C131B21"/>
          <p:cNvSpPr>
            <a:spLocks noChangeArrowheads="1"/>
          </p:cNvSpPr>
          <p:nvPr>
            <p:custDataLst>
              <p:tags r:id="rId3"/>
            </p:custDataLst>
          </p:nvPr>
        </p:nvSpPr>
        <p:spPr bwMode="gray">
          <a:xfrm>
            <a:off x="2421255" y="2967355"/>
            <a:ext cx="1979930" cy="8928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44546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E7E6E6"/>
                  </a:outerShdw>
                </a:effectLst>
              </a14:hiddenEffects>
            </a:ext>
          </a:extLst>
        </p:spPr>
        <p:txBody>
          <a:bodyPr wrap="square" lIns="46788" tIns="46788" rIns="46788" bIns="46788">
            <a:spAutoFit/>
          </a:bodyPr>
          <a:lstStyle/>
          <a:p>
            <a:pPr marL="285750" marR="0" lvl="1" indent="-114300" algn="l" defTabSz="981075" rtl="0" eaLnBrk="0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微软雅黑" panose="020B0503020204020204" charset="-122"/>
              <a:buChar char="-"/>
              <a:defRPr/>
            </a:pPr>
            <a:r>
              <a:rPr lang="zh-CN" altLang="en-US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新品订单促进成交</a:t>
            </a:r>
            <a:endParaRPr lang="zh-CN" altLang="en-US" sz="10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marR="0" lvl="1" indent="-114300" algn="l" defTabSz="981075" rtl="0" eaLnBrk="0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微软雅黑" panose="020B0503020204020204" charset="-122"/>
              <a:buChar char="-"/>
              <a:defRPr/>
            </a:pPr>
            <a:r>
              <a:rPr lang="zh-CN" altLang="en-US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专注潜客运营，激励销售转化场景，赋能产品成交</a:t>
            </a:r>
            <a:endParaRPr lang="zh-CN" altLang="en-US" sz="10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marR="0" lvl="1" indent="-114300" algn="l" defTabSz="981075" rtl="0" eaLnBrk="0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微软雅黑" panose="020B0503020204020204" charset="-122"/>
              <a:buChar char="-"/>
              <a:defRPr/>
            </a:pPr>
            <a:r>
              <a:rPr lang="zh-CN" altLang="en-US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维系首批保客的用户口碑</a:t>
            </a:r>
            <a:endParaRPr lang="zh-CN" altLang="en-US" sz="10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5" name="KMA6C131B21"/>
          <p:cNvSpPr>
            <a:spLocks noChangeArrowheads="1"/>
          </p:cNvSpPr>
          <p:nvPr>
            <p:custDataLst>
              <p:tags r:id="rId4"/>
            </p:custDataLst>
          </p:nvPr>
        </p:nvSpPr>
        <p:spPr bwMode="gray">
          <a:xfrm>
            <a:off x="5947410" y="2096135"/>
            <a:ext cx="2082165" cy="10928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44546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E7E6E6"/>
                  </a:outerShdw>
                </a:effectLst>
              </a14:hiddenEffects>
            </a:ext>
          </a:extLst>
        </p:spPr>
        <p:txBody>
          <a:bodyPr wrap="square" lIns="46788" tIns="46788" rIns="46788" bIns="46788">
            <a:spAutoFit/>
          </a:bodyPr>
          <a:lstStyle/>
          <a:p>
            <a:pPr marL="285750" marR="0" lvl="1" indent="-114300" algn="l" defTabSz="981075" rtl="0" eaLnBrk="0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微软雅黑" panose="020B0503020204020204" charset="-122"/>
              <a:buChar char="-"/>
              <a:defRPr/>
            </a:pPr>
            <a:r>
              <a:rPr lang="zh-CN" altLang="en-US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促进保有客户的有效活跃，引导客户的衍生消费场景产出</a:t>
            </a:r>
            <a:endParaRPr lang="zh-CN" altLang="en-US" sz="10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marR="0" lvl="1" indent="-114300" algn="l" defTabSz="981075" rtl="0" eaLnBrk="0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微软雅黑" panose="020B0503020204020204" charset="-122"/>
              <a:buChar char="-"/>
              <a:defRPr/>
            </a:pPr>
            <a:r>
              <a:rPr lang="zh-CN" altLang="en-US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引导保有客户推荐购及增再购</a:t>
            </a:r>
            <a:endParaRPr lang="zh-CN" altLang="en-US" sz="10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marR="0" lvl="1" indent="-114300" algn="l" defTabSz="981075" rtl="0" eaLnBrk="0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微软雅黑" panose="020B0503020204020204" charset="-122"/>
              <a:buChar char="-"/>
              <a:defRPr/>
            </a:pPr>
            <a:r>
              <a:rPr lang="zh-CN" altLang="en-US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激励保有客户的口碑传播与品牌形象的进一步提升。</a:t>
            </a:r>
            <a:endParaRPr lang="zh-CN" altLang="en-US" sz="10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9" name="KMA6C131B21"/>
          <p:cNvSpPr>
            <a:spLocks noChangeArrowheads="1"/>
          </p:cNvSpPr>
          <p:nvPr>
            <p:custDataLst>
              <p:tags r:id="rId5"/>
            </p:custDataLst>
          </p:nvPr>
        </p:nvSpPr>
        <p:spPr bwMode="gray">
          <a:xfrm>
            <a:off x="7745730" y="2981325"/>
            <a:ext cx="2082165" cy="10928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44546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E7E6E6"/>
                  </a:outerShdw>
                </a:effectLst>
              </a14:hiddenEffects>
            </a:ext>
          </a:extLst>
        </p:spPr>
        <p:txBody>
          <a:bodyPr wrap="square" lIns="46788" tIns="46788" rIns="46788" bIns="46788">
            <a:spAutoFit/>
          </a:bodyPr>
          <a:lstStyle/>
          <a:p>
            <a:pPr marL="285750" marR="0" lvl="1" indent="-114300" algn="l" defTabSz="981075" rtl="0" eaLnBrk="0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微软雅黑" panose="020B0503020204020204" charset="-122"/>
              <a:buChar char="-"/>
              <a:defRPr/>
            </a:pPr>
            <a:r>
              <a:rPr lang="zh-CN" altLang="en-US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全生命周期完整运营</a:t>
            </a:r>
            <a:endParaRPr lang="zh-CN" altLang="en-US" sz="10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marR="0" lvl="1" indent="-114300" algn="l" defTabSz="981075" rtl="0" eaLnBrk="0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微软雅黑" panose="020B0503020204020204" charset="-122"/>
              <a:buChar char="-"/>
              <a:defRPr/>
            </a:pPr>
            <a:r>
              <a:rPr lang="zh-CN" altLang="en-US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实现客户全生命周期用户运营场景的</a:t>
            </a:r>
            <a:endParaRPr lang="zh-CN" altLang="en-US" sz="10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marR="0" lvl="1" indent="-114300" algn="l" defTabSz="981075" rtl="0" eaLnBrk="0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微软雅黑" panose="020B0503020204020204" charset="-122"/>
              <a:buChar char="-"/>
              <a:defRPr/>
            </a:pPr>
            <a:r>
              <a:rPr lang="zh-CN" altLang="en-US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完整布局和精益运营</a:t>
            </a:r>
            <a:endParaRPr lang="zh-CN" altLang="en-US" sz="10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marR="0" lvl="1" indent="-114300" algn="l" defTabSz="981075" rtl="0" eaLnBrk="0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微软雅黑" panose="020B0503020204020204" charset="-122"/>
              <a:buChar char="-"/>
              <a:defRPr/>
            </a:pPr>
            <a:r>
              <a:rPr lang="zh-CN" altLang="en-US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聚焦保客高价值场景的激励</a:t>
            </a:r>
            <a:endParaRPr lang="zh-CN" altLang="en-US" sz="10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1" name="KMA6C131B21"/>
          <p:cNvSpPr>
            <a:spLocks noChangeArrowheads="1"/>
          </p:cNvSpPr>
          <p:nvPr>
            <p:custDataLst>
              <p:tags r:id="rId6"/>
            </p:custDataLst>
          </p:nvPr>
        </p:nvSpPr>
        <p:spPr bwMode="gray">
          <a:xfrm>
            <a:off x="8885555" y="5828665"/>
            <a:ext cx="2277110" cy="6927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44546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E7E6E6"/>
                  </a:outerShdw>
                </a:effectLst>
              </a14:hiddenEffects>
            </a:ext>
          </a:extLst>
        </p:spPr>
        <p:txBody>
          <a:bodyPr wrap="square" lIns="46788" tIns="46788" rIns="46788" bIns="46788">
            <a:spAutoFit/>
          </a:bodyPr>
          <a:lstStyle/>
          <a:p>
            <a:pPr marL="285750" marR="0" lvl="1" indent="-114300" algn="l" defTabSz="981075" rtl="0" eaLnBrk="0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微软雅黑" panose="020B0503020204020204" charset="-122"/>
              <a:buChar char="-"/>
              <a:defRPr/>
            </a:pPr>
            <a:r>
              <a:rPr lang="zh-CN" altLang="en-US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维系高价值客户；</a:t>
            </a:r>
            <a:endParaRPr lang="zh-CN" altLang="en-US" sz="10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marR="0" lvl="1" indent="-114300" algn="l" defTabSz="981075" rtl="0" eaLnBrk="0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微软雅黑" panose="020B0503020204020204" charset="-122"/>
              <a:buChar char="-"/>
              <a:defRPr/>
            </a:pPr>
            <a:r>
              <a:rPr lang="zh-CN" altLang="en-US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引导保客向新品牌转化</a:t>
            </a:r>
            <a:endParaRPr lang="zh-CN" altLang="en-US" sz="10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marR="0" lvl="1" indent="-114300" algn="l" defTabSz="981075" rtl="0" eaLnBrk="0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微软雅黑" panose="020B0503020204020204" charset="-122"/>
              <a:buChar char="-"/>
              <a:defRPr/>
            </a:pPr>
            <a:r>
              <a:rPr lang="zh-CN" altLang="en-US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培养新粉丝基盘；</a:t>
            </a:r>
            <a:endParaRPr lang="zh-CN" altLang="en-US" sz="10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KMA6C131B21"/>
          <p:cNvSpPr>
            <a:spLocks noChangeArrowheads="1"/>
          </p:cNvSpPr>
          <p:nvPr>
            <p:custDataLst>
              <p:tags r:id="rId7"/>
            </p:custDataLst>
          </p:nvPr>
        </p:nvSpPr>
        <p:spPr bwMode="gray">
          <a:xfrm>
            <a:off x="4149725" y="2040890"/>
            <a:ext cx="1833880" cy="12928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44546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E7E6E6"/>
                  </a:outerShdw>
                </a:effectLst>
              </a14:hiddenEffects>
            </a:ext>
          </a:extLst>
        </p:spPr>
        <p:txBody>
          <a:bodyPr wrap="square" lIns="46788" tIns="46788" rIns="46788" bIns="46788">
            <a:spAutoFit/>
          </a:bodyPr>
          <a:lstStyle/>
          <a:p>
            <a:pPr marL="285750" marR="0" lvl="1" indent="-114300" algn="l" defTabSz="981075" rtl="0" eaLnBrk="0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微软雅黑" panose="020B0503020204020204" charset="-122"/>
              <a:buChar char="-"/>
              <a:defRPr/>
            </a:pPr>
            <a:r>
              <a:rPr lang="zh-CN" altLang="en-US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帮助品牌获得稳定流量，让品牌活跃在用户视野里</a:t>
            </a:r>
            <a:endParaRPr lang="zh-CN" altLang="en-US" sz="10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marR="0" lvl="1" indent="-114300" algn="l" defTabSz="981075" rtl="0" eaLnBrk="0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微软雅黑" panose="020B0503020204020204" charset="-122"/>
              <a:buChar char="-"/>
              <a:defRPr/>
            </a:pPr>
            <a:r>
              <a:rPr lang="zh-CN" altLang="en-US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曝光为主，获得热度比传播品牌价值更为重要</a:t>
            </a:r>
            <a:endParaRPr lang="zh-CN" altLang="en-US" sz="10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marR="0" lvl="1" indent="-114300" algn="l" defTabSz="981075" rtl="0" eaLnBrk="0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微软雅黑" panose="020B0503020204020204" charset="-122"/>
              <a:buChar char="-"/>
              <a:defRPr/>
            </a:pPr>
            <a:r>
              <a:rPr lang="zh-CN" altLang="en-US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通过打造价值观，与消费者建立更深度的关系</a:t>
            </a:r>
            <a:endParaRPr lang="zh-CN" altLang="en-US" sz="10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5" name="KMA6C131B21"/>
          <p:cNvSpPr>
            <a:spLocks noChangeArrowheads="1"/>
          </p:cNvSpPr>
          <p:nvPr>
            <p:custDataLst>
              <p:tags r:id="rId8"/>
            </p:custDataLst>
          </p:nvPr>
        </p:nvSpPr>
        <p:spPr bwMode="gray">
          <a:xfrm>
            <a:off x="8616315" y="4549140"/>
            <a:ext cx="1932305" cy="10928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44546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E7E6E6"/>
                  </a:outerShdw>
                </a:effectLst>
              </a14:hiddenEffects>
            </a:ext>
          </a:extLst>
        </p:spPr>
        <p:txBody>
          <a:bodyPr wrap="square" lIns="46788" tIns="46788" rIns="46788" bIns="46788">
            <a:spAutoFit/>
          </a:bodyPr>
          <a:lstStyle/>
          <a:p>
            <a:pPr marL="285750" marR="0" lvl="1" indent="-114300" algn="l" defTabSz="981075" rtl="0" eaLnBrk="0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微软雅黑" panose="020B0503020204020204" charset="-122"/>
              <a:buChar char="-"/>
              <a:defRPr/>
            </a:pPr>
            <a:r>
              <a:rPr lang="zh-CN" altLang="en-US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进入衰退期出现老用户流失，新用户承接不上问题；</a:t>
            </a:r>
            <a:endParaRPr lang="zh-CN" altLang="en-US" sz="10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marR="0" lvl="1" indent="-114300" algn="l" defTabSz="981075" rtl="0" eaLnBrk="0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微软雅黑" panose="020B0503020204020204" charset="-122"/>
              <a:buChar char="-"/>
              <a:defRPr/>
            </a:pPr>
            <a:r>
              <a:rPr lang="zh-CN" altLang="en-US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从根本上优化产品和品牌实现品牌焕新，以便重新进入受众视野。</a:t>
            </a:r>
            <a:endParaRPr lang="zh-CN" altLang="en-US" sz="10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2" name="图片 51" descr="1初创期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479800" y="6015990"/>
            <a:ext cx="220980" cy="220980"/>
          </a:xfrm>
          <a:prstGeom prst="rect">
            <a:avLst/>
          </a:prstGeom>
        </p:spPr>
      </p:pic>
      <p:pic>
        <p:nvPicPr>
          <p:cNvPr id="53" name="图片 52" descr="单点重建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397240" y="6015990"/>
            <a:ext cx="245745" cy="245745"/>
          </a:xfrm>
          <a:prstGeom prst="rect">
            <a:avLst/>
          </a:prstGeom>
        </p:spPr>
      </p:pic>
      <p:pic>
        <p:nvPicPr>
          <p:cNvPr id="55" name="图片 54" descr="3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629660" y="5153660"/>
            <a:ext cx="591820" cy="479425"/>
          </a:xfrm>
          <a:prstGeom prst="rect">
            <a:avLst/>
          </a:prstGeom>
        </p:spPr>
      </p:pic>
      <p:pic>
        <p:nvPicPr>
          <p:cNvPr id="56" name="图片 55" descr="最新上架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271010" y="4300855"/>
            <a:ext cx="349250" cy="337820"/>
          </a:xfrm>
          <a:prstGeom prst="rect">
            <a:avLst/>
          </a:prstGeom>
        </p:spPr>
      </p:pic>
      <p:pic>
        <p:nvPicPr>
          <p:cNvPr id="57" name="图片 56" descr="成长期（点亮后）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448935" y="3742055"/>
            <a:ext cx="320040" cy="320040"/>
          </a:xfrm>
          <a:prstGeom prst="rect">
            <a:avLst/>
          </a:prstGeom>
        </p:spPr>
      </p:pic>
      <p:pic>
        <p:nvPicPr>
          <p:cNvPr id="58" name="图片 57" descr="业绩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461125" y="3726815"/>
            <a:ext cx="408305" cy="408305"/>
          </a:xfrm>
          <a:prstGeom prst="rect">
            <a:avLst/>
          </a:prstGeom>
        </p:spPr>
      </p:pic>
      <p:pic>
        <p:nvPicPr>
          <p:cNvPr id="59" name="图片 58" descr="成熟期"/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 rot="20640000">
            <a:off x="7637145" y="4324350"/>
            <a:ext cx="321310" cy="321310"/>
          </a:xfrm>
          <a:prstGeom prst="rect">
            <a:avLst/>
          </a:prstGeom>
        </p:spPr>
      </p:pic>
      <p:pic>
        <p:nvPicPr>
          <p:cNvPr id="61" name="图片 60" descr="损失"/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8144510" y="5213350"/>
            <a:ext cx="408940" cy="408940"/>
          </a:xfrm>
          <a:prstGeom prst="rect">
            <a:avLst/>
          </a:prstGeom>
        </p:spPr>
      </p:pic>
      <p:sp>
        <p:nvSpPr>
          <p:cNvPr id="105" name="文本框 104"/>
          <p:cNvSpPr txBox="1"/>
          <p:nvPr/>
        </p:nvSpPr>
        <p:spPr>
          <a:xfrm rot="1740000" flipH="1">
            <a:off x="7383780" y="1103630"/>
            <a:ext cx="1072515" cy="68135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sz="2400" spc="150">
                <a:solidFill>
                  <a:schemeClr val="bg1"/>
                </a:solidFill>
              </a:defRPr>
            </a:lvl1pPr>
          </a:lstStyle>
          <a:p>
            <a:r>
              <a:rPr lang="zh-CN" altLang="en-US" sz="1600" spc="0" dirty="0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保客</a:t>
            </a:r>
            <a:endParaRPr lang="zh-CN" altLang="en-US" sz="1600" spc="0" dirty="0"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  <a:p>
            <a:r>
              <a:rPr lang="zh-CN" altLang="en-US" sz="1600" spc="0" dirty="0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激励</a:t>
            </a:r>
            <a:endParaRPr lang="zh-CN" altLang="en-US" sz="1600" spc="0" dirty="0"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cxnSp>
        <p:nvCxnSpPr>
          <p:cNvPr id="138" name="直接连接符 137"/>
          <p:cNvCxnSpPr/>
          <p:nvPr/>
        </p:nvCxnSpPr>
        <p:spPr>
          <a:xfrm flipH="1" flipV="1">
            <a:off x="1269472" y="5342217"/>
            <a:ext cx="1917700" cy="466725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miter lim="800000"/>
          </a:ln>
          <a:effectLst/>
        </p:spPr>
      </p:cxnSp>
      <p:cxnSp>
        <p:nvCxnSpPr>
          <p:cNvPr id="140" name="直接连接符 139"/>
          <p:cNvCxnSpPr/>
          <p:nvPr/>
        </p:nvCxnSpPr>
        <p:spPr>
          <a:xfrm flipH="1" flipV="1">
            <a:off x="2030936" y="3622235"/>
            <a:ext cx="1610360" cy="114935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miter lim="800000"/>
          </a:ln>
          <a:effectLst/>
        </p:spPr>
      </p:cxnSp>
      <p:cxnSp>
        <p:nvCxnSpPr>
          <p:cNvPr id="152" name="直接连接符 151"/>
          <p:cNvCxnSpPr/>
          <p:nvPr/>
        </p:nvCxnSpPr>
        <p:spPr>
          <a:xfrm flipH="1" flipV="1">
            <a:off x="3826716" y="2016955"/>
            <a:ext cx="899795" cy="1786255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miter lim="800000"/>
          </a:ln>
          <a:effectLst/>
        </p:spPr>
      </p:cxnSp>
      <p:cxnSp>
        <p:nvCxnSpPr>
          <p:cNvPr id="153" name="直接连接符 152"/>
          <p:cNvCxnSpPr/>
          <p:nvPr/>
        </p:nvCxnSpPr>
        <p:spPr>
          <a:xfrm flipV="1">
            <a:off x="6088586" y="1483555"/>
            <a:ext cx="9525" cy="202438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miter lim="800000"/>
          </a:ln>
          <a:effectLst/>
        </p:spPr>
      </p:cxnSp>
      <p:sp>
        <p:nvSpPr>
          <p:cNvPr id="157" name="KMA6C131B21"/>
          <p:cNvSpPr>
            <a:spLocks noChangeArrowheads="1"/>
          </p:cNvSpPr>
          <p:nvPr>
            <p:custDataLst>
              <p:tags r:id="rId25"/>
            </p:custDataLst>
          </p:nvPr>
        </p:nvSpPr>
        <p:spPr bwMode="gray">
          <a:xfrm>
            <a:off x="1448435" y="4330700"/>
            <a:ext cx="1979930" cy="11963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44546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E7E6E6"/>
                  </a:outerShdw>
                </a:effectLst>
              </a14:hiddenEffects>
            </a:ext>
          </a:extLst>
        </p:spPr>
        <p:txBody>
          <a:bodyPr wrap="square" lIns="46788" tIns="46788" rIns="46788" bIns="46788">
            <a:noAutofit/>
          </a:bodyPr>
          <a:lstStyle/>
          <a:p>
            <a:pPr marL="285750" marR="0" lvl="1" indent="-114300" algn="l" defTabSz="981075" rtl="0" eaLnBrk="0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微软雅黑" panose="020B0503020204020204" charset="-122"/>
              <a:buChar char="-"/>
              <a:defRPr/>
            </a:pPr>
            <a:r>
              <a:rPr lang="zh-CN" altLang="en-US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互动传播美誉度提升</a:t>
            </a:r>
            <a:endParaRPr lang="zh-CN" altLang="en-US" sz="10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marR="0" lvl="1" indent="-114300" algn="l" defTabSz="981075" rtl="0" eaLnBrk="0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微软雅黑" panose="020B0503020204020204" charset="-122"/>
              <a:buChar char="-"/>
              <a:defRPr/>
            </a:pPr>
            <a:r>
              <a:rPr lang="zh-CN" altLang="en-US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对基盘用户有效促活，传递产品设计理念</a:t>
            </a:r>
            <a:endParaRPr lang="zh-CN" altLang="en-US" sz="10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marR="0" lvl="1" indent="-114300" algn="l" defTabSz="981075" rtl="0" eaLnBrk="0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微软雅黑" panose="020B0503020204020204" charset="-122"/>
              <a:buChar char="-"/>
              <a:defRPr/>
            </a:pPr>
            <a:r>
              <a:rPr lang="zh-CN" altLang="en-US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培养第一批种子用户，为新品上市销售预热准备</a:t>
            </a:r>
            <a:endParaRPr lang="zh-CN" altLang="en-US" sz="10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marR="0" lvl="1" indent="0" algn="l" defTabSz="981075" rtl="0" eaLnBrk="0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微软雅黑" panose="020B0503020204020204" charset="-122"/>
              <a:buNone/>
              <a:defRPr/>
            </a:pPr>
            <a:endParaRPr lang="zh-CN" altLang="en-US" sz="10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1" name="KMA6C131B21"/>
          <p:cNvSpPr>
            <a:spLocks noChangeArrowheads="1"/>
          </p:cNvSpPr>
          <p:nvPr>
            <p:custDataLst>
              <p:tags r:id="rId26"/>
            </p:custDataLst>
          </p:nvPr>
        </p:nvSpPr>
        <p:spPr bwMode="gray">
          <a:xfrm>
            <a:off x="1041400" y="5683250"/>
            <a:ext cx="1819910" cy="869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44546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E7E6E6"/>
                  </a:outerShdw>
                </a:effectLst>
              </a14:hiddenEffects>
            </a:ext>
          </a:extLst>
        </p:spPr>
        <p:txBody>
          <a:bodyPr wrap="square" lIns="46788" tIns="46788" rIns="46788" bIns="46788">
            <a:noAutofit/>
          </a:bodyPr>
          <a:lstStyle/>
          <a:p>
            <a:pPr marL="285750" marR="0" lvl="1" indent="-114300" algn="l" defTabSz="981075" rtl="0" eaLnBrk="0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微软雅黑" panose="020B0503020204020204" charset="-122"/>
              <a:buChar char="-"/>
              <a:defRPr/>
            </a:pPr>
            <a:r>
              <a:rPr lang="zh-CN" altLang="en-US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配合新品牌宣传，通过公私域传递品牌理念</a:t>
            </a:r>
            <a:endParaRPr lang="zh-CN" altLang="en-US" sz="10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marR="0" lvl="1" indent="-114300" algn="l" defTabSz="981075" rtl="0" eaLnBrk="0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微软雅黑" panose="020B0503020204020204" charset="-122"/>
              <a:buChar char="-"/>
              <a:defRPr/>
            </a:pPr>
            <a:r>
              <a:rPr lang="zh-CN" altLang="en-US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专注粉丝拉新，构建用户运营基本盘</a:t>
            </a:r>
            <a:endParaRPr lang="zh-CN" altLang="en-US" sz="10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marR="0" lvl="1" indent="0" algn="l" defTabSz="981075" rtl="0" eaLnBrk="0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微软雅黑" panose="020B0503020204020204" charset="-122"/>
              <a:buNone/>
              <a:defRPr/>
            </a:pPr>
            <a:endParaRPr lang="zh-CN" altLang="en-US" sz="10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7" name="泪滴形 13"/>
          <p:cNvSpPr/>
          <p:nvPr/>
        </p:nvSpPr>
        <p:spPr>
          <a:xfrm rot="6645395">
            <a:off x="2479675" y="2024380"/>
            <a:ext cx="680085" cy="694690"/>
          </a:xfrm>
          <a:prstGeom prst="teardrop">
            <a:avLst/>
          </a:prstGeom>
          <a:gradFill>
            <a:gsLst>
              <a:gs pos="100000">
                <a:schemeClr val="accent1">
                  <a:lumMod val="60000"/>
                  <a:lumOff val="40000"/>
                </a:schemeClr>
              </a:gs>
              <a:gs pos="0">
                <a:schemeClr val="accent1"/>
              </a:gs>
            </a:gsLst>
            <a:lin ang="0" scaled="0"/>
          </a:gra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600" dirty="0">
              <a:solidFill>
                <a:schemeClr val="bg1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69" name="文本框 168"/>
          <p:cNvSpPr txBox="1"/>
          <p:nvPr/>
        </p:nvSpPr>
        <p:spPr>
          <a:xfrm rot="20100000">
            <a:off x="2299970" y="2092325"/>
            <a:ext cx="1072515" cy="57086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sz="2400" spc="150">
                <a:solidFill>
                  <a:schemeClr val="bg1"/>
                </a:solidFill>
              </a:defRPr>
            </a:lvl1pPr>
          </a:lstStyle>
          <a:p>
            <a:r>
              <a:rPr lang="zh-CN" altLang="en-US" sz="1300" spc="0" dirty="0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新品</a:t>
            </a:r>
            <a:endParaRPr lang="zh-CN" altLang="en-US" sz="1300" spc="0" dirty="0"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  <a:p>
            <a:r>
              <a:rPr lang="zh-CN" altLang="en-US" sz="1300" spc="0" dirty="0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促销</a:t>
            </a:r>
            <a:endParaRPr lang="zh-CN" altLang="en-US" sz="1300" spc="0" dirty="0"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71" name="泪滴形 13"/>
          <p:cNvSpPr/>
          <p:nvPr/>
        </p:nvSpPr>
        <p:spPr>
          <a:xfrm rot="5565395">
            <a:off x="1097280" y="3659505"/>
            <a:ext cx="680085" cy="694690"/>
          </a:xfrm>
          <a:prstGeom prst="teardrop">
            <a:avLst/>
          </a:prstGeom>
          <a:gradFill>
            <a:gsLst>
              <a:gs pos="100000">
                <a:schemeClr val="accent1">
                  <a:lumMod val="60000"/>
                  <a:lumOff val="40000"/>
                </a:schemeClr>
              </a:gs>
              <a:gs pos="0">
                <a:schemeClr val="accent1"/>
              </a:gs>
            </a:gsLst>
            <a:lin ang="0" scaled="0"/>
          </a:gra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600" dirty="0">
              <a:solidFill>
                <a:schemeClr val="bg1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72" name="文本框 171"/>
          <p:cNvSpPr txBox="1"/>
          <p:nvPr/>
        </p:nvSpPr>
        <p:spPr>
          <a:xfrm rot="19020000">
            <a:off x="918845" y="3721735"/>
            <a:ext cx="1072515" cy="57086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sz="2400" spc="150">
                <a:solidFill>
                  <a:schemeClr val="bg1"/>
                </a:solidFill>
              </a:defRPr>
            </a:lvl1pPr>
          </a:lstStyle>
          <a:p>
            <a:r>
              <a:rPr lang="zh-CN" altLang="en-US" sz="1300" spc="0" dirty="0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培育</a:t>
            </a:r>
            <a:endParaRPr lang="zh-CN" altLang="en-US" sz="1300" spc="0" dirty="0"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  <a:p>
            <a:r>
              <a:rPr lang="zh-CN" altLang="en-US" sz="1300" spc="0" dirty="0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美誉</a:t>
            </a:r>
            <a:endParaRPr lang="zh-CN" altLang="en-US" sz="1300" spc="0" dirty="0"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74" name="泪滴形 13"/>
          <p:cNvSpPr/>
          <p:nvPr/>
        </p:nvSpPr>
        <p:spPr>
          <a:xfrm rot="4665395">
            <a:off x="448310" y="5463540"/>
            <a:ext cx="680085" cy="694690"/>
          </a:xfrm>
          <a:prstGeom prst="teardrop">
            <a:avLst/>
          </a:prstGeom>
          <a:gradFill>
            <a:gsLst>
              <a:gs pos="100000">
                <a:schemeClr val="accent1">
                  <a:lumMod val="60000"/>
                  <a:lumOff val="40000"/>
                </a:schemeClr>
              </a:gs>
              <a:gs pos="0">
                <a:schemeClr val="accent1"/>
              </a:gs>
            </a:gsLst>
            <a:lin ang="0" scaled="0"/>
          </a:gra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5" tIns="49378" rIns="98755" bIns="49378" rtlCol="0" anchor="ctr">
            <a:noAutofit/>
          </a:bodyPr>
          <a:lstStyle/>
          <a:p>
            <a:pPr algn="ctr"/>
            <a:endParaRPr lang="zh-CN" altLang="en-US" sz="1600" dirty="0">
              <a:solidFill>
                <a:schemeClr val="bg1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5" name="文本框 174"/>
          <p:cNvSpPr txBox="1"/>
          <p:nvPr/>
        </p:nvSpPr>
        <p:spPr>
          <a:xfrm rot="18120000">
            <a:off x="269875" y="5520690"/>
            <a:ext cx="1072515" cy="57086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sz="2400" spc="150">
                <a:solidFill>
                  <a:schemeClr val="bg1"/>
                </a:solidFill>
              </a:defRPr>
            </a:lvl1pPr>
          </a:lstStyle>
          <a:p>
            <a:r>
              <a:rPr lang="zh-CN" altLang="en-US" sz="1300" spc="0" dirty="0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品牌</a:t>
            </a:r>
            <a:endParaRPr lang="zh-CN" altLang="en-US" sz="1300" spc="0" dirty="0"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  <a:p>
            <a:r>
              <a:rPr lang="zh-CN" altLang="en-US" sz="1300" spc="0" dirty="0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传播</a:t>
            </a:r>
            <a:endParaRPr lang="zh-CN" altLang="en-US" sz="1300" spc="0" dirty="0"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77" name="泪滴形 13"/>
          <p:cNvSpPr/>
          <p:nvPr/>
        </p:nvSpPr>
        <p:spPr>
          <a:xfrm rot="8145395">
            <a:off x="4766310" y="1031875"/>
            <a:ext cx="680085" cy="694690"/>
          </a:xfrm>
          <a:prstGeom prst="teardrop">
            <a:avLst/>
          </a:prstGeom>
          <a:gradFill>
            <a:gsLst>
              <a:gs pos="100000">
                <a:schemeClr val="accent1">
                  <a:lumMod val="60000"/>
                  <a:lumOff val="40000"/>
                </a:schemeClr>
              </a:gs>
              <a:gs pos="0">
                <a:schemeClr val="accent1"/>
              </a:gs>
            </a:gsLst>
            <a:lin ang="0" scaled="0"/>
          </a:gra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600" dirty="0">
              <a:solidFill>
                <a:schemeClr val="bg1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78" name="文本框 177"/>
          <p:cNvSpPr txBox="1"/>
          <p:nvPr/>
        </p:nvSpPr>
        <p:spPr>
          <a:xfrm>
            <a:off x="4582795" y="1106170"/>
            <a:ext cx="1072515" cy="57086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sz="2400" spc="150">
                <a:solidFill>
                  <a:schemeClr val="bg1"/>
                </a:solidFill>
              </a:defRPr>
            </a:lvl1pPr>
          </a:lstStyle>
          <a:p>
            <a:r>
              <a:rPr lang="zh-CN" altLang="en-US" sz="1300" spc="0" dirty="0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稳定</a:t>
            </a:r>
            <a:endParaRPr lang="zh-CN" altLang="en-US" sz="1300" spc="0" dirty="0"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  <a:p>
            <a:r>
              <a:rPr lang="zh-CN" altLang="en-US" sz="1300" spc="0" dirty="0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声量</a:t>
            </a:r>
            <a:endParaRPr lang="zh-CN" altLang="en-US" sz="1300" spc="0" dirty="0"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80" name="泪滴形 13"/>
          <p:cNvSpPr/>
          <p:nvPr/>
        </p:nvSpPr>
        <p:spPr>
          <a:xfrm rot="15345396" flipH="1">
            <a:off x="9157970" y="2239645"/>
            <a:ext cx="680085" cy="694690"/>
          </a:xfrm>
          <a:prstGeom prst="teardrop">
            <a:avLst/>
          </a:prstGeom>
          <a:gradFill>
            <a:gsLst>
              <a:gs pos="100000">
                <a:schemeClr val="accent1">
                  <a:lumMod val="60000"/>
                  <a:lumOff val="40000"/>
                </a:schemeClr>
              </a:gs>
              <a:gs pos="0">
                <a:schemeClr val="accent1"/>
              </a:gs>
            </a:gsLst>
            <a:lin ang="0" scaled="0"/>
          </a:gra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600" dirty="0">
              <a:solidFill>
                <a:schemeClr val="bg1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81" name="文本框 180"/>
          <p:cNvSpPr txBox="1"/>
          <p:nvPr/>
        </p:nvSpPr>
        <p:spPr>
          <a:xfrm rot="1800000" flipH="1">
            <a:off x="8944610" y="2305685"/>
            <a:ext cx="1072515" cy="57086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sz="2400" spc="150">
                <a:solidFill>
                  <a:schemeClr val="bg1"/>
                </a:solidFill>
              </a:defRPr>
            </a:lvl1pPr>
          </a:lstStyle>
          <a:p>
            <a:r>
              <a:rPr lang="zh-CN" altLang="en-US" sz="1300" spc="0" dirty="0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客户</a:t>
            </a:r>
            <a:endParaRPr lang="zh-CN" altLang="en-US" sz="1300" spc="0" dirty="0"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  <a:p>
            <a:r>
              <a:rPr lang="zh-CN" altLang="en-US" sz="1300" spc="0" dirty="0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运营</a:t>
            </a:r>
            <a:endParaRPr lang="zh-CN" altLang="en-US" sz="1300" spc="0" dirty="0"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93" name="泪滴形 13"/>
          <p:cNvSpPr/>
          <p:nvPr/>
        </p:nvSpPr>
        <p:spPr>
          <a:xfrm rot="16365395" flipH="1">
            <a:off x="10499725" y="3944620"/>
            <a:ext cx="680085" cy="694690"/>
          </a:xfrm>
          <a:prstGeom prst="teardrop">
            <a:avLst/>
          </a:prstGeom>
          <a:gradFill>
            <a:gsLst>
              <a:gs pos="100000">
                <a:schemeClr val="accent1">
                  <a:lumMod val="60000"/>
                  <a:lumOff val="40000"/>
                </a:schemeClr>
              </a:gs>
              <a:gs pos="0">
                <a:schemeClr val="accent1"/>
              </a:gs>
            </a:gsLst>
            <a:lin ang="0" scaled="0"/>
          </a:gra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600" dirty="0">
              <a:solidFill>
                <a:schemeClr val="bg1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98" name="文本框 197"/>
          <p:cNvSpPr txBox="1"/>
          <p:nvPr/>
        </p:nvSpPr>
        <p:spPr>
          <a:xfrm rot="2820000" flipH="1">
            <a:off x="10285730" y="4005580"/>
            <a:ext cx="1072515" cy="57086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sz="2400" spc="150">
                <a:solidFill>
                  <a:schemeClr val="bg1"/>
                </a:solidFill>
              </a:defRPr>
            </a:lvl1pPr>
          </a:lstStyle>
          <a:p>
            <a:r>
              <a:rPr lang="zh-CN" altLang="en-US" sz="1300" spc="0" dirty="0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承上</a:t>
            </a:r>
            <a:endParaRPr lang="zh-CN" altLang="en-US" sz="1300" spc="0" dirty="0"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  <a:p>
            <a:r>
              <a:rPr lang="zh-CN" altLang="en-US" sz="1300" spc="0" dirty="0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启下</a:t>
            </a:r>
            <a:endParaRPr lang="zh-CN" altLang="en-US" sz="1300" spc="0" dirty="0"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201" name="泪滴形 13"/>
          <p:cNvSpPr/>
          <p:nvPr/>
        </p:nvSpPr>
        <p:spPr>
          <a:xfrm rot="17025395" flipH="1">
            <a:off x="10864850" y="5522595"/>
            <a:ext cx="680085" cy="694690"/>
          </a:xfrm>
          <a:prstGeom prst="teardrop">
            <a:avLst/>
          </a:prstGeom>
          <a:gradFill>
            <a:gsLst>
              <a:gs pos="100000">
                <a:schemeClr val="accent1">
                  <a:lumMod val="60000"/>
                  <a:lumOff val="40000"/>
                </a:schemeClr>
              </a:gs>
              <a:gs pos="0">
                <a:schemeClr val="accent1"/>
              </a:gs>
            </a:gsLst>
            <a:lin ang="0" scaled="0"/>
          </a:gra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600" dirty="0">
              <a:solidFill>
                <a:schemeClr val="bg1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02" name="文本框 201"/>
          <p:cNvSpPr txBox="1"/>
          <p:nvPr/>
        </p:nvSpPr>
        <p:spPr>
          <a:xfrm rot="3480000" flipH="1">
            <a:off x="10651490" y="5579745"/>
            <a:ext cx="1072515" cy="57086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sz="2400" spc="150">
                <a:solidFill>
                  <a:schemeClr val="bg1"/>
                </a:solidFill>
              </a:defRPr>
            </a:lvl1pPr>
          </a:lstStyle>
          <a:p>
            <a:r>
              <a:rPr lang="zh-CN" altLang="en-US" sz="1300" spc="0" dirty="0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二次</a:t>
            </a:r>
            <a:endParaRPr lang="zh-CN" altLang="en-US" sz="1300" spc="0" dirty="0"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  <a:p>
            <a:r>
              <a:rPr lang="zh-CN" altLang="en-US" sz="1300" spc="0" dirty="0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创业</a:t>
            </a:r>
            <a:endParaRPr lang="zh-CN" altLang="en-US" sz="1300" spc="0" dirty="0"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204" name="泪滴形 13"/>
          <p:cNvSpPr/>
          <p:nvPr/>
        </p:nvSpPr>
        <p:spPr>
          <a:xfrm rot="18854606" flipH="1" flipV="1">
            <a:off x="6796405" y="1031875"/>
            <a:ext cx="680085" cy="694690"/>
          </a:xfrm>
          <a:prstGeom prst="teardrop">
            <a:avLst/>
          </a:prstGeom>
          <a:gradFill>
            <a:gsLst>
              <a:gs pos="100000">
                <a:schemeClr val="accent1">
                  <a:lumMod val="60000"/>
                  <a:lumOff val="40000"/>
                </a:schemeClr>
              </a:gs>
              <a:gs pos="0">
                <a:schemeClr val="accent1"/>
              </a:gs>
            </a:gsLst>
            <a:lin ang="0" scaled="0"/>
          </a:gra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600" dirty="0">
              <a:solidFill>
                <a:schemeClr val="bg1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05" name="文本框 204"/>
          <p:cNvSpPr txBox="1"/>
          <p:nvPr/>
        </p:nvSpPr>
        <p:spPr>
          <a:xfrm flipH="1">
            <a:off x="6587490" y="1106170"/>
            <a:ext cx="1072515" cy="57086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sz="2400" spc="150">
                <a:solidFill>
                  <a:schemeClr val="bg1"/>
                </a:solidFill>
              </a:defRPr>
            </a:lvl1pPr>
          </a:lstStyle>
          <a:p>
            <a:r>
              <a:rPr lang="zh-CN" altLang="en-US" sz="1300" spc="0" dirty="0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老客</a:t>
            </a:r>
            <a:endParaRPr lang="zh-CN" altLang="en-US" sz="1300" spc="0" dirty="0"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  <a:p>
            <a:r>
              <a:rPr lang="zh-CN" altLang="en-US" sz="1300" spc="0" dirty="0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带新</a:t>
            </a:r>
            <a:endParaRPr lang="zh-CN" altLang="en-US" sz="1300" spc="0" dirty="0"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cxnSp>
        <p:nvCxnSpPr>
          <p:cNvPr id="208" name="直接连接符 207"/>
          <p:cNvCxnSpPr/>
          <p:nvPr/>
        </p:nvCxnSpPr>
        <p:spPr>
          <a:xfrm flipV="1">
            <a:off x="7477966" y="2105220"/>
            <a:ext cx="930275" cy="178435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miter lim="800000"/>
          </a:ln>
          <a:effectLst/>
        </p:spPr>
      </p:cxnSp>
      <p:cxnSp>
        <p:nvCxnSpPr>
          <p:cNvPr id="219" name="直接连接符 218"/>
          <p:cNvCxnSpPr/>
          <p:nvPr/>
        </p:nvCxnSpPr>
        <p:spPr>
          <a:xfrm flipV="1">
            <a:off x="8473011" y="3691450"/>
            <a:ext cx="1640840" cy="115062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miter lim="800000"/>
          </a:ln>
          <a:effectLst/>
        </p:spPr>
      </p:cxnSp>
      <p:cxnSp>
        <p:nvCxnSpPr>
          <p:cNvPr id="220" name="直接连接符 219"/>
          <p:cNvCxnSpPr/>
          <p:nvPr/>
        </p:nvCxnSpPr>
        <p:spPr>
          <a:xfrm flipV="1">
            <a:off x="8890206" y="5412935"/>
            <a:ext cx="1920240" cy="459105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miter lim="800000"/>
          </a:ln>
          <a:effectLst/>
        </p:spPr>
      </p:cxnSp>
      <p:cxnSp>
        <p:nvCxnSpPr>
          <p:cNvPr id="223" name="Grey bottom line"/>
          <p:cNvCxnSpPr/>
          <p:nvPr/>
        </p:nvCxnSpPr>
        <p:spPr>
          <a:xfrm>
            <a:off x="-22138" y="6536149"/>
            <a:ext cx="12236277" cy="0"/>
          </a:xfrm>
          <a:prstGeom prst="line">
            <a:avLst/>
          </a:prstGeom>
          <a:noFill/>
          <a:ln w="22225" cap="flat" cmpd="sng" algn="ctr">
            <a:solidFill>
              <a:schemeClr val="accent6">
                <a:alpha val="50000"/>
              </a:schemeClr>
            </a:solidFill>
            <a:prstDash val="solid"/>
            <a:miter lim="800000"/>
          </a:ln>
          <a:effectLst/>
        </p:spPr>
      </p:cxnSp>
      <p:grpSp>
        <p:nvGrpSpPr>
          <p:cNvPr id="4" name="组合 3"/>
          <p:cNvGrpSpPr/>
          <p:nvPr/>
        </p:nvGrpSpPr>
        <p:grpSpPr>
          <a:xfrm>
            <a:off x="8738235" y="348615"/>
            <a:ext cx="3219450" cy="332740"/>
            <a:chOff x="13761" y="549"/>
            <a:chExt cx="5070" cy="524"/>
          </a:xfrm>
        </p:grpSpPr>
        <p:pic>
          <p:nvPicPr>
            <p:cNvPr id="6" name="图片 5"/>
            <p:cNvPicPr>
              <a:picLocks noChangeAspect="1"/>
            </p:cNvPicPr>
            <p:nvPr userDrawn="1"/>
          </p:nvPicPr>
          <p:blipFill>
            <a:blip r:embed="rId27"/>
            <a:srcRect l="17002" t="-1765" r="56499" b="-1176"/>
            <a:stretch>
              <a:fillRect/>
            </a:stretch>
          </p:blipFill>
          <p:spPr>
            <a:xfrm>
              <a:off x="13761" y="549"/>
              <a:ext cx="1582" cy="525"/>
            </a:xfrm>
            <a:prstGeom prst="rect">
              <a:avLst/>
            </a:prstGeom>
          </p:spPr>
        </p:pic>
        <p:sp>
          <p:nvSpPr>
            <p:cNvPr id="8" name="文本框 7"/>
            <p:cNvSpPr txBox="1"/>
            <p:nvPr userDrawn="1"/>
          </p:nvSpPr>
          <p:spPr>
            <a:xfrm>
              <a:off x="15219" y="655"/>
              <a:ext cx="3613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复杂逻辑场景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·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框架搭建系列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PPT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模板</a:t>
              </a:r>
              <a:endPara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cxnSp>
        <p:nvCxnSpPr>
          <p:cNvPr id="9" name="直线连接符 7"/>
          <p:cNvCxnSpPr/>
          <p:nvPr userDrawn="1"/>
        </p:nvCxnSpPr>
        <p:spPr>
          <a:xfrm>
            <a:off x="369165" y="839204"/>
            <a:ext cx="11459846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Grey bottom line"/>
          <p:cNvCxnSpPr/>
          <p:nvPr/>
        </p:nvCxnSpPr>
        <p:spPr>
          <a:xfrm>
            <a:off x="-22138" y="6543769"/>
            <a:ext cx="12236277" cy="0"/>
          </a:xfrm>
          <a:prstGeom prst="line">
            <a:avLst/>
          </a:prstGeom>
          <a:ln w="12700">
            <a:solidFill>
              <a:schemeClr val="accent6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标题 2"/>
          <p:cNvSpPr>
            <a:spLocks noGrp="1"/>
          </p:cNvSpPr>
          <p:nvPr/>
        </p:nvSpPr>
        <p:spPr>
          <a:xfrm>
            <a:off x="1105535" y="347980"/>
            <a:ext cx="7137400" cy="396875"/>
          </a:xfrm>
          <a:prstGeom prst="rect">
            <a:avLst/>
          </a:prstGeom>
          <a:ln w="12700">
            <a:miter lim="400000"/>
          </a:ln>
        </p:spPr>
        <p:txBody>
          <a:bodyPr vert="horz" wrap="square" lIns="25400" tIns="25400" rIns="25400" bIns="2540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0" lang="zh-CN" altLang="en-US" sz="2800" b="1" u="none" strike="noStrike" kern="1200" cap="none" spc="0" normalizeH="0" baseline="0" dirty="0">
                <a:ln>
                  <a:noFill/>
                </a:ln>
                <a:solidFill>
                  <a:schemeClr val="accent1"/>
                </a:solidFill>
                <a:effectLst>
                  <a:outerShdw blurRad="187896" dist="38100" dir="2700000" algn="tl" rotWithShape="0">
                    <a:srgbClr val="1C2952">
                      <a:alpha val="6000"/>
                    </a:srgbClr>
                  </a:outerShdw>
                </a:effectLst>
                <a:uLnTx/>
                <a:uFillTx/>
                <a:latin typeface="HONOR Sans CN" panose="05000200000000000000" charset="-122"/>
                <a:ea typeface="HONOR Sans CN" panose="05000200000000000000" charset="-122"/>
                <a:cs typeface="OPPOSans H" panose="00020600040101010101" pitchFamily="18" charset="-122"/>
              </a:defRPr>
            </a:lvl1pPr>
          </a:lstStyle>
          <a:p>
            <a:pPr algn="l"/>
            <a:r>
              <a:rPr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业务框架</a:t>
            </a:r>
            <a:r>
              <a:rPr lang="en-US" altLang="zh-CN"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中心发散架构 | </a:t>
            </a:r>
            <a:r>
              <a:rPr sz="250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产品开发实施周期图</a:t>
            </a:r>
            <a:endParaRPr lang="en-US" altLang="zh-CN" sz="2500" b="0">
              <a:solidFill>
                <a:schemeClr val="tx2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" name="图片 9" descr="屋顶资源管理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5600" y="186055"/>
            <a:ext cx="549910" cy="549910"/>
          </a:xfrm>
          <a:prstGeom prst="rect">
            <a:avLst/>
          </a:prstGeom>
        </p:spPr>
      </p:pic>
      <p:sp>
        <p:nvSpPr>
          <p:cNvPr id="194" name="任意多边形: 形状 193"/>
          <p:cNvSpPr>
            <a:spLocks noChangeAspect="1"/>
          </p:cNvSpPr>
          <p:nvPr/>
        </p:nvSpPr>
        <p:spPr>
          <a:xfrm>
            <a:off x="1508295" y="2231072"/>
            <a:ext cx="9175410" cy="4320000"/>
          </a:xfrm>
          <a:custGeom>
            <a:avLst/>
            <a:gdLst>
              <a:gd name="connsiteX0" fmla="*/ 4836448 w 9672896"/>
              <a:gd name="connsiteY0" fmla="*/ 0 h 4857654"/>
              <a:gd name="connsiteX1" fmla="*/ 9672896 w 9672896"/>
              <a:gd name="connsiteY1" fmla="*/ 4836448 h 4857654"/>
              <a:gd name="connsiteX2" fmla="*/ 9672360 w 9672896"/>
              <a:gd name="connsiteY2" fmla="*/ 4857654 h 4857654"/>
              <a:gd name="connsiteX3" fmla="*/ 536 w 9672896"/>
              <a:gd name="connsiteY3" fmla="*/ 4857654 h 4857654"/>
              <a:gd name="connsiteX4" fmla="*/ 0 w 9672896"/>
              <a:gd name="connsiteY4" fmla="*/ 4836448 h 4857654"/>
              <a:gd name="connsiteX5" fmla="*/ 4836448 w 9672896"/>
              <a:gd name="connsiteY5" fmla="*/ 0 h 48576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672896" h="4857654">
                <a:moveTo>
                  <a:pt x="4836448" y="0"/>
                </a:moveTo>
                <a:cubicBezTo>
                  <a:pt x="7507544" y="0"/>
                  <a:pt x="9672896" y="2165352"/>
                  <a:pt x="9672896" y="4836448"/>
                </a:cubicBezTo>
                <a:lnTo>
                  <a:pt x="9672360" y="4857654"/>
                </a:lnTo>
                <a:lnTo>
                  <a:pt x="536" y="4857654"/>
                </a:lnTo>
                <a:lnTo>
                  <a:pt x="0" y="4836448"/>
                </a:lnTo>
                <a:cubicBezTo>
                  <a:pt x="0" y="2165352"/>
                  <a:pt x="2165352" y="0"/>
                  <a:pt x="4836448" y="0"/>
                </a:cubicBezTo>
                <a:close/>
              </a:path>
            </a:pathLst>
          </a:custGeom>
          <a:noFill/>
          <a:ln w="38100">
            <a:gradFill>
              <a:gsLst>
                <a:gs pos="100000">
                  <a:schemeClr val="accent1">
                    <a:alpha val="0"/>
                  </a:schemeClr>
                </a:gs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2846070" y="3496310"/>
            <a:ext cx="6499860" cy="3060065"/>
            <a:chOff x="4261967" y="4096608"/>
            <a:chExt cx="5015170" cy="2361258"/>
          </a:xfrm>
        </p:grpSpPr>
        <p:grpSp>
          <p:nvGrpSpPr>
            <p:cNvPr id="80" name="组合 79"/>
            <p:cNvGrpSpPr/>
            <p:nvPr/>
          </p:nvGrpSpPr>
          <p:grpSpPr>
            <a:xfrm>
              <a:off x="4261967" y="4096608"/>
              <a:ext cx="5015170" cy="2361258"/>
              <a:chOff x="4261967" y="4096608"/>
              <a:chExt cx="5015170" cy="2361258"/>
            </a:xfrm>
          </p:grpSpPr>
          <p:grpSp>
            <p:nvGrpSpPr>
              <p:cNvPr id="79" name="组合 78"/>
              <p:cNvGrpSpPr/>
              <p:nvPr/>
            </p:nvGrpSpPr>
            <p:grpSpPr>
              <a:xfrm>
                <a:off x="4261967" y="4096608"/>
                <a:ext cx="5015170" cy="2361258"/>
                <a:chOff x="4261967" y="4096608"/>
                <a:chExt cx="5015170" cy="2361258"/>
              </a:xfrm>
            </p:grpSpPr>
            <p:grpSp>
              <p:nvGrpSpPr>
                <p:cNvPr id="78" name="组合 77"/>
                <p:cNvGrpSpPr/>
                <p:nvPr/>
              </p:nvGrpSpPr>
              <p:grpSpPr>
                <a:xfrm>
                  <a:off x="4261967" y="4096608"/>
                  <a:ext cx="5015170" cy="2361258"/>
                  <a:chOff x="4261967" y="4096608"/>
                  <a:chExt cx="5015170" cy="2361258"/>
                </a:xfrm>
              </p:grpSpPr>
              <p:sp>
                <p:nvSpPr>
                  <p:cNvPr id="8" name="任意多边形: 形状 62"/>
                  <p:cNvSpPr/>
                  <p:nvPr/>
                </p:nvSpPr>
                <p:spPr>
                  <a:xfrm>
                    <a:off x="4261967" y="4096608"/>
                    <a:ext cx="5015170" cy="2361258"/>
                  </a:xfrm>
                  <a:custGeom>
                    <a:avLst/>
                    <a:gdLst>
                      <a:gd name="connsiteX0" fmla="*/ 4836448 w 9672896"/>
                      <a:gd name="connsiteY0" fmla="*/ 0 h 4857654"/>
                      <a:gd name="connsiteX1" fmla="*/ 9672896 w 9672896"/>
                      <a:gd name="connsiteY1" fmla="*/ 4836448 h 4857654"/>
                      <a:gd name="connsiteX2" fmla="*/ 9672360 w 9672896"/>
                      <a:gd name="connsiteY2" fmla="*/ 4857654 h 4857654"/>
                      <a:gd name="connsiteX3" fmla="*/ 536 w 9672896"/>
                      <a:gd name="connsiteY3" fmla="*/ 4857654 h 4857654"/>
                      <a:gd name="connsiteX4" fmla="*/ 0 w 9672896"/>
                      <a:gd name="connsiteY4" fmla="*/ 4836448 h 4857654"/>
                      <a:gd name="connsiteX5" fmla="*/ 4836448 w 9672896"/>
                      <a:gd name="connsiteY5" fmla="*/ 0 h 485765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9672896" h="4857654">
                        <a:moveTo>
                          <a:pt x="4836448" y="0"/>
                        </a:moveTo>
                        <a:cubicBezTo>
                          <a:pt x="7507544" y="0"/>
                          <a:pt x="9672896" y="2165352"/>
                          <a:pt x="9672896" y="4836448"/>
                        </a:cubicBezTo>
                        <a:lnTo>
                          <a:pt x="9672360" y="4857654"/>
                        </a:lnTo>
                        <a:lnTo>
                          <a:pt x="536" y="4857654"/>
                        </a:lnTo>
                        <a:lnTo>
                          <a:pt x="0" y="4836448"/>
                        </a:lnTo>
                        <a:cubicBezTo>
                          <a:pt x="0" y="2165352"/>
                          <a:pt x="2165352" y="0"/>
                          <a:pt x="4836448" y="0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20000"/>
                      <a:lumOff val="80000"/>
                    </a:schemeClr>
                  </a:solidFill>
                  <a:ln w="9525"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zh-CN">
                        <a:solidFill>
                          <a:schemeClr val="lt1"/>
                        </a:solidFill>
                      </a:defRPr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zh-CN" altLang="en-US"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endParaRPr>
                  </a:p>
                </p:txBody>
              </p:sp>
              <p:sp>
                <p:nvSpPr>
                  <p:cNvPr id="64" name="任意多边形: 形状 63"/>
                  <p:cNvSpPr/>
                  <p:nvPr/>
                </p:nvSpPr>
                <p:spPr>
                  <a:xfrm>
                    <a:off x="4727248" y="4532824"/>
                    <a:ext cx="4084609" cy="1925042"/>
                  </a:xfrm>
                  <a:custGeom>
                    <a:avLst/>
                    <a:gdLst>
                      <a:gd name="connsiteX0" fmla="*/ 3939049 w 7878098"/>
                      <a:gd name="connsiteY0" fmla="*/ 0 h 3960256"/>
                      <a:gd name="connsiteX1" fmla="*/ 7878098 w 7878098"/>
                      <a:gd name="connsiteY1" fmla="*/ 3939049 h 3960256"/>
                      <a:gd name="connsiteX2" fmla="*/ 7877562 w 7878098"/>
                      <a:gd name="connsiteY2" fmla="*/ 3960256 h 3960256"/>
                      <a:gd name="connsiteX3" fmla="*/ 536 w 7878098"/>
                      <a:gd name="connsiteY3" fmla="*/ 3960256 h 3960256"/>
                      <a:gd name="connsiteX4" fmla="*/ 0 w 7878098"/>
                      <a:gd name="connsiteY4" fmla="*/ 3939049 h 3960256"/>
                      <a:gd name="connsiteX5" fmla="*/ 3939049 w 7878098"/>
                      <a:gd name="connsiteY5" fmla="*/ 0 h 39602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7878098" h="3960256">
                        <a:moveTo>
                          <a:pt x="3939049" y="0"/>
                        </a:moveTo>
                        <a:cubicBezTo>
                          <a:pt x="6114526" y="0"/>
                          <a:pt x="7878098" y="1763572"/>
                          <a:pt x="7878098" y="3939049"/>
                        </a:cubicBezTo>
                        <a:lnTo>
                          <a:pt x="7877562" y="3960256"/>
                        </a:lnTo>
                        <a:lnTo>
                          <a:pt x="536" y="3960256"/>
                        </a:lnTo>
                        <a:lnTo>
                          <a:pt x="0" y="3939049"/>
                        </a:lnTo>
                        <a:cubicBezTo>
                          <a:pt x="0" y="1763572"/>
                          <a:pt x="1763572" y="0"/>
                          <a:pt x="3939049" y="0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40000"/>
                      <a:lumOff val="60000"/>
                    </a:schemeClr>
                  </a:solidFill>
                  <a:ln w="9525"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zh-CN">
                        <a:solidFill>
                          <a:schemeClr val="lt1"/>
                        </a:solidFill>
                      </a:defRPr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zh-CN" altLang="en-US"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endParaRPr>
                  </a:p>
                </p:txBody>
              </p:sp>
            </p:grpSp>
            <p:sp>
              <p:nvSpPr>
                <p:cNvPr id="65" name="任意多边形: 形状 64"/>
                <p:cNvSpPr/>
                <p:nvPr/>
              </p:nvSpPr>
              <p:spPr>
                <a:xfrm>
                  <a:off x="5189288" y="4966004"/>
                  <a:ext cx="3160529" cy="1491862"/>
                </a:xfrm>
                <a:custGeom>
                  <a:avLst/>
                  <a:gdLst>
                    <a:gd name="connsiteX0" fmla="*/ 3047899 w 6095798"/>
                    <a:gd name="connsiteY0" fmla="*/ 0 h 3069106"/>
                    <a:gd name="connsiteX1" fmla="*/ 6095798 w 6095798"/>
                    <a:gd name="connsiteY1" fmla="*/ 3047899 h 3069106"/>
                    <a:gd name="connsiteX2" fmla="*/ 6095262 w 6095798"/>
                    <a:gd name="connsiteY2" fmla="*/ 3069106 h 3069106"/>
                    <a:gd name="connsiteX3" fmla="*/ 536 w 6095798"/>
                    <a:gd name="connsiteY3" fmla="*/ 3069106 h 3069106"/>
                    <a:gd name="connsiteX4" fmla="*/ 0 w 6095798"/>
                    <a:gd name="connsiteY4" fmla="*/ 3047899 h 3069106"/>
                    <a:gd name="connsiteX5" fmla="*/ 3047899 w 6095798"/>
                    <a:gd name="connsiteY5" fmla="*/ 0 h 30691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6095798" h="3069106">
                      <a:moveTo>
                        <a:pt x="3047899" y="0"/>
                      </a:moveTo>
                      <a:cubicBezTo>
                        <a:pt x="4731207" y="0"/>
                        <a:pt x="6095798" y="1364591"/>
                        <a:pt x="6095798" y="3047899"/>
                      </a:cubicBezTo>
                      <a:lnTo>
                        <a:pt x="6095262" y="3069106"/>
                      </a:lnTo>
                      <a:lnTo>
                        <a:pt x="536" y="3069106"/>
                      </a:lnTo>
                      <a:lnTo>
                        <a:pt x="0" y="3047899"/>
                      </a:lnTo>
                      <a:cubicBezTo>
                        <a:pt x="0" y="1364591"/>
                        <a:pt x="1364591" y="0"/>
                        <a:pt x="3047899" y="0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9525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</p:grpSp>
          <p:sp>
            <p:nvSpPr>
              <p:cNvPr id="9" name="任意多边形: 形状 67"/>
              <p:cNvSpPr/>
              <p:nvPr/>
            </p:nvSpPr>
            <p:spPr>
              <a:xfrm>
                <a:off x="5696864" y="5441874"/>
                <a:ext cx="2145377" cy="1015992"/>
              </a:xfrm>
              <a:custGeom>
                <a:avLst/>
                <a:gdLst>
                  <a:gd name="connsiteX0" fmla="*/ 2068924 w 4137848"/>
                  <a:gd name="connsiteY0" fmla="*/ 0 h 2090131"/>
                  <a:gd name="connsiteX1" fmla="*/ 4137848 w 4137848"/>
                  <a:gd name="connsiteY1" fmla="*/ 2068924 h 2090131"/>
                  <a:gd name="connsiteX2" fmla="*/ 4136777 w 4137848"/>
                  <a:gd name="connsiteY2" fmla="*/ 2090131 h 2090131"/>
                  <a:gd name="connsiteX3" fmla="*/ 1071 w 4137848"/>
                  <a:gd name="connsiteY3" fmla="*/ 2090131 h 2090131"/>
                  <a:gd name="connsiteX4" fmla="*/ 0 w 4137848"/>
                  <a:gd name="connsiteY4" fmla="*/ 2068924 h 2090131"/>
                  <a:gd name="connsiteX5" fmla="*/ 2068924 w 4137848"/>
                  <a:gd name="connsiteY5" fmla="*/ 0 h 20901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137848" h="2090131">
                    <a:moveTo>
                      <a:pt x="2068924" y="0"/>
                    </a:moveTo>
                    <a:cubicBezTo>
                      <a:pt x="3211559" y="0"/>
                      <a:pt x="4137848" y="926289"/>
                      <a:pt x="4137848" y="2068924"/>
                    </a:cubicBezTo>
                    <a:lnTo>
                      <a:pt x="4136777" y="2090131"/>
                    </a:lnTo>
                    <a:lnTo>
                      <a:pt x="1071" y="2090131"/>
                    </a:lnTo>
                    <a:lnTo>
                      <a:pt x="0" y="2068924"/>
                    </a:lnTo>
                    <a:cubicBezTo>
                      <a:pt x="0" y="926289"/>
                      <a:pt x="926289" y="0"/>
                      <a:pt x="206892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sp>
          <p:nvSpPr>
            <p:cNvPr id="67" name="任意多边形: 形状 66"/>
            <p:cNvSpPr/>
            <p:nvPr/>
          </p:nvSpPr>
          <p:spPr>
            <a:xfrm>
              <a:off x="6246926" y="5957578"/>
              <a:ext cx="1045252" cy="500288"/>
            </a:xfrm>
            <a:custGeom>
              <a:avLst/>
              <a:gdLst>
                <a:gd name="connsiteX0" fmla="*/ 1008003 w 2016006"/>
                <a:gd name="connsiteY0" fmla="*/ 0 h 1029210"/>
                <a:gd name="connsiteX1" fmla="*/ 2016006 w 2016006"/>
                <a:gd name="connsiteY1" fmla="*/ 1008003 h 1029210"/>
                <a:gd name="connsiteX2" fmla="*/ 2014935 w 2016006"/>
                <a:gd name="connsiteY2" fmla="*/ 1029210 h 1029210"/>
                <a:gd name="connsiteX3" fmla="*/ 1071 w 2016006"/>
                <a:gd name="connsiteY3" fmla="*/ 1029210 h 1029210"/>
                <a:gd name="connsiteX4" fmla="*/ 0 w 2016006"/>
                <a:gd name="connsiteY4" fmla="*/ 1008003 h 1029210"/>
                <a:gd name="connsiteX5" fmla="*/ 1008003 w 2016006"/>
                <a:gd name="connsiteY5" fmla="*/ 0 h 1029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16006" h="1029210">
                  <a:moveTo>
                    <a:pt x="1008003" y="0"/>
                  </a:moveTo>
                  <a:cubicBezTo>
                    <a:pt x="1564708" y="0"/>
                    <a:pt x="2016006" y="451298"/>
                    <a:pt x="2016006" y="1008003"/>
                  </a:cubicBezTo>
                  <a:lnTo>
                    <a:pt x="2014935" y="1029210"/>
                  </a:lnTo>
                  <a:lnTo>
                    <a:pt x="1071" y="1029210"/>
                  </a:lnTo>
                  <a:lnTo>
                    <a:pt x="0" y="1008003"/>
                  </a:lnTo>
                  <a:cubicBezTo>
                    <a:pt x="0" y="451298"/>
                    <a:pt x="451298" y="0"/>
                    <a:pt x="1008003" y="0"/>
                  </a:cubicBezTo>
                  <a:close/>
                </a:path>
              </a:pathLst>
            </a:custGeom>
            <a:gradFill>
              <a:gsLst>
                <a:gs pos="81000">
                  <a:schemeClr val="accent5"/>
                </a:gs>
                <a:gs pos="0">
                  <a:schemeClr val="accent5">
                    <a:lumMod val="60000"/>
                    <a:lumOff val="40000"/>
                  </a:schemeClr>
                </a:gs>
              </a:gsLst>
              <a:lin ang="5400000" scaled="0"/>
            </a:gradFill>
            <a:ln w="9525">
              <a:noFill/>
            </a:ln>
            <a:effectLst>
              <a:outerShdw blurRad="571500" dist="241300" dir="16200000" algn="t" rotWithShape="0">
                <a:schemeClr val="accent2">
                  <a:lumMod val="50000"/>
                  <a:alpha val="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41" name="组合 140"/>
          <p:cNvGrpSpPr/>
          <p:nvPr/>
        </p:nvGrpSpPr>
        <p:grpSpPr>
          <a:xfrm>
            <a:off x="3263900" y="3496310"/>
            <a:ext cx="5570855" cy="2764155"/>
            <a:chOff x="3150449" y="3496393"/>
            <a:chExt cx="5570785" cy="2763853"/>
          </a:xfrm>
        </p:grpSpPr>
        <p:cxnSp>
          <p:nvCxnSpPr>
            <p:cNvPr id="124" name="直接连接符 123"/>
            <p:cNvCxnSpPr/>
            <p:nvPr/>
          </p:nvCxnSpPr>
          <p:spPr>
            <a:xfrm flipV="1">
              <a:off x="6509656" y="4860371"/>
              <a:ext cx="2211578" cy="1276855"/>
            </a:xfrm>
            <a:prstGeom prst="line">
              <a:avLst/>
            </a:prstGeom>
            <a:ln w="25400" cap="rnd">
              <a:solidFill>
                <a:schemeClr val="bg1">
                  <a:alpha val="8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>
            <a:xfrm flipV="1">
              <a:off x="6251245" y="3853889"/>
              <a:ext cx="1224441" cy="2092199"/>
            </a:xfrm>
            <a:prstGeom prst="line">
              <a:avLst/>
            </a:prstGeom>
            <a:ln w="25400" cap="rnd">
              <a:solidFill>
                <a:schemeClr val="bg1">
                  <a:alpha val="8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连接符 129"/>
            <p:cNvCxnSpPr/>
            <p:nvPr/>
          </p:nvCxnSpPr>
          <p:spPr>
            <a:xfrm flipV="1">
              <a:off x="5948985" y="3496393"/>
              <a:ext cx="8762" cy="2401915"/>
            </a:xfrm>
            <a:prstGeom prst="line">
              <a:avLst/>
            </a:prstGeom>
            <a:ln w="25400" cap="rnd">
              <a:solidFill>
                <a:schemeClr val="bg1">
                  <a:alpha val="8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接连接符 131"/>
            <p:cNvCxnSpPr/>
            <p:nvPr/>
          </p:nvCxnSpPr>
          <p:spPr>
            <a:xfrm flipH="1" flipV="1">
              <a:off x="4380194" y="3899476"/>
              <a:ext cx="1207264" cy="2123109"/>
            </a:xfrm>
            <a:prstGeom prst="line">
              <a:avLst/>
            </a:prstGeom>
            <a:ln w="25400" cap="rnd">
              <a:solidFill>
                <a:schemeClr val="bg1">
                  <a:alpha val="8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连接符 135"/>
            <p:cNvCxnSpPr/>
            <p:nvPr/>
          </p:nvCxnSpPr>
          <p:spPr>
            <a:xfrm flipH="1" flipV="1">
              <a:off x="3150449" y="4988900"/>
              <a:ext cx="2213123" cy="1271346"/>
            </a:xfrm>
            <a:prstGeom prst="line">
              <a:avLst/>
            </a:prstGeom>
            <a:ln w="25400" cap="rnd">
              <a:solidFill>
                <a:schemeClr val="bg1">
                  <a:alpha val="8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7" name="直线连接符 55"/>
          <p:cNvCxnSpPr/>
          <p:nvPr/>
        </p:nvCxnSpPr>
        <p:spPr>
          <a:xfrm flipH="1" flipV="1">
            <a:off x="1702756" y="5294023"/>
            <a:ext cx="1223666" cy="482139"/>
          </a:xfrm>
          <a:prstGeom prst="line">
            <a:avLst/>
          </a:prstGeom>
          <a:ln w="22225">
            <a:solidFill>
              <a:schemeClr val="accent1"/>
            </a:solidFill>
            <a:prstDash val="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直线连接符 75"/>
          <p:cNvCxnSpPr/>
          <p:nvPr/>
        </p:nvCxnSpPr>
        <p:spPr>
          <a:xfrm flipH="1" flipV="1">
            <a:off x="2802158" y="3534737"/>
            <a:ext cx="921418" cy="873459"/>
          </a:xfrm>
          <a:prstGeom prst="line">
            <a:avLst/>
          </a:prstGeom>
          <a:ln w="22225">
            <a:solidFill>
              <a:schemeClr val="accent1"/>
            </a:solidFill>
            <a:prstDash val="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直线连接符 75"/>
          <p:cNvCxnSpPr/>
          <p:nvPr/>
        </p:nvCxnSpPr>
        <p:spPr>
          <a:xfrm flipH="1" flipV="1">
            <a:off x="4739132" y="2404711"/>
            <a:ext cx="425413" cy="1219196"/>
          </a:xfrm>
          <a:prstGeom prst="line">
            <a:avLst/>
          </a:prstGeom>
          <a:ln w="22225">
            <a:solidFill>
              <a:schemeClr val="accent1"/>
            </a:solidFill>
            <a:prstDash val="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直线连接符 75"/>
          <p:cNvCxnSpPr/>
          <p:nvPr/>
        </p:nvCxnSpPr>
        <p:spPr>
          <a:xfrm flipV="1">
            <a:off x="6941571" y="2428359"/>
            <a:ext cx="515287" cy="1145676"/>
          </a:xfrm>
          <a:prstGeom prst="line">
            <a:avLst/>
          </a:prstGeom>
          <a:ln w="22225">
            <a:solidFill>
              <a:schemeClr val="accent1"/>
            </a:solidFill>
            <a:prstDash val="dash"/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直线连接符 75"/>
          <p:cNvCxnSpPr/>
          <p:nvPr/>
        </p:nvCxnSpPr>
        <p:spPr>
          <a:xfrm flipH="1">
            <a:off x="8425475" y="3564078"/>
            <a:ext cx="964966" cy="844118"/>
          </a:xfrm>
          <a:prstGeom prst="line">
            <a:avLst/>
          </a:prstGeom>
          <a:ln w="22225">
            <a:solidFill>
              <a:schemeClr val="accent1"/>
            </a:solidFill>
            <a:prstDash val="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直线连接符 55"/>
          <p:cNvCxnSpPr/>
          <p:nvPr/>
        </p:nvCxnSpPr>
        <p:spPr>
          <a:xfrm flipH="1">
            <a:off x="9261872" y="5331546"/>
            <a:ext cx="1215655" cy="458450"/>
          </a:xfrm>
          <a:prstGeom prst="line">
            <a:avLst/>
          </a:prstGeom>
          <a:ln w="22225">
            <a:solidFill>
              <a:schemeClr val="accent1"/>
            </a:solidFill>
            <a:prstDash val="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4" name="等腰三角形 283"/>
          <p:cNvSpPr/>
          <p:nvPr/>
        </p:nvSpPr>
        <p:spPr>
          <a:xfrm rot="3742887" flipH="1">
            <a:off x="3486322" y="2869001"/>
            <a:ext cx="166687" cy="143696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6" name="等腰三角形 285"/>
          <p:cNvSpPr/>
          <p:nvPr/>
        </p:nvSpPr>
        <p:spPr>
          <a:xfrm rot="2065973" flipH="1">
            <a:off x="2045526" y="4292742"/>
            <a:ext cx="166687" cy="143696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4" name="流程图: 接点 293"/>
          <p:cNvSpPr>
            <a:spLocks noChangeAspect="1"/>
          </p:cNvSpPr>
          <p:nvPr/>
        </p:nvSpPr>
        <p:spPr>
          <a:xfrm>
            <a:off x="4667124" y="2354771"/>
            <a:ext cx="126000" cy="126000"/>
          </a:xfrm>
          <a:prstGeom prst="flowChartConnector">
            <a:avLst/>
          </a:prstGeom>
          <a:solidFill>
            <a:schemeClr val="bg1"/>
          </a:solidFill>
          <a:ln w="1524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5" name="流程图: 接点 294"/>
          <p:cNvSpPr>
            <a:spLocks noChangeAspect="1"/>
          </p:cNvSpPr>
          <p:nvPr/>
        </p:nvSpPr>
        <p:spPr>
          <a:xfrm>
            <a:off x="7393858" y="2375017"/>
            <a:ext cx="126000" cy="126000"/>
          </a:xfrm>
          <a:prstGeom prst="flowChartConnector">
            <a:avLst/>
          </a:prstGeom>
          <a:solidFill>
            <a:schemeClr val="bg1"/>
          </a:solidFill>
          <a:ln w="1524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6" name="流程图: 接点 295"/>
          <p:cNvSpPr>
            <a:spLocks noChangeAspect="1"/>
          </p:cNvSpPr>
          <p:nvPr/>
        </p:nvSpPr>
        <p:spPr>
          <a:xfrm>
            <a:off x="9333781" y="3496525"/>
            <a:ext cx="126000" cy="126000"/>
          </a:xfrm>
          <a:prstGeom prst="flowChartConnector">
            <a:avLst/>
          </a:prstGeom>
          <a:solidFill>
            <a:schemeClr val="bg1"/>
          </a:solidFill>
          <a:ln w="1524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7" name="流程图: 接点 296"/>
          <p:cNvSpPr>
            <a:spLocks noChangeAspect="1"/>
          </p:cNvSpPr>
          <p:nvPr/>
        </p:nvSpPr>
        <p:spPr>
          <a:xfrm>
            <a:off x="10439793" y="5249353"/>
            <a:ext cx="126000" cy="126000"/>
          </a:xfrm>
          <a:prstGeom prst="flowChartConnector">
            <a:avLst/>
          </a:prstGeom>
          <a:solidFill>
            <a:schemeClr val="bg1"/>
          </a:solidFill>
          <a:ln w="1524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8" name="流程图: 接点 297"/>
          <p:cNvSpPr>
            <a:spLocks noChangeAspect="1"/>
          </p:cNvSpPr>
          <p:nvPr/>
        </p:nvSpPr>
        <p:spPr>
          <a:xfrm>
            <a:off x="2739704" y="3471737"/>
            <a:ext cx="126000" cy="126000"/>
          </a:xfrm>
          <a:prstGeom prst="flowChartConnector">
            <a:avLst/>
          </a:prstGeom>
          <a:solidFill>
            <a:schemeClr val="bg1"/>
          </a:solidFill>
          <a:ln w="1524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9" name="流程图: 接点 298"/>
          <p:cNvSpPr>
            <a:spLocks noChangeAspect="1"/>
          </p:cNvSpPr>
          <p:nvPr/>
        </p:nvSpPr>
        <p:spPr>
          <a:xfrm>
            <a:off x="1621440" y="5238580"/>
            <a:ext cx="126000" cy="126000"/>
          </a:xfrm>
          <a:prstGeom prst="flowChartConnector">
            <a:avLst/>
          </a:prstGeom>
          <a:solidFill>
            <a:schemeClr val="bg1"/>
          </a:solidFill>
          <a:ln w="1524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0" name="等腰三角形 299"/>
          <p:cNvSpPr/>
          <p:nvPr/>
        </p:nvSpPr>
        <p:spPr>
          <a:xfrm rot="5639598" flipH="1">
            <a:off x="5939458" y="2164640"/>
            <a:ext cx="166687" cy="143696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1" name="等腰三角形 300"/>
          <p:cNvSpPr/>
          <p:nvPr/>
        </p:nvSpPr>
        <p:spPr>
          <a:xfrm rot="6983277" flipH="1">
            <a:off x="8555597" y="2869001"/>
            <a:ext cx="166687" cy="143696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2" name="等腰三角形 301"/>
          <p:cNvSpPr/>
          <p:nvPr/>
        </p:nvSpPr>
        <p:spPr>
          <a:xfrm rot="8854677" flipH="1">
            <a:off x="10048425" y="4399129"/>
            <a:ext cx="166687" cy="143696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5" name="文本框 144"/>
          <p:cNvSpPr txBox="1"/>
          <p:nvPr/>
        </p:nvSpPr>
        <p:spPr>
          <a:xfrm>
            <a:off x="5128629" y="6172195"/>
            <a:ext cx="1866162" cy="327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98475" indent="-349885" algn="ctr" rtl="0" eaLnBrk="0">
              <a:lnSpc>
                <a:spcPct val="96000"/>
              </a:lnSpc>
              <a:spcBef>
                <a:spcPts val="5"/>
              </a:spcBef>
            </a:pP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产品开发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小智PPT58"/>
          <p:cNvSpPr/>
          <p:nvPr/>
        </p:nvSpPr>
        <p:spPr>
          <a:xfrm flipH="1">
            <a:off x="10955015" y="5551166"/>
            <a:ext cx="1134672" cy="654070"/>
          </a:xfrm>
          <a:prstGeom prst="roundRect">
            <a:avLst>
              <a:gd name="adj" fmla="val 0"/>
            </a:avLst>
          </a:prstGeom>
          <a:solidFill>
            <a:schemeClr val="accent6">
              <a:lumMod val="20000"/>
              <a:lumOff val="8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小智PPT59"/>
          <p:cNvSpPr/>
          <p:nvPr/>
        </p:nvSpPr>
        <p:spPr>
          <a:xfrm flipH="1">
            <a:off x="10946139" y="5480265"/>
            <a:ext cx="1140582" cy="3014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小智PPT60"/>
          <p:cNvSpPr/>
          <p:nvPr/>
        </p:nvSpPr>
        <p:spPr>
          <a:xfrm flipH="1">
            <a:off x="10390611" y="3987100"/>
            <a:ext cx="1681902" cy="745694"/>
          </a:xfrm>
          <a:prstGeom prst="roundRect">
            <a:avLst>
              <a:gd name="adj" fmla="val 0"/>
            </a:avLst>
          </a:prstGeom>
          <a:solidFill>
            <a:schemeClr val="accent6">
              <a:lumMod val="20000"/>
              <a:lumOff val="8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小智PPT61"/>
          <p:cNvSpPr/>
          <p:nvPr/>
        </p:nvSpPr>
        <p:spPr>
          <a:xfrm flipH="1">
            <a:off x="10381736" y="3978061"/>
            <a:ext cx="1681902" cy="360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小智PPT62"/>
          <p:cNvSpPr/>
          <p:nvPr/>
        </p:nvSpPr>
        <p:spPr>
          <a:xfrm flipH="1">
            <a:off x="8914420" y="2027009"/>
            <a:ext cx="2302911" cy="945220"/>
          </a:xfrm>
          <a:prstGeom prst="roundRect">
            <a:avLst>
              <a:gd name="adj" fmla="val 0"/>
            </a:avLst>
          </a:prstGeom>
          <a:solidFill>
            <a:schemeClr val="accent6">
              <a:lumMod val="20000"/>
              <a:lumOff val="8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小智PPT63"/>
          <p:cNvSpPr/>
          <p:nvPr/>
        </p:nvSpPr>
        <p:spPr>
          <a:xfrm flipH="1">
            <a:off x="8905545" y="2017971"/>
            <a:ext cx="2302911" cy="360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16637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小智PPT64"/>
          <p:cNvSpPr/>
          <p:nvPr/>
        </p:nvSpPr>
        <p:spPr>
          <a:xfrm flipH="1">
            <a:off x="4485640" y="1189990"/>
            <a:ext cx="3296920" cy="892810"/>
          </a:xfrm>
          <a:prstGeom prst="roundRect">
            <a:avLst>
              <a:gd name="adj" fmla="val 0"/>
            </a:avLst>
          </a:prstGeom>
          <a:solidFill>
            <a:schemeClr val="accent6">
              <a:lumMod val="20000"/>
              <a:lumOff val="8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小智PPT65"/>
          <p:cNvSpPr/>
          <p:nvPr/>
        </p:nvSpPr>
        <p:spPr>
          <a:xfrm flipH="1">
            <a:off x="4476736" y="1049612"/>
            <a:ext cx="3296647" cy="39124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16637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小智PPT66"/>
          <p:cNvSpPr/>
          <p:nvPr/>
        </p:nvSpPr>
        <p:spPr>
          <a:xfrm flipH="1">
            <a:off x="909578" y="2072729"/>
            <a:ext cx="2302911" cy="945220"/>
          </a:xfrm>
          <a:prstGeom prst="roundRect">
            <a:avLst>
              <a:gd name="adj" fmla="val 0"/>
            </a:avLst>
          </a:prstGeom>
          <a:solidFill>
            <a:schemeClr val="accent6">
              <a:lumMod val="20000"/>
              <a:lumOff val="8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小智PPT67"/>
          <p:cNvSpPr/>
          <p:nvPr/>
        </p:nvSpPr>
        <p:spPr>
          <a:xfrm flipH="1">
            <a:off x="900703" y="2063691"/>
            <a:ext cx="2302911" cy="360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16637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小智PPT68"/>
          <p:cNvSpPr/>
          <p:nvPr/>
        </p:nvSpPr>
        <p:spPr>
          <a:xfrm flipH="1">
            <a:off x="149080" y="5565093"/>
            <a:ext cx="1134672" cy="654070"/>
          </a:xfrm>
          <a:prstGeom prst="roundRect">
            <a:avLst>
              <a:gd name="adj" fmla="val 0"/>
            </a:avLst>
          </a:prstGeom>
          <a:solidFill>
            <a:schemeClr val="accent6">
              <a:lumMod val="20000"/>
              <a:lumOff val="8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小智PPT69"/>
          <p:cNvSpPr/>
          <p:nvPr/>
        </p:nvSpPr>
        <p:spPr>
          <a:xfrm flipH="1">
            <a:off x="140204" y="5487824"/>
            <a:ext cx="1140582" cy="3077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小智PPT70"/>
          <p:cNvSpPr/>
          <p:nvPr/>
        </p:nvSpPr>
        <p:spPr>
          <a:xfrm flipH="1">
            <a:off x="136967" y="3991988"/>
            <a:ext cx="1681902" cy="745694"/>
          </a:xfrm>
          <a:prstGeom prst="roundRect">
            <a:avLst>
              <a:gd name="adj" fmla="val 0"/>
            </a:avLst>
          </a:prstGeom>
          <a:solidFill>
            <a:schemeClr val="accent6">
              <a:lumMod val="20000"/>
              <a:lumOff val="8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小智PPT71"/>
          <p:cNvSpPr/>
          <p:nvPr/>
        </p:nvSpPr>
        <p:spPr>
          <a:xfrm flipH="1">
            <a:off x="128092" y="3982949"/>
            <a:ext cx="1681902" cy="360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小智PPT72"/>
          <p:cNvSpPr txBox="1"/>
          <p:nvPr/>
        </p:nvSpPr>
        <p:spPr>
          <a:xfrm flipH="1">
            <a:off x="4560570" y="1109980"/>
            <a:ext cx="309753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产品洞察销售分析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信息整合梳理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小智PPT73"/>
          <p:cNvSpPr txBox="1"/>
          <p:nvPr/>
        </p:nvSpPr>
        <p:spPr>
          <a:xfrm flipH="1">
            <a:off x="4540749" y="1499926"/>
            <a:ext cx="3117230" cy="4661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chemeClr val="tx2">
                    <a:alpha val="8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找到用户心理满足的驱动力，洞察需求背后用户心理诉求，产品是随着用户的使用会进行演化</a:t>
            </a:r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chemeClr val="tx2">
                  <a:alpha val="80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小智PPT74"/>
          <p:cNvSpPr txBox="1"/>
          <p:nvPr/>
        </p:nvSpPr>
        <p:spPr>
          <a:xfrm flipH="1">
            <a:off x="1320109" y="2110751"/>
            <a:ext cx="14405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产品结构化分析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小智PPT75"/>
          <p:cNvSpPr txBox="1"/>
          <p:nvPr/>
        </p:nvSpPr>
        <p:spPr>
          <a:xfrm flipH="1">
            <a:off x="951020" y="2480143"/>
            <a:ext cx="2280197" cy="4661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chemeClr val="tx2">
                    <a:alpha val="8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深入梳理业务场景，用户的问题和痛点驱动出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2">
                    <a:alpha val="8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chemeClr val="tx2">
                    <a:alpha val="8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系统能力”</a:t>
            </a:r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chemeClr val="tx2">
                  <a:alpha val="80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小智PPT76"/>
          <p:cNvSpPr txBox="1"/>
          <p:nvPr/>
        </p:nvSpPr>
        <p:spPr>
          <a:xfrm flipH="1">
            <a:off x="218710" y="4019998"/>
            <a:ext cx="14405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信息方案设计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小智PPT77"/>
          <p:cNvSpPr txBox="1"/>
          <p:nvPr/>
        </p:nvSpPr>
        <p:spPr>
          <a:xfrm flipH="1">
            <a:off x="117384" y="4393798"/>
            <a:ext cx="1723048" cy="2737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chemeClr val="tx2">
                    <a:alpha val="8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设计方案，抽象出能力需求</a:t>
            </a:r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chemeClr val="tx2">
                  <a:alpha val="80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" name="小智PPT78"/>
          <p:cNvSpPr txBox="1"/>
          <p:nvPr/>
        </p:nvSpPr>
        <p:spPr>
          <a:xfrm flipH="1">
            <a:off x="245110" y="5495290"/>
            <a:ext cx="9036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产品需求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1" name="小智PPT79"/>
          <p:cNvSpPr txBox="1"/>
          <p:nvPr/>
        </p:nvSpPr>
        <p:spPr>
          <a:xfrm flipH="1">
            <a:off x="10566400" y="4020185"/>
            <a:ext cx="127317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战略分解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2" name="小智PPT80"/>
          <p:cNvSpPr txBox="1"/>
          <p:nvPr/>
        </p:nvSpPr>
        <p:spPr>
          <a:xfrm flipH="1">
            <a:off x="10537825" y="4406265"/>
            <a:ext cx="1538605" cy="283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chemeClr val="tx2">
                    <a:alpha val="8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实现业务和企业目标</a:t>
            </a:r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chemeClr val="tx2">
                  <a:alpha val="80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3" name="小智PPT81"/>
          <p:cNvSpPr txBox="1"/>
          <p:nvPr/>
        </p:nvSpPr>
        <p:spPr>
          <a:xfrm>
            <a:off x="10952976" y="5856078"/>
            <a:ext cx="1102058" cy="2737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25000"/>
              </a:lnSpc>
              <a:defRPr sz="1000">
                <a:solidFill>
                  <a:schemeClr val="tx1">
                    <a:alpha val="80000"/>
                  </a:schemeClr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chemeClr val="tx2">
                    <a:alpha val="8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聚合信息，任务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alpha val="80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4" name="小智PPT82"/>
          <p:cNvSpPr txBox="1"/>
          <p:nvPr/>
        </p:nvSpPr>
        <p:spPr>
          <a:xfrm flipH="1">
            <a:off x="9384567" y="2065031"/>
            <a:ext cx="1440582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用户体验反馈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5" name="小智PPT83"/>
          <p:cNvSpPr txBox="1"/>
          <p:nvPr/>
        </p:nvSpPr>
        <p:spPr>
          <a:xfrm flipH="1">
            <a:off x="8950731" y="2434423"/>
            <a:ext cx="2223458" cy="4661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chemeClr val="tx2">
                    <a:alpha val="8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直接融入用户体验反饮收排动能形成问题必集和处理的团环</a:t>
            </a:r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chemeClr val="tx2">
                  <a:alpha val="80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6" name="小智PPT84"/>
          <p:cNvSpPr txBox="1"/>
          <p:nvPr/>
        </p:nvSpPr>
        <p:spPr>
          <a:xfrm flipH="1">
            <a:off x="111760" y="5855970"/>
            <a:ext cx="1358900" cy="283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chemeClr val="tx2">
                    <a:alpha val="8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满足方案设计需求</a:t>
            </a:r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chemeClr val="tx2">
                  <a:alpha val="80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7" name="小智PPT85"/>
          <p:cNvSpPr txBox="1"/>
          <p:nvPr/>
        </p:nvSpPr>
        <p:spPr>
          <a:xfrm flipH="1">
            <a:off x="10941685" y="5488305"/>
            <a:ext cx="1124585" cy="306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404040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分析本质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92" name="组合 91"/>
          <p:cNvGrpSpPr/>
          <p:nvPr/>
        </p:nvGrpSpPr>
        <p:grpSpPr>
          <a:xfrm>
            <a:off x="1849755" y="5744210"/>
            <a:ext cx="670560" cy="670560"/>
            <a:chOff x="2346" y="19367"/>
            <a:chExt cx="1056" cy="1056"/>
          </a:xfrm>
        </p:grpSpPr>
        <p:sp>
          <p:nvSpPr>
            <p:cNvPr id="88" name="小智PPT31"/>
            <p:cNvSpPr/>
            <p:nvPr/>
          </p:nvSpPr>
          <p:spPr>
            <a:xfrm rot="19620000" flipH="1">
              <a:off x="2346" y="19367"/>
              <a:ext cx="1057" cy="1057"/>
            </a:xfrm>
            <a:prstGeom prst="ellipse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89" name="小智PPT56"/>
            <p:cNvSpPr/>
            <p:nvPr/>
          </p:nvSpPr>
          <p:spPr>
            <a:xfrm>
              <a:off x="2617" y="19628"/>
              <a:ext cx="567" cy="552"/>
            </a:xfrm>
            <a:custGeom>
              <a:avLst/>
              <a:gdLst>
                <a:gd name="connsiteX0" fmla="*/ 1682923 w 1885533"/>
                <a:gd name="connsiteY0" fmla="*/ 446526 h 1837057"/>
                <a:gd name="connsiteX1" fmla="*/ 1651898 w 1885533"/>
                <a:gd name="connsiteY1" fmla="*/ 401350 h 1837057"/>
                <a:gd name="connsiteX2" fmla="*/ 858602 w 1885533"/>
                <a:gd name="connsiteY2" fmla="*/ 4838 h 1837057"/>
                <a:gd name="connsiteX3" fmla="*/ 818053 w 1885533"/>
                <a:gd name="connsiteY3" fmla="*/ 4838 h 1837057"/>
                <a:gd name="connsiteX4" fmla="*/ 25164 w 1885533"/>
                <a:gd name="connsiteY4" fmla="*/ 401350 h 1837057"/>
                <a:gd name="connsiteX5" fmla="*/ 263 w 1885533"/>
                <a:gd name="connsiteY5" fmla="*/ 468025 h 1837057"/>
                <a:gd name="connsiteX6" fmla="*/ 263 w 1885533"/>
                <a:gd name="connsiteY6" fmla="*/ 1314389 h 1837057"/>
                <a:gd name="connsiteX7" fmla="*/ 22035 w 1885533"/>
                <a:gd name="connsiteY7" fmla="*/ 1353034 h 1837057"/>
                <a:gd name="connsiteX8" fmla="*/ 811249 w 1885533"/>
                <a:gd name="connsiteY8" fmla="*/ 1827923 h 1837057"/>
                <a:gd name="connsiteX9" fmla="*/ 868399 w 1885533"/>
                <a:gd name="connsiteY9" fmla="*/ 1831189 h 1837057"/>
                <a:gd name="connsiteX10" fmla="*/ 1126663 w 1885533"/>
                <a:gd name="connsiteY10" fmla="*/ 1681782 h 1837057"/>
                <a:gd name="connsiteX11" fmla="*/ 1147618 w 1885533"/>
                <a:gd name="connsiteY11" fmla="*/ 1615379 h 1837057"/>
                <a:gd name="connsiteX12" fmla="*/ 1093597 w 1885533"/>
                <a:gd name="connsiteY12" fmla="*/ 1575782 h 1837057"/>
                <a:gd name="connsiteX13" fmla="*/ 901056 w 1885533"/>
                <a:gd name="connsiteY13" fmla="*/ 1691035 h 1837057"/>
                <a:gd name="connsiteX14" fmla="*/ 901056 w 1885533"/>
                <a:gd name="connsiteY14" fmla="*/ 918149 h 1837057"/>
                <a:gd name="connsiteX15" fmla="*/ 1585223 w 1885533"/>
                <a:gd name="connsiteY15" fmla="*/ 519732 h 1837057"/>
                <a:gd name="connsiteX16" fmla="*/ 1657205 w 1885533"/>
                <a:gd name="connsiteY16" fmla="*/ 476189 h 1837057"/>
                <a:gd name="connsiteX17" fmla="*/ 1682787 w 1885533"/>
                <a:gd name="connsiteY17" fmla="*/ 446526 h 1837057"/>
                <a:gd name="connsiteX18" fmla="*/ 778048 w 1885533"/>
                <a:gd name="connsiteY18" fmla="*/ 1681646 h 1837057"/>
                <a:gd name="connsiteX19" fmla="*/ 118646 w 1885533"/>
                <a:gd name="connsiteY19" fmla="*/ 1279691 h 1837057"/>
                <a:gd name="connsiteX20" fmla="*/ 118646 w 1885533"/>
                <a:gd name="connsiteY20" fmla="*/ 539871 h 1837057"/>
                <a:gd name="connsiteX21" fmla="*/ 777912 w 1885533"/>
                <a:gd name="connsiteY21" fmla="*/ 918421 h 1837057"/>
                <a:gd name="connsiteX22" fmla="*/ 777912 w 1885533"/>
                <a:gd name="connsiteY22" fmla="*/ 1681510 h 1837057"/>
                <a:gd name="connsiteX23" fmla="*/ 838327 w 1885533"/>
                <a:gd name="connsiteY23" fmla="*/ 795141 h 1837057"/>
                <a:gd name="connsiteX24" fmla="*/ 211174 w 1885533"/>
                <a:gd name="connsiteY24" fmla="*/ 439586 h 1837057"/>
                <a:gd name="connsiteX25" fmla="*/ 838327 w 1885533"/>
                <a:gd name="connsiteY25" fmla="*/ 126213 h 1837057"/>
                <a:gd name="connsiteX26" fmla="*/ 1465344 w 1885533"/>
                <a:gd name="connsiteY26" fmla="*/ 439586 h 1837057"/>
                <a:gd name="connsiteX27" fmla="*/ 838327 w 1885533"/>
                <a:gd name="connsiteY27" fmla="*/ 795141 h 1837057"/>
                <a:gd name="connsiteX28" fmla="*/ 1869477 w 1885533"/>
                <a:gd name="connsiteY28" fmla="*/ 1419981 h 1837057"/>
                <a:gd name="connsiteX29" fmla="*/ 1517052 w 1885533"/>
                <a:gd name="connsiteY29" fmla="*/ 1631572 h 1837057"/>
                <a:gd name="connsiteX30" fmla="*/ 1476502 w 1885533"/>
                <a:gd name="connsiteY30" fmla="*/ 1629939 h 1837057"/>
                <a:gd name="connsiteX31" fmla="*/ 1125574 w 1885533"/>
                <a:gd name="connsiteY31" fmla="*/ 1419981 h 1837057"/>
                <a:gd name="connsiteX32" fmla="*/ 1109110 w 1885533"/>
                <a:gd name="connsiteY32" fmla="*/ 1390997 h 1837057"/>
                <a:gd name="connsiteX33" fmla="*/ 1109110 w 1885533"/>
                <a:gd name="connsiteY33" fmla="*/ 1012719 h 1837057"/>
                <a:gd name="connsiteX34" fmla="*/ 1140406 w 1885533"/>
                <a:gd name="connsiteY34" fmla="*/ 969448 h 1837057"/>
                <a:gd name="connsiteX35" fmla="*/ 1482353 w 1885533"/>
                <a:gd name="connsiteY35" fmla="*/ 780309 h 1837057"/>
                <a:gd name="connsiteX36" fmla="*/ 1512289 w 1885533"/>
                <a:gd name="connsiteY36" fmla="*/ 780309 h 1837057"/>
                <a:gd name="connsiteX37" fmla="*/ 1854645 w 1885533"/>
                <a:gd name="connsiteY37" fmla="*/ 969448 h 1837057"/>
                <a:gd name="connsiteX38" fmla="*/ 1851923 w 1885533"/>
                <a:gd name="connsiteY38" fmla="*/ 969448 h 1837057"/>
                <a:gd name="connsiteX39" fmla="*/ 1855189 w 1885533"/>
                <a:gd name="connsiteY39" fmla="*/ 969992 h 1837057"/>
                <a:gd name="connsiteX40" fmla="*/ 1864034 w 1885533"/>
                <a:gd name="connsiteY40" fmla="*/ 974483 h 1837057"/>
                <a:gd name="connsiteX41" fmla="*/ 1885533 w 1885533"/>
                <a:gd name="connsiteY41" fmla="*/ 1003058 h 1837057"/>
                <a:gd name="connsiteX42" fmla="*/ 1885533 w 1885533"/>
                <a:gd name="connsiteY42" fmla="*/ 1390861 h 1837057"/>
                <a:gd name="connsiteX43" fmla="*/ 1869477 w 1885533"/>
                <a:gd name="connsiteY43" fmla="*/ 1419981 h 1837057"/>
                <a:gd name="connsiteX44" fmla="*/ 1241235 w 1885533"/>
                <a:gd name="connsiteY44" fmla="*/ 1006051 h 1837057"/>
                <a:gd name="connsiteX45" fmla="*/ 1495416 w 1885533"/>
                <a:gd name="connsiteY45" fmla="*/ 1148790 h 1837057"/>
                <a:gd name="connsiteX46" fmla="*/ 1753272 w 1885533"/>
                <a:gd name="connsiteY46" fmla="*/ 1006051 h 1837057"/>
                <a:gd name="connsiteX47" fmla="*/ 1495416 w 1885533"/>
                <a:gd name="connsiteY47" fmla="*/ 863993 h 1837057"/>
                <a:gd name="connsiteX48" fmla="*/ 1241235 w 1885533"/>
                <a:gd name="connsiteY48" fmla="*/ 1006051 h 1837057"/>
                <a:gd name="connsiteX49" fmla="*/ 1546035 w 1885533"/>
                <a:gd name="connsiteY49" fmla="*/ 1523123 h 1837057"/>
                <a:gd name="connsiteX50" fmla="*/ 1805931 w 1885533"/>
                <a:gd name="connsiteY50" fmla="*/ 1366368 h 1837057"/>
                <a:gd name="connsiteX51" fmla="*/ 1805931 w 1885533"/>
                <a:gd name="connsiteY51" fmla="*/ 1084156 h 1837057"/>
                <a:gd name="connsiteX52" fmla="*/ 1546035 w 1885533"/>
                <a:gd name="connsiteY52" fmla="*/ 1231522 h 1837057"/>
                <a:gd name="connsiteX53" fmla="*/ 1546035 w 1885533"/>
                <a:gd name="connsiteY53" fmla="*/ 1522987 h 1837057"/>
                <a:gd name="connsiteX54" fmla="*/ 1453915 w 1885533"/>
                <a:gd name="connsiteY54" fmla="*/ 1518496 h 1837057"/>
                <a:gd name="connsiteX55" fmla="*/ 1453915 w 1885533"/>
                <a:gd name="connsiteY55" fmla="*/ 1232882 h 1837057"/>
                <a:gd name="connsiteX56" fmla="*/ 1199053 w 1885533"/>
                <a:gd name="connsiteY56" fmla="*/ 1088647 h 1837057"/>
                <a:gd name="connsiteX57" fmla="*/ 1199053 w 1885533"/>
                <a:gd name="connsiteY57" fmla="*/ 1364872 h 1837057"/>
                <a:gd name="connsiteX58" fmla="*/ 1453915 w 1885533"/>
                <a:gd name="connsiteY58" fmla="*/ 1518632 h 1837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1885533" h="1837057">
                  <a:moveTo>
                    <a:pt x="1682923" y="446526"/>
                  </a:moveTo>
                  <a:cubicBezTo>
                    <a:pt x="1684692" y="428972"/>
                    <a:pt x="1669860" y="410467"/>
                    <a:pt x="1651898" y="401350"/>
                  </a:cubicBezTo>
                  <a:lnTo>
                    <a:pt x="858602" y="4838"/>
                  </a:lnTo>
                  <a:cubicBezTo>
                    <a:pt x="845855" y="-1613"/>
                    <a:pt x="830800" y="-1613"/>
                    <a:pt x="818053" y="4838"/>
                  </a:cubicBezTo>
                  <a:lnTo>
                    <a:pt x="25164" y="401350"/>
                  </a:lnTo>
                  <a:cubicBezTo>
                    <a:pt x="-4363" y="420672"/>
                    <a:pt x="263" y="463535"/>
                    <a:pt x="263" y="468025"/>
                  </a:cubicBezTo>
                  <a:lnTo>
                    <a:pt x="263" y="1314389"/>
                  </a:lnTo>
                  <a:cubicBezTo>
                    <a:pt x="263" y="1330037"/>
                    <a:pt x="8428" y="1344733"/>
                    <a:pt x="22035" y="1353034"/>
                  </a:cubicBezTo>
                  <a:cubicBezTo>
                    <a:pt x="22035" y="1353034"/>
                    <a:pt x="797914" y="1821936"/>
                    <a:pt x="811249" y="1827923"/>
                  </a:cubicBezTo>
                  <a:cubicBezTo>
                    <a:pt x="838463" y="1841394"/>
                    <a:pt x="855608" y="1837720"/>
                    <a:pt x="868399" y="1831189"/>
                  </a:cubicBezTo>
                  <a:lnTo>
                    <a:pt x="1126663" y="1681782"/>
                  </a:lnTo>
                  <a:cubicBezTo>
                    <a:pt x="1148706" y="1668855"/>
                    <a:pt x="1150475" y="1649261"/>
                    <a:pt x="1147618" y="1615379"/>
                  </a:cubicBezTo>
                  <a:cubicBezTo>
                    <a:pt x="1144760" y="1581634"/>
                    <a:pt x="1115233" y="1563264"/>
                    <a:pt x="1093597" y="1575782"/>
                  </a:cubicBezTo>
                  <a:cubicBezTo>
                    <a:pt x="1071826" y="1588165"/>
                    <a:pt x="901056" y="1691035"/>
                    <a:pt x="901056" y="1691035"/>
                  </a:cubicBezTo>
                  <a:lnTo>
                    <a:pt x="901056" y="918149"/>
                  </a:lnTo>
                  <a:lnTo>
                    <a:pt x="1585223" y="519732"/>
                  </a:lnTo>
                  <a:lnTo>
                    <a:pt x="1657205" y="476189"/>
                  </a:lnTo>
                  <a:cubicBezTo>
                    <a:pt x="1671493" y="466936"/>
                    <a:pt x="1680882" y="455098"/>
                    <a:pt x="1682787" y="446526"/>
                  </a:cubicBezTo>
                  <a:close/>
                  <a:moveTo>
                    <a:pt x="778048" y="1681646"/>
                  </a:moveTo>
                  <a:lnTo>
                    <a:pt x="118646" y="1279691"/>
                  </a:lnTo>
                  <a:lnTo>
                    <a:pt x="118646" y="539871"/>
                  </a:lnTo>
                  <a:lnTo>
                    <a:pt x="777912" y="918421"/>
                  </a:lnTo>
                  <a:lnTo>
                    <a:pt x="777912" y="1681510"/>
                  </a:lnTo>
                  <a:close/>
                  <a:moveTo>
                    <a:pt x="838327" y="795141"/>
                  </a:moveTo>
                  <a:lnTo>
                    <a:pt x="211174" y="439586"/>
                  </a:lnTo>
                  <a:lnTo>
                    <a:pt x="838327" y="126213"/>
                  </a:lnTo>
                  <a:lnTo>
                    <a:pt x="1465344" y="439586"/>
                  </a:lnTo>
                  <a:lnTo>
                    <a:pt x="838327" y="795141"/>
                  </a:lnTo>
                  <a:close/>
                  <a:moveTo>
                    <a:pt x="1869477" y="1419981"/>
                  </a:moveTo>
                  <a:lnTo>
                    <a:pt x="1517052" y="1631572"/>
                  </a:lnTo>
                  <a:cubicBezTo>
                    <a:pt x="1497321" y="1645315"/>
                    <a:pt x="1476502" y="1629939"/>
                    <a:pt x="1476502" y="1629939"/>
                  </a:cubicBezTo>
                  <a:cubicBezTo>
                    <a:pt x="1474597" y="1629531"/>
                    <a:pt x="1125574" y="1419981"/>
                    <a:pt x="1125574" y="1419981"/>
                  </a:cubicBezTo>
                  <a:cubicBezTo>
                    <a:pt x="1115364" y="1413894"/>
                    <a:pt x="1109110" y="1402884"/>
                    <a:pt x="1109110" y="1390997"/>
                  </a:cubicBezTo>
                  <a:lnTo>
                    <a:pt x="1109110" y="1012719"/>
                  </a:lnTo>
                  <a:cubicBezTo>
                    <a:pt x="1109110" y="1000472"/>
                    <a:pt x="1115369" y="979109"/>
                    <a:pt x="1140406" y="969448"/>
                  </a:cubicBezTo>
                  <a:lnTo>
                    <a:pt x="1482353" y="780309"/>
                  </a:lnTo>
                  <a:cubicBezTo>
                    <a:pt x="1491832" y="775841"/>
                    <a:pt x="1502811" y="775841"/>
                    <a:pt x="1512289" y="780309"/>
                  </a:cubicBezTo>
                  <a:lnTo>
                    <a:pt x="1854645" y="969448"/>
                  </a:lnTo>
                  <a:lnTo>
                    <a:pt x="1851923" y="969448"/>
                  </a:lnTo>
                  <a:cubicBezTo>
                    <a:pt x="1852876" y="969448"/>
                    <a:pt x="1854237" y="969448"/>
                    <a:pt x="1855189" y="969992"/>
                  </a:cubicBezTo>
                  <a:lnTo>
                    <a:pt x="1864034" y="974483"/>
                  </a:lnTo>
                  <a:cubicBezTo>
                    <a:pt x="1875192" y="979790"/>
                    <a:pt x="1885533" y="989451"/>
                    <a:pt x="1885533" y="1003058"/>
                  </a:cubicBezTo>
                  <a:lnTo>
                    <a:pt x="1885533" y="1390861"/>
                  </a:lnTo>
                  <a:cubicBezTo>
                    <a:pt x="1885560" y="1402687"/>
                    <a:pt x="1879492" y="1413692"/>
                    <a:pt x="1869477" y="1419981"/>
                  </a:cubicBezTo>
                  <a:close/>
                  <a:moveTo>
                    <a:pt x="1241235" y="1006051"/>
                  </a:moveTo>
                  <a:lnTo>
                    <a:pt x="1495416" y="1148790"/>
                  </a:lnTo>
                  <a:lnTo>
                    <a:pt x="1753272" y="1006051"/>
                  </a:lnTo>
                  <a:lnTo>
                    <a:pt x="1495416" y="863993"/>
                  </a:lnTo>
                  <a:lnTo>
                    <a:pt x="1241235" y="1006051"/>
                  </a:lnTo>
                  <a:close/>
                  <a:moveTo>
                    <a:pt x="1546035" y="1523123"/>
                  </a:moveTo>
                  <a:lnTo>
                    <a:pt x="1805931" y="1366368"/>
                  </a:lnTo>
                  <a:lnTo>
                    <a:pt x="1805931" y="1084156"/>
                  </a:lnTo>
                  <a:lnTo>
                    <a:pt x="1546035" y="1231522"/>
                  </a:lnTo>
                  <a:lnTo>
                    <a:pt x="1546035" y="1522987"/>
                  </a:lnTo>
                  <a:close/>
                  <a:moveTo>
                    <a:pt x="1453915" y="1518496"/>
                  </a:moveTo>
                  <a:lnTo>
                    <a:pt x="1453915" y="1232882"/>
                  </a:lnTo>
                  <a:lnTo>
                    <a:pt x="1199053" y="1088647"/>
                  </a:lnTo>
                  <a:lnTo>
                    <a:pt x="1199053" y="1364872"/>
                  </a:lnTo>
                  <a:lnTo>
                    <a:pt x="1453915" y="1518632"/>
                  </a:lnTo>
                  <a:close/>
                </a:path>
              </a:pathLst>
            </a:custGeom>
            <a:solidFill>
              <a:schemeClr val="accent1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94" name="小智PPT31"/>
          <p:cNvSpPr/>
          <p:nvPr/>
        </p:nvSpPr>
        <p:spPr>
          <a:xfrm rot="19620000" flipH="1">
            <a:off x="2148205" y="4688205"/>
            <a:ext cx="671195" cy="671195"/>
          </a:xfrm>
          <a:prstGeom prst="ellipse">
            <a:avLst/>
          </a:prstGeom>
          <a:solidFill>
            <a:schemeClr val="accent6">
              <a:lumMod val="20000"/>
              <a:lumOff val="80000"/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7" name="小智PPT30"/>
          <p:cNvSpPr txBox="1"/>
          <p:nvPr/>
        </p:nvSpPr>
        <p:spPr>
          <a:xfrm rot="18365675" flipH="1">
            <a:off x="2540383" y="4173028"/>
            <a:ext cx="781050" cy="454025"/>
          </a:xfrm>
          <a:prstGeom prst="rect">
            <a:avLst/>
          </a:prstGeom>
          <a:noFill/>
          <a:effectLst/>
        </p:spPr>
        <p:txBody>
          <a:bodyPr wrap="none" lIns="85954" tIns="42977" rIns="85954" bIns="42977" rtlCol="0">
            <a:spAutoFit/>
          </a:bodyPr>
          <a:lstStyle>
            <a:defPPr>
              <a:defRPr lang="zh-CN"/>
            </a:defPPr>
            <a:lvl1pPr marR="0" lv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 kumimoji="0" sz="1200" i="0" u="none" strike="noStrike" cap="none" spc="0" normalizeH="0" baseline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分析维度</a:t>
            </a:r>
            <a:endParaRPr kumimoji="0" lang="en-US" altLang="zh-CN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整理收集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0" name="图片 99" descr="数据分析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44102" y="4884103"/>
            <a:ext cx="279400" cy="279400"/>
          </a:xfrm>
          <a:prstGeom prst="rect">
            <a:avLst/>
          </a:prstGeom>
        </p:spPr>
      </p:pic>
      <p:sp>
        <p:nvSpPr>
          <p:cNvPr id="102" name="小智PPT31"/>
          <p:cNvSpPr/>
          <p:nvPr/>
        </p:nvSpPr>
        <p:spPr>
          <a:xfrm rot="19620000" flipH="1">
            <a:off x="3295650" y="3343910"/>
            <a:ext cx="671195" cy="671195"/>
          </a:xfrm>
          <a:prstGeom prst="ellipse">
            <a:avLst/>
          </a:prstGeom>
          <a:solidFill>
            <a:schemeClr val="accent6">
              <a:lumMod val="20000"/>
              <a:lumOff val="80000"/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0" name="小智PPT31"/>
          <p:cNvSpPr/>
          <p:nvPr/>
        </p:nvSpPr>
        <p:spPr>
          <a:xfrm rot="19620000" flipH="1">
            <a:off x="5133340" y="2623820"/>
            <a:ext cx="671195" cy="671195"/>
          </a:xfrm>
          <a:prstGeom prst="ellipse">
            <a:avLst/>
          </a:prstGeom>
          <a:solidFill>
            <a:schemeClr val="accent6">
              <a:lumMod val="20000"/>
              <a:lumOff val="80000"/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4" name="小智PPT31"/>
          <p:cNvSpPr/>
          <p:nvPr/>
        </p:nvSpPr>
        <p:spPr>
          <a:xfrm rot="19620000" flipH="1">
            <a:off x="7294245" y="2894965"/>
            <a:ext cx="671195" cy="671195"/>
          </a:xfrm>
          <a:prstGeom prst="ellipse">
            <a:avLst/>
          </a:prstGeom>
          <a:solidFill>
            <a:schemeClr val="accent6">
              <a:lumMod val="20000"/>
              <a:lumOff val="80000"/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8" name="小智PPT31"/>
          <p:cNvSpPr/>
          <p:nvPr/>
        </p:nvSpPr>
        <p:spPr>
          <a:xfrm rot="19620000" flipH="1">
            <a:off x="8854440" y="4041140"/>
            <a:ext cx="671195" cy="671195"/>
          </a:xfrm>
          <a:prstGeom prst="ellipse">
            <a:avLst/>
          </a:prstGeom>
          <a:solidFill>
            <a:schemeClr val="accent6">
              <a:lumMod val="20000"/>
              <a:lumOff val="80000"/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0" name="小智PPT31"/>
          <p:cNvSpPr/>
          <p:nvPr/>
        </p:nvSpPr>
        <p:spPr>
          <a:xfrm rot="19620000" flipH="1">
            <a:off x="9610090" y="5777865"/>
            <a:ext cx="671195" cy="671195"/>
          </a:xfrm>
          <a:prstGeom prst="ellipse">
            <a:avLst/>
          </a:prstGeom>
          <a:solidFill>
            <a:schemeClr val="accent6">
              <a:lumMod val="20000"/>
              <a:lumOff val="80000"/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3" name="小智PPT26"/>
          <p:cNvSpPr txBox="1"/>
          <p:nvPr/>
        </p:nvSpPr>
        <p:spPr>
          <a:xfrm rot="19826236" flipH="1">
            <a:off x="3961800" y="3065605"/>
            <a:ext cx="789140" cy="456125"/>
          </a:xfrm>
          <a:prstGeom prst="rect">
            <a:avLst/>
          </a:prstGeom>
          <a:noFill/>
          <a:effectLst/>
        </p:spPr>
        <p:txBody>
          <a:bodyPr wrap="none" lIns="85954" tIns="42977" rIns="85954" bIns="42977" rtlCol="0">
            <a:spAutoFit/>
          </a:bodyPr>
          <a:lstStyle>
            <a:defPPr>
              <a:defRPr lang="zh-CN"/>
            </a:defPPr>
            <a:lvl1pPr marR="0" lv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 kumimoji="0" sz="1200" i="0" u="none" strike="noStrike" cap="none" spc="0" normalizeH="0" baseline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确定目标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选择竞品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7" name="小智PPT28"/>
          <p:cNvSpPr txBox="1"/>
          <p:nvPr/>
        </p:nvSpPr>
        <p:spPr>
          <a:xfrm rot="2060980">
            <a:off x="4895374" y="3792475"/>
            <a:ext cx="5492012" cy="1710595"/>
          </a:xfrm>
          <a:prstGeom prst="rect">
            <a:avLst/>
          </a:prstGeom>
          <a:noFill/>
          <a:effectLst/>
        </p:spPr>
        <p:txBody>
          <a:bodyPr wrap="none" lIns="85954" tIns="42977" rIns="85954" bIns="42977" rtlCol="0">
            <a:prstTxWarp prst="textArchUp">
              <a:avLst>
                <a:gd name="adj" fmla="val 11450686"/>
              </a:avLst>
            </a:prstTxWarp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了解用户活跃群体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理解产品特征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5" name="小智PPT33"/>
          <p:cNvSpPr txBox="1"/>
          <p:nvPr/>
        </p:nvSpPr>
        <p:spPr>
          <a:xfrm rot="2434639" flipH="1">
            <a:off x="7903399" y="3361935"/>
            <a:ext cx="789140" cy="456125"/>
          </a:xfrm>
          <a:prstGeom prst="rect">
            <a:avLst/>
          </a:prstGeom>
          <a:noFill/>
          <a:effectLst/>
        </p:spPr>
        <p:txBody>
          <a:bodyPr wrap="none" lIns="85954" tIns="42977" rIns="85954" bIns="42977" rtlCol="0">
            <a:spAutoFit/>
          </a:bodyPr>
          <a:lstStyle>
            <a:defPPr>
              <a:defRPr lang="zh-CN"/>
            </a:defPPr>
            <a:lvl1pPr marR="0" lv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 kumimoji="0" sz="1200" i="0" u="none" strike="noStrike" cap="none" spc="0" normalizeH="0" baseline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品牌调性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内容特征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8" name="小智PPT35"/>
          <p:cNvSpPr txBox="1"/>
          <p:nvPr/>
        </p:nvSpPr>
        <p:spPr>
          <a:xfrm rot="3772799" flipH="1">
            <a:off x="9185206" y="4796789"/>
            <a:ext cx="789140" cy="456125"/>
          </a:xfrm>
          <a:prstGeom prst="rect">
            <a:avLst/>
          </a:prstGeom>
          <a:noFill/>
          <a:effectLst/>
        </p:spPr>
        <p:txBody>
          <a:bodyPr wrap="none" lIns="85954" tIns="42977" rIns="85954" bIns="42977" rtlCol="0">
            <a:spAutoFit/>
          </a:bodyPr>
          <a:lstStyle>
            <a:defPPr>
              <a:defRPr lang="zh-CN"/>
            </a:defPPr>
            <a:lvl1pPr marR="0" lv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 kumimoji="0" sz="1200" i="0" u="none" strike="noStrike" cap="none" spc="0" normalizeH="0" baseline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平台优势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把握市场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83" name="图片 182" descr="竞品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08045" y="3456305"/>
            <a:ext cx="446405" cy="446405"/>
          </a:xfrm>
          <a:prstGeom prst="rect">
            <a:avLst/>
          </a:prstGeom>
        </p:spPr>
      </p:pic>
      <p:pic>
        <p:nvPicPr>
          <p:cNvPr id="184" name="图片 183" descr="用户中心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261928" y="2752408"/>
            <a:ext cx="414020" cy="414020"/>
          </a:xfrm>
          <a:prstGeom prst="rect">
            <a:avLst/>
          </a:prstGeom>
        </p:spPr>
      </p:pic>
      <p:pic>
        <p:nvPicPr>
          <p:cNvPr id="185" name="图片 184" descr="数字媒体类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384415" y="2985135"/>
            <a:ext cx="490855" cy="490855"/>
          </a:xfrm>
          <a:prstGeom prst="rect">
            <a:avLst/>
          </a:prstGeom>
        </p:spPr>
      </p:pic>
      <p:pic>
        <p:nvPicPr>
          <p:cNvPr id="191" name="图片 190" descr="技术市场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024620" y="4199255"/>
            <a:ext cx="360045" cy="360045"/>
          </a:xfrm>
          <a:prstGeom prst="rect">
            <a:avLst/>
          </a:prstGeom>
        </p:spPr>
      </p:pic>
      <p:pic>
        <p:nvPicPr>
          <p:cNvPr id="192" name="图片 191" descr="爱心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739630" y="5946140"/>
            <a:ext cx="412750" cy="412750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8738235" y="348615"/>
            <a:ext cx="3219450" cy="332740"/>
            <a:chOff x="13761" y="549"/>
            <a:chExt cx="5070" cy="524"/>
          </a:xfrm>
        </p:grpSpPr>
        <p:pic>
          <p:nvPicPr>
            <p:cNvPr id="4" name="图片 3"/>
            <p:cNvPicPr>
              <a:picLocks noChangeAspect="1"/>
            </p:cNvPicPr>
            <p:nvPr userDrawn="1"/>
          </p:nvPicPr>
          <p:blipFill>
            <a:blip r:embed="rId15"/>
            <a:srcRect l="17002" t="-1765" r="56499" b="-1176"/>
            <a:stretch>
              <a:fillRect/>
            </a:stretch>
          </p:blipFill>
          <p:spPr>
            <a:xfrm>
              <a:off x="13761" y="549"/>
              <a:ext cx="1582" cy="525"/>
            </a:xfrm>
            <a:prstGeom prst="rect">
              <a:avLst/>
            </a:prstGeom>
          </p:spPr>
        </p:pic>
        <p:sp>
          <p:nvSpPr>
            <p:cNvPr id="7" name="文本框 6"/>
            <p:cNvSpPr txBox="1"/>
            <p:nvPr userDrawn="1"/>
          </p:nvSpPr>
          <p:spPr>
            <a:xfrm>
              <a:off x="15219" y="655"/>
              <a:ext cx="3613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复杂逻辑场景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·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框架搭建系列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PPT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模板</a:t>
              </a:r>
              <a:endPara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cxnSp>
        <p:nvCxnSpPr>
          <p:cNvPr id="16" name="直线连接符 7"/>
          <p:cNvCxnSpPr/>
          <p:nvPr userDrawn="1"/>
        </p:nvCxnSpPr>
        <p:spPr>
          <a:xfrm>
            <a:off x="369165" y="839204"/>
            <a:ext cx="11459846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6" name="组合 195"/>
          <p:cNvGrpSpPr/>
          <p:nvPr/>
        </p:nvGrpSpPr>
        <p:grpSpPr>
          <a:xfrm>
            <a:off x="3112770" y="3849370"/>
            <a:ext cx="5839460" cy="4714240"/>
            <a:chOff x="4902" y="6062"/>
            <a:chExt cx="9196" cy="7424"/>
          </a:xfrm>
        </p:grpSpPr>
        <p:grpSp>
          <p:nvGrpSpPr>
            <p:cNvPr id="197" name="组合 196"/>
            <p:cNvGrpSpPr/>
            <p:nvPr/>
          </p:nvGrpSpPr>
          <p:grpSpPr>
            <a:xfrm>
              <a:off x="4902" y="6062"/>
              <a:ext cx="9196" cy="7425"/>
              <a:chOff x="3030686" y="3768035"/>
              <a:chExt cx="5839375" cy="4715169"/>
            </a:xfrm>
          </p:grpSpPr>
          <p:sp>
            <p:nvSpPr>
              <p:cNvPr id="198" name="文本框 197"/>
              <p:cNvSpPr txBox="1"/>
              <p:nvPr/>
            </p:nvSpPr>
            <p:spPr>
              <a:xfrm rot="1131988">
                <a:off x="3783974" y="3773068"/>
                <a:ext cx="3955695" cy="3955695"/>
              </a:xfrm>
              <a:prstGeom prst="rect">
                <a:avLst/>
              </a:prstGeom>
              <a:noFill/>
            </p:spPr>
            <p:txBody>
              <a:bodyPr wrap="square" rtlCol="0">
                <a:prstTxWarp prst="textArchUp">
                  <a:avLst>
                    <a:gd name="adj" fmla="val 13539527"/>
                  </a:avLst>
                </a:prstTxWarp>
                <a:spAutoFit/>
              </a:bodyPr>
              <a:lstStyle/>
              <a:p>
                <a:r>
                  <a:rPr lang="zh-CN" altLang="en-US" sz="1600" dirty="0">
                    <a:solidFill>
                      <a:schemeClr val="tx2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品牌价值</a:t>
                </a:r>
                <a:endParaRPr lang="zh-CN" altLang="en-US" sz="16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grpSp>
            <p:nvGrpSpPr>
              <p:cNvPr id="199" name="组合 198"/>
              <p:cNvGrpSpPr/>
              <p:nvPr/>
            </p:nvGrpSpPr>
            <p:grpSpPr>
              <a:xfrm>
                <a:off x="3030686" y="3768035"/>
                <a:ext cx="5839375" cy="4715169"/>
                <a:chOff x="3030686" y="3768035"/>
                <a:chExt cx="5839375" cy="4715169"/>
              </a:xfrm>
            </p:grpSpPr>
            <p:sp>
              <p:nvSpPr>
                <p:cNvPr id="200" name="文本框 199"/>
                <p:cNvSpPr txBox="1"/>
                <p:nvPr/>
              </p:nvSpPr>
              <p:spPr>
                <a:xfrm rot="1131988">
                  <a:off x="4140630" y="3768035"/>
                  <a:ext cx="3955695" cy="395569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prstTxWarp prst="textArchUp">
                    <a:avLst>
                      <a:gd name="adj" fmla="val 15365318"/>
                    </a:avLst>
                  </a:prstTxWarp>
                  <a:spAutoFit/>
                </a:bodyPr>
                <a:lstStyle/>
                <a:p>
                  <a:r>
                    <a:rPr lang="zh-CN" altLang="en-US" sz="1600" dirty="0">
                      <a:solidFill>
                        <a:schemeClr val="tx2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用户触达</a:t>
                  </a:r>
                  <a:endParaRPr lang="zh-CN" altLang="en-US" sz="1600" dirty="0">
                    <a:solidFill>
                      <a:schemeClr val="tx2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  <p:grpSp>
              <p:nvGrpSpPr>
                <p:cNvPr id="201" name="组合 200"/>
                <p:cNvGrpSpPr/>
                <p:nvPr/>
              </p:nvGrpSpPr>
              <p:grpSpPr>
                <a:xfrm>
                  <a:off x="3030686" y="3961852"/>
                  <a:ext cx="5839375" cy="4521352"/>
                  <a:chOff x="-9521627" y="6609468"/>
                  <a:chExt cx="12023570" cy="9309692"/>
                </a:xfrm>
              </p:grpSpPr>
              <p:sp>
                <p:nvSpPr>
                  <p:cNvPr id="202" name="文本框 201"/>
                  <p:cNvSpPr txBox="1"/>
                  <p:nvPr/>
                </p:nvSpPr>
                <p:spPr>
                  <a:xfrm rot="21310916">
                    <a:off x="-9521627" y="7774184"/>
                    <a:ext cx="8144977" cy="814497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prstTxWarp prst="textArchUp">
                      <a:avLst>
                        <a:gd name="adj" fmla="val 11551436"/>
                      </a:avLst>
                    </a:prstTxWarp>
                    <a:spAutoFit/>
                  </a:bodyPr>
                  <a:lstStyle/>
                  <a:p>
                    <a:r>
                      <a:rPr lang="zh-CN" altLang="en-US" sz="1600" dirty="0">
                        <a:solidFill>
                          <a:schemeClr val="tx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rPr>
                      <a:t>资源整合</a:t>
                    </a:r>
                    <a:endParaRPr lang="zh-CN" altLang="en-US" sz="1600" dirty="0">
                      <a:solidFill>
                        <a:schemeClr val="tx2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endParaRPr>
                  </a:p>
                </p:txBody>
              </p:sp>
              <p:sp>
                <p:nvSpPr>
                  <p:cNvPr id="203" name="文本框 202"/>
                  <p:cNvSpPr txBox="1"/>
                  <p:nvPr/>
                </p:nvSpPr>
                <p:spPr>
                  <a:xfrm rot="20150042">
                    <a:off x="-8848853" y="6672523"/>
                    <a:ext cx="8144977" cy="814497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prstTxWarp prst="textArchUp">
                      <a:avLst>
                        <a:gd name="adj" fmla="val 14301844"/>
                      </a:avLst>
                    </a:prstTxWarp>
                    <a:spAutoFit/>
                  </a:bodyPr>
                  <a:lstStyle/>
                  <a:p>
                    <a:r>
                      <a:rPr lang="zh-CN" altLang="en-US" sz="1600" dirty="0">
                        <a:solidFill>
                          <a:schemeClr val="tx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rPr>
                      <a:t>业务现状</a:t>
                    </a:r>
                    <a:endParaRPr lang="zh-CN" altLang="en-US" sz="1600" dirty="0">
                      <a:solidFill>
                        <a:schemeClr val="tx2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endParaRPr>
                  </a:p>
                </p:txBody>
              </p:sp>
              <p:sp>
                <p:nvSpPr>
                  <p:cNvPr id="204" name="文本框 203"/>
                  <p:cNvSpPr txBox="1"/>
                  <p:nvPr/>
                </p:nvSpPr>
                <p:spPr>
                  <a:xfrm rot="1131988">
                    <a:off x="-6227179" y="6609468"/>
                    <a:ext cx="8144977" cy="814497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prstTxWarp prst="textArchUp">
                      <a:avLst>
                        <a:gd name="adj" fmla="val 16912373"/>
                      </a:avLst>
                    </a:prstTxWarp>
                    <a:spAutoFit/>
                  </a:bodyPr>
                  <a:lstStyle/>
                  <a:p>
                    <a:r>
                      <a:rPr lang="zh-CN" altLang="en-US" sz="1600" dirty="0">
                        <a:solidFill>
                          <a:schemeClr val="tx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rPr>
                      <a:t>经营目标</a:t>
                    </a:r>
                    <a:endParaRPr lang="zh-CN" altLang="en-US" sz="1600" dirty="0">
                      <a:solidFill>
                        <a:schemeClr val="tx2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endParaRPr>
                  </a:p>
                </p:txBody>
              </p:sp>
              <p:sp>
                <p:nvSpPr>
                  <p:cNvPr id="205" name="文本框 204"/>
                  <p:cNvSpPr txBox="1"/>
                  <p:nvPr/>
                </p:nvSpPr>
                <p:spPr>
                  <a:xfrm rot="326965">
                    <a:off x="-5643034" y="7568574"/>
                    <a:ext cx="8144977" cy="814497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prstTxWarp prst="textArchUp">
                      <a:avLst>
                        <a:gd name="adj" fmla="val 19571195"/>
                      </a:avLst>
                    </a:prstTxWarp>
                    <a:spAutoFit/>
                  </a:bodyPr>
                  <a:lstStyle/>
                  <a:p>
                    <a:r>
                      <a:rPr lang="zh-CN" altLang="en-US" sz="1600" dirty="0">
                        <a:solidFill>
                          <a:schemeClr val="tx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rPr>
                      <a:t>需求痛点</a:t>
                    </a:r>
                    <a:endParaRPr lang="zh-CN" altLang="en-US" sz="1600" dirty="0">
                      <a:solidFill>
                        <a:schemeClr val="tx2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endParaRPr>
                  </a:p>
                </p:txBody>
              </p:sp>
            </p:grpSp>
          </p:grpSp>
        </p:grpSp>
        <p:grpSp>
          <p:nvGrpSpPr>
            <p:cNvPr id="206" name="组合 205"/>
            <p:cNvGrpSpPr/>
            <p:nvPr/>
          </p:nvGrpSpPr>
          <p:grpSpPr>
            <a:xfrm>
              <a:off x="5825" y="6931"/>
              <a:ext cx="7400" cy="6398"/>
              <a:chOff x="5825" y="6931"/>
              <a:chExt cx="7400" cy="6398"/>
            </a:xfrm>
          </p:grpSpPr>
          <p:grpSp>
            <p:nvGrpSpPr>
              <p:cNvPr id="207" name="组合 206"/>
              <p:cNvGrpSpPr/>
              <p:nvPr/>
            </p:nvGrpSpPr>
            <p:grpSpPr>
              <a:xfrm>
                <a:off x="5825" y="6931"/>
                <a:ext cx="7401" cy="6398"/>
                <a:chOff x="3333537" y="3682227"/>
                <a:chExt cx="5175507" cy="4473698"/>
              </a:xfrm>
            </p:grpSpPr>
            <p:grpSp>
              <p:nvGrpSpPr>
                <p:cNvPr id="208" name="组合 207"/>
                <p:cNvGrpSpPr/>
                <p:nvPr/>
              </p:nvGrpSpPr>
              <p:grpSpPr>
                <a:xfrm>
                  <a:off x="3333537" y="3682227"/>
                  <a:ext cx="5175507" cy="4473698"/>
                  <a:chOff x="3333537" y="3682227"/>
                  <a:chExt cx="5175507" cy="4473698"/>
                </a:xfrm>
              </p:grpSpPr>
              <p:grpSp>
                <p:nvGrpSpPr>
                  <p:cNvPr id="209" name="组合 208"/>
                  <p:cNvGrpSpPr/>
                  <p:nvPr/>
                </p:nvGrpSpPr>
                <p:grpSpPr>
                  <a:xfrm>
                    <a:off x="3333537" y="3759084"/>
                    <a:ext cx="5175507" cy="4396841"/>
                    <a:chOff x="-8898042" y="6191958"/>
                    <a:chExt cx="10656633" cy="9053319"/>
                  </a:xfrm>
                </p:grpSpPr>
                <p:sp>
                  <p:nvSpPr>
                    <p:cNvPr id="210" name="文本框 209"/>
                    <p:cNvSpPr txBox="1"/>
                    <p:nvPr/>
                  </p:nvSpPr>
                  <p:spPr>
                    <a:xfrm rot="1131988">
                      <a:off x="-6957493" y="6191958"/>
                      <a:ext cx="8144976" cy="814497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prstTxWarp prst="textArchUp">
                        <a:avLst>
                          <a:gd name="adj" fmla="val 17050514"/>
                        </a:avLst>
                      </a:prstTxWarp>
                      <a:spAutoFit/>
                    </a:bodyPr>
                    <a:lstStyle/>
                    <a:p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分析梳理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p:txBody>
                </p:sp>
                <p:sp>
                  <p:nvSpPr>
                    <p:cNvPr id="211" name="文本框 210"/>
                    <p:cNvSpPr txBox="1"/>
                    <p:nvPr/>
                  </p:nvSpPr>
                  <p:spPr>
                    <a:xfrm rot="21310916">
                      <a:off x="-8898042" y="7100302"/>
                      <a:ext cx="8144978" cy="814497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prstTxWarp prst="textArchUp">
                        <a:avLst>
                          <a:gd name="adj" fmla="val 11551436"/>
                        </a:avLst>
                      </a:prstTxWarp>
                      <a:spAutoFit/>
                    </a:bodyPr>
                    <a:lstStyle/>
                    <a:p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终端智能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p:txBody>
                </p:sp>
                <p:sp>
                  <p:nvSpPr>
                    <p:cNvPr id="212" name="文本框 211"/>
                    <p:cNvSpPr txBox="1"/>
                    <p:nvPr/>
                  </p:nvSpPr>
                  <p:spPr>
                    <a:xfrm rot="20150042">
                      <a:off x="-8485306" y="6292561"/>
                      <a:ext cx="8144978" cy="814497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prstTxWarp prst="textArchUp">
                        <a:avLst>
                          <a:gd name="adj" fmla="val 14301844"/>
                        </a:avLst>
                      </a:prstTxWarp>
                      <a:spAutoFit/>
                    </a:bodyPr>
                    <a:lstStyle/>
                    <a:p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信息整合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p:txBody>
                </p:sp>
                <p:sp>
                  <p:nvSpPr>
                    <p:cNvPr id="213" name="文本框 212"/>
                    <p:cNvSpPr txBox="1"/>
                    <p:nvPr/>
                  </p:nvSpPr>
                  <p:spPr>
                    <a:xfrm>
                      <a:off x="-6386385" y="6772683"/>
                      <a:ext cx="8144976" cy="814497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prstTxWarp prst="textArchUp">
                        <a:avLst>
                          <a:gd name="adj" fmla="val 19874847"/>
                        </a:avLst>
                      </a:prstTxWarp>
                      <a:spAutoFit/>
                    </a:bodyPr>
                    <a:lstStyle/>
                    <a:p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迭代更新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p:txBody>
                </p:sp>
              </p:grpSp>
              <p:sp>
                <p:nvSpPr>
                  <p:cNvPr id="214" name="文本框 213"/>
                  <p:cNvSpPr txBox="1"/>
                  <p:nvPr/>
                </p:nvSpPr>
                <p:spPr>
                  <a:xfrm rot="1131988">
                    <a:off x="4013147" y="3682227"/>
                    <a:ext cx="3955694" cy="395569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prstTxWarp prst="textArchUp">
                      <a:avLst>
                        <a:gd name="adj" fmla="val 15325252"/>
                      </a:avLst>
                    </a:prstTxWarp>
                    <a:spAutoFit/>
                  </a:bodyPr>
                  <a:lstStyle/>
                  <a:p>
                    <a:r>
                      <a:rPr lang="zh-CN" altLang="en-US" sz="1600" dirty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rPr>
                      <a:t>关键信息</a:t>
                    </a:r>
                    <a:endParaRPr lang="zh-CN" altLang="en-US" sz="1600" dirty="0">
                      <a:solidFill>
                        <a:schemeClr val="bg1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endParaRPr>
                  </a:p>
                </p:txBody>
              </p:sp>
            </p:grpSp>
            <p:sp>
              <p:nvSpPr>
                <p:cNvPr id="215" name="文本框 214"/>
                <p:cNvSpPr txBox="1"/>
                <p:nvPr/>
              </p:nvSpPr>
              <p:spPr>
                <a:xfrm rot="1131988">
                  <a:off x="3749013" y="3708799"/>
                  <a:ext cx="3955695" cy="395569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prstTxWarp prst="textArchUp">
                    <a:avLst>
                      <a:gd name="adj" fmla="val 13625182"/>
                    </a:avLst>
                  </a:prstTxWarp>
                  <a:spAutoFit/>
                </a:bodyPr>
                <a:lstStyle/>
                <a:p>
                  <a:r>
                    <a:rPr lang="zh-CN" altLang="en-US" sz="1600" dirty="0">
                      <a:solidFill>
                        <a:schemeClr val="bg1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忠诚程度</a:t>
                  </a:r>
                  <a:endParaRPr lang="zh-CN" altLang="en-US" sz="16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</p:grpSp>
          <p:grpSp>
            <p:nvGrpSpPr>
              <p:cNvPr id="216" name="组合 215"/>
              <p:cNvGrpSpPr/>
              <p:nvPr/>
            </p:nvGrpSpPr>
            <p:grpSpPr>
              <a:xfrm>
                <a:off x="6837" y="7808"/>
                <a:ext cx="5512" cy="5442"/>
                <a:chOff x="6837" y="7808"/>
                <a:chExt cx="5512" cy="5442"/>
              </a:xfrm>
            </p:grpSpPr>
            <p:grpSp>
              <p:nvGrpSpPr>
                <p:cNvPr id="217" name="组合 216"/>
                <p:cNvGrpSpPr/>
                <p:nvPr/>
              </p:nvGrpSpPr>
              <p:grpSpPr>
                <a:xfrm>
                  <a:off x="6837" y="7808"/>
                  <a:ext cx="5513" cy="5442"/>
                  <a:chOff x="5700847" y="8918153"/>
                  <a:chExt cx="3500988" cy="3455966"/>
                </a:xfrm>
              </p:grpSpPr>
              <p:sp>
                <p:nvSpPr>
                  <p:cNvPr id="218" name="文本框 217"/>
                  <p:cNvSpPr txBox="1"/>
                  <p:nvPr/>
                </p:nvSpPr>
                <p:spPr>
                  <a:xfrm rot="1131988">
                    <a:off x="5700847" y="8945502"/>
                    <a:ext cx="3181772" cy="3215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prstTxWarp prst="textArchUp">
                      <a:avLst>
                        <a:gd name="adj" fmla="val 13949542"/>
                      </a:avLst>
                    </a:prstTxWarp>
                    <a:spAutoFit/>
                  </a:bodyPr>
                  <a:lstStyle/>
                  <a:p>
                    <a:r>
                      <a:rPr lang="zh-CN" altLang="en-US" sz="1400" dirty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rPr>
                      <a:t>价值</a:t>
                    </a:r>
                    <a:endParaRPr lang="zh-CN" altLang="en-US" sz="1400" dirty="0">
                      <a:solidFill>
                        <a:schemeClr val="bg1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endParaRPr>
                  </a:p>
                </p:txBody>
              </p:sp>
              <p:grpSp>
                <p:nvGrpSpPr>
                  <p:cNvPr id="219" name="组合 218"/>
                  <p:cNvGrpSpPr/>
                  <p:nvPr/>
                </p:nvGrpSpPr>
                <p:grpSpPr>
                  <a:xfrm>
                    <a:off x="5711880" y="8918153"/>
                    <a:ext cx="3489955" cy="3455966"/>
                    <a:chOff x="4312051" y="7154904"/>
                    <a:chExt cx="3489955" cy="3455966"/>
                  </a:xfrm>
                </p:grpSpPr>
                <p:grpSp>
                  <p:nvGrpSpPr>
                    <p:cNvPr id="220" name="组合 219"/>
                    <p:cNvGrpSpPr/>
                    <p:nvPr/>
                  </p:nvGrpSpPr>
                  <p:grpSpPr>
                    <a:xfrm>
                      <a:off x="4312051" y="7168579"/>
                      <a:ext cx="3489955" cy="3442291"/>
                      <a:chOff x="4221572" y="2771377"/>
                      <a:chExt cx="3489955" cy="3442291"/>
                    </a:xfrm>
                  </p:grpSpPr>
                  <p:sp>
                    <p:nvSpPr>
                      <p:cNvPr id="221" name="文本框 220"/>
                      <p:cNvSpPr txBox="1"/>
                      <p:nvPr/>
                    </p:nvSpPr>
                    <p:spPr>
                      <a:xfrm rot="1131988">
                        <a:off x="4457186" y="2771377"/>
                        <a:ext cx="3181770" cy="321572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prstTxWarp prst="textArchUp">
                          <a:avLst>
                            <a:gd name="adj" fmla="val 17228668"/>
                          </a:avLst>
                        </a:prstTxWarp>
                        <a:spAutoFit/>
                      </a:bodyPr>
                      <a:lstStyle/>
                      <a:p>
                        <a:r>
                          <a:rPr lang="zh-CN" altLang="en-US" sz="1400" dirty="0">
                            <a:solidFill>
                              <a:schemeClr val="bg1"/>
                            </a:solidFill>
                            <a:latin typeface="微软雅黑" panose="020B0503020204020204" charset="-122"/>
                            <a:ea typeface="微软雅黑" panose="020B0503020204020204" charset="-122"/>
                            <a:cs typeface="微软雅黑" panose="020B0503020204020204" charset="-122"/>
                          </a:rPr>
                          <a:t>链条</a:t>
                        </a:r>
                        <a:endParaRPr lang="zh-CN" altLang="en-US" sz="1400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endParaRPr>
                      </a:p>
                    </p:txBody>
                  </p:sp>
                  <p:grpSp>
                    <p:nvGrpSpPr>
                      <p:cNvPr id="222" name="组合 221"/>
                      <p:cNvGrpSpPr/>
                      <p:nvPr/>
                    </p:nvGrpSpPr>
                    <p:grpSpPr>
                      <a:xfrm>
                        <a:off x="4221572" y="2822903"/>
                        <a:ext cx="3489955" cy="3390765"/>
                        <a:chOff x="4210447" y="2823428"/>
                        <a:chExt cx="3489955" cy="3390765"/>
                      </a:xfrm>
                    </p:grpSpPr>
                    <p:sp>
                      <p:nvSpPr>
                        <p:cNvPr id="223" name="文本框 222"/>
                        <p:cNvSpPr txBox="1"/>
                        <p:nvPr/>
                      </p:nvSpPr>
                      <p:spPr>
                        <a:xfrm rot="20150042">
                          <a:off x="4324871" y="2823428"/>
                          <a:ext cx="3181771" cy="3215720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prstTxWarp prst="textArchUp">
                            <a:avLst>
                              <a:gd name="adj" fmla="val 14504022"/>
                            </a:avLst>
                          </a:prstTxWarp>
                          <a:spAutoFit/>
                        </a:bodyPr>
                        <a:lstStyle/>
                        <a:p>
                          <a:r>
                            <a:rPr lang="zh-CN" altLang="en-US" sz="1400" dirty="0">
                              <a:solidFill>
                                <a:schemeClr val="bg1"/>
                              </a:solidFill>
                              <a:latin typeface="微软雅黑" panose="020B0503020204020204" charset="-122"/>
                              <a:ea typeface="微软雅黑" panose="020B0503020204020204" charset="-122"/>
                              <a:cs typeface="微软雅黑" panose="020B0503020204020204" charset="-122"/>
                            </a:rPr>
                            <a:t>数据</a:t>
                          </a:r>
                          <a:endParaRPr lang="zh-CN" altLang="en-US" sz="1400" dirty="0">
                            <a:solidFill>
                              <a:schemeClr val="bg1"/>
                            </a:solidFill>
                            <a:latin typeface="微软雅黑" panose="020B0503020204020204" charset="-122"/>
                            <a:ea typeface="微软雅黑" panose="020B0503020204020204" charset="-122"/>
                            <a:cs typeface="微软雅黑" panose="020B0503020204020204" charset="-122"/>
                          </a:endParaRPr>
                        </a:p>
                      </p:txBody>
                    </p:sp>
                    <p:sp>
                      <p:nvSpPr>
                        <p:cNvPr id="224" name="文本框 223"/>
                        <p:cNvSpPr txBox="1"/>
                        <p:nvPr/>
                      </p:nvSpPr>
                      <p:spPr>
                        <a:xfrm>
                          <a:off x="4518632" y="2985445"/>
                          <a:ext cx="3181770" cy="3215720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prstTxWarp prst="textArchUp">
                            <a:avLst>
                              <a:gd name="adj" fmla="val 19900854"/>
                            </a:avLst>
                          </a:prstTxWarp>
                          <a:spAutoFit/>
                        </a:bodyPr>
                        <a:lstStyle/>
                        <a:p>
                          <a:r>
                            <a:rPr lang="zh-CN" altLang="en-US" sz="1400" dirty="0">
                              <a:solidFill>
                                <a:schemeClr val="bg1"/>
                              </a:solidFill>
                              <a:latin typeface="微软雅黑" panose="020B0503020204020204" charset="-122"/>
                              <a:ea typeface="微软雅黑" panose="020B0503020204020204" charset="-122"/>
                              <a:cs typeface="微软雅黑" panose="020B0503020204020204" charset="-122"/>
                            </a:rPr>
                            <a:t>优化</a:t>
                          </a:r>
                          <a:endParaRPr lang="zh-CN" altLang="en-US" sz="1400" dirty="0">
                            <a:solidFill>
                              <a:schemeClr val="bg1"/>
                            </a:solidFill>
                            <a:latin typeface="微软雅黑" panose="020B0503020204020204" charset="-122"/>
                            <a:ea typeface="微软雅黑" panose="020B0503020204020204" charset="-122"/>
                            <a:cs typeface="微软雅黑" panose="020B0503020204020204" charset="-122"/>
                          </a:endParaRPr>
                        </a:p>
                      </p:txBody>
                    </p:sp>
                    <p:sp>
                      <p:nvSpPr>
                        <p:cNvPr id="225" name="文本框 224"/>
                        <p:cNvSpPr txBox="1"/>
                        <p:nvPr/>
                      </p:nvSpPr>
                      <p:spPr>
                        <a:xfrm rot="21272399">
                          <a:off x="4210447" y="2998473"/>
                          <a:ext cx="3181771" cy="3215720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prstTxWarp prst="textArchUp">
                            <a:avLst>
                              <a:gd name="adj" fmla="val 12007820"/>
                            </a:avLst>
                          </a:prstTxWarp>
                          <a:spAutoFit/>
                        </a:bodyPr>
                        <a:lstStyle/>
                        <a:p>
                          <a:r>
                            <a:rPr lang="zh-CN" altLang="en-US" sz="1400" dirty="0">
                              <a:solidFill>
                                <a:schemeClr val="bg1"/>
                              </a:solidFill>
                              <a:latin typeface="微软雅黑" panose="020B0503020204020204" charset="-122"/>
                              <a:ea typeface="微软雅黑" panose="020B0503020204020204" charset="-122"/>
                              <a:cs typeface="微软雅黑" panose="020B0503020204020204" charset="-122"/>
                            </a:rPr>
                            <a:t>智能</a:t>
                          </a:r>
                          <a:endParaRPr lang="zh-CN" altLang="en-US" sz="1400" dirty="0">
                            <a:solidFill>
                              <a:schemeClr val="bg1"/>
                            </a:solidFill>
                            <a:latin typeface="微软雅黑" panose="020B0503020204020204" charset="-122"/>
                            <a:ea typeface="微软雅黑" panose="020B0503020204020204" charset="-122"/>
                            <a:cs typeface="微软雅黑" panose="020B0503020204020204" charset="-122"/>
                          </a:endParaRPr>
                        </a:p>
                      </p:txBody>
                    </p:sp>
                  </p:grpSp>
                </p:grpSp>
                <p:sp>
                  <p:nvSpPr>
                    <p:cNvPr id="226" name="文本框 225"/>
                    <p:cNvSpPr txBox="1"/>
                    <p:nvPr/>
                  </p:nvSpPr>
                  <p:spPr>
                    <a:xfrm rot="1131988">
                      <a:off x="4424257" y="7154904"/>
                      <a:ext cx="3181769" cy="32157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prstTxWarp prst="textArchUp">
                        <a:avLst>
                          <a:gd name="adj" fmla="val 15630733"/>
                        </a:avLst>
                      </a:prstTxWarp>
                      <a:spAutoFit/>
                    </a:bodyPr>
                    <a:lstStyle/>
                    <a:p>
                      <a:r>
                        <a:rPr lang="zh-CN" altLang="en-US" sz="1400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赋能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p:txBody>
                </p:sp>
              </p:grpSp>
            </p:grpSp>
            <p:grpSp>
              <p:nvGrpSpPr>
                <p:cNvPr id="227" name="组合 226"/>
                <p:cNvGrpSpPr/>
                <p:nvPr/>
              </p:nvGrpSpPr>
              <p:grpSpPr>
                <a:xfrm>
                  <a:off x="7556" y="8628"/>
                  <a:ext cx="3900" cy="4342"/>
                  <a:chOff x="7556" y="8628"/>
                  <a:chExt cx="3900" cy="4342"/>
                </a:xfrm>
              </p:grpSpPr>
              <p:grpSp>
                <p:nvGrpSpPr>
                  <p:cNvPr id="228" name="组合 227"/>
                  <p:cNvGrpSpPr/>
                  <p:nvPr/>
                </p:nvGrpSpPr>
                <p:grpSpPr>
                  <a:xfrm>
                    <a:off x="7556" y="8628"/>
                    <a:ext cx="3900" cy="4342"/>
                    <a:chOff x="7574" y="8624"/>
                    <a:chExt cx="3900" cy="4342"/>
                  </a:xfrm>
                </p:grpSpPr>
                <p:grpSp>
                  <p:nvGrpSpPr>
                    <p:cNvPr id="229" name="组合 228"/>
                    <p:cNvGrpSpPr/>
                    <p:nvPr/>
                  </p:nvGrpSpPr>
                  <p:grpSpPr>
                    <a:xfrm>
                      <a:off x="7574" y="8664"/>
                      <a:ext cx="3900" cy="4303"/>
                      <a:chOff x="4750950" y="5499605"/>
                      <a:chExt cx="2476715" cy="2732541"/>
                    </a:xfrm>
                  </p:grpSpPr>
                  <p:sp>
                    <p:nvSpPr>
                      <p:cNvPr id="230" name="文本框 229"/>
                      <p:cNvSpPr txBox="1"/>
                      <p:nvPr/>
                    </p:nvSpPr>
                    <p:spPr>
                      <a:xfrm rot="21310916">
                        <a:off x="4801408" y="5704982"/>
                        <a:ext cx="2309495" cy="252716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prstTxWarp prst="textArchUp">
                          <a:avLst>
                            <a:gd name="adj" fmla="val 12554832"/>
                          </a:avLst>
                        </a:prstTxWarp>
                        <a:spAutoFit/>
                      </a:bodyPr>
                      <a:lstStyle/>
                      <a:p>
                        <a:r>
                          <a:rPr lang="zh-CN" altLang="en-US" sz="1200" dirty="0">
                            <a:solidFill>
                              <a:schemeClr val="bg1"/>
                            </a:solidFill>
                            <a:latin typeface="微软雅黑" panose="020B0503020204020204" charset="-122"/>
                            <a:ea typeface="微软雅黑" panose="020B0503020204020204" charset="-122"/>
                            <a:cs typeface="微软雅黑" panose="020B0503020204020204" charset="-122"/>
                          </a:rPr>
                          <a:t>技术</a:t>
                        </a:r>
                        <a:endParaRPr lang="zh-CN" altLang="en-US" sz="1200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endParaRPr>
                      </a:p>
                    </p:txBody>
                  </p:sp>
                  <p:sp>
                    <p:nvSpPr>
                      <p:cNvPr id="231" name="文本框 230"/>
                      <p:cNvSpPr txBox="1"/>
                      <p:nvPr/>
                    </p:nvSpPr>
                    <p:spPr>
                      <a:xfrm rot="20150042">
                        <a:off x="4850894" y="5584584"/>
                        <a:ext cx="2309495" cy="252716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prstTxWarp prst="textArchUp">
                          <a:avLst>
                            <a:gd name="adj" fmla="val 15072121"/>
                          </a:avLst>
                        </a:prstTxWarp>
                        <a:spAutoFit/>
                      </a:bodyPr>
                      <a:lstStyle/>
                      <a:p>
                        <a:r>
                          <a:rPr lang="zh-CN" altLang="en-US" sz="1200" dirty="0">
                            <a:solidFill>
                              <a:schemeClr val="bg1"/>
                            </a:solidFill>
                            <a:latin typeface="微软雅黑" panose="020B0503020204020204" charset="-122"/>
                            <a:ea typeface="微软雅黑" panose="020B0503020204020204" charset="-122"/>
                            <a:cs typeface="微软雅黑" panose="020B0503020204020204" charset="-122"/>
                          </a:rPr>
                          <a:t>业务</a:t>
                        </a:r>
                        <a:endParaRPr lang="zh-CN" altLang="en-US" sz="1200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endParaRPr>
                      </a:p>
                    </p:txBody>
                  </p:sp>
                  <p:sp>
                    <p:nvSpPr>
                      <p:cNvPr id="232" name="文本框 231"/>
                      <p:cNvSpPr txBox="1"/>
                      <p:nvPr/>
                    </p:nvSpPr>
                    <p:spPr>
                      <a:xfrm>
                        <a:off x="4918170" y="5641615"/>
                        <a:ext cx="2309495" cy="252716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prstTxWarp prst="textArchUp">
                          <a:avLst>
                            <a:gd name="adj" fmla="val 19414911"/>
                          </a:avLst>
                        </a:prstTxWarp>
                        <a:spAutoFit/>
                      </a:bodyPr>
                      <a:lstStyle/>
                      <a:p>
                        <a:r>
                          <a:rPr lang="zh-CN" altLang="en-US" sz="1200" dirty="0">
                            <a:solidFill>
                              <a:schemeClr val="bg1"/>
                            </a:solidFill>
                            <a:latin typeface="微软雅黑" panose="020B0503020204020204" charset="-122"/>
                            <a:ea typeface="微软雅黑" panose="020B0503020204020204" charset="-122"/>
                            <a:cs typeface="微软雅黑" panose="020B0503020204020204" charset="-122"/>
                          </a:rPr>
                          <a:t>模块</a:t>
                        </a:r>
                        <a:endParaRPr lang="zh-CN" altLang="en-US" sz="1200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endParaRPr>
                      </a:p>
                    </p:txBody>
                  </p:sp>
                  <p:sp>
                    <p:nvSpPr>
                      <p:cNvPr id="233" name="文本框 232"/>
                      <p:cNvSpPr txBox="1"/>
                      <p:nvPr/>
                    </p:nvSpPr>
                    <p:spPr>
                      <a:xfrm rot="1131988">
                        <a:off x="4750950" y="5499605"/>
                        <a:ext cx="2309495" cy="2527165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prstTxWarp prst="textArchUp">
                          <a:avLst>
                            <a:gd name="adj" fmla="val 14013715"/>
                          </a:avLst>
                        </a:prstTxWarp>
                        <a:spAutoFit/>
                      </a:bodyPr>
                      <a:lstStyle/>
                      <a:p>
                        <a:r>
                          <a:rPr lang="zh-CN" altLang="en-US" sz="1200" dirty="0">
                            <a:solidFill>
                              <a:schemeClr val="bg1"/>
                            </a:solidFill>
                            <a:latin typeface="微软雅黑" panose="020B0503020204020204" charset="-122"/>
                            <a:ea typeface="微软雅黑" panose="020B0503020204020204" charset="-122"/>
                            <a:cs typeface="微软雅黑" panose="020B0503020204020204" charset="-122"/>
                          </a:rPr>
                          <a:t>品牌</a:t>
                        </a:r>
                        <a:endParaRPr lang="zh-CN" altLang="en-US" sz="1200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endParaRPr>
                      </a:p>
                    </p:txBody>
                  </p:sp>
                </p:grpSp>
                <p:sp>
                  <p:nvSpPr>
                    <p:cNvPr id="234" name="文本框 233"/>
                    <p:cNvSpPr txBox="1"/>
                    <p:nvPr/>
                  </p:nvSpPr>
                  <p:spPr>
                    <a:xfrm rot="1131988">
                      <a:off x="7775" y="8624"/>
                      <a:ext cx="3637" cy="398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prstTxWarp prst="textArchUp">
                        <a:avLst>
                          <a:gd name="adj" fmla="val 15325097"/>
                        </a:avLst>
                      </a:prstTxWarp>
                      <a:spAutoFit/>
                    </a:bodyPr>
                    <a:lstStyle/>
                    <a:p>
                      <a:r>
                        <a:rPr lang="zh-CN" altLang="en-US" sz="1200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市场</a:t>
                      </a:r>
                      <a:endParaRPr lang="zh-CN" altLang="en-US" sz="1200" dirty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p:txBody>
                </p:sp>
              </p:grpSp>
              <p:sp>
                <p:nvSpPr>
                  <p:cNvPr id="235" name="文本框 234"/>
                  <p:cNvSpPr txBox="1"/>
                  <p:nvPr/>
                </p:nvSpPr>
                <p:spPr>
                  <a:xfrm rot="1131988">
                    <a:off x="7757" y="8640"/>
                    <a:ext cx="3637" cy="398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prstTxWarp prst="textArchUp">
                      <a:avLst>
                        <a:gd name="adj" fmla="val 16819973"/>
                      </a:avLst>
                    </a:prstTxWarp>
                    <a:spAutoFit/>
                  </a:bodyPr>
                  <a:lstStyle/>
                  <a:p>
                    <a:r>
                      <a:rPr lang="zh-CN" altLang="en-US" sz="1200" dirty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rPr>
                      <a:t>资源</a:t>
                    </a:r>
                    <a:endParaRPr lang="zh-CN" altLang="en-US" sz="1200" dirty="0">
                      <a:solidFill>
                        <a:schemeClr val="bg1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2"/>
          <p:cNvSpPr>
            <a:spLocks noGrp="1"/>
          </p:cNvSpPr>
          <p:nvPr/>
        </p:nvSpPr>
        <p:spPr>
          <a:xfrm>
            <a:off x="1105535" y="347980"/>
            <a:ext cx="7137400" cy="396875"/>
          </a:xfrm>
          <a:prstGeom prst="rect">
            <a:avLst/>
          </a:prstGeom>
          <a:ln w="12700">
            <a:miter lim="400000"/>
          </a:ln>
        </p:spPr>
        <p:txBody>
          <a:bodyPr vert="horz" wrap="square" lIns="25400" tIns="25400" rIns="25400" bIns="2540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0" lang="zh-CN" altLang="en-US" sz="2800" b="1" u="none" strike="noStrike" kern="1200" cap="none" spc="0" normalizeH="0" baseline="0" dirty="0">
                <a:ln>
                  <a:noFill/>
                </a:ln>
                <a:solidFill>
                  <a:schemeClr val="accent1"/>
                </a:solidFill>
                <a:effectLst>
                  <a:outerShdw blurRad="187896" dist="38100" dir="2700000" algn="tl" rotWithShape="0">
                    <a:srgbClr val="1C2952">
                      <a:alpha val="6000"/>
                    </a:srgbClr>
                  </a:outerShdw>
                </a:effectLst>
                <a:uLnTx/>
                <a:uFillTx/>
                <a:latin typeface="HONOR Sans CN" panose="05000200000000000000" charset="-122"/>
                <a:ea typeface="HONOR Sans CN" panose="05000200000000000000" charset="-122"/>
                <a:cs typeface="OPPOSans H" panose="00020600040101010101" pitchFamily="18" charset="-122"/>
              </a:defRPr>
            </a:lvl1pPr>
          </a:lstStyle>
          <a:p>
            <a:pPr algn="l"/>
            <a:r>
              <a:rPr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业务框架</a:t>
            </a:r>
            <a:r>
              <a:rPr lang="en-US" altLang="zh-CN"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中心发散架构 | </a:t>
            </a:r>
            <a:r>
              <a:rPr sz="250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数智化管理系统架构</a:t>
            </a:r>
            <a:endParaRPr sz="2500" b="0">
              <a:solidFill>
                <a:schemeClr val="tx2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" name="图片 9" descr="屋顶资源管理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5600" y="186055"/>
            <a:ext cx="549910" cy="549910"/>
          </a:xfrm>
          <a:prstGeom prst="rect">
            <a:avLst/>
          </a:prstGeom>
        </p:spPr>
      </p:pic>
      <p:sp>
        <p:nvSpPr>
          <p:cNvPr id="295" name="线条" descr="e7d195523061f1c095cec9a2ce4aaba5ae6dbab02ffed52dD56A2562765E9123B0E230B2A550F729BA37EAA647666F3E180B0741AFED0988FDE5D2D695A9D370D9F0B555F564B53FA22D9A65ED86F38999DD4860987E56A3C9CA447454F7ED9A97188E372AC38DE1820C9CBFE822C42E86D671751EDAE1101A567FBD84A77E35C1C24ADB3A1F17C8EB0F14635EB835BA"/>
          <p:cNvSpPr/>
          <p:nvPr/>
        </p:nvSpPr>
        <p:spPr>
          <a:xfrm>
            <a:off x="1056640" y="1517015"/>
            <a:ext cx="9843135" cy="49212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cubicBezTo>
                  <a:pt x="0" y="16072"/>
                  <a:pt x="1054" y="10544"/>
                  <a:pt x="3163" y="6326"/>
                </a:cubicBezTo>
                <a:cubicBezTo>
                  <a:pt x="5272" y="2109"/>
                  <a:pt x="8036" y="0"/>
                  <a:pt x="10800" y="0"/>
                </a:cubicBezTo>
                <a:cubicBezTo>
                  <a:pt x="13564" y="0"/>
                  <a:pt x="16328" y="2109"/>
                  <a:pt x="18437" y="6326"/>
                </a:cubicBezTo>
                <a:cubicBezTo>
                  <a:pt x="20545" y="10544"/>
                  <a:pt x="21600" y="16072"/>
                  <a:pt x="21600" y="21600"/>
                </a:cubicBezTo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99000">
                <a:schemeClr val="accent1">
                  <a:lumMod val="60000"/>
                  <a:lumOff val="40000"/>
                  <a:alpha val="20000"/>
                </a:schemeClr>
              </a:gs>
            </a:gsLst>
            <a:lin ang="16200000"/>
          </a:gradFill>
          <a:ln w="25400">
            <a:noFill/>
            <a:miter lim="400000"/>
          </a:ln>
        </p:spPr>
        <p:txBody>
          <a:bodyPr lIns="25400" tIns="25400" rIns="25400" bIns="25400" anchor="ctr"/>
          <a:lstStyle/>
          <a:p>
            <a:pPr defTabSz="41275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96" name="线条" descr="e7d195523061f1c095cec9a2ce4aaba5ae6dbab02ffed52dD56A2562765E9123B0E230B2A550F729BA37EAA647666F3E180B0741AFED0988FDE5D2D695A9D370D9F0B555F564B53FA22D9A65ED86F38999DD4860987E56A3C9CA447454F7ED9A97188E372AC38DE1820C9CBFE822C42E86D671751EDAE1101A567FBD84A77E35C1C24ADB3A1F17C8EB0F14635EB835BA"/>
          <p:cNvSpPr/>
          <p:nvPr/>
        </p:nvSpPr>
        <p:spPr>
          <a:xfrm>
            <a:off x="1659255" y="2118995"/>
            <a:ext cx="8639175" cy="43192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cubicBezTo>
                  <a:pt x="0" y="16072"/>
                  <a:pt x="1054" y="10544"/>
                  <a:pt x="3163" y="6326"/>
                </a:cubicBezTo>
                <a:cubicBezTo>
                  <a:pt x="5272" y="2109"/>
                  <a:pt x="8036" y="0"/>
                  <a:pt x="10800" y="0"/>
                </a:cubicBezTo>
                <a:cubicBezTo>
                  <a:pt x="13564" y="0"/>
                  <a:pt x="16328" y="2109"/>
                  <a:pt x="18437" y="6326"/>
                </a:cubicBezTo>
                <a:cubicBezTo>
                  <a:pt x="20545" y="10544"/>
                  <a:pt x="21600" y="16072"/>
                  <a:pt x="21600" y="21600"/>
                </a:cubicBezTo>
              </a:path>
            </a:pathLst>
          </a:custGeom>
          <a:gradFill>
            <a:gsLst>
              <a:gs pos="0">
                <a:schemeClr val="accent1">
                  <a:lumMod val="40000"/>
                  <a:lumOff val="60000"/>
                  <a:alpha val="0"/>
                </a:schemeClr>
              </a:gs>
              <a:gs pos="100000">
                <a:schemeClr val="accent1">
                  <a:lumMod val="40000"/>
                  <a:lumOff val="60000"/>
                  <a:alpha val="70000"/>
                </a:schemeClr>
              </a:gs>
            </a:gsLst>
            <a:lin ang="16200000"/>
          </a:gradFill>
          <a:ln w="12700">
            <a:miter lim="400000"/>
          </a:ln>
        </p:spPr>
        <p:txBody>
          <a:bodyPr lIns="25400" tIns="25400" rIns="25400" bIns="25400" anchor="ctr"/>
          <a:lstStyle/>
          <a:p>
            <a:pPr defTabSz="41275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97" name="线条" descr="e7d195523061f1c095cec9a2ce4aaba5ae6dbab02ffed52dD56A2562765E9123B0E230B2A550F729BA37EAA647666F3E180B0741AFED0988FDE5D2D695A9D370D9F0B555F564B53FA22D9A65ED86F38999DD4860987E56A3C9CA447454F7ED9A97188E372AC38DE1820C9CBFE822C42E86D671751EDAE1101A567FBD84A77E35C1C24ADB3A1F17C8EB0F14635EB835BA"/>
          <p:cNvSpPr/>
          <p:nvPr/>
        </p:nvSpPr>
        <p:spPr>
          <a:xfrm>
            <a:off x="4895850" y="5364480"/>
            <a:ext cx="2147570" cy="10737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cubicBezTo>
                  <a:pt x="0" y="16072"/>
                  <a:pt x="1054" y="10544"/>
                  <a:pt x="3163" y="6326"/>
                </a:cubicBezTo>
                <a:cubicBezTo>
                  <a:pt x="5272" y="2109"/>
                  <a:pt x="8036" y="0"/>
                  <a:pt x="10800" y="0"/>
                </a:cubicBezTo>
                <a:cubicBezTo>
                  <a:pt x="13564" y="0"/>
                  <a:pt x="16328" y="2109"/>
                  <a:pt x="18437" y="6326"/>
                </a:cubicBezTo>
                <a:cubicBezTo>
                  <a:pt x="20545" y="10544"/>
                  <a:pt x="21600" y="16072"/>
                  <a:pt x="21600" y="21600"/>
                </a:cubicBezTo>
              </a:path>
            </a:pathLst>
          </a:custGeom>
          <a:gradFill>
            <a:gsLst>
              <a:gs pos="0">
                <a:schemeClr val="accent5"/>
              </a:gs>
              <a:gs pos="90000">
                <a:schemeClr val="accent5">
                  <a:lumMod val="60000"/>
                  <a:lumOff val="40000"/>
                </a:schemeClr>
              </a:gs>
            </a:gsLst>
            <a:lin ang="5400000" scaled="0"/>
          </a:gradFill>
          <a:ln w="12700">
            <a:miter lim="400000"/>
          </a:ln>
        </p:spPr>
        <p:txBody>
          <a:bodyPr lIns="25400" tIns="25400" rIns="25400" bIns="25400" anchor="ctr"/>
          <a:lstStyle/>
          <a:p>
            <a:pPr defTabSz="41275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99" name="线条" descr="e7d195523061f1c095cec9a2ce4aaba5ae6dbab02ffed52dD56A2562765E9123B0E230B2A550F729BA37EAA647666F3E180B0741AFED0988FDE5D2D695A9D370D9F0B555F564B53FA22D9A65ED86F38999DD4860987E56A3C9CA447454F7ED9A97188E372AC38DE1820C9CBFE822C42E86D671751EDAE1101A567FBD84A77E35C1C24ADB3A1F17C8EB0F14635EB835BA"/>
          <p:cNvSpPr/>
          <p:nvPr/>
        </p:nvSpPr>
        <p:spPr>
          <a:xfrm>
            <a:off x="1056640" y="1529080"/>
            <a:ext cx="9843135" cy="49212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cubicBezTo>
                  <a:pt x="0" y="16072"/>
                  <a:pt x="1054" y="10544"/>
                  <a:pt x="3163" y="6326"/>
                </a:cubicBezTo>
                <a:cubicBezTo>
                  <a:pt x="5272" y="2109"/>
                  <a:pt x="8036" y="0"/>
                  <a:pt x="10800" y="0"/>
                </a:cubicBezTo>
                <a:cubicBezTo>
                  <a:pt x="13564" y="0"/>
                  <a:pt x="16328" y="2109"/>
                  <a:pt x="18437" y="6326"/>
                </a:cubicBezTo>
                <a:cubicBezTo>
                  <a:pt x="20545" y="10544"/>
                  <a:pt x="21600" y="16072"/>
                  <a:pt x="21600" y="21600"/>
                </a:cubicBezTo>
              </a:path>
            </a:pathLst>
          </a:custGeom>
          <a:noFill/>
          <a:ln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rgbClr val="3045A6">
              <a:shade val="15000"/>
            </a:srgbClr>
          </a:lnRef>
          <a:fillRef idx="1">
            <a:srgbClr val="3045A6"/>
          </a:fillRef>
          <a:effectRef idx="0">
            <a:srgbClr val="3045A6"/>
          </a:effectRef>
          <a:fontRef idx="minor">
            <a:srgbClr val="FFFFFF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11" name="圆角矩形" descr="e7d195523061f1c095cec9a2ce4aaba5ae6dbab02ffed52dD56A2562765E9123B0E230B2A550F729BA37EAA647666F3E180B0741AFED0988FDE5D2D695A9D370D9F0B555F564B53FA22D9A65ED86F38999DD4860987E56A3C9CA447454F7ED9A97188E372AC38DE1820C9CBFE822C42E86D671751EDAE1101A567FBD84A77E35C1C24ADB3A1F17C8EB0F14635EB835BA"/>
          <p:cNvSpPr/>
          <p:nvPr/>
        </p:nvSpPr>
        <p:spPr>
          <a:xfrm>
            <a:off x="2402840" y="3600450"/>
            <a:ext cx="1620520" cy="1553210"/>
          </a:xfrm>
          <a:prstGeom prst="roundRect">
            <a:avLst>
              <a:gd name="adj" fmla="val 10447"/>
            </a:avLst>
          </a:prstGeom>
          <a:solidFill>
            <a:schemeClr val="bg1"/>
          </a:solidFill>
          <a:ln w="25400">
            <a:solidFill>
              <a:schemeClr val="accent1"/>
            </a:solidFill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12" name="圆角矩形" descr="e7d195523061f1c095cec9a2ce4aaba5ae6dbab02ffed52dD56A2562765E9123B0E230B2A550F729BA37EAA647666F3E180B0741AFED0988FDE5D2D695A9D370D9F0B555F564B53FA22D9A65ED86F38999DD4860987E56A3C9CA447454F7ED9A97188E372AC38DE1820C9CBFE822C42E86D671751EDAE1101A567FBD84A77E35C1C24ADB3A1F17C8EB0F14635EB835BA"/>
          <p:cNvSpPr/>
          <p:nvPr/>
        </p:nvSpPr>
        <p:spPr>
          <a:xfrm>
            <a:off x="4240530" y="3600450"/>
            <a:ext cx="1620520" cy="1553210"/>
          </a:xfrm>
          <a:prstGeom prst="roundRect">
            <a:avLst>
              <a:gd name="adj" fmla="val 10447"/>
            </a:avLst>
          </a:prstGeom>
          <a:solidFill>
            <a:schemeClr val="bg1"/>
          </a:solidFill>
          <a:ln w="25400">
            <a:solidFill>
              <a:schemeClr val="accent1"/>
            </a:solidFill>
            <a:miter lim="400000"/>
          </a:ln>
        </p:spPr>
        <p:txBody>
          <a:bodyPr lIns="25400" tIns="25400" rIns="25400" bIns="25400" anchor="ctr">
            <a:noAutofit/>
          </a:bodyPr>
          <a:lstStyle/>
          <a:p>
            <a:pPr lvl="0" algn="ctr" defTabSz="412750">
              <a:buClrTx/>
              <a:buSzTx/>
              <a:buFontTx/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13" name="圆角矩形" descr="e7d195523061f1c095cec9a2ce4aaba5ae6dbab02ffed52dD56A2562765E9123B0E230B2A550F729BA37EAA647666F3E180B0741AFED0988FDE5D2D695A9D370D9F0B555F564B53FA22D9A65ED86F38999DD4860987E56A3C9CA447454F7ED9A97188E372AC38DE1820C9CBFE822C42E86D671751EDAE1101A567FBD84A77E35C1C24ADB3A1F17C8EB0F14635EB835BA"/>
          <p:cNvSpPr/>
          <p:nvPr/>
        </p:nvSpPr>
        <p:spPr>
          <a:xfrm>
            <a:off x="6078220" y="3600450"/>
            <a:ext cx="1620520" cy="1553210"/>
          </a:xfrm>
          <a:prstGeom prst="roundRect">
            <a:avLst>
              <a:gd name="adj" fmla="val 10447"/>
            </a:avLst>
          </a:prstGeom>
          <a:solidFill>
            <a:schemeClr val="bg1"/>
          </a:solidFill>
          <a:ln w="25400">
            <a:solidFill>
              <a:schemeClr val="accent1"/>
            </a:solidFill>
            <a:miter lim="400000"/>
          </a:ln>
        </p:spPr>
        <p:txBody>
          <a:bodyPr lIns="25400" tIns="25400" rIns="25400" bIns="25400" anchor="ctr">
            <a:noAutofit/>
          </a:bodyPr>
          <a:lstStyle/>
          <a:p>
            <a:pPr lvl="0" algn="ctr" defTabSz="412750">
              <a:buClrTx/>
              <a:buSzTx/>
              <a:buFontTx/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14" name="圆角矩形" descr="e7d195523061f1c095cec9a2ce4aaba5ae6dbab02ffed52dD56A2562765E9123B0E230B2A550F729BA37EAA647666F3E180B0741AFED0988FDE5D2D695A9D370D9F0B555F564B53FA22D9A65ED86F38999DD4860987E56A3C9CA447454F7ED9A97188E372AC38DE1820C9CBFE822C42E86D671751EDAE1101A567FBD84A77E35C1C24ADB3A1F17C8EB0F14635EB835BA"/>
          <p:cNvSpPr/>
          <p:nvPr/>
        </p:nvSpPr>
        <p:spPr>
          <a:xfrm>
            <a:off x="7916545" y="3600450"/>
            <a:ext cx="1620520" cy="1553210"/>
          </a:xfrm>
          <a:prstGeom prst="roundRect">
            <a:avLst>
              <a:gd name="adj" fmla="val 10447"/>
            </a:avLst>
          </a:prstGeom>
          <a:solidFill>
            <a:schemeClr val="bg1"/>
          </a:solidFill>
          <a:ln w="25400">
            <a:solidFill>
              <a:schemeClr val="accent1"/>
            </a:solidFill>
            <a:miter lim="400000"/>
          </a:ln>
        </p:spPr>
        <p:txBody>
          <a:bodyPr lIns="25400" tIns="25400" rIns="25400" bIns="25400" anchor="ctr">
            <a:noAutofit/>
          </a:bodyPr>
          <a:lstStyle/>
          <a:p>
            <a:pPr lvl="0" algn="ctr" defTabSz="412750">
              <a:buClrTx/>
              <a:buSzTx/>
              <a:buFontTx/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15" name="圆角矩形" descr="e7d195523061f1c095cec9a2ce4aaba5ae6dbab02ffed52dD56A2562765E9123B0E230B2A550F729BA37EAA647666F3E180B0741AFED0988FDE5D2D695A9D370D9F0B555F564B53FA22D9A65ED86F38999DD4860987E56A3C9CA447454F7ED9A97188E372AC38DE1820C9CBFE822C42E86D671751EDAE1101A567FBD84A77E35C1C24ADB3A1F17C8EB0F14635EB835BA"/>
          <p:cNvSpPr/>
          <p:nvPr/>
        </p:nvSpPr>
        <p:spPr>
          <a:xfrm>
            <a:off x="1896110" y="5372100"/>
            <a:ext cx="2738120" cy="853440"/>
          </a:xfrm>
          <a:prstGeom prst="roundRect">
            <a:avLst>
              <a:gd name="adj" fmla="val 19017"/>
            </a:avLst>
          </a:prstGeom>
          <a:solidFill>
            <a:schemeClr val="bg1"/>
          </a:solidFill>
          <a:ln w="25400">
            <a:solidFill>
              <a:schemeClr val="accent5"/>
            </a:solidFill>
            <a:miter lim="400000"/>
          </a:ln>
        </p:spPr>
        <p:txBody>
          <a:bodyPr lIns="25400" tIns="25400" rIns="25400" bIns="25400" anchor="ctr"/>
          <a:lstStyle/>
          <a:p>
            <a:pPr defTabSz="41275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16" name="圆角矩形" descr="e7d195523061f1c095cec9a2ce4aaba5ae6dbab02ffed52dD56A2562765E9123B0E230B2A550F729BA37EAA647666F3E180B0741AFED0988FDE5D2D695A9D370D9F0B555F564B53FA22D9A65ED86F38999DD4860987E56A3C9CA447454F7ED9A97188E372AC38DE1820C9CBFE822C42E86D671751EDAE1101A567FBD84A77E35C1C24ADB3A1F17C8EB0F14635EB835BA"/>
          <p:cNvSpPr/>
          <p:nvPr/>
        </p:nvSpPr>
        <p:spPr>
          <a:xfrm>
            <a:off x="7305675" y="5372100"/>
            <a:ext cx="2738120" cy="853440"/>
          </a:xfrm>
          <a:prstGeom prst="roundRect">
            <a:avLst>
              <a:gd name="adj" fmla="val 19017"/>
            </a:avLst>
          </a:prstGeom>
          <a:solidFill>
            <a:schemeClr val="bg1"/>
          </a:solidFill>
          <a:ln w="25400">
            <a:solidFill>
              <a:schemeClr val="accent5"/>
            </a:solidFill>
            <a:miter lim="400000"/>
          </a:ln>
        </p:spPr>
        <p:txBody>
          <a:bodyPr lIns="25400" tIns="25400" rIns="25400" bIns="25400" anchor="ctr"/>
          <a:lstStyle/>
          <a:p>
            <a:pPr defTabSz="41275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17" name="数据服务" descr="e7d195523061f1c095cec9a2ce4aaba5ae6dbab02ffed52dD56A2562765E9123B0E230B2A550F729BA37EAA647666F3E180B0741AFED0988FDE5D2D695A9D370D9F0B555F564B53FA22D9A65ED86F38999DD4860987E56A3C9CA447454F7ED9A97188E372AC38DE1820C9CBFE822C42E86D671751EDAE1101A567FBD84A77E35C1C24ADB3A1F17C8EB0F14635EB835BA"/>
          <p:cNvSpPr txBox="1"/>
          <p:nvPr/>
        </p:nvSpPr>
        <p:spPr>
          <a:xfrm>
            <a:off x="5551805" y="5988050"/>
            <a:ext cx="874395" cy="304800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ctr">
            <a:spAutoFit/>
          </a:bodyPr>
          <a:lstStyle>
            <a:lvl1pPr>
              <a:defRPr sz="2700">
                <a:solidFill>
                  <a:srgbClr val="C63520"/>
                </a:solidFill>
                <a:latin typeface="Alimama ShuHeiTi Bold"/>
                <a:ea typeface="Alimama ShuHeiTi Bold"/>
                <a:cs typeface="Alimama ShuHeiTi Bold"/>
                <a:sym typeface="Alimama ShuHeiTi Bold"/>
              </a:defRPr>
            </a:lvl1pPr>
          </a:lstStyle>
          <a:p>
            <a:pPr algn="ctr"/>
            <a:r>
              <a:rPr sz="135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数据服务</a:t>
            </a:r>
            <a:endParaRPr sz="135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18" name="日历" descr="e7d195523061f1c095cec9a2ce4aaba5ae6dbab02ffed52dD56A2562765E9123B0E230B2A550F729BA37EAA647666F3E180B0741AFED0988FDE5D2D695A9D370D9F0B555F564B53FA22D9A65ED86F38999DD4860987E56A3C9CA447454F7ED9A97188E372AC38DE1820C9CBFE822C42E86D671751EDAE1101A567FBD84A77E35C1C24ADB3A1F17C8EB0F14635EB835BA"/>
          <p:cNvSpPr/>
          <p:nvPr/>
        </p:nvSpPr>
        <p:spPr>
          <a:xfrm>
            <a:off x="5843270" y="5607050"/>
            <a:ext cx="270510" cy="2984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289" y="0"/>
                </a:moveTo>
                <a:cubicBezTo>
                  <a:pt x="4152" y="0"/>
                  <a:pt x="4034" y="103"/>
                  <a:pt x="4034" y="233"/>
                </a:cubicBezTo>
                <a:lnTo>
                  <a:pt x="4034" y="1151"/>
                </a:lnTo>
                <a:lnTo>
                  <a:pt x="4034" y="2953"/>
                </a:lnTo>
                <a:lnTo>
                  <a:pt x="6428" y="2953"/>
                </a:lnTo>
                <a:lnTo>
                  <a:pt x="6433" y="1151"/>
                </a:lnTo>
                <a:lnTo>
                  <a:pt x="6433" y="233"/>
                </a:lnTo>
                <a:cubicBezTo>
                  <a:pt x="6433" y="109"/>
                  <a:pt x="6321" y="0"/>
                  <a:pt x="6178" y="0"/>
                </a:cubicBezTo>
                <a:lnTo>
                  <a:pt x="4289" y="0"/>
                </a:lnTo>
                <a:close/>
                <a:moveTo>
                  <a:pt x="15422" y="0"/>
                </a:moveTo>
                <a:cubicBezTo>
                  <a:pt x="15279" y="0"/>
                  <a:pt x="15167" y="109"/>
                  <a:pt x="15167" y="233"/>
                </a:cubicBezTo>
                <a:lnTo>
                  <a:pt x="15167" y="1151"/>
                </a:lnTo>
                <a:lnTo>
                  <a:pt x="15172" y="2953"/>
                </a:lnTo>
                <a:lnTo>
                  <a:pt x="17566" y="2953"/>
                </a:lnTo>
                <a:lnTo>
                  <a:pt x="17566" y="1151"/>
                </a:lnTo>
                <a:lnTo>
                  <a:pt x="17566" y="233"/>
                </a:lnTo>
                <a:cubicBezTo>
                  <a:pt x="17566" y="103"/>
                  <a:pt x="17448" y="0"/>
                  <a:pt x="17311" y="0"/>
                </a:cubicBezTo>
                <a:lnTo>
                  <a:pt x="15422" y="0"/>
                </a:lnTo>
                <a:close/>
                <a:moveTo>
                  <a:pt x="1031" y="2150"/>
                </a:moveTo>
                <a:cubicBezTo>
                  <a:pt x="465" y="2150"/>
                  <a:pt x="0" y="2565"/>
                  <a:pt x="0" y="3083"/>
                </a:cubicBezTo>
                <a:lnTo>
                  <a:pt x="0" y="20665"/>
                </a:lnTo>
                <a:cubicBezTo>
                  <a:pt x="0" y="21178"/>
                  <a:pt x="459" y="21600"/>
                  <a:pt x="1031" y="21600"/>
                </a:cubicBezTo>
                <a:lnTo>
                  <a:pt x="20569" y="21600"/>
                </a:lnTo>
                <a:cubicBezTo>
                  <a:pt x="21135" y="21600"/>
                  <a:pt x="21600" y="21184"/>
                  <a:pt x="21600" y="20665"/>
                </a:cubicBezTo>
                <a:lnTo>
                  <a:pt x="21600" y="3083"/>
                </a:lnTo>
                <a:cubicBezTo>
                  <a:pt x="21600" y="2570"/>
                  <a:pt x="21135" y="2150"/>
                  <a:pt x="20569" y="2150"/>
                </a:cubicBezTo>
                <a:lnTo>
                  <a:pt x="18329" y="2150"/>
                </a:lnTo>
                <a:lnTo>
                  <a:pt x="18329" y="3088"/>
                </a:lnTo>
                <a:cubicBezTo>
                  <a:pt x="18329" y="3396"/>
                  <a:pt x="18049" y="3650"/>
                  <a:pt x="17710" y="3650"/>
                </a:cubicBezTo>
                <a:lnTo>
                  <a:pt x="15018" y="3650"/>
                </a:lnTo>
                <a:cubicBezTo>
                  <a:pt x="14678" y="3650"/>
                  <a:pt x="14398" y="3396"/>
                  <a:pt x="14398" y="3088"/>
                </a:cubicBezTo>
                <a:lnTo>
                  <a:pt x="14398" y="2150"/>
                </a:lnTo>
                <a:lnTo>
                  <a:pt x="7202" y="2150"/>
                </a:lnTo>
                <a:lnTo>
                  <a:pt x="7202" y="3088"/>
                </a:lnTo>
                <a:cubicBezTo>
                  <a:pt x="7202" y="3396"/>
                  <a:pt x="6922" y="3650"/>
                  <a:pt x="6582" y="3650"/>
                </a:cubicBezTo>
                <a:lnTo>
                  <a:pt x="3890" y="3650"/>
                </a:lnTo>
                <a:cubicBezTo>
                  <a:pt x="3551" y="3650"/>
                  <a:pt x="3271" y="3396"/>
                  <a:pt x="3271" y="3088"/>
                </a:cubicBezTo>
                <a:lnTo>
                  <a:pt x="3271" y="2150"/>
                </a:lnTo>
                <a:lnTo>
                  <a:pt x="1031" y="2150"/>
                </a:lnTo>
                <a:close/>
                <a:moveTo>
                  <a:pt x="1508" y="6389"/>
                </a:moveTo>
                <a:lnTo>
                  <a:pt x="20092" y="6389"/>
                </a:lnTo>
                <a:lnTo>
                  <a:pt x="20092" y="19565"/>
                </a:lnTo>
                <a:lnTo>
                  <a:pt x="1508" y="19565"/>
                </a:lnTo>
                <a:lnTo>
                  <a:pt x="1508" y="6389"/>
                </a:lnTo>
                <a:close/>
                <a:moveTo>
                  <a:pt x="3807" y="8451"/>
                </a:moveTo>
                <a:cubicBezTo>
                  <a:pt x="3777" y="8451"/>
                  <a:pt x="3747" y="8478"/>
                  <a:pt x="3747" y="8505"/>
                </a:cubicBezTo>
                <a:lnTo>
                  <a:pt x="3747" y="10493"/>
                </a:lnTo>
                <a:cubicBezTo>
                  <a:pt x="3747" y="10525"/>
                  <a:pt x="3777" y="10547"/>
                  <a:pt x="3807" y="10547"/>
                </a:cubicBezTo>
                <a:lnTo>
                  <a:pt x="5999" y="10547"/>
                </a:lnTo>
                <a:cubicBezTo>
                  <a:pt x="6029" y="10547"/>
                  <a:pt x="6059" y="10525"/>
                  <a:pt x="6059" y="10493"/>
                </a:cubicBezTo>
                <a:lnTo>
                  <a:pt x="6059" y="8505"/>
                </a:lnTo>
                <a:cubicBezTo>
                  <a:pt x="6059" y="8478"/>
                  <a:pt x="6029" y="8451"/>
                  <a:pt x="5999" y="8451"/>
                </a:cubicBezTo>
                <a:lnTo>
                  <a:pt x="3807" y="8451"/>
                </a:lnTo>
                <a:close/>
                <a:moveTo>
                  <a:pt x="7654" y="8451"/>
                </a:moveTo>
                <a:cubicBezTo>
                  <a:pt x="7618" y="8451"/>
                  <a:pt x="7595" y="8478"/>
                  <a:pt x="7595" y="8505"/>
                </a:cubicBezTo>
                <a:lnTo>
                  <a:pt x="7595" y="10493"/>
                </a:lnTo>
                <a:cubicBezTo>
                  <a:pt x="7595" y="10525"/>
                  <a:pt x="7618" y="10547"/>
                  <a:pt x="7654" y="10547"/>
                </a:cubicBezTo>
                <a:lnTo>
                  <a:pt x="9847" y="10547"/>
                </a:lnTo>
                <a:cubicBezTo>
                  <a:pt x="9877" y="10547"/>
                  <a:pt x="9907" y="10525"/>
                  <a:pt x="9907" y="10493"/>
                </a:cubicBezTo>
                <a:lnTo>
                  <a:pt x="9907" y="8505"/>
                </a:lnTo>
                <a:cubicBezTo>
                  <a:pt x="9907" y="8478"/>
                  <a:pt x="9877" y="8451"/>
                  <a:pt x="9847" y="8451"/>
                </a:cubicBezTo>
                <a:lnTo>
                  <a:pt x="7654" y="8451"/>
                </a:lnTo>
                <a:close/>
                <a:moveTo>
                  <a:pt x="11753" y="8451"/>
                </a:moveTo>
                <a:cubicBezTo>
                  <a:pt x="11723" y="8451"/>
                  <a:pt x="11693" y="8478"/>
                  <a:pt x="11693" y="8505"/>
                </a:cubicBezTo>
                <a:lnTo>
                  <a:pt x="11693" y="10493"/>
                </a:lnTo>
                <a:cubicBezTo>
                  <a:pt x="11693" y="10525"/>
                  <a:pt x="11723" y="10547"/>
                  <a:pt x="11753" y="10547"/>
                </a:cubicBezTo>
                <a:lnTo>
                  <a:pt x="13946" y="10547"/>
                </a:lnTo>
                <a:cubicBezTo>
                  <a:pt x="13976" y="10547"/>
                  <a:pt x="14005" y="10525"/>
                  <a:pt x="14005" y="10493"/>
                </a:cubicBezTo>
                <a:lnTo>
                  <a:pt x="14005" y="8505"/>
                </a:lnTo>
                <a:cubicBezTo>
                  <a:pt x="14005" y="8478"/>
                  <a:pt x="13976" y="8451"/>
                  <a:pt x="13946" y="8451"/>
                </a:cubicBezTo>
                <a:lnTo>
                  <a:pt x="11753" y="8451"/>
                </a:lnTo>
                <a:close/>
                <a:moveTo>
                  <a:pt x="15601" y="8451"/>
                </a:moveTo>
                <a:cubicBezTo>
                  <a:pt x="15565" y="8451"/>
                  <a:pt x="15541" y="8478"/>
                  <a:pt x="15541" y="8505"/>
                </a:cubicBezTo>
                <a:lnTo>
                  <a:pt x="15541" y="10493"/>
                </a:lnTo>
                <a:cubicBezTo>
                  <a:pt x="15541" y="10525"/>
                  <a:pt x="15565" y="10547"/>
                  <a:pt x="15601" y="10547"/>
                </a:cubicBezTo>
                <a:lnTo>
                  <a:pt x="17793" y="10547"/>
                </a:lnTo>
                <a:cubicBezTo>
                  <a:pt x="17829" y="10547"/>
                  <a:pt x="17853" y="10525"/>
                  <a:pt x="17853" y="10493"/>
                </a:cubicBezTo>
                <a:lnTo>
                  <a:pt x="17853" y="8505"/>
                </a:lnTo>
                <a:cubicBezTo>
                  <a:pt x="17853" y="8478"/>
                  <a:pt x="17829" y="8451"/>
                  <a:pt x="17793" y="8451"/>
                </a:cubicBezTo>
                <a:lnTo>
                  <a:pt x="15601" y="8451"/>
                </a:lnTo>
                <a:close/>
                <a:moveTo>
                  <a:pt x="3771" y="12086"/>
                </a:moveTo>
                <a:cubicBezTo>
                  <a:pt x="3736" y="12086"/>
                  <a:pt x="3712" y="12107"/>
                  <a:pt x="3712" y="12140"/>
                </a:cubicBezTo>
                <a:lnTo>
                  <a:pt x="3712" y="14126"/>
                </a:lnTo>
                <a:cubicBezTo>
                  <a:pt x="3712" y="14153"/>
                  <a:pt x="3736" y="14180"/>
                  <a:pt x="3771" y="14180"/>
                </a:cubicBezTo>
                <a:lnTo>
                  <a:pt x="5964" y="14180"/>
                </a:lnTo>
                <a:cubicBezTo>
                  <a:pt x="5994" y="14180"/>
                  <a:pt x="6024" y="14153"/>
                  <a:pt x="6024" y="14126"/>
                </a:cubicBezTo>
                <a:lnTo>
                  <a:pt x="6024" y="12140"/>
                </a:lnTo>
                <a:cubicBezTo>
                  <a:pt x="6024" y="12107"/>
                  <a:pt x="5994" y="12086"/>
                  <a:pt x="5964" y="12086"/>
                </a:cubicBezTo>
                <a:lnTo>
                  <a:pt x="3771" y="12086"/>
                </a:lnTo>
                <a:close/>
                <a:moveTo>
                  <a:pt x="7619" y="12086"/>
                </a:moveTo>
                <a:cubicBezTo>
                  <a:pt x="7583" y="12086"/>
                  <a:pt x="7559" y="12107"/>
                  <a:pt x="7559" y="12140"/>
                </a:cubicBezTo>
                <a:lnTo>
                  <a:pt x="7559" y="14126"/>
                </a:lnTo>
                <a:cubicBezTo>
                  <a:pt x="7559" y="14153"/>
                  <a:pt x="7583" y="14180"/>
                  <a:pt x="7619" y="14180"/>
                </a:cubicBezTo>
                <a:lnTo>
                  <a:pt x="9812" y="14180"/>
                </a:lnTo>
                <a:cubicBezTo>
                  <a:pt x="9841" y="14180"/>
                  <a:pt x="9871" y="14153"/>
                  <a:pt x="9871" y="14126"/>
                </a:cubicBezTo>
                <a:lnTo>
                  <a:pt x="9871" y="12140"/>
                </a:lnTo>
                <a:cubicBezTo>
                  <a:pt x="9871" y="12107"/>
                  <a:pt x="9841" y="12086"/>
                  <a:pt x="9812" y="12086"/>
                </a:cubicBezTo>
                <a:lnTo>
                  <a:pt x="7619" y="12086"/>
                </a:lnTo>
                <a:close/>
                <a:moveTo>
                  <a:pt x="11788" y="12086"/>
                </a:moveTo>
                <a:cubicBezTo>
                  <a:pt x="11759" y="12086"/>
                  <a:pt x="11729" y="12107"/>
                  <a:pt x="11729" y="12140"/>
                </a:cubicBezTo>
                <a:lnTo>
                  <a:pt x="11729" y="14126"/>
                </a:lnTo>
                <a:cubicBezTo>
                  <a:pt x="11729" y="14153"/>
                  <a:pt x="11759" y="14180"/>
                  <a:pt x="11788" y="14180"/>
                </a:cubicBezTo>
                <a:lnTo>
                  <a:pt x="13981" y="14180"/>
                </a:lnTo>
                <a:cubicBezTo>
                  <a:pt x="14011" y="14180"/>
                  <a:pt x="14041" y="14153"/>
                  <a:pt x="14041" y="14126"/>
                </a:cubicBezTo>
                <a:lnTo>
                  <a:pt x="14041" y="12140"/>
                </a:lnTo>
                <a:cubicBezTo>
                  <a:pt x="14041" y="12107"/>
                  <a:pt x="14011" y="12086"/>
                  <a:pt x="13981" y="12086"/>
                </a:cubicBezTo>
                <a:lnTo>
                  <a:pt x="11788" y="12086"/>
                </a:lnTo>
                <a:close/>
                <a:moveTo>
                  <a:pt x="15636" y="12086"/>
                </a:moveTo>
                <a:cubicBezTo>
                  <a:pt x="15600" y="12086"/>
                  <a:pt x="15576" y="12107"/>
                  <a:pt x="15576" y="12140"/>
                </a:cubicBezTo>
                <a:lnTo>
                  <a:pt x="15576" y="14126"/>
                </a:lnTo>
                <a:cubicBezTo>
                  <a:pt x="15576" y="14153"/>
                  <a:pt x="15600" y="14180"/>
                  <a:pt x="15636" y="14180"/>
                </a:cubicBezTo>
                <a:lnTo>
                  <a:pt x="17829" y="14180"/>
                </a:lnTo>
                <a:cubicBezTo>
                  <a:pt x="17864" y="14180"/>
                  <a:pt x="17888" y="14153"/>
                  <a:pt x="17888" y="14126"/>
                </a:cubicBezTo>
                <a:lnTo>
                  <a:pt x="17888" y="12140"/>
                </a:lnTo>
                <a:cubicBezTo>
                  <a:pt x="17888" y="12107"/>
                  <a:pt x="17864" y="12086"/>
                  <a:pt x="17829" y="12086"/>
                </a:cubicBezTo>
                <a:lnTo>
                  <a:pt x="15636" y="12086"/>
                </a:lnTo>
                <a:close/>
                <a:moveTo>
                  <a:pt x="3771" y="15866"/>
                </a:moveTo>
                <a:cubicBezTo>
                  <a:pt x="3736" y="15866"/>
                  <a:pt x="3712" y="15893"/>
                  <a:pt x="3712" y="15920"/>
                </a:cubicBezTo>
                <a:lnTo>
                  <a:pt x="3712" y="17906"/>
                </a:lnTo>
                <a:cubicBezTo>
                  <a:pt x="3712" y="17933"/>
                  <a:pt x="3736" y="17960"/>
                  <a:pt x="3771" y="17960"/>
                </a:cubicBezTo>
                <a:lnTo>
                  <a:pt x="5964" y="17960"/>
                </a:lnTo>
                <a:cubicBezTo>
                  <a:pt x="5994" y="17960"/>
                  <a:pt x="6024" y="17933"/>
                  <a:pt x="6024" y="17906"/>
                </a:cubicBezTo>
                <a:lnTo>
                  <a:pt x="6024" y="15920"/>
                </a:lnTo>
                <a:cubicBezTo>
                  <a:pt x="6024" y="15893"/>
                  <a:pt x="5994" y="15866"/>
                  <a:pt x="5964" y="15866"/>
                </a:cubicBezTo>
                <a:lnTo>
                  <a:pt x="3771" y="15866"/>
                </a:lnTo>
                <a:close/>
                <a:moveTo>
                  <a:pt x="7619" y="15866"/>
                </a:moveTo>
                <a:cubicBezTo>
                  <a:pt x="7583" y="15866"/>
                  <a:pt x="7559" y="15893"/>
                  <a:pt x="7559" y="15920"/>
                </a:cubicBezTo>
                <a:lnTo>
                  <a:pt x="7559" y="17906"/>
                </a:lnTo>
                <a:cubicBezTo>
                  <a:pt x="7559" y="17933"/>
                  <a:pt x="7583" y="17960"/>
                  <a:pt x="7619" y="17960"/>
                </a:cubicBezTo>
                <a:lnTo>
                  <a:pt x="9812" y="17960"/>
                </a:lnTo>
                <a:cubicBezTo>
                  <a:pt x="9841" y="17960"/>
                  <a:pt x="9871" y="17933"/>
                  <a:pt x="9871" y="17906"/>
                </a:cubicBezTo>
                <a:lnTo>
                  <a:pt x="9871" y="15920"/>
                </a:lnTo>
                <a:cubicBezTo>
                  <a:pt x="9871" y="15893"/>
                  <a:pt x="9841" y="15866"/>
                  <a:pt x="9812" y="15866"/>
                </a:cubicBezTo>
                <a:lnTo>
                  <a:pt x="7619" y="15866"/>
                </a:lnTo>
                <a:close/>
                <a:moveTo>
                  <a:pt x="11788" y="15866"/>
                </a:moveTo>
                <a:cubicBezTo>
                  <a:pt x="11759" y="15866"/>
                  <a:pt x="11729" y="15893"/>
                  <a:pt x="11729" y="15920"/>
                </a:cubicBezTo>
                <a:lnTo>
                  <a:pt x="11729" y="17906"/>
                </a:lnTo>
                <a:cubicBezTo>
                  <a:pt x="11729" y="17933"/>
                  <a:pt x="11759" y="17960"/>
                  <a:pt x="11788" y="17960"/>
                </a:cubicBezTo>
                <a:lnTo>
                  <a:pt x="13981" y="17960"/>
                </a:lnTo>
                <a:cubicBezTo>
                  <a:pt x="14011" y="17960"/>
                  <a:pt x="14041" y="17933"/>
                  <a:pt x="14041" y="17906"/>
                </a:cubicBezTo>
                <a:lnTo>
                  <a:pt x="14041" y="15920"/>
                </a:lnTo>
                <a:cubicBezTo>
                  <a:pt x="14041" y="15893"/>
                  <a:pt x="14011" y="15866"/>
                  <a:pt x="13981" y="15866"/>
                </a:cubicBezTo>
                <a:lnTo>
                  <a:pt x="11788" y="15866"/>
                </a:lnTo>
                <a:close/>
                <a:moveTo>
                  <a:pt x="15636" y="15866"/>
                </a:moveTo>
                <a:cubicBezTo>
                  <a:pt x="15600" y="15866"/>
                  <a:pt x="15576" y="15893"/>
                  <a:pt x="15576" y="15920"/>
                </a:cubicBezTo>
                <a:lnTo>
                  <a:pt x="15576" y="17906"/>
                </a:lnTo>
                <a:cubicBezTo>
                  <a:pt x="15576" y="17933"/>
                  <a:pt x="15600" y="17960"/>
                  <a:pt x="15636" y="17960"/>
                </a:cubicBezTo>
                <a:lnTo>
                  <a:pt x="17829" y="17960"/>
                </a:lnTo>
                <a:cubicBezTo>
                  <a:pt x="17864" y="17960"/>
                  <a:pt x="17888" y="17933"/>
                  <a:pt x="17888" y="17906"/>
                </a:cubicBezTo>
                <a:lnTo>
                  <a:pt x="17888" y="15920"/>
                </a:lnTo>
                <a:cubicBezTo>
                  <a:pt x="17888" y="15893"/>
                  <a:pt x="17864" y="15866"/>
                  <a:pt x="17829" y="15866"/>
                </a:cubicBezTo>
                <a:lnTo>
                  <a:pt x="15636" y="15866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defTabSz="41275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19" name="成本中心…" descr="e7d195523061f1c095cec9a2ce4aaba5ae6dbab02ffed52dD56A2562765E9123B0E230B2A550F729BA37EAA647666F3E180B0741AFED0988FDE5D2D695A9D370D9F0B555F564B53FA22D9A65ED86F38999DD4860987E56A3C9CA447454F7ED9A97188E372AC38DE1820C9CBFE822C42E86D671751EDAE1101A567FBD84A77E35C1C24ADB3A1F17C8EB0F14635EB835BA"/>
          <p:cNvSpPr txBox="1"/>
          <p:nvPr/>
        </p:nvSpPr>
        <p:spPr>
          <a:xfrm>
            <a:off x="7443470" y="5483225"/>
            <a:ext cx="887730" cy="630555"/>
          </a:xfrm>
          <a:prstGeom prst="rect">
            <a:avLst/>
          </a:prstGeom>
          <a:solidFill>
            <a:schemeClr val="bg1"/>
          </a:solidFill>
          <a:ln w="12700">
            <a:miter lim="400000"/>
          </a:ln>
        </p:spPr>
        <p:txBody>
          <a:bodyPr wrap="none" lIns="25400" tIns="25400" rIns="25400" bIns="25400" anchor="ctr">
            <a:spAutoFit/>
          </a:bodyPr>
          <a:lstStyle/>
          <a:p>
            <a:pPr marL="133350" indent="-133350">
              <a:buSzPct val="123000"/>
              <a:buChar char="•"/>
              <a:defRPr sz="2100">
                <a:latin typeface="Microsoft YaHei Semilight"/>
                <a:ea typeface="Microsoft YaHei Semilight"/>
                <a:cs typeface="Microsoft YaHei Semilight"/>
                <a:sym typeface="Microsoft YaHei Semilight"/>
              </a:defRPr>
            </a:pPr>
            <a:r>
              <a:rPr sz="105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成本中心</a:t>
            </a:r>
            <a:endParaRPr sz="105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133350" indent="-133350">
              <a:buSzPct val="123000"/>
              <a:buChar char="•"/>
              <a:defRPr sz="2100">
                <a:latin typeface="Microsoft YaHei Semilight"/>
                <a:ea typeface="Microsoft YaHei Semilight"/>
                <a:cs typeface="Microsoft YaHei Semilight"/>
                <a:sym typeface="Microsoft YaHei Semilight"/>
              </a:defRPr>
            </a:pPr>
            <a:r>
              <a:rPr sz="105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产品成本</a:t>
            </a:r>
            <a:endParaRPr sz="105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133350" indent="-133350">
              <a:buSzPct val="123000"/>
              <a:buChar char="•"/>
              <a:defRPr sz="2100">
                <a:latin typeface="Microsoft YaHei Semilight"/>
                <a:ea typeface="Microsoft YaHei Semilight"/>
                <a:cs typeface="Microsoft YaHei Semilight"/>
                <a:sym typeface="Microsoft YaHei Semilight"/>
              </a:defRPr>
            </a:pPr>
            <a:r>
              <a:rPr sz="105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专项成本</a:t>
            </a:r>
            <a:endParaRPr sz="105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20" name="成本估算…" descr="e7d195523061f1c095cec9a2ce4aaba5ae6dbab02ffed52dD56A2562765E9123B0E230B2A550F729BA37EAA647666F3E180B0741AFED0988FDE5D2D695A9D370D9F0B555F564B53FA22D9A65ED86F38999DD4860987E56A3C9CA447454F7ED9A97188E372AC38DE1820C9CBFE822C42E86D671751EDAE1101A567FBD84A77E35C1C24ADB3A1F17C8EB0F14635EB835BA"/>
          <p:cNvSpPr txBox="1"/>
          <p:nvPr/>
        </p:nvSpPr>
        <p:spPr>
          <a:xfrm>
            <a:off x="8392795" y="5483225"/>
            <a:ext cx="887730" cy="630555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ctr">
            <a:spAutoFit/>
          </a:bodyPr>
          <a:lstStyle/>
          <a:p>
            <a:pPr marL="133350" indent="-133350">
              <a:buSzPct val="123000"/>
              <a:buChar char="•"/>
              <a:defRPr sz="2100">
                <a:latin typeface="Microsoft YaHei Semilight"/>
                <a:ea typeface="Microsoft YaHei Semilight"/>
                <a:cs typeface="Microsoft YaHei Semilight"/>
                <a:sym typeface="Microsoft YaHei Semilight"/>
              </a:defRPr>
            </a:pPr>
            <a:r>
              <a:rPr sz="105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成本估算</a:t>
            </a:r>
            <a:endParaRPr sz="105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133350" indent="-133350">
              <a:buSzPct val="123000"/>
              <a:buChar char="•"/>
              <a:defRPr sz="2100">
                <a:latin typeface="Microsoft YaHei Semilight"/>
                <a:ea typeface="Microsoft YaHei Semilight"/>
                <a:cs typeface="Microsoft YaHei Semilight"/>
                <a:sym typeface="Microsoft YaHei Semilight"/>
              </a:defRPr>
            </a:pPr>
            <a:r>
              <a:rPr sz="105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盈利分析</a:t>
            </a:r>
            <a:endParaRPr sz="105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133350" indent="-133350">
              <a:buSzPct val="123000"/>
              <a:buChar char="•"/>
              <a:defRPr sz="2100">
                <a:latin typeface="Microsoft YaHei Semilight"/>
                <a:ea typeface="Microsoft YaHei Semilight"/>
                <a:cs typeface="Microsoft YaHei Semilight"/>
                <a:sym typeface="Microsoft YaHei Semilight"/>
              </a:defRPr>
            </a:pPr>
            <a:r>
              <a:rPr sz="105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责任会计</a:t>
            </a:r>
            <a:endParaRPr sz="105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21" name="管理…" descr="e7d195523061f1c095cec9a2ce4aaba5ae6dbab02ffed52dD56A2562765E9123B0E230B2A550F729BA37EAA647666F3E180B0741AFED0988FDE5D2D695A9D370D9F0B555F564B53FA22D9A65ED86F38999DD4860987E56A3C9CA447454F7ED9A97188E372AC38DE1820C9CBFE822C42E86D671751EDAE1101A567FBD84A77E35C1C24ADB3A1F17C8EB0F14635EB835BA"/>
          <p:cNvSpPr txBox="1"/>
          <p:nvPr/>
        </p:nvSpPr>
        <p:spPr>
          <a:xfrm>
            <a:off x="9361170" y="5523865"/>
            <a:ext cx="467360" cy="548640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ctr">
            <a:spAutoFit/>
          </a:bodyPr>
          <a:lstStyle/>
          <a:p>
            <a:pPr>
              <a:defRPr sz="2700">
                <a:solidFill>
                  <a:srgbClr val="C63520"/>
                </a:solidFill>
                <a:latin typeface="Alimama ShuHeiTi Bold"/>
                <a:ea typeface="Alimama ShuHeiTi Bold"/>
                <a:cs typeface="Alimama ShuHeiTi Bold"/>
                <a:sym typeface="Alimama ShuHeiTi Bold"/>
              </a:defRPr>
            </a:pPr>
            <a:r>
              <a:rPr sz="1350" b="1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管理</a:t>
            </a:r>
            <a:endParaRPr sz="1350" b="1">
              <a:solidFill>
                <a:schemeClr val="accent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>
              <a:defRPr sz="2700">
                <a:solidFill>
                  <a:srgbClr val="C63520"/>
                </a:solidFill>
                <a:latin typeface="Alimama ShuHeiTi Bold"/>
                <a:ea typeface="Alimama ShuHeiTi Bold"/>
                <a:cs typeface="Alimama ShuHeiTi Bold"/>
                <a:sym typeface="Alimama ShuHeiTi Bold"/>
              </a:defRPr>
            </a:pPr>
            <a:r>
              <a:rPr sz="1350" b="1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会计</a:t>
            </a:r>
            <a:endParaRPr sz="1350" b="1">
              <a:solidFill>
                <a:schemeClr val="accent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22" name="管理…" descr="e7d195523061f1c095cec9a2ce4aaba5ae6dbab02ffed52dD56A2562765E9123B0E230B2A550F729BA37EAA647666F3E180B0741AFED0988FDE5D2D695A9D370D9F0B555F564B53FA22D9A65ED86F38999DD4860987E56A3C9CA447454F7ED9A97188E372AC38DE1820C9CBFE822C42E86D671751EDAE1101A567FBD84A77E35C1C24ADB3A1F17C8EB0F14635EB835BA"/>
          <p:cNvSpPr txBox="1"/>
          <p:nvPr/>
        </p:nvSpPr>
        <p:spPr>
          <a:xfrm>
            <a:off x="2111375" y="5523865"/>
            <a:ext cx="467360" cy="548640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ctr">
            <a:spAutoFit/>
          </a:bodyPr>
          <a:lstStyle/>
          <a:p>
            <a:pPr>
              <a:defRPr sz="2700">
                <a:solidFill>
                  <a:srgbClr val="C63520"/>
                </a:solidFill>
                <a:latin typeface="Alimama ShuHeiTi Bold"/>
                <a:ea typeface="Alimama ShuHeiTi Bold"/>
                <a:cs typeface="Alimama ShuHeiTi Bold"/>
                <a:sym typeface="Alimama ShuHeiTi Bold"/>
              </a:defRPr>
            </a:pPr>
            <a:r>
              <a:rPr sz="1350" b="1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管理</a:t>
            </a:r>
            <a:endParaRPr sz="1350" b="1">
              <a:solidFill>
                <a:schemeClr val="accent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>
              <a:defRPr sz="2700">
                <a:solidFill>
                  <a:srgbClr val="C63520"/>
                </a:solidFill>
                <a:latin typeface="Alimama ShuHeiTi Bold"/>
                <a:ea typeface="Alimama ShuHeiTi Bold"/>
                <a:cs typeface="Alimama ShuHeiTi Bold"/>
                <a:sym typeface="Alimama ShuHeiTi Bold"/>
              </a:defRPr>
            </a:pPr>
            <a:r>
              <a:rPr sz="1350" b="1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会计</a:t>
            </a:r>
            <a:endParaRPr sz="1350" b="1">
              <a:solidFill>
                <a:schemeClr val="accent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23" name="总账…" descr="e7d195523061f1c095cec9a2ce4aaba5ae6dbab02ffed52dD56A2562765E9123B0E230B2A550F729BA37EAA647666F3E180B0741AFED0988FDE5D2D695A9D370D9F0B555F564B53FA22D9A65ED86F38999DD4860987E56A3C9CA447454F7ED9A97188E372AC38DE1820C9CBFE822C42E86D671751EDAE1101A567FBD84A77E35C1C24ADB3A1F17C8EB0F14635EB835BA"/>
          <p:cNvSpPr txBox="1"/>
          <p:nvPr/>
        </p:nvSpPr>
        <p:spPr>
          <a:xfrm>
            <a:off x="2695575" y="5578475"/>
            <a:ext cx="887730" cy="440055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ctr">
            <a:spAutoFit/>
          </a:bodyPr>
          <a:lstStyle/>
          <a:p>
            <a:pPr marL="133350" indent="-133350">
              <a:buSzPct val="123000"/>
              <a:buChar char="•"/>
              <a:defRPr sz="2100">
                <a:latin typeface="Microsoft YaHei Semilight"/>
                <a:ea typeface="Microsoft YaHei Semilight"/>
                <a:cs typeface="Microsoft YaHei Semilight"/>
                <a:sym typeface="Microsoft YaHei Semilight"/>
              </a:defRPr>
            </a:pPr>
            <a:r>
              <a:rPr sz="105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总账</a:t>
            </a:r>
            <a:endParaRPr sz="105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133350" indent="-133350">
              <a:buSzPct val="123000"/>
              <a:buChar char="•"/>
              <a:defRPr sz="2100">
                <a:latin typeface="Microsoft YaHei Semilight"/>
                <a:ea typeface="Microsoft YaHei Semilight"/>
                <a:cs typeface="Microsoft YaHei Semilight"/>
                <a:sym typeface="Microsoft YaHei Semilight"/>
              </a:defRPr>
            </a:pPr>
            <a:r>
              <a:rPr sz="105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固定资产</a:t>
            </a:r>
            <a:endParaRPr sz="105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24" name="应收管理…" descr="e7d195523061f1c095cec9a2ce4aaba5ae6dbab02ffed52dD56A2562765E9123B0E230B2A550F729BA37EAA647666F3E180B0741AFED0988FDE5D2D695A9D370D9F0B555F564B53FA22D9A65ED86F38999DD4860987E56A3C9CA447454F7ED9A97188E372AC38DE1820C9CBFE822C42E86D671751EDAE1101A567FBD84A77E35C1C24ADB3A1F17C8EB0F14635EB835BA"/>
          <p:cNvSpPr txBox="1"/>
          <p:nvPr/>
        </p:nvSpPr>
        <p:spPr>
          <a:xfrm>
            <a:off x="3644900" y="5483225"/>
            <a:ext cx="887730" cy="630555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ctr">
            <a:spAutoFit/>
          </a:bodyPr>
          <a:lstStyle/>
          <a:p>
            <a:pPr marL="133350" indent="-133350">
              <a:buSzPct val="123000"/>
              <a:buChar char="•"/>
              <a:defRPr sz="2100">
                <a:latin typeface="Microsoft YaHei Semilight"/>
                <a:ea typeface="Microsoft YaHei Semilight"/>
                <a:cs typeface="Microsoft YaHei Semilight"/>
                <a:sym typeface="Microsoft YaHei Semilight"/>
              </a:defRPr>
            </a:pPr>
            <a:r>
              <a:rPr sz="105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应收管理</a:t>
            </a:r>
            <a:endParaRPr sz="105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133350" indent="-133350">
              <a:buSzPct val="123000"/>
              <a:buChar char="•"/>
              <a:defRPr sz="2100">
                <a:latin typeface="Microsoft YaHei Semilight"/>
                <a:ea typeface="Microsoft YaHei Semilight"/>
                <a:cs typeface="Microsoft YaHei Semilight"/>
                <a:sym typeface="Microsoft YaHei Semilight"/>
              </a:defRPr>
            </a:pPr>
            <a:r>
              <a:rPr sz="105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应付管理</a:t>
            </a:r>
            <a:endParaRPr sz="105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133350" indent="-133350">
              <a:buSzPct val="123000"/>
              <a:buChar char="•"/>
              <a:defRPr sz="2100">
                <a:latin typeface="Microsoft YaHei Semilight"/>
                <a:ea typeface="Microsoft YaHei Semilight"/>
                <a:cs typeface="Microsoft YaHei Semilight"/>
                <a:sym typeface="Microsoft YaHei Semilight"/>
              </a:defRPr>
            </a:pPr>
            <a:r>
              <a:rPr sz="105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存货核算</a:t>
            </a:r>
            <a:endParaRPr sz="105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25" name="全球司库" descr="e7d195523061f1c095cec9a2ce4aaba5ae6dbab02ffed52dD56A2562765E9123B0E230B2A550F729BA37EAA647666F3E180B0741AFED0988FDE5D2D695A9D370D9F0B555F564B53FA22D9A65ED86F38999DD4860987E56A3C9CA447454F7ED9A97188E372AC38DE1820C9CBFE822C42E86D671751EDAE1101A567FBD84A77E35C1C24ADB3A1F17C8EB0F14635EB835BA"/>
          <p:cNvSpPr txBox="1"/>
          <p:nvPr/>
        </p:nvSpPr>
        <p:spPr>
          <a:xfrm>
            <a:off x="2775903" y="3771265"/>
            <a:ext cx="874395" cy="304800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ctr">
            <a:spAutoFit/>
          </a:bodyPr>
          <a:lstStyle>
            <a:lvl1pPr>
              <a:defRPr sz="2700">
                <a:solidFill>
                  <a:srgbClr val="C63520"/>
                </a:solidFill>
                <a:latin typeface="Alimama ShuHeiTi Bold"/>
                <a:ea typeface="Alimama ShuHeiTi Bold"/>
                <a:cs typeface="Alimama ShuHeiTi Bold"/>
                <a:sym typeface="Alimama ShuHeiTi Bold"/>
              </a:defRPr>
            </a:lvl1pPr>
          </a:lstStyle>
          <a:p>
            <a:pPr algn="ctr"/>
            <a:r>
              <a:rPr sz="135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全球司库</a:t>
            </a:r>
            <a:endParaRPr sz="135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26" name="账户管理/资金计划…" descr="e7d195523061f1c095cec9a2ce4aaba5ae6dbab02ffed52dD56A2562765E9123B0E230B2A550F729BA37EAA647666F3E180B0741AFED0988FDE5D2D695A9D370D9F0B555F564B53FA22D9A65ED86F38999DD4860987E56A3C9CA447454F7ED9A97188E372AC38DE1820C9CBFE822C42E86D671751EDAE1101A567FBD84A77E35C1C24ADB3A1F17C8EB0F14635EB835BA"/>
          <p:cNvSpPr txBox="1"/>
          <p:nvPr/>
        </p:nvSpPr>
        <p:spPr>
          <a:xfrm>
            <a:off x="2545715" y="4222750"/>
            <a:ext cx="1334770" cy="711835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ctr">
            <a:spAutoFit/>
          </a:bodyPr>
          <a:lstStyle/>
          <a:p>
            <a:pPr algn="ctr">
              <a:defRPr sz="1800">
                <a:latin typeface="Microsoft YaHei Semilight"/>
                <a:ea typeface="Microsoft YaHei Semilight"/>
                <a:cs typeface="Microsoft YaHei Semilight"/>
                <a:sym typeface="Microsoft YaHei Semilight"/>
              </a:defRPr>
            </a:pPr>
            <a:r>
              <a:rPr sz="9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账户管理/资金计划</a:t>
            </a:r>
            <a:endParaRPr sz="90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algn="ctr">
              <a:defRPr sz="1800">
                <a:latin typeface="Microsoft YaHei Semilight"/>
                <a:ea typeface="Microsoft YaHei Semilight"/>
                <a:cs typeface="Microsoft YaHei Semilight"/>
                <a:sym typeface="Microsoft YaHei Semilight"/>
              </a:defRPr>
            </a:pPr>
            <a:r>
              <a:rPr sz="9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现金管理/资金结算</a:t>
            </a:r>
            <a:endParaRPr sz="90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algn="ctr">
              <a:defRPr sz="1800">
                <a:latin typeface="Microsoft YaHei Semilight"/>
                <a:ea typeface="Microsoft YaHei Semilight"/>
                <a:cs typeface="Microsoft YaHei Semilight"/>
                <a:sym typeface="Microsoft YaHei Semilight"/>
              </a:defRPr>
            </a:pPr>
            <a:r>
              <a:rPr sz="9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商业汇票/资金调度</a:t>
            </a:r>
            <a:endParaRPr sz="90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algn="ctr">
              <a:defRPr sz="1800">
                <a:latin typeface="Microsoft YaHei Semilight"/>
                <a:ea typeface="Microsoft YaHei Semilight"/>
                <a:cs typeface="Microsoft YaHei Semilight"/>
                <a:sym typeface="Microsoft YaHei Semilight"/>
              </a:defRPr>
            </a:pPr>
            <a:r>
              <a:rPr sz="9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结算中心/投融资管理</a:t>
            </a:r>
            <a:endParaRPr sz="90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27" name="费控服务" descr="e7d195523061f1c095cec9a2ce4aaba5ae6dbab02ffed52dD56A2562765E9123B0E230B2A550F729BA37EAA647666F3E180B0741AFED0988FDE5D2D695A9D370D9F0B555F564B53FA22D9A65ED86F38999DD4860987E56A3C9CA447454F7ED9A97188E372AC38DE1820C9CBFE822C42E86D671751EDAE1101A567FBD84A77E35C1C24ADB3A1F17C8EB0F14635EB835BA"/>
          <p:cNvSpPr txBox="1"/>
          <p:nvPr/>
        </p:nvSpPr>
        <p:spPr>
          <a:xfrm>
            <a:off x="4613593" y="3771265"/>
            <a:ext cx="874395" cy="304800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ctr">
            <a:spAutoFit/>
          </a:bodyPr>
          <a:lstStyle>
            <a:lvl1pPr>
              <a:defRPr sz="2700">
                <a:solidFill>
                  <a:srgbClr val="C63520"/>
                </a:solidFill>
                <a:latin typeface="Alimama ShuHeiTi Bold"/>
                <a:ea typeface="Alimama ShuHeiTi Bold"/>
                <a:cs typeface="Alimama ShuHeiTi Bold"/>
                <a:sym typeface="Alimama ShuHeiTi Bold"/>
              </a:defRPr>
            </a:lvl1pPr>
          </a:lstStyle>
          <a:p>
            <a:pPr algn="ctr"/>
            <a:r>
              <a:rPr sz="135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费控服务</a:t>
            </a:r>
            <a:endParaRPr sz="135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28" name="账户管理/资金计划…" descr="e7d195523061f1c095cec9a2ce4aaba5ae6dbab02ffed52dD56A2562765E9123B0E230B2A550F729BA37EAA647666F3E180B0741AFED0988FDE5D2D695A9D370D9F0B555F564B53FA22D9A65ED86F38999DD4860987E56A3C9CA447454F7ED9A97188E372AC38DE1820C9CBFE822C42E86D671751EDAE1101A567FBD84A77E35C1C24ADB3A1F17C8EB0F14635EB835BA"/>
          <p:cNvSpPr txBox="1"/>
          <p:nvPr/>
        </p:nvSpPr>
        <p:spPr>
          <a:xfrm>
            <a:off x="4383405" y="4222750"/>
            <a:ext cx="1334770" cy="711835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ctr">
            <a:spAutoFit/>
          </a:bodyPr>
          <a:lstStyle/>
          <a:p>
            <a:pPr algn="ctr">
              <a:defRPr sz="1800">
                <a:latin typeface="Microsoft YaHei Semilight"/>
                <a:ea typeface="Microsoft YaHei Semilight"/>
                <a:cs typeface="Microsoft YaHei Semilight"/>
                <a:sym typeface="Microsoft YaHei Semilight"/>
              </a:defRPr>
            </a:pPr>
            <a:r>
              <a:rPr sz="9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账户管理/资金计划</a:t>
            </a:r>
            <a:endParaRPr sz="90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algn="ctr">
              <a:defRPr sz="1800">
                <a:latin typeface="Microsoft YaHei Semilight"/>
                <a:ea typeface="Microsoft YaHei Semilight"/>
                <a:cs typeface="Microsoft YaHei Semilight"/>
                <a:sym typeface="Microsoft YaHei Semilight"/>
              </a:defRPr>
            </a:pPr>
            <a:r>
              <a:rPr sz="9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现金管理/资金结算</a:t>
            </a:r>
            <a:endParaRPr sz="90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algn="ctr">
              <a:defRPr sz="1800">
                <a:latin typeface="Microsoft YaHei Semilight"/>
                <a:ea typeface="Microsoft YaHei Semilight"/>
                <a:cs typeface="Microsoft YaHei Semilight"/>
                <a:sym typeface="Microsoft YaHei Semilight"/>
              </a:defRPr>
            </a:pPr>
            <a:r>
              <a:rPr sz="9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商业汇票/资金调度</a:t>
            </a:r>
            <a:endParaRPr sz="90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algn="ctr">
              <a:defRPr sz="1800">
                <a:latin typeface="Microsoft YaHei Semilight"/>
                <a:ea typeface="Microsoft YaHei Semilight"/>
                <a:cs typeface="Microsoft YaHei Semilight"/>
                <a:sym typeface="Microsoft YaHei Semilight"/>
              </a:defRPr>
            </a:pPr>
            <a:r>
              <a:rPr sz="9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结算中心/投融资管理</a:t>
            </a:r>
            <a:endParaRPr sz="90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29" name="税务服务" descr="e7d195523061f1c095cec9a2ce4aaba5ae6dbab02ffed52dD56A2562765E9123B0E230B2A550F729BA37EAA647666F3E180B0741AFED0988FDE5D2D695A9D370D9F0B555F564B53FA22D9A65ED86F38999DD4860987E56A3C9CA447454F7ED9A97188E372AC38DE1820C9CBFE822C42E86D671751EDAE1101A567FBD84A77E35C1C24ADB3A1F17C8EB0F14635EB835BA"/>
          <p:cNvSpPr txBox="1"/>
          <p:nvPr/>
        </p:nvSpPr>
        <p:spPr>
          <a:xfrm>
            <a:off x="6451283" y="3771265"/>
            <a:ext cx="874395" cy="304800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ctr">
            <a:spAutoFit/>
          </a:bodyPr>
          <a:lstStyle>
            <a:lvl1pPr>
              <a:defRPr sz="2700">
                <a:solidFill>
                  <a:srgbClr val="C63520"/>
                </a:solidFill>
                <a:latin typeface="Alimama ShuHeiTi Bold"/>
                <a:ea typeface="Alimama ShuHeiTi Bold"/>
                <a:cs typeface="Alimama ShuHeiTi Bold"/>
                <a:sym typeface="Alimama ShuHeiTi Bold"/>
              </a:defRPr>
            </a:lvl1pPr>
          </a:lstStyle>
          <a:p>
            <a:pPr algn="ctr"/>
            <a:r>
              <a:rPr sz="135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税务服务</a:t>
            </a:r>
            <a:endParaRPr sz="135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30" name="账户管理/资金计划…" descr="e7d195523061f1c095cec9a2ce4aaba5ae6dbab02ffed52dD56A2562765E9123B0E230B2A550F729BA37EAA647666F3E180B0741AFED0988FDE5D2D695A9D370D9F0B555F564B53FA22D9A65ED86F38999DD4860987E56A3C9CA447454F7ED9A97188E372AC38DE1820C9CBFE822C42E86D671751EDAE1101A567FBD84A77E35C1C24ADB3A1F17C8EB0F14635EB835BA"/>
          <p:cNvSpPr txBox="1"/>
          <p:nvPr/>
        </p:nvSpPr>
        <p:spPr>
          <a:xfrm>
            <a:off x="6221095" y="4222750"/>
            <a:ext cx="1334770" cy="711835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ctr">
            <a:spAutoFit/>
          </a:bodyPr>
          <a:lstStyle/>
          <a:p>
            <a:pPr algn="ctr">
              <a:defRPr sz="1800">
                <a:latin typeface="Microsoft YaHei Semilight"/>
                <a:ea typeface="Microsoft YaHei Semilight"/>
                <a:cs typeface="Microsoft YaHei Semilight"/>
                <a:sym typeface="Microsoft YaHei Semilight"/>
              </a:defRPr>
            </a:pPr>
            <a:r>
              <a:rPr sz="9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账户管理/资金计划</a:t>
            </a:r>
            <a:endParaRPr sz="90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algn="ctr">
              <a:defRPr sz="1800">
                <a:latin typeface="Microsoft YaHei Semilight"/>
                <a:ea typeface="Microsoft YaHei Semilight"/>
                <a:cs typeface="Microsoft YaHei Semilight"/>
                <a:sym typeface="Microsoft YaHei Semilight"/>
              </a:defRPr>
            </a:pPr>
            <a:r>
              <a:rPr sz="9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现金管理/资金结算</a:t>
            </a:r>
            <a:endParaRPr sz="90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algn="ctr">
              <a:defRPr sz="1800">
                <a:latin typeface="Microsoft YaHei Semilight"/>
                <a:ea typeface="Microsoft YaHei Semilight"/>
                <a:cs typeface="Microsoft YaHei Semilight"/>
                <a:sym typeface="Microsoft YaHei Semilight"/>
              </a:defRPr>
            </a:pPr>
            <a:r>
              <a:rPr sz="9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商业汇票/资金调度</a:t>
            </a:r>
            <a:endParaRPr sz="90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algn="ctr">
              <a:defRPr sz="1800">
                <a:latin typeface="Microsoft YaHei Semilight"/>
                <a:ea typeface="Microsoft YaHei Semilight"/>
                <a:cs typeface="Microsoft YaHei Semilight"/>
                <a:sym typeface="Microsoft YaHei Semilight"/>
              </a:defRPr>
            </a:pPr>
            <a:r>
              <a:rPr sz="9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结算中心/投融资管理</a:t>
            </a:r>
            <a:endParaRPr sz="90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31" name="档案服务" descr="e7d195523061f1c095cec9a2ce4aaba5ae6dbab02ffed52dD56A2562765E9123B0E230B2A550F729BA37EAA647666F3E180B0741AFED0988FDE5D2D695A9D370D9F0B555F564B53FA22D9A65ED86F38999DD4860987E56A3C9CA447454F7ED9A97188E372AC38DE1820C9CBFE822C42E86D671751EDAE1101A567FBD84A77E35C1C24ADB3A1F17C8EB0F14635EB835BA"/>
          <p:cNvSpPr txBox="1"/>
          <p:nvPr/>
        </p:nvSpPr>
        <p:spPr>
          <a:xfrm>
            <a:off x="8289608" y="3771265"/>
            <a:ext cx="874395" cy="304800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ctr">
            <a:spAutoFit/>
          </a:bodyPr>
          <a:lstStyle>
            <a:lvl1pPr>
              <a:defRPr sz="2700">
                <a:solidFill>
                  <a:srgbClr val="C63520"/>
                </a:solidFill>
                <a:latin typeface="Alimama ShuHeiTi Bold"/>
                <a:ea typeface="Alimama ShuHeiTi Bold"/>
                <a:cs typeface="Alimama ShuHeiTi Bold"/>
                <a:sym typeface="Alimama ShuHeiTi Bold"/>
              </a:defRPr>
            </a:lvl1pPr>
          </a:lstStyle>
          <a:p>
            <a:pPr algn="ctr"/>
            <a:r>
              <a:rPr sz="135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档案服务</a:t>
            </a:r>
            <a:endParaRPr sz="135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32" name="账户管理/资金计划…" descr="e7d195523061f1c095cec9a2ce4aaba5ae6dbab02ffed52dD56A2562765E9123B0E230B2A550F729BA37EAA647666F3E180B0741AFED0988FDE5D2D695A9D370D9F0B555F564B53FA22D9A65ED86F38999DD4860987E56A3C9CA447454F7ED9A97188E372AC38DE1820C9CBFE822C42E86D671751EDAE1101A567FBD84A77E35C1C24ADB3A1F17C8EB0F14635EB835BA"/>
          <p:cNvSpPr txBox="1"/>
          <p:nvPr/>
        </p:nvSpPr>
        <p:spPr>
          <a:xfrm>
            <a:off x="8059420" y="4222750"/>
            <a:ext cx="1334770" cy="711835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ctr">
            <a:spAutoFit/>
          </a:bodyPr>
          <a:lstStyle/>
          <a:p>
            <a:pPr algn="ctr">
              <a:defRPr sz="1800">
                <a:latin typeface="Microsoft YaHei Semilight"/>
                <a:ea typeface="Microsoft YaHei Semilight"/>
                <a:cs typeface="Microsoft YaHei Semilight"/>
                <a:sym typeface="Microsoft YaHei Semilight"/>
              </a:defRPr>
            </a:pPr>
            <a:r>
              <a:rPr sz="9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账户管理/资金计划</a:t>
            </a:r>
            <a:endParaRPr sz="90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algn="ctr">
              <a:defRPr sz="1800">
                <a:latin typeface="Microsoft YaHei Semilight"/>
                <a:ea typeface="Microsoft YaHei Semilight"/>
                <a:cs typeface="Microsoft YaHei Semilight"/>
                <a:sym typeface="Microsoft YaHei Semilight"/>
              </a:defRPr>
            </a:pPr>
            <a:r>
              <a:rPr sz="9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现金管理/资金结算</a:t>
            </a:r>
            <a:endParaRPr sz="90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algn="ctr">
              <a:defRPr sz="1800">
                <a:latin typeface="Microsoft YaHei Semilight"/>
                <a:ea typeface="Microsoft YaHei Semilight"/>
                <a:cs typeface="Microsoft YaHei Semilight"/>
                <a:sym typeface="Microsoft YaHei Semilight"/>
              </a:defRPr>
            </a:pPr>
            <a:r>
              <a:rPr sz="9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商业汇票/资金调度</a:t>
            </a:r>
            <a:endParaRPr sz="90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algn="ctr">
              <a:defRPr sz="1800">
                <a:latin typeface="Microsoft YaHei Semilight"/>
                <a:ea typeface="Microsoft YaHei Semilight"/>
                <a:cs typeface="Microsoft YaHei Semilight"/>
                <a:sym typeface="Microsoft YaHei Semilight"/>
              </a:defRPr>
            </a:pPr>
            <a:r>
              <a:rPr sz="9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结算中心/投融资管理</a:t>
            </a:r>
            <a:endParaRPr sz="90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52" name="监管机构" descr="e7d195523061f1c095cec9a2ce4aaba5ae6dbab02ffed52dD56A2562765E9123B0E230B2A550F729BA37EAA647666F3E180B0741AFED0988FDE5D2D695A9D370D9F0B555F564B53FA22D9A65ED86F38999DD4860987E56A3C9CA447454F7ED9A97188E372AC38DE1820C9CBFE822C42E86D671751EDAE1101A567FBD84A77E35C1C24ADB3A1F17C8EB0F14635EB835BA"/>
          <p:cNvSpPr txBox="1"/>
          <p:nvPr/>
        </p:nvSpPr>
        <p:spPr>
          <a:xfrm>
            <a:off x="148590" y="5411788"/>
            <a:ext cx="764540" cy="266065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ctr">
            <a:spAutoFit/>
          </a:bodyPr>
          <a:lstStyle>
            <a:lvl1pPr>
              <a:defRPr sz="2100">
                <a:solidFill>
                  <a:srgbClr val="424242"/>
                </a:solidFill>
                <a:latin typeface="Alimama ShuHeiTi Bold"/>
                <a:ea typeface="Alimama ShuHeiTi Bold"/>
                <a:cs typeface="Alimama ShuHeiTi Bold"/>
                <a:sym typeface="Alimama ShuHeiTi Bold"/>
              </a:defRPr>
            </a:lvl1pPr>
          </a:lstStyle>
          <a:p>
            <a:r>
              <a:rPr sz="14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监管机构</a:t>
            </a:r>
            <a:endParaRPr sz="14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53" name="TMC平台" descr="e7d195523061f1c095cec9a2ce4aaba5ae6dbab02ffed52dD56A2562765E9123B0E230B2A550F729BA37EAA647666F3E180B0741AFED0988FDE5D2D695A9D370D9F0B555F564B53FA22D9A65ED86F38999DD4860987E56A3C9CA447454F7ED9A97188E372AC38DE1820C9CBFE822C42E86D671751EDAE1101A567FBD84A77E35C1C24ADB3A1F17C8EB0F14635EB835BA"/>
          <p:cNvSpPr txBox="1"/>
          <p:nvPr/>
        </p:nvSpPr>
        <p:spPr>
          <a:xfrm>
            <a:off x="11089005" y="5451793"/>
            <a:ext cx="787400" cy="266065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ctr">
            <a:spAutoFit/>
          </a:bodyPr>
          <a:lstStyle>
            <a:lvl1pPr>
              <a:defRPr sz="2100">
                <a:solidFill>
                  <a:srgbClr val="424242"/>
                </a:solidFill>
                <a:latin typeface="Alimama ShuHeiTi Bold"/>
                <a:ea typeface="Alimama ShuHeiTi Bold"/>
                <a:cs typeface="Alimama ShuHeiTi Bold"/>
                <a:sym typeface="Alimama ShuHeiTi Bold"/>
              </a:defRPr>
            </a:lvl1pPr>
          </a:lstStyle>
          <a:p>
            <a:r>
              <a:rPr sz="14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TMC平台</a:t>
            </a:r>
            <a:endParaRPr sz="14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54" name="影像服务" descr="e7d195523061f1c095cec9a2ce4aaba5ae6dbab02ffed52dD56A2562765E9123B0E230B2A550F729BA37EAA647666F3E180B0741AFED0988FDE5D2D695A9D370D9F0B555F564B53FA22D9A65ED86F38999DD4860987E56A3C9CA447454F7ED9A97188E372AC38DE1820C9CBFE822C42E86D671751EDAE1101A567FBD84A77E35C1C24ADB3A1F17C8EB0F14635EB835BA"/>
          <p:cNvSpPr txBox="1"/>
          <p:nvPr/>
        </p:nvSpPr>
        <p:spPr>
          <a:xfrm>
            <a:off x="10748645" y="4254183"/>
            <a:ext cx="764540" cy="266065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ctr">
            <a:spAutoFit/>
          </a:bodyPr>
          <a:lstStyle>
            <a:lvl1pPr>
              <a:defRPr sz="2100">
                <a:solidFill>
                  <a:srgbClr val="424242"/>
                </a:solidFill>
                <a:latin typeface="Alimama ShuHeiTi Bold"/>
                <a:ea typeface="Alimama ShuHeiTi Bold"/>
                <a:cs typeface="Alimama ShuHeiTi Bold"/>
                <a:sym typeface="Alimama ShuHeiTi Bold"/>
              </a:defRPr>
            </a:lvl1pPr>
          </a:lstStyle>
          <a:p>
            <a:r>
              <a:rPr sz="14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影像服务</a:t>
            </a:r>
            <a:endParaRPr sz="14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55" name="制造" descr="e7d195523061f1c095cec9a2ce4aaba5ae6dbab02ffed52dD56A2562765E9123B0E230B2A550F729BA37EAA647666F3E180B0741AFED0988FDE5D2D695A9D370D9F0B555F564B53FA22D9A65ED86F38999DD4860987E56A3C9CA447454F7ED9A97188E372AC38DE1820C9CBFE822C42E86D671751EDAE1101A567FBD84A77E35C1C24ADB3A1F17C8EB0F14635EB835BA"/>
          <p:cNvSpPr txBox="1"/>
          <p:nvPr/>
        </p:nvSpPr>
        <p:spPr>
          <a:xfrm>
            <a:off x="10186035" y="3248343"/>
            <a:ext cx="407670" cy="266065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ctr">
            <a:spAutoFit/>
          </a:bodyPr>
          <a:lstStyle>
            <a:lvl1pPr>
              <a:defRPr sz="2100">
                <a:solidFill>
                  <a:srgbClr val="424242"/>
                </a:solidFill>
                <a:latin typeface="Alimama ShuHeiTi Bold"/>
                <a:ea typeface="Alimama ShuHeiTi Bold"/>
                <a:cs typeface="Alimama ShuHeiTi Bold"/>
                <a:sym typeface="Alimama ShuHeiTi Bold"/>
              </a:defRPr>
            </a:lvl1pPr>
          </a:lstStyle>
          <a:p>
            <a:r>
              <a:rPr sz="14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制造</a:t>
            </a:r>
            <a:endParaRPr sz="14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56" name="资产/项目" descr="e7d195523061f1c095cec9a2ce4aaba5ae6dbab02ffed52dD56A2562765E9123B0E230B2A550F729BA37EAA647666F3E180B0741AFED0988FDE5D2D695A9D370D9F0B555F564B53FA22D9A65ED86F38999DD4860987E56A3C9CA447454F7ED9A97188E372AC38DE1820C9CBFE822C42E86D671751EDAE1101A567FBD84A77E35C1C24ADB3A1F17C8EB0F14635EB835BA"/>
          <p:cNvSpPr txBox="1"/>
          <p:nvPr/>
        </p:nvSpPr>
        <p:spPr>
          <a:xfrm>
            <a:off x="9126855" y="2264728"/>
            <a:ext cx="836295" cy="266065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ctr">
            <a:spAutoFit/>
          </a:bodyPr>
          <a:lstStyle>
            <a:lvl1pPr>
              <a:defRPr sz="2100">
                <a:solidFill>
                  <a:srgbClr val="424242"/>
                </a:solidFill>
                <a:latin typeface="Alimama ShuHeiTi Bold"/>
                <a:ea typeface="Alimama ShuHeiTi Bold"/>
                <a:cs typeface="Alimama ShuHeiTi Bold"/>
                <a:sym typeface="Alimama ShuHeiTi Bold"/>
              </a:defRPr>
            </a:lvl1pPr>
          </a:lstStyle>
          <a:p>
            <a:r>
              <a:rPr sz="14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资产/项目</a:t>
            </a:r>
            <a:endParaRPr sz="14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57" name="供应链" descr="e7d195523061f1c095cec9a2ce4aaba5ae6dbab02ffed52dD56A2562765E9123B0E230B2A550F729BA37EAA647666F3E180B0741AFED0988FDE5D2D695A9D370D9F0B555F564B53FA22D9A65ED86F38999DD4860987E56A3C9CA447454F7ED9A97188E372AC38DE1820C9CBFE822C42E86D671751EDAE1101A567FBD84A77E35C1C24ADB3A1F17C8EB0F14635EB835BA"/>
          <p:cNvSpPr txBox="1"/>
          <p:nvPr/>
        </p:nvSpPr>
        <p:spPr>
          <a:xfrm>
            <a:off x="7830820" y="1516698"/>
            <a:ext cx="586105" cy="266065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ctr">
            <a:spAutoFit/>
          </a:bodyPr>
          <a:lstStyle>
            <a:lvl1pPr>
              <a:defRPr sz="2100">
                <a:solidFill>
                  <a:srgbClr val="424242"/>
                </a:solidFill>
                <a:latin typeface="Alimama ShuHeiTi Bold"/>
                <a:ea typeface="Alimama ShuHeiTi Bold"/>
                <a:cs typeface="Alimama ShuHeiTi Bold"/>
                <a:sym typeface="Alimama ShuHeiTi Bold"/>
              </a:defRPr>
            </a:lvl1pPr>
          </a:lstStyle>
          <a:p>
            <a:r>
              <a:rPr sz="14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供应链</a:t>
            </a:r>
            <a:endParaRPr sz="14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58" name="营销/采购" descr="e7d195523061f1c095cec9a2ce4aaba5ae6dbab02ffed52dD56A2562765E9123B0E230B2A550F729BA37EAA647666F3E180B0741AFED0988FDE5D2D695A9D370D9F0B555F564B53FA22D9A65ED86F38999DD4860987E56A3C9CA447454F7ED9A97188E372AC38DE1820C9CBFE822C42E86D671751EDAE1101A567FBD84A77E35C1C24ADB3A1F17C8EB0F14635EB835BA"/>
          <p:cNvSpPr txBox="1"/>
          <p:nvPr/>
        </p:nvSpPr>
        <p:spPr>
          <a:xfrm>
            <a:off x="5583555" y="1048703"/>
            <a:ext cx="836295" cy="266065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ctr">
            <a:spAutoFit/>
          </a:bodyPr>
          <a:lstStyle>
            <a:lvl1pPr>
              <a:defRPr sz="2100">
                <a:solidFill>
                  <a:srgbClr val="424242"/>
                </a:solidFill>
                <a:latin typeface="Alimama ShuHeiTi Bold"/>
                <a:ea typeface="Alimama ShuHeiTi Bold"/>
                <a:cs typeface="Alimama ShuHeiTi Bold"/>
                <a:sym typeface="Alimama ShuHeiTi Bold"/>
              </a:defRPr>
            </a:lvl1pPr>
          </a:lstStyle>
          <a:p>
            <a:r>
              <a:rPr sz="14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营销/采购</a:t>
            </a:r>
            <a:endParaRPr sz="14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59" name="电商" descr="e7d195523061f1c095cec9a2ce4aaba5ae6dbab02ffed52dD56A2562765E9123B0E230B2A550F729BA37EAA647666F3E180B0741AFED0988FDE5D2D695A9D370D9F0B555F564B53FA22D9A65ED86F38999DD4860987E56A3C9CA447454F7ED9A97188E372AC38DE1820C9CBFE822C42E86D671751EDAE1101A567FBD84A77E35C1C24ADB3A1F17C8EB0F14635EB835BA"/>
          <p:cNvSpPr txBox="1"/>
          <p:nvPr/>
        </p:nvSpPr>
        <p:spPr>
          <a:xfrm>
            <a:off x="3832860" y="1399858"/>
            <a:ext cx="407670" cy="266065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ctr">
            <a:spAutoFit/>
          </a:bodyPr>
          <a:lstStyle>
            <a:lvl1pPr>
              <a:defRPr sz="2100">
                <a:solidFill>
                  <a:srgbClr val="424242"/>
                </a:solidFill>
                <a:latin typeface="Alimama ShuHeiTi Bold"/>
                <a:ea typeface="Alimama ShuHeiTi Bold"/>
                <a:cs typeface="Alimama ShuHeiTi Bold"/>
                <a:sym typeface="Alimama ShuHeiTi Bold"/>
              </a:defRPr>
            </a:lvl1pPr>
          </a:lstStyle>
          <a:p>
            <a:r>
              <a:rPr sz="14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电商</a:t>
            </a:r>
            <a:endParaRPr sz="14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60" name="商旅" descr="e7d195523061f1c095cec9a2ce4aaba5ae6dbab02ffed52dD56A2562765E9123B0E230B2A550F729BA37EAA647666F3E180B0741AFED0988FDE5D2D695A9D370D9F0B555F564B53FA22D9A65ED86F38999DD4860987E56A3C9CA447454F7ED9A97188E372AC38DE1820C9CBFE822C42E86D671751EDAE1101A567FBD84A77E35C1C24ADB3A1F17C8EB0F14635EB835BA"/>
          <p:cNvSpPr txBox="1"/>
          <p:nvPr/>
        </p:nvSpPr>
        <p:spPr>
          <a:xfrm>
            <a:off x="2367915" y="2248853"/>
            <a:ext cx="407670" cy="266065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ctr">
            <a:spAutoFit/>
          </a:bodyPr>
          <a:lstStyle>
            <a:lvl1pPr>
              <a:defRPr sz="2100">
                <a:solidFill>
                  <a:srgbClr val="424242"/>
                </a:solidFill>
                <a:latin typeface="Alimama ShuHeiTi Bold"/>
                <a:ea typeface="Alimama ShuHeiTi Bold"/>
                <a:cs typeface="Alimama ShuHeiTi Bold"/>
                <a:sym typeface="Alimama ShuHeiTi Bold"/>
              </a:defRPr>
            </a:lvl1pPr>
          </a:lstStyle>
          <a:p>
            <a:r>
              <a:rPr sz="14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商旅</a:t>
            </a:r>
            <a:endParaRPr sz="14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61" name="银行/金融" descr="e7d195523061f1c095cec9a2ce4aaba5ae6dbab02ffed52dD56A2562765E9123B0E230B2A550F729BA37EAA647666F3E180B0741AFED0988FDE5D2D695A9D370D9F0B555F564B53FA22D9A65ED86F38999DD4860987E56A3C9CA447454F7ED9A97188E372AC38DE1820C9CBFE822C42E86D671751EDAE1101A567FBD84A77E35C1C24ADB3A1F17C8EB0F14635EB835BA"/>
          <p:cNvSpPr txBox="1"/>
          <p:nvPr/>
        </p:nvSpPr>
        <p:spPr>
          <a:xfrm>
            <a:off x="1056640" y="3279458"/>
            <a:ext cx="836295" cy="266065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ctr">
            <a:spAutoFit/>
          </a:bodyPr>
          <a:lstStyle>
            <a:lvl1pPr>
              <a:defRPr sz="2100">
                <a:solidFill>
                  <a:srgbClr val="424242"/>
                </a:solidFill>
                <a:latin typeface="Alimama ShuHeiTi Bold"/>
                <a:ea typeface="Alimama ShuHeiTi Bold"/>
                <a:cs typeface="Alimama ShuHeiTi Bold"/>
                <a:sym typeface="Alimama ShuHeiTi Bold"/>
              </a:defRPr>
            </a:lvl1pPr>
          </a:lstStyle>
          <a:p>
            <a:r>
              <a:rPr sz="14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银行/金融</a:t>
            </a:r>
            <a:endParaRPr sz="14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62" name="税务" descr="e7d195523061f1c095cec9a2ce4aaba5ae6dbab02ffed52dD56A2562765E9123B0E230B2A550F729BA37EAA647666F3E180B0741AFED0988FDE5D2D695A9D370D9F0B555F564B53FA22D9A65ED86F38999DD4860987E56A3C9CA447454F7ED9A97188E372AC38DE1820C9CBFE822C42E86D671751EDAE1101A567FBD84A77E35C1C24ADB3A1F17C8EB0F14635EB835BA"/>
          <p:cNvSpPr txBox="1"/>
          <p:nvPr/>
        </p:nvSpPr>
        <p:spPr>
          <a:xfrm>
            <a:off x="761365" y="4306253"/>
            <a:ext cx="407670" cy="266065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ctr">
            <a:spAutoFit/>
          </a:bodyPr>
          <a:lstStyle>
            <a:lvl1pPr>
              <a:defRPr sz="2100">
                <a:solidFill>
                  <a:srgbClr val="424242"/>
                </a:solidFill>
                <a:latin typeface="Alimama ShuHeiTi Bold"/>
                <a:ea typeface="Alimama ShuHeiTi Bold"/>
                <a:cs typeface="Alimama ShuHeiTi Bold"/>
                <a:sym typeface="Alimama ShuHeiTi Bold"/>
              </a:defRPr>
            </a:lvl1pPr>
          </a:lstStyle>
          <a:p>
            <a:r>
              <a:rPr sz="14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税务</a:t>
            </a:r>
            <a:endParaRPr sz="14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538" name="组合 537"/>
          <p:cNvGrpSpPr/>
          <p:nvPr/>
        </p:nvGrpSpPr>
        <p:grpSpPr>
          <a:xfrm>
            <a:off x="963930" y="5339715"/>
            <a:ext cx="411480" cy="411480"/>
            <a:chOff x="2168" y="11353"/>
            <a:chExt cx="648" cy="648"/>
          </a:xfrm>
        </p:grpSpPr>
        <p:sp>
          <p:nvSpPr>
            <p:cNvPr id="539" name="椭圆 538"/>
            <p:cNvSpPr/>
            <p:nvPr/>
          </p:nvSpPr>
          <p:spPr>
            <a:xfrm>
              <a:off x="2168" y="11353"/>
              <a:ext cx="648" cy="64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rgbClr val="3045A6">
                <a:shade val="15000"/>
              </a:srgbClr>
            </a:lnRef>
            <a:fillRef idx="1">
              <a:srgbClr val="3045A6"/>
            </a:fillRef>
            <a:effectRef idx="0">
              <a:srgbClr val="3045A6"/>
            </a:effectRef>
            <a:fontRef idx="minor">
              <a:srgbClr val="FFFFFF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11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540" name="圆形" descr="e7d195523061f1c095cec9a2ce4aaba5ae6dbab02ffed52dD56A2562765E9123B0E230B2A550F729BA37EAA647666F3E180B0741AFED0988FDE5D2D695A9D370D9F0B555F564B53FA22D9A65ED86F38999DD4860987E56A3C9CA447454F7ED9A97188E372AC38DE1820C9CBFE822C42E86D671751EDAE1101A567FBD84A77E35C1C24ADB3A1F17C8EB0F14635EB835BA"/>
            <p:cNvSpPr/>
            <p:nvPr/>
          </p:nvSpPr>
          <p:spPr>
            <a:xfrm>
              <a:off x="2173" y="11358"/>
              <a:ext cx="637" cy="637"/>
            </a:xfrm>
            <a:prstGeom prst="ellipse">
              <a:avLst/>
            </a:prstGeom>
            <a:gradFill>
              <a:gsLst>
                <a:gs pos="13000">
                  <a:schemeClr val="accent1">
                    <a:lumMod val="60000"/>
                    <a:lumOff val="40000"/>
                    <a:alpha val="50000"/>
                  </a:schemeClr>
                </a:gs>
                <a:gs pos="86000">
                  <a:schemeClr val="accent1">
                    <a:lumMod val="60000"/>
                    <a:lumOff val="40000"/>
                  </a:schemeClr>
                </a:gs>
              </a:gsLst>
              <a:path path="circle">
                <a:fillToRect r="100000" b="100000"/>
              </a:path>
            </a:gradFill>
            <a:ln>
              <a:noFill/>
            </a:ln>
          </p:spPr>
          <p:style>
            <a:lnRef idx="2">
              <a:srgbClr val="3045A6">
                <a:shade val="15000"/>
              </a:srgbClr>
            </a:lnRef>
            <a:fillRef idx="1">
              <a:srgbClr val="3045A6"/>
            </a:fillRef>
            <a:effectRef idx="0">
              <a:srgbClr val="3045A6"/>
            </a:effectRef>
            <a:fontRef idx="minor">
              <a:srgbClr val="FFFFFF"/>
            </a:fontRef>
          </p:style>
          <p:txBody>
            <a:bodyPr vertOverflow="overflow" horzOverflow="overflow" vert="horz" wrap="square" lIns="0" tIns="0" rIns="0" bIns="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1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542" name="组合 541"/>
          <p:cNvGrpSpPr/>
          <p:nvPr/>
        </p:nvGrpSpPr>
        <p:grpSpPr>
          <a:xfrm>
            <a:off x="1283970" y="4251325"/>
            <a:ext cx="411480" cy="411480"/>
            <a:chOff x="2168" y="11353"/>
            <a:chExt cx="648" cy="648"/>
          </a:xfrm>
        </p:grpSpPr>
        <p:sp>
          <p:nvSpPr>
            <p:cNvPr id="543" name="椭圆 542"/>
            <p:cNvSpPr/>
            <p:nvPr/>
          </p:nvSpPr>
          <p:spPr>
            <a:xfrm>
              <a:off x="2168" y="11353"/>
              <a:ext cx="648" cy="64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rgbClr val="3045A6">
                <a:shade val="15000"/>
              </a:srgbClr>
            </a:lnRef>
            <a:fillRef idx="1">
              <a:srgbClr val="3045A6"/>
            </a:fillRef>
            <a:effectRef idx="0">
              <a:srgbClr val="3045A6"/>
            </a:effectRef>
            <a:fontRef idx="minor">
              <a:srgbClr val="FFFFFF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11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544" name="圆形" descr="e7d195523061f1c095cec9a2ce4aaba5ae6dbab02ffed52dD56A2562765E9123B0E230B2A550F729BA37EAA647666F3E180B0741AFED0988FDE5D2D695A9D370D9F0B555F564B53FA22D9A65ED86F38999DD4860987E56A3C9CA447454F7ED9A97188E372AC38DE1820C9CBFE822C42E86D671751EDAE1101A567FBD84A77E35C1C24ADB3A1F17C8EB0F14635EB835BA"/>
            <p:cNvSpPr/>
            <p:nvPr/>
          </p:nvSpPr>
          <p:spPr>
            <a:xfrm>
              <a:off x="2173" y="11358"/>
              <a:ext cx="637" cy="637"/>
            </a:xfrm>
            <a:prstGeom prst="ellipse">
              <a:avLst/>
            </a:prstGeom>
            <a:gradFill>
              <a:gsLst>
                <a:gs pos="13000">
                  <a:schemeClr val="accent1">
                    <a:lumMod val="60000"/>
                    <a:lumOff val="40000"/>
                    <a:alpha val="50000"/>
                  </a:schemeClr>
                </a:gs>
                <a:gs pos="86000">
                  <a:schemeClr val="accent1">
                    <a:lumMod val="60000"/>
                    <a:lumOff val="40000"/>
                  </a:schemeClr>
                </a:gs>
              </a:gsLst>
              <a:path path="circle">
                <a:fillToRect r="100000" b="100000"/>
              </a:path>
            </a:gradFill>
            <a:ln>
              <a:noFill/>
            </a:ln>
          </p:spPr>
          <p:style>
            <a:lnRef idx="2">
              <a:srgbClr val="3045A6">
                <a:shade val="15000"/>
              </a:srgbClr>
            </a:lnRef>
            <a:fillRef idx="1">
              <a:srgbClr val="3045A6"/>
            </a:fillRef>
            <a:effectRef idx="0">
              <a:srgbClr val="3045A6"/>
            </a:effectRef>
            <a:fontRef idx="minor">
              <a:srgbClr val="FFFFFF"/>
            </a:fontRef>
          </p:style>
          <p:txBody>
            <a:bodyPr vertOverflow="overflow" horzOverflow="overflow" vert="horz" wrap="square" lIns="0" tIns="0" rIns="0" bIns="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1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545" name="组合 544"/>
          <p:cNvGrpSpPr/>
          <p:nvPr/>
        </p:nvGrpSpPr>
        <p:grpSpPr>
          <a:xfrm>
            <a:off x="1905000" y="3215005"/>
            <a:ext cx="411480" cy="411480"/>
            <a:chOff x="2168" y="11353"/>
            <a:chExt cx="648" cy="648"/>
          </a:xfrm>
        </p:grpSpPr>
        <p:sp>
          <p:nvSpPr>
            <p:cNvPr id="546" name="椭圆 545"/>
            <p:cNvSpPr/>
            <p:nvPr/>
          </p:nvSpPr>
          <p:spPr>
            <a:xfrm>
              <a:off x="2168" y="11353"/>
              <a:ext cx="648" cy="64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rgbClr val="3045A6">
                <a:shade val="15000"/>
              </a:srgbClr>
            </a:lnRef>
            <a:fillRef idx="1">
              <a:srgbClr val="3045A6"/>
            </a:fillRef>
            <a:effectRef idx="0">
              <a:srgbClr val="3045A6"/>
            </a:effectRef>
            <a:fontRef idx="minor">
              <a:srgbClr val="FFFFFF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11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547" name="圆形" descr="e7d195523061f1c095cec9a2ce4aaba5ae6dbab02ffed52dD56A2562765E9123B0E230B2A550F729BA37EAA647666F3E180B0741AFED0988FDE5D2D695A9D370D9F0B555F564B53FA22D9A65ED86F38999DD4860987E56A3C9CA447454F7ED9A97188E372AC38DE1820C9CBFE822C42E86D671751EDAE1101A567FBD84A77E35C1C24ADB3A1F17C8EB0F14635EB835BA"/>
            <p:cNvSpPr/>
            <p:nvPr/>
          </p:nvSpPr>
          <p:spPr>
            <a:xfrm>
              <a:off x="2173" y="11358"/>
              <a:ext cx="637" cy="637"/>
            </a:xfrm>
            <a:prstGeom prst="ellipse">
              <a:avLst/>
            </a:prstGeom>
            <a:gradFill>
              <a:gsLst>
                <a:gs pos="13000">
                  <a:schemeClr val="accent1">
                    <a:lumMod val="60000"/>
                    <a:lumOff val="40000"/>
                    <a:alpha val="50000"/>
                  </a:schemeClr>
                </a:gs>
                <a:gs pos="86000">
                  <a:schemeClr val="accent1">
                    <a:lumMod val="60000"/>
                    <a:lumOff val="40000"/>
                  </a:schemeClr>
                </a:gs>
              </a:gsLst>
              <a:path path="circle">
                <a:fillToRect r="100000" b="100000"/>
              </a:path>
            </a:gradFill>
            <a:ln>
              <a:noFill/>
            </a:ln>
          </p:spPr>
          <p:style>
            <a:lnRef idx="2">
              <a:srgbClr val="3045A6">
                <a:shade val="15000"/>
              </a:srgbClr>
            </a:lnRef>
            <a:fillRef idx="1">
              <a:srgbClr val="3045A6"/>
            </a:fillRef>
            <a:effectRef idx="0">
              <a:srgbClr val="3045A6"/>
            </a:effectRef>
            <a:fontRef idx="minor">
              <a:srgbClr val="FFFFFF"/>
            </a:fontRef>
          </p:style>
          <p:txBody>
            <a:bodyPr vertOverflow="overflow" horzOverflow="overflow" vert="horz" wrap="square" lIns="0" tIns="0" rIns="0" bIns="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1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548" name="组合 547"/>
          <p:cNvGrpSpPr/>
          <p:nvPr/>
        </p:nvGrpSpPr>
        <p:grpSpPr>
          <a:xfrm>
            <a:off x="2905125" y="2243455"/>
            <a:ext cx="411480" cy="411480"/>
            <a:chOff x="2168" y="11353"/>
            <a:chExt cx="648" cy="648"/>
          </a:xfrm>
        </p:grpSpPr>
        <p:sp>
          <p:nvSpPr>
            <p:cNvPr id="549" name="椭圆 548"/>
            <p:cNvSpPr/>
            <p:nvPr/>
          </p:nvSpPr>
          <p:spPr>
            <a:xfrm>
              <a:off x="2168" y="11353"/>
              <a:ext cx="648" cy="64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rgbClr val="3045A6">
                <a:shade val="15000"/>
              </a:srgbClr>
            </a:lnRef>
            <a:fillRef idx="1">
              <a:srgbClr val="3045A6"/>
            </a:fillRef>
            <a:effectRef idx="0">
              <a:srgbClr val="3045A6"/>
            </a:effectRef>
            <a:fontRef idx="minor">
              <a:srgbClr val="FFFFFF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11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550" name="圆形" descr="e7d195523061f1c095cec9a2ce4aaba5ae6dbab02ffed52dD56A2562765E9123B0E230B2A550F729BA37EAA647666F3E180B0741AFED0988FDE5D2D695A9D370D9F0B555F564B53FA22D9A65ED86F38999DD4860987E56A3C9CA447454F7ED9A97188E372AC38DE1820C9CBFE822C42E86D671751EDAE1101A567FBD84A77E35C1C24ADB3A1F17C8EB0F14635EB835BA"/>
            <p:cNvSpPr/>
            <p:nvPr/>
          </p:nvSpPr>
          <p:spPr>
            <a:xfrm>
              <a:off x="2173" y="11358"/>
              <a:ext cx="637" cy="637"/>
            </a:xfrm>
            <a:prstGeom prst="ellipse">
              <a:avLst/>
            </a:prstGeom>
            <a:gradFill>
              <a:gsLst>
                <a:gs pos="13000">
                  <a:schemeClr val="accent1">
                    <a:lumMod val="60000"/>
                    <a:lumOff val="40000"/>
                    <a:alpha val="50000"/>
                  </a:schemeClr>
                </a:gs>
                <a:gs pos="86000">
                  <a:schemeClr val="accent1">
                    <a:lumMod val="60000"/>
                    <a:lumOff val="40000"/>
                  </a:schemeClr>
                </a:gs>
              </a:gsLst>
              <a:path path="circle">
                <a:fillToRect r="100000" b="100000"/>
              </a:path>
            </a:gradFill>
            <a:ln>
              <a:noFill/>
            </a:ln>
          </p:spPr>
          <p:style>
            <a:lnRef idx="2">
              <a:srgbClr val="3045A6">
                <a:shade val="15000"/>
              </a:srgbClr>
            </a:lnRef>
            <a:fillRef idx="1">
              <a:srgbClr val="3045A6"/>
            </a:fillRef>
            <a:effectRef idx="0">
              <a:srgbClr val="3045A6"/>
            </a:effectRef>
            <a:fontRef idx="minor">
              <a:srgbClr val="FFFFFF"/>
            </a:fontRef>
          </p:style>
          <p:txBody>
            <a:bodyPr vertOverflow="overflow" horzOverflow="overflow" vert="horz" wrap="square" lIns="0" tIns="0" rIns="0" bIns="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1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551" name="组合 550"/>
          <p:cNvGrpSpPr/>
          <p:nvPr/>
        </p:nvGrpSpPr>
        <p:grpSpPr>
          <a:xfrm>
            <a:off x="4180840" y="1588135"/>
            <a:ext cx="411480" cy="411480"/>
            <a:chOff x="2168" y="11353"/>
            <a:chExt cx="648" cy="648"/>
          </a:xfrm>
        </p:grpSpPr>
        <p:sp>
          <p:nvSpPr>
            <p:cNvPr id="552" name="椭圆 551"/>
            <p:cNvSpPr/>
            <p:nvPr/>
          </p:nvSpPr>
          <p:spPr>
            <a:xfrm>
              <a:off x="2168" y="11353"/>
              <a:ext cx="648" cy="64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rgbClr val="3045A6">
                <a:shade val="15000"/>
              </a:srgbClr>
            </a:lnRef>
            <a:fillRef idx="1">
              <a:srgbClr val="3045A6"/>
            </a:fillRef>
            <a:effectRef idx="0">
              <a:srgbClr val="3045A6"/>
            </a:effectRef>
            <a:fontRef idx="minor">
              <a:srgbClr val="FFFFFF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11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553" name="圆形" descr="e7d195523061f1c095cec9a2ce4aaba5ae6dbab02ffed52dD56A2562765E9123B0E230B2A550F729BA37EAA647666F3E180B0741AFED0988FDE5D2D695A9D370D9F0B555F564B53FA22D9A65ED86F38999DD4860987E56A3C9CA447454F7ED9A97188E372AC38DE1820C9CBFE822C42E86D671751EDAE1101A567FBD84A77E35C1C24ADB3A1F17C8EB0F14635EB835BA"/>
            <p:cNvSpPr/>
            <p:nvPr/>
          </p:nvSpPr>
          <p:spPr>
            <a:xfrm>
              <a:off x="2173" y="11358"/>
              <a:ext cx="637" cy="637"/>
            </a:xfrm>
            <a:prstGeom prst="ellipse">
              <a:avLst/>
            </a:prstGeom>
            <a:gradFill>
              <a:gsLst>
                <a:gs pos="13000">
                  <a:schemeClr val="accent1">
                    <a:lumMod val="60000"/>
                    <a:lumOff val="40000"/>
                    <a:alpha val="50000"/>
                  </a:schemeClr>
                </a:gs>
                <a:gs pos="86000">
                  <a:schemeClr val="accent1">
                    <a:lumMod val="60000"/>
                    <a:lumOff val="40000"/>
                  </a:schemeClr>
                </a:gs>
              </a:gsLst>
              <a:path path="circle">
                <a:fillToRect r="100000" b="100000"/>
              </a:path>
            </a:gradFill>
            <a:ln>
              <a:noFill/>
            </a:ln>
          </p:spPr>
          <p:style>
            <a:lnRef idx="2">
              <a:srgbClr val="3045A6">
                <a:shade val="15000"/>
              </a:srgbClr>
            </a:lnRef>
            <a:fillRef idx="1">
              <a:srgbClr val="3045A6"/>
            </a:fillRef>
            <a:effectRef idx="0">
              <a:srgbClr val="3045A6"/>
            </a:effectRef>
            <a:fontRef idx="minor">
              <a:srgbClr val="FFFFFF"/>
            </a:fontRef>
          </p:style>
          <p:txBody>
            <a:bodyPr vertOverflow="overflow" horzOverflow="overflow" vert="horz" wrap="square" lIns="0" tIns="0" rIns="0" bIns="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1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554" name="组合 553"/>
          <p:cNvGrpSpPr/>
          <p:nvPr/>
        </p:nvGrpSpPr>
        <p:grpSpPr>
          <a:xfrm>
            <a:off x="5772785" y="1318895"/>
            <a:ext cx="411480" cy="411480"/>
            <a:chOff x="2168" y="11353"/>
            <a:chExt cx="648" cy="648"/>
          </a:xfrm>
        </p:grpSpPr>
        <p:sp>
          <p:nvSpPr>
            <p:cNvPr id="555" name="椭圆 554"/>
            <p:cNvSpPr/>
            <p:nvPr/>
          </p:nvSpPr>
          <p:spPr>
            <a:xfrm>
              <a:off x="2168" y="11353"/>
              <a:ext cx="648" cy="64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rgbClr val="3045A6">
                <a:shade val="15000"/>
              </a:srgbClr>
            </a:lnRef>
            <a:fillRef idx="1">
              <a:srgbClr val="3045A6"/>
            </a:fillRef>
            <a:effectRef idx="0">
              <a:srgbClr val="3045A6"/>
            </a:effectRef>
            <a:fontRef idx="minor">
              <a:srgbClr val="FFFFFF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11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556" name="圆形" descr="e7d195523061f1c095cec9a2ce4aaba5ae6dbab02ffed52dD56A2562765E9123B0E230B2A550F729BA37EAA647666F3E180B0741AFED0988FDE5D2D695A9D370D9F0B555F564B53FA22D9A65ED86F38999DD4860987E56A3C9CA447454F7ED9A97188E372AC38DE1820C9CBFE822C42E86D671751EDAE1101A567FBD84A77E35C1C24ADB3A1F17C8EB0F14635EB835BA"/>
            <p:cNvSpPr/>
            <p:nvPr/>
          </p:nvSpPr>
          <p:spPr>
            <a:xfrm>
              <a:off x="2173" y="11358"/>
              <a:ext cx="637" cy="637"/>
            </a:xfrm>
            <a:prstGeom prst="ellipse">
              <a:avLst/>
            </a:prstGeom>
            <a:gradFill>
              <a:gsLst>
                <a:gs pos="13000">
                  <a:schemeClr val="accent1">
                    <a:lumMod val="60000"/>
                    <a:lumOff val="40000"/>
                    <a:alpha val="50000"/>
                  </a:schemeClr>
                </a:gs>
                <a:gs pos="86000">
                  <a:schemeClr val="accent1">
                    <a:lumMod val="60000"/>
                    <a:lumOff val="40000"/>
                  </a:schemeClr>
                </a:gs>
              </a:gsLst>
              <a:path path="circle">
                <a:fillToRect r="100000" b="100000"/>
              </a:path>
            </a:gradFill>
            <a:ln>
              <a:noFill/>
            </a:ln>
          </p:spPr>
          <p:style>
            <a:lnRef idx="2">
              <a:srgbClr val="3045A6">
                <a:shade val="15000"/>
              </a:srgbClr>
            </a:lnRef>
            <a:fillRef idx="1">
              <a:srgbClr val="3045A6"/>
            </a:fillRef>
            <a:effectRef idx="0">
              <a:srgbClr val="3045A6"/>
            </a:effectRef>
            <a:fontRef idx="minor">
              <a:srgbClr val="FFFFFF"/>
            </a:fontRef>
          </p:style>
          <p:txBody>
            <a:bodyPr vertOverflow="overflow" horzOverflow="overflow" vert="horz" wrap="square" lIns="0" tIns="0" rIns="0" bIns="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1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557" name="组合 556"/>
          <p:cNvGrpSpPr/>
          <p:nvPr/>
        </p:nvGrpSpPr>
        <p:grpSpPr>
          <a:xfrm>
            <a:off x="7398385" y="1591945"/>
            <a:ext cx="411480" cy="411480"/>
            <a:chOff x="2168" y="11353"/>
            <a:chExt cx="648" cy="648"/>
          </a:xfrm>
        </p:grpSpPr>
        <p:sp>
          <p:nvSpPr>
            <p:cNvPr id="558" name="椭圆 557"/>
            <p:cNvSpPr/>
            <p:nvPr/>
          </p:nvSpPr>
          <p:spPr>
            <a:xfrm>
              <a:off x="2168" y="11353"/>
              <a:ext cx="648" cy="64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rgbClr val="3045A6">
                <a:shade val="15000"/>
              </a:srgbClr>
            </a:lnRef>
            <a:fillRef idx="1">
              <a:srgbClr val="3045A6"/>
            </a:fillRef>
            <a:effectRef idx="0">
              <a:srgbClr val="3045A6"/>
            </a:effectRef>
            <a:fontRef idx="minor">
              <a:srgbClr val="FFFFFF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11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559" name="圆形" descr="e7d195523061f1c095cec9a2ce4aaba5ae6dbab02ffed52dD56A2562765E9123B0E230B2A550F729BA37EAA647666F3E180B0741AFED0988FDE5D2D695A9D370D9F0B555F564B53FA22D9A65ED86F38999DD4860987E56A3C9CA447454F7ED9A97188E372AC38DE1820C9CBFE822C42E86D671751EDAE1101A567FBD84A77E35C1C24ADB3A1F17C8EB0F14635EB835BA"/>
            <p:cNvSpPr/>
            <p:nvPr/>
          </p:nvSpPr>
          <p:spPr>
            <a:xfrm>
              <a:off x="2173" y="11358"/>
              <a:ext cx="637" cy="637"/>
            </a:xfrm>
            <a:prstGeom prst="ellipse">
              <a:avLst/>
            </a:prstGeom>
            <a:gradFill>
              <a:gsLst>
                <a:gs pos="13000">
                  <a:schemeClr val="accent1">
                    <a:lumMod val="60000"/>
                    <a:lumOff val="40000"/>
                    <a:alpha val="50000"/>
                  </a:schemeClr>
                </a:gs>
                <a:gs pos="86000">
                  <a:schemeClr val="accent1">
                    <a:lumMod val="60000"/>
                    <a:lumOff val="40000"/>
                  </a:schemeClr>
                </a:gs>
              </a:gsLst>
              <a:path path="circle">
                <a:fillToRect r="100000" b="100000"/>
              </a:path>
            </a:gradFill>
            <a:ln>
              <a:noFill/>
            </a:ln>
          </p:spPr>
          <p:style>
            <a:lnRef idx="2">
              <a:srgbClr val="3045A6">
                <a:shade val="15000"/>
              </a:srgbClr>
            </a:lnRef>
            <a:fillRef idx="1">
              <a:srgbClr val="3045A6"/>
            </a:fillRef>
            <a:effectRef idx="0">
              <a:srgbClr val="3045A6"/>
            </a:effectRef>
            <a:fontRef idx="minor">
              <a:srgbClr val="FFFFFF"/>
            </a:fontRef>
          </p:style>
          <p:txBody>
            <a:bodyPr vertOverflow="overflow" horzOverflow="overflow" vert="horz" wrap="square" lIns="0" tIns="0" rIns="0" bIns="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1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560" name="组合 559"/>
          <p:cNvGrpSpPr/>
          <p:nvPr/>
        </p:nvGrpSpPr>
        <p:grpSpPr>
          <a:xfrm>
            <a:off x="8621395" y="2240280"/>
            <a:ext cx="411480" cy="411480"/>
            <a:chOff x="2168" y="11353"/>
            <a:chExt cx="648" cy="648"/>
          </a:xfrm>
        </p:grpSpPr>
        <p:sp>
          <p:nvSpPr>
            <p:cNvPr id="561" name="椭圆 560"/>
            <p:cNvSpPr/>
            <p:nvPr/>
          </p:nvSpPr>
          <p:spPr>
            <a:xfrm>
              <a:off x="2168" y="11353"/>
              <a:ext cx="648" cy="64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rgbClr val="3045A6">
                <a:shade val="15000"/>
              </a:srgbClr>
            </a:lnRef>
            <a:fillRef idx="1">
              <a:srgbClr val="3045A6"/>
            </a:fillRef>
            <a:effectRef idx="0">
              <a:srgbClr val="3045A6"/>
            </a:effectRef>
            <a:fontRef idx="minor">
              <a:srgbClr val="FFFFFF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11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562" name="圆形" descr="e7d195523061f1c095cec9a2ce4aaba5ae6dbab02ffed52dD56A2562765E9123B0E230B2A550F729BA37EAA647666F3E180B0741AFED0988FDE5D2D695A9D370D9F0B555F564B53FA22D9A65ED86F38999DD4860987E56A3C9CA447454F7ED9A97188E372AC38DE1820C9CBFE822C42E86D671751EDAE1101A567FBD84A77E35C1C24ADB3A1F17C8EB0F14635EB835BA"/>
            <p:cNvSpPr/>
            <p:nvPr/>
          </p:nvSpPr>
          <p:spPr>
            <a:xfrm>
              <a:off x="2173" y="11358"/>
              <a:ext cx="637" cy="637"/>
            </a:xfrm>
            <a:prstGeom prst="ellipse">
              <a:avLst/>
            </a:prstGeom>
            <a:gradFill>
              <a:gsLst>
                <a:gs pos="13000">
                  <a:schemeClr val="accent1">
                    <a:lumMod val="60000"/>
                    <a:lumOff val="40000"/>
                    <a:alpha val="50000"/>
                  </a:schemeClr>
                </a:gs>
                <a:gs pos="86000">
                  <a:schemeClr val="accent1">
                    <a:lumMod val="60000"/>
                    <a:lumOff val="40000"/>
                  </a:schemeClr>
                </a:gs>
              </a:gsLst>
              <a:path path="circle">
                <a:fillToRect r="100000" b="100000"/>
              </a:path>
            </a:gradFill>
            <a:ln>
              <a:noFill/>
            </a:ln>
          </p:spPr>
          <p:style>
            <a:lnRef idx="2">
              <a:srgbClr val="3045A6">
                <a:shade val="15000"/>
              </a:srgbClr>
            </a:lnRef>
            <a:fillRef idx="1">
              <a:srgbClr val="3045A6"/>
            </a:fillRef>
            <a:effectRef idx="0">
              <a:srgbClr val="3045A6"/>
            </a:effectRef>
            <a:fontRef idx="minor">
              <a:srgbClr val="FFFFFF"/>
            </a:fontRef>
          </p:style>
          <p:txBody>
            <a:bodyPr vertOverflow="overflow" horzOverflow="overflow" vert="horz" wrap="square" lIns="0" tIns="0" rIns="0" bIns="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1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563" name="组合 562"/>
          <p:cNvGrpSpPr/>
          <p:nvPr/>
        </p:nvGrpSpPr>
        <p:grpSpPr>
          <a:xfrm>
            <a:off x="9636125" y="3211830"/>
            <a:ext cx="411480" cy="411480"/>
            <a:chOff x="2168" y="11353"/>
            <a:chExt cx="648" cy="648"/>
          </a:xfrm>
        </p:grpSpPr>
        <p:sp>
          <p:nvSpPr>
            <p:cNvPr id="564" name="椭圆 563"/>
            <p:cNvSpPr/>
            <p:nvPr/>
          </p:nvSpPr>
          <p:spPr>
            <a:xfrm>
              <a:off x="2168" y="11353"/>
              <a:ext cx="648" cy="64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rgbClr val="3045A6">
                <a:shade val="15000"/>
              </a:srgbClr>
            </a:lnRef>
            <a:fillRef idx="1">
              <a:srgbClr val="3045A6"/>
            </a:fillRef>
            <a:effectRef idx="0">
              <a:srgbClr val="3045A6"/>
            </a:effectRef>
            <a:fontRef idx="minor">
              <a:srgbClr val="FFFFFF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11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565" name="圆形" descr="e7d195523061f1c095cec9a2ce4aaba5ae6dbab02ffed52dD56A2562765E9123B0E230B2A550F729BA37EAA647666F3E180B0741AFED0988FDE5D2D695A9D370D9F0B555F564B53FA22D9A65ED86F38999DD4860987E56A3C9CA447454F7ED9A97188E372AC38DE1820C9CBFE822C42E86D671751EDAE1101A567FBD84A77E35C1C24ADB3A1F17C8EB0F14635EB835BA"/>
            <p:cNvSpPr/>
            <p:nvPr/>
          </p:nvSpPr>
          <p:spPr>
            <a:xfrm>
              <a:off x="2173" y="11358"/>
              <a:ext cx="637" cy="637"/>
            </a:xfrm>
            <a:prstGeom prst="ellipse">
              <a:avLst/>
            </a:prstGeom>
            <a:gradFill>
              <a:gsLst>
                <a:gs pos="13000">
                  <a:schemeClr val="accent1">
                    <a:lumMod val="60000"/>
                    <a:lumOff val="40000"/>
                    <a:alpha val="50000"/>
                  </a:schemeClr>
                </a:gs>
                <a:gs pos="86000">
                  <a:schemeClr val="accent1">
                    <a:lumMod val="60000"/>
                    <a:lumOff val="40000"/>
                  </a:schemeClr>
                </a:gs>
              </a:gsLst>
              <a:path path="circle">
                <a:fillToRect r="100000" b="100000"/>
              </a:path>
            </a:gradFill>
            <a:ln>
              <a:noFill/>
            </a:ln>
          </p:spPr>
          <p:style>
            <a:lnRef idx="2">
              <a:srgbClr val="3045A6">
                <a:shade val="15000"/>
              </a:srgbClr>
            </a:lnRef>
            <a:fillRef idx="1">
              <a:srgbClr val="3045A6"/>
            </a:fillRef>
            <a:effectRef idx="0">
              <a:srgbClr val="3045A6"/>
            </a:effectRef>
            <a:fontRef idx="minor">
              <a:srgbClr val="FFFFFF"/>
            </a:fontRef>
          </p:style>
          <p:txBody>
            <a:bodyPr vertOverflow="overflow" horzOverflow="overflow" vert="horz" wrap="square" lIns="0" tIns="0" rIns="0" bIns="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1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566" name="组合 565"/>
          <p:cNvGrpSpPr/>
          <p:nvPr/>
        </p:nvGrpSpPr>
        <p:grpSpPr>
          <a:xfrm>
            <a:off x="10266680" y="4255135"/>
            <a:ext cx="411480" cy="411480"/>
            <a:chOff x="2168" y="11353"/>
            <a:chExt cx="648" cy="648"/>
          </a:xfrm>
        </p:grpSpPr>
        <p:sp>
          <p:nvSpPr>
            <p:cNvPr id="567" name="椭圆 566"/>
            <p:cNvSpPr/>
            <p:nvPr/>
          </p:nvSpPr>
          <p:spPr>
            <a:xfrm>
              <a:off x="2168" y="11353"/>
              <a:ext cx="648" cy="64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rgbClr val="3045A6">
                <a:shade val="15000"/>
              </a:srgbClr>
            </a:lnRef>
            <a:fillRef idx="1">
              <a:srgbClr val="3045A6"/>
            </a:fillRef>
            <a:effectRef idx="0">
              <a:srgbClr val="3045A6"/>
            </a:effectRef>
            <a:fontRef idx="minor">
              <a:srgbClr val="FFFFFF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11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568" name="圆形" descr="e7d195523061f1c095cec9a2ce4aaba5ae6dbab02ffed52dD56A2562765E9123B0E230B2A550F729BA37EAA647666F3E180B0741AFED0988FDE5D2D695A9D370D9F0B555F564B53FA22D9A65ED86F38999DD4860987E56A3C9CA447454F7ED9A97188E372AC38DE1820C9CBFE822C42E86D671751EDAE1101A567FBD84A77E35C1C24ADB3A1F17C8EB0F14635EB835BA"/>
            <p:cNvSpPr/>
            <p:nvPr/>
          </p:nvSpPr>
          <p:spPr>
            <a:xfrm>
              <a:off x="2173" y="11358"/>
              <a:ext cx="637" cy="637"/>
            </a:xfrm>
            <a:prstGeom prst="ellipse">
              <a:avLst/>
            </a:prstGeom>
            <a:gradFill>
              <a:gsLst>
                <a:gs pos="13000">
                  <a:schemeClr val="accent1">
                    <a:lumMod val="60000"/>
                    <a:lumOff val="40000"/>
                    <a:alpha val="50000"/>
                  </a:schemeClr>
                </a:gs>
                <a:gs pos="86000">
                  <a:schemeClr val="accent1">
                    <a:lumMod val="60000"/>
                    <a:lumOff val="40000"/>
                  </a:schemeClr>
                </a:gs>
              </a:gsLst>
              <a:path path="circle">
                <a:fillToRect r="100000" b="100000"/>
              </a:path>
            </a:gradFill>
            <a:ln>
              <a:noFill/>
            </a:ln>
          </p:spPr>
          <p:style>
            <a:lnRef idx="2">
              <a:srgbClr val="3045A6">
                <a:shade val="15000"/>
              </a:srgbClr>
            </a:lnRef>
            <a:fillRef idx="1">
              <a:srgbClr val="3045A6"/>
            </a:fillRef>
            <a:effectRef idx="0">
              <a:srgbClr val="3045A6"/>
            </a:effectRef>
            <a:fontRef idx="minor">
              <a:srgbClr val="FFFFFF"/>
            </a:fontRef>
          </p:style>
          <p:txBody>
            <a:bodyPr vertOverflow="overflow" horzOverflow="overflow" vert="horz" wrap="square" lIns="0" tIns="0" rIns="0" bIns="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1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569" name="组合 568"/>
          <p:cNvGrpSpPr/>
          <p:nvPr/>
        </p:nvGrpSpPr>
        <p:grpSpPr>
          <a:xfrm>
            <a:off x="10594340" y="5408930"/>
            <a:ext cx="411480" cy="411480"/>
            <a:chOff x="2168" y="11353"/>
            <a:chExt cx="648" cy="648"/>
          </a:xfrm>
        </p:grpSpPr>
        <p:sp>
          <p:nvSpPr>
            <p:cNvPr id="570" name="椭圆 569"/>
            <p:cNvSpPr/>
            <p:nvPr/>
          </p:nvSpPr>
          <p:spPr>
            <a:xfrm>
              <a:off x="2168" y="11353"/>
              <a:ext cx="648" cy="64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rgbClr val="3045A6">
                <a:shade val="15000"/>
              </a:srgbClr>
            </a:lnRef>
            <a:fillRef idx="1">
              <a:srgbClr val="3045A6"/>
            </a:fillRef>
            <a:effectRef idx="0">
              <a:srgbClr val="3045A6"/>
            </a:effectRef>
            <a:fontRef idx="minor">
              <a:srgbClr val="FFFFFF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11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571" name="圆形" descr="e7d195523061f1c095cec9a2ce4aaba5ae6dbab02ffed52dD56A2562765E9123B0E230B2A550F729BA37EAA647666F3E180B0741AFED0988FDE5D2D695A9D370D9F0B555F564B53FA22D9A65ED86F38999DD4860987E56A3C9CA447454F7ED9A97188E372AC38DE1820C9CBFE822C42E86D671751EDAE1101A567FBD84A77E35C1C24ADB3A1F17C8EB0F14635EB835BA"/>
            <p:cNvSpPr/>
            <p:nvPr/>
          </p:nvSpPr>
          <p:spPr>
            <a:xfrm>
              <a:off x="2173" y="11358"/>
              <a:ext cx="637" cy="637"/>
            </a:xfrm>
            <a:prstGeom prst="ellipse">
              <a:avLst/>
            </a:prstGeom>
            <a:gradFill>
              <a:gsLst>
                <a:gs pos="13000">
                  <a:schemeClr val="accent1">
                    <a:lumMod val="60000"/>
                    <a:lumOff val="40000"/>
                    <a:alpha val="50000"/>
                  </a:schemeClr>
                </a:gs>
                <a:gs pos="86000">
                  <a:schemeClr val="accent1">
                    <a:lumMod val="60000"/>
                    <a:lumOff val="40000"/>
                  </a:schemeClr>
                </a:gs>
              </a:gsLst>
              <a:path path="circle">
                <a:fillToRect r="100000" b="100000"/>
              </a:path>
            </a:gradFill>
            <a:ln>
              <a:noFill/>
            </a:ln>
          </p:spPr>
          <p:style>
            <a:lnRef idx="2">
              <a:srgbClr val="3045A6">
                <a:shade val="15000"/>
              </a:srgbClr>
            </a:lnRef>
            <a:fillRef idx="1">
              <a:srgbClr val="3045A6"/>
            </a:fillRef>
            <a:effectRef idx="0">
              <a:srgbClr val="3045A6"/>
            </a:effectRef>
            <a:fontRef idx="minor">
              <a:srgbClr val="FFFFFF"/>
            </a:fontRef>
          </p:style>
          <p:txBody>
            <a:bodyPr vertOverflow="overflow" horzOverflow="overflow" vert="horz" wrap="square" lIns="0" tIns="0" rIns="0" bIns="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1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pic>
        <p:nvPicPr>
          <p:cNvPr id="576" name="图片 575" descr="电商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75455" y="1646555"/>
            <a:ext cx="247650" cy="247650"/>
          </a:xfrm>
          <a:prstGeom prst="rect">
            <a:avLst/>
          </a:prstGeom>
        </p:spPr>
      </p:pic>
      <p:pic>
        <p:nvPicPr>
          <p:cNvPr id="578" name="图片 577" descr="营销 (1)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77560" y="1409700"/>
            <a:ext cx="196850" cy="196850"/>
          </a:xfrm>
          <a:prstGeom prst="rect">
            <a:avLst/>
          </a:prstGeom>
        </p:spPr>
      </p:pic>
      <p:pic>
        <p:nvPicPr>
          <p:cNvPr id="579" name="图片 578" descr="商旅服务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976245" y="2291080"/>
            <a:ext cx="292100" cy="292100"/>
          </a:xfrm>
          <a:prstGeom prst="rect">
            <a:avLst/>
          </a:prstGeom>
        </p:spPr>
      </p:pic>
      <p:pic>
        <p:nvPicPr>
          <p:cNvPr id="580" name="图片 579" descr="供应链服务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68870" y="1646555"/>
            <a:ext cx="271145" cy="271145"/>
          </a:xfrm>
          <a:prstGeom prst="rect">
            <a:avLst/>
          </a:prstGeom>
        </p:spPr>
      </p:pic>
      <p:pic>
        <p:nvPicPr>
          <p:cNvPr id="582" name="图片 581" descr="银行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936750" y="3218180"/>
            <a:ext cx="347980" cy="347980"/>
          </a:xfrm>
          <a:prstGeom prst="rect">
            <a:avLst/>
          </a:prstGeom>
        </p:spPr>
      </p:pic>
      <p:pic>
        <p:nvPicPr>
          <p:cNvPr id="583" name="图片 582" descr="设计生产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705850" y="2324735"/>
            <a:ext cx="241935" cy="241935"/>
          </a:xfrm>
          <a:prstGeom prst="rect">
            <a:avLst/>
          </a:prstGeom>
        </p:spPr>
      </p:pic>
      <p:pic>
        <p:nvPicPr>
          <p:cNvPr id="584" name="图片 583" descr="制造业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739630" y="3296920"/>
            <a:ext cx="221615" cy="221615"/>
          </a:xfrm>
          <a:prstGeom prst="rect">
            <a:avLst/>
          </a:prstGeom>
        </p:spPr>
      </p:pic>
      <p:sp>
        <p:nvSpPr>
          <p:cNvPr id="585" name="电影胶片" descr="e7d195523061f1c095cec9a2ce4aaba5ae6dbab02ffed52dD56A2562765E9123B0E230B2A550F729BA37EAA647666F3E180B0741AFED0988FDE5D2D695A9D370D9F0B555F564B53FA22D9A65ED86F38999DD4860987E56A3C9CA447454F7ED9A97188E372AC38DE1820C9CBFE822C42E86D671751EDAE1101A567FBD84A77E35C1C24ADB3A1F17C8EB0F14635EB835BA"/>
          <p:cNvSpPr/>
          <p:nvPr/>
        </p:nvSpPr>
        <p:spPr>
          <a:xfrm>
            <a:off x="10369550" y="4375150"/>
            <a:ext cx="205105" cy="1720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57" y="0"/>
                </a:moveTo>
                <a:cubicBezTo>
                  <a:pt x="249" y="0"/>
                  <a:pt x="0" y="296"/>
                  <a:pt x="0" y="663"/>
                </a:cubicBezTo>
                <a:lnTo>
                  <a:pt x="0" y="20939"/>
                </a:lnTo>
                <a:cubicBezTo>
                  <a:pt x="0" y="21306"/>
                  <a:pt x="249" y="21600"/>
                  <a:pt x="557" y="21600"/>
                </a:cubicBezTo>
                <a:lnTo>
                  <a:pt x="21045" y="21600"/>
                </a:lnTo>
                <a:cubicBezTo>
                  <a:pt x="21353" y="21600"/>
                  <a:pt x="21600" y="21306"/>
                  <a:pt x="21600" y="20939"/>
                </a:cubicBezTo>
                <a:lnTo>
                  <a:pt x="21600" y="657"/>
                </a:lnTo>
                <a:cubicBezTo>
                  <a:pt x="21600" y="297"/>
                  <a:pt x="21353" y="0"/>
                  <a:pt x="21045" y="0"/>
                </a:cubicBezTo>
                <a:lnTo>
                  <a:pt x="557" y="0"/>
                </a:lnTo>
                <a:close/>
                <a:moveTo>
                  <a:pt x="1733" y="1317"/>
                </a:moveTo>
                <a:lnTo>
                  <a:pt x="3352" y="1317"/>
                </a:lnTo>
                <a:lnTo>
                  <a:pt x="3352" y="3246"/>
                </a:lnTo>
                <a:lnTo>
                  <a:pt x="1733" y="3246"/>
                </a:lnTo>
                <a:lnTo>
                  <a:pt x="1733" y="1317"/>
                </a:lnTo>
                <a:close/>
                <a:moveTo>
                  <a:pt x="5863" y="1317"/>
                </a:moveTo>
                <a:lnTo>
                  <a:pt x="7482" y="1317"/>
                </a:lnTo>
                <a:lnTo>
                  <a:pt x="7482" y="3246"/>
                </a:lnTo>
                <a:lnTo>
                  <a:pt x="5863" y="3246"/>
                </a:lnTo>
                <a:lnTo>
                  <a:pt x="5863" y="1317"/>
                </a:lnTo>
                <a:close/>
                <a:moveTo>
                  <a:pt x="9993" y="1317"/>
                </a:moveTo>
                <a:lnTo>
                  <a:pt x="11612" y="1317"/>
                </a:lnTo>
                <a:lnTo>
                  <a:pt x="11612" y="3246"/>
                </a:lnTo>
                <a:lnTo>
                  <a:pt x="9993" y="3246"/>
                </a:lnTo>
                <a:lnTo>
                  <a:pt x="9993" y="1317"/>
                </a:lnTo>
                <a:close/>
                <a:moveTo>
                  <a:pt x="14123" y="1317"/>
                </a:moveTo>
                <a:lnTo>
                  <a:pt x="15742" y="1317"/>
                </a:lnTo>
                <a:lnTo>
                  <a:pt x="15742" y="3246"/>
                </a:lnTo>
                <a:lnTo>
                  <a:pt x="14123" y="3246"/>
                </a:lnTo>
                <a:lnTo>
                  <a:pt x="14123" y="1317"/>
                </a:lnTo>
                <a:close/>
                <a:moveTo>
                  <a:pt x="18253" y="1317"/>
                </a:moveTo>
                <a:lnTo>
                  <a:pt x="19872" y="1317"/>
                </a:lnTo>
                <a:lnTo>
                  <a:pt x="19872" y="3246"/>
                </a:lnTo>
                <a:lnTo>
                  <a:pt x="18253" y="3246"/>
                </a:lnTo>
                <a:lnTo>
                  <a:pt x="18253" y="1317"/>
                </a:lnTo>
                <a:close/>
                <a:moveTo>
                  <a:pt x="1733" y="4563"/>
                </a:moveTo>
                <a:lnTo>
                  <a:pt x="19872" y="4563"/>
                </a:lnTo>
                <a:lnTo>
                  <a:pt x="19872" y="17031"/>
                </a:lnTo>
                <a:lnTo>
                  <a:pt x="1733" y="17031"/>
                </a:lnTo>
                <a:lnTo>
                  <a:pt x="1733" y="4563"/>
                </a:lnTo>
                <a:close/>
                <a:moveTo>
                  <a:pt x="1733" y="18348"/>
                </a:moveTo>
                <a:lnTo>
                  <a:pt x="3352" y="18348"/>
                </a:lnTo>
                <a:lnTo>
                  <a:pt x="3352" y="20276"/>
                </a:lnTo>
                <a:lnTo>
                  <a:pt x="1733" y="20276"/>
                </a:lnTo>
                <a:lnTo>
                  <a:pt x="1733" y="18348"/>
                </a:lnTo>
                <a:close/>
                <a:moveTo>
                  <a:pt x="5863" y="18348"/>
                </a:moveTo>
                <a:lnTo>
                  <a:pt x="7482" y="18348"/>
                </a:lnTo>
                <a:lnTo>
                  <a:pt x="7482" y="20276"/>
                </a:lnTo>
                <a:lnTo>
                  <a:pt x="5863" y="20276"/>
                </a:lnTo>
                <a:lnTo>
                  <a:pt x="5863" y="18348"/>
                </a:lnTo>
                <a:close/>
                <a:moveTo>
                  <a:pt x="9993" y="18348"/>
                </a:moveTo>
                <a:lnTo>
                  <a:pt x="11612" y="18348"/>
                </a:lnTo>
                <a:lnTo>
                  <a:pt x="11612" y="20276"/>
                </a:lnTo>
                <a:lnTo>
                  <a:pt x="9993" y="20276"/>
                </a:lnTo>
                <a:lnTo>
                  <a:pt x="9993" y="18348"/>
                </a:lnTo>
                <a:close/>
                <a:moveTo>
                  <a:pt x="14123" y="18348"/>
                </a:moveTo>
                <a:lnTo>
                  <a:pt x="15742" y="18348"/>
                </a:lnTo>
                <a:lnTo>
                  <a:pt x="15742" y="20276"/>
                </a:lnTo>
                <a:lnTo>
                  <a:pt x="14123" y="20276"/>
                </a:lnTo>
                <a:lnTo>
                  <a:pt x="14123" y="18348"/>
                </a:lnTo>
                <a:close/>
                <a:moveTo>
                  <a:pt x="18253" y="18348"/>
                </a:moveTo>
                <a:lnTo>
                  <a:pt x="19872" y="18348"/>
                </a:lnTo>
                <a:lnTo>
                  <a:pt x="19872" y="20276"/>
                </a:lnTo>
                <a:lnTo>
                  <a:pt x="18253" y="20276"/>
                </a:lnTo>
                <a:lnTo>
                  <a:pt x="18253" y="18348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defTabSz="41275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586" name="世界" descr="e7d195523061f1c095cec9a2ce4aaba5ae6dbab02ffed52dD56A2562765E9123B0E230B2A550F729BA37EAA647666F3E180B0741AFED0988FDE5D2D695A9D370D9F0B555F564B53FA22D9A65ED86F38999DD4860987E56A3C9CA447454F7ED9A97188E372AC38DE1820C9CBFE822C42E86D671751EDAE1101A567FBD84A77E35C1C24ADB3A1F17C8EB0F14635EB835BA"/>
          <p:cNvSpPr/>
          <p:nvPr/>
        </p:nvSpPr>
        <p:spPr>
          <a:xfrm>
            <a:off x="10692130" y="5501640"/>
            <a:ext cx="216535" cy="21653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4845" y="0"/>
                  <a:pt x="0" y="4845"/>
                  <a:pt x="0" y="10800"/>
                </a:cubicBezTo>
                <a:cubicBezTo>
                  <a:pt x="0" y="16755"/>
                  <a:pt x="4845" y="21600"/>
                  <a:pt x="10800" y="21600"/>
                </a:cubicBezTo>
                <a:cubicBezTo>
                  <a:pt x="16755" y="21600"/>
                  <a:pt x="21600" y="16755"/>
                  <a:pt x="21600" y="10800"/>
                </a:cubicBezTo>
                <a:cubicBezTo>
                  <a:pt x="21600" y="4845"/>
                  <a:pt x="16755" y="0"/>
                  <a:pt x="10800" y="0"/>
                </a:cubicBezTo>
                <a:close/>
                <a:moveTo>
                  <a:pt x="11993" y="938"/>
                </a:moveTo>
                <a:cubicBezTo>
                  <a:pt x="14122" y="1194"/>
                  <a:pt x="16044" y="2125"/>
                  <a:pt x="17542" y="3512"/>
                </a:cubicBezTo>
                <a:cubicBezTo>
                  <a:pt x="16898" y="4108"/>
                  <a:pt x="16188" y="4611"/>
                  <a:pt x="15429" y="5012"/>
                </a:cubicBezTo>
                <a:cubicBezTo>
                  <a:pt x="15343" y="4850"/>
                  <a:pt x="15255" y="4689"/>
                  <a:pt x="15162" y="4531"/>
                </a:cubicBezTo>
                <a:cubicBezTo>
                  <a:pt x="14347" y="3140"/>
                  <a:pt x="13267" y="1918"/>
                  <a:pt x="11993" y="938"/>
                </a:cubicBezTo>
                <a:close/>
                <a:moveTo>
                  <a:pt x="9560" y="943"/>
                </a:moveTo>
                <a:cubicBezTo>
                  <a:pt x="8289" y="1922"/>
                  <a:pt x="7211" y="3142"/>
                  <a:pt x="6397" y="4531"/>
                </a:cubicBezTo>
                <a:cubicBezTo>
                  <a:pt x="6308" y="4684"/>
                  <a:pt x="6222" y="4839"/>
                  <a:pt x="6139" y="4995"/>
                </a:cubicBezTo>
                <a:cubicBezTo>
                  <a:pt x="5392" y="4597"/>
                  <a:pt x="4693" y="4100"/>
                  <a:pt x="4058" y="3512"/>
                </a:cubicBezTo>
                <a:cubicBezTo>
                  <a:pt x="5545" y="2136"/>
                  <a:pt x="7450" y="1207"/>
                  <a:pt x="9560" y="943"/>
                </a:cubicBezTo>
                <a:close/>
                <a:moveTo>
                  <a:pt x="10366" y="1421"/>
                </a:moveTo>
                <a:lnTo>
                  <a:pt x="10366" y="6141"/>
                </a:lnTo>
                <a:cubicBezTo>
                  <a:pt x="9165" y="6090"/>
                  <a:pt x="8002" y="5827"/>
                  <a:pt x="6920" y="5368"/>
                </a:cubicBezTo>
                <a:cubicBezTo>
                  <a:pt x="6992" y="5234"/>
                  <a:pt x="7066" y="5100"/>
                  <a:pt x="7143" y="4968"/>
                </a:cubicBezTo>
                <a:cubicBezTo>
                  <a:pt x="7960" y="3575"/>
                  <a:pt x="9062" y="2365"/>
                  <a:pt x="10366" y="1421"/>
                </a:cubicBezTo>
                <a:close/>
                <a:moveTo>
                  <a:pt x="11234" y="1451"/>
                </a:moveTo>
                <a:cubicBezTo>
                  <a:pt x="12520" y="2391"/>
                  <a:pt x="13607" y="3589"/>
                  <a:pt x="14415" y="4968"/>
                </a:cubicBezTo>
                <a:cubicBezTo>
                  <a:pt x="14495" y="5104"/>
                  <a:pt x="14572" y="5244"/>
                  <a:pt x="14646" y="5383"/>
                </a:cubicBezTo>
                <a:cubicBezTo>
                  <a:pt x="13574" y="5833"/>
                  <a:pt x="12424" y="6090"/>
                  <a:pt x="11234" y="6141"/>
                </a:cubicBezTo>
                <a:lnTo>
                  <a:pt x="11234" y="1451"/>
                </a:lnTo>
                <a:close/>
                <a:moveTo>
                  <a:pt x="3448" y="4128"/>
                </a:moveTo>
                <a:cubicBezTo>
                  <a:pt x="4152" y="4783"/>
                  <a:pt x="4928" y="5335"/>
                  <a:pt x="5759" y="5775"/>
                </a:cubicBezTo>
                <a:cubicBezTo>
                  <a:pt x="5120" y="7219"/>
                  <a:pt x="4759" y="8779"/>
                  <a:pt x="4701" y="10368"/>
                </a:cubicBezTo>
                <a:lnTo>
                  <a:pt x="876" y="10368"/>
                </a:lnTo>
                <a:cubicBezTo>
                  <a:pt x="979" y="7972"/>
                  <a:pt x="1935" y="5793"/>
                  <a:pt x="3448" y="4128"/>
                </a:cubicBezTo>
                <a:close/>
                <a:moveTo>
                  <a:pt x="18152" y="4128"/>
                </a:moveTo>
                <a:cubicBezTo>
                  <a:pt x="19665" y="5793"/>
                  <a:pt x="20621" y="7972"/>
                  <a:pt x="20724" y="10368"/>
                </a:cubicBezTo>
                <a:lnTo>
                  <a:pt x="16858" y="10368"/>
                </a:lnTo>
                <a:cubicBezTo>
                  <a:pt x="16800" y="8785"/>
                  <a:pt x="16441" y="7231"/>
                  <a:pt x="15807" y="5792"/>
                </a:cubicBezTo>
                <a:cubicBezTo>
                  <a:pt x="16650" y="5349"/>
                  <a:pt x="17439" y="4792"/>
                  <a:pt x="18152" y="4128"/>
                </a:cubicBezTo>
                <a:close/>
                <a:moveTo>
                  <a:pt x="6541" y="6148"/>
                </a:moveTo>
                <a:cubicBezTo>
                  <a:pt x="7739" y="6662"/>
                  <a:pt x="9031" y="6956"/>
                  <a:pt x="10366" y="7008"/>
                </a:cubicBezTo>
                <a:lnTo>
                  <a:pt x="10366" y="10368"/>
                </a:lnTo>
                <a:lnTo>
                  <a:pt x="5569" y="10368"/>
                </a:lnTo>
                <a:cubicBezTo>
                  <a:pt x="5626" y="8908"/>
                  <a:pt x="5956" y="7475"/>
                  <a:pt x="6541" y="6148"/>
                </a:cubicBezTo>
                <a:close/>
                <a:moveTo>
                  <a:pt x="15024" y="6163"/>
                </a:moveTo>
                <a:cubicBezTo>
                  <a:pt x="15604" y="7486"/>
                  <a:pt x="15934" y="8914"/>
                  <a:pt x="15991" y="10368"/>
                </a:cubicBezTo>
                <a:lnTo>
                  <a:pt x="11234" y="10368"/>
                </a:lnTo>
                <a:lnTo>
                  <a:pt x="11234" y="7008"/>
                </a:lnTo>
                <a:cubicBezTo>
                  <a:pt x="12557" y="6956"/>
                  <a:pt x="13835" y="6668"/>
                  <a:pt x="15024" y="6163"/>
                </a:cubicBezTo>
                <a:close/>
                <a:moveTo>
                  <a:pt x="876" y="11234"/>
                </a:moveTo>
                <a:lnTo>
                  <a:pt x="4700" y="11234"/>
                </a:lnTo>
                <a:cubicBezTo>
                  <a:pt x="4753" y="12849"/>
                  <a:pt x="5119" y="14437"/>
                  <a:pt x="5773" y="15903"/>
                </a:cubicBezTo>
                <a:cubicBezTo>
                  <a:pt x="4953" y="16335"/>
                  <a:pt x="4185" y="16876"/>
                  <a:pt x="3488" y="17518"/>
                </a:cubicBezTo>
                <a:cubicBezTo>
                  <a:pt x="1952" y="15847"/>
                  <a:pt x="980" y="13652"/>
                  <a:pt x="876" y="11234"/>
                </a:cubicBezTo>
                <a:close/>
                <a:moveTo>
                  <a:pt x="5567" y="11234"/>
                </a:moveTo>
                <a:lnTo>
                  <a:pt x="10366" y="11234"/>
                </a:lnTo>
                <a:lnTo>
                  <a:pt x="10366" y="14676"/>
                </a:lnTo>
                <a:cubicBezTo>
                  <a:pt x="9036" y="14728"/>
                  <a:pt x="7749" y="15021"/>
                  <a:pt x="6554" y="15532"/>
                </a:cubicBezTo>
                <a:cubicBezTo>
                  <a:pt x="5955" y="14182"/>
                  <a:pt x="5619" y="12720"/>
                  <a:pt x="5567" y="11234"/>
                </a:cubicBezTo>
                <a:close/>
                <a:moveTo>
                  <a:pt x="11234" y="11234"/>
                </a:moveTo>
                <a:lnTo>
                  <a:pt x="15992" y="11234"/>
                </a:lnTo>
                <a:cubicBezTo>
                  <a:pt x="15940" y="12714"/>
                  <a:pt x="15605" y="14169"/>
                  <a:pt x="15010" y="15515"/>
                </a:cubicBezTo>
                <a:cubicBezTo>
                  <a:pt x="13825" y="15013"/>
                  <a:pt x="12552" y="14728"/>
                  <a:pt x="11234" y="14676"/>
                </a:cubicBezTo>
                <a:lnTo>
                  <a:pt x="11234" y="11234"/>
                </a:lnTo>
                <a:close/>
                <a:moveTo>
                  <a:pt x="16860" y="11234"/>
                </a:moveTo>
                <a:lnTo>
                  <a:pt x="20724" y="11234"/>
                </a:lnTo>
                <a:cubicBezTo>
                  <a:pt x="20620" y="13652"/>
                  <a:pt x="19648" y="15847"/>
                  <a:pt x="18112" y="17518"/>
                </a:cubicBezTo>
                <a:cubicBezTo>
                  <a:pt x="17406" y="16867"/>
                  <a:pt x="16627" y="16321"/>
                  <a:pt x="15795" y="15886"/>
                </a:cubicBezTo>
                <a:cubicBezTo>
                  <a:pt x="16444" y="14425"/>
                  <a:pt x="16807" y="12842"/>
                  <a:pt x="16860" y="11234"/>
                </a:cubicBezTo>
                <a:close/>
                <a:moveTo>
                  <a:pt x="10366" y="15544"/>
                </a:moveTo>
                <a:lnTo>
                  <a:pt x="10366" y="20226"/>
                </a:lnTo>
                <a:cubicBezTo>
                  <a:pt x="9026" y="19256"/>
                  <a:pt x="7899" y="18005"/>
                  <a:pt x="7077" y="16566"/>
                </a:cubicBezTo>
                <a:cubicBezTo>
                  <a:pt x="7029" y="16481"/>
                  <a:pt x="6982" y="16396"/>
                  <a:pt x="6936" y="16310"/>
                </a:cubicBezTo>
                <a:cubicBezTo>
                  <a:pt x="8013" y="15855"/>
                  <a:pt x="9170" y="15594"/>
                  <a:pt x="10366" y="15544"/>
                </a:cubicBezTo>
                <a:close/>
                <a:moveTo>
                  <a:pt x="11234" y="15544"/>
                </a:moveTo>
                <a:cubicBezTo>
                  <a:pt x="12418" y="15594"/>
                  <a:pt x="13563" y="15849"/>
                  <a:pt x="14631" y="16295"/>
                </a:cubicBezTo>
                <a:cubicBezTo>
                  <a:pt x="14582" y="16386"/>
                  <a:pt x="14532" y="16476"/>
                  <a:pt x="14480" y="16566"/>
                </a:cubicBezTo>
                <a:cubicBezTo>
                  <a:pt x="13667" y="17990"/>
                  <a:pt x="12556" y="19230"/>
                  <a:pt x="11234" y="20196"/>
                </a:cubicBezTo>
                <a:lnTo>
                  <a:pt x="11234" y="15544"/>
                </a:lnTo>
                <a:close/>
                <a:moveTo>
                  <a:pt x="15415" y="16666"/>
                </a:moveTo>
                <a:cubicBezTo>
                  <a:pt x="16162" y="17059"/>
                  <a:pt x="16861" y="17548"/>
                  <a:pt x="17498" y="18131"/>
                </a:cubicBezTo>
                <a:cubicBezTo>
                  <a:pt x="16023" y="19479"/>
                  <a:pt x="14143" y="20390"/>
                  <a:pt x="12062" y="20655"/>
                </a:cubicBezTo>
                <a:cubicBezTo>
                  <a:pt x="13343" y="19655"/>
                  <a:pt x="14426" y="18410"/>
                  <a:pt x="15233" y="16997"/>
                </a:cubicBezTo>
                <a:cubicBezTo>
                  <a:pt x="15295" y="16887"/>
                  <a:pt x="15356" y="16777"/>
                  <a:pt x="15415" y="16666"/>
                </a:cubicBezTo>
                <a:close/>
                <a:moveTo>
                  <a:pt x="6153" y="16683"/>
                </a:moveTo>
                <a:cubicBezTo>
                  <a:pt x="6209" y="16788"/>
                  <a:pt x="6267" y="16893"/>
                  <a:pt x="6326" y="16997"/>
                </a:cubicBezTo>
                <a:cubicBezTo>
                  <a:pt x="7132" y="18407"/>
                  <a:pt x="8212" y="19649"/>
                  <a:pt x="9489" y="20648"/>
                </a:cubicBezTo>
                <a:cubicBezTo>
                  <a:pt x="7428" y="20375"/>
                  <a:pt x="5565" y="19468"/>
                  <a:pt x="4102" y="18131"/>
                </a:cubicBezTo>
                <a:cubicBezTo>
                  <a:pt x="4730" y="17557"/>
                  <a:pt x="5418" y="17073"/>
                  <a:pt x="6153" y="16683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defTabSz="41275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587" name="组织" descr="e7d195523061f1c095cec9a2ce4aaba5ae6dbab02ffed52dD56A2562765E9123B0E230B2A550F729BA37EAA647666F3E180B0741AFED0988FDE5D2D695A9D370D9F0B555F564B53FA22D9A65ED86F38999DD4860987E56A3C9CA447454F7ED9A97188E372AC38DE1820C9CBFE822C42E86D671751EDAE1101A567FBD84A77E35C1C24ADB3A1F17C8EB0F14635EB835BA"/>
          <p:cNvSpPr/>
          <p:nvPr/>
        </p:nvSpPr>
        <p:spPr>
          <a:xfrm>
            <a:off x="1393508" y="4357370"/>
            <a:ext cx="192405" cy="1651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974" y="0"/>
                </a:moveTo>
                <a:cubicBezTo>
                  <a:pt x="7706" y="0"/>
                  <a:pt x="7487" y="255"/>
                  <a:pt x="7487" y="566"/>
                </a:cubicBezTo>
                <a:lnTo>
                  <a:pt x="7487" y="3615"/>
                </a:lnTo>
                <a:cubicBezTo>
                  <a:pt x="7487" y="3926"/>
                  <a:pt x="7706" y="4181"/>
                  <a:pt x="7974" y="4181"/>
                </a:cubicBezTo>
                <a:lnTo>
                  <a:pt x="10530" y="4181"/>
                </a:lnTo>
                <a:lnTo>
                  <a:pt x="10530" y="7322"/>
                </a:lnTo>
                <a:lnTo>
                  <a:pt x="3210" y="7322"/>
                </a:lnTo>
                <a:cubicBezTo>
                  <a:pt x="3102" y="7322"/>
                  <a:pt x="3015" y="7425"/>
                  <a:pt x="3015" y="7550"/>
                </a:cubicBezTo>
                <a:lnTo>
                  <a:pt x="3015" y="10705"/>
                </a:lnTo>
                <a:lnTo>
                  <a:pt x="974" y="10705"/>
                </a:lnTo>
                <a:cubicBezTo>
                  <a:pt x="706" y="10705"/>
                  <a:pt x="487" y="10960"/>
                  <a:pt x="487" y="11271"/>
                </a:cubicBezTo>
                <a:lnTo>
                  <a:pt x="487" y="13737"/>
                </a:lnTo>
                <a:cubicBezTo>
                  <a:pt x="487" y="14049"/>
                  <a:pt x="706" y="14304"/>
                  <a:pt x="974" y="14304"/>
                </a:cubicBezTo>
                <a:lnTo>
                  <a:pt x="3015" y="14304"/>
                </a:lnTo>
                <a:lnTo>
                  <a:pt x="3015" y="17244"/>
                </a:lnTo>
                <a:lnTo>
                  <a:pt x="1350" y="17244"/>
                </a:lnTo>
                <a:cubicBezTo>
                  <a:pt x="1243" y="17244"/>
                  <a:pt x="1156" y="17345"/>
                  <a:pt x="1156" y="17470"/>
                </a:cubicBezTo>
                <a:lnTo>
                  <a:pt x="1156" y="19454"/>
                </a:lnTo>
                <a:lnTo>
                  <a:pt x="274" y="19454"/>
                </a:lnTo>
                <a:cubicBezTo>
                  <a:pt x="124" y="19454"/>
                  <a:pt x="0" y="19598"/>
                  <a:pt x="0" y="19773"/>
                </a:cubicBezTo>
                <a:lnTo>
                  <a:pt x="0" y="21281"/>
                </a:lnTo>
                <a:cubicBezTo>
                  <a:pt x="0" y="21456"/>
                  <a:pt x="124" y="21600"/>
                  <a:pt x="274" y="21600"/>
                </a:cubicBezTo>
                <a:lnTo>
                  <a:pt x="2579" y="21600"/>
                </a:lnTo>
                <a:cubicBezTo>
                  <a:pt x="2729" y="21600"/>
                  <a:pt x="2853" y="21456"/>
                  <a:pt x="2853" y="21281"/>
                </a:cubicBezTo>
                <a:lnTo>
                  <a:pt x="2853" y="19773"/>
                </a:lnTo>
                <a:cubicBezTo>
                  <a:pt x="2853" y="19599"/>
                  <a:pt x="2729" y="19454"/>
                  <a:pt x="2579" y="19454"/>
                </a:cubicBezTo>
                <a:lnTo>
                  <a:pt x="1697" y="19454"/>
                </a:lnTo>
                <a:lnTo>
                  <a:pt x="1697" y="18111"/>
                </a:lnTo>
                <a:cubicBezTo>
                  <a:pt x="1697" y="17987"/>
                  <a:pt x="1784" y="17885"/>
                  <a:pt x="1891" y="17885"/>
                </a:cubicBezTo>
                <a:lnTo>
                  <a:pt x="4629" y="17885"/>
                </a:lnTo>
                <a:cubicBezTo>
                  <a:pt x="4736" y="17885"/>
                  <a:pt x="4824" y="17987"/>
                  <a:pt x="4824" y="18111"/>
                </a:cubicBezTo>
                <a:lnTo>
                  <a:pt x="4824" y="19454"/>
                </a:lnTo>
                <a:lnTo>
                  <a:pt x="3941" y="19454"/>
                </a:lnTo>
                <a:cubicBezTo>
                  <a:pt x="3791" y="19454"/>
                  <a:pt x="3668" y="19598"/>
                  <a:pt x="3668" y="19773"/>
                </a:cubicBezTo>
                <a:lnTo>
                  <a:pt x="3668" y="21281"/>
                </a:lnTo>
                <a:cubicBezTo>
                  <a:pt x="3668" y="21456"/>
                  <a:pt x="3791" y="21600"/>
                  <a:pt x="3941" y="21600"/>
                </a:cubicBezTo>
                <a:lnTo>
                  <a:pt x="6247" y="21600"/>
                </a:lnTo>
                <a:cubicBezTo>
                  <a:pt x="6397" y="21600"/>
                  <a:pt x="6519" y="21456"/>
                  <a:pt x="6519" y="21281"/>
                </a:cubicBezTo>
                <a:lnTo>
                  <a:pt x="6519" y="19773"/>
                </a:lnTo>
                <a:cubicBezTo>
                  <a:pt x="6519" y="19599"/>
                  <a:pt x="6397" y="19454"/>
                  <a:pt x="6247" y="19454"/>
                </a:cubicBezTo>
                <a:lnTo>
                  <a:pt x="5365" y="19454"/>
                </a:lnTo>
                <a:lnTo>
                  <a:pt x="5365" y="17470"/>
                </a:lnTo>
                <a:cubicBezTo>
                  <a:pt x="5365" y="17345"/>
                  <a:pt x="5277" y="17244"/>
                  <a:pt x="5170" y="17244"/>
                </a:cubicBezTo>
                <a:lnTo>
                  <a:pt x="3556" y="17244"/>
                </a:lnTo>
                <a:lnTo>
                  <a:pt x="3556" y="14304"/>
                </a:lnTo>
                <a:lnTo>
                  <a:pt x="5549" y="14304"/>
                </a:lnTo>
                <a:cubicBezTo>
                  <a:pt x="5816" y="14304"/>
                  <a:pt x="6035" y="14049"/>
                  <a:pt x="6035" y="13737"/>
                </a:cubicBezTo>
                <a:lnTo>
                  <a:pt x="6035" y="11271"/>
                </a:lnTo>
                <a:cubicBezTo>
                  <a:pt x="6035" y="10960"/>
                  <a:pt x="5816" y="10705"/>
                  <a:pt x="5549" y="10705"/>
                </a:cubicBezTo>
                <a:lnTo>
                  <a:pt x="3556" y="10705"/>
                </a:lnTo>
                <a:lnTo>
                  <a:pt x="3556" y="8179"/>
                </a:lnTo>
                <a:cubicBezTo>
                  <a:pt x="3556" y="8055"/>
                  <a:pt x="3643" y="7951"/>
                  <a:pt x="3750" y="7951"/>
                </a:cubicBezTo>
                <a:lnTo>
                  <a:pt x="10530" y="7951"/>
                </a:lnTo>
                <a:lnTo>
                  <a:pt x="10530" y="10705"/>
                </a:lnTo>
                <a:lnTo>
                  <a:pt x="8513" y="10705"/>
                </a:lnTo>
                <a:cubicBezTo>
                  <a:pt x="8246" y="10705"/>
                  <a:pt x="8026" y="10960"/>
                  <a:pt x="8026" y="11271"/>
                </a:cubicBezTo>
                <a:lnTo>
                  <a:pt x="8026" y="13737"/>
                </a:lnTo>
                <a:cubicBezTo>
                  <a:pt x="8026" y="14049"/>
                  <a:pt x="8246" y="14304"/>
                  <a:pt x="8513" y="14304"/>
                </a:cubicBezTo>
                <a:lnTo>
                  <a:pt x="10530" y="14304"/>
                </a:lnTo>
                <a:lnTo>
                  <a:pt x="10530" y="17244"/>
                </a:lnTo>
                <a:lnTo>
                  <a:pt x="8890" y="17244"/>
                </a:lnTo>
                <a:cubicBezTo>
                  <a:pt x="8783" y="17244"/>
                  <a:pt x="8696" y="17345"/>
                  <a:pt x="8696" y="17470"/>
                </a:cubicBezTo>
                <a:lnTo>
                  <a:pt x="8696" y="19454"/>
                </a:lnTo>
                <a:lnTo>
                  <a:pt x="7790" y="19454"/>
                </a:lnTo>
                <a:cubicBezTo>
                  <a:pt x="7640" y="19454"/>
                  <a:pt x="7516" y="19598"/>
                  <a:pt x="7516" y="19773"/>
                </a:cubicBezTo>
                <a:lnTo>
                  <a:pt x="7516" y="21281"/>
                </a:lnTo>
                <a:cubicBezTo>
                  <a:pt x="7516" y="21456"/>
                  <a:pt x="7640" y="21600"/>
                  <a:pt x="7790" y="21600"/>
                </a:cubicBezTo>
                <a:lnTo>
                  <a:pt x="10095" y="21600"/>
                </a:lnTo>
                <a:cubicBezTo>
                  <a:pt x="10245" y="21600"/>
                  <a:pt x="10367" y="21456"/>
                  <a:pt x="10367" y="21281"/>
                </a:cubicBezTo>
                <a:lnTo>
                  <a:pt x="10367" y="19773"/>
                </a:lnTo>
                <a:cubicBezTo>
                  <a:pt x="10367" y="19599"/>
                  <a:pt x="10245" y="19454"/>
                  <a:pt x="10095" y="19454"/>
                </a:cubicBezTo>
                <a:lnTo>
                  <a:pt x="9237" y="19454"/>
                </a:lnTo>
                <a:lnTo>
                  <a:pt x="9237" y="18111"/>
                </a:lnTo>
                <a:cubicBezTo>
                  <a:pt x="9237" y="17987"/>
                  <a:pt x="9324" y="17885"/>
                  <a:pt x="9431" y="17885"/>
                </a:cubicBezTo>
                <a:lnTo>
                  <a:pt x="12169" y="17885"/>
                </a:lnTo>
                <a:cubicBezTo>
                  <a:pt x="12276" y="17885"/>
                  <a:pt x="12363" y="17987"/>
                  <a:pt x="12363" y="18111"/>
                </a:cubicBezTo>
                <a:lnTo>
                  <a:pt x="12363" y="19454"/>
                </a:lnTo>
                <a:lnTo>
                  <a:pt x="11505" y="19454"/>
                </a:lnTo>
                <a:cubicBezTo>
                  <a:pt x="11355" y="19454"/>
                  <a:pt x="11233" y="19599"/>
                  <a:pt x="11233" y="19773"/>
                </a:cubicBezTo>
                <a:lnTo>
                  <a:pt x="11233" y="21281"/>
                </a:lnTo>
                <a:cubicBezTo>
                  <a:pt x="11233" y="21456"/>
                  <a:pt x="11355" y="21600"/>
                  <a:pt x="11505" y="21600"/>
                </a:cubicBezTo>
                <a:lnTo>
                  <a:pt x="13810" y="21600"/>
                </a:lnTo>
                <a:cubicBezTo>
                  <a:pt x="13960" y="21600"/>
                  <a:pt x="14084" y="21456"/>
                  <a:pt x="14084" y="21281"/>
                </a:cubicBezTo>
                <a:lnTo>
                  <a:pt x="14084" y="19773"/>
                </a:lnTo>
                <a:cubicBezTo>
                  <a:pt x="14084" y="19599"/>
                  <a:pt x="13960" y="19454"/>
                  <a:pt x="13810" y="19454"/>
                </a:cubicBezTo>
                <a:lnTo>
                  <a:pt x="12904" y="19454"/>
                </a:lnTo>
                <a:lnTo>
                  <a:pt x="12904" y="17470"/>
                </a:lnTo>
                <a:cubicBezTo>
                  <a:pt x="12904" y="17345"/>
                  <a:pt x="12817" y="17244"/>
                  <a:pt x="12710" y="17244"/>
                </a:cubicBezTo>
                <a:lnTo>
                  <a:pt x="11070" y="17244"/>
                </a:lnTo>
                <a:lnTo>
                  <a:pt x="11070" y="14304"/>
                </a:lnTo>
                <a:lnTo>
                  <a:pt x="13087" y="14304"/>
                </a:lnTo>
                <a:cubicBezTo>
                  <a:pt x="13354" y="14304"/>
                  <a:pt x="13574" y="14049"/>
                  <a:pt x="13574" y="13737"/>
                </a:cubicBezTo>
                <a:lnTo>
                  <a:pt x="13574" y="11271"/>
                </a:lnTo>
                <a:cubicBezTo>
                  <a:pt x="13574" y="10960"/>
                  <a:pt x="13354" y="10705"/>
                  <a:pt x="13087" y="10705"/>
                </a:cubicBezTo>
                <a:lnTo>
                  <a:pt x="11070" y="10705"/>
                </a:lnTo>
                <a:lnTo>
                  <a:pt x="11070" y="7951"/>
                </a:lnTo>
                <a:lnTo>
                  <a:pt x="17850" y="7951"/>
                </a:lnTo>
                <a:cubicBezTo>
                  <a:pt x="17957" y="7951"/>
                  <a:pt x="18044" y="8055"/>
                  <a:pt x="18044" y="8179"/>
                </a:cubicBezTo>
                <a:lnTo>
                  <a:pt x="18044" y="10705"/>
                </a:lnTo>
                <a:lnTo>
                  <a:pt x="16051" y="10705"/>
                </a:lnTo>
                <a:cubicBezTo>
                  <a:pt x="15784" y="10705"/>
                  <a:pt x="15565" y="10960"/>
                  <a:pt x="15565" y="11271"/>
                </a:cubicBezTo>
                <a:lnTo>
                  <a:pt x="15565" y="13737"/>
                </a:lnTo>
                <a:cubicBezTo>
                  <a:pt x="15565" y="14049"/>
                  <a:pt x="15784" y="14304"/>
                  <a:pt x="16051" y="14304"/>
                </a:cubicBezTo>
                <a:lnTo>
                  <a:pt x="18044" y="14304"/>
                </a:lnTo>
                <a:lnTo>
                  <a:pt x="18044" y="17244"/>
                </a:lnTo>
                <a:lnTo>
                  <a:pt x="16430" y="17244"/>
                </a:lnTo>
                <a:cubicBezTo>
                  <a:pt x="16323" y="17244"/>
                  <a:pt x="16235" y="17345"/>
                  <a:pt x="16235" y="17470"/>
                </a:cubicBezTo>
                <a:lnTo>
                  <a:pt x="16235" y="19454"/>
                </a:lnTo>
                <a:lnTo>
                  <a:pt x="15353" y="19454"/>
                </a:lnTo>
                <a:cubicBezTo>
                  <a:pt x="15203" y="19454"/>
                  <a:pt x="15079" y="19599"/>
                  <a:pt x="15079" y="19773"/>
                </a:cubicBezTo>
                <a:lnTo>
                  <a:pt x="15079" y="21281"/>
                </a:lnTo>
                <a:cubicBezTo>
                  <a:pt x="15079" y="21456"/>
                  <a:pt x="15203" y="21600"/>
                  <a:pt x="15353" y="21600"/>
                </a:cubicBezTo>
                <a:lnTo>
                  <a:pt x="17659" y="21600"/>
                </a:lnTo>
                <a:cubicBezTo>
                  <a:pt x="17809" y="21600"/>
                  <a:pt x="17931" y="21456"/>
                  <a:pt x="17931" y="21281"/>
                </a:cubicBezTo>
                <a:lnTo>
                  <a:pt x="17931" y="19773"/>
                </a:lnTo>
                <a:cubicBezTo>
                  <a:pt x="17931" y="19599"/>
                  <a:pt x="17809" y="19454"/>
                  <a:pt x="17659" y="19454"/>
                </a:cubicBezTo>
                <a:lnTo>
                  <a:pt x="16776" y="19454"/>
                </a:lnTo>
                <a:lnTo>
                  <a:pt x="16776" y="18111"/>
                </a:lnTo>
                <a:cubicBezTo>
                  <a:pt x="16776" y="17987"/>
                  <a:pt x="16864" y="17885"/>
                  <a:pt x="16971" y="17885"/>
                </a:cubicBezTo>
                <a:lnTo>
                  <a:pt x="19709" y="17885"/>
                </a:lnTo>
                <a:cubicBezTo>
                  <a:pt x="19816" y="17885"/>
                  <a:pt x="19903" y="17987"/>
                  <a:pt x="19903" y="18111"/>
                </a:cubicBezTo>
                <a:lnTo>
                  <a:pt x="19903" y="19454"/>
                </a:lnTo>
                <a:lnTo>
                  <a:pt x="19021" y="19454"/>
                </a:lnTo>
                <a:cubicBezTo>
                  <a:pt x="18871" y="19454"/>
                  <a:pt x="18747" y="19599"/>
                  <a:pt x="18747" y="19773"/>
                </a:cubicBezTo>
                <a:lnTo>
                  <a:pt x="18747" y="21281"/>
                </a:lnTo>
                <a:cubicBezTo>
                  <a:pt x="18747" y="21456"/>
                  <a:pt x="18871" y="21600"/>
                  <a:pt x="19021" y="21600"/>
                </a:cubicBezTo>
                <a:lnTo>
                  <a:pt x="21326" y="21600"/>
                </a:lnTo>
                <a:cubicBezTo>
                  <a:pt x="21476" y="21600"/>
                  <a:pt x="21600" y="21456"/>
                  <a:pt x="21600" y="21281"/>
                </a:cubicBezTo>
                <a:lnTo>
                  <a:pt x="21600" y="19773"/>
                </a:lnTo>
                <a:cubicBezTo>
                  <a:pt x="21600" y="19599"/>
                  <a:pt x="21476" y="19454"/>
                  <a:pt x="21326" y="19454"/>
                </a:cubicBezTo>
                <a:lnTo>
                  <a:pt x="20444" y="19454"/>
                </a:lnTo>
                <a:lnTo>
                  <a:pt x="20444" y="17470"/>
                </a:lnTo>
                <a:cubicBezTo>
                  <a:pt x="20444" y="17345"/>
                  <a:pt x="20357" y="17244"/>
                  <a:pt x="20250" y="17244"/>
                </a:cubicBezTo>
                <a:lnTo>
                  <a:pt x="18585" y="17244"/>
                </a:lnTo>
                <a:lnTo>
                  <a:pt x="18585" y="14304"/>
                </a:lnTo>
                <a:lnTo>
                  <a:pt x="20626" y="14304"/>
                </a:lnTo>
                <a:cubicBezTo>
                  <a:pt x="20894" y="14304"/>
                  <a:pt x="21113" y="14049"/>
                  <a:pt x="21113" y="13737"/>
                </a:cubicBezTo>
                <a:lnTo>
                  <a:pt x="21113" y="11271"/>
                </a:lnTo>
                <a:cubicBezTo>
                  <a:pt x="21113" y="10960"/>
                  <a:pt x="20894" y="10705"/>
                  <a:pt x="20626" y="10705"/>
                </a:cubicBezTo>
                <a:lnTo>
                  <a:pt x="18585" y="10705"/>
                </a:lnTo>
                <a:lnTo>
                  <a:pt x="18585" y="7550"/>
                </a:lnTo>
                <a:cubicBezTo>
                  <a:pt x="18585" y="7425"/>
                  <a:pt x="18498" y="7322"/>
                  <a:pt x="18390" y="7322"/>
                </a:cubicBezTo>
                <a:lnTo>
                  <a:pt x="11070" y="7322"/>
                </a:lnTo>
                <a:lnTo>
                  <a:pt x="11070" y="4181"/>
                </a:lnTo>
                <a:lnTo>
                  <a:pt x="13626" y="4181"/>
                </a:lnTo>
                <a:cubicBezTo>
                  <a:pt x="13894" y="4181"/>
                  <a:pt x="14113" y="3926"/>
                  <a:pt x="14113" y="3615"/>
                </a:cubicBezTo>
                <a:lnTo>
                  <a:pt x="14113" y="566"/>
                </a:lnTo>
                <a:cubicBezTo>
                  <a:pt x="14113" y="255"/>
                  <a:pt x="13894" y="0"/>
                  <a:pt x="13626" y="0"/>
                </a:cubicBezTo>
                <a:lnTo>
                  <a:pt x="10800" y="0"/>
                </a:lnTo>
                <a:lnTo>
                  <a:pt x="7974" y="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defTabSz="41275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pic>
        <p:nvPicPr>
          <p:cNvPr id="588" name="图片 587" descr="4监管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056640" y="5452110"/>
            <a:ext cx="227330" cy="211455"/>
          </a:xfrm>
          <a:prstGeom prst="rect">
            <a:avLst/>
          </a:prstGeom>
        </p:spPr>
      </p:pic>
      <p:sp>
        <p:nvSpPr>
          <p:cNvPr id="596" name="Freeform 55"/>
          <p:cNvSpPr/>
          <p:nvPr/>
        </p:nvSpPr>
        <p:spPr>
          <a:xfrm>
            <a:off x="3495675" y="2306955"/>
            <a:ext cx="4956175" cy="1045845"/>
          </a:xfrm>
          <a:custGeom>
            <a:avLst/>
            <a:gdLst>
              <a:gd name="connsiteX0" fmla="*/ 2478142 w 4979143"/>
              <a:gd name="connsiteY0" fmla="*/ 0 h 1045575"/>
              <a:gd name="connsiteX1" fmla="*/ 4979143 w 4979143"/>
              <a:gd name="connsiteY1" fmla="*/ 1020364 h 1045575"/>
              <a:gd name="connsiteX2" fmla="*/ 4946658 w 4979143"/>
              <a:gd name="connsiteY2" fmla="*/ 985161 h 1045575"/>
              <a:gd name="connsiteX3" fmla="*/ 4920201 w 4979143"/>
              <a:gd name="connsiteY3" fmla="*/ 1045575 h 1045575"/>
              <a:gd name="connsiteX4" fmla="*/ 36082 w 4979143"/>
              <a:gd name="connsiteY4" fmla="*/ 1045575 h 1045575"/>
              <a:gd name="connsiteX5" fmla="*/ 9625 w 4979143"/>
              <a:gd name="connsiteY5" fmla="*/ 985161 h 1045575"/>
              <a:gd name="connsiteX6" fmla="*/ 2478142 w 4979143"/>
              <a:gd name="connsiteY6" fmla="*/ 0 h 1045575"/>
              <a:gd name="connsiteX0-1" fmla="*/ 2478142 w 4979143"/>
              <a:gd name="connsiteY0-2" fmla="*/ 0 h 1045575"/>
              <a:gd name="connsiteX1-3" fmla="*/ 4979143 w 4979143"/>
              <a:gd name="connsiteY1-4" fmla="*/ 1020364 h 1045575"/>
              <a:gd name="connsiteX2-5" fmla="*/ 4946658 w 4979143"/>
              <a:gd name="connsiteY2-6" fmla="*/ 985161 h 1045575"/>
              <a:gd name="connsiteX3-7" fmla="*/ 4920201 w 4979143"/>
              <a:gd name="connsiteY3-8" fmla="*/ 1045575 h 1045575"/>
              <a:gd name="connsiteX4-9" fmla="*/ 36082 w 4979143"/>
              <a:gd name="connsiteY4-10" fmla="*/ 1045575 h 1045575"/>
              <a:gd name="connsiteX5-11" fmla="*/ 9625 w 4979143"/>
              <a:gd name="connsiteY5-12" fmla="*/ 985161 h 1045575"/>
              <a:gd name="connsiteX6-13" fmla="*/ 2478142 w 4979143"/>
              <a:gd name="connsiteY6-14" fmla="*/ 0 h 1045575"/>
              <a:gd name="connsiteX0-15" fmla="*/ 2478142 w 4979143"/>
              <a:gd name="connsiteY0-16" fmla="*/ 82 h 1045657"/>
              <a:gd name="connsiteX1-17" fmla="*/ 4979143 w 4979143"/>
              <a:gd name="connsiteY1-18" fmla="*/ 1020446 h 1045657"/>
              <a:gd name="connsiteX2-19" fmla="*/ 4946658 w 4979143"/>
              <a:gd name="connsiteY2-20" fmla="*/ 985243 h 1045657"/>
              <a:gd name="connsiteX3-21" fmla="*/ 4920201 w 4979143"/>
              <a:gd name="connsiteY3-22" fmla="*/ 1045657 h 1045657"/>
              <a:gd name="connsiteX4-23" fmla="*/ 36082 w 4979143"/>
              <a:gd name="connsiteY4-24" fmla="*/ 1045657 h 1045657"/>
              <a:gd name="connsiteX5-25" fmla="*/ 9625 w 4979143"/>
              <a:gd name="connsiteY5-26" fmla="*/ 985243 h 1045657"/>
              <a:gd name="connsiteX6-27" fmla="*/ 2478142 w 4979143"/>
              <a:gd name="connsiteY6-28" fmla="*/ 82 h 1045657"/>
              <a:gd name="connsiteX0-29" fmla="*/ 2478142 w 4956283"/>
              <a:gd name="connsiteY0-30" fmla="*/ 0 h 1045575"/>
              <a:gd name="connsiteX1-31" fmla="*/ 4946658 w 4956283"/>
              <a:gd name="connsiteY1-32" fmla="*/ 985161 h 1045575"/>
              <a:gd name="connsiteX2-33" fmla="*/ 4920201 w 4956283"/>
              <a:gd name="connsiteY2-34" fmla="*/ 1045575 h 1045575"/>
              <a:gd name="connsiteX3-35" fmla="*/ 36082 w 4956283"/>
              <a:gd name="connsiteY3-36" fmla="*/ 1045575 h 1045575"/>
              <a:gd name="connsiteX4-37" fmla="*/ 9625 w 4956283"/>
              <a:gd name="connsiteY4-38" fmla="*/ 985161 h 1045575"/>
              <a:gd name="connsiteX5-39" fmla="*/ 2478142 w 4956283"/>
              <a:gd name="connsiteY5-40" fmla="*/ 0 h 1045575"/>
              <a:gd name="connsiteX0-41" fmla="*/ 2478142 w 4956283"/>
              <a:gd name="connsiteY0-42" fmla="*/ 0 h 1045575"/>
              <a:gd name="connsiteX1-43" fmla="*/ 4946658 w 4956283"/>
              <a:gd name="connsiteY1-44" fmla="*/ 985161 h 1045575"/>
              <a:gd name="connsiteX2-45" fmla="*/ 4920201 w 4956283"/>
              <a:gd name="connsiteY2-46" fmla="*/ 1045575 h 1045575"/>
              <a:gd name="connsiteX3-47" fmla="*/ 36082 w 4956283"/>
              <a:gd name="connsiteY3-48" fmla="*/ 1045575 h 1045575"/>
              <a:gd name="connsiteX4-49" fmla="*/ 9625 w 4956283"/>
              <a:gd name="connsiteY4-50" fmla="*/ 985161 h 1045575"/>
              <a:gd name="connsiteX5-51" fmla="*/ 2478142 w 4956283"/>
              <a:gd name="connsiteY5-52" fmla="*/ 0 h 1045575"/>
              <a:gd name="connsiteX0-53" fmla="*/ 2478142 w 4956283"/>
              <a:gd name="connsiteY0-54" fmla="*/ 9574 h 1055149"/>
              <a:gd name="connsiteX1-55" fmla="*/ 4946658 w 4956283"/>
              <a:gd name="connsiteY1-56" fmla="*/ 994735 h 1055149"/>
              <a:gd name="connsiteX2-57" fmla="*/ 4920201 w 4956283"/>
              <a:gd name="connsiteY2-58" fmla="*/ 1055149 h 1055149"/>
              <a:gd name="connsiteX3-59" fmla="*/ 36082 w 4956283"/>
              <a:gd name="connsiteY3-60" fmla="*/ 1055149 h 1055149"/>
              <a:gd name="connsiteX4-61" fmla="*/ 9625 w 4956283"/>
              <a:gd name="connsiteY4-62" fmla="*/ 994735 h 1055149"/>
              <a:gd name="connsiteX5-63" fmla="*/ 2478142 w 4956283"/>
              <a:gd name="connsiteY5-64" fmla="*/ 9574 h 1055149"/>
              <a:gd name="connsiteX0-65" fmla="*/ 2478142 w 4956283"/>
              <a:gd name="connsiteY0-66" fmla="*/ 330 h 1045905"/>
              <a:gd name="connsiteX1-67" fmla="*/ 4946658 w 4956283"/>
              <a:gd name="connsiteY1-68" fmla="*/ 985491 h 1045905"/>
              <a:gd name="connsiteX2-69" fmla="*/ 4920201 w 4956283"/>
              <a:gd name="connsiteY2-70" fmla="*/ 1045905 h 1045905"/>
              <a:gd name="connsiteX3-71" fmla="*/ 36082 w 4956283"/>
              <a:gd name="connsiteY3-72" fmla="*/ 1045905 h 1045905"/>
              <a:gd name="connsiteX4-73" fmla="*/ 9625 w 4956283"/>
              <a:gd name="connsiteY4-74" fmla="*/ 985491 h 1045905"/>
              <a:gd name="connsiteX5-75" fmla="*/ 2478142 w 4956283"/>
              <a:gd name="connsiteY5-76" fmla="*/ 330 h 1045905"/>
              <a:gd name="connsiteX0-77" fmla="*/ 2478142 w 4956283"/>
              <a:gd name="connsiteY0-78" fmla="*/ 53 h 1045628"/>
              <a:gd name="connsiteX1-79" fmla="*/ 4946658 w 4956283"/>
              <a:gd name="connsiteY1-80" fmla="*/ 985214 h 1045628"/>
              <a:gd name="connsiteX2-81" fmla="*/ 4920201 w 4956283"/>
              <a:gd name="connsiteY2-82" fmla="*/ 1045628 h 1045628"/>
              <a:gd name="connsiteX3-83" fmla="*/ 36082 w 4956283"/>
              <a:gd name="connsiteY3-84" fmla="*/ 1045628 h 1045628"/>
              <a:gd name="connsiteX4-85" fmla="*/ 9625 w 4956283"/>
              <a:gd name="connsiteY4-86" fmla="*/ 985214 h 1045628"/>
              <a:gd name="connsiteX5-87" fmla="*/ 2478142 w 4956283"/>
              <a:gd name="connsiteY5-88" fmla="*/ 53 h 1045628"/>
              <a:gd name="connsiteX0-89" fmla="*/ 2478142 w 4956283"/>
              <a:gd name="connsiteY0-90" fmla="*/ 53 h 1045628"/>
              <a:gd name="connsiteX1-91" fmla="*/ 4946658 w 4956283"/>
              <a:gd name="connsiteY1-92" fmla="*/ 985214 h 1045628"/>
              <a:gd name="connsiteX2-93" fmla="*/ 4920201 w 4956283"/>
              <a:gd name="connsiteY2-94" fmla="*/ 1045628 h 1045628"/>
              <a:gd name="connsiteX3-95" fmla="*/ 36082 w 4956283"/>
              <a:gd name="connsiteY3-96" fmla="*/ 1045628 h 1045628"/>
              <a:gd name="connsiteX4-97" fmla="*/ 9625 w 4956283"/>
              <a:gd name="connsiteY4-98" fmla="*/ 985214 h 1045628"/>
              <a:gd name="connsiteX5-99" fmla="*/ 2478142 w 4956283"/>
              <a:gd name="connsiteY5-100" fmla="*/ 53 h 104562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4956283" h="1045628">
                <a:moveTo>
                  <a:pt x="2478142" y="53"/>
                </a:moveTo>
                <a:cubicBezTo>
                  <a:pt x="3152814" y="4286"/>
                  <a:pt x="4129014" y="239452"/>
                  <a:pt x="4946658" y="985214"/>
                </a:cubicBezTo>
                <a:cubicBezTo>
                  <a:pt x="4967954" y="1008292"/>
                  <a:pt x="4951604" y="1045628"/>
                  <a:pt x="4920201" y="1045628"/>
                </a:cubicBezTo>
                <a:lnTo>
                  <a:pt x="36082" y="1045628"/>
                </a:lnTo>
                <a:cubicBezTo>
                  <a:pt x="4680" y="1045628"/>
                  <a:pt x="-11670" y="1008292"/>
                  <a:pt x="9625" y="985214"/>
                </a:cubicBezTo>
                <a:cubicBezTo>
                  <a:pt x="790130" y="246194"/>
                  <a:pt x="1803470" y="-4180"/>
                  <a:pt x="2478142" y="53"/>
                </a:cubicBezTo>
                <a:close/>
              </a:path>
            </a:pathLst>
          </a:custGeom>
          <a:solidFill>
            <a:schemeClr val="bg1"/>
          </a:solidFill>
          <a:ln w="12700"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rgbClr val="3045A6">
              <a:shade val="15000"/>
            </a:srgbClr>
          </a:lnRef>
          <a:fillRef idx="1">
            <a:srgbClr val="3045A6"/>
          </a:fillRef>
          <a:effectRef idx="0">
            <a:srgbClr val="3045A6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7" name="圆角矩形" descr="e7d195523061f1c095cec9a2ce4aaba5ae6dbab02ffed52dD56A2562765E9123B0E230B2A550F729BA37EAA647666F3E180B0741AFED0988FDE5D2D695A9D370D9F0B555F564B53FA22D9A65ED86F38999DD4860987E56A3C9CA447454F7ED9A97188E372AC38DE1820C9CBFE822C42E86D671751EDAE1101A567FBD84A77E35C1C24ADB3A1F17C8EB0F14635EB835BA"/>
          <p:cNvSpPr/>
          <p:nvPr/>
        </p:nvSpPr>
        <p:spPr>
          <a:xfrm>
            <a:off x="6086475" y="2690178"/>
            <a:ext cx="1049020" cy="268605"/>
          </a:xfrm>
          <a:prstGeom prst="roundRect">
            <a:avLst>
              <a:gd name="adj" fmla="val 41667"/>
            </a:avLst>
          </a:prstGeom>
          <a:solidFill>
            <a:schemeClr val="accent1">
              <a:lumMod val="20000"/>
              <a:lumOff val="80000"/>
              <a:alpha val="40000"/>
            </a:schemeClr>
          </a:solidFill>
          <a:ln w="12700">
            <a:solidFill>
              <a:schemeClr val="accent1">
                <a:lumMod val="60000"/>
                <a:lumOff val="40000"/>
              </a:schemeClr>
            </a:solidFill>
            <a:miter lim="400000"/>
          </a:ln>
        </p:spPr>
        <p:txBody>
          <a:bodyPr lIns="25400" tIns="25400" rIns="25400" bIns="25400" anchor="ctr">
            <a:noAutofit/>
          </a:bodyPr>
          <a:lstStyle/>
          <a:p>
            <a:pPr lvl="0" algn="ctr" defTabSz="412750">
              <a:buClrTx/>
              <a:buSzTx/>
              <a:buFontTx/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98" name="企业绩效服务" descr="e7d195523061f1c095cec9a2ce4aaba5ae6dbab02ffed52dD56A2562765E9123B0E230B2A550F729BA37EAA647666F3E180B0741AFED0988FDE5D2D695A9D370D9F0B555F564B53FA22D9A65ED86F38999DD4860987E56A3C9CA447454F7ED9A97188E372AC38DE1820C9CBFE822C42E86D671751EDAE1101A567FBD84A77E35C1C24ADB3A1F17C8EB0F14635EB835BA"/>
          <p:cNvSpPr txBox="1"/>
          <p:nvPr/>
        </p:nvSpPr>
        <p:spPr>
          <a:xfrm>
            <a:off x="5312410" y="2385695"/>
            <a:ext cx="1282065" cy="304800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ctr">
            <a:spAutoFit/>
          </a:bodyPr>
          <a:lstStyle>
            <a:lvl1pPr>
              <a:defRPr sz="2700">
                <a:solidFill>
                  <a:srgbClr val="C63520"/>
                </a:solidFill>
                <a:latin typeface="Alimama ShuHeiTi Bold"/>
                <a:ea typeface="Alimama ShuHeiTi Bold"/>
                <a:cs typeface="Alimama ShuHeiTi Bold"/>
                <a:sym typeface="Alimama ShuHeiTi Bold"/>
              </a:defRPr>
            </a:lvl1pPr>
          </a:lstStyle>
          <a:p>
            <a:r>
              <a:rPr sz="1350" b="1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企业绩效服务</a:t>
            </a:r>
            <a:endParaRPr sz="1350" b="1">
              <a:solidFill>
                <a:schemeClr val="accent1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599" name="圆角矩形" descr="e7d195523061f1c095cec9a2ce4aaba5ae6dbab02ffed52dD56A2562765E9123B0E230B2A550F729BA37EAA647666F3E180B0741AFED0988FDE5D2D695A9D370D9F0B555F564B53FA22D9A65ED86F38999DD4860987E56A3C9CA447454F7ED9A97188E372AC38DE1820C9CBFE822C42E86D671751EDAE1101A567FBD84A77E35C1C24ADB3A1F17C8EB0F14635EB835BA"/>
          <p:cNvSpPr/>
          <p:nvPr/>
        </p:nvSpPr>
        <p:spPr>
          <a:xfrm>
            <a:off x="4723765" y="2680970"/>
            <a:ext cx="1049020" cy="268605"/>
          </a:xfrm>
          <a:prstGeom prst="roundRect">
            <a:avLst>
              <a:gd name="adj" fmla="val 41667"/>
            </a:avLst>
          </a:prstGeom>
          <a:solidFill>
            <a:schemeClr val="accent1">
              <a:lumMod val="20000"/>
              <a:lumOff val="80000"/>
              <a:alpha val="40000"/>
            </a:schemeClr>
          </a:solidFill>
          <a:ln w="12700">
            <a:solidFill>
              <a:schemeClr val="accent1">
                <a:lumMod val="60000"/>
                <a:lumOff val="40000"/>
              </a:schemeClr>
            </a:solidFill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00" name="计划预算" descr="e7d195523061f1c095cec9a2ce4aaba5ae6dbab02ffed52dD56A2562765E9123B0E230B2A550F729BA37EAA647666F3E180B0741AFED0988FDE5D2D695A9D370D9F0B555F564B53FA22D9A65ED86F38999DD4860987E56A3C9CA447454F7ED9A97188E372AC38DE1820C9CBFE822C42E86D671751EDAE1101A567FBD84A77E35C1C24ADB3A1F17C8EB0F14635EB835BA"/>
          <p:cNvSpPr txBox="1"/>
          <p:nvPr/>
        </p:nvSpPr>
        <p:spPr>
          <a:xfrm>
            <a:off x="4901565" y="2690178"/>
            <a:ext cx="693420" cy="250190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ctr">
            <a:spAutoFit/>
          </a:bodyPr>
          <a:lstStyle>
            <a:lvl1pPr>
              <a:defRPr sz="2100">
                <a:solidFill>
                  <a:srgbClr val="C63520"/>
                </a:solidFill>
                <a:latin typeface="Alimama ShuHeiTi Bold"/>
                <a:ea typeface="Alimama ShuHeiTi Bold"/>
                <a:cs typeface="Alimama ShuHeiTi Bold"/>
                <a:sym typeface="Alimama ShuHeiTi Bold"/>
              </a:defRPr>
            </a:lvl1pPr>
          </a:lstStyle>
          <a:p>
            <a:pPr algn="ctr"/>
            <a:r>
              <a:rPr sz="1050" b="1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计划预算</a:t>
            </a:r>
            <a:endParaRPr sz="1050" b="1">
              <a:solidFill>
                <a:schemeClr val="accent1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01" name="报告及合并" descr="e7d195523061f1c095cec9a2ce4aaba5ae6dbab02ffed52dD56A2562765E9123B0E230B2A550F729BA37EAA647666F3E180B0741AFED0988FDE5D2D695A9D370D9F0B555F564B53FA22D9A65ED86F38999DD4860987E56A3C9CA447454F7ED9A97188E372AC38DE1820C9CBFE822C42E86D671751EDAE1101A567FBD84A77E35C1C24ADB3A1F17C8EB0F14635EB835BA"/>
          <p:cNvSpPr txBox="1"/>
          <p:nvPr/>
        </p:nvSpPr>
        <p:spPr>
          <a:xfrm>
            <a:off x="6184900" y="2699385"/>
            <a:ext cx="852170" cy="250190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ctr">
            <a:spAutoFit/>
          </a:bodyPr>
          <a:lstStyle>
            <a:lvl1pPr>
              <a:defRPr sz="2100">
                <a:solidFill>
                  <a:srgbClr val="C63520"/>
                </a:solidFill>
                <a:latin typeface="Alimama ShuHeiTi Bold"/>
                <a:ea typeface="Alimama ShuHeiTi Bold"/>
                <a:cs typeface="Alimama ShuHeiTi Bold"/>
                <a:sym typeface="Alimama ShuHeiTi Bold"/>
              </a:defRPr>
            </a:lvl1pPr>
          </a:lstStyle>
          <a:p>
            <a:pPr algn="ctr"/>
            <a:r>
              <a:rPr sz="1050" b="1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报告及合并</a:t>
            </a:r>
            <a:endParaRPr sz="1050" b="1">
              <a:solidFill>
                <a:schemeClr val="accent1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02" name="计划预算…" descr="e7d195523061f1c095cec9a2ce4aaba5ae6dbab02ffed52dD56A2562765E9123B0E230B2A550F729BA37EAA647666F3E180B0741AFED0988FDE5D2D695A9D370D9F0B555F564B53FA22D9A65ED86F38999DD4860987E56A3C9CA447454F7ED9A97188E372AC38DE1820C9CBFE822C42E86D671751EDAE1101A567FBD84A77E35C1C24ADB3A1F17C8EB0F14635EB835BA"/>
          <p:cNvSpPr txBox="1"/>
          <p:nvPr/>
        </p:nvSpPr>
        <p:spPr>
          <a:xfrm>
            <a:off x="4265295" y="2971165"/>
            <a:ext cx="874395" cy="386080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ctr">
            <a:spAutoFit/>
          </a:bodyPr>
          <a:lstStyle/>
          <a:p>
            <a:pPr algn="ctr">
              <a:defRPr sz="1800">
                <a:latin typeface="Microsoft YaHei Semilight"/>
                <a:ea typeface="Microsoft YaHei Semilight"/>
                <a:cs typeface="Microsoft YaHei Semilight"/>
                <a:sym typeface="Microsoft YaHei Semilight"/>
              </a:defRPr>
            </a:pPr>
            <a:r>
              <a:rPr sz="9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计划预算</a:t>
            </a:r>
            <a:endParaRPr sz="90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algn="ctr">
              <a:defRPr sz="1800">
                <a:latin typeface="Microsoft YaHei Semilight"/>
                <a:ea typeface="Microsoft YaHei Semilight"/>
                <a:cs typeface="Microsoft YaHei Semilight"/>
                <a:sym typeface="Microsoft YaHei Semilight"/>
              </a:defRPr>
            </a:pPr>
            <a:r>
              <a:rPr sz="9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预算执行控制</a:t>
            </a:r>
            <a:endParaRPr sz="90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03" name="多维报告与合并…" descr="e7d195523061f1c095cec9a2ce4aaba5ae6dbab02ffed52dD56A2562765E9123B0E230B2A550F729BA37EAA647666F3E180B0741AFED0988FDE5D2D695A9D370D9F0B555F564B53FA22D9A65ED86F38999DD4860987E56A3C9CA447454F7ED9A97188E372AC38DE1820C9CBFE822C42E86D671751EDAE1101A567FBD84A77E35C1C24ADB3A1F17C8EB0F14635EB835BA"/>
          <p:cNvSpPr txBox="1"/>
          <p:nvPr/>
        </p:nvSpPr>
        <p:spPr>
          <a:xfrm>
            <a:off x="5410835" y="3002280"/>
            <a:ext cx="1010285" cy="386080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ctr">
            <a:spAutoFit/>
          </a:bodyPr>
          <a:lstStyle/>
          <a:p>
            <a:pPr algn="ctr">
              <a:defRPr sz="1800">
                <a:latin typeface="Microsoft YaHei Semilight"/>
                <a:ea typeface="Microsoft YaHei Semilight"/>
                <a:cs typeface="Microsoft YaHei Semilight"/>
                <a:sym typeface="Microsoft YaHei Semilight"/>
              </a:defRPr>
            </a:pPr>
            <a:r>
              <a:rPr sz="9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多维报告与合并</a:t>
            </a:r>
            <a:endParaRPr sz="90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algn="ctr">
              <a:defRPr sz="1800">
                <a:latin typeface="Microsoft YaHei Semilight"/>
                <a:ea typeface="Microsoft YaHei Semilight"/>
                <a:cs typeface="Microsoft YaHei Semilight"/>
                <a:sym typeface="Microsoft YaHei Semilight"/>
              </a:defRPr>
            </a:pPr>
            <a:r>
              <a:rPr sz="9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EPM数据集成</a:t>
            </a:r>
            <a:endParaRPr sz="90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04" name="企业报告…" descr="e7d195523061f1c095cec9a2ce4aaba5ae6dbab02ffed52dD56A2562765E9123B0E230B2A550F729BA37EAA647666F3E180B0741AFED0988FDE5D2D695A9D370D9F0B555F564B53FA22D9A65ED86F38999DD4860987E56A3C9CA447454F7ED9A97188E372AC38DE1820C9CBFE822C42E86D671751EDAE1101A567FBD84A77E35C1C24ADB3A1F17C8EB0F14635EB835BA"/>
          <p:cNvSpPr txBox="1"/>
          <p:nvPr/>
        </p:nvSpPr>
        <p:spPr>
          <a:xfrm>
            <a:off x="6692265" y="2988945"/>
            <a:ext cx="874395" cy="386080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ctr">
            <a:spAutoFit/>
          </a:bodyPr>
          <a:lstStyle/>
          <a:p>
            <a:pPr algn="ctr">
              <a:defRPr sz="1800">
                <a:latin typeface="Microsoft YaHei Semilight"/>
                <a:ea typeface="Microsoft YaHei Semilight"/>
                <a:cs typeface="Microsoft YaHei Semilight"/>
                <a:sym typeface="Microsoft YaHei Semilight"/>
              </a:defRPr>
            </a:pPr>
            <a:r>
              <a:rPr sz="9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企业报告</a:t>
            </a:r>
            <a:endParaRPr sz="90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algn="ctr">
              <a:defRPr sz="1800">
                <a:latin typeface="Microsoft YaHei Semilight"/>
                <a:ea typeface="Microsoft YaHei Semilight"/>
                <a:cs typeface="Microsoft YaHei Semilight"/>
                <a:sym typeface="Microsoft YaHei Semilight"/>
              </a:defRPr>
            </a:pPr>
            <a:r>
              <a:rPr sz="9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企业绩效平台</a:t>
            </a:r>
            <a:endParaRPr sz="90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8738235" y="348615"/>
            <a:ext cx="3219450" cy="332740"/>
            <a:chOff x="13761" y="549"/>
            <a:chExt cx="5070" cy="524"/>
          </a:xfrm>
        </p:grpSpPr>
        <p:pic>
          <p:nvPicPr>
            <p:cNvPr id="4" name="图片 3"/>
            <p:cNvPicPr>
              <a:picLocks noChangeAspect="1"/>
            </p:cNvPicPr>
            <p:nvPr userDrawn="1"/>
          </p:nvPicPr>
          <p:blipFill>
            <a:blip r:embed="rId19"/>
            <a:srcRect l="17002" t="-1765" r="56499" b="-1176"/>
            <a:stretch>
              <a:fillRect/>
            </a:stretch>
          </p:blipFill>
          <p:spPr>
            <a:xfrm>
              <a:off x="13761" y="549"/>
              <a:ext cx="1582" cy="525"/>
            </a:xfrm>
            <a:prstGeom prst="rect">
              <a:avLst/>
            </a:prstGeom>
          </p:spPr>
        </p:pic>
        <p:sp>
          <p:nvSpPr>
            <p:cNvPr id="2" name="文本框 1"/>
            <p:cNvSpPr txBox="1"/>
            <p:nvPr userDrawn="1"/>
          </p:nvSpPr>
          <p:spPr>
            <a:xfrm>
              <a:off x="15219" y="655"/>
              <a:ext cx="3613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复杂逻辑场景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·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框架搭建系列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PPT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模板</a:t>
              </a:r>
              <a:endPara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cxnSp>
        <p:nvCxnSpPr>
          <p:cNvPr id="7" name="直线连接符 7"/>
          <p:cNvCxnSpPr/>
          <p:nvPr userDrawn="1"/>
        </p:nvCxnSpPr>
        <p:spPr>
          <a:xfrm>
            <a:off x="369165" y="839204"/>
            <a:ext cx="11459846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2"/>
          <p:cNvSpPr>
            <a:spLocks noGrp="1"/>
          </p:cNvSpPr>
          <p:nvPr/>
        </p:nvSpPr>
        <p:spPr>
          <a:xfrm>
            <a:off x="1105535" y="347980"/>
            <a:ext cx="7137400" cy="396875"/>
          </a:xfrm>
          <a:prstGeom prst="rect">
            <a:avLst/>
          </a:prstGeom>
          <a:ln w="12700">
            <a:miter lim="400000"/>
          </a:ln>
        </p:spPr>
        <p:txBody>
          <a:bodyPr vert="horz" wrap="square" lIns="25400" tIns="25400" rIns="25400" bIns="2540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0" lang="zh-CN" altLang="en-US" sz="2800" b="1" u="none" strike="noStrike" kern="1200" cap="none" spc="0" normalizeH="0" baseline="0" dirty="0">
                <a:ln>
                  <a:noFill/>
                </a:ln>
                <a:solidFill>
                  <a:schemeClr val="accent1"/>
                </a:solidFill>
                <a:effectLst>
                  <a:outerShdw blurRad="187896" dist="38100" dir="2700000" algn="tl" rotWithShape="0">
                    <a:srgbClr val="1C2952">
                      <a:alpha val="6000"/>
                    </a:srgbClr>
                  </a:outerShdw>
                </a:effectLst>
                <a:uLnTx/>
                <a:uFillTx/>
                <a:latin typeface="HONOR Sans CN" panose="05000200000000000000" charset="-122"/>
                <a:ea typeface="HONOR Sans CN" panose="05000200000000000000" charset="-122"/>
                <a:cs typeface="OPPOSans H" panose="00020600040101010101" pitchFamily="18" charset="-122"/>
              </a:defRPr>
            </a:lvl1pPr>
          </a:lstStyle>
          <a:p>
            <a:pPr algn="l"/>
            <a:r>
              <a:rPr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业务框架</a:t>
            </a:r>
            <a:r>
              <a:rPr lang="en-US" altLang="zh-CN"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中心发散架构 | </a:t>
            </a:r>
            <a:r>
              <a:rPr sz="250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用户品牌心智链路</a:t>
            </a:r>
            <a:endParaRPr lang="en-US" altLang="zh-CN" sz="2500" b="0">
              <a:solidFill>
                <a:schemeClr val="tx2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" name="图片 9" descr="屋顶资源管理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5600" y="186055"/>
            <a:ext cx="549910" cy="549910"/>
          </a:xfrm>
          <a:prstGeom prst="rect">
            <a:avLst/>
          </a:prstGeom>
        </p:spPr>
      </p:pic>
      <p:sp>
        <p:nvSpPr>
          <p:cNvPr id="195" name="任意多边形: 形状 151"/>
          <p:cNvSpPr/>
          <p:nvPr/>
        </p:nvSpPr>
        <p:spPr>
          <a:xfrm>
            <a:off x="1298721" y="1144907"/>
            <a:ext cx="9613321" cy="6565195"/>
          </a:xfrm>
          <a:custGeom>
            <a:avLst/>
            <a:gdLst>
              <a:gd name="connsiteX0" fmla="*/ 4805103 w 9613321"/>
              <a:gd name="connsiteY0" fmla="*/ 0 h 6565195"/>
              <a:gd name="connsiteX1" fmla="*/ 9613321 w 9613321"/>
              <a:gd name="connsiteY1" fmla="*/ 1865928 h 6565195"/>
              <a:gd name="connsiteX2" fmla="*/ 7472864 w 9613321"/>
              <a:gd name="connsiteY2" fmla="*/ 3364719 h 6565195"/>
              <a:gd name="connsiteX3" fmla="*/ 5718613 w 9613321"/>
              <a:gd name="connsiteY3" fmla="*/ 5266805 h 6565195"/>
              <a:gd name="connsiteX4" fmla="*/ 5704262 w 9613321"/>
              <a:gd name="connsiteY4" fmla="*/ 5288739 h 6565195"/>
              <a:gd name="connsiteX5" fmla="*/ 5704262 w 9613321"/>
              <a:gd name="connsiteY5" fmla="*/ 6565195 h 6565195"/>
              <a:gd name="connsiteX6" fmla="*/ 3914566 w 9613321"/>
              <a:gd name="connsiteY6" fmla="*/ 6565195 h 6565195"/>
              <a:gd name="connsiteX7" fmla="*/ 3914566 w 9613321"/>
              <a:gd name="connsiteY7" fmla="*/ 5288739 h 6565195"/>
              <a:gd name="connsiteX8" fmla="*/ 3900228 w 9613321"/>
              <a:gd name="connsiteY8" fmla="*/ 5266805 h 6565195"/>
              <a:gd name="connsiteX9" fmla="*/ 2145995 w 9613321"/>
              <a:gd name="connsiteY9" fmla="*/ 3364719 h 6565195"/>
              <a:gd name="connsiteX10" fmla="*/ 0 w 9613321"/>
              <a:gd name="connsiteY10" fmla="*/ 1863065 h 6565195"/>
              <a:gd name="connsiteX11" fmla="*/ 4805103 w 9613321"/>
              <a:gd name="connsiteY11" fmla="*/ 0 h 65651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613321" h="6565195">
                <a:moveTo>
                  <a:pt x="4805103" y="0"/>
                </a:moveTo>
                <a:cubicBezTo>
                  <a:pt x="6657968" y="0"/>
                  <a:pt x="8345734" y="706990"/>
                  <a:pt x="9613321" y="1865928"/>
                </a:cubicBezTo>
                <a:cubicBezTo>
                  <a:pt x="8925299" y="2225491"/>
                  <a:pt x="8161204" y="2769730"/>
                  <a:pt x="7472864" y="3364719"/>
                </a:cubicBezTo>
                <a:cubicBezTo>
                  <a:pt x="6750615" y="3988994"/>
                  <a:pt x="6106090" y="4673949"/>
                  <a:pt x="5718613" y="5266805"/>
                </a:cubicBezTo>
                <a:lnTo>
                  <a:pt x="5704262" y="5288739"/>
                </a:lnTo>
                <a:lnTo>
                  <a:pt x="5704262" y="6565195"/>
                </a:lnTo>
                <a:lnTo>
                  <a:pt x="3914566" y="6565195"/>
                </a:lnTo>
                <a:lnTo>
                  <a:pt x="3914566" y="5288739"/>
                </a:lnTo>
                <a:lnTo>
                  <a:pt x="3900228" y="5266805"/>
                </a:lnTo>
                <a:cubicBezTo>
                  <a:pt x="3512719" y="4673949"/>
                  <a:pt x="2868244" y="3988994"/>
                  <a:pt x="2145995" y="3364719"/>
                </a:cubicBezTo>
                <a:cubicBezTo>
                  <a:pt x="1455794" y="2768149"/>
                  <a:pt x="689489" y="2222595"/>
                  <a:pt x="0" y="1863065"/>
                </a:cubicBezTo>
                <a:cubicBezTo>
                  <a:pt x="1267237" y="705828"/>
                  <a:pt x="2953742" y="0"/>
                  <a:pt x="4805103" y="0"/>
                </a:cubicBezTo>
                <a:close/>
              </a:path>
            </a:pathLst>
          </a:custGeom>
          <a:gradFill>
            <a:gsLst>
              <a:gs pos="100000">
                <a:schemeClr val="accent1">
                  <a:lumMod val="20000"/>
                  <a:lumOff val="80000"/>
                  <a:alpha val="0"/>
                </a:schemeClr>
              </a:gs>
              <a:gs pos="21000">
                <a:schemeClr val="accent1">
                  <a:lumMod val="60000"/>
                  <a:lumOff val="40000"/>
                  <a:alpha val="20000"/>
                </a:schemeClr>
              </a:gs>
            </a:gsLst>
            <a:lin ang="5400000" scaled="0"/>
          </a:gra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6" name="任意多边形: 形状 149"/>
          <p:cNvSpPr/>
          <p:nvPr/>
        </p:nvSpPr>
        <p:spPr>
          <a:xfrm>
            <a:off x="1276738" y="1144905"/>
            <a:ext cx="9635294" cy="6211920"/>
          </a:xfrm>
          <a:custGeom>
            <a:avLst/>
            <a:gdLst>
              <a:gd name="connsiteX0" fmla="*/ 5718423 w 9635294"/>
              <a:gd name="connsiteY0" fmla="*/ 6194553 h 6211920"/>
              <a:gd name="connsiteX1" fmla="*/ 5721598 w 9635294"/>
              <a:gd name="connsiteY1" fmla="*/ 6194553 h 6211920"/>
              <a:gd name="connsiteX2" fmla="*/ 5721598 w 9635294"/>
              <a:gd name="connsiteY2" fmla="*/ 6211920 h 6211920"/>
              <a:gd name="connsiteX3" fmla="*/ 5718423 w 9635294"/>
              <a:gd name="connsiteY3" fmla="*/ 6211920 h 6211920"/>
              <a:gd name="connsiteX4" fmla="*/ 5708898 w 9635294"/>
              <a:gd name="connsiteY4" fmla="*/ 6194553 h 6211920"/>
              <a:gd name="connsiteX5" fmla="*/ 5712073 w 9635294"/>
              <a:gd name="connsiteY5" fmla="*/ 6194553 h 6211920"/>
              <a:gd name="connsiteX6" fmla="*/ 5712073 w 9635294"/>
              <a:gd name="connsiteY6" fmla="*/ 6211920 h 6211920"/>
              <a:gd name="connsiteX7" fmla="*/ 5708898 w 9635294"/>
              <a:gd name="connsiteY7" fmla="*/ 6211920 h 6211920"/>
              <a:gd name="connsiteX8" fmla="*/ 3928727 w 9635294"/>
              <a:gd name="connsiteY8" fmla="*/ 6194553 h 6211920"/>
              <a:gd name="connsiteX9" fmla="*/ 3931901 w 9635294"/>
              <a:gd name="connsiteY9" fmla="*/ 6194553 h 6211920"/>
              <a:gd name="connsiteX10" fmla="*/ 3931901 w 9635294"/>
              <a:gd name="connsiteY10" fmla="*/ 6211920 h 6211920"/>
              <a:gd name="connsiteX11" fmla="*/ 3928727 w 9635294"/>
              <a:gd name="connsiteY11" fmla="*/ 6211920 h 6211920"/>
              <a:gd name="connsiteX12" fmla="*/ 3919202 w 9635294"/>
              <a:gd name="connsiteY12" fmla="*/ 6194553 h 6211920"/>
              <a:gd name="connsiteX13" fmla="*/ 3922376 w 9635294"/>
              <a:gd name="connsiteY13" fmla="*/ 6194553 h 6211920"/>
              <a:gd name="connsiteX14" fmla="*/ 3922376 w 9635294"/>
              <a:gd name="connsiteY14" fmla="*/ 6211920 h 6211920"/>
              <a:gd name="connsiteX15" fmla="*/ 3919202 w 9635294"/>
              <a:gd name="connsiteY15" fmla="*/ 6211920 h 6211920"/>
              <a:gd name="connsiteX16" fmla="*/ 5718423 w 9635294"/>
              <a:gd name="connsiteY16" fmla="*/ 6143880 h 6211920"/>
              <a:gd name="connsiteX17" fmla="*/ 5721598 w 9635294"/>
              <a:gd name="connsiteY17" fmla="*/ 6143880 h 6211920"/>
              <a:gd name="connsiteX18" fmla="*/ 5721598 w 9635294"/>
              <a:gd name="connsiteY18" fmla="*/ 6169217 h 6211920"/>
              <a:gd name="connsiteX19" fmla="*/ 5718423 w 9635294"/>
              <a:gd name="connsiteY19" fmla="*/ 6169217 h 6211920"/>
              <a:gd name="connsiteX20" fmla="*/ 5708898 w 9635294"/>
              <a:gd name="connsiteY20" fmla="*/ 6143880 h 6211920"/>
              <a:gd name="connsiteX21" fmla="*/ 5712073 w 9635294"/>
              <a:gd name="connsiteY21" fmla="*/ 6143880 h 6211920"/>
              <a:gd name="connsiteX22" fmla="*/ 5712073 w 9635294"/>
              <a:gd name="connsiteY22" fmla="*/ 6169217 h 6211920"/>
              <a:gd name="connsiteX23" fmla="*/ 5708898 w 9635294"/>
              <a:gd name="connsiteY23" fmla="*/ 6169217 h 6211920"/>
              <a:gd name="connsiteX24" fmla="*/ 3928727 w 9635294"/>
              <a:gd name="connsiteY24" fmla="*/ 6143880 h 6211920"/>
              <a:gd name="connsiteX25" fmla="*/ 3931901 w 9635294"/>
              <a:gd name="connsiteY25" fmla="*/ 6143880 h 6211920"/>
              <a:gd name="connsiteX26" fmla="*/ 3931901 w 9635294"/>
              <a:gd name="connsiteY26" fmla="*/ 6169217 h 6211920"/>
              <a:gd name="connsiteX27" fmla="*/ 3928727 w 9635294"/>
              <a:gd name="connsiteY27" fmla="*/ 6169217 h 6211920"/>
              <a:gd name="connsiteX28" fmla="*/ 3919202 w 9635294"/>
              <a:gd name="connsiteY28" fmla="*/ 6143880 h 6211920"/>
              <a:gd name="connsiteX29" fmla="*/ 3922376 w 9635294"/>
              <a:gd name="connsiteY29" fmla="*/ 6143880 h 6211920"/>
              <a:gd name="connsiteX30" fmla="*/ 3922376 w 9635294"/>
              <a:gd name="connsiteY30" fmla="*/ 6169217 h 6211920"/>
              <a:gd name="connsiteX31" fmla="*/ 3919202 w 9635294"/>
              <a:gd name="connsiteY31" fmla="*/ 6169217 h 6211920"/>
              <a:gd name="connsiteX32" fmla="*/ 5718423 w 9635294"/>
              <a:gd name="connsiteY32" fmla="*/ 6093208 h 6211920"/>
              <a:gd name="connsiteX33" fmla="*/ 5721598 w 9635294"/>
              <a:gd name="connsiteY33" fmla="*/ 6093208 h 6211920"/>
              <a:gd name="connsiteX34" fmla="*/ 5721598 w 9635294"/>
              <a:gd name="connsiteY34" fmla="*/ 6118544 h 6211920"/>
              <a:gd name="connsiteX35" fmla="*/ 5718423 w 9635294"/>
              <a:gd name="connsiteY35" fmla="*/ 6118544 h 6211920"/>
              <a:gd name="connsiteX36" fmla="*/ 5708898 w 9635294"/>
              <a:gd name="connsiteY36" fmla="*/ 6093208 h 6211920"/>
              <a:gd name="connsiteX37" fmla="*/ 5712073 w 9635294"/>
              <a:gd name="connsiteY37" fmla="*/ 6093208 h 6211920"/>
              <a:gd name="connsiteX38" fmla="*/ 5712073 w 9635294"/>
              <a:gd name="connsiteY38" fmla="*/ 6118544 h 6211920"/>
              <a:gd name="connsiteX39" fmla="*/ 5708898 w 9635294"/>
              <a:gd name="connsiteY39" fmla="*/ 6118544 h 6211920"/>
              <a:gd name="connsiteX40" fmla="*/ 3928727 w 9635294"/>
              <a:gd name="connsiteY40" fmla="*/ 6093208 h 6211920"/>
              <a:gd name="connsiteX41" fmla="*/ 3931901 w 9635294"/>
              <a:gd name="connsiteY41" fmla="*/ 6093208 h 6211920"/>
              <a:gd name="connsiteX42" fmla="*/ 3931901 w 9635294"/>
              <a:gd name="connsiteY42" fmla="*/ 6118544 h 6211920"/>
              <a:gd name="connsiteX43" fmla="*/ 3928727 w 9635294"/>
              <a:gd name="connsiteY43" fmla="*/ 6118544 h 6211920"/>
              <a:gd name="connsiteX44" fmla="*/ 3919202 w 9635294"/>
              <a:gd name="connsiteY44" fmla="*/ 6093208 h 6211920"/>
              <a:gd name="connsiteX45" fmla="*/ 3922376 w 9635294"/>
              <a:gd name="connsiteY45" fmla="*/ 6093208 h 6211920"/>
              <a:gd name="connsiteX46" fmla="*/ 3922376 w 9635294"/>
              <a:gd name="connsiteY46" fmla="*/ 6118544 h 6211920"/>
              <a:gd name="connsiteX47" fmla="*/ 3919202 w 9635294"/>
              <a:gd name="connsiteY47" fmla="*/ 6118544 h 6211920"/>
              <a:gd name="connsiteX48" fmla="*/ 5718423 w 9635294"/>
              <a:gd name="connsiteY48" fmla="*/ 6042533 h 6211920"/>
              <a:gd name="connsiteX49" fmla="*/ 5721598 w 9635294"/>
              <a:gd name="connsiteY49" fmla="*/ 6042533 h 6211920"/>
              <a:gd name="connsiteX50" fmla="*/ 5721598 w 9635294"/>
              <a:gd name="connsiteY50" fmla="*/ 6067869 h 6211920"/>
              <a:gd name="connsiteX51" fmla="*/ 5718423 w 9635294"/>
              <a:gd name="connsiteY51" fmla="*/ 6067869 h 6211920"/>
              <a:gd name="connsiteX52" fmla="*/ 5708898 w 9635294"/>
              <a:gd name="connsiteY52" fmla="*/ 6042533 h 6211920"/>
              <a:gd name="connsiteX53" fmla="*/ 5712073 w 9635294"/>
              <a:gd name="connsiteY53" fmla="*/ 6042533 h 6211920"/>
              <a:gd name="connsiteX54" fmla="*/ 5712073 w 9635294"/>
              <a:gd name="connsiteY54" fmla="*/ 6067869 h 6211920"/>
              <a:gd name="connsiteX55" fmla="*/ 5708898 w 9635294"/>
              <a:gd name="connsiteY55" fmla="*/ 6067869 h 6211920"/>
              <a:gd name="connsiteX56" fmla="*/ 3928727 w 9635294"/>
              <a:gd name="connsiteY56" fmla="*/ 6042533 h 6211920"/>
              <a:gd name="connsiteX57" fmla="*/ 3931901 w 9635294"/>
              <a:gd name="connsiteY57" fmla="*/ 6042533 h 6211920"/>
              <a:gd name="connsiteX58" fmla="*/ 3931901 w 9635294"/>
              <a:gd name="connsiteY58" fmla="*/ 6067869 h 6211920"/>
              <a:gd name="connsiteX59" fmla="*/ 3928727 w 9635294"/>
              <a:gd name="connsiteY59" fmla="*/ 6067869 h 6211920"/>
              <a:gd name="connsiteX60" fmla="*/ 3919202 w 9635294"/>
              <a:gd name="connsiteY60" fmla="*/ 6042533 h 6211920"/>
              <a:gd name="connsiteX61" fmla="*/ 3922376 w 9635294"/>
              <a:gd name="connsiteY61" fmla="*/ 6042533 h 6211920"/>
              <a:gd name="connsiteX62" fmla="*/ 3922376 w 9635294"/>
              <a:gd name="connsiteY62" fmla="*/ 6067869 h 6211920"/>
              <a:gd name="connsiteX63" fmla="*/ 3919202 w 9635294"/>
              <a:gd name="connsiteY63" fmla="*/ 6067869 h 6211920"/>
              <a:gd name="connsiteX64" fmla="*/ 5718423 w 9635294"/>
              <a:gd name="connsiteY64" fmla="*/ 5991860 h 6211920"/>
              <a:gd name="connsiteX65" fmla="*/ 5721598 w 9635294"/>
              <a:gd name="connsiteY65" fmla="*/ 5991860 h 6211920"/>
              <a:gd name="connsiteX66" fmla="*/ 5721598 w 9635294"/>
              <a:gd name="connsiteY66" fmla="*/ 6017197 h 6211920"/>
              <a:gd name="connsiteX67" fmla="*/ 5718423 w 9635294"/>
              <a:gd name="connsiteY67" fmla="*/ 6017197 h 6211920"/>
              <a:gd name="connsiteX68" fmla="*/ 5708898 w 9635294"/>
              <a:gd name="connsiteY68" fmla="*/ 5991860 h 6211920"/>
              <a:gd name="connsiteX69" fmla="*/ 5712073 w 9635294"/>
              <a:gd name="connsiteY69" fmla="*/ 5991860 h 6211920"/>
              <a:gd name="connsiteX70" fmla="*/ 5712073 w 9635294"/>
              <a:gd name="connsiteY70" fmla="*/ 6017197 h 6211920"/>
              <a:gd name="connsiteX71" fmla="*/ 5708898 w 9635294"/>
              <a:gd name="connsiteY71" fmla="*/ 6017197 h 6211920"/>
              <a:gd name="connsiteX72" fmla="*/ 3928727 w 9635294"/>
              <a:gd name="connsiteY72" fmla="*/ 5991860 h 6211920"/>
              <a:gd name="connsiteX73" fmla="*/ 3931901 w 9635294"/>
              <a:gd name="connsiteY73" fmla="*/ 5991860 h 6211920"/>
              <a:gd name="connsiteX74" fmla="*/ 3931901 w 9635294"/>
              <a:gd name="connsiteY74" fmla="*/ 6017197 h 6211920"/>
              <a:gd name="connsiteX75" fmla="*/ 3928727 w 9635294"/>
              <a:gd name="connsiteY75" fmla="*/ 6017197 h 6211920"/>
              <a:gd name="connsiteX76" fmla="*/ 3919202 w 9635294"/>
              <a:gd name="connsiteY76" fmla="*/ 5991860 h 6211920"/>
              <a:gd name="connsiteX77" fmla="*/ 3922376 w 9635294"/>
              <a:gd name="connsiteY77" fmla="*/ 5991860 h 6211920"/>
              <a:gd name="connsiteX78" fmla="*/ 3922376 w 9635294"/>
              <a:gd name="connsiteY78" fmla="*/ 6017197 h 6211920"/>
              <a:gd name="connsiteX79" fmla="*/ 3919202 w 9635294"/>
              <a:gd name="connsiteY79" fmla="*/ 6017197 h 6211920"/>
              <a:gd name="connsiteX80" fmla="*/ 5718423 w 9635294"/>
              <a:gd name="connsiteY80" fmla="*/ 5941187 h 6211920"/>
              <a:gd name="connsiteX81" fmla="*/ 5721598 w 9635294"/>
              <a:gd name="connsiteY81" fmla="*/ 5941187 h 6211920"/>
              <a:gd name="connsiteX82" fmla="*/ 5721598 w 9635294"/>
              <a:gd name="connsiteY82" fmla="*/ 5966524 h 6211920"/>
              <a:gd name="connsiteX83" fmla="*/ 5718423 w 9635294"/>
              <a:gd name="connsiteY83" fmla="*/ 5966524 h 6211920"/>
              <a:gd name="connsiteX84" fmla="*/ 5708898 w 9635294"/>
              <a:gd name="connsiteY84" fmla="*/ 5941187 h 6211920"/>
              <a:gd name="connsiteX85" fmla="*/ 5712073 w 9635294"/>
              <a:gd name="connsiteY85" fmla="*/ 5941187 h 6211920"/>
              <a:gd name="connsiteX86" fmla="*/ 5712073 w 9635294"/>
              <a:gd name="connsiteY86" fmla="*/ 5966524 h 6211920"/>
              <a:gd name="connsiteX87" fmla="*/ 5708898 w 9635294"/>
              <a:gd name="connsiteY87" fmla="*/ 5966524 h 6211920"/>
              <a:gd name="connsiteX88" fmla="*/ 3928727 w 9635294"/>
              <a:gd name="connsiteY88" fmla="*/ 5941187 h 6211920"/>
              <a:gd name="connsiteX89" fmla="*/ 3931901 w 9635294"/>
              <a:gd name="connsiteY89" fmla="*/ 5941187 h 6211920"/>
              <a:gd name="connsiteX90" fmla="*/ 3931901 w 9635294"/>
              <a:gd name="connsiteY90" fmla="*/ 5966524 h 6211920"/>
              <a:gd name="connsiteX91" fmla="*/ 3928727 w 9635294"/>
              <a:gd name="connsiteY91" fmla="*/ 5966524 h 6211920"/>
              <a:gd name="connsiteX92" fmla="*/ 3919202 w 9635294"/>
              <a:gd name="connsiteY92" fmla="*/ 5941187 h 6211920"/>
              <a:gd name="connsiteX93" fmla="*/ 3922376 w 9635294"/>
              <a:gd name="connsiteY93" fmla="*/ 5941187 h 6211920"/>
              <a:gd name="connsiteX94" fmla="*/ 3922376 w 9635294"/>
              <a:gd name="connsiteY94" fmla="*/ 5966524 h 6211920"/>
              <a:gd name="connsiteX95" fmla="*/ 3919202 w 9635294"/>
              <a:gd name="connsiteY95" fmla="*/ 5966524 h 6211920"/>
              <a:gd name="connsiteX96" fmla="*/ 5718423 w 9635294"/>
              <a:gd name="connsiteY96" fmla="*/ 5890515 h 6211920"/>
              <a:gd name="connsiteX97" fmla="*/ 5721598 w 9635294"/>
              <a:gd name="connsiteY97" fmla="*/ 5890515 h 6211920"/>
              <a:gd name="connsiteX98" fmla="*/ 5721598 w 9635294"/>
              <a:gd name="connsiteY98" fmla="*/ 5915851 h 6211920"/>
              <a:gd name="connsiteX99" fmla="*/ 5718423 w 9635294"/>
              <a:gd name="connsiteY99" fmla="*/ 5915851 h 6211920"/>
              <a:gd name="connsiteX100" fmla="*/ 5708898 w 9635294"/>
              <a:gd name="connsiteY100" fmla="*/ 5890515 h 6211920"/>
              <a:gd name="connsiteX101" fmla="*/ 5712073 w 9635294"/>
              <a:gd name="connsiteY101" fmla="*/ 5890515 h 6211920"/>
              <a:gd name="connsiteX102" fmla="*/ 5712073 w 9635294"/>
              <a:gd name="connsiteY102" fmla="*/ 5915851 h 6211920"/>
              <a:gd name="connsiteX103" fmla="*/ 5708898 w 9635294"/>
              <a:gd name="connsiteY103" fmla="*/ 5915851 h 6211920"/>
              <a:gd name="connsiteX104" fmla="*/ 3928727 w 9635294"/>
              <a:gd name="connsiteY104" fmla="*/ 5890515 h 6211920"/>
              <a:gd name="connsiteX105" fmla="*/ 3931901 w 9635294"/>
              <a:gd name="connsiteY105" fmla="*/ 5890515 h 6211920"/>
              <a:gd name="connsiteX106" fmla="*/ 3931901 w 9635294"/>
              <a:gd name="connsiteY106" fmla="*/ 5915851 h 6211920"/>
              <a:gd name="connsiteX107" fmla="*/ 3928727 w 9635294"/>
              <a:gd name="connsiteY107" fmla="*/ 5915851 h 6211920"/>
              <a:gd name="connsiteX108" fmla="*/ 3919202 w 9635294"/>
              <a:gd name="connsiteY108" fmla="*/ 5890515 h 6211920"/>
              <a:gd name="connsiteX109" fmla="*/ 3922376 w 9635294"/>
              <a:gd name="connsiteY109" fmla="*/ 5890515 h 6211920"/>
              <a:gd name="connsiteX110" fmla="*/ 3922376 w 9635294"/>
              <a:gd name="connsiteY110" fmla="*/ 5915851 h 6211920"/>
              <a:gd name="connsiteX111" fmla="*/ 3919202 w 9635294"/>
              <a:gd name="connsiteY111" fmla="*/ 5915851 h 6211920"/>
              <a:gd name="connsiteX112" fmla="*/ 5718423 w 9635294"/>
              <a:gd name="connsiteY112" fmla="*/ 5839842 h 6211920"/>
              <a:gd name="connsiteX113" fmla="*/ 5721598 w 9635294"/>
              <a:gd name="connsiteY113" fmla="*/ 5839842 h 6211920"/>
              <a:gd name="connsiteX114" fmla="*/ 5721598 w 9635294"/>
              <a:gd name="connsiteY114" fmla="*/ 5865178 h 6211920"/>
              <a:gd name="connsiteX115" fmla="*/ 5718423 w 9635294"/>
              <a:gd name="connsiteY115" fmla="*/ 5865178 h 6211920"/>
              <a:gd name="connsiteX116" fmla="*/ 5708898 w 9635294"/>
              <a:gd name="connsiteY116" fmla="*/ 5839842 h 6211920"/>
              <a:gd name="connsiteX117" fmla="*/ 5712073 w 9635294"/>
              <a:gd name="connsiteY117" fmla="*/ 5839842 h 6211920"/>
              <a:gd name="connsiteX118" fmla="*/ 5712073 w 9635294"/>
              <a:gd name="connsiteY118" fmla="*/ 5865178 h 6211920"/>
              <a:gd name="connsiteX119" fmla="*/ 5708898 w 9635294"/>
              <a:gd name="connsiteY119" fmla="*/ 5865178 h 6211920"/>
              <a:gd name="connsiteX120" fmla="*/ 3928727 w 9635294"/>
              <a:gd name="connsiteY120" fmla="*/ 5839842 h 6211920"/>
              <a:gd name="connsiteX121" fmla="*/ 3931901 w 9635294"/>
              <a:gd name="connsiteY121" fmla="*/ 5839842 h 6211920"/>
              <a:gd name="connsiteX122" fmla="*/ 3931901 w 9635294"/>
              <a:gd name="connsiteY122" fmla="*/ 5865178 h 6211920"/>
              <a:gd name="connsiteX123" fmla="*/ 3928727 w 9635294"/>
              <a:gd name="connsiteY123" fmla="*/ 5865178 h 6211920"/>
              <a:gd name="connsiteX124" fmla="*/ 3919202 w 9635294"/>
              <a:gd name="connsiteY124" fmla="*/ 5839842 h 6211920"/>
              <a:gd name="connsiteX125" fmla="*/ 3922376 w 9635294"/>
              <a:gd name="connsiteY125" fmla="*/ 5839842 h 6211920"/>
              <a:gd name="connsiteX126" fmla="*/ 3922376 w 9635294"/>
              <a:gd name="connsiteY126" fmla="*/ 5865178 h 6211920"/>
              <a:gd name="connsiteX127" fmla="*/ 3919202 w 9635294"/>
              <a:gd name="connsiteY127" fmla="*/ 5865178 h 6211920"/>
              <a:gd name="connsiteX128" fmla="*/ 5718423 w 9635294"/>
              <a:gd name="connsiteY128" fmla="*/ 5789170 h 6211920"/>
              <a:gd name="connsiteX129" fmla="*/ 5721598 w 9635294"/>
              <a:gd name="connsiteY129" fmla="*/ 5789170 h 6211920"/>
              <a:gd name="connsiteX130" fmla="*/ 5721598 w 9635294"/>
              <a:gd name="connsiteY130" fmla="*/ 5814506 h 6211920"/>
              <a:gd name="connsiteX131" fmla="*/ 5718423 w 9635294"/>
              <a:gd name="connsiteY131" fmla="*/ 5814506 h 6211920"/>
              <a:gd name="connsiteX132" fmla="*/ 5708898 w 9635294"/>
              <a:gd name="connsiteY132" fmla="*/ 5789170 h 6211920"/>
              <a:gd name="connsiteX133" fmla="*/ 5712073 w 9635294"/>
              <a:gd name="connsiteY133" fmla="*/ 5789170 h 6211920"/>
              <a:gd name="connsiteX134" fmla="*/ 5712073 w 9635294"/>
              <a:gd name="connsiteY134" fmla="*/ 5814506 h 6211920"/>
              <a:gd name="connsiteX135" fmla="*/ 5708898 w 9635294"/>
              <a:gd name="connsiteY135" fmla="*/ 5814506 h 6211920"/>
              <a:gd name="connsiteX136" fmla="*/ 3928727 w 9635294"/>
              <a:gd name="connsiteY136" fmla="*/ 5789170 h 6211920"/>
              <a:gd name="connsiteX137" fmla="*/ 3931901 w 9635294"/>
              <a:gd name="connsiteY137" fmla="*/ 5789170 h 6211920"/>
              <a:gd name="connsiteX138" fmla="*/ 3931901 w 9635294"/>
              <a:gd name="connsiteY138" fmla="*/ 5814506 h 6211920"/>
              <a:gd name="connsiteX139" fmla="*/ 3928727 w 9635294"/>
              <a:gd name="connsiteY139" fmla="*/ 5814506 h 6211920"/>
              <a:gd name="connsiteX140" fmla="*/ 3919202 w 9635294"/>
              <a:gd name="connsiteY140" fmla="*/ 5789170 h 6211920"/>
              <a:gd name="connsiteX141" fmla="*/ 3922376 w 9635294"/>
              <a:gd name="connsiteY141" fmla="*/ 5789170 h 6211920"/>
              <a:gd name="connsiteX142" fmla="*/ 3922376 w 9635294"/>
              <a:gd name="connsiteY142" fmla="*/ 5814506 h 6211920"/>
              <a:gd name="connsiteX143" fmla="*/ 3919202 w 9635294"/>
              <a:gd name="connsiteY143" fmla="*/ 5814506 h 6211920"/>
              <a:gd name="connsiteX144" fmla="*/ 5718423 w 9635294"/>
              <a:gd name="connsiteY144" fmla="*/ 5738495 h 6211920"/>
              <a:gd name="connsiteX145" fmla="*/ 5721598 w 9635294"/>
              <a:gd name="connsiteY145" fmla="*/ 5738495 h 6211920"/>
              <a:gd name="connsiteX146" fmla="*/ 5721598 w 9635294"/>
              <a:gd name="connsiteY146" fmla="*/ 5763831 h 6211920"/>
              <a:gd name="connsiteX147" fmla="*/ 5718423 w 9635294"/>
              <a:gd name="connsiteY147" fmla="*/ 5763831 h 6211920"/>
              <a:gd name="connsiteX148" fmla="*/ 5708898 w 9635294"/>
              <a:gd name="connsiteY148" fmla="*/ 5738495 h 6211920"/>
              <a:gd name="connsiteX149" fmla="*/ 5712073 w 9635294"/>
              <a:gd name="connsiteY149" fmla="*/ 5738495 h 6211920"/>
              <a:gd name="connsiteX150" fmla="*/ 5712073 w 9635294"/>
              <a:gd name="connsiteY150" fmla="*/ 5763831 h 6211920"/>
              <a:gd name="connsiteX151" fmla="*/ 5708898 w 9635294"/>
              <a:gd name="connsiteY151" fmla="*/ 5763831 h 6211920"/>
              <a:gd name="connsiteX152" fmla="*/ 3928727 w 9635294"/>
              <a:gd name="connsiteY152" fmla="*/ 5738495 h 6211920"/>
              <a:gd name="connsiteX153" fmla="*/ 3931901 w 9635294"/>
              <a:gd name="connsiteY153" fmla="*/ 5738495 h 6211920"/>
              <a:gd name="connsiteX154" fmla="*/ 3931901 w 9635294"/>
              <a:gd name="connsiteY154" fmla="*/ 5763831 h 6211920"/>
              <a:gd name="connsiteX155" fmla="*/ 3928727 w 9635294"/>
              <a:gd name="connsiteY155" fmla="*/ 5763831 h 6211920"/>
              <a:gd name="connsiteX156" fmla="*/ 3919202 w 9635294"/>
              <a:gd name="connsiteY156" fmla="*/ 5738495 h 6211920"/>
              <a:gd name="connsiteX157" fmla="*/ 3922376 w 9635294"/>
              <a:gd name="connsiteY157" fmla="*/ 5738495 h 6211920"/>
              <a:gd name="connsiteX158" fmla="*/ 3922376 w 9635294"/>
              <a:gd name="connsiteY158" fmla="*/ 5763831 h 6211920"/>
              <a:gd name="connsiteX159" fmla="*/ 3919202 w 9635294"/>
              <a:gd name="connsiteY159" fmla="*/ 5763831 h 6211920"/>
              <a:gd name="connsiteX160" fmla="*/ 5718423 w 9635294"/>
              <a:gd name="connsiteY160" fmla="*/ 5687822 h 6211920"/>
              <a:gd name="connsiteX161" fmla="*/ 5721598 w 9635294"/>
              <a:gd name="connsiteY161" fmla="*/ 5687822 h 6211920"/>
              <a:gd name="connsiteX162" fmla="*/ 5721598 w 9635294"/>
              <a:gd name="connsiteY162" fmla="*/ 5713159 h 6211920"/>
              <a:gd name="connsiteX163" fmla="*/ 5718423 w 9635294"/>
              <a:gd name="connsiteY163" fmla="*/ 5713159 h 6211920"/>
              <a:gd name="connsiteX164" fmla="*/ 5708898 w 9635294"/>
              <a:gd name="connsiteY164" fmla="*/ 5687822 h 6211920"/>
              <a:gd name="connsiteX165" fmla="*/ 5712073 w 9635294"/>
              <a:gd name="connsiteY165" fmla="*/ 5687822 h 6211920"/>
              <a:gd name="connsiteX166" fmla="*/ 5712073 w 9635294"/>
              <a:gd name="connsiteY166" fmla="*/ 5713159 h 6211920"/>
              <a:gd name="connsiteX167" fmla="*/ 5708898 w 9635294"/>
              <a:gd name="connsiteY167" fmla="*/ 5713159 h 6211920"/>
              <a:gd name="connsiteX168" fmla="*/ 3928727 w 9635294"/>
              <a:gd name="connsiteY168" fmla="*/ 5687822 h 6211920"/>
              <a:gd name="connsiteX169" fmla="*/ 3931901 w 9635294"/>
              <a:gd name="connsiteY169" fmla="*/ 5687822 h 6211920"/>
              <a:gd name="connsiteX170" fmla="*/ 3931901 w 9635294"/>
              <a:gd name="connsiteY170" fmla="*/ 5713159 h 6211920"/>
              <a:gd name="connsiteX171" fmla="*/ 3928727 w 9635294"/>
              <a:gd name="connsiteY171" fmla="*/ 5713159 h 6211920"/>
              <a:gd name="connsiteX172" fmla="*/ 3919202 w 9635294"/>
              <a:gd name="connsiteY172" fmla="*/ 5687822 h 6211920"/>
              <a:gd name="connsiteX173" fmla="*/ 3922376 w 9635294"/>
              <a:gd name="connsiteY173" fmla="*/ 5687822 h 6211920"/>
              <a:gd name="connsiteX174" fmla="*/ 3922376 w 9635294"/>
              <a:gd name="connsiteY174" fmla="*/ 5713159 h 6211920"/>
              <a:gd name="connsiteX175" fmla="*/ 3919202 w 9635294"/>
              <a:gd name="connsiteY175" fmla="*/ 5713159 h 6211920"/>
              <a:gd name="connsiteX176" fmla="*/ 5718423 w 9635294"/>
              <a:gd name="connsiteY176" fmla="*/ 5637149 h 6211920"/>
              <a:gd name="connsiteX177" fmla="*/ 5721598 w 9635294"/>
              <a:gd name="connsiteY177" fmla="*/ 5637149 h 6211920"/>
              <a:gd name="connsiteX178" fmla="*/ 5721598 w 9635294"/>
              <a:gd name="connsiteY178" fmla="*/ 5662486 h 6211920"/>
              <a:gd name="connsiteX179" fmla="*/ 5718423 w 9635294"/>
              <a:gd name="connsiteY179" fmla="*/ 5662486 h 6211920"/>
              <a:gd name="connsiteX180" fmla="*/ 5708898 w 9635294"/>
              <a:gd name="connsiteY180" fmla="*/ 5637149 h 6211920"/>
              <a:gd name="connsiteX181" fmla="*/ 5712073 w 9635294"/>
              <a:gd name="connsiteY181" fmla="*/ 5637149 h 6211920"/>
              <a:gd name="connsiteX182" fmla="*/ 5712073 w 9635294"/>
              <a:gd name="connsiteY182" fmla="*/ 5662486 h 6211920"/>
              <a:gd name="connsiteX183" fmla="*/ 5708898 w 9635294"/>
              <a:gd name="connsiteY183" fmla="*/ 5662486 h 6211920"/>
              <a:gd name="connsiteX184" fmla="*/ 3928727 w 9635294"/>
              <a:gd name="connsiteY184" fmla="*/ 5637149 h 6211920"/>
              <a:gd name="connsiteX185" fmla="*/ 3931901 w 9635294"/>
              <a:gd name="connsiteY185" fmla="*/ 5637149 h 6211920"/>
              <a:gd name="connsiteX186" fmla="*/ 3931901 w 9635294"/>
              <a:gd name="connsiteY186" fmla="*/ 5662486 h 6211920"/>
              <a:gd name="connsiteX187" fmla="*/ 3928727 w 9635294"/>
              <a:gd name="connsiteY187" fmla="*/ 5662486 h 6211920"/>
              <a:gd name="connsiteX188" fmla="*/ 3919202 w 9635294"/>
              <a:gd name="connsiteY188" fmla="*/ 5637149 h 6211920"/>
              <a:gd name="connsiteX189" fmla="*/ 3922376 w 9635294"/>
              <a:gd name="connsiteY189" fmla="*/ 5637149 h 6211920"/>
              <a:gd name="connsiteX190" fmla="*/ 3922376 w 9635294"/>
              <a:gd name="connsiteY190" fmla="*/ 5662486 h 6211920"/>
              <a:gd name="connsiteX191" fmla="*/ 3919202 w 9635294"/>
              <a:gd name="connsiteY191" fmla="*/ 5662486 h 6211920"/>
              <a:gd name="connsiteX192" fmla="*/ 5718423 w 9635294"/>
              <a:gd name="connsiteY192" fmla="*/ 5586476 h 6211920"/>
              <a:gd name="connsiteX193" fmla="*/ 5721598 w 9635294"/>
              <a:gd name="connsiteY193" fmla="*/ 5586476 h 6211920"/>
              <a:gd name="connsiteX194" fmla="*/ 5721598 w 9635294"/>
              <a:gd name="connsiteY194" fmla="*/ 5611813 h 6211920"/>
              <a:gd name="connsiteX195" fmla="*/ 5718423 w 9635294"/>
              <a:gd name="connsiteY195" fmla="*/ 5611813 h 6211920"/>
              <a:gd name="connsiteX196" fmla="*/ 5708898 w 9635294"/>
              <a:gd name="connsiteY196" fmla="*/ 5586476 h 6211920"/>
              <a:gd name="connsiteX197" fmla="*/ 5712073 w 9635294"/>
              <a:gd name="connsiteY197" fmla="*/ 5586476 h 6211920"/>
              <a:gd name="connsiteX198" fmla="*/ 5712073 w 9635294"/>
              <a:gd name="connsiteY198" fmla="*/ 5611813 h 6211920"/>
              <a:gd name="connsiteX199" fmla="*/ 5708898 w 9635294"/>
              <a:gd name="connsiteY199" fmla="*/ 5611813 h 6211920"/>
              <a:gd name="connsiteX200" fmla="*/ 3928727 w 9635294"/>
              <a:gd name="connsiteY200" fmla="*/ 5586476 h 6211920"/>
              <a:gd name="connsiteX201" fmla="*/ 3931901 w 9635294"/>
              <a:gd name="connsiteY201" fmla="*/ 5586476 h 6211920"/>
              <a:gd name="connsiteX202" fmla="*/ 3931901 w 9635294"/>
              <a:gd name="connsiteY202" fmla="*/ 5611813 h 6211920"/>
              <a:gd name="connsiteX203" fmla="*/ 3928727 w 9635294"/>
              <a:gd name="connsiteY203" fmla="*/ 5611813 h 6211920"/>
              <a:gd name="connsiteX204" fmla="*/ 3919202 w 9635294"/>
              <a:gd name="connsiteY204" fmla="*/ 5586476 h 6211920"/>
              <a:gd name="connsiteX205" fmla="*/ 3922376 w 9635294"/>
              <a:gd name="connsiteY205" fmla="*/ 5586476 h 6211920"/>
              <a:gd name="connsiteX206" fmla="*/ 3922376 w 9635294"/>
              <a:gd name="connsiteY206" fmla="*/ 5611813 h 6211920"/>
              <a:gd name="connsiteX207" fmla="*/ 3919202 w 9635294"/>
              <a:gd name="connsiteY207" fmla="*/ 5611813 h 6211920"/>
              <a:gd name="connsiteX208" fmla="*/ 5718423 w 9635294"/>
              <a:gd name="connsiteY208" fmla="*/ 5535804 h 6211920"/>
              <a:gd name="connsiteX209" fmla="*/ 5721598 w 9635294"/>
              <a:gd name="connsiteY209" fmla="*/ 5535804 h 6211920"/>
              <a:gd name="connsiteX210" fmla="*/ 5721598 w 9635294"/>
              <a:gd name="connsiteY210" fmla="*/ 5561140 h 6211920"/>
              <a:gd name="connsiteX211" fmla="*/ 5718423 w 9635294"/>
              <a:gd name="connsiteY211" fmla="*/ 5561140 h 6211920"/>
              <a:gd name="connsiteX212" fmla="*/ 5708898 w 9635294"/>
              <a:gd name="connsiteY212" fmla="*/ 5535804 h 6211920"/>
              <a:gd name="connsiteX213" fmla="*/ 5712073 w 9635294"/>
              <a:gd name="connsiteY213" fmla="*/ 5535804 h 6211920"/>
              <a:gd name="connsiteX214" fmla="*/ 5712073 w 9635294"/>
              <a:gd name="connsiteY214" fmla="*/ 5561140 h 6211920"/>
              <a:gd name="connsiteX215" fmla="*/ 5708898 w 9635294"/>
              <a:gd name="connsiteY215" fmla="*/ 5561140 h 6211920"/>
              <a:gd name="connsiteX216" fmla="*/ 3928727 w 9635294"/>
              <a:gd name="connsiteY216" fmla="*/ 5535804 h 6211920"/>
              <a:gd name="connsiteX217" fmla="*/ 3931901 w 9635294"/>
              <a:gd name="connsiteY217" fmla="*/ 5535804 h 6211920"/>
              <a:gd name="connsiteX218" fmla="*/ 3931901 w 9635294"/>
              <a:gd name="connsiteY218" fmla="*/ 5561140 h 6211920"/>
              <a:gd name="connsiteX219" fmla="*/ 3928727 w 9635294"/>
              <a:gd name="connsiteY219" fmla="*/ 5561140 h 6211920"/>
              <a:gd name="connsiteX220" fmla="*/ 3919202 w 9635294"/>
              <a:gd name="connsiteY220" fmla="*/ 5535804 h 6211920"/>
              <a:gd name="connsiteX221" fmla="*/ 3922376 w 9635294"/>
              <a:gd name="connsiteY221" fmla="*/ 5535804 h 6211920"/>
              <a:gd name="connsiteX222" fmla="*/ 3922376 w 9635294"/>
              <a:gd name="connsiteY222" fmla="*/ 5561140 h 6211920"/>
              <a:gd name="connsiteX223" fmla="*/ 3919202 w 9635294"/>
              <a:gd name="connsiteY223" fmla="*/ 5561140 h 6211920"/>
              <a:gd name="connsiteX224" fmla="*/ 5718423 w 9635294"/>
              <a:gd name="connsiteY224" fmla="*/ 5485131 h 6211920"/>
              <a:gd name="connsiteX225" fmla="*/ 5721598 w 9635294"/>
              <a:gd name="connsiteY225" fmla="*/ 5485131 h 6211920"/>
              <a:gd name="connsiteX226" fmla="*/ 5721598 w 9635294"/>
              <a:gd name="connsiteY226" fmla="*/ 5510468 h 6211920"/>
              <a:gd name="connsiteX227" fmla="*/ 5718423 w 9635294"/>
              <a:gd name="connsiteY227" fmla="*/ 5510468 h 6211920"/>
              <a:gd name="connsiteX228" fmla="*/ 5708898 w 9635294"/>
              <a:gd name="connsiteY228" fmla="*/ 5485131 h 6211920"/>
              <a:gd name="connsiteX229" fmla="*/ 5712073 w 9635294"/>
              <a:gd name="connsiteY229" fmla="*/ 5485131 h 6211920"/>
              <a:gd name="connsiteX230" fmla="*/ 5712073 w 9635294"/>
              <a:gd name="connsiteY230" fmla="*/ 5510468 h 6211920"/>
              <a:gd name="connsiteX231" fmla="*/ 5708898 w 9635294"/>
              <a:gd name="connsiteY231" fmla="*/ 5510468 h 6211920"/>
              <a:gd name="connsiteX232" fmla="*/ 3928727 w 9635294"/>
              <a:gd name="connsiteY232" fmla="*/ 5485131 h 6211920"/>
              <a:gd name="connsiteX233" fmla="*/ 3931901 w 9635294"/>
              <a:gd name="connsiteY233" fmla="*/ 5485131 h 6211920"/>
              <a:gd name="connsiteX234" fmla="*/ 3931901 w 9635294"/>
              <a:gd name="connsiteY234" fmla="*/ 5510468 h 6211920"/>
              <a:gd name="connsiteX235" fmla="*/ 3928727 w 9635294"/>
              <a:gd name="connsiteY235" fmla="*/ 5510468 h 6211920"/>
              <a:gd name="connsiteX236" fmla="*/ 3919202 w 9635294"/>
              <a:gd name="connsiteY236" fmla="*/ 5485131 h 6211920"/>
              <a:gd name="connsiteX237" fmla="*/ 3922376 w 9635294"/>
              <a:gd name="connsiteY237" fmla="*/ 5485131 h 6211920"/>
              <a:gd name="connsiteX238" fmla="*/ 3922376 w 9635294"/>
              <a:gd name="connsiteY238" fmla="*/ 5510468 h 6211920"/>
              <a:gd name="connsiteX239" fmla="*/ 3919202 w 9635294"/>
              <a:gd name="connsiteY239" fmla="*/ 5510468 h 6211920"/>
              <a:gd name="connsiteX240" fmla="*/ 5718423 w 9635294"/>
              <a:gd name="connsiteY240" fmla="*/ 5434457 h 6211920"/>
              <a:gd name="connsiteX241" fmla="*/ 5721598 w 9635294"/>
              <a:gd name="connsiteY241" fmla="*/ 5434457 h 6211920"/>
              <a:gd name="connsiteX242" fmla="*/ 5721598 w 9635294"/>
              <a:gd name="connsiteY242" fmla="*/ 5459795 h 6211920"/>
              <a:gd name="connsiteX243" fmla="*/ 5718423 w 9635294"/>
              <a:gd name="connsiteY243" fmla="*/ 5459795 h 6211920"/>
              <a:gd name="connsiteX244" fmla="*/ 5708898 w 9635294"/>
              <a:gd name="connsiteY244" fmla="*/ 5434457 h 6211920"/>
              <a:gd name="connsiteX245" fmla="*/ 5712073 w 9635294"/>
              <a:gd name="connsiteY245" fmla="*/ 5434457 h 6211920"/>
              <a:gd name="connsiteX246" fmla="*/ 5712073 w 9635294"/>
              <a:gd name="connsiteY246" fmla="*/ 5459795 h 6211920"/>
              <a:gd name="connsiteX247" fmla="*/ 5708898 w 9635294"/>
              <a:gd name="connsiteY247" fmla="*/ 5459795 h 6211920"/>
              <a:gd name="connsiteX248" fmla="*/ 3928727 w 9635294"/>
              <a:gd name="connsiteY248" fmla="*/ 5434457 h 6211920"/>
              <a:gd name="connsiteX249" fmla="*/ 3931901 w 9635294"/>
              <a:gd name="connsiteY249" fmla="*/ 5434457 h 6211920"/>
              <a:gd name="connsiteX250" fmla="*/ 3931901 w 9635294"/>
              <a:gd name="connsiteY250" fmla="*/ 5459795 h 6211920"/>
              <a:gd name="connsiteX251" fmla="*/ 3928727 w 9635294"/>
              <a:gd name="connsiteY251" fmla="*/ 5459795 h 6211920"/>
              <a:gd name="connsiteX252" fmla="*/ 3919202 w 9635294"/>
              <a:gd name="connsiteY252" fmla="*/ 5434457 h 6211920"/>
              <a:gd name="connsiteX253" fmla="*/ 3922376 w 9635294"/>
              <a:gd name="connsiteY253" fmla="*/ 5434457 h 6211920"/>
              <a:gd name="connsiteX254" fmla="*/ 3922376 w 9635294"/>
              <a:gd name="connsiteY254" fmla="*/ 5459795 h 6211920"/>
              <a:gd name="connsiteX255" fmla="*/ 3919202 w 9635294"/>
              <a:gd name="connsiteY255" fmla="*/ 5459795 h 6211920"/>
              <a:gd name="connsiteX256" fmla="*/ 5718423 w 9635294"/>
              <a:gd name="connsiteY256" fmla="*/ 5383784 h 6211920"/>
              <a:gd name="connsiteX257" fmla="*/ 5721598 w 9635294"/>
              <a:gd name="connsiteY257" fmla="*/ 5383784 h 6211920"/>
              <a:gd name="connsiteX258" fmla="*/ 5721598 w 9635294"/>
              <a:gd name="connsiteY258" fmla="*/ 5409122 h 6211920"/>
              <a:gd name="connsiteX259" fmla="*/ 5718423 w 9635294"/>
              <a:gd name="connsiteY259" fmla="*/ 5409122 h 6211920"/>
              <a:gd name="connsiteX260" fmla="*/ 5708898 w 9635294"/>
              <a:gd name="connsiteY260" fmla="*/ 5383784 h 6211920"/>
              <a:gd name="connsiteX261" fmla="*/ 5712073 w 9635294"/>
              <a:gd name="connsiteY261" fmla="*/ 5383784 h 6211920"/>
              <a:gd name="connsiteX262" fmla="*/ 5712073 w 9635294"/>
              <a:gd name="connsiteY262" fmla="*/ 5409122 h 6211920"/>
              <a:gd name="connsiteX263" fmla="*/ 5708898 w 9635294"/>
              <a:gd name="connsiteY263" fmla="*/ 5409122 h 6211920"/>
              <a:gd name="connsiteX264" fmla="*/ 3928727 w 9635294"/>
              <a:gd name="connsiteY264" fmla="*/ 5383784 h 6211920"/>
              <a:gd name="connsiteX265" fmla="*/ 3931901 w 9635294"/>
              <a:gd name="connsiteY265" fmla="*/ 5383784 h 6211920"/>
              <a:gd name="connsiteX266" fmla="*/ 3931901 w 9635294"/>
              <a:gd name="connsiteY266" fmla="*/ 5409122 h 6211920"/>
              <a:gd name="connsiteX267" fmla="*/ 3928727 w 9635294"/>
              <a:gd name="connsiteY267" fmla="*/ 5409122 h 6211920"/>
              <a:gd name="connsiteX268" fmla="*/ 3919202 w 9635294"/>
              <a:gd name="connsiteY268" fmla="*/ 5383784 h 6211920"/>
              <a:gd name="connsiteX269" fmla="*/ 3922376 w 9635294"/>
              <a:gd name="connsiteY269" fmla="*/ 5383784 h 6211920"/>
              <a:gd name="connsiteX270" fmla="*/ 3922376 w 9635294"/>
              <a:gd name="connsiteY270" fmla="*/ 5409122 h 6211920"/>
              <a:gd name="connsiteX271" fmla="*/ 3919202 w 9635294"/>
              <a:gd name="connsiteY271" fmla="*/ 5409122 h 6211920"/>
              <a:gd name="connsiteX272" fmla="*/ 5718423 w 9635294"/>
              <a:gd name="connsiteY272" fmla="*/ 5333092 h 6211920"/>
              <a:gd name="connsiteX273" fmla="*/ 5721598 w 9635294"/>
              <a:gd name="connsiteY273" fmla="*/ 5333092 h 6211920"/>
              <a:gd name="connsiteX274" fmla="*/ 5721598 w 9635294"/>
              <a:gd name="connsiteY274" fmla="*/ 5358429 h 6211920"/>
              <a:gd name="connsiteX275" fmla="*/ 5718423 w 9635294"/>
              <a:gd name="connsiteY275" fmla="*/ 5358429 h 6211920"/>
              <a:gd name="connsiteX276" fmla="*/ 5708898 w 9635294"/>
              <a:gd name="connsiteY276" fmla="*/ 5333092 h 6211920"/>
              <a:gd name="connsiteX277" fmla="*/ 5712073 w 9635294"/>
              <a:gd name="connsiteY277" fmla="*/ 5333092 h 6211920"/>
              <a:gd name="connsiteX278" fmla="*/ 5712073 w 9635294"/>
              <a:gd name="connsiteY278" fmla="*/ 5358429 h 6211920"/>
              <a:gd name="connsiteX279" fmla="*/ 5708898 w 9635294"/>
              <a:gd name="connsiteY279" fmla="*/ 5358429 h 6211920"/>
              <a:gd name="connsiteX280" fmla="*/ 3928727 w 9635294"/>
              <a:gd name="connsiteY280" fmla="*/ 5333092 h 6211920"/>
              <a:gd name="connsiteX281" fmla="*/ 3931901 w 9635294"/>
              <a:gd name="connsiteY281" fmla="*/ 5333092 h 6211920"/>
              <a:gd name="connsiteX282" fmla="*/ 3931901 w 9635294"/>
              <a:gd name="connsiteY282" fmla="*/ 5358429 h 6211920"/>
              <a:gd name="connsiteX283" fmla="*/ 3928727 w 9635294"/>
              <a:gd name="connsiteY283" fmla="*/ 5358429 h 6211920"/>
              <a:gd name="connsiteX284" fmla="*/ 3919202 w 9635294"/>
              <a:gd name="connsiteY284" fmla="*/ 5333092 h 6211920"/>
              <a:gd name="connsiteX285" fmla="*/ 3922376 w 9635294"/>
              <a:gd name="connsiteY285" fmla="*/ 5333092 h 6211920"/>
              <a:gd name="connsiteX286" fmla="*/ 3922376 w 9635294"/>
              <a:gd name="connsiteY286" fmla="*/ 5358429 h 6211920"/>
              <a:gd name="connsiteX287" fmla="*/ 3919202 w 9635294"/>
              <a:gd name="connsiteY287" fmla="*/ 5358429 h 6211920"/>
              <a:gd name="connsiteX288" fmla="*/ 5721598 w 9635294"/>
              <a:gd name="connsiteY288" fmla="*/ 5297000 h 6211920"/>
              <a:gd name="connsiteX289" fmla="*/ 5721598 w 9635294"/>
              <a:gd name="connsiteY289" fmla="*/ 5307756 h 6211920"/>
              <a:gd name="connsiteX290" fmla="*/ 5718423 w 9635294"/>
              <a:gd name="connsiteY290" fmla="*/ 5307756 h 6211920"/>
              <a:gd name="connsiteX291" fmla="*/ 5718423 w 9635294"/>
              <a:gd name="connsiteY291" fmla="*/ 5297160 h 6211920"/>
              <a:gd name="connsiteX292" fmla="*/ 5720582 w 9635294"/>
              <a:gd name="connsiteY292" fmla="*/ 5298568 h 6211920"/>
              <a:gd name="connsiteX293" fmla="*/ 3919202 w 9635294"/>
              <a:gd name="connsiteY293" fmla="*/ 5296984 h 6211920"/>
              <a:gd name="connsiteX294" fmla="*/ 3920237 w 9635294"/>
              <a:gd name="connsiteY294" fmla="*/ 5298568 h 6211920"/>
              <a:gd name="connsiteX295" fmla="*/ 3922376 w 9635294"/>
              <a:gd name="connsiteY295" fmla="*/ 5297168 h 6211920"/>
              <a:gd name="connsiteX296" fmla="*/ 3922376 w 9635294"/>
              <a:gd name="connsiteY296" fmla="*/ 5307762 h 6211920"/>
              <a:gd name="connsiteX297" fmla="*/ 3919202 w 9635294"/>
              <a:gd name="connsiteY297" fmla="*/ 5307762 h 6211920"/>
              <a:gd name="connsiteX298" fmla="*/ 5718423 w 9635294"/>
              <a:gd name="connsiteY298" fmla="*/ 5295088 h 6211920"/>
              <a:gd name="connsiteX299" fmla="*/ 5719043 w 9635294"/>
              <a:gd name="connsiteY299" fmla="*/ 5295088 h 6211920"/>
              <a:gd name="connsiteX300" fmla="*/ 5718423 w 9635294"/>
              <a:gd name="connsiteY300" fmla="*/ 5296044 h 6211920"/>
              <a:gd name="connsiteX301" fmla="*/ 3921756 w 9635294"/>
              <a:gd name="connsiteY301" fmla="*/ 5295088 h 6211920"/>
              <a:gd name="connsiteX302" fmla="*/ 3922376 w 9635294"/>
              <a:gd name="connsiteY302" fmla="*/ 5295088 h 6211920"/>
              <a:gd name="connsiteX303" fmla="*/ 3922376 w 9635294"/>
              <a:gd name="connsiteY303" fmla="*/ 5296038 h 6211920"/>
              <a:gd name="connsiteX304" fmla="*/ 5715085 w 9635294"/>
              <a:gd name="connsiteY304" fmla="*/ 5294984 h 6211920"/>
              <a:gd name="connsiteX305" fmla="*/ 5715244 w 9635294"/>
              <a:gd name="connsiteY305" fmla="*/ 5295088 h 6211920"/>
              <a:gd name="connsiteX306" fmla="*/ 5717915 w 9635294"/>
              <a:gd name="connsiteY306" fmla="*/ 5296827 h 6211920"/>
              <a:gd name="connsiteX307" fmla="*/ 5718423 w 9635294"/>
              <a:gd name="connsiteY307" fmla="*/ 5296044 h 6211920"/>
              <a:gd name="connsiteX308" fmla="*/ 5718423 w 9635294"/>
              <a:gd name="connsiteY308" fmla="*/ 5297160 h 6211920"/>
              <a:gd name="connsiteX309" fmla="*/ 5715244 w 9635294"/>
              <a:gd name="connsiteY309" fmla="*/ 5295088 h 6211920"/>
              <a:gd name="connsiteX310" fmla="*/ 5712581 w 9635294"/>
              <a:gd name="connsiteY310" fmla="*/ 5293354 h 6211920"/>
              <a:gd name="connsiteX311" fmla="*/ 5713647 w 9635294"/>
              <a:gd name="connsiteY311" fmla="*/ 5294047 h 6211920"/>
              <a:gd name="connsiteX312" fmla="*/ 5715085 w 9635294"/>
              <a:gd name="connsiteY312" fmla="*/ 5294984 h 6211920"/>
              <a:gd name="connsiteX313" fmla="*/ 3928206 w 9635294"/>
              <a:gd name="connsiteY313" fmla="*/ 5293354 h 6211920"/>
              <a:gd name="connsiteX314" fmla="*/ 3928207 w 9635294"/>
              <a:gd name="connsiteY314" fmla="*/ 5293355 h 6211920"/>
              <a:gd name="connsiteX315" fmla="*/ 3925556 w 9635294"/>
              <a:gd name="connsiteY315" fmla="*/ 5295088 h 6211920"/>
              <a:gd name="connsiteX316" fmla="*/ 3922376 w 9635294"/>
              <a:gd name="connsiteY316" fmla="*/ 5297168 h 6211920"/>
              <a:gd name="connsiteX317" fmla="*/ 3922376 w 9635294"/>
              <a:gd name="connsiteY317" fmla="*/ 5296038 h 6211920"/>
              <a:gd name="connsiteX318" fmla="*/ 3922892 w 9635294"/>
              <a:gd name="connsiteY318" fmla="*/ 5296827 h 6211920"/>
              <a:gd name="connsiteX319" fmla="*/ 3925553 w 9635294"/>
              <a:gd name="connsiteY319" fmla="*/ 5295088 h 6211920"/>
              <a:gd name="connsiteX320" fmla="*/ 3928206 w 9635294"/>
              <a:gd name="connsiteY320" fmla="*/ 5293354 h 6211920"/>
              <a:gd name="connsiteX321" fmla="*/ 3928206 w 9635294"/>
              <a:gd name="connsiteY321" fmla="*/ 5293354 h 6211920"/>
              <a:gd name="connsiteX322" fmla="*/ 3925552 w 9635294"/>
              <a:gd name="connsiteY322" fmla="*/ 5295088 h 6211920"/>
              <a:gd name="connsiteX323" fmla="*/ 5712583 w 9635294"/>
              <a:gd name="connsiteY323" fmla="*/ 5293352 h 6211920"/>
              <a:gd name="connsiteX324" fmla="*/ 5715248 w 9635294"/>
              <a:gd name="connsiteY324" fmla="*/ 5295088 h 6211920"/>
              <a:gd name="connsiteX325" fmla="*/ 5713647 w 9635294"/>
              <a:gd name="connsiteY325" fmla="*/ 5294047 h 6211920"/>
              <a:gd name="connsiteX326" fmla="*/ 5712582 w 9635294"/>
              <a:gd name="connsiteY326" fmla="*/ 5293353 h 6211920"/>
              <a:gd name="connsiteX327" fmla="*/ 5709914 w 9635294"/>
              <a:gd name="connsiteY327" fmla="*/ 5291615 h 6211920"/>
              <a:gd name="connsiteX328" fmla="*/ 5712582 w 9635294"/>
              <a:gd name="connsiteY328" fmla="*/ 5293353 h 6211920"/>
              <a:gd name="connsiteX329" fmla="*/ 5712581 w 9635294"/>
              <a:gd name="connsiteY329" fmla="*/ 5293354 h 6211920"/>
              <a:gd name="connsiteX330" fmla="*/ 5712073 w 9635294"/>
              <a:gd name="connsiteY330" fmla="*/ 5294149 h 6211920"/>
              <a:gd name="connsiteX331" fmla="*/ 5712073 w 9635294"/>
              <a:gd name="connsiteY331" fmla="*/ 5295088 h 6211920"/>
              <a:gd name="connsiteX332" fmla="*/ 5712073 w 9635294"/>
              <a:gd name="connsiteY332" fmla="*/ 5307756 h 6211920"/>
              <a:gd name="connsiteX333" fmla="*/ 5708898 w 9635294"/>
              <a:gd name="connsiteY333" fmla="*/ 5307756 h 6211920"/>
              <a:gd name="connsiteX334" fmla="*/ 5708898 w 9635294"/>
              <a:gd name="connsiteY334" fmla="*/ 5295088 h 6211920"/>
              <a:gd name="connsiteX335" fmla="*/ 5708898 w 9635294"/>
              <a:gd name="connsiteY335" fmla="*/ 5293203 h 6211920"/>
              <a:gd name="connsiteX336" fmla="*/ 3930866 w 9635294"/>
              <a:gd name="connsiteY336" fmla="*/ 5291615 h 6211920"/>
              <a:gd name="connsiteX337" fmla="*/ 3931901 w 9635294"/>
              <a:gd name="connsiteY337" fmla="*/ 5293203 h 6211920"/>
              <a:gd name="connsiteX338" fmla="*/ 3931901 w 9635294"/>
              <a:gd name="connsiteY338" fmla="*/ 5295088 h 6211920"/>
              <a:gd name="connsiteX339" fmla="*/ 3931901 w 9635294"/>
              <a:gd name="connsiteY339" fmla="*/ 5307762 h 6211920"/>
              <a:gd name="connsiteX340" fmla="*/ 3928727 w 9635294"/>
              <a:gd name="connsiteY340" fmla="*/ 5307762 h 6211920"/>
              <a:gd name="connsiteX341" fmla="*/ 3928727 w 9635294"/>
              <a:gd name="connsiteY341" fmla="*/ 5295088 h 6211920"/>
              <a:gd name="connsiteX342" fmla="*/ 3928727 w 9635294"/>
              <a:gd name="connsiteY342" fmla="*/ 5294149 h 6211920"/>
              <a:gd name="connsiteX343" fmla="*/ 3928207 w 9635294"/>
              <a:gd name="connsiteY343" fmla="*/ 5293355 h 6211920"/>
              <a:gd name="connsiteX344" fmla="*/ 3919310 w 9635294"/>
              <a:gd name="connsiteY344" fmla="*/ 5291343 h 6211920"/>
              <a:gd name="connsiteX345" fmla="*/ 3921756 w 9635294"/>
              <a:gd name="connsiteY345" fmla="*/ 5295088 h 6211920"/>
              <a:gd name="connsiteX346" fmla="*/ 3919202 w 9635294"/>
              <a:gd name="connsiteY346" fmla="*/ 5295088 h 6211920"/>
              <a:gd name="connsiteX347" fmla="*/ 3919202 w 9635294"/>
              <a:gd name="connsiteY347" fmla="*/ 5296984 h 6211920"/>
              <a:gd name="connsiteX348" fmla="*/ 3916650 w 9635294"/>
              <a:gd name="connsiteY348" fmla="*/ 5293082 h 6211920"/>
              <a:gd name="connsiteX349" fmla="*/ 5719768 w 9635294"/>
              <a:gd name="connsiteY349" fmla="*/ 5290219 h 6211920"/>
              <a:gd name="connsiteX350" fmla="*/ 5724138 w 9635294"/>
              <a:gd name="connsiteY350" fmla="*/ 5293082 h 6211920"/>
              <a:gd name="connsiteX351" fmla="*/ 5721598 w 9635294"/>
              <a:gd name="connsiteY351" fmla="*/ 5297000 h 6211920"/>
              <a:gd name="connsiteX352" fmla="*/ 5721598 w 9635294"/>
              <a:gd name="connsiteY352" fmla="*/ 5295088 h 6211920"/>
              <a:gd name="connsiteX353" fmla="*/ 5719043 w 9635294"/>
              <a:gd name="connsiteY353" fmla="*/ 5295088 h 6211920"/>
              <a:gd name="connsiteX354" fmla="*/ 5721471 w 9635294"/>
              <a:gd name="connsiteY354" fmla="*/ 5291341 h 6211920"/>
              <a:gd name="connsiteX355" fmla="*/ 5716201 w 9635294"/>
              <a:gd name="connsiteY355" fmla="*/ 5287868 h 6211920"/>
              <a:gd name="connsiteX356" fmla="*/ 5719768 w 9635294"/>
              <a:gd name="connsiteY356" fmla="*/ 5290219 h 6211920"/>
              <a:gd name="connsiteX357" fmla="*/ 5716194 w 9635294"/>
              <a:gd name="connsiteY357" fmla="*/ 5287878 h 6211920"/>
              <a:gd name="connsiteX358" fmla="*/ 3924624 w 9635294"/>
              <a:gd name="connsiteY358" fmla="*/ 5287868 h 6211920"/>
              <a:gd name="connsiteX359" fmla="*/ 3924625 w 9635294"/>
              <a:gd name="connsiteY359" fmla="*/ 5287869 h 6211920"/>
              <a:gd name="connsiteX360" fmla="*/ 3919310 w 9635294"/>
              <a:gd name="connsiteY360" fmla="*/ 5291343 h 6211920"/>
              <a:gd name="connsiteX361" fmla="*/ 3919310 w 9635294"/>
              <a:gd name="connsiteY361" fmla="*/ 5291341 h 6211920"/>
              <a:gd name="connsiteX362" fmla="*/ 5713533 w 9635294"/>
              <a:gd name="connsiteY362" fmla="*/ 5286134 h 6211920"/>
              <a:gd name="connsiteX363" fmla="*/ 5716194 w 9635294"/>
              <a:gd name="connsiteY363" fmla="*/ 5287878 h 6211920"/>
              <a:gd name="connsiteX364" fmla="*/ 5712583 w 9635294"/>
              <a:gd name="connsiteY364" fmla="*/ 5293352 h 6211920"/>
              <a:gd name="connsiteX365" fmla="*/ 5709914 w 9635294"/>
              <a:gd name="connsiteY365" fmla="*/ 5291615 h 6211920"/>
              <a:gd name="connsiteX366" fmla="*/ 3927280 w 9635294"/>
              <a:gd name="connsiteY366" fmla="*/ 5286134 h 6211920"/>
              <a:gd name="connsiteX367" fmla="*/ 3930866 w 9635294"/>
              <a:gd name="connsiteY367" fmla="*/ 5291615 h 6211920"/>
              <a:gd name="connsiteX368" fmla="*/ 3928206 w 9635294"/>
              <a:gd name="connsiteY368" fmla="*/ 5293354 h 6211920"/>
              <a:gd name="connsiteX369" fmla="*/ 3924625 w 9635294"/>
              <a:gd name="connsiteY369" fmla="*/ 5287869 h 6211920"/>
              <a:gd name="connsiteX370" fmla="*/ 5725900 w 9635294"/>
              <a:gd name="connsiteY370" fmla="*/ 5278565 h 6211920"/>
              <a:gd name="connsiteX371" fmla="*/ 5728650 w 9635294"/>
              <a:gd name="connsiteY371" fmla="*/ 5280368 h 6211920"/>
              <a:gd name="connsiteX372" fmla="*/ 5728646 w 9635294"/>
              <a:gd name="connsiteY372" fmla="*/ 5280374 h 6211920"/>
              <a:gd name="connsiteX373" fmla="*/ 3917454 w 9635294"/>
              <a:gd name="connsiteY373" fmla="*/ 5276899 h 6211920"/>
              <a:gd name="connsiteX374" fmla="*/ 3917455 w 9635294"/>
              <a:gd name="connsiteY374" fmla="*/ 5276901 h 6211920"/>
              <a:gd name="connsiteX375" fmla="*/ 3912141 w 9635294"/>
              <a:gd name="connsiteY375" fmla="*/ 5280374 h 6211920"/>
              <a:gd name="connsiteX376" fmla="*/ 3912140 w 9635294"/>
              <a:gd name="connsiteY376" fmla="*/ 5280374 h 6211920"/>
              <a:gd name="connsiteX377" fmla="*/ 5739173 w 9635294"/>
              <a:gd name="connsiteY377" fmla="*/ 5264358 h 6211920"/>
              <a:gd name="connsiteX378" fmla="*/ 5741791 w 9635294"/>
              <a:gd name="connsiteY378" fmla="*/ 5266082 h 6211920"/>
              <a:gd name="connsiteX379" fmla="*/ 5734933 w 9635294"/>
              <a:gd name="connsiteY379" fmla="*/ 5276628 h 6211920"/>
              <a:gd name="connsiteX380" fmla="*/ 5731314 w 9635294"/>
              <a:gd name="connsiteY380" fmla="*/ 5282114 h 6211920"/>
              <a:gd name="connsiteX381" fmla="*/ 5728650 w 9635294"/>
              <a:gd name="connsiteY381" fmla="*/ 5280368 h 6211920"/>
              <a:gd name="connsiteX382" fmla="*/ 5732265 w 9635294"/>
              <a:gd name="connsiteY382" fmla="*/ 5274891 h 6211920"/>
              <a:gd name="connsiteX383" fmla="*/ 5732265 w 9635294"/>
              <a:gd name="connsiteY383" fmla="*/ 5274891 h 6211920"/>
              <a:gd name="connsiteX384" fmla="*/ 5732266 w 9635294"/>
              <a:gd name="connsiteY384" fmla="*/ 5274888 h 6211920"/>
              <a:gd name="connsiteX385" fmla="*/ 3901638 w 9635294"/>
              <a:gd name="connsiteY385" fmla="*/ 5264342 h 6211920"/>
              <a:gd name="connsiteX386" fmla="*/ 3908553 w 9635294"/>
              <a:gd name="connsiteY386" fmla="*/ 5274888 h 6211920"/>
              <a:gd name="connsiteX387" fmla="*/ 3908555 w 9635294"/>
              <a:gd name="connsiteY387" fmla="*/ 5274892 h 6211920"/>
              <a:gd name="connsiteX388" fmla="*/ 3908555 w 9635294"/>
              <a:gd name="connsiteY388" fmla="*/ 5274892 h 6211920"/>
              <a:gd name="connsiteX389" fmla="*/ 3912140 w 9635294"/>
              <a:gd name="connsiteY389" fmla="*/ 5280374 h 6211920"/>
              <a:gd name="connsiteX390" fmla="*/ 3909479 w 9635294"/>
              <a:gd name="connsiteY390" fmla="*/ 5282114 h 6211920"/>
              <a:gd name="connsiteX391" fmla="*/ 3905899 w 9635294"/>
              <a:gd name="connsiteY391" fmla="*/ 5276628 h 6211920"/>
              <a:gd name="connsiteX392" fmla="*/ 3898984 w 9635294"/>
              <a:gd name="connsiteY392" fmla="*/ 5266088 h 6211920"/>
              <a:gd name="connsiteX393" fmla="*/ 5733854 w 9635294"/>
              <a:gd name="connsiteY393" fmla="*/ 5260849 h 6211920"/>
              <a:gd name="connsiteX394" fmla="*/ 5739188 w 9635294"/>
              <a:gd name="connsiteY394" fmla="*/ 5264335 h 6211920"/>
              <a:gd name="connsiteX395" fmla="*/ 5739173 w 9635294"/>
              <a:gd name="connsiteY395" fmla="*/ 5264358 h 6211920"/>
              <a:gd name="connsiteX396" fmla="*/ 5733850 w 9635294"/>
              <a:gd name="connsiteY396" fmla="*/ 5260855 h 6211920"/>
              <a:gd name="connsiteX397" fmla="*/ 3906940 w 9635294"/>
              <a:gd name="connsiteY397" fmla="*/ 5260849 h 6211920"/>
              <a:gd name="connsiteX398" fmla="*/ 3906943 w 9635294"/>
              <a:gd name="connsiteY398" fmla="*/ 5260852 h 6211920"/>
              <a:gd name="connsiteX399" fmla="*/ 3901638 w 9635294"/>
              <a:gd name="connsiteY399" fmla="*/ 5264342 h 6211920"/>
              <a:gd name="connsiteX400" fmla="*/ 3901638 w 9635294"/>
              <a:gd name="connsiteY400" fmla="*/ 5264341 h 6211920"/>
              <a:gd name="connsiteX401" fmla="*/ 3909594 w 9635294"/>
              <a:gd name="connsiteY401" fmla="*/ 5259108 h 6211920"/>
              <a:gd name="connsiteX402" fmla="*/ 3916528 w 9635294"/>
              <a:gd name="connsiteY402" fmla="*/ 5269681 h 6211920"/>
              <a:gd name="connsiteX403" fmla="*/ 3920110 w 9635294"/>
              <a:gd name="connsiteY403" fmla="*/ 5275162 h 6211920"/>
              <a:gd name="connsiteX404" fmla="*/ 3917454 w 9635294"/>
              <a:gd name="connsiteY404" fmla="*/ 5276899 h 6211920"/>
              <a:gd name="connsiteX405" fmla="*/ 3913870 w 9635294"/>
              <a:gd name="connsiteY405" fmla="*/ 5271419 h 6211920"/>
              <a:gd name="connsiteX406" fmla="*/ 3913868 w 9635294"/>
              <a:gd name="connsiteY406" fmla="*/ 5271415 h 6211920"/>
              <a:gd name="connsiteX407" fmla="*/ 3906943 w 9635294"/>
              <a:gd name="connsiteY407" fmla="*/ 5260852 h 6211920"/>
              <a:gd name="connsiteX408" fmla="*/ 5731186 w 9635294"/>
              <a:gd name="connsiteY408" fmla="*/ 5259102 h 6211920"/>
              <a:gd name="connsiteX409" fmla="*/ 5733850 w 9635294"/>
              <a:gd name="connsiteY409" fmla="*/ 5260855 h 6211920"/>
              <a:gd name="connsiteX410" fmla="*/ 5726932 w 9635294"/>
              <a:gd name="connsiteY410" fmla="*/ 5271415 h 6211920"/>
              <a:gd name="connsiteX411" fmla="*/ 5726931 w 9635294"/>
              <a:gd name="connsiteY411" fmla="*/ 5271417 h 6211920"/>
              <a:gd name="connsiteX412" fmla="*/ 5723376 w 9635294"/>
              <a:gd name="connsiteY412" fmla="*/ 5276901 h 6211920"/>
              <a:gd name="connsiteX413" fmla="*/ 5725900 w 9635294"/>
              <a:gd name="connsiteY413" fmla="*/ 5278565 h 6211920"/>
              <a:gd name="connsiteX414" fmla="*/ 5720709 w 9635294"/>
              <a:gd name="connsiteY414" fmla="*/ 5275162 h 6211920"/>
              <a:gd name="connsiteX415" fmla="*/ 5724265 w 9635294"/>
              <a:gd name="connsiteY415" fmla="*/ 5269681 h 6211920"/>
              <a:gd name="connsiteX416" fmla="*/ 5731186 w 9635294"/>
              <a:gd name="connsiteY416" fmla="*/ 5259102 h 6211920"/>
              <a:gd name="connsiteX417" fmla="*/ 5749811 w 9635294"/>
              <a:gd name="connsiteY417" fmla="*/ 5240950 h 6211920"/>
              <a:gd name="connsiteX418" fmla="*/ 5753165 w 9635294"/>
              <a:gd name="connsiteY418" fmla="*/ 5243173 h 6211920"/>
              <a:gd name="connsiteX419" fmla="*/ 5753157 w 9635294"/>
              <a:gd name="connsiteY419" fmla="*/ 5243184 h 6211920"/>
              <a:gd name="connsiteX420" fmla="*/ 5767373 w 9635294"/>
              <a:gd name="connsiteY420" fmla="*/ 5221963 h 6211920"/>
              <a:gd name="connsiteX421" fmla="*/ 5769985 w 9635294"/>
              <a:gd name="connsiteY421" fmla="*/ 5223721 h 6211920"/>
              <a:gd name="connsiteX422" fmla="*/ 5755824 w 9635294"/>
              <a:gd name="connsiteY422" fmla="*/ 5244936 h 6211920"/>
              <a:gd name="connsiteX423" fmla="*/ 5753165 w 9635294"/>
              <a:gd name="connsiteY423" fmla="*/ 5243173 h 6211920"/>
              <a:gd name="connsiteX424" fmla="*/ 3878702 w 9635294"/>
              <a:gd name="connsiteY424" fmla="*/ 5218405 h 6211920"/>
              <a:gd name="connsiteX425" fmla="*/ 3873431 w 9635294"/>
              <a:gd name="connsiteY425" fmla="*/ 5221949 h 6211920"/>
              <a:gd name="connsiteX426" fmla="*/ 3887643 w 9635294"/>
              <a:gd name="connsiteY426" fmla="*/ 5243184 h 6211920"/>
              <a:gd name="connsiteX427" fmla="*/ 3892925 w 9635294"/>
              <a:gd name="connsiteY427" fmla="*/ 5239665 h 6211920"/>
              <a:gd name="connsiteX428" fmla="*/ 3878702 w 9635294"/>
              <a:gd name="connsiteY428" fmla="*/ 5218405 h 6211920"/>
              <a:gd name="connsiteX429" fmla="*/ 5762111 w 9635294"/>
              <a:gd name="connsiteY429" fmla="*/ 5218399 h 6211920"/>
              <a:gd name="connsiteX430" fmla="*/ 5767382 w 9635294"/>
              <a:gd name="connsiteY430" fmla="*/ 5221949 h 6211920"/>
              <a:gd name="connsiteX431" fmla="*/ 5767373 w 9635294"/>
              <a:gd name="connsiteY431" fmla="*/ 5221963 h 6211920"/>
              <a:gd name="connsiteX432" fmla="*/ 5762100 w 9635294"/>
              <a:gd name="connsiteY432" fmla="*/ 5218415 h 6211920"/>
              <a:gd name="connsiteX433" fmla="*/ 5759444 w 9635294"/>
              <a:gd name="connsiteY433" fmla="*/ 5216627 h 6211920"/>
              <a:gd name="connsiteX434" fmla="*/ 5762100 w 9635294"/>
              <a:gd name="connsiteY434" fmla="*/ 5218415 h 6211920"/>
              <a:gd name="connsiteX435" fmla="*/ 5747887 w 9635294"/>
              <a:gd name="connsiteY435" fmla="*/ 5239665 h 6211920"/>
              <a:gd name="connsiteX436" fmla="*/ 5749811 w 9635294"/>
              <a:gd name="connsiteY436" fmla="*/ 5240950 h 6211920"/>
              <a:gd name="connsiteX437" fmla="*/ 5745220 w 9635294"/>
              <a:gd name="connsiteY437" fmla="*/ 5237907 h 6211920"/>
              <a:gd name="connsiteX438" fmla="*/ 5759444 w 9635294"/>
              <a:gd name="connsiteY438" fmla="*/ 5216627 h 6211920"/>
              <a:gd name="connsiteX439" fmla="*/ 3881336 w 9635294"/>
              <a:gd name="connsiteY439" fmla="*/ 5216627 h 6211920"/>
              <a:gd name="connsiteX440" fmla="*/ 3895573 w 9635294"/>
              <a:gd name="connsiteY440" fmla="*/ 5237907 h 6211920"/>
              <a:gd name="connsiteX441" fmla="*/ 3885001 w 9635294"/>
              <a:gd name="connsiteY441" fmla="*/ 5244942 h 6211920"/>
              <a:gd name="connsiteX442" fmla="*/ 3870796 w 9635294"/>
              <a:gd name="connsiteY442" fmla="*/ 5223721 h 6211920"/>
              <a:gd name="connsiteX443" fmla="*/ 5778989 w 9635294"/>
              <a:gd name="connsiteY443" fmla="*/ 5199225 h 6211920"/>
              <a:gd name="connsiteX444" fmla="*/ 5781551 w 9635294"/>
              <a:gd name="connsiteY444" fmla="*/ 5200962 h 6211920"/>
              <a:gd name="connsiteX445" fmla="*/ 5781542 w 9635294"/>
              <a:gd name="connsiteY445" fmla="*/ 5200975 h 6211920"/>
              <a:gd name="connsiteX446" fmla="*/ 3847870 w 9635294"/>
              <a:gd name="connsiteY446" fmla="*/ 5177935 h 6211920"/>
              <a:gd name="connsiteX447" fmla="*/ 3844883 w 9635294"/>
              <a:gd name="connsiteY447" fmla="*/ 5179990 h 6211920"/>
              <a:gd name="connsiteX448" fmla="*/ 3844882 w 9635294"/>
              <a:gd name="connsiteY448" fmla="*/ 5179988 h 6211920"/>
              <a:gd name="connsiteX449" fmla="*/ 5788082 w 9635294"/>
              <a:gd name="connsiteY449" fmla="*/ 5174591 h 6211920"/>
              <a:gd name="connsiteX450" fmla="*/ 5798560 w 9635294"/>
              <a:gd name="connsiteY450" fmla="*/ 5181784 h 6211920"/>
              <a:gd name="connsiteX451" fmla="*/ 5784209 w 9635294"/>
              <a:gd name="connsiteY451" fmla="*/ 5202766 h 6211920"/>
              <a:gd name="connsiteX452" fmla="*/ 5781551 w 9635294"/>
              <a:gd name="connsiteY452" fmla="*/ 5200962 h 6211920"/>
              <a:gd name="connsiteX453" fmla="*/ 5795893 w 9635294"/>
              <a:gd name="connsiteY453" fmla="*/ 5179988 h 6211920"/>
              <a:gd name="connsiteX454" fmla="*/ 5790686 w 9635294"/>
              <a:gd name="connsiteY454" fmla="*/ 5176387 h 6211920"/>
              <a:gd name="connsiteX455" fmla="*/ 5776335 w 9635294"/>
              <a:gd name="connsiteY455" fmla="*/ 5197406 h 6211920"/>
              <a:gd name="connsiteX456" fmla="*/ 5778989 w 9635294"/>
              <a:gd name="connsiteY456" fmla="*/ 5199225 h 6211920"/>
              <a:gd name="connsiteX457" fmla="*/ 5773668 w 9635294"/>
              <a:gd name="connsiteY457" fmla="*/ 5195616 h 6211920"/>
              <a:gd name="connsiteX458" fmla="*/ 5788082 w 9635294"/>
              <a:gd name="connsiteY458" fmla="*/ 5174591 h 6211920"/>
              <a:gd name="connsiteX459" fmla="*/ 3852729 w 9635294"/>
              <a:gd name="connsiteY459" fmla="*/ 5174591 h 6211920"/>
              <a:gd name="connsiteX460" fmla="*/ 3867113 w 9635294"/>
              <a:gd name="connsiteY460" fmla="*/ 5195621 h 6211920"/>
              <a:gd name="connsiteX461" fmla="*/ 3856617 w 9635294"/>
              <a:gd name="connsiteY461" fmla="*/ 5202766 h 6211920"/>
              <a:gd name="connsiteX462" fmla="*/ 3842266 w 9635294"/>
              <a:gd name="connsiteY462" fmla="*/ 5181792 h 6211920"/>
              <a:gd name="connsiteX463" fmla="*/ 3844883 w 9635294"/>
              <a:gd name="connsiteY463" fmla="*/ 5179990 h 6211920"/>
              <a:gd name="connsiteX464" fmla="*/ 3859239 w 9635294"/>
              <a:gd name="connsiteY464" fmla="*/ 5200981 h 6211920"/>
              <a:gd name="connsiteX465" fmla="*/ 3864490 w 9635294"/>
              <a:gd name="connsiteY465" fmla="*/ 5197406 h 6211920"/>
              <a:gd name="connsiteX466" fmla="*/ 3850113 w 9635294"/>
              <a:gd name="connsiteY466" fmla="*/ 5176394 h 6211920"/>
              <a:gd name="connsiteX467" fmla="*/ 3847870 w 9635294"/>
              <a:gd name="connsiteY467" fmla="*/ 5177935 h 6211920"/>
              <a:gd name="connsiteX468" fmla="*/ 3832869 w 9635294"/>
              <a:gd name="connsiteY468" fmla="*/ 5157260 h 6211920"/>
              <a:gd name="connsiteX469" fmla="*/ 3830365 w 9635294"/>
              <a:gd name="connsiteY469" fmla="*/ 5159001 h 6211920"/>
              <a:gd name="connsiteX470" fmla="*/ 3830364 w 9635294"/>
              <a:gd name="connsiteY470" fmla="*/ 5158999 h 6211920"/>
              <a:gd name="connsiteX471" fmla="*/ 5805230 w 9635294"/>
              <a:gd name="connsiteY471" fmla="*/ 5155373 h 6211920"/>
              <a:gd name="connsiteX472" fmla="*/ 5807831 w 9635294"/>
              <a:gd name="connsiteY472" fmla="*/ 5157185 h 6211920"/>
              <a:gd name="connsiteX473" fmla="*/ 5805228 w 9635294"/>
              <a:gd name="connsiteY473" fmla="*/ 5155375 h 6211920"/>
              <a:gd name="connsiteX474" fmla="*/ 5822376 w 9635294"/>
              <a:gd name="connsiteY474" fmla="*/ 5136445 h 6211920"/>
              <a:gd name="connsiteX475" fmla="*/ 5827516 w 9635294"/>
              <a:gd name="connsiteY475" fmla="*/ 5140071 h 6211920"/>
              <a:gd name="connsiteX476" fmla="*/ 5813038 w 9635294"/>
              <a:gd name="connsiteY476" fmla="*/ 5160810 h 6211920"/>
              <a:gd name="connsiteX477" fmla="*/ 5807831 w 9635294"/>
              <a:gd name="connsiteY477" fmla="*/ 5157185 h 6211920"/>
              <a:gd name="connsiteX478" fmla="*/ 5810434 w 9635294"/>
              <a:gd name="connsiteY478" fmla="*/ 5158994 h 6211920"/>
              <a:gd name="connsiteX479" fmla="*/ 5824913 w 9635294"/>
              <a:gd name="connsiteY479" fmla="*/ 5138242 h 6211920"/>
              <a:gd name="connsiteX480" fmla="*/ 5819769 w 9635294"/>
              <a:gd name="connsiteY480" fmla="*/ 5134598 h 6211920"/>
              <a:gd name="connsiteX481" fmla="*/ 5822376 w 9635294"/>
              <a:gd name="connsiteY481" fmla="*/ 5136445 h 6211920"/>
              <a:gd name="connsiteX482" fmla="*/ 5819766 w 9635294"/>
              <a:gd name="connsiteY482" fmla="*/ 5134604 h 6211920"/>
              <a:gd name="connsiteX483" fmla="*/ 3823659 w 9635294"/>
              <a:gd name="connsiteY483" fmla="*/ 5132775 h 6211920"/>
              <a:gd name="connsiteX484" fmla="*/ 3838188 w 9635294"/>
              <a:gd name="connsiteY484" fmla="*/ 5153566 h 6211920"/>
              <a:gd name="connsiteX485" fmla="*/ 3832869 w 9635294"/>
              <a:gd name="connsiteY485" fmla="*/ 5157260 h 6211920"/>
              <a:gd name="connsiteX486" fmla="*/ 3835578 w 9635294"/>
              <a:gd name="connsiteY486" fmla="*/ 5155375 h 6211920"/>
              <a:gd name="connsiteX487" fmla="*/ 3821062 w 9635294"/>
              <a:gd name="connsiteY487" fmla="*/ 5134598 h 6211920"/>
              <a:gd name="connsiteX488" fmla="*/ 3815863 w 9635294"/>
              <a:gd name="connsiteY488" fmla="*/ 5138250 h 6211920"/>
              <a:gd name="connsiteX489" fmla="*/ 3830364 w 9635294"/>
              <a:gd name="connsiteY489" fmla="*/ 5158999 h 6211920"/>
              <a:gd name="connsiteX490" fmla="*/ 3827756 w 9635294"/>
              <a:gd name="connsiteY490" fmla="*/ 5160810 h 6211920"/>
              <a:gd name="connsiteX491" fmla="*/ 3813265 w 9635294"/>
              <a:gd name="connsiteY491" fmla="*/ 5140071 h 6211920"/>
              <a:gd name="connsiteX492" fmla="*/ 5817166 w 9635294"/>
              <a:gd name="connsiteY492" fmla="*/ 5132770 h 6211920"/>
              <a:gd name="connsiteX493" fmla="*/ 5819766 w 9635294"/>
              <a:gd name="connsiteY493" fmla="*/ 5134604 h 6211920"/>
              <a:gd name="connsiteX494" fmla="*/ 5805230 w 9635294"/>
              <a:gd name="connsiteY494" fmla="*/ 5155373 h 6211920"/>
              <a:gd name="connsiteX495" fmla="*/ 5802624 w 9635294"/>
              <a:gd name="connsiteY495" fmla="*/ 5153559 h 6211920"/>
              <a:gd name="connsiteX496" fmla="*/ 5817166 w 9635294"/>
              <a:gd name="connsiteY496" fmla="*/ 5132770 h 6211920"/>
              <a:gd name="connsiteX497" fmla="*/ 3806355 w 9635294"/>
              <a:gd name="connsiteY497" fmla="*/ 5113757 h 6211920"/>
              <a:gd name="connsiteX498" fmla="*/ 3806356 w 9635294"/>
              <a:gd name="connsiteY498" fmla="*/ 5113758 h 6211920"/>
              <a:gd name="connsiteX499" fmla="*/ 3805027 w 9635294"/>
              <a:gd name="connsiteY499" fmla="*/ 5114698 h 6211920"/>
              <a:gd name="connsiteX500" fmla="*/ 5834441 w 9635294"/>
              <a:gd name="connsiteY500" fmla="*/ 5113754 h 6211920"/>
              <a:gd name="connsiteX501" fmla="*/ 5839645 w 9635294"/>
              <a:gd name="connsiteY501" fmla="*/ 5117426 h 6211920"/>
              <a:gd name="connsiteX502" fmla="*/ 5839644 w 9635294"/>
              <a:gd name="connsiteY502" fmla="*/ 5117427 h 6211920"/>
              <a:gd name="connsiteX503" fmla="*/ 5834438 w 9635294"/>
              <a:gd name="connsiteY503" fmla="*/ 5113758 h 6211920"/>
              <a:gd name="connsiteX504" fmla="*/ 3786408 w 9635294"/>
              <a:gd name="connsiteY504" fmla="*/ 5096712 h 6211920"/>
              <a:gd name="connsiteX505" fmla="*/ 3801174 w 9635294"/>
              <a:gd name="connsiteY505" fmla="*/ 5117427 h 6211920"/>
              <a:gd name="connsiteX506" fmla="*/ 3805027 w 9635294"/>
              <a:gd name="connsiteY506" fmla="*/ 5114698 h 6211920"/>
              <a:gd name="connsiteX507" fmla="*/ 3798584 w 9635294"/>
              <a:gd name="connsiteY507" fmla="*/ 5119269 h 6211920"/>
              <a:gd name="connsiteX508" fmla="*/ 3783826 w 9635294"/>
              <a:gd name="connsiteY508" fmla="*/ 5098561 h 6211920"/>
              <a:gd name="connsiteX509" fmla="*/ 5851885 w 9635294"/>
              <a:gd name="connsiteY509" fmla="*/ 5094917 h 6211920"/>
              <a:gd name="connsiteX510" fmla="*/ 5856980 w 9635294"/>
              <a:gd name="connsiteY510" fmla="*/ 5098555 h 6211920"/>
              <a:gd name="connsiteX511" fmla="*/ 5842248 w 9635294"/>
              <a:gd name="connsiteY511" fmla="*/ 5119263 h 6211920"/>
              <a:gd name="connsiteX512" fmla="*/ 5839645 w 9635294"/>
              <a:gd name="connsiteY512" fmla="*/ 5117426 h 6211920"/>
              <a:gd name="connsiteX513" fmla="*/ 5854377 w 9635294"/>
              <a:gd name="connsiteY513" fmla="*/ 5096708 h 6211920"/>
              <a:gd name="connsiteX514" fmla="*/ 5849233 w 9635294"/>
              <a:gd name="connsiteY514" fmla="*/ 5093011 h 6211920"/>
              <a:gd name="connsiteX515" fmla="*/ 5851885 w 9635294"/>
              <a:gd name="connsiteY515" fmla="*/ 5094917 h 6211920"/>
              <a:gd name="connsiteX516" fmla="*/ 5849228 w 9635294"/>
              <a:gd name="connsiteY516" fmla="*/ 5093019 h 6211920"/>
              <a:gd name="connsiteX517" fmla="*/ 3791567 w 9635294"/>
              <a:gd name="connsiteY517" fmla="*/ 5093011 h 6211920"/>
              <a:gd name="connsiteX518" fmla="*/ 3791569 w 9635294"/>
              <a:gd name="connsiteY518" fmla="*/ 5093015 h 6211920"/>
              <a:gd name="connsiteX519" fmla="*/ 3786408 w 9635294"/>
              <a:gd name="connsiteY519" fmla="*/ 5096712 h 6211920"/>
              <a:gd name="connsiteX520" fmla="*/ 3786405 w 9635294"/>
              <a:gd name="connsiteY520" fmla="*/ 5096708 h 6211920"/>
              <a:gd name="connsiteX521" fmla="*/ 5846630 w 9635294"/>
              <a:gd name="connsiteY521" fmla="*/ 5091164 h 6211920"/>
              <a:gd name="connsiteX522" fmla="*/ 5849228 w 9635294"/>
              <a:gd name="connsiteY522" fmla="*/ 5093019 h 6211920"/>
              <a:gd name="connsiteX523" fmla="*/ 5834441 w 9635294"/>
              <a:gd name="connsiteY523" fmla="*/ 5113754 h 6211920"/>
              <a:gd name="connsiteX524" fmla="*/ 5831834 w 9635294"/>
              <a:gd name="connsiteY524" fmla="*/ 5111915 h 6211920"/>
              <a:gd name="connsiteX525" fmla="*/ 5846630 w 9635294"/>
              <a:gd name="connsiteY525" fmla="*/ 5091164 h 6211920"/>
              <a:gd name="connsiteX526" fmla="*/ 3794151 w 9635294"/>
              <a:gd name="connsiteY526" fmla="*/ 5091164 h 6211920"/>
              <a:gd name="connsiteX527" fmla="*/ 3808941 w 9635294"/>
              <a:gd name="connsiteY527" fmla="*/ 5111922 h 6211920"/>
              <a:gd name="connsiteX528" fmla="*/ 3806355 w 9635294"/>
              <a:gd name="connsiteY528" fmla="*/ 5113757 h 6211920"/>
              <a:gd name="connsiteX529" fmla="*/ 3791569 w 9635294"/>
              <a:gd name="connsiteY529" fmla="*/ 5093015 h 6211920"/>
              <a:gd name="connsiteX530" fmla="*/ 3776738 w 9635294"/>
              <a:gd name="connsiteY530" fmla="*/ 5072405 h 6211920"/>
              <a:gd name="connsiteX531" fmla="*/ 3776740 w 9635294"/>
              <a:gd name="connsiteY531" fmla="*/ 5072407 h 6211920"/>
              <a:gd name="connsiteX532" fmla="*/ 3771597 w 9635294"/>
              <a:gd name="connsiteY532" fmla="*/ 5076120 h 6211920"/>
              <a:gd name="connsiteX533" fmla="*/ 3771596 w 9635294"/>
              <a:gd name="connsiteY533" fmla="*/ 5076119 h 6211920"/>
              <a:gd name="connsiteX534" fmla="*/ 3756600 w 9635294"/>
              <a:gd name="connsiteY534" fmla="*/ 5055481 h 6211920"/>
              <a:gd name="connsiteX535" fmla="*/ 3771596 w 9635294"/>
              <a:gd name="connsiteY535" fmla="*/ 5076119 h 6211920"/>
              <a:gd name="connsiteX536" fmla="*/ 3769018 w 9635294"/>
              <a:gd name="connsiteY536" fmla="*/ 5077982 h 6211920"/>
              <a:gd name="connsiteX537" fmla="*/ 3754038 w 9635294"/>
              <a:gd name="connsiteY537" fmla="*/ 5057350 h 6211920"/>
              <a:gd name="connsiteX538" fmla="*/ 5881650 w 9635294"/>
              <a:gd name="connsiteY538" fmla="*/ 5053607 h 6211920"/>
              <a:gd name="connsiteX539" fmla="*/ 5884221 w 9635294"/>
              <a:gd name="connsiteY539" fmla="*/ 5055477 h 6211920"/>
              <a:gd name="connsiteX540" fmla="*/ 5884215 w 9635294"/>
              <a:gd name="connsiteY540" fmla="*/ 5055486 h 6211920"/>
              <a:gd name="connsiteX541" fmla="*/ 3761306 w 9635294"/>
              <a:gd name="connsiteY541" fmla="*/ 5052044 h 6211920"/>
              <a:gd name="connsiteX542" fmla="*/ 3756600 w 9635294"/>
              <a:gd name="connsiteY542" fmla="*/ 5055481 h 6211920"/>
              <a:gd name="connsiteX543" fmla="*/ 3756597 w 9635294"/>
              <a:gd name="connsiteY543" fmla="*/ 5055477 h 6211920"/>
              <a:gd name="connsiteX544" fmla="*/ 5876538 w 9635294"/>
              <a:gd name="connsiteY544" fmla="*/ 5049864 h 6211920"/>
              <a:gd name="connsiteX545" fmla="*/ 5881650 w 9635294"/>
              <a:gd name="connsiteY545" fmla="*/ 5053607 h 6211920"/>
              <a:gd name="connsiteX546" fmla="*/ 5879078 w 9635294"/>
              <a:gd name="connsiteY546" fmla="*/ 5051737 h 6211920"/>
              <a:gd name="connsiteX547" fmla="*/ 5864092 w 9635294"/>
              <a:gd name="connsiteY547" fmla="*/ 5072399 h 6211920"/>
              <a:gd name="connsiteX548" fmla="*/ 5869235 w 9635294"/>
              <a:gd name="connsiteY548" fmla="*/ 5076120 h 6211920"/>
              <a:gd name="connsiteX549" fmla="*/ 5884215 w 9635294"/>
              <a:gd name="connsiteY549" fmla="*/ 5055486 h 6211920"/>
              <a:gd name="connsiteX550" fmla="*/ 5886761 w 9635294"/>
              <a:gd name="connsiteY550" fmla="*/ 5057350 h 6211920"/>
              <a:gd name="connsiteX551" fmla="*/ 5871776 w 9635294"/>
              <a:gd name="connsiteY551" fmla="*/ 5077982 h 6211920"/>
              <a:gd name="connsiteX552" fmla="*/ 5861489 w 9635294"/>
              <a:gd name="connsiteY552" fmla="*/ 5070539 h 6211920"/>
              <a:gd name="connsiteX553" fmla="*/ 5876538 w 9635294"/>
              <a:gd name="connsiteY553" fmla="*/ 5049864 h 6211920"/>
              <a:gd name="connsiteX554" fmla="*/ 3764294 w 9635294"/>
              <a:gd name="connsiteY554" fmla="*/ 5049864 h 6211920"/>
              <a:gd name="connsiteX555" fmla="*/ 3779312 w 9635294"/>
              <a:gd name="connsiteY555" fmla="*/ 5070545 h 6211920"/>
              <a:gd name="connsiteX556" fmla="*/ 3776738 w 9635294"/>
              <a:gd name="connsiteY556" fmla="*/ 5072405 h 6211920"/>
              <a:gd name="connsiteX557" fmla="*/ 3761729 w 9635294"/>
              <a:gd name="connsiteY557" fmla="*/ 5051737 h 6211920"/>
              <a:gd name="connsiteX558" fmla="*/ 3761306 w 9635294"/>
              <a:gd name="connsiteY558" fmla="*/ 5052044 h 6211920"/>
              <a:gd name="connsiteX559" fmla="*/ 3746710 w 9635294"/>
              <a:gd name="connsiteY559" fmla="*/ 5031238 h 6211920"/>
              <a:gd name="connsiteX560" fmla="*/ 3746711 w 9635294"/>
              <a:gd name="connsiteY560" fmla="*/ 5031239 h 6211920"/>
              <a:gd name="connsiteX561" fmla="*/ 3744302 w 9635294"/>
              <a:gd name="connsiteY561" fmla="*/ 5033011 h 6211920"/>
              <a:gd name="connsiteX562" fmla="*/ 3729390 w 9635294"/>
              <a:gd name="connsiteY562" fmla="*/ 5012435 h 6211920"/>
              <a:gd name="connsiteX563" fmla="*/ 3726498 w 9635294"/>
              <a:gd name="connsiteY563" fmla="*/ 5014583 h 6211920"/>
              <a:gd name="connsiteX564" fmla="*/ 3741593 w 9635294"/>
              <a:gd name="connsiteY564" fmla="*/ 5035005 h 6211920"/>
              <a:gd name="connsiteX565" fmla="*/ 3744302 w 9635294"/>
              <a:gd name="connsiteY565" fmla="*/ 5033011 h 6211920"/>
              <a:gd name="connsiteX566" fmla="*/ 3739040 w 9635294"/>
              <a:gd name="connsiteY566" fmla="*/ 5036884 h 6211920"/>
              <a:gd name="connsiteX567" fmla="*/ 3723946 w 9635294"/>
              <a:gd name="connsiteY567" fmla="*/ 5016475 h 6211920"/>
              <a:gd name="connsiteX568" fmla="*/ 5909241 w 9635294"/>
              <a:gd name="connsiteY568" fmla="*/ 5010798 h 6211920"/>
              <a:gd name="connsiteX569" fmla="*/ 5914320 w 9635294"/>
              <a:gd name="connsiteY569" fmla="*/ 5014583 h 6211920"/>
              <a:gd name="connsiteX570" fmla="*/ 5914315 w 9635294"/>
              <a:gd name="connsiteY570" fmla="*/ 5014591 h 6211920"/>
              <a:gd name="connsiteX571" fmla="*/ 5909224 w 9635294"/>
              <a:gd name="connsiteY571" fmla="*/ 5010822 h 6211920"/>
              <a:gd name="connsiteX572" fmla="*/ 3731592 w 9635294"/>
              <a:gd name="connsiteY572" fmla="*/ 5010798 h 6211920"/>
              <a:gd name="connsiteX573" fmla="*/ 3731593 w 9635294"/>
              <a:gd name="connsiteY573" fmla="*/ 5010800 h 6211920"/>
              <a:gd name="connsiteX574" fmla="*/ 3729390 w 9635294"/>
              <a:gd name="connsiteY574" fmla="*/ 5012435 h 6211920"/>
              <a:gd name="connsiteX575" fmla="*/ 5906637 w 9635294"/>
              <a:gd name="connsiteY575" fmla="*/ 5008906 h 6211920"/>
              <a:gd name="connsiteX576" fmla="*/ 5909224 w 9635294"/>
              <a:gd name="connsiteY576" fmla="*/ 5010822 h 6211920"/>
              <a:gd name="connsiteX577" fmla="*/ 5894128 w 9635294"/>
              <a:gd name="connsiteY577" fmla="*/ 5031239 h 6211920"/>
              <a:gd name="connsiteX578" fmla="*/ 5899207 w 9635294"/>
              <a:gd name="connsiteY578" fmla="*/ 5035005 h 6211920"/>
              <a:gd name="connsiteX579" fmla="*/ 5914315 w 9635294"/>
              <a:gd name="connsiteY579" fmla="*/ 5014591 h 6211920"/>
              <a:gd name="connsiteX580" fmla="*/ 5916860 w 9635294"/>
              <a:gd name="connsiteY580" fmla="*/ 5016475 h 6211920"/>
              <a:gd name="connsiteX581" fmla="*/ 5901747 w 9635294"/>
              <a:gd name="connsiteY581" fmla="*/ 5036884 h 6211920"/>
              <a:gd name="connsiteX582" fmla="*/ 5891524 w 9635294"/>
              <a:gd name="connsiteY582" fmla="*/ 5029353 h 6211920"/>
              <a:gd name="connsiteX583" fmla="*/ 5906637 w 9635294"/>
              <a:gd name="connsiteY583" fmla="*/ 5008906 h 6211920"/>
              <a:gd name="connsiteX584" fmla="*/ 3734144 w 9635294"/>
              <a:gd name="connsiteY584" fmla="*/ 5008906 h 6211920"/>
              <a:gd name="connsiteX585" fmla="*/ 3749263 w 9635294"/>
              <a:gd name="connsiteY585" fmla="*/ 5029360 h 6211920"/>
              <a:gd name="connsiteX586" fmla="*/ 3746710 w 9635294"/>
              <a:gd name="connsiteY586" fmla="*/ 5031238 h 6211920"/>
              <a:gd name="connsiteX587" fmla="*/ 3731593 w 9635294"/>
              <a:gd name="connsiteY587" fmla="*/ 5010800 h 6211920"/>
              <a:gd name="connsiteX588" fmla="*/ 5924482 w 9635294"/>
              <a:gd name="connsiteY588" fmla="*/ 4990306 h 6211920"/>
              <a:gd name="connsiteX589" fmla="*/ 5926939 w 9635294"/>
              <a:gd name="connsiteY589" fmla="*/ 4992148 h 6211920"/>
              <a:gd name="connsiteX590" fmla="*/ 5924481 w 9635294"/>
              <a:gd name="connsiteY590" fmla="*/ 4990307 h 6211920"/>
              <a:gd name="connsiteX591" fmla="*/ 3716312 w 9635294"/>
              <a:gd name="connsiteY591" fmla="*/ 4990305 h 6211920"/>
              <a:gd name="connsiteX592" fmla="*/ 3716314 w 9635294"/>
              <a:gd name="connsiteY592" fmla="*/ 4990307 h 6211920"/>
              <a:gd name="connsiteX593" fmla="*/ 3711227 w 9635294"/>
              <a:gd name="connsiteY593" fmla="*/ 4994116 h 6211920"/>
              <a:gd name="connsiteX594" fmla="*/ 3711225 w 9635294"/>
              <a:gd name="connsiteY594" fmla="*/ 4994114 h 6211920"/>
              <a:gd name="connsiteX595" fmla="*/ 3699046 w 9635294"/>
              <a:gd name="connsiteY595" fmla="*/ 4971554 h 6211920"/>
              <a:gd name="connsiteX596" fmla="*/ 3695992 w 9635294"/>
              <a:gd name="connsiteY596" fmla="*/ 4973860 h 6211920"/>
              <a:gd name="connsiteX597" fmla="*/ 3711225 w 9635294"/>
              <a:gd name="connsiteY597" fmla="*/ 4994114 h 6211920"/>
              <a:gd name="connsiteX598" fmla="*/ 3708686 w 9635294"/>
              <a:gd name="connsiteY598" fmla="*/ 4996016 h 6211920"/>
              <a:gd name="connsiteX599" fmla="*/ 3693459 w 9635294"/>
              <a:gd name="connsiteY599" fmla="*/ 4975771 h 6211920"/>
              <a:gd name="connsiteX600" fmla="*/ 3701061 w 9635294"/>
              <a:gd name="connsiteY600" fmla="*/ 4970032 h 6211920"/>
              <a:gd name="connsiteX601" fmla="*/ 3701061 w 9635294"/>
              <a:gd name="connsiteY601" fmla="*/ 4970032 h 6211920"/>
              <a:gd name="connsiteX602" fmla="*/ 3699046 w 9635294"/>
              <a:gd name="connsiteY602" fmla="*/ 4971554 h 6211920"/>
              <a:gd name="connsiteX603" fmla="*/ 5937181 w 9635294"/>
              <a:gd name="connsiteY603" fmla="*/ 4968119 h 6211920"/>
              <a:gd name="connsiteX604" fmla="*/ 5947341 w 9635294"/>
              <a:gd name="connsiteY604" fmla="*/ 4975771 h 6211920"/>
              <a:gd name="connsiteX605" fmla="*/ 5932101 w 9635294"/>
              <a:gd name="connsiteY605" fmla="*/ 4996016 h 6211920"/>
              <a:gd name="connsiteX606" fmla="*/ 5926939 w 9635294"/>
              <a:gd name="connsiteY606" fmla="*/ 4992148 h 6211920"/>
              <a:gd name="connsiteX607" fmla="*/ 5929560 w 9635294"/>
              <a:gd name="connsiteY607" fmla="*/ 4994111 h 6211920"/>
              <a:gd name="connsiteX608" fmla="*/ 5944801 w 9635294"/>
              <a:gd name="connsiteY608" fmla="*/ 4973860 h 6211920"/>
              <a:gd name="connsiteX609" fmla="*/ 5939720 w 9635294"/>
              <a:gd name="connsiteY609" fmla="*/ 4970032 h 6211920"/>
              <a:gd name="connsiteX610" fmla="*/ 5924482 w 9635294"/>
              <a:gd name="connsiteY610" fmla="*/ 4990306 h 6211920"/>
              <a:gd name="connsiteX611" fmla="*/ 5921941 w 9635294"/>
              <a:gd name="connsiteY611" fmla="*/ 4988402 h 6211920"/>
              <a:gd name="connsiteX612" fmla="*/ 5937181 w 9635294"/>
              <a:gd name="connsiteY612" fmla="*/ 4968119 h 6211920"/>
              <a:gd name="connsiteX613" fmla="*/ 3703595 w 9635294"/>
              <a:gd name="connsiteY613" fmla="*/ 4968119 h 6211920"/>
              <a:gd name="connsiteX614" fmla="*/ 3718852 w 9635294"/>
              <a:gd name="connsiteY614" fmla="*/ 4988402 h 6211920"/>
              <a:gd name="connsiteX615" fmla="*/ 3716312 w 9635294"/>
              <a:gd name="connsiteY615" fmla="*/ 4990305 h 6211920"/>
              <a:gd name="connsiteX616" fmla="*/ 3701061 w 9635294"/>
              <a:gd name="connsiteY616" fmla="*/ 4970032 h 6211920"/>
              <a:gd name="connsiteX617" fmla="*/ 3685687 w 9635294"/>
              <a:gd name="connsiteY617" fmla="*/ 4949762 h 6211920"/>
              <a:gd name="connsiteX618" fmla="*/ 3685688 w 9635294"/>
              <a:gd name="connsiteY618" fmla="*/ 4949763 h 6211920"/>
              <a:gd name="connsiteX619" fmla="*/ 3680633 w 9635294"/>
              <a:gd name="connsiteY619" fmla="*/ 4953610 h 6211920"/>
              <a:gd name="connsiteX620" fmla="*/ 3680632 w 9635294"/>
              <a:gd name="connsiteY620" fmla="*/ 4953610 h 6211920"/>
              <a:gd name="connsiteX621" fmla="*/ 5955106 w 9635294"/>
              <a:gd name="connsiteY621" fmla="*/ 4949739 h 6211920"/>
              <a:gd name="connsiteX622" fmla="*/ 5960173 w 9635294"/>
              <a:gd name="connsiteY622" fmla="*/ 4953598 h 6211920"/>
              <a:gd name="connsiteX623" fmla="*/ 5960168 w 9635294"/>
              <a:gd name="connsiteY623" fmla="*/ 4953604 h 6211920"/>
              <a:gd name="connsiteX624" fmla="*/ 5955088 w 9635294"/>
              <a:gd name="connsiteY624" fmla="*/ 4949763 h 6211920"/>
              <a:gd name="connsiteX625" fmla="*/ 3668263 w 9635294"/>
              <a:gd name="connsiteY625" fmla="*/ 4930891 h 6211920"/>
              <a:gd name="connsiteX626" fmla="*/ 3665114 w 9635294"/>
              <a:gd name="connsiteY626" fmla="*/ 4933310 h 6211920"/>
              <a:gd name="connsiteX627" fmla="*/ 3680632 w 9635294"/>
              <a:gd name="connsiteY627" fmla="*/ 4953610 h 6211920"/>
              <a:gd name="connsiteX628" fmla="*/ 3678105 w 9635294"/>
              <a:gd name="connsiteY628" fmla="*/ 4955534 h 6211920"/>
              <a:gd name="connsiteX629" fmla="*/ 3662592 w 9635294"/>
              <a:gd name="connsiteY629" fmla="*/ 4935240 h 6211920"/>
              <a:gd name="connsiteX630" fmla="*/ 5972351 w 9635294"/>
              <a:gd name="connsiteY630" fmla="*/ 4930758 h 6211920"/>
              <a:gd name="connsiteX631" fmla="*/ 5978202 w 9635294"/>
              <a:gd name="connsiteY631" fmla="*/ 4935240 h 6211920"/>
              <a:gd name="connsiteX632" fmla="*/ 5962707 w 9635294"/>
              <a:gd name="connsiteY632" fmla="*/ 4955528 h 6211920"/>
              <a:gd name="connsiteX633" fmla="*/ 5960173 w 9635294"/>
              <a:gd name="connsiteY633" fmla="*/ 4953598 h 6211920"/>
              <a:gd name="connsiteX634" fmla="*/ 5975661 w 9635294"/>
              <a:gd name="connsiteY634" fmla="*/ 4933310 h 6211920"/>
              <a:gd name="connsiteX635" fmla="*/ 5970645 w 9635294"/>
              <a:gd name="connsiteY635" fmla="*/ 4929442 h 6211920"/>
              <a:gd name="connsiteX636" fmla="*/ 5972351 w 9635294"/>
              <a:gd name="connsiteY636" fmla="*/ 4930758 h 6211920"/>
              <a:gd name="connsiteX637" fmla="*/ 5970641 w 9635294"/>
              <a:gd name="connsiteY637" fmla="*/ 4929448 h 6211920"/>
              <a:gd name="connsiteX638" fmla="*/ 3670148 w 9635294"/>
              <a:gd name="connsiteY638" fmla="*/ 4929442 h 6211920"/>
              <a:gd name="connsiteX639" fmla="*/ 3670150 w 9635294"/>
              <a:gd name="connsiteY639" fmla="*/ 4929444 h 6211920"/>
              <a:gd name="connsiteX640" fmla="*/ 3668263 w 9635294"/>
              <a:gd name="connsiteY640" fmla="*/ 4930891 h 6211920"/>
              <a:gd name="connsiteX641" fmla="*/ 3672670 w 9635294"/>
              <a:gd name="connsiteY641" fmla="*/ 4927512 h 6211920"/>
              <a:gd name="connsiteX642" fmla="*/ 3688214 w 9635294"/>
              <a:gd name="connsiteY642" fmla="*/ 4947838 h 6211920"/>
              <a:gd name="connsiteX643" fmla="*/ 3685687 w 9635294"/>
              <a:gd name="connsiteY643" fmla="*/ 4949762 h 6211920"/>
              <a:gd name="connsiteX644" fmla="*/ 3670150 w 9635294"/>
              <a:gd name="connsiteY644" fmla="*/ 4929444 h 6211920"/>
              <a:gd name="connsiteX645" fmla="*/ 5968105 w 9635294"/>
              <a:gd name="connsiteY645" fmla="*/ 4927505 h 6211920"/>
              <a:gd name="connsiteX646" fmla="*/ 5970641 w 9635294"/>
              <a:gd name="connsiteY646" fmla="*/ 4929448 h 6211920"/>
              <a:gd name="connsiteX647" fmla="*/ 5955106 w 9635294"/>
              <a:gd name="connsiteY647" fmla="*/ 4949739 h 6211920"/>
              <a:gd name="connsiteX648" fmla="*/ 5952611 w 9635294"/>
              <a:gd name="connsiteY648" fmla="*/ 4947838 h 6211920"/>
              <a:gd name="connsiteX649" fmla="*/ 5968105 w 9635294"/>
              <a:gd name="connsiteY649" fmla="*/ 4927505 h 6211920"/>
              <a:gd name="connsiteX650" fmla="*/ 3654684 w 9635294"/>
              <a:gd name="connsiteY650" fmla="*/ 4909373 h 6211920"/>
              <a:gd name="connsiteX651" fmla="*/ 3654686 w 9635294"/>
              <a:gd name="connsiteY651" fmla="*/ 4909377 h 6211920"/>
              <a:gd name="connsiteX652" fmla="*/ 3649664 w 9635294"/>
              <a:gd name="connsiteY652" fmla="*/ 4913256 h 6211920"/>
              <a:gd name="connsiteX653" fmla="*/ 3649663 w 9635294"/>
              <a:gd name="connsiteY653" fmla="*/ 4913255 h 6211920"/>
              <a:gd name="connsiteX654" fmla="*/ 3636567 w 9635294"/>
              <a:gd name="connsiteY654" fmla="*/ 4891219 h 6211920"/>
              <a:gd name="connsiteX655" fmla="*/ 3634062 w 9635294"/>
              <a:gd name="connsiteY655" fmla="*/ 4893172 h 6211920"/>
              <a:gd name="connsiteX656" fmla="*/ 3649663 w 9635294"/>
              <a:gd name="connsiteY656" fmla="*/ 4913255 h 6211920"/>
              <a:gd name="connsiteX657" fmla="*/ 3647149 w 9635294"/>
              <a:gd name="connsiteY657" fmla="*/ 4915199 h 6211920"/>
              <a:gd name="connsiteX658" fmla="*/ 3631560 w 9635294"/>
              <a:gd name="connsiteY658" fmla="*/ 4895120 h 6211920"/>
              <a:gd name="connsiteX659" fmla="*/ 6001760 w 9635294"/>
              <a:gd name="connsiteY659" fmla="*/ 4889266 h 6211920"/>
              <a:gd name="connsiteX660" fmla="*/ 6004226 w 9635294"/>
              <a:gd name="connsiteY660" fmla="*/ 4891210 h 6211920"/>
              <a:gd name="connsiteX661" fmla="*/ 6001747 w 9635294"/>
              <a:gd name="connsiteY661" fmla="*/ 4889282 h 6211920"/>
              <a:gd name="connsiteX662" fmla="*/ 3639072 w 9635294"/>
              <a:gd name="connsiteY662" fmla="*/ 4889266 h 6211920"/>
              <a:gd name="connsiteX663" fmla="*/ 3639072 w 9635294"/>
              <a:gd name="connsiteY663" fmla="*/ 4889266 h 6211920"/>
              <a:gd name="connsiteX664" fmla="*/ 3636567 w 9635294"/>
              <a:gd name="connsiteY664" fmla="*/ 4891219 h 6211920"/>
              <a:gd name="connsiteX665" fmla="*/ 5999220 w 9635294"/>
              <a:gd name="connsiteY665" fmla="*/ 4887317 h 6211920"/>
              <a:gd name="connsiteX666" fmla="*/ 6001747 w 9635294"/>
              <a:gd name="connsiteY666" fmla="*/ 4889282 h 6211920"/>
              <a:gd name="connsiteX667" fmla="*/ 5986139 w 9635294"/>
              <a:gd name="connsiteY667" fmla="*/ 4909370 h 6211920"/>
              <a:gd name="connsiteX668" fmla="*/ 5991156 w 9635294"/>
              <a:gd name="connsiteY668" fmla="*/ 4913256 h 6211920"/>
              <a:gd name="connsiteX669" fmla="*/ 6006713 w 9635294"/>
              <a:gd name="connsiteY669" fmla="*/ 4893172 h 6211920"/>
              <a:gd name="connsiteX670" fmla="*/ 6004226 w 9635294"/>
              <a:gd name="connsiteY670" fmla="*/ 4891210 h 6211920"/>
              <a:gd name="connsiteX671" fmla="*/ 6009253 w 9635294"/>
              <a:gd name="connsiteY671" fmla="*/ 4895120 h 6211920"/>
              <a:gd name="connsiteX672" fmla="*/ 5993632 w 9635294"/>
              <a:gd name="connsiteY672" fmla="*/ 4915199 h 6211920"/>
              <a:gd name="connsiteX673" fmla="*/ 5983599 w 9635294"/>
              <a:gd name="connsiteY673" fmla="*/ 4907426 h 6211920"/>
              <a:gd name="connsiteX674" fmla="*/ 5999220 w 9635294"/>
              <a:gd name="connsiteY674" fmla="*/ 4887317 h 6211920"/>
              <a:gd name="connsiteX675" fmla="*/ 3641574 w 9635294"/>
              <a:gd name="connsiteY675" fmla="*/ 4887317 h 6211920"/>
              <a:gd name="connsiteX676" fmla="*/ 3657194 w 9635294"/>
              <a:gd name="connsiteY676" fmla="*/ 4907432 h 6211920"/>
              <a:gd name="connsiteX677" fmla="*/ 3654684 w 9635294"/>
              <a:gd name="connsiteY677" fmla="*/ 4909373 h 6211920"/>
              <a:gd name="connsiteX678" fmla="*/ 3639072 w 9635294"/>
              <a:gd name="connsiteY678" fmla="*/ 4889266 h 6211920"/>
              <a:gd name="connsiteX679" fmla="*/ 3620558 w 9635294"/>
              <a:gd name="connsiteY679" fmla="*/ 4871306 h 6211920"/>
              <a:gd name="connsiteX680" fmla="*/ 3618327 w 9635294"/>
              <a:gd name="connsiteY680" fmla="*/ 4873061 h 6211920"/>
              <a:gd name="connsiteX681" fmla="*/ 3618325 w 9635294"/>
              <a:gd name="connsiteY681" fmla="*/ 4873059 h 6211920"/>
              <a:gd name="connsiteX682" fmla="*/ 6019974 w 9635294"/>
              <a:gd name="connsiteY682" fmla="*/ 4871090 h 6211920"/>
              <a:gd name="connsiteX683" fmla="*/ 6022473 w 9635294"/>
              <a:gd name="connsiteY683" fmla="*/ 4873045 h 6211920"/>
              <a:gd name="connsiteX684" fmla="*/ 6022461 w 9635294"/>
              <a:gd name="connsiteY684" fmla="*/ 4873061 h 6211920"/>
              <a:gd name="connsiteX685" fmla="*/ 6038143 w 9635294"/>
              <a:gd name="connsiteY685" fmla="*/ 4853175 h 6211920"/>
              <a:gd name="connsiteX686" fmla="*/ 6040622 w 9635294"/>
              <a:gd name="connsiteY686" fmla="*/ 4855148 h 6211920"/>
              <a:gd name="connsiteX687" fmla="*/ 6025001 w 9635294"/>
              <a:gd name="connsiteY687" fmla="*/ 4875023 h 6211920"/>
              <a:gd name="connsiteX688" fmla="*/ 6022473 w 9635294"/>
              <a:gd name="connsiteY688" fmla="*/ 4873045 h 6211920"/>
              <a:gd name="connsiteX689" fmla="*/ 3605134 w 9635294"/>
              <a:gd name="connsiteY689" fmla="*/ 4851210 h 6211920"/>
              <a:gd name="connsiteX690" fmla="*/ 3602648 w 9635294"/>
              <a:gd name="connsiteY690" fmla="*/ 4853178 h 6211920"/>
              <a:gd name="connsiteX691" fmla="*/ 3618325 w 9635294"/>
              <a:gd name="connsiteY691" fmla="*/ 4873059 h 6211920"/>
              <a:gd name="connsiteX692" fmla="*/ 3615825 w 9635294"/>
              <a:gd name="connsiteY692" fmla="*/ 4875023 h 6211920"/>
              <a:gd name="connsiteX693" fmla="*/ 3600158 w 9635294"/>
              <a:gd name="connsiteY693" fmla="*/ 4855148 h 6211920"/>
              <a:gd name="connsiteX694" fmla="*/ 6033193 w 9635294"/>
              <a:gd name="connsiteY694" fmla="*/ 4849235 h 6211920"/>
              <a:gd name="connsiteX695" fmla="*/ 6038145 w 9635294"/>
              <a:gd name="connsiteY695" fmla="*/ 4853173 h 6211920"/>
              <a:gd name="connsiteX696" fmla="*/ 6038143 w 9635294"/>
              <a:gd name="connsiteY696" fmla="*/ 4853175 h 6211920"/>
              <a:gd name="connsiteX697" fmla="*/ 6033192 w 9635294"/>
              <a:gd name="connsiteY697" fmla="*/ 4849237 h 6211920"/>
              <a:gd name="connsiteX698" fmla="*/ 3607627 w 9635294"/>
              <a:gd name="connsiteY698" fmla="*/ 4849235 h 6211920"/>
              <a:gd name="connsiteX699" fmla="*/ 3607627 w 9635294"/>
              <a:gd name="connsiteY699" fmla="*/ 4849236 h 6211920"/>
              <a:gd name="connsiteX700" fmla="*/ 3605134 w 9635294"/>
              <a:gd name="connsiteY700" fmla="*/ 4851210 h 6211920"/>
              <a:gd name="connsiteX701" fmla="*/ 6030716 w 9635294"/>
              <a:gd name="connsiteY701" fmla="*/ 4847267 h 6211920"/>
              <a:gd name="connsiteX702" fmla="*/ 6033192 w 9635294"/>
              <a:gd name="connsiteY702" fmla="*/ 4849237 h 6211920"/>
              <a:gd name="connsiteX703" fmla="*/ 6017508 w 9635294"/>
              <a:gd name="connsiteY703" fmla="*/ 4869136 h 6211920"/>
              <a:gd name="connsiteX704" fmla="*/ 6019974 w 9635294"/>
              <a:gd name="connsiteY704" fmla="*/ 4871090 h 6211920"/>
              <a:gd name="connsiteX705" fmla="*/ 6014968 w 9635294"/>
              <a:gd name="connsiteY705" fmla="*/ 4867174 h 6211920"/>
              <a:gd name="connsiteX706" fmla="*/ 6030716 w 9635294"/>
              <a:gd name="connsiteY706" fmla="*/ 4847267 h 6211920"/>
              <a:gd name="connsiteX707" fmla="*/ 3610115 w 9635294"/>
              <a:gd name="connsiteY707" fmla="*/ 4847267 h 6211920"/>
              <a:gd name="connsiteX708" fmla="*/ 3625813 w 9635294"/>
              <a:gd name="connsiteY708" fmla="*/ 4867180 h 6211920"/>
              <a:gd name="connsiteX709" fmla="*/ 3620558 w 9635294"/>
              <a:gd name="connsiteY709" fmla="*/ 4871306 h 6211920"/>
              <a:gd name="connsiteX710" fmla="*/ 3623317 w 9635294"/>
              <a:gd name="connsiteY710" fmla="*/ 4869136 h 6211920"/>
              <a:gd name="connsiteX711" fmla="*/ 3607627 w 9635294"/>
              <a:gd name="connsiteY711" fmla="*/ 4849236 h 6211920"/>
              <a:gd name="connsiteX712" fmla="*/ 6051481 w 9635294"/>
              <a:gd name="connsiteY712" fmla="*/ 4831272 h 6211920"/>
              <a:gd name="connsiteX713" fmla="*/ 6053959 w 9635294"/>
              <a:gd name="connsiteY713" fmla="*/ 4833251 h 6211920"/>
              <a:gd name="connsiteX714" fmla="*/ 6053957 w 9635294"/>
              <a:gd name="connsiteY714" fmla="*/ 4833253 h 6211920"/>
              <a:gd name="connsiteX715" fmla="*/ 3591789 w 9635294"/>
              <a:gd name="connsiteY715" fmla="*/ 4829296 h 6211920"/>
              <a:gd name="connsiteX716" fmla="*/ 3591790 w 9635294"/>
              <a:gd name="connsiteY716" fmla="*/ 4829296 h 6211920"/>
              <a:gd name="connsiteX717" fmla="*/ 3589307 w 9635294"/>
              <a:gd name="connsiteY717" fmla="*/ 4831274 h 6211920"/>
              <a:gd name="connsiteX718" fmla="*/ 3570879 w 9635294"/>
              <a:gd name="connsiteY718" fmla="*/ 4813320 h 6211920"/>
              <a:gd name="connsiteX719" fmla="*/ 3586824 w 9635294"/>
              <a:gd name="connsiteY719" fmla="*/ 4833253 h 6211920"/>
              <a:gd name="connsiteX720" fmla="*/ 3589307 w 9635294"/>
              <a:gd name="connsiteY720" fmla="*/ 4831274 h 6211920"/>
              <a:gd name="connsiteX721" fmla="*/ 3584341 w 9635294"/>
              <a:gd name="connsiteY721" fmla="*/ 4835233 h 6211920"/>
              <a:gd name="connsiteX722" fmla="*/ 3568403 w 9635294"/>
              <a:gd name="connsiteY722" fmla="*/ 4815308 h 6211920"/>
              <a:gd name="connsiteX723" fmla="*/ 6069894 w 9635294"/>
              <a:gd name="connsiteY723" fmla="*/ 4813318 h 6211920"/>
              <a:gd name="connsiteX724" fmla="*/ 6072372 w 9635294"/>
              <a:gd name="connsiteY724" fmla="*/ 4815308 h 6211920"/>
              <a:gd name="connsiteX725" fmla="*/ 6056433 w 9635294"/>
              <a:gd name="connsiteY725" fmla="*/ 4835228 h 6211920"/>
              <a:gd name="connsiteX726" fmla="*/ 6053959 w 9635294"/>
              <a:gd name="connsiteY726" fmla="*/ 4833251 h 6211920"/>
              <a:gd name="connsiteX727" fmla="*/ 6069895 w 9635294"/>
              <a:gd name="connsiteY727" fmla="*/ 4813319 h 6211920"/>
              <a:gd name="connsiteX728" fmla="*/ 3575831 w 9635294"/>
              <a:gd name="connsiteY728" fmla="*/ 4809346 h 6211920"/>
              <a:gd name="connsiteX729" fmla="*/ 3570879 w 9635294"/>
              <a:gd name="connsiteY729" fmla="*/ 4813320 h 6211920"/>
              <a:gd name="connsiteX730" fmla="*/ 3570879 w 9635294"/>
              <a:gd name="connsiteY730" fmla="*/ 4813319 h 6211920"/>
              <a:gd name="connsiteX731" fmla="*/ 6064943 w 9635294"/>
              <a:gd name="connsiteY731" fmla="*/ 4809344 h 6211920"/>
              <a:gd name="connsiteX732" fmla="*/ 6069894 w 9635294"/>
              <a:gd name="connsiteY732" fmla="*/ 4813318 h 6211920"/>
              <a:gd name="connsiteX733" fmla="*/ 6064943 w 9635294"/>
              <a:gd name="connsiteY733" fmla="*/ 4809345 h 6211920"/>
              <a:gd name="connsiteX734" fmla="*/ 6062466 w 9635294"/>
              <a:gd name="connsiteY734" fmla="*/ 4807357 h 6211920"/>
              <a:gd name="connsiteX735" fmla="*/ 6064943 w 9635294"/>
              <a:gd name="connsiteY735" fmla="*/ 4809345 h 6211920"/>
              <a:gd name="connsiteX736" fmla="*/ 6049004 w 9635294"/>
              <a:gd name="connsiteY736" fmla="*/ 4829291 h 6211920"/>
              <a:gd name="connsiteX737" fmla="*/ 6051481 w 9635294"/>
              <a:gd name="connsiteY737" fmla="*/ 4831272 h 6211920"/>
              <a:gd name="connsiteX738" fmla="*/ 6046528 w 9635294"/>
              <a:gd name="connsiteY738" fmla="*/ 4827315 h 6211920"/>
              <a:gd name="connsiteX739" fmla="*/ 6062466 w 9635294"/>
              <a:gd name="connsiteY739" fmla="*/ 4807357 h 6211920"/>
              <a:gd name="connsiteX740" fmla="*/ 3578308 w 9635294"/>
              <a:gd name="connsiteY740" fmla="*/ 4807357 h 6211920"/>
              <a:gd name="connsiteX741" fmla="*/ 3594273 w 9635294"/>
              <a:gd name="connsiteY741" fmla="*/ 4827315 h 6211920"/>
              <a:gd name="connsiteX742" fmla="*/ 3591789 w 9635294"/>
              <a:gd name="connsiteY742" fmla="*/ 4829296 h 6211920"/>
              <a:gd name="connsiteX743" fmla="*/ 3575833 w 9635294"/>
              <a:gd name="connsiteY743" fmla="*/ 4809344 h 6211920"/>
              <a:gd name="connsiteX744" fmla="*/ 3575831 w 9635294"/>
              <a:gd name="connsiteY744" fmla="*/ 4809346 h 6211920"/>
              <a:gd name="connsiteX745" fmla="*/ 3557569 w 9635294"/>
              <a:gd name="connsiteY745" fmla="*/ 4791510 h 6211920"/>
              <a:gd name="connsiteX746" fmla="*/ 3554991 w 9635294"/>
              <a:gd name="connsiteY746" fmla="*/ 4793596 h 6211920"/>
              <a:gd name="connsiteX747" fmla="*/ 3554990 w 9635294"/>
              <a:gd name="connsiteY747" fmla="*/ 4793595 h 6211920"/>
              <a:gd name="connsiteX748" fmla="*/ 3538961 w 9635294"/>
              <a:gd name="connsiteY748" fmla="*/ 4773833 h 6211920"/>
              <a:gd name="connsiteX749" fmla="*/ 3554990 w 9635294"/>
              <a:gd name="connsiteY749" fmla="*/ 4793595 h 6211920"/>
              <a:gd name="connsiteX750" fmla="*/ 3552521 w 9635294"/>
              <a:gd name="connsiteY750" fmla="*/ 4795590 h 6211920"/>
              <a:gd name="connsiteX751" fmla="*/ 3536499 w 9635294"/>
              <a:gd name="connsiteY751" fmla="*/ 4775836 h 6211920"/>
              <a:gd name="connsiteX752" fmla="*/ 6096946 w 9635294"/>
              <a:gd name="connsiteY752" fmla="*/ 4769823 h 6211920"/>
              <a:gd name="connsiteX753" fmla="*/ 6099165 w 9635294"/>
              <a:gd name="connsiteY753" fmla="*/ 4771641 h 6211920"/>
              <a:gd name="connsiteX754" fmla="*/ 6096941 w 9635294"/>
              <a:gd name="connsiteY754" fmla="*/ 4769829 h 6211920"/>
              <a:gd name="connsiteX755" fmla="*/ 3543885 w 9635294"/>
              <a:gd name="connsiteY755" fmla="*/ 4769823 h 6211920"/>
              <a:gd name="connsiteX756" fmla="*/ 3543887 w 9635294"/>
              <a:gd name="connsiteY756" fmla="*/ 4769825 h 6211920"/>
              <a:gd name="connsiteX757" fmla="*/ 3538961 w 9635294"/>
              <a:gd name="connsiteY757" fmla="*/ 4773833 h 6211920"/>
              <a:gd name="connsiteX758" fmla="*/ 3538958 w 9635294"/>
              <a:gd name="connsiteY758" fmla="*/ 4773829 h 6211920"/>
              <a:gd name="connsiteX759" fmla="*/ 3546349 w 9635294"/>
              <a:gd name="connsiteY759" fmla="*/ 4767823 h 6211920"/>
              <a:gd name="connsiteX760" fmla="*/ 3562395 w 9635294"/>
              <a:gd name="connsiteY760" fmla="*/ 4787609 h 6211920"/>
              <a:gd name="connsiteX761" fmla="*/ 3557569 w 9635294"/>
              <a:gd name="connsiteY761" fmla="*/ 4791510 h 6211920"/>
              <a:gd name="connsiteX762" fmla="*/ 3559926 w 9635294"/>
              <a:gd name="connsiteY762" fmla="*/ 4789603 h 6211920"/>
              <a:gd name="connsiteX763" fmla="*/ 3543887 w 9635294"/>
              <a:gd name="connsiteY763" fmla="*/ 4769825 h 6211920"/>
              <a:gd name="connsiteX764" fmla="*/ 6094470 w 9635294"/>
              <a:gd name="connsiteY764" fmla="*/ 4767815 h 6211920"/>
              <a:gd name="connsiteX765" fmla="*/ 6096941 w 9635294"/>
              <a:gd name="connsiteY765" fmla="*/ 4769829 h 6211920"/>
              <a:gd name="connsiteX766" fmla="*/ 6080881 w 9635294"/>
              <a:gd name="connsiteY766" fmla="*/ 4789603 h 6211920"/>
              <a:gd name="connsiteX767" fmla="*/ 6085834 w 9635294"/>
              <a:gd name="connsiteY767" fmla="*/ 4793590 h 6211920"/>
              <a:gd name="connsiteX768" fmla="*/ 6101836 w 9635294"/>
              <a:gd name="connsiteY768" fmla="*/ 4773829 h 6211920"/>
              <a:gd name="connsiteX769" fmla="*/ 6099165 w 9635294"/>
              <a:gd name="connsiteY769" fmla="*/ 4771641 h 6211920"/>
              <a:gd name="connsiteX770" fmla="*/ 6104313 w 9635294"/>
              <a:gd name="connsiteY770" fmla="*/ 4775836 h 6211920"/>
              <a:gd name="connsiteX771" fmla="*/ 6088310 w 9635294"/>
              <a:gd name="connsiteY771" fmla="*/ 4795590 h 6211920"/>
              <a:gd name="connsiteX772" fmla="*/ 6078405 w 9635294"/>
              <a:gd name="connsiteY772" fmla="*/ 4787609 h 6211920"/>
              <a:gd name="connsiteX773" fmla="*/ 6094470 w 9635294"/>
              <a:gd name="connsiteY773" fmla="*/ 4767815 h 6211920"/>
              <a:gd name="connsiteX774" fmla="*/ 6115521 w 9635294"/>
              <a:gd name="connsiteY774" fmla="*/ 4752055 h 6211920"/>
              <a:gd name="connsiteX775" fmla="*/ 6117972 w 9635294"/>
              <a:gd name="connsiteY775" fmla="*/ 4754060 h 6211920"/>
              <a:gd name="connsiteX776" fmla="*/ 6117965 w 9635294"/>
              <a:gd name="connsiteY776" fmla="*/ 4754067 h 6211920"/>
              <a:gd name="connsiteX777" fmla="*/ 3526090 w 9635294"/>
              <a:gd name="connsiteY777" fmla="*/ 4751388 h 6211920"/>
              <a:gd name="connsiteX778" fmla="*/ 3522822 w 9635294"/>
              <a:gd name="connsiteY778" fmla="*/ 4754067 h 6211920"/>
              <a:gd name="connsiteX779" fmla="*/ 3522822 w 9635294"/>
              <a:gd name="connsiteY779" fmla="*/ 4754067 h 6211920"/>
              <a:gd name="connsiteX780" fmla="*/ 6134082 w 9635294"/>
              <a:gd name="connsiteY780" fmla="*/ 4734512 h 6211920"/>
              <a:gd name="connsiteX781" fmla="*/ 6136507 w 9635294"/>
              <a:gd name="connsiteY781" fmla="*/ 4736517 h 6211920"/>
              <a:gd name="connsiteX782" fmla="*/ 6120442 w 9635294"/>
              <a:gd name="connsiteY782" fmla="*/ 4756080 h 6211920"/>
              <a:gd name="connsiteX783" fmla="*/ 6117972 w 9635294"/>
              <a:gd name="connsiteY783" fmla="*/ 4754060 h 6211920"/>
              <a:gd name="connsiteX784" fmla="*/ 3509180 w 9635294"/>
              <a:gd name="connsiteY784" fmla="*/ 4732475 h 6211920"/>
              <a:gd name="connsiteX785" fmla="*/ 3506731 w 9635294"/>
              <a:gd name="connsiteY785" fmla="*/ 4734498 h 6211920"/>
              <a:gd name="connsiteX786" fmla="*/ 3522822 w 9635294"/>
              <a:gd name="connsiteY786" fmla="*/ 4754067 h 6211920"/>
              <a:gd name="connsiteX787" fmla="*/ 3520365 w 9635294"/>
              <a:gd name="connsiteY787" fmla="*/ 4756080 h 6211920"/>
              <a:gd name="connsiteX788" fmla="*/ 3504280 w 9635294"/>
              <a:gd name="connsiteY788" fmla="*/ 4736517 h 6211920"/>
              <a:gd name="connsiteX789" fmla="*/ 6129205 w 9635294"/>
              <a:gd name="connsiteY789" fmla="*/ 4730453 h 6211920"/>
              <a:gd name="connsiteX790" fmla="*/ 6134094 w 9635294"/>
              <a:gd name="connsiteY790" fmla="*/ 4734498 h 6211920"/>
              <a:gd name="connsiteX791" fmla="*/ 6134082 w 9635294"/>
              <a:gd name="connsiteY791" fmla="*/ 4734512 h 6211920"/>
              <a:gd name="connsiteX792" fmla="*/ 6129191 w 9635294"/>
              <a:gd name="connsiteY792" fmla="*/ 4730470 h 6211920"/>
              <a:gd name="connsiteX793" fmla="*/ 3511628 w 9635294"/>
              <a:gd name="connsiteY793" fmla="*/ 4730453 h 6211920"/>
              <a:gd name="connsiteX794" fmla="*/ 3511629 w 9635294"/>
              <a:gd name="connsiteY794" fmla="*/ 4730454 h 6211920"/>
              <a:gd name="connsiteX795" fmla="*/ 3509180 w 9635294"/>
              <a:gd name="connsiteY795" fmla="*/ 4732475 h 6211920"/>
              <a:gd name="connsiteX796" fmla="*/ 6126728 w 9635294"/>
              <a:gd name="connsiteY796" fmla="*/ 4728434 h 6211920"/>
              <a:gd name="connsiteX797" fmla="*/ 6129191 w 9635294"/>
              <a:gd name="connsiteY797" fmla="*/ 4730470 h 6211920"/>
              <a:gd name="connsiteX798" fmla="*/ 6113076 w 9635294"/>
              <a:gd name="connsiteY798" fmla="*/ 4750043 h 6211920"/>
              <a:gd name="connsiteX799" fmla="*/ 6115521 w 9635294"/>
              <a:gd name="connsiteY799" fmla="*/ 4752055 h 6211920"/>
              <a:gd name="connsiteX800" fmla="*/ 6110599 w 9635294"/>
              <a:gd name="connsiteY800" fmla="*/ 4748029 h 6211920"/>
              <a:gd name="connsiteX801" fmla="*/ 6126728 w 9635294"/>
              <a:gd name="connsiteY801" fmla="*/ 4728434 h 6211920"/>
              <a:gd name="connsiteX802" fmla="*/ 3514079 w 9635294"/>
              <a:gd name="connsiteY802" fmla="*/ 4728434 h 6211920"/>
              <a:gd name="connsiteX803" fmla="*/ 3530188 w 9635294"/>
              <a:gd name="connsiteY803" fmla="*/ 4748029 h 6211920"/>
              <a:gd name="connsiteX804" fmla="*/ 3526090 w 9635294"/>
              <a:gd name="connsiteY804" fmla="*/ 4751388 h 6211920"/>
              <a:gd name="connsiteX805" fmla="*/ 3527731 w 9635294"/>
              <a:gd name="connsiteY805" fmla="*/ 4750043 h 6211920"/>
              <a:gd name="connsiteX806" fmla="*/ 3511629 w 9635294"/>
              <a:gd name="connsiteY806" fmla="*/ 4730454 h 6211920"/>
              <a:gd name="connsiteX807" fmla="*/ 3495396 w 9635294"/>
              <a:gd name="connsiteY807" fmla="*/ 4710836 h 6211920"/>
              <a:gd name="connsiteX808" fmla="*/ 3495396 w 9635294"/>
              <a:gd name="connsiteY808" fmla="*/ 4710837 h 6211920"/>
              <a:gd name="connsiteX809" fmla="*/ 3490514 w 9635294"/>
              <a:gd name="connsiteY809" fmla="*/ 4714895 h 6211920"/>
              <a:gd name="connsiteX810" fmla="*/ 3490511 w 9635294"/>
              <a:gd name="connsiteY810" fmla="*/ 4714892 h 6211920"/>
              <a:gd name="connsiteX811" fmla="*/ 6145412 w 9635294"/>
              <a:gd name="connsiteY811" fmla="*/ 4710820 h 6211920"/>
              <a:gd name="connsiteX812" fmla="*/ 6150298 w 9635294"/>
              <a:gd name="connsiteY812" fmla="*/ 4714875 h 6211920"/>
              <a:gd name="connsiteX813" fmla="*/ 6150286 w 9635294"/>
              <a:gd name="connsiteY813" fmla="*/ 4714888 h 6211920"/>
              <a:gd name="connsiteX814" fmla="*/ 6145397 w 9635294"/>
              <a:gd name="connsiteY814" fmla="*/ 4710837 h 6211920"/>
              <a:gd name="connsiteX815" fmla="*/ 3474182 w 9635294"/>
              <a:gd name="connsiteY815" fmla="*/ 4695280 h 6211920"/>
              <a:gd name="connsiteX816" fmla="*/ 3490511 w 9635294"/>
              <a:gd name="connsiteY816" fmla="*/ 4714892 h 6211920"/>
              <a:gd name="connsiteX817" fmla="*/ 3488069 w 9635294"/>
              <a:gd name="connsiteY817" fmla="*/ 4716920 h 6211920"/>
              <a:gd name="connsiteX818" fmla="*/ 3471742 w 9635294"/>
              <a:gd name="connsiteY818" fmla="*/ 4697317 h 6211920"/>
              <a:gd name="connsiteX819" fmla="*/ 6164182 w 9635294"/>
              <a:gd name="connsiteY819" fmla="*/ 4693235 h 6211920"/>
              <a:gd name="connsiteX820" fmla="*/ 6169082 w 9635294"/>
              <a:gd name="connsiteY820" fmla="*/ 4697317 h 6211920"/>
              <a:gd name="connsiteX821" fmla="*/ 6152763 w 9635294"/>
              <a:gd name="connsiteY821" fmla="*/ 4716920 h 6211920"/>
              <a:gd name="connsiteX822" fmla="*/ 6150298 w 9635294"/>
              <a:gd name="connsiteY822" fmla="*/ 4714875 h 6211920"/>
              <a:gd name="connsiteX823" fmla="*/ 6166606 w 9635294"/>
              <a:gd name="connsiteY823" fmla="*/ 4695279 h 6211920"/>
              <a:gd name="connsiteX824" fmla="*/ 6161780 w 9635294"/>
              <a:gd name="connsiteY824" fmla="*/ 4691210 h 6211920"/>
              <a:gd name="connsiteX825" fmla="*/ 6164182 w 9635294"/>
              <a:gd name="connsiteY825" fmla="*/ 4693235 h 6211920"/>
              <a:gd name="connsiteX826" fmla="*/ 6161768 w 9635294"/>
              <a:gd name="connsiteY826" fmla="*/ 4691224 h 6211920"/>
              <a:gd name="connsiteX827" fmla="*/ 3479051 w 9635294"/>
              <a:gd name="connsiteY827" fmla="*/ 4691210 h 6211920"/>
              <a:gd name="connsiteX828" fmla="*/ 3479054 w 9635294"/>
              <a:gd name="connsiteY828" fmla="*/ 4691212 h 6211920"/>
              <a:gd name="connsiteX829" fmla="*/ 3474182 w 9635294"/>
              <a:gd name="connsiteY829" fmla="*/ 4695280 h 6211920"/>
              <a:gd name="connsiteX830" fmla="*/ 3474181 w 9635294"/>
              <a:gd name="connsiteY830" fmla="*/ 4695279 h 6211920"/>
              <a:gd name="connsiteX831" fmla="*/ 3481490 w 9635294"/>
              <a:gd name="connsiteY831" fmla="*/ 4689178 h 6211920"/>
              <a:gd name="connsiteX832" fmla="*/ 3497841 w 9635294"/>
              <a:gd name="connsiteY832" fmla="*/ 4708805 h 6211920"/>
              <a:gd name="connsiteX833" fmla="*/ 3495396 w 9635294"/>
              <a:gd name="connsiteY833" fmla="*/ 4710836 h 6211920"/>
              <a:gd name="connsiteX834" fmla="*/ 3479054 w 9635294"/>
              <a:gd name="connsiteY834" fmla="*/ 4691212 h 6211920"/>
              <a:gd name="connsiteX835" fmla="*/ 6159304 w 9635294"/>
              <a:gd name="connsiteY835" fmla="*/ 4689172 h 6211920"/>
              <a:gd name="connsiteX836" fmla="*/ 6161768 w 9635294"/>
              <a:gd name="connsiteY836" fmla="*/ 4691224 h 6211920"/>
              <a:gd name="connsiteX837" fmla="*/ 6145412 w 9635294"/>
              <a:gd name="connsiteY837" fmla="*/ 4710820 h 6211920"/>
              <a:gd name="connsiteX838" fmla="*/ 6142984 w 9635294"/>
              <a:gd name="connsiteY838" fmla="*/ 4708805 h 6211920"/>
              <a:gd name="connsiteX839" fmla="*/ 6159304 w 9635294"/>
              <a:gd name="connsiteY839" fmla="*/ 4689172 h 6211920"/>
              <a:gd name="connsiteX840" fmla="*/ 3458069 w 9635294"/>
              <a:gd name="connsiteY840" fmla="*/ 4675724 h 6211920"/>
              <a:gd name="connsiteX841" fmla="*/ 3457905 w 9635294"/>
              <a:gd name="connsiteY841" fmla="*/ 4675862 h 6211920"/>
              <a:gd name="connsiteX842" fmla="*/ 3457905 w 9635294"/>
              <a:gd name="connsiteY842" fmla="*/ 4675861 h 6211920"/>
              <a:gd name="connsiteX843" fmla="*/ 6178040 w 9635294"/>
              <a:gd name="connsiteY843" fmla="*/ 4671767 h 6211920"/>
              <a:gd name="connsiteX844" fmla="*/ 6179831 w 9635294"/>
              <a:gd name="connsiteY844" fmla="*/ 4673273 h 6211920"/>
              <a:gd name="connsiteX845" fmla="*/ 6178036 w 9635294"/>
              <a:gd name="connsiteY845" fmla="*/ 4671771 h 6211920"/>
              <a:gd name="connsiteX846" fmla="*/ 6199301 w 9635294"/>
              <a:gd name="connsiteY846" fmla="*/ 4656420 h 6211920"/>
              <a:gd name="connsiteX847" fmla="*/ 6201721 w 9635294"/>
              <a:gd name="connsiteY847" fmla="*/ 4658463 h 6211920"/>
              <a:gd name="connsiteX848" fmla="*/ 6185338 w 9635294"/>
              <a:gd name="connsiteY848" fmla="*/ 4677905 h 6211920"/>
              <a:gd name="connsiteX849" fmla="*/ 6179831 w 9635294"/>
              <a:gd name="connsiteY849" fmla="*/ 4673273 h 6211920"/>
              <a:gd name="connsiteX850" fmla="*/ 6182925 w 9635294"/>
              <a:gd name="connsiteY850" fmla="*/ 4675862 h 6211920"/>
              <a:gd name="connsiteX851" fmla="*/ 6196276 w 9635294"/>
              <a:gd name="connsiteY851" fmla="*/ 4653867 h 6211920"/>
              <a:gd name="connsiteX852" fmla="*/ 6199308 w 9635294"/>
              <a:gd name="connsiteY852" fmla="*/ 4656412 h 6211920"/>
              <a:gd name="connsiteX853" fmla="*/ 6199301 w 9635294"/>
              <a:gd name="connsiteY853" fmla="*/ 4656420 h 6211920"/>
              <a:gd name="connsiteX854" fmla="*/ 6192006 w 9635294"/>
              <a:gd name="connsiteY854" fmla="*/ 4650265 h 6211920"/>
              <a:gd name="connsiteX855" fmla="*/ 6196276 w 9635294"/>
              <a:gd name="connsiteY855" fmla="*/ 4653867 h 6211920"/>
              <a:gd name="connsiteX856" fmla="*/ 6194419 w 9635294"/>
              <a:gd name="connsiteY856" fmla="*/ 4652310 h 6211920"/>
              <a:gd name="connsiteX857" fmla="*/ 6178040 w 9635294"/>
              <a:gd name="connsiteY857" fmla="*/ 4671767 h 6211920"/>
              <a:gd name="connsiteX858" fmla="*/ 6175623 w 9635294"/>
              <a:gd name="connsiteY858" fmla="*/ 4669733 h 6211920"/>
              <a:gd name="connsiteX859" fmla="*/ 6192006 w 9635294"/>
              <a:gd name="connsiteY859" fmla="*/ 4650265 h 6211920"/>
              <a:gd name="connsiteX860" fmla="*/ 3448774 w 9635294"/>
              <a:gd name="connsiteY860" fmla="*/ 4650265 h 6211920"/>
              <a:gd name="connsiteX861" fmla="*/ 3465196 w 9635294"/>
              <a:gd name="connsiteY861" fmla="*/ 4669733 h 6211920"/>
              <a:gd name="connsiteX862" fmla="*/ 3458069 w 9635294"/>
              <a:gd name="connsiteY862" fmla="*/ 4675724 h 6211920"/>
              <a:gd name="connsiteX863" fmla="*/ 3462763 w 9635294"/>
              <a:gd name="connsiteY863" fmla="*/ 4671771 h 6211920"/>
              <a:gd name="connsiteX864" fmla="*/ 3446355 w 9635294"/>
              <a:gd name="connsiteY864" fmla="*/ 4652315 h 6211920"/>
              <a:gd name="connsiteX865" fmla="*/ 3441505 w 9635294"/>
              <a:gd name="connsiteY865" fmla="*/ 4656412 h 6211920"/>
              <a:gd name="connsiteX866" fmla="*/ 3457905 w 9635294"/>
              <a:gd name="connsiteY866" fmla="*/ 4675861 h 6211920"/>
              <a:gd name="connsiteX867" fmla="*/ 3455474 w 9635294"/>
              <a:gd name="connsiteY867" fmla="*/ 4677905 h 6211920"/>
              <a:gd name="connsiteX868" fmla="*/ 3439079 w 9635294"/>
              <a:gd name="connsiteY868" fmla="*/ 4658463 h 6211920"/>
              <a:gd name="connsiteX869" fmla="*/ 6213251 w 9635294"/>
              <a:gd name="connsiteY869" fmla="*/ 4634755 h 6211920"/>
              <a:gd name="connsiteX870" fmla="*/ 6215820 w 9635294"/>
              <a:gd name="connsiteY870" fmla="*/ 4636947 h 6211920"/>
              <a:gd name="connsiteX871" fmla="*/ 6215819 w 9635294"/>
              <a:gd name="connsiteY871" fmla="*/ 4636949 h 6211920"/>
              <a:gd name="connsiteX872" fmla="*/ 3429819 w 9635294"/>
              <a:gd name="connsiteY872" fmla="*/ 4632832 h 6211920"/>
              <a:gd name="connsiteX873" fmla="*/ 3429821 w 9635294"/>
              <a:gd name="connsiteY873" fmla="*/ 4632833 h 6211920"/>
              <a:gd name="connsiteX874" fmla="*/ 3424988 w 9635294"/>
              <a:gd name="connsiteY874" fmla="*/ 4636949 h 6211920"/>
              <a:gd name="connsiteX875" fmla="*/ 3424986 w 9635294"/>
              <a:gd name="connsiteY875" fmla="*/ 4636947 h 6211920"/>
              <a:gd name="connsiteX876" fmla="*/ 3408536 w 9635294"/>
              <a:gd name="connsiteY876" fmla="*/ 4617678 h 6211920"/>
              <a:gd name="connsiteX877" fmla="*/ 3424986 w 9635294"/>
              <a:gd name="connsiteY877" fmla="*/ 4636947 h 6211920"/>
              <a:gd name="connsiteX878" fmla="*/ 3422569 w 9635294"/>
              <a:gd name="connsiteY878" fmla="*/ 4639005 h 6211920"/>
              <a:gd name="connsiteX879" fmla="*/ 3406129 w 9635294"/>
              <a:gd name="connsiteY879" fmla="*/ 4619741 h 6211920"/>
              <a:gd name="connsiteX880" fmla="*/ 6229852 w 9635294"/>
              <a:gd name="connsiteY880" fmla="*/ 4615609 h 6211920"/>
              <a:gd name="connsiteX881" fmla="*/ 6234678 w 9635294"/>
              <a:gd name="connsiteY881" fmla="*/ 4619741 h 6211920"/>
              <a:gd name="connsiteX882" fmla="*/ 6218232 w 9635294"/>
              <a:gd name="connsiteY882" fmla="*/ 4639005 h 6211920"/>
              <a:gd name="connsiteX883" fmla="*/ 6215820 w 9635294"/>
              <a:gd name="connsiteY883" fmla="*/ 4636947 h 6211920"/>
              <a:gd name="connsiteX884" fmla="*/ 6232265 w 9635294"/>
              <a:gd name="connsiteY884" fmla="*/ 4617676 h 6211920"/>
              <a:gd name="connsiteX885" fmla="*/ 3411328 w 9635294"/>
              <a:gd name="connsiteY885" fmla="*/ 4615287 h 6211920"/>
              <a:gd name="connsiteX886" fmla="*/ 3408536 w 9635294"/>
              <a:gd name="connsiteY886" fmla="*/ 4617678 h 6211920"/>
              <a:gd name="connsiteX887" fmla="*/ 3408535 w 9635294"/>
              <a:gd name="connsiteY887" fmla="*/ 4617676 h 6211920"/>
              <a:gd name="connsiteX888" fmla="*/ 6227439 w 9635294"/>
              <a:gd name="connsiteY888" fmla="*/ 4613542 h 6211920"/>
              <a:gd name="connsiteX889" fmla="*/ 6229852 w 9635294"/>
              <a:gd name="connsiteY889" fmla="*/ 4615609 h 6211920"/>
              <a:gd name="connsiteX890" fmla="*/ 6227439 w 9635294"/>
              <a:gd name="connsiteY890" fmla="*/ 4613543 h 6211920"/>
              <a:gd name="connsiteX891" fmla="*/ 6225026 w 9635294"/>
              <a:gd name="connsiteY891" fmla="*/ 4611478 h 6211920"/>
              <a:gd name="connsiteX892" fmla="*/ 6227439 w 9635294"/>
              <a:gd name="connsiteY892" fmla="*/ 4613543 h 6211920"/>
              <a:gd name="connsiteX893" fmla="*/ 6210993 w 9635294"/>
              <a:gd name="connsiteY893" fmla="*/ 4632828 h 6211920"/>
              <a:gd name="connsiteX894" fmla="*/ 6213251 w 9635294"/>
              <a:gd name="connsiteY894" fmla="*/ 4634755 h 6211920"/>
              <a:gd name="connsiteX895" fmla="*/ 6208580 w 9635294"/>
              <a:gd name="connsiteY895" fmla="*/ 4630770 h 6211920"/>
              <a:gd name="connsiteX896" fmla="*/ 6225026 w 9635294"/>
              <a:gd name="connsiteY896" fmla="*/ 4611478 h 6211920"/>
              <a:gd name="connsiteX897" fmla="*/ 3415775 w 9635294"/>
              <a:gd name="connsiteY897" fmla="*/ 4611478 h 6211920"/>
              <a:gd name="connsiteX898" fmla="*/ 3432240 w 9635294"/>
              <a:gd name="connsiteY898" fmla="*/ 4630770 h 6211920"/>
              <a:gd name="connsiteX899" fmla="*/ 3429819 w 9635294"/>
              <a:gd name="connsiteY899" fmla="*/ 4632832 h 6211920"/>
              <a:gd name="connsiteX900" fmla="*/ 3413361 w 9635294"/>
              <a:gd name="connsiteY900" fmla="*/ 4613548 h 6211920"/>
              <a:gd name="connsiteX901" fmla="*/ 3411328 w 9635294"/>
              <a:gd name="connsiteY901" fmla="*/ 4615287 h 6211920"/>
              <a:gd name="connsiteX902" fmla="*/ 6260713 w 9635294"/>
              <a:gd name="connsiteY902" fmla="*/ 4574909 h 6211920"/>
              <a:gd name="connsiteX903" fmla="*/ 6265539 w 9635294"/>
              <a:gd name="connsiteY903" fmla="*/ 4579068 h 6211920"/>
              <a:gd name="connsiteX904" fmla="*/ 6265520 w 9635294"/>
              <a:gd name="connsiteY904" fmla="*/ 4579090 h 6211920"/>
              <a:gd name="connsiteX905" fmla="*/ 6260708 w 9635294"/>
              <a:gd name="connsiteY905" fmla="*/ 4574915 h 6211920"/>
              <a:gd name="connsiteX906" fmla="*/ 3380087 w 9635294"/>
              <a:gd name="connsiteY906" fmla="*/ 4574909 h 6211920"/>
              <a:gd name="connsiteX907" fmla="*/ 3380087 w 9635294"/>
              <a:gd name="connsiteY907" fmla="*/ 4574910 h 6211920"/>
              <a:gd name="connsiteX908" fmla="*/ 3378461 w 9635294"/>
              <a:gd name="connsiteY908" fmla="*/ 4576318 h 6211920"/>
              <a:gd name="connsiteX909" fmla="*/ 3382487 w 9635294"/>
              <a:gd name="connsiteY909" fmla="*/ 4572832 h 6211920"/>
              <a:gd name="connsiteX910" fmla="*/ 3399187 w 9635294"/>
              <a:gd name="connsiteY910" fmla="*/ 4592168 h 6211920"/>
              <a:gd name="connsiteX911" fmla="*/ 3389567 w 9635294"/>
              <a:gd name="connsiteY911" fmla="*/ 4600455 h 6211920"/>
              <a:gd name="connsiteX912" fmla="*/ 3372885 w 9635294"/>
              <a:gd name="connsiteY912" fmla="*/ 4581145 h 6211920"/>
              <a:gd name="connsiteX913" fmla="*/ 3378461 w 9635294"/>
              <a:gd name="connsiteY913" fmla="*/ 4576318 h 6211920"/>
              <a:gd name="connsiteX914" fmla="*/ 3375287 w 9635294"/>
              <a:gd name="connsiteY914" fmla="*/ 4579068 h 6211920"/>
              <a:gd name="connsiteX915" fmla="*/ 3391967 w 9635294"/>
              <a:gd name="connsiteY915" fmla="*/ 4598385 h 6211920"/>
              <a:gd name="connsiteX916" fmla="*/ 3396781 w 9635294"/>
              <a:gd name="connsiteY916" fmla="*/ 4594238 h 6211920"/>
              <a:gd name="connsiteX917" fmla="*/ 3380087 w 9635294"/>
              <a:gd name="connsiteY917" fmla="*/ 4574910 h 6211920"/>
              <a:gd name="connsiteX918" fmla="*/ 6258300 w 9635294"/>
              <a:gd name="connsiteY918" fmla="*/ 4572826 h 6211920"/>
              <a:gd name="connsiteX919" fmla="*/ 6260708 w 9635294"/>
              <a:gd name="connsiteY919" fmla="*/ 4574915 h 6211920"/>
              <a:gd name="connsiteX920" fmla="*/ 6244012 w 9635294"/>
              <a:gd name="connsiteY920" fmla="*/ 4594238 h 6211920"/>
              <a:gd name="connsiteX921" fmla="*/ 6248838 w 9635294"/>
              <a:gd name="connsiteY921" fmla="*/ 4598378 h 6211920"/>
              <a:gd name="connsiteX922" fmla="*/ 6265520 w 9635294"/>
              <a:gd name="connsiteY922" fmla="*/ 4579090 h 6211920"/>
              <a:gd name="connsiteX923" fmla="*/ 6267888 w 9635294"/>
              <a:gd name="connsiteY923" fmla="*/ 4581145 h 6211920"/>
              <a:gd name="connsiteX924" fmla="*/ 6251251 w 9635294"/>
              <a:gd name="connsiteY924" fmla="*/ 4600455 h 6211920"/>
              <a:gd name="connsiteX925" fmla="*/ 6241599 w 9635294"/>
              <a:gd name="connsiteY925" fmla="*/ 4592168 h 6211920"/>
              <a:gd name="connsiteX926" fmla="*/ 6258300 w 9635294"/>
              <a:gd name="connsiteY926" fmla="*/ 4572826 h 6211920"/>
              <a:gd name="connsiteX927" fmla="*/ 3346711 w 9635294"/>
              <a:gd name="connsiteY927" fmla="*/ 4536599 h 6211920"/>
              <a:gd name="connsiteX928" fmla="*/ 3341936 w 9635294"/>
              <a:gd name="connsiteY928" fmla="*/ 4540784 h 6211920"/>
              <a:gd name="connsiteX929" fmla="*/ 3358663 w 9635294"/>
              <a:gd name="connsiteY929" fmla="*/ 4559924 h 6211920"/>
              <a:gd name="connsiteX930" fmla="*/ 3363449 w 9635294"/>
              <a:gd name="connsiteY930" fmla="*/ 4555750 h 6211920"/>
              <a:gd name="connsiteX931" fmla="*/ 3346711 w 9635294"/>
              <a:gd name="connsiteY931" fmla="*/ 4536599 h 6211920"/>
              <a:gd name="connsiteX932" fmla="*/ 6294114 w 9635294"/>
              <a:gd name="connsiteY932" fmla="*/ 4536593 h 6211920"/>
              <a:gd name="connsiteX933" fmla="*/ 6298876 w 9635294"/>
              <a:gd name="connsiteY933" fmla="*/ 4540778 h 6211920"/>
              <a:gd name="connsiteX934" fmla="*/ 6298861 w 9635294"/>
              <a:gd name="connsiteY934" fmla="*/ 4540795 h 6211920"/>
              <a:gd name="connsiteX935" fmla="*/ 6294099 w 9635294"/>
              <a:gd name="connsiteY935" fmla="*/ 4536611 h 6211920"/>
              <a:gd name="connsiteX936" fmla="*/ 6291701 w 9635294"/>
              <a:gd name="connsiteY936" fmla="*/ 4534504 h 6211920"/>
              <a:gd name="connsiteX937" fmla="*/ 6294099 w 9635294"/>
              <a:gd name="connsiteY937" fmla="*/ 4536611 h 6211920"/>
              <a:gd name="connsiteX938" fmla="*/ 6277350 w 9635294"/>
              <a:gd name="connsiteY938" fmla="*/ 4555750 h 6211920"/>
              <a:gd name="connsiteX939" fmla="*/ 6282176 w 9635294"/>
              <a:gd name="connsiteY939" fmla="*/ 4559924 h 6211920"/>
              <a:gd name="connsiteX940" fmla="*/ 6298861 w 9635294"/>
              <a:gd name="connsiteY940" fmla="*/ 4540795 h 6211920"/>
              <a:gd name="connsiteX941" fmla="*/ 6301226 w 9635294"/>
              <a:gd name="connsiteY941" fmla="*/ 4542874 h 6211920"/>
              <a:gd name="connsiteX942" fmla="*/ 6284525 w 9635294"/>
              <a:gd name="connsiteY942" fmla="*/ 4562012 h 6211920"/>
              <a:gd name="connsiteX943" fmla="*/ 6274937 w 9635294"/>
              <a:gd name="connsiteY943" fmla="*/ 4553669 h 6211920"/>
              <a:gd name="connsiteX944" fmla="*/ 6291701 w 9635294"/>
              <a:gd name="connsiteY944" fmla="*/ 4534504 h 6211920"/>
              <a:gd name="connsiteX945" fmla="*/ 3349099 w 9635294"/>
              <a:gd name="connsiteY945" fmla="*/ 4534504 h 6211920"/>
              <a:gd name="connsiteX946" fmla="*/ 3365844 w 9635294"/>
              <a:gd name="connsiteY946" fmla="*/ 4553669 h 6211920"/>
              <a:gd name="connsiteX947" fmla="*/ 3356268 w 9635294"/>
              <a:gd name="connsiteY947" fmla="*/ 4562012 h 6211920"/>
              <a:gd name="connsiteX948" fmla="*/ 3339548 w 9635294"/>
              <a:gd name="connsiteY948" fmla="*/ 4542874 h 6211920"/>
              <a:gd name="connsiteX949" fmla="*/ 6312877 w 9635294"/>
              <a:gd name="connsiteY949" fmla="*/ 4519128 h 6211920"/>
              <a:gd name="connsiteX950" fmla="*/ 6315713 w 9635294"/>
              <a:gd name="connsiteY950" fmla="*/ 4521610 h 6211920"/>
              <a:gd name="connsiteX951" fmla="*/ 6315704 w 9635294"/>
              <a:gd name="connsiteY951" fmla="*/ 4521619 h 6211920"/>
              <a:gd name="connsiteX952" fmla="*/ 3329862 w 9635294"/>
              <a:gd name="connsiteY952" fmla="*/ 4517420 h 6211920"/>
              <a:gd name="connsiteX953" fmla="*/ 3329865 w 9635294"/>
              <a:gd name="connsiteY953" fmla="*/ 4517422 h 6211920"/>
              <a:gd name="connsiteX954" fmla="*/ 3325096 w 9635294"/>
              <a:gd name="connsiteY954" fmla="*/ 4521619 h 6211920"/>
              <a:gd name="connsiteX955" fmla="*/ 3325095 w 9635294"/>
              <a:gd name="connsiteY955" fmla="*/ 4521619 h 6211920"/>
              <a:gd name="connsiteX956" fmla="*/ 6332520 w 9635294"/>
              <a:gd name="connsiteY956" fmla="*/ 4502610 h 6211920"/>
              <a:gd name="connsiteX957" fmla="*/ 6334881 w 9635294"/>
              <a:gd name="connsiteY957" fmla="*/ 4504698 h 6211920"/>
              <a:gd name="connsiteX958" fmla="*/ 6318117 w 9635294"/>
              <a:gd name="connsiteY958" fmla="*/ 4523715 h 6211920"/>
              <a:gd name="connsiteX959" fmla="*/ 6315713 w 9635294"/>
              <a:gd name="connsiteY959" fmla="*/ 4521610 h 6211920"/>
              <a:gd name="connsiteX960" fmla="*/ 6327769 w 9635294"/>
              <a:gd name="connsiteY960" fmla="*/ 4498386 h 6211920"/>
              <a:gd name="connsiteX961" fmla="*/ 6332532 w 9635294"/>
              <a:gd name="connsiteY961" fmla="*/ 4502596 h 6211920"/>
              <a:gd name="connsiteX962" fmla="*/ 6332520 w 9635294"/>
              <a:gd name="connsiteY962" fmla="*/ 4502610 h 6211920"/>
              <a:gd name="connsiteX963" fmla="*/ 6327757 w 9635294"/>
              <a:gd name="connsiteY963" fmla="*/ 4498400 h 6211920"/>
              <a:gd name="connsiteX964" fmla="*/ 6325356 w 9635294"/>
              <a:gd name="connsiteY964" fmla="*/ 4496277 h 6211920"/>
              <a:gd name="connsiteX965" fmla="*/ 6327757 w 9635294"/>
              <a:gd name="connsiteY965" fmla="*/ 4498400 h 6211920"/>
              <a:gd name="connsiteX966" fmla="*/ 6310942 w 9635294"/>
              <a:gd name="connsiteY966" fmla="*/ 4517422 h 6211920"/>
              <a:gd name="connsiteX967" fmla="*/ 6312877 w 9635294"/>
              <a:gd name="connsiteY967" fmla="*/ 4519128 h 6211920"/>
              <a:gd name="connsiteX968" fmla="*/ 6308528 w 9635294"/>
              <a:gd name="connsiteY968" fmla="*/ 4515320 h 6211920"/>
              <a:gd name="connsiteX969" fmla="*/ 6325356 w 9635294"/>
              <a:gd name="connsiteY969" fmla="*/ 4496277 h 6211920"/>
              <a:gd name="connsiteX970" fmla="*/ 3315425 w 9635294"/>
              <a:gd name="connsiteY970" fmla="*/ 4496277 h 6211920"/>
              <a:gd name="connsiteX971" fmla="*/ 3332245 w 9635294"/>
              <a:gd name="connsiteY971" fmla="*/ 4515320 h 6211920"/>
              <a:gd name="connsiteX972" fmla="*/ 3329862 w 9635294"/>
              <a:gd name="connsiteY972" fmla="*/ 4517420 h 6211920"/>
              <a:gd name="connsiteX973" fmla="*/ 3313043 w 9635294"/>
              <a:gd name="connsiteY973" fmla="*/ 4498386 h 6211920"/>
              <a:gd name="connsiteX974" fmla="*/ 3308294 w 9635294"/>
              <a:gd name="connsiteY974" fmla="*/ 4502596 h 6211920"/>
              <a:gd name="connsiteX975" fmla="*/ 3325095 w 9635294"/>
              <a:gd name="connsiteY975" fmla="*/ 4521619 h 6211920"/>
              <a:gd name="connsiteX976" fmla="*/ 3322714 w 9635294"/>
              <a:gd name="connsiteY976" fmla="*/ 4523715 h 6211920"/>
              <a:gd name="connsiteX977" fmla="*/ 3305912 w 9635294"/>
              <a:gd name="connsiteY977" fmla="*/ 4504698 h 6211920"/>
              <a:gd name="connsiteX978" fmla="*/ 6346980 w 9635294"/>
              <a:gd name="connsiteY978" fmla="*/ 4481458 h 6211920"/>
              <a:gd name="connsiteX979" fmla="*/ 6349373 w 9635294"/>
              <a:gd name="connsiteY979" fmla="*/ 4483581 h 6211920"/>
              <a:gd name="connsiteX980" fmla="*/ 6349359 w 9635294"/>
              <a:gd name="connsiteY980" fmla="*/ 4483596 h 6211920"/>
              <a:gd name="connsiteX981" fmla="*/ 6366369 w 9635294"/>
              <a:gd name="connsiteY981" fmla="*/ 4464593 h 6211920"/>
              <a:gd name="connsiteX982" fmla="*/ 6368726 w 9635294"/>
              <a:gd name="connsiteY982" fmla="*/ 4466705 h 6211920"/>
              <a:gd name="connsiteX983" fmla="*/ 6351772 w 9635294"/>
              <a:gd name="connsiteY983" fmla="*/ 4485710 h 6211920"/>
              <a:gd name="connsiteX984" fmla="*/ 6349373 w 9635294"/>
              <a:gd name="connsiteY984" fmla="*/ 4483581 h 6211920"/>
              <a:gd name="connsiteX985" fmla="*/ 6363996 w 9635294"/>
              <a:gd name="connsiteY985" fmla="*/ 4462466 h 6211920"/>
              <a:gd name="connsiteX986" fmla="*/ 6366377 w 9635294"/>
              <a:gd name="connsiteY986" fmla="*/ 4464584 h 6211920"/>
              <a:gd name="connsiteX987" fmla="*/ 6366369 w 9635294"/>
              <a:gd name="connsiteY987" fmla="*/ 4464593 h 6211920"/>
              <a:gd name="connsiteX988" fmla="*/ 3279172 w 9635294"/>
              <a:gd name="connsiteY988" fmla="*/ 4460348 h 6211920"/>
              <a:gd name="connsiteX989" fmla="*/ 3274442 w 9635294"/>
              <a:gd name="connsiteY989" fmla="*/ 4464584 h 6211920"/>
              <a:gd name="connsiteX990" fmla="*/ 3291416 w 9635294"/>
              <a:gd name="connsiteY990" fmla="*/ 4483596 h 6211920"/>
              <a:gd name="connsiteX991" fmla="*/ 3296158 w 9635294"/>
              <a:gd name="connsiteY991" fmla="*/ 4479373 h 6211920"/>
              <a:gd name="connsiteX992" fmla="*/ 3279172 w 9635294"/>
              <a:gd name="connsiteY992" fmla="*/ 4460348 h 6211920"/>
              <a:gd name="connsiteX993" fmla="*/ 6359265 w 9635294"/>
              <a:gd name="connsiteY993" fmla="*/ 4458227 h 6211920"/>
              <a:gd name="connsiteX994" fmla="*/ 6363996 w 9635294"/>
              <a:gd name="connsiteY994" fmla="*/ 4462466 h 6211920"/>
              <a:gd name="connsiteX995" fmla="*/ 6361614 w 9635294"/>
              <a:gd name="connsiteY995" fmla="*/ 4460348 h 6211920"/>
              <a:gd name="connsiteX996" fmla="*/ 6344660 w 9635294"/>
              <a:gd name="connsiteY996" fmla="*/ 4479373 h 6211920"/>
              <a:gd name="connsiteX997" fmla="*/ 6346980 w 9635294"/>
              <a:gd name="connsiteY997" fmla="*/ 4481458 h 6211920"/>
              <a:gd name="connsiteX998" fmla="*/ 6342247 w 9635294"/>
              <a:gd name="connsiteY998" fmla="*/ 4477259 h 6211920"/>
              <a:gd name="connsiteX999" fmla="*/ 6359265 w 9635294"/>
              <a:gd name="connsiteY999" fmla="*/ 4458227 h 6211920"/>
              <a:gd name="connsiteX1000" fmla="*/ 3281534 w 9635294"/>
              <a:gd name="connsiteY1000" fmla="*/ 4458227 h 6211920"/>
              <a:gd name="connsiteX1001" fmla="*/ 3298534 w 9635294"/>
              <a:gd name="connsiteY1001" fmla="*/ 4477265 h 6211920"/>
              <a:gd name="connsiteX1002" fmla="*/ 3289046 w 9635294"/>
              <a:gd name="connsiteY1002" fmla="*/ 4485710 h 6211920"/>
              <a:gd name="connsiteX1003" fmla="*/ 3272074 w 9635294"/>
              <a:gd name="connsiteY1003" fmla="*/ 4466705 h 6211920"/>
              <a:gd name="connsiteX1004" fmla="*/ 3262177 w 9635294"/>
              <a:gd name="connsiteY1004" fmla="*/ 4441422 h 6211920"/>
              <a:gd name="connsiteX1005" fmla="*/ 3262180 w 9635294"/>
              <a:gd name="connsiteY1005" fmla="*/ 4441425 h 6211920"/>
              <a:gd name="connsiteX1006" fmla="*/ 3257456 w 9635294"/>
              <a:gd name="connsiteY1006" fmla="*/ 4445674 h 6211920"/>
              <a:gd name="connsiteX1007" fmla="*/ 3257455 w 9635294"/>
              <a:gd name="connsiteY1007" fmla="*/ 4445673 h 6211920"/>
              <a:gd name="connsiteX1008" fmla="*/ 6395650 w 9635294"/>
              <a:gd name="connsiteY1008" fmla="*/ 4422560 h 6211920"/>
              <a:gd name="connsiteX1009" fmla="*/ 6378632 w 9635294"/>
              <a:gd name="connsiteY1009" fmla="*/ 4441419 h 6211920"/>
              <a:gd name="connsiteX1010" fmla="*/ 6383332 w 9635294"/>
              <a:gd name="connsiteY1010" fmla="*/ 4445668 h 6211920"/>
              <a:gd name="connsiteX1011" fmla="*/ 6400349 w 9635294"/>
              <a:gd name="connsiteY1011" fmla="*/ 4426821 h 6211920"/>
              <a:gd name="connsiteX1012" fmla="*/ 6393301 w 9635294"/>
              <a:gd name="connsiteY1012" fmla="*/ 4420426 h 6211920"/>
              <a:gd name="connsiteX1013" fmla="*/ 6402699 w 9635294"/>
              <a:gd name="connsiteY1013" fmla="*/ 4428947 h 6211920"/>
              <a:gd name="connsiteX1014" fmla="*/ 6385681 w 9635294"/>
              <a:gd name="connsiteY1014" fmla="*/ 4447795 h 6211920"/>
              <a:gd name="connsiteX1015" fmla="*/ 6376282 w 9635294"/>
              <a:gd name="connsiteY1015" fmla="*/ 4439298 h 6211920"/>
              <a:gd name="connsiteX1016" fmla="*/ 6393301 w 9635294"/>
              <a:gd name="connsiteY1016" fmla="*/ 4420426 h 6211920"/>
              <a:gd name="connsiteX1017" fmla="*/ 3247506 w 9635294"/>
              <a:gd name="connsiteY1017" fmla="*/ 4420426 h 6211920"/>
              <a:gd name="connsiteX1018" fmla="*/ 3264536 w 9635294"/>
              <a:gd name="connsiteY1018" fmla="*/ 4439298 h 6211920"/>
              <a:gd name="connsiteX1019" fmla="*/ 3262177 w 9635294"/>
              <a:gd name="connsiteY1019" fmla="*/ 4441422 h 6211920"/>
              <a:gd name="connsiteX1020" fmla="*/ 3245149 w 9635294"/>
              <a:gd name="connsiteY1020" fmla="*/ 4422560 h 6211920"/>
              <a:gd name="connsiteX1021" fmla="*/ 3240445 w 9635294"/>
              <a:gd name="connsiteY1021" fmla="*/ 4426821 h 6211920"/>
              <a:gd name="connsiteX1022" fmla="*/ 3257455 w 9635294"/>
              <a:gd name="connsiteY1022" fmla="*/ 4445673 h 6211920"/>
              <a:gd name="connsiteX1023" fmla="*/ 3255100 w 9635294"/>
              <a:gd name="connsiteY1023" fmla="*/ 4447795 h 6211920"/>
              <a:gd name="connsiteX1024" fmla="*/ 3238087 w 9635294"/>
              <a:gd name="connsiteY1024" fmla="*/ 4428947 h 6211920"/>
              <a:gd name="connsiteX1025" fmla="*/ 3228022 w 9635294"/>
              <a:gd name="connsiteY1025" fmla="*/ 4403680 h 6211920"/>
              <a:gd name="connsiteX1026" fmla="*/ 3228024 w 9635294"/>
              <a:gd name="connsiteY1026" fmla="*/ 4403681 h 6211920"/>
              <a:gd name="connsiteX1027" fmla="*/ 3223331 w 9635294"/>
              <a:gd name="connsiteY1027" fmla="*/ 4407954 h 6211920"/>
              <a:gd name="connsiteX1028" fmla="*/ 3223329 w 9635294"/>
              <a:gd name="connsiteY1028" fmla="*/ 4407952 h 6211920"/>
              <a:gd name="connsiteX1029" fmla="*/ 6412797 w 9635294"/>
              <a:gd name="connsiteY1029" fmla="*/ 4403679 h 6211920"/>
              <a:gd name="connsiteX1030" fmla="*/ 6415525 w 9635294"/>
              <a:gd name="connsiteY1030" fmla="*/ 4406161 h 6211920"/>
              <a:gd name="connsiteX1031" fmla="*/ 6412795 w 9635294"/>
              <a:gd name="connsiteY1031" fmla="*/ 4403681 h 6211920"/>
              <a:gd name="connsiteX1032" fmla="*/ 3207969 w 9635294"/>
              <a:gd name="connsiteY1032" fmla="*/ 4387509 h 6211920"/>
              <a:gd name="connsiteX1033" fmla="*/ 3206180 w 9635294"/>
              <a:gd name="connsiteY1033" fmla="*/ 4389147 h 6211920"/>
              <a:gd name="connsiteX1034" fmla="*/ 3223329 w 9635294"/>
              <a:gd name="connsiteY1034" fmla="*/ 4407952 h 6211920"/>
              <a:gd name="connsiteX1035" fmla="*/ 3220981 w 9635294"/>
              <a:gd name="connsiteY1035" fmla="*/ 4410089 h 6211920"/>
              <a:gd name="connsiteX1036" fmla="*/ 3203837 w 9635294"/>
              <a:gd name="connsiteY1036" fmla="*/ 4391287 h 6211920"/>
              <a:gd name="connsiteX1037" fmla="*/ 6432367 w 9635294"/>
              <a:gd name="connsiteY1037" fmla="*/ 4387073 h 6211920"/>
              <a:gd name="connsiteX1038" fmla="*/ 6436989 w 9635294"/>
              <a:gd name="connsiteY1038" fmla="*/ 4391287 h 6211920"/>
              <a:gd name="connsiteX1039" fmla="*/ 6419844 w 9635294"/>
              <a:gd name="connsiteY1039" fmla="*/ 4410089 h 6211920"/>
              <a:gd name="connsiteX1040" fmla="*/ 6415525 w 9635294"/>
              <a:gd name="connsiteY1040" fmla="*/ 4406161 h 6211920"/>
              <a:gd name="connsiteX1041" fmla="*/ 6417494 w 9635294"/>
              <a:gd name="connsiteY1041" fmla="*/ 4407949 h 6211920"/>
              <a:gd name="connsiteX1042" fmla="*/ 6434639 w 9635294"/>
              <a:gd name="connsiteY1042" fmla="*/ 4389147 h 6211920"/>
              <a:gd name="connsiteX1043" fmla="*/ 6429940 w 9635294"/>
              <a:gd name="connsiteY1043" fmla="*/ 4384860 h 6211920"/>
              <a:gd name="connsiteX1044" fmla="*/ 6432367 w 9635294"/>
              <a:gd name="connsiteY1044" fmla="*/ 4387073 h 6211920"/>
              <a:gd name="connsiteX1045" fmla="*/ 6429939 w 9635294"/>
              <a:gd name="connsiteY1045" fmla="*/ 4384861 h 6211920"/>
              <a:gd name="connsiteX1046" fmla="*/ 3210866 w 9635294"/>
              <a:gd name="connsiteY1046" fmla="*/ 4384860 h 6211920"/>
              <a:gd name="connsiteX1047" fmla="*/ 3210867 w 9635294"/>
              <a:gd name="connsiteY1047" fmla="*/ 4384861 h 6211920"/>
              <a:gd name="connsiteX1048" fmla="*/ 3207969 w 9635294"/>
              <a:gd name="connsiteY1048" fmla="*/ 4387509 h 6211920"/>
              <a:gd name="connsiteX1049" fmla="*/ 6427591 w 9635294"/>
              <a:gd name="connsiteY1049" fmla="*/ 4382720 h 6211920"/>
              <a:gd name="connsiteX1050" fmla="*/ 6429939 w 9635294"/>
              <a:gd name="connsiteY1050" fmla="*/ 4384861 h 6211920"/>
              <a:gd name="connsiteX1051" fmla="*/ 6412797 w 9635294"/>
              <a:gd name="connsiteY1051" fmla="*/ 4403679 h 6211920"/>
              <a:gd name="connsiteX1052" fmla="*/ 6410446 w 9635294"/>
              <a:gd name="connsiteY1052" fmla="*/ 4401541 h 6211920"/>
              <a:gd name="connsiteX1053" fmla="*/ 6427591 w 9635294"/>
              <a:gd name="connsiteY1053" fmla="*/ 4382720 h 6211920"/>
              <a:gd name="connsiteX1054" fmla="*/ 3213209 w 9635294"/>
              <a:gd name="connsiteY1054" fmla="*/ 4382720 h 6211920"/>
              <a:gd name="connsiteX1055" fmla="*/ 3230372 w 9635294"/>
              <a:gd name="connsiteY1055" fmla="*/ 4401541 h 6211920"/>
              <a:gd name="connsiteX1056" fmla="*/ 3228022 w 9635294"/>
              <a:gd name="connsiteY1056" fmla="*/ 4403680 h 6211920"/>
              <a:gd name="connsiteX1057" fmla="*/ 3210867 w 9635294"/>
              <a:gd name="connsiteY1057" fmla="*/ 4384861 h 6211920"/>
              <a:gd name="connsiteX1058" fmla="*/ 3189277 w 9635294"/>
              <a:gd name="connsiteY1058" fmla="*/ 4370203 h 6211920"/>
              <a:gd name="connsiteX1059" fmla="*/ 3189028 w 9635294"/>
              <a:gd name="connsiteY1059" fmla="*/ 4370432 h 6211920"/>
              <a:gd name="connsiteX1060" fmla="*/ 3189028 w 9635294"/>
              <a:gd name="connsiteY1060" fmla="*/ 4370432 h 6211920"/>
              <a:gd name="connsiteX1061" fmla="*/ 6449070 w 9635294"/>
              <a:gd name="connsiteY1061" fmla="*/ 4367949 h 6211920"/>
              <a:gd name="connsiteX1062" fmla="*/ 6451785 w 9635294"/>
              <a:gd name="connsiteY1062" fmla="*/ 4370431 h 6211920"/>
              <a:gd name="connsiteX1063" fmla="*/ 6451784 w 9635294"/>
              <a:gd name="connsiteY1063" fmla="*/ 4370432 h 6211920"/>
              <a:gd name="connsiteX1064" fmla="*/ 3171785 w 9635294"/>
              <a:gd name="connsiteY1064" fmla="*/ 4351710 h 6211920"/>
              <a:gd name="connsiteX1065" fmla="*/ 3189028 w 9635294"/>
              <a:gd name="connsiteY1065" fmla="*/ 4370432 h 6211920"/>
              <a:gd name="connsiteX1066" fmla="*/ 3186692 w 9635294"/>
              <a:gd name="connsiteY1066" fmla="*/ 4372579 h 6211920"/>
              <a:gd name="connsiteX1067" fmla="*/ 3169452 w 9635294"/>
              <a:gd name="connsiteY1067" fmla="*/ 4353865 h 6211920"/>
              <a:gd name="connsiteX1068" fmla="*/ 6467202 w 9635294"/>
              <a:gd name="connsiteY1068" fmla="*/ 4350043 h 6211920"/>
              <a:gd name="connsiteX1069" fmla="*/ 6471343 w 9635294"/>
              <a:gd name="connsiteY1069" fmla="*/ 4353865 h 6211920"/>
              <a:gd name="connsiteX1070" fmla="*/ 6454134 w 9635294"/>
              <a:gd name="connsiteY1070" fmla="*/ 4372579 h 6211920"/>
              <a:gd name="connsiteX1071" fmla="*/ 6451785 w 9635294"/>
              <a:gd name="connsiteY1071" fmla="*/ 4370431 h 6211920"/>
              <a:gd name="connsiteX1072" fmla="*/ 6468993 w 9635294"/>
              <a:gd name="connsiteY1072" fmla="*/ 4351707 h 6211920"/>
              <a:gd name="connsiteX1073" fmla="*/ 6464357 w 9635294"/>
              <a:gd name="connsiteY1073" fmla="*/ 4347401 h 6211920"/>
              <a:gd name="connsiteX1074" fmla="*/ 6467202 w 9635294"/>
              <a:gd name="connsiteY1074" fmla="*/ 4350043 h 6211920"/>
              <a:gd name="connsiteX1075" fmla="*/ 6464349 w 9635294"/>
              <a:gd name="connsiteY1075" fmla="*/ 4347410 h 6211920"/>
              <a:gd name="connsiteX1076" fmla="*/ 3176449 w 9635294"/>
              <a:gd name="connsiteY1076" fmla="*/ 4347401 h 6211920"/>
              <a:gd name="connsiteX1077" fmla="*/ 3176449 w 9635294"/>
              <a:gd name="connsiteY1077" fmla="*/ 4347402 h 6211920"/>
              <a:gd name="connsiteX1078" fmla="*/ 3171785 w 9635294"/>
              <a:gd name="connsiteY1078" fmla="*/ 4351710 h 6211920"/>
              <a:gd name="connsiteX1079" fmla="*/ 3171782 w 9635294"/>
              <a:gd name="connsiteY1079" fmla="*/ 4351707 h 6211920"/>
              <a:gd name="connsiteX1080" fmla="*/ 6462007 w 9635294"/>
              <a:gd name="connsiteY1080" fmla="*/ 4345248 h 6211920"/>
              <a:gd name="connsiteX1081" fmla="*/ 6464349 w 9635294"/>
              <a:gd name="connsiteY1081" fmla="*/ 4347410 h 6211920"/>
              <a:gd name="connsiteX1082" fmla="*/ 6447085 w 9635294"/>
              <a:gd name="connsiteY1082" fmla="*/ 4366133 h 6211920"/>
              <a:gd name="connsiteX1083" fmla="*/ 6449070 w 9635294"/>
              <a:gd name="connsiteY1083" fmla="*/ 4367949 h 6211920"/>
              <a:gd name="connsiteX1084" fmla="*/ 6444736 w 9635294"/>
              <a:gd name="connsiteY1084" fmla="*/ 4363988 h 6211920"/>
              <a:gd name="connsiteX1085" fmla="*/ 6462007 w 9635294"/>
              <a:gd name="connsiteY1085" fmla="*/ 4345248 h 6211920"/>
              <a:gd name="connsiteX1086" fmla="*/ 3178779 w 9635294"/>
              <a:gd name="connsiteY1086" fmla="*/ 4345248 h 6211920"/>
              <a:gd name="connsiteX1087" fmla="*/ 3196045 w 9635294"/>
              <a:gd name="connsiteY1087" fmla="*/ 4363988 h 6211920"/>
              <a:gd name="connsiteX1088" fmla="*/ 3189277 w 9635294"/>
              <a:gd name="connsiteY1088" fmla="*/ 4370203 h 6211920"/>
              <a:gd name="connsiteX1089" fmla="*/ 3193701 w 9635294"/>
              <a:gd name="connsiteY1089" fmla="*/ 4366133 h 6211920"/>
              <a:gd name="connsiteX1090" fmla="*/ 3176449 w 9635294"/>
              <a:gd name="connsiteY1090" fmla="*/ 4347402 h 6211920"/>
              <a:gd name="connsiteX1091" fmla="*/ 6483935 w 9635294"/>
              <a:gd name="connsiteY1091" fmla="*/ 4330773 h 6211920"/>
              <a:gd name="connsiteX1092" fmla="*/ 6486337 w 9635294"/>
              <a:gd name="connsiteY1092" fmla="*/ 4332996 h 6211920"/>
              <a:gd name="connsiteX1093" fmla="*/ 6486328 w 9635294"/>
              <a:gd name="connsiteY1093" fmla="*/ 4333005 h 6211920"/>
              <a:gd name="connsiteX1094" fmla="*/ 3159119 w 9635294"/>
              <a:gd name="connsiteY1094" fmla="*/ 4328687 h 6211920"/>
              <a:gd name="connsiteX1095" fmla="*/ 3159120 w 9635294"/>
              <a:gd name="connsiteY1095" fmla="*/ 4328688 h 6211920"/>
              <a:gd name="connsiteX1096" fmla="*/ 3156417 w 9635294"/>
              <a:gd name="connsiteY1096" fmla="*/ 4331195 h 6211920"/>
              <a:gd name="connsiteX1097" fmla="*/ 3137189 w 9635294"/>
              <a:gd name="connsiteY1097" fmla="*/ 4314434 h 6211920"/>
              <a:gd name="connsiteX1098" fmla="*/ 3154465 w 9635294"/>
              <a:gd name="connsiteY1098" fmla="*/ 4333005 h 6211920"/>
              <a:gd name="connsiteX1099" fmla="*/ 3156417 w 9635294"/>
              <a:gd name="connsiteY1099" fmla="*/ 4331195 h 6211920"/>
              <a:gd name="connsiteX1100" fmla="*/ 3152140 w 9635294"/>
              <a:gd name="connsiteY1100" fmla="*/ 4335165 h 6211920"/>
              <a:gd name="connsiteX1101" fmla="*/ 3134870 w 9635294"/>
              <a:gd name="connsiteY1101" fmla="*/ 4316597 h 6211920"/>
              <a:gd name="connsiteX1102" fmla="*/ 3139863 w 9635294"/>
              <a:gd name="connsiteY1102" fmla="*/ 4311938 h 6211920"/>
              <a:gd name="connsiteX1103" fmla="*/ 3137189 w 9635294"/>
              <a:gd name="connsiteY1103" fmla="*/ 4314434 h 6211920"/>
              <a:gd name="connsiteX1104" fmla="*/ 3137187 w 9635294"/>
              <a:gd name="connsiteY1104" fmla="*/ 4314431 h 6211920"/>
              <a:gd name="connsiteX1105" fmla="*/ 3144153 w 9635294"/>
              <a:gd name="connsiteY1105" fmla="*/ 4307935 h 6211920"/>
              <a:gd name="connsiteX1106" fmla="*/ 3161451 w 9635294"/>
              <a:gd name="connsiteY1106" fmla="*/ 4326522 h 6211920"/>
              <a:gd name="connsiteX1107" fmla="*/ 3159119 w 9635294"/>
              <a:gd name="connsiteY1107" fmla="*/ 4328687 h 6211920"/>
              <a:gd name="connsiteX1108" fmla="*/ 3141835 w 9635294"/>
              <a:gd name="connsiteY1108" fmla="*/ 4310101 h 6211920"/>
              <a:gd name="connsiteX1109" fmla="*/ 3139863 w 9635294"/>
              <a:gd name="connsiteY1109" fmla="*/ 4311938 h 6211920"/>
              <a:gd name="connsiteX1110" fmla="*/ 6496679 w 9635294"/>
              <a:gd name="connsiteY1110" fmla="*/ 4307929 h 6211920"/>
              <a:gd name="connsiteX1111" fmla="*/ 6505950 w 9635294"/>
              <a:gd name="connsiteY1111" fmla="*/ 4316592 h 6211920"/>
              <a:gd name="connsiteX1112" fmla="*/ 6488678 w 9635294"/>
              <a:gd name="connsiteY1112" fmla="*/ 4335165 h 6211920"/>
              <a:gd name="connsiteX1113" fmla="*/ 6486337 w 9635294"/>
              <a:gd name="connsiteY1113" fmla="*/ 4332996 h 6211920"/>
              <a:gd name="connsiteX1114" fmla="*/ 6503600 w 9635294"/>
              <a:gd name="connsiteY1114" fmla="*/ 4314426 h 6211920"/>
              <a:gd name="connsiteX1115" fmla="*/ 6498965 w 9635294"/>
              <a:gd name="connsiteY1115" fmla="*/ 4310095 h 6211920"/>
              <a:gd name="connsiteX1116" fmla="*/ 6481693 w 9635294"/>
              <a:gd name="connsiteY1116" fmla="*/ 4328682 h 6211920"/>
              <a:gd name="connsiteX1117" fmla="*/ 6483935 w 9635294"/>
              <a:gd name="connsiteY1117" fmla="*/ 4330773 h 6211920"/>
              <a:gd name="connsiteX1118" fmla="*/ 6479344 w 9635294"/>
              <a:gd name="connsiteY1118" fmla="*/ 4326522 h 6211920"/>
              <a:gd name="connsiteX1119" fmla="*/ 6496679 w 9635294"/>
              <a:gd name="connsiteY1119" fmla="*/ 4307929 h 6211920"/>
              <a:gd name="connsiteX1120" fmla="*/ 6536129 w 9635294"/>
              <a:gd name="connsiteY1120" fmla="*/ 4275064 h 6211920"/>
              <a:gd name="connsiteX1121" fmla="*/ 6538462 w 9635294"/>
              <a:gd name="connsiteY1121" fmla="*/ 4277252 h 6211920"/>
              <a:gd name="connsiteX1122" fmla="*/ 6538454 w 9635294"/>
              <a:gd name="connsiteY1122" fmla="*/ 4277262 h 6211920"/>
              <a:gd name="connsiteX1123" fmla="*/ 3105343 w 9635294"/>
              <a:gd name="connsiteY1123" fmla="*/ 4274443 h 6211920"/>
              <a:gd name="connsiteX1124" fmla="*/ 3102358 w 9635294"/>
              <a:gd name="connsiteY1124" fmla="*/ 4277254 h 6211920"/>
              <a:gd name="connsiteX1125" fmla="*/ 3102356 w 9635294"/>
              <a:gd name="connsiteY1125" fmla="*/ 4277252 h 6211920"/>
              <a:gd name="connsiteX1126" fmla="*/ 6531540 w 9635294"/>
              <a:gd name="connsiteY1126" fmla="*/ 4270725 h 6211920"/>
              <a:gd name="connsiteX1127" fmla="*/ 6536129 w 9635294"/>
              <a:gd name="connsiteY1127" fmla="*/ 4275064 h 6211920"/>
              <a:gd name="connsiteX1128" fmla="*/ 6533826 w 9635294"/>
              <a:gd name="connsiteY1128" fmla="*/ 4272903 h 6211920"/>
              <a:gd name="connsiteX1129" fmla="*/ 6516364 w 9635294"/>
              <a:gd name="connsiteY1129" fmla="*/ 4291503 h 6211920"/>
              <a:gd name="connsiteX1130" fmla="*/ 6520999 w 9635294"/>
              <a:gd name="connsiteY1130" fmla="*/ 4295845 h 6211920"/>
              <a:gd name="connsiteX1131" fmla="*/ 6538454 w 9635294"/>
              <a:gd name="connsiteY1131" fmla="*/ 4277262 h 6211920"/>
              <a:gd name="connsiteX1132" fmla="*/ 6540748 w 9635294"/>
              <a:gd name="connsiteY1132" fmla="*/ 4279432 h 6211920"/>
              <a:gd name="connsiteX1133" fmla="*/ 6523285 w 9635294"/>
              <a:gd name="connsiteY1133" fmla="*/ 4298018 h 6211920"/>
              <a:gd name="connsiteX1134" fmla="*/ 6514014 w 9635294"/>
              <a:gd name="connsiteY1134" fmla="*/ 4289331 h 6211920"/>
              <a:gd name="connsiteX1135" fmla="*/ 6531540 w 9635294"/>
              <a:gd name="connsiteY1135" fmla="*/ 4270725 h 6211920"/>
              <a:gd name="connsiteX1136" fmla="*/ 3109292 w 9635294"/>
              <a:gd name="connsiteY1136" fmla="*/ 4270725 h 6211920"/>
              <a:gd name="connsiteX1137" fmla="*/ 3126773 w 9635294"/>
              <a:gd name="connsiteY1137" fmla="*/ 4289331 h 6211920"/>
              <a:gd name="connsiteX1138" fmla="*/ 3117502 w 9635294"/>
              <a:gd name="connsiteY1138" fmla="*/ 4298018 h 6211920"/>
              <a:gd name="connsiteX1139" fmla="*/ 3100045 w 9635294"/>
              <a:gd name="connsiteY1139" fmla="*/ 4279432 h 6211920"/>
              <a:gd name="connsiteX1140" fmla="*/ 3102358 w 9635294"/>
              <a:gd name="connsiteY1140" fmla="*/ 4277254 h 6211920"/>
              <a:gd name="connsiteX1141" fmla="*/ 3119819 w 9635294"/>
              <a:gd name="connsiteY1141" fmla="*/ 4295845 h 6211920"/>
              <a:gd name="connsiteX1142" fmla="*/ 3124454 w 9635294"/>
              <a:gd name="connsiteY1142" fmla="*/ 4291503 h 6211920"/>
              <a:gd name="connsiteX1143" fmla="*/ 3106980 w 9635294"/>
              <a:gd name="connsiteY1143" fmla="*/ 4272903 h 6211920"/>
              <a:gd name="connsiteX1144" fmla="*/ 3105343 w 9635294"/>
              <a:gd name="connsiteY1144" fmla="*/ 4274443 h 6211920"/>
              <a:gd name="connsiteX1145" fmla="*/ 3089553 w 9635294"/>
              <a:gd name="connsiteY1145" fmla="*/ 4254435 h 6211920"/>
              <a:gd name="connsiteX1146" fmla="*/ 3089556 w 9635294"/>
              <a:gd name="connsiteY1146" fmla="*/ 4254437 h 6211920"/>
              <a:gd name="connsiteX1147" fmla="*/ 3084938 w 9635294"/>
              <a:gd name="connsiteY1147" fmla="*/ 4258799 h 6211920"/>
              <a:gd name="connsiteX1148" fmla="*/ 3084938 w 9635294"/>
              <a:gd name="connsiteY1148" fmla="*/ 4258799 h 6211920"/>
              <a:gd name="connsiteX1149" fmla="*/ 6551235 w 9635294"/>
              <a:gd name="connsiteY1149" fmla="*/ 4254427 h 6211920"/>
              <a:gd name="connsiteX1150" fmla="*/ 6554099 w 9635294"/>
              <a:gd name="connsiteY1150" fmla="*/ 4257141 h 6211920"/>
              <a:gd name="connsiteX1151" fmla="*/ 6551225 w 9635294"/>
              <a:gd name="connsiteY1151" fmla="*/ 4254437 h 6211920"/>
              <a:gd name="connsiteX1152" fmla="*/ 3067452 w 9635294"/>
              <a:gd name="connsiteY1152" fmla="*/ 4240353 h 6211920"/>
              <a:gd name="connsiteX1153" fmla="*/ 3084938 w 9635294"/>
              <a:gd name="connsiteY1153" fmla="*/ 4258799 h 6211920"/>
              <a:gd name="connsiteX1154" fmla="*/ 3082634 w 9635294"/>
              <a:gd name="connsiteY1154" fmla="*/ 4260977 h 6211920"/>
              <a:gd name="connsiteX1155" fmla="*/ 3065153 w 9635294"/>
              <a:gd name="connsiteY1155" fmla="*/ 4242537 h 6211920"/>
              <a:gd name="connsiteX1156" fmla="*/ 3072055 w 9635294"/>
              <a:gd name="connsiteY1156" fmla="*/ 4235977 h 6211920"/>
              <a:gd name="connsiteX1157" fmla="*/ 3072057 w 9635294"/>
              <a:gd name="connsiteY1157" fmla="*/ 4235980 h 6211920"/>
              <a:gd name="connsiteX1158" fmla="*/ 3067452 w 9635294"/>
              <a:gd name="connsiteY1158" fmla="*/ 4240353 h 6211920"/>
              <a:gd name="connsiteX1159" fmla="*/ 3067452 w 9635294"/>
              <a:gd name="connsiteY1159" fmla="*/ 4240352 h 6211920"/>
              <a:gd name="connsiteX1160" fmla="*/ 3074360 w 9635294"/>
              <a:gd name="connsiteY1160" fmla="*/ 4233793 h 6211920"/>
              <a:gd name="connsiteX1161" fmla="*/ 3091861 w 9635294"/>
              <a:gd name="connsiteY1161" fmla="*/ 4252252 h 6211920"/>
              <a:gd name="connsiteX1162" fmla="*/ 3089553 w 9635294"/>
              <a:gd name="connsiteY1162" fmla="*/ 4254435 h 6211920"/>
              <a:gd name="connsiteX1163" fmla="*/ 3072057 w 9635294"/>
              <a:gd name="connsiteY1163" fmla="*/ 4235980 h 6211920"/>
              <a:gd name="connsiteX1164" fmla="*/ 6566465 w 9635294"/>
              <a:gd name="connsiteY1164" fmla="*/ 4233786 h 6211920"/>
              <a:gd name="connsiteX1165" fmla="*/ 6575673 w 9635294"/>
              <a:gd name="connsiteY1165" fmla="*/ 4242537 h 6211920"/>
              <a:gd name="connsiteX1166" fmla="*/ 6558147 w 9635294"/>
              <a:gd name="connsiteY1166" fmla="*/ 4260977 h 6211920"/>
              <a:gd name="connsiteX1167" fmla="*/ 6554099 w 9635294"/>
              <a:gd name="connsiteY1167" fmla="*/ 4257141 h 6211920"/>
              <a:gd name="connsiteX1168" fmla="*/ 6555861 w 9635294"/>
              <a:gd name="connsiteY1168" fmla="*/ 4258799 h 6211920"/>
              <a:gd name="connsiteX1169" fmla="*/ 6573323 w 9635294"/>
              <a:gd name="connsiteY1169" fmla="*/ 4240352 h 6211920"/>
              <a:gd name="connsiteX1170" fmla="*/ 6568751 w 9635294"/>
              <a:gd name="connsiteY1170" fmla="*/ 4235977 h 6211920"/>
              <a:gd name="connsiteX1171" fmla="*/ 6551235 w 9635294"/>
              <a:gd name="connsiteY1171" fmla="*/ 4254427 h 6211920"/>
              <a:gd name="connsiteX1172" fmla="*/ 6548939 w 9635294"/>
              <a:gd name="connsiteY1172" fmla="*/ 4252252 h 6211920"/>
              <a:gd name="connsiteX1173" fmla="*/ 6566465 w 9635294"/>
              <a:gd name="connsiteY1173" fmla="*/ 4233786 h 6211920"/>
              <a:gd name="connsiteX1174" fmla="*/ 6588605 w 9635294"/>
              <a:gd name="connsiteY1174" fmla="*/ 4219684 h 6211920"/>
              <a:gd name="connsiteX1175" fmla="*/ 6590914 w 9635294"/>
              <a:gd name="connsiteY1175" fmla="*/ 4221899 h 6211920"/>
              <a:gd name="connsiteX1176" fmla="*/ 6590913 w 9635294"/>
              <a:gd name="connsiteY1176" fmla="*/ 4221900 h 6211920"/>
              <a:gd name="connsiteX1177" fmla="*/ 3054468 w 9635294"/>
              <a:gd name="connsiteY1177" fmla="*/ 4217514 h 6211920"/>
              <a:gd name="connsiteX1178" fmla="*/ 3054472 w 9635294"/>
              <a:gd name="connsiteY1178" fmla="*/ 4217518 h 6211920"/>
              <a:gd name="connsiteX1179" fmla="*/ 3049990 w 9635294"/>
              <a:gd name="connsiteY1179" fmla="*/ 4221791 h 6211920"/>
              <a:gd name="connsiteX1180" fmla="*/ 6608500 w 9635294"/>
              <a:gd name="connsiteY1180" fmla="*/ 4203532 h 6211920"/>
              <a:gd name="connsiteX1181" fmla="*/ 6610788 w 9635294"/>
              <a:gd name="connsiteY1181" fmla="*/ 4205732 h 6211920"/>
              <a:gd name="connsiteX1182" fmla="*/ 6593199 w 9635294"/>
              <a:gd name="connsiteY1182" fmla="*/ 4224090 h 6211920"/>
              <a:gd name="connsiteX1183" fmla="*/ 6590914 w 9635294"/>
              <a:gd name="connsiteY1183" fmla="*/ 4221899 h 6211920"/>
              <a:gd name="connsiteX1184" fmla="*/ 3035150 w 9635294"/>
              <a:gd name="connsiteY1184" fmla="*/ 4200801 h 6211920"/>
              <a:gd name="connsiteX1185" fmla="*/ 3032303 w 9635294"/>
              <a:gd name="connsiteY1185" fmla="*/ 4203536 h 6211920"/>
              <a:gd name="connsiteX1186" fmla="*/ 3049875 w 9635294"/>
              <a:gd name="connsiteY1186" fmla="*/ 4221900 h 6211920"/>
              <a:gd name="connsiteX1187" fmla="*/ 3049990 w 9635294"/>
              <a:gd name="connsiteY1187" fmla="*/ 4221791 h 6211920"/>
              <a:gd name="connsiteX1188" fmla="*/ 3047581 w 9635294"/>
              <a:gd name="connsiteY1188" fmla="*/ 4224090 h 6211920"/>
              <a:gd name="connsiteX1189" fmla="*/ 3030012 w 9635294"/>
              <a:gd name="connsiteY1189" fmla="*/ 4205732 h 6211920"/>
              <a:gd name="connsiteX1190" fmla="*/ 6603931 w 9635294"/>
              <a:gd name="connsiteY1190" fmla="*/ 4199135 h 6211920"/>
              <a:gd name="connsiteX1191" fmla="*/ 6608502 w 9635294"/>
              <a:gd name="connsiteY1191" fmla="*/ 4203530 h 6211920"/>
              <a:gd name="connsiteX1192" fmla="*/ 6608500 w 9635294"/>
              <a:gd name="connsiteY1192" fmla="*/ 4203532 h 6211920"/>
              <a:gd name="connsiteX1193" fmla="*/ 6603930 w 9635294"/>
              <a:gd name="connsiteY1193" fmla="*/ 4199136 h 6211920"/>
              <a:gd name="connsiteX1194" fmla="*/ 3036883 w 9635294"/>
              <a:gd name="connsiteY1194" fmla="*/ 4199135 h 6211920"/>
              <a:gd name="connsiteX1195" fmla="*/ 3036884 w 9635294"/>
              <a:gd name="connsiteY1195" fmla="*/ 4199136 h 6211920"/>
              <a:gd name="connsiteX1196" fmla="*/ 3035150 w 9635294"/>
              <a:gd name="connsiteY1196" fmla="*/ 4200801 h 6211920"/>
              <a:gd name="connsiteX1197" fmla="*/ 6601644 w 9635294"/>
              <a:gd name="connsiteY1197" fmla="*/ 4196937 h 6211920"/>
              <a:gd name="connsiteX1198" fmla="*/ 6603930 w 9635294"/>
              <a:gd name="connsiteY1198" fmla="*/ 4199136 h 6211920"/>
              <a:gd name="connsiteX1199" fmla="*/ 6586341 w 9635294"/>
              <a:gd name="connsiteY1199" fmla="*/ 4217511 h 6211920"/>
              <a:gd name="connsiteX1200" fmla="*/ 6588605 w 9635294"/>
              <a:gd name="connsiteY1200" fmla="*/ 4219684 h 6211920"/>
              <a:gd name="connsiteX1201" fmla="*/ 6584055 w 9635294"/>
              <a:gd name="connsiteY1201" fmla="*/ 4215322 h 6211920"/>
              <a:gd name="connsiteX1202" fmla="*/ 6601644 w 9635294"/>
              <a:gd name="connsiteY1202" fmla="*/ 4196937 h 6211920"/>
              <a:gd name="connsiteX1203" fmla="*/ 3039174 w 9635294"/>
              <a:gd name="connsiteY1203" fmla="*/ 4196937 h 6211920"/>
              <a:gd name="connsiteX1204" fmla="*/ 3056763 w 9635294"/>
              <a:gd name="connsiteY1204" fmla="*/ 4215322 h 6211920"/>
              <a:gd name="connsiteX1205" fmla="*/ 3054468 w 9635294"/>
              <a:gd name="connsiteY1205" fmla="*/ 4217514 h 6211920"/>
              <a:gd name="connsiteX1206" fmla="*/ 3036884 w 9635294"/>
              <a:gd name="connsiteY1206" fmla="*/ 4199136 h 6211920"/>
              <a:gd name="connsiteX1207" fmla="*/ 3019267 w 9635294"/>
              <a:gd name="connsiteY1207" fmla="*/ 4180814 h 6211920"/>
              <a:gd name="connsiteX1208" fmla="*/ 3019268 w 9635294"/>
              <a:gd name="connsiteY1208" fmla="*/ 4180815 h 6211920"/>
              <a:gd name="connsiteX1209" fmla="*/ 3014696 w 9635294"/>
              <a:gd name="connsiteY1209" fmla="*/ 4185223 h 6211920"/>
              <a:gd name="connsiteX1210" fmla="*/ 3014693 w 9635294"/>
              <a:gd name="connsiteY1210" fmla="*/ 4185220 h 6211920"/>
              <a:gd name="connsiteX1211" fmla="*/ 6621521 w 9635294"/>
              <a:gd name="connsiteY1211" fmla="*/ 4180814 h 6211920"/>
              <a:gd name="connsiteX1212" fmla="*/ 6624175 w 9635294"/>
              <a:gd name="connsiteY1212" fmla="*/ 4183371 h 6211920"/>
              <a:gd name="connsiteX1213" fmla="*/ 6621519 w 9635294"/>
              <a:gd name="connsiteY1213" fmla="*/ 4180815 h 6211920"/>
              <a:gd name="connsiteX1214" fmla="*/ 2997012 w 9635294"/>
              <a:gd name="connsiteY1214" fmla="*/ 4166904 h 6211920"/>
              <a:gd name="connsiteX1215" fmla="*/ 3014693 w 9635294"/>
              <a:gd name="connsiteY1215" fmla="*/ 4185220 h 6211920"/>
              <a:gd name="connsiteX1216" fmla="*/ 3012409 w 9635294"/>
              <a:gd name="connsiteY1216" fmla="*/ 4187419 h 6211920"/>
              <a:gd name="connsiteX1217" fmla="*/ 2994731 w 9635294"/>
              <a:gd name="connsiteY1217" fmla="*/ 4169112 h 6211920"/>
              <a:gd name="connsiteX1218" fmla="*/ 6643807 w 9635294"/>
              <a:gd name="connsiteY1218" fmla="*/ 4166903 h 6211920"/>
              <a:gd name="connsiteX1219" fmla="*/ 6646094 w 9635294"/>
              <a:gd name="connsiteY1219" fmla="*/ 4169112 h 6211920"/>
              <a:gd name="connsiteX1220" fmla="*/ 6628378 w 9635294"/>
              <a:gd name="connsiteY1220" fmla="*/ 4187419 h 6211920"/>
              <a:gd name="connsiteX1221" fmla="*/ 6624175 w 9635294"/>
              <a:gd name="connsiteY1221" fmla="*/ 4183371 h 6211920"/>
              <a:gd name="connsiteX1222" fmla="*/ 6626092 w 9635294"/>
              <a:gd name="connsiteY1222" fmla="*/ 4185215 h 6211920"/>
              <a:gd name="connsiteX1223" fmla="*/ 2999019 w 9635294"/>
              <a:gd name="connsiteY1223" fmla="*/ 4164961 h 6211920"/>
              <a:gd name="connsiteX1224" fmla="*/ 2997012 w 9635294"/>
              <a:gd name="connsiteY1224" fmla="*/ 4166904 h 6211920"/>
              <a:gd name="connsiteX1225" fmla="*/ 2997010 w 9635294"/>
              <a:gd name="connsiteY1225" fmla="*/ 4166902 h 6211920"/>
              <a:gd name="connsiteX1226" fmla="*/ 6641522 w 9635294"/>
              <a:gd name="connsiteY1226" fmla="*/ 4164696 h 6211920"/>
              <a:gd name="connsiteX1227" fmla="*/ 6643808 w 9635294"/>
              <a:gd name="connsiteY1227" fmla="*/ 4166902 h 6211920"/>
              <a:gd name="connsiteX1228" fmla="*/ 6643807 w 9635294"/>
              <a:gd name="connsiteY1228" fmla="*/ 4166903 h 6211920"/>
              <a:gd name="connsiteX1229" fmla="*/ 6636950 w 9635294"/>
              <a:gd name="connsiteY1229" fmla="*/ 4160279 h 6211920"/>
              <a:gd name="connsiteX1230" fmla="*/ 6641522 w 9635294"/>
              <a:gd name="connsiteY1230" fmla="*/ 4164696 h 6211920"/>
              <a:gd name="connsiteX1231" fmla="*/ 6639236 w 9635294"/>
              <a:gd name="connsiteY1231" fmla="*/ 4162489 h 6211920"/>
              <a:gd name="connsiteX1232" fmla="*/ 6621521 w 9635294"/>
              <a:gd name="connsiteY1232" fmla="*/ 4180814 h 6211920"/>
              <a:gd name="connsiteX1233" fmla="*/ 6619234 w 9635294"/>
              <a:gd name="connsiteY1233" fmla="*/ 4178611 h 6211920"/>
              <a:gd name="connsiteX1234" fmla="*/ 6636950 w 9635294"/>
              <a:gd name="connsiteY1234" fmla="*/ 4160279 h 6211920"/>
              <a:gd name="connsiteX1235" fmla="*/ 3003856 w 9635294"/>
              <a:gd name="connsiteY1235" fmla="*/ 4160279 h 6211920"/>
              <a:gd name="connsiteX1236" fmla="*/ 3021554 w 9635294"/>
              <a:gd name="connsiteY1236" fmla="*/ 4178611 h 6211920"/>
              <a:gd name="connsiteX1237" fmla="*/ 3019267 w 9635294"/>
              <a:gd name="connsiteY1237" fmla="*/ 4180814 h 6211920"/>
              <a:gd name="connsiteX1238" fmla="*/ 3001577 w 9635294"/>
              <a:gd name="connsiteY1238" fmla="*/ 4162489 h 6211920"/>
              <a:gd name="connsiteX1239" fmla="*/ 2999019 w 9635294"/>
              <a:gd name="connsiteY1239" fmla="*/ 4164961 h 6211920"/>
              <a:gd name="connsiteX1240" fmla="*/ 6659239 w 9635294"/>
              <a:gd name="connsiteY1240" fmla="*/ 4146411 h 6211920"/>
              <a:gd name="connsiteX1241" fmla="*/ 6661527 w 9635294"/>
              <a:gd name="connsiteY1241" fmla="*/ 4148626 h 6211920"/>
              <a:gd name="connsiteX1242" fmla="*/ 6661525 w 9635294"/>
              <a:gd name="connsiteY1242" fmla="*/ 4148627 h 6211920"/>
              <a:gd name="connsiteX1243" fmla="*/ 2983831 w 9635294"/>
              <a:gd name="connsiteY1243" fmla="*/ 4144198 h 6211920"/>
              <a:gd name="connsiteX1244" fmla="*/ 2983834 w 9635294"/>
              <a:gd name="connsiteY1244" fmla="*/ 4144202 h 6211920"/>
              <a:gd name="connsiteX1245" fmla="*/ 2979281 w 9635294"/>
              <a:gd name="connsiteY1245" fmla="*/ 4148627 h 6211920"/>
              <a:gd name="connsiteX1246" fmla="*/ 2979278 w 9635294"/>
              <a:gd name="connsiteY1246" fmla="*/ 4148624 h 6211920"/>
              <a:gd name="connsiteX1247" fmla="*/ 2963466 w 9635294"/>
              <a:gd name="connsiteY1247" fmla="*/ 4128581 h 6211920"/>
              <a:gd name="connsiteX1248" fmla="*/ 2961564 w 9635294"/>
              <a:gd name="connsiteY1248" fmla="*/ 4130440 h 6211920"/>
              <a:gd name="connsiteX1249" fmla="*/ 2979278 w 9635294"/>
              <a:gd name="connsiteY1249" fmla="*/ 4148624 h 6211920"/>
              <a:gd name="connsiteX1250" fmla="*/ 2977002 w 9635294"/>
              <a:gd name="connsiteY1250" fmla="*/ 4150836 h 6211920"/>
              <a:gd name="connsiteX1251" fmla="*/ 2959292 w 9635294"/>
              <a:gd name="connsiteY1251" fmla="*/ 4132656 h 6211920"/>
              <a:gd name="connsiteX1252" fmla="*/ 2966105 w 9635294"/>
              <a:gd name="connsiteY1252" fmla="*/ 4126001 h 6211920"/>
              <a:gd name="connsiteX1253" fmla="*/ 2966107 w 9635294"/>
              <a:gd name="connsiteY1253" fmla="*/ 4126003 h 6211920"/>
              <a:gd name="connsiteX1254" fmla="*/ 2963466 w 9635294"/>
              <a:gd name="connsiteY1254" fmla="*/ 4128581 h 6211920"/>
              <a:gd name="connsiteX1255" fmla="*/ 6672447 w 9635294"/>
              <a:gd name="connsiteY1255" fmla="*/ 4123785 h 6211920"/>
              <a:gd name="connsiteX1256" fmla="*/ 6681527 w 9635294"/>
              <a:gd name="connsiteY1256" fmla="*/ 4132656 h 6211920"/>
              <a:gd name="connsiteX1257" fmla="*/ 6663811 w 9635294"/>
              <a:gd name="connsiteY1257" fmla="*/ 4150836 h 6211920"/>
              <a:gd name="connsiteX1258" fmla="*/ 6661527 w 9635294"/>
              <a:gd name="connsiteY1258" fmla="*/ 4148626 h 6211920"/>
              <a:gd name="connsiteX1259" fmla="*/ 6679242 w 9635294"/>
              <a:gd name="connsiteY1259" fmla="*/ 4130440 h 6211920"/>
              <a:gd name="connsiteX1260" fmla="*/ 6674669 w 9635294"/>
              <a:gd name="connsiteY1260" fmla="*/ 4126001 h 6211920"/>
              <a:gd name="connsiteX1261" fmla="*/ 6656953 w 9635294"/>
              <a:gd name="connsiteY1261" fmla="*/ 4144194 h 6211920"/>
              <a:gd name="connsiteX1262" fmla="*/ 6659239 w 9635294"/>
              <a:gd name="connsiteY1262" fmla="*/ 4146411 h 6211920"/>
              <a:gd name="connsiteX1263" fmla="*/ 6654667 w 9635294"/>
              <a:gd name="connsiteY1263" fmla="*/ 4141985 h 6211920"/>
              <a:gd name="connsiteX1264" fmla="*/ 6672447 w 9635294"/>
              <a:gd name="connsiteY1264" fmla="*/ 4123785 h 6211920"/>
              <a:gd name="connsiteX1265" fmla="*/ 2968378 w 9635294"/>
              <a:gd name="connsiteY1265" fmla="*/ 4123785 h 6211920"/>
              <a:gd name="connsiteX1266" fmla="*/ 2986107 w 9635294"/>
              <a:gd name="connsiteY1266" fmla="*/ 4141985 h 6211920"/>
              <a:gd name="connsiteX1267" fmla="*/ 2983831 w 9635294"/>
              <a:gd name="connsiteY1267" fmla="*/ 4144198 h 6211920"/>
              <a:gd name="connsiteX1268" fmla="*/ 2966107 w 9635294"/>
              <a:gd name="connsiteY1268" fmla="*/ 4126003 h 6211920"/>
              <a:gd name="connsiteX1269" fmla="*/ 6694722 w 9635294"/>
              <a:gd name="connsiteY1269" fmla="*/ 4109987 h 6211920"/>
              <a:gd name="connsiteX1270" fmla="*/ 6697029 w 9635294"/>
              <a:gd name="connsiteY1270" fmla="*/ 4112246 h 6211920"/>
              <a:gd name="connsiteX1271" fmla="*/ 6697021 w 9635294"/>
              <a:gd name="connsiteY1271" fmla="*/ 4112254 h 6211920"/>
              <a:gd name="connsiteX1272" fmla="*/ 2948306 w 9635294"/>
              <a:gd name="connsiteY1272" fmla="*/ 4107809 h 6211920"/>
              <a:gd name="connsiteX1273" fmla="*/ 2948307 w 9635294"/>
              <a:gd name="connsiteY1273" fmla="*/ 4107809 h 6211920"/>
              <a:gd name="connsiteX1274" fmla="*/ 2943772 w 9635294"/>
              <a:gd name="connsiteY1274" fmla="*/ 4112254 h 6211920"/>
              <a:gd name="connsiteX1275" fmla="*/ 2943771 w 9635294"/>
              <a:gd name="connsiteY1275" fmla="*/ 4112254 h 6211920"/>
              <a:gd name="connsiteX1276" fmla="*/ 6714913 w 9635294"/>
              <a:gd name="connsiteY1276" fmla="*/ 4094090 h 6211920"/>
              <a:gd name="connsiteX1277" fmla="*/ 6717151 w 9635294"/>
              <a:gd name="connsiteY1277" fmla="*/ 4096302 h 6211920"/>
              <a:gd name="connsiteX1278" fmla="*/ 6699307 w 9635294"/>
              <a:gd name="connsiteY1278" fmla="*/ 4114477 h 6211920"/>
              <a:gd name="connsiteX1279" fmla="*/ 6697029 w 9635294"/>
              <a:gd name="connsiteY1279" fmla="*/ 4112246 h 6211920"/>
              <a:gd name="connsiteX1280" fmla="*/ 2925897 w 9635294"/>
              <a:gd name="connsiteY1280" fmla="*/ 4094075 h 6211920"/>
              <a:gd name="connsiteX1281" fmla="*/ 2943771 w 9635294"/>
              <a:gd name="connsiteY1281" fmla="*/ 4112254 h 6211920"/>
              <a:gd name="connsiteX1282" fmla="*/ 2941504 w 9635294"/>
              <a:gd name="connsiteY1282" fmla="*/ 4114477 h 6211920"/>
              <a:gd name="connsiteX1283" fmla="*/ 2923637 w 9635294"/>
              <a:gd name="connsiteY1283" fmla="*/ 4096302 h 6211920"/>
              <a:gd name="connsiteX1284" fmla="*/ 2927588 w 9635294"/>
              <a:gd name="connsiteY1284" fmla="*/ 4092409 h 6211920"/>
              <a:gd name="connsiteX1285" fmla="*/ 2925897 w 9635294"/>
              <a:gd name="connsiteY1285" fmla="*/ 4094075 h 6211920"/>
              <a:gd name="connsiteX1286" fmla="*/ 2925897 w 9635294"/>
              <a:gd name="connsiteY1286" fmla="*/ 4094074 h 6211920"/>
              <a:gd name="connsiteX1287" fmla="*/ 6712677 w 9635294"/>
              <a:gd name="connsiteY1287" fmla="*/ 4091879 h 6211920"/>
              <a:gd name="connsiteX1288" fmla="*/ 6714928 w 9635294"/>
              <a:gd name="connsiteY1288" fmla="*/ 4094074 h 6211920"/>
              <a:gd name="connsiteX1289" fmla="*/ 6714913 w 9635294"/>
              <a:gd name="connsiteY1289" fmla="*/ 4094090 h 6211920"/>
              <a:gd name="connsiteX1290" fmla="*/ 6708134 w 9635294"/>
              <a:gd name="connsiteY1290" fmla="*/ 4087388 h 6211920"/>
              <a:gd name="connsiteX1291" fmla="*/ 6712677 w 9635294"/>
              <a:gd name="connsiteY1291" fmla="*/ 4091879 h 6211920"/>
              <a:gd name="connsiteX1292" fmla="*/ 6710357 w 9635294"/>
              <a:gd name="connsiteY1292" fmla="*/ 4089616 h 6211920"/>
              <a:gd name="connsiteX1293" fmla="*/ 6692513 w 9635294"/>
              <a:gd name="connsiteY1293" fmla="*/ 4107809 h 6211920"/>
              <a:gd name="connsiteX1294" fmla="*/ 6694722 w 9635294"/>
              <a:gd name="connsiteY1294" fmla="*/ 4109987 h 6211920"/>
              <a:gd name="connsiteX1295" fmla="*/ 6690227 w 9635294"/>
              <a:gd name="connsiteY1295" fmla="*/ 4105586 h 6211920"/>
              <a:gd name="connsiteX1296" fmla="*/ 6708134 w 9635294"/>
              <a:gd name="connsiteY1296" fmla="*/ 4087388 h 6211920"/>
              <a:gd name="connsiteX1297" fmla="*/ 2932685 w 9635294"/>
              <a:gd name="connsiteY1297" fmla="*/ 4087388 h 6211920"/>
              <a:gd name="connsiteX1298" fmla="*/ 2950572 w 9635294"/>
              <a:gd name="connsiteY1298" fmla="*/ 4105586 h 6211920"/>
              <a:gd name="connsiteX1299" fmla="*/ 2948306 w 9635294"/>
              <a:gd name="connsiteY1299" fmla="*/ 4107809 h 6211920"/>
              <a:gd name="connsiteX1300" fmla="*/ 2930425 w 9635294"/>
              <a:gd name="connsiteY1300" fmla="*/ 4089616 h 6211920"/>
              <a:gd name="connsiteX1301" fmla="*/ 2927588 w 9635294"/>
              <a:gd name="connsiteY1301" fmla="*/ 4092409 h 6211920"/>
              <a:gd name="connsiteX1302" fmla="*/ 6728217 w 9635294"/>
              <a:gd name="connsiteY1302" fmla="*/ 4071528 h 6211920"/>
              <a:gd name="connsiteX1303" fmla="*/ 6732723 w 9635294"/>
              <a:gd name="connsiteY1303" fmla="*/ 4075993 h 6211920"/>
              <a:gd name="connsiteX1304" fmla="*/ 6732708 w 9635294"/>
              <a:gd name="connsiteY1304" fmla="*/ 4076008 h 6211920"/>
              <a:gd name="connsiteX1305" fmla="*/ 6728200 w 9635294"/>
              <a:gd name="connsiteY1305" fmla="*/ 4071545 h 6211920"/>
              <a:gd name="connsiteX1306" fmla="*/ 2892419 w 9635294"/>
              <a:gd name="connsiteY1306" fmla="*/ 4055717 h 6211920"/>
              <a:gd name="connsiteX1307" fmla="*/ 2890166 w 9635294"/>
              <a:gd name="connsiteY1307" fmla="*/ 4057956 h 6211920"/>
              <a:gd name="connsiteX1308" fmla="*/ 2890166 w 9635294"/>
              <a:gd name="connsiteY1308" fmla="*/ 4057955 h 6211920"/>
              <a:gd name="connsiteX1309" fmla="*/ 6743884 w 9635294"/>
              <a:gd name="connsiteY1309" fmla="*/ 4051244 h 6211920"/>
              <a:gd name="connsiteX1310" fmla="*/ 6752901 w 9635294"/>
              <a:gd name="connsiteY1310" fmla="*/ 4060190 h 6211920"/>
              <a:gd name="connsiteX1311" fmla="*/ 6734994 w 9635294"/>
              <a:gd name="connsiteY1311" fmla="*/ 4078244 h 6211920"/>
              <a:gd name="connsiteX1312" fmla="*/ 6732723 w 9635294"/>
              <a:gd name="connsiteY1312" fmla="*/ 4075993 h 6211920"/>
              <a:gd name="connsiteX1313" fmla="*/ 6750615 w 9635294"/>
              <a:gd name="connsiteY1313" fmla="*/ 4057955 h 6211920"/>
              <a:gd name="connsiteX1314" fmla="*/ 6746106 w 9635294"/>
              <a:gd name="connsiteY1314" fmla="*/ 4053478 h 6211920"/>
              <a:gd name="connsiteX1315" fmla="*/ 6728217 w 9635294"/>
              <a:gd name="connsiteY1315" fmla="*/ 4071528 h 6211920"/>
              <a:gd name="connsiteX1316" fmla="*/ 6725977 w 9635294"/>
              <a:gd name="connsiteY1316" fmla="*/ 4069309 h 6211920"/>
              <a:gd name="connsiteX1317" fmla="*/ 6743884 w 9635294"/>
              <a:gd name="connsiteY1317" fmla="*/ 4051244 h 6211920"/>
              <a:gd name="connsiteX1318" fmla="*/ 2896921 w 9635294"/>
              <a:gd name="connsiteY1318" fmla="*/ 4051244 h 6211920"/>
              <a:gd name="connsiteX1319" fmla="*/ 2914841 w 9635294"/>
              <a:gd name="connsiteY1319" fmla="*/ 4069309 h 6211920"/>
              <a:gd name="connsiteX1320" fmla="*/ 2905811 w 9635294"/>
              <a:gd name="connsiteY1320" fmla="*/ 4078244 h 6211920"/>
              <a:gd name="connsiteX1321" fmla="*/ 2887918 w 9635294"/>
              <a:gd name="connsiteY1321" fmla="*/ 4060190 h 6211920"/>
              <a:gd name="connsiteX1322" fmla="*/ 2890166 w 9635294"/>
              <a:gd name="connsiteY1322" fmla="*/ 4057956 h 6211920"/>
              <a:gd name="connsiteX1323" fmla="*/ 2908065 w 9635294"/>
              <a:gd name="connsiteY1323" fmla="*/ 4076008 h 6211920"/>
              <a:gd name="connsiteX1324" fmla="*/ 2912580 w 9635294"/>
              <a:gd name="connsiteY1324" fmla="*/ 4071545 h 6211920"/>
              <a:gd name="connsiteX1325" fmla="*/ 2894673 w 9635294"/>
              <a:gd name="connsiteY1325" fmla="*/ 4053478 h 6211920"/>
              <a:gd name="connsiteX1326" fmla="*/ 2892419 w 9635294"/>
              <a:gd name="connsiteY1326" fmla="*/ 4055717 h 6211920"/>
              <a:gd name="connsiteX1327" fmla="*/ 6766093 w 9635294"/>
              <a:gd name="connsiteY1327" fmla="*/ 4037388 h 6211920"/>
              <a:gd name="connsiteX1328" fmla="*/ 6768603 w 9635294"/>
              <a:gd name="connsiteY1328" fmla="*/ 4039886 h 6211920"/>
              <a:gd name="connsiteX1329" fmla="*/ 6768586 w 9635294"/>
              <a:gd name="connsiteY1329" fmla="*/ 4039903 h 6211920"/>
              <a:gd name="connsiteX1330" fmla="*/ 2876690 w 9635294"/>
              <a:gd name="connsiteY1330" fmla="*/ 4035419 h 6211920"/>
              <a:gd name="connsiteX1331" fmla="*/ 2876690 w 9635294"/>
              <a:gd name="connsiteY1331" fmla="*/ 4035420 h 6211920"/>
              <a:gd name="connsiteX1332" fmla="*/ 2872194 w 9635294"/>
              <a:gd name="connsiteY1332" fmla="*/ 4039903 h 6211920"/>
              <a:gd name="connsiteX1333" fmla="*/ 2872194 w 9635294"/>
              <a:gd name="connsiteY1333" fmla="*/ 4039902 h 6211920"/>
              <a:gd name="connsiteX1334" fmla="*/ 2856372 w 9635294"/>
              <a:gd name="connsiteY1334" fmla="*/ 4019759 h 6211920"/>
              <a:gd name="connsiteX1335" fmla="*/ 2854217 w 9635294"/>
              <a:gd name="connsiteY1335" fmla="*/ 4021919 h 6211920"/>
              <a:gd name="connsiteX1336" fmla="*/ 2872194 w 9635294"/>
              <a:gd name="connsiteY1336" fmla="*/ 4039902 h 6211920"/>
              <a:gd name="connsiteX1337" fmla="*/ 2869946 w 9635294"/>
              <a:gd name="connsiteY1337" fmla="*/ 4042143 h 6211920"/>
              <a:gd name="connsiteX1338" fmla="*/ 2851971 w 9635294"/>
              <a:gd name="connsiteY1338" fmla="*/ 4024168 h 6211920"/>
              <a:gd name="connsiteX1339" fmla="*/ 2858702 w 9635294"/>
              <a:gd name="connsiteY1339" fmla="*/ 4017424 h 6211920"/>
              <a:gd name="connsiteX1340" fmla="*/ 2858703 w 9635294"/>
              <a:gd name="connsiteY1340" fmla="*/ 4017425 h 6211920"/>
              <a:gd name="connsiteX1341" fmla="*/ 2856372 w 9635294"/>
              <a:gd name="connsiteY1341" fmla="*/ 4019759 h 6211920"/>
              <a:gd name="connsiteX1342" fmla="*/ 2860942 w 9635294"/>
              <a:gd name="connsiteY1342" fmla="*/ 4015182 h 6211920"/>
              <a:gd name="connsiteX1343" fmla="*/ 2878938 w 9635294"/>
              <a:gd name="connsiteY1343" fmla="*/ 4033178 h 6211920"/>
              <a:gd name="connsiteX1344" fmla="*/ 2876690 w 9635294"/>
              <a:gd name="connsiteY1344" fmla="*/ 4035419 h 6211920"/>
              <a:gd name="connsiteX1345" fmla="*/ 2858703 w 9635294"/>
              <a:gd name="connsiteY1345" fmla="*/ 4017425 h 6211920"/>
              <a:gd name="connsiteX1346" fmla="*/ 6779889 w 9635294"/>
              <a:gd name="connsiteY1346" fmla="*/ 4015175 h 6211920"/>
              <a:gd name="connsiteX1347" fmla="*/ 6788843 w 9635294"/>
              <a:gd name="connsiteY1347" fmla="*/ 4024168 h 6211920"/>
              <a:gd name="connsiteX1348" fmla="*/ 6770872 w 9635294"/>
              <a:gd name="connsiteY1348" fmla="*/ 4042143 h 6211920"/>
              <a:gd name="connsiteX1349" fmla="*/ 6768603 w 9635294"/>
              <a:gd name="connsiteY1349" fmla="*/ 4039886 h 6211920"/>
              <a:gd name="connsiteX1350" fmla="*/ 6786557 w 9635294"/>
              <a:gd name="connsiteY1350" fmla="*/ 4021919 h 6211920"/>
              <a:gd name="connsiteX1351" fmla="*/ 6782111 w 9635294"/>
              <a:gd name="connsiteY1351" fmla="*/ 4017424 h 6211920"/>
              <a:gd name="connsiteX1352" fmla="*/ 6764141 w 9635294"/>
              <a:gd name="connsiteY1352" fmla="*/ 4035420 h 6211920"/>
              <a:gd name="connsiteX1353" fmla="*/ 6766093 w 9635294"/>
              <a:gd name="connsiteY1353" fmla="*/ 4037388 h 6211920"/>
              <a:gd name="connsiteX1354" fmla="*/ 6761855 w 9635294"/>
              <a:gd name="connsiteY1354" fmla="*/ 4033171 h 6211920"/>
              <a:gd name="connsiteX1355" fmla="*/ 6779889 w 9635294"/>
              <a:gd name="connsiteY1355" fmla="*/ 4015175 h 6211920"/>
              <a:gd name="connsiteX1356" fmla="*/ 2840692 w 9635294"/>
              <a:gd name="connsiteY1356" fmla="*/ 3999484 h 6211920"/>
              <a:gd name="connsiteX1357" fmla="*/ 2840693 w 9635294"/>
              <a:gd name="connsiteY1357" fmla="*/ 3999485 h 6211920"/>
              <a:gd name="connsiteX1358" fmla="*/ 2836215 w 9635294"/>
              <a:gd name="connsiteY1358" fmla="*/ 4003993 h 6211920"/>
              <a:gd name="connsiteX1359" fmla="*/ 2836212 w 9635294"/>
              <a:gd name="connsiteY1359" fmla="*/ 4003990 h 6211920"/>
              <a:gd name="connsiteX1360" fmla="*/ 6800088 w 9635294"/>
              <a:gd name="connsiteY1360" fmla="*/ 3999478 h 6211920"/>
              <a:gd name="connsiteX1361" fmla="*/ 6801996 w 9635294"/>
              <a:gd name="connsiteY1361" fmla="*/ 4001397 h 6211920"/>
              <a:gd name="connsiteX1362" fmla="*/ 6800081 w 9635294"/>
              <a:gd name="connsiteY1362" fmla="*/ 3999485 h 6211920"/>
              <a:gd name="connsiteX1363" fmla="*/ 6822681 w 9635294"/>
              <a:gd name="connsiteY1363" fmla="*/ 3986075 h 6211920"/>
              <a:gd name="connsiteX1364" fmla="*/ 6824910 w 9635294"/>
              <a:gd name="connsiteY1364" fmla="*/ 3988322 h 6211920"/>
              <a:gd name="connsiteX1365" fmla="*/ 6806813 w 9635294"/>
              <a:gd name="connsiteY1365" fmla="*/ 4006240 h 6211920"/>
              <a:gd name="connsiteX1366" fmla="*/ 6801996 w 9635294"/>
              <a:gd name="connsiteY1366" fmla="*/ 4001397 h 6211920"/>
              <a:gd name="connsiteX1367" fmla="*/ 6804590 w 9635294"/>
              <a:gd name="connsiteY1367" fmla="*/ 4003987 h 6211920"/>
              <a:gd name="connsiteX1368" fmla="*/ 2820034 w 9635294"/>
              <a:gd name="connsiteY1368" fmla="*/ 3984155 h 6211920"/>
              <a:gd name="connsiteX1369" fmla="*/ 2818143 w 9635294"/>
              <a:gd name="connsiteY1369" fmla="*/ 3986067 h 6211920"/>
              <a:gd name="connsiteX1370" fmla="*/ 2836212 w 9635294"/>
              <a:gd name="connsiteY1370" fmla="*/ 4003990 h 6211920"/>
              <a:gd name="connsiteX1371" fmla="*/ 2833974 w 9635294"/>
              <a:gd name="connsiteY1371" fmla="*/ 4006240 h 6211920"/>
              <a:gd name="connsiteX1372" fmla="*/ 2815908 w 9635294"/>
              <a:gd name="connsiteY1372" fmla="*/ 3988322 h 6211920"/>
              <a:gd name="connsiteX1373" fmla="*/ 6820252 w 9635294"/>
              <a:gd name="connsiteY1373" fmla="*/ 3983628 h 6211920"/>
              <a:gd name="connsiteX1374" fmla="*/ 6822688 w 9635294"/>
              <a:gd name="connsiteY1374" fmla="*/ 3986067 h 6211920"/>
              <a:gd name="connsiteX1375" fmla="*/ 6822681 w 9635294"/>
              <a:gd name="connsiteY1375" fmla="*/ 3986075 h 6211920"/>
              <a:gd name="connsiteX1376" fmla="*/ 2822607 w 9635294"/>
              <a:gd name="connsiteY1376" fmla="*/ 3981552 h 6211920"/>
              <a:gd name="connsiteX1377" fmla="*/ 2822609 w 9635294"/>
              <a:gd name="connsiteY1377" fmla="*/ 3981554 h 6211920"/>
              <a:gd name="connsiteX1378" fmla="*/ 2820034 w 9635294"/>
              <a:gd name="connsiteY1378" fmla="*/ 3984155 h 6211920"/>
              <a:gd name="connsiteX1379" fmla="*/ 6815956 w 9635294"/>
              <a:gd name="connsiteY1379" fmla="*/ 3979299 h 6211920"/>
              <a:gd name="connsiteX1380" fmla="*/ 6820252 w 9635294"/>
              <a:gd name="connsiteY1380" fmla="*/ 3983628 h 6211920"/>
              <a:gd name="connsiteX1381" fmla="*/ 6818180 w 9635294"/>
              <a:gd name="connsiteY1381" fmla="*/ 3981552 h 6211920"/>
              <a:gd name="connsiteX1382" fmla="*/ 6800088 w 9635294"/>
              <a:gd name="connsiteY1382" fmla="*/ 3999478 h 6211920"/>
              <a:gd name="connsiteX1383" fmla="*/ 6797859 w 9635294"/>
              <a:gd name="connsiteY1383" fmla="*/ 3997236 h 6211920"/>
              <a:gd name="connsiteX1384" fmla="*/ 6815956 w 9635294"/>
              <a:gd name="connsiteY1384" fmla="*/ 3979299 h 6211920"/>
              <a:gd name="connsiteX1385" fmla="*/ 2824843 w 9635294"/>
              <a:gd name="connsiteY1385" fmla="*/ 3979299 h 6211920"/>
              <a:gd name="connsiteX1386" fmla="*/ 2842927 w 9635294"/>
              <a:gd name="connsiteY1386" fmla="*/ 3997236 h 6211920"/>
              <a:gd name="connsiteX1387" fmla="*/ 2840692 w 9635294"/>
              <a:gd name="connsiteY1387" fmla="*/ 3999484 h 6211920"/>
              <a:gd name="connsiteX1388" fmla="*/ 2822609 w 9635294"/>
              <a:gd name="connsiteY1388" fmla="*/ 3981554 h 6211920"/>
              <a:gd name="connsiteX1389" fmla="*/ 2804478 w 9635294"/>
              <a:gd name="connsiteY1389" fmla="*/ 3963645 h 6211920"/>
              <a:gd name="connsiteX1390" fmla="*/ 2804478 w 9635294"/>
              <a:gd name="connsiteY1390" fmla="*/ 3963645 h 6211920"/>
              <a:gd name="connsiteX1391" fmla="*/ 2800020 w 9635294"/>
              <a:gd name="connsiteY1391" fmla="*/ 3968166 h 6211920"/>
              <a:gd name="connsiteX1392" fmla="*/ 2800020 w 9635294"/>
              <a:gd name="connsiteY1392" fmla="*/ 3968166 h 6211920"/>
              <a:gd name="connsiteX1393" fmla="*/ 6836341 w 9635294"/>
              <a:gd name="connsiteY1393" fmla="*/ 3963645 h 6211920"/>
              <a:gd name="connsiteX1394" fmla="*/ 6840785 w 9635294"/>
              <a:gd name="connsiteY1394" fmla="*/ 3968166 h 6211920"/>
              <a:gd name="connsiteX1395" fmla="*/ 6840785 w 9635294"/>
              <a:gd name="connsiteY1395" fmla="*/ 3968166 h 6211920"/>
              <a:gd name="connsiteX1396" fmla="*/ 6836340 w 9635294"/>
              <a:gd name="connsiteY1396" fmla="*/ 3963645 h 6211920"/>
              <a:gd name="connsiteX1397" fmla="*/ 2781918 w 9635294"/>
              <a:gd name="connsiteY1397" fmla="*/ 3950363 h 6211920"/>
              <a:gd name="connsiteX1398" fmla="*/ 2800020 w 9635294"/>
              <a:gd name="connsiteY1398" fmla="*/ 3968166 h 6211920"/>
              <a:gd name="connsiteX1399" fmla="*/ 2797791 w 9635294"/>
              <a:gd name="connsiteY1399" fmla="*/ 3970426 h 6211920"/>
              <a:gd name="connsiteX1400" fmla="*/ 2779694 w 9635294"/>
              <a:gd name="connsiteY1400" fmla="*/ 3952627 h 6211920"/>
              <a:gd name="connsiteX1401" fmla="*/ 6854831 w 9635294"/>
              <a:gd name="connsiteY1401" fmla="*/ 3946228 h 6211920"/>
              <a:gd name="connsiteX1402" fmla="*/ 6861106 w 9635294"/>
              <a:gd name="connsiteY1402" fmla="*/ 3952627 h 6211920"/>
              <a:gd name="connsiteX1403" fmla="*/ 6843007 w 9635294"/>
              <a:gd name="connsiteY1403" fmla="*/ 3970426 h 6211920"/>
              <a:gd name="connsiteX1404" fmla="*/ 6840785 w 9635294"/>
              <a:gd name="connsiteY1404" fmla="*/ 3968166 h 6211920"/>
              <a:gd name="connsiteX1405" fmla="*/ 6858882 w 9635294"/>
              <a:gd name="connsiteY1405" fmla="*/ 3950361 h 6211920"/>
              <a:gd name="connsiteX1406" fmla="*/ 6854438 w 9635294"/>
              <a:gd name="connsiteY1406" fmla="*/ 3945827 h 6211920"/>
              <a:gd name="connsiteX1407" fmla="*/ 6854831 w 9635294"/>
              <a:gd name="connsiteY1407" fmla="*/ 3946228 h 6211920"/>
              <a:gd name="connsiteX1408" fmla="*/ 6854438 w 9635294"/>
              <a:gd name="connsiteY1408" fmla="*/ 3945827 h 6211920"/>
              <a:gd name="connsiteX1409" fmla="*/ 2786368 w 9635294"/>
              <a:gd name="connsiteY1409" fmla="*/ 3945827 h 6211920"/>
              <a:gd name="connsiteX1410" fmla="*/ 2786370 w 9635294"/>
              <a:gd name="connsiteY1410" fmla="*/ 3945829 h 6211920"/>
              <a:gd name="connsiteX1411" fmla="*/ 2781918 w 9635294"/>
              <a:gd name="connsiteY1411" fmla="*/ 3950363 h 6211920"/>
              <a:gd name="connsiteX1412" fmla="*/ 2781916 w 9635294"/>
              <a:gd name="connsiteY1412" fmla="*/ 3950361 h 6211920"/>
              <a:gd name="connsiteX1413" fmla="*/ 2788590 w 9635294"/>
              <a:gd name="connsiteY1413" fmla="*/ 3943566 h 6211920"/>
              <a:gd name="connsiteX1414" fmla="*/ 2806707 w 9635294"/>
              <a:gd name="connsiteY1414" fmla="*/ 3961384 h 6211920"/>
              <a:gd name="connsiteX1415" fmla="*/ 2804478 w 9635294"/>
              <a:gd name="connsiteY1415" fmla="*/ 3963645 h 6211920"/>
              <a:gd name="connsiteX1416" fmla="*/ 2786370 w 9635294"/>
              <a:gd name="connsiteY1416" fmla="*/ 3945829 h 6211920"/>
              <a:gd name="connsiteX1417" fmla="*/ 6852215 w 9635294"/>
              <a:gd name="connsiteY1417" fmla="*/ 3943560 h 6211920"/>
              <a:gd name="connsiteX1418" fmla="*/ 6854438 w 9635294"/>
              <a:gd name="connsiteY1418" fmla="*/ 3945827 h 6211920"/>
              <a:gd name="connsiteX1419" fmla="*/ 6836341 w 9635294"/>
              <a:gd name="connsiteY1419" fmla="*/ 3963645 h 6211920"/>
              <a:gd name="connsiteX1420" fmla="*/ 6834118 w 9635294"/>
              <a:gd name="connsiteY1420" fmla="*/ 3961384 h 6211920"/>
              <a:gd name="connsiteX1421" fmla="*/ 6852215 w 9635294"/>
              <a:gd name="connsiteY1421" fmla="*/ 3943560 h 6211920"/>
              <a:gd name="connsiteX1422" fmla="*/ 6872600 w 9635294"/>
              <a:gd name="connsiteY1422" fmla="*/ 3928020 h 6211920"/>
              <a:gd name="connsiteX1423" fmla="*/ 6877046 w 9635294"/>
              <a:gd name="connsiteY1423" fmla="*/ 3932561 h 6211920"/>
              <a:gd name="connsiteX1424" fmla="*/ 6877044 w 9635294"/>
              <a:gd name="connsiteY1424" fmla="*/ 3932562 h 6211920"/>
              <a:gd name="connsiteX1425" fmla="*/ 6872599 w 9635294"/>
              <a:gd name="connsiteY1425" fmla="*/ 3928022 h 6211920"/>
              <a:gd name="connsiteX1426" fmla="*/ 2768185 w 9635294"/>
              <a:gd name="connsiteY1426" fmla="*/ 3928019 h 6211920"/>
              <a:gd name="connsiteX1427" fmla="*/ 2768187 w 9635294"/>
              <a:gd name="connsiteY1427" fmla="*/ 3928022 h 6211920"/>
              <a:gd name="connsiteX1428" fmla="*/ 2763749 w 9635294"/>
              <a:gd name="connsiteY1428" fmla="*/ 3932562 h 6211920"/>
              <a:gd name="connsiteX1429" fmla="*/ 2763746 w 9635294"/>
              <a:gd name="connsiteY1429" fmla="*/ 3932559 h 6211920"/>
              <a:gd name="connsiteX1430" fmla="*/ 6893118 w 9635294"/>
              <a:gd name="connsiteY1430" fmla="*/ 3912534 h 6211920"/>
              <a:gd name="connsiteX1431" fmla="*/ 6897491 w 9635294"/>
              <a:gd name="connsiteY1431" fmla="*/ 3917042 h 6211920"/>
              <a:gd name="connsiteX1432" fmla="*/ 6879267 w 9635294"/>
              <a:gd name="connsiteY1432" fmla="*/ 3934830 h 6211920"/>
              <a:gd name="connsiteX1433" fmla="*/ 6877046 w 9635294"/>
              <a:gd name="connsiteY1433" fmla="*/ 3932561 h 6211920"/>
              <a:gd name="connsiteX1434" fmla="*/ 6895269 w 9635294"/>
              <a:gd name="connsiteY1434" fmla="*/ 3914770 h 6211920"/>
              <a:gd name="connsiteX1435" fmla="*/ 6890887 w 9635294"/>
              <a:gd name="connsiteY1435" fmla="*/ 3910217 h 6211920"/>
              <a:gd name="connsiteX1436" fmla="*/ 6893118 w 9635294"/>
              <a:gd name="connsiteY1436" fmla="*/ 3912534 h 6211920"/>
              <a:gd name="connsiteX1437" fmla="*/ 6890878 w 9635294"/>
              <a:gd name="connsiteY1437" fmla="*/ 3910225 h 6211920"/>
              <a:gd name="connsiteX1438" fmla="*/ 6888664 w 9635294"/>
              <a:gd name="connsiteY1438" fmla="*/ 3907943 h 6211920"/>
              <a:gd name="connsiteX1439" fmla="*/ 6890878 w 9635294"/>
              <a:gd name="connsiteY1439" fmla="*/ 3910225 h 6211920"/>
              <a:gd name="connsiteX1440" fmla="*/ 6872600 w 9635294"/>
              <a:gd name="connsiteY1440" fmla="*/ 3928020 h 6211920"/>
              <a:gd name="connsiteX1441" fmla="*/ 6870376 w 9635294"/>
              <a:gd name="connsiteY1441" fmla="*/ 3925748 h 6211920"/>
              <a:gd name="connsiteX1442" fmla="*/ 6888664 w 9635294"/>
              <a:gd name="connsiteY1442" fmla="*/ 3907943 h 6211920"/>
              <a:gd name="connsiteX1443" fmla="*/ 2752154 w 9635294"/>
              <a:gd name="connsiteY1443" fmla="*/ 3907943 h 6211920"/>
              <a:gd name="connsiteX1444" fmla="*/ 2770404 w 9635294"/>
              <a:gd name="connsiteY1444" fmla="*/ 3925748 h 6211920"/>
              <a:gd name="connsiteX1445" fmla="*/ 2768185 w 9635294"/>
              <a:gd name="connsiteY1445" fmla="*/ 3928019 h 6211920"/>
              <a:gd name="connsiteX1446" fmla="*/ 2749944 w 9635294"/>
              <a:gd name="connsiteY1446" fmla="*/ 3910217 h 6211920"/>
              <a:gd name="connsiteX1447" fmla="*/ 2745512 w 9635294"/>
              <a:gd name="connsiteY1447" fmla="*/ 3914770 h 6211920"/>
              <a:gd name="connsiteX1448" fmla="*/ 2763746 w 9635294"/>
              <a:gd name="connsiteY1448" fmla="*/ 3932559 h 6211920"/>
              <a:gd name="connsiteX1449" fmla="*/ 2761527 w 9635294"/>
              <a:gd name="connsiteY1449" fmla="*/ 3934830 h 6211920"/>
              <a:gd name="connsiteX1450" fmla="*/ 2743297 w 9635294"/>
              <a:gd name="connsiteY1450" fmla="*/ 3917042 h 6211920"/>
              <a:gd name="connsiteX1451" fmla="*/ 6911317 w 9635294"/>
              <a:gd name="connsiteY1451" fmla="*/ 3894795 h 6211920"/>
              <a:gd name="connsiteX1452" fmla="*/ 6913501 w 9635294"/>
              <a:gd name="connsiteY1452" fmla="*/ 3897052 h 6211920"/>
              <a:gd name="connsiteX1453" fmla="*/ 6913493 w 9635294"/>
              <a:gd name="connsiteY1453" fmla="*/ 3897059 h 6211920"/>
              <a:gd name="connsiteX1454" fmla="*/ 2731713 w 9635294"/>
              <a:gd name="connsiteY1454" fmla="*/ 3892499 h 6211920"/>
              <a:gd name="connsiteX1455" fmla="*/ 2731713 w 9635294"/>
              <a:gd name="connsiteY1455" fmla="*/ 3892499 h 6211920"/>
              <a:gd name="connsiteX1456" fmla="*/ 2729761 w 9635294"/>
              <a:gd name="connsiteY1456" fmla="*/ 3894511 h 6211920"/>
              <a:gd name="connsiteX1457" fmla="*/ 6925177 w 9635294"/>
              <a:gd name="connsiteY1457" fmla="*/ 3872529 h 6211920"/>
              <a:gd name="connsiteX1458" fmla="*/ 6934003 w 9635294"/>
              <a:gd name="connsiteY1458" fmla="*/ 3881666 h 6211920"/>
              <a:gd name="connsiteX1459" fmla="*/ 6915715 w 9635294"/>
              <a:gd name="connsiteY1459" fmla="*/ 3899339 h 6211920"/>
              <a:gd name="connsiteX1460" fmla="*/ 6913501 w 9635294"/>
              <a:gd name="connsiteY1460" fmla="*/ 3897052 h 6211920"/>
              <a:gd name="connsiteX1461" fmla="*/ 6931781 w 9635294"/>
              <a:gd name="connsiteY1461" fmla="*/ 3879381 h 6211920"/>
              <a:gd name="connsiteX1462" fmla="*/ 6927336 w 9635294"/>
              <a:gd name="connsiteY1462" fmla="*/ 3874814 h 6211920"/>
              <a:gd name="connsiteX1463" fmla="*/ 6909111 w 9635294"/>
              <a:gd name="connsiteY1463" fmla="*/ 3892499 h 6211920"/>
              <a:gd name="connsiteX1464" fmla="*/ 6911317 w 9635294"/>
              <a:gd name="connsiteY1464" fmla="*/ 3894795 h 6211920"/>
              <a:gd name="connsiteX1465" fmla="*/ 6906889 w 9635294"/>
              <a:gd name="connsiteY1465" fmla="*/ 3890221 h 6211920"/>
              <a:gd name="connsiteX1466" fmla="*/ 6925177 w 9635294"/>
              <a:gd name="connsiteY1466" fmla="*/ 3872529 h 6211920"/>
              <a:gd name="connsiteX1467" fmla="*/ 2715641 w 9635294"/>
              <a:gd name="connsiteY1467" fmla="*/ 3872529 h 6211920"/>
              <a:gd name="connsiteX1468" fmla="*/ 2733924 w 9635294"/>
              <a:gd name="connsiteY1468" fmla="*/ 3890221 h 6211920"/>
              <a:gd name="connsiteX1469" fmla="*/ 2731713 w 9635294"/>
              <a:gd name="connsiteY1469" fmla="*/ 3892499 h 6211920"/>
              <a:gd name="connsiteX1470" fmla="*/ 2713438 w 9635294"/>
              <a:gd name="connsiteY1470" fmla="*/ 3874814 h 6211920"/>
              <a:gd name="connsiteX1471" fmla="*/ 2709025 w 9635294"/>
              <a:gd name="connsiteY1471" fmla="*/ 3879381 h 6211920"/>
              <a:gd name="connsiteX1472" fmla="*/ 2727287 w 9635294"/>
              <a:gd name="connsiteY1472" fmla="*/ 3897059 h 6211920"/>
              <a:gd name="connsiteX1473" fmla="*/ 2729761 w 9635294"/>
              <a:gd name="connsiteY1473" fmla="*/ 3894511 h 6211920"/>
              <a:gd name="connsiteX1474" fmla="*/ 2725077 w 9635294"/>
              <a:gd name="connsiteY1474" fmla="*/ 3899339 h 6211920"/>
              <a:gd name="connsiteX1475" fmla="*/ 2706815 w 9635294"/>
              <a:gd name="connsiteY1475" fmla="*/ 3881666 h 6211920"/>
              <a:gd name="connsiteX1476" fmla="*/ 2695099 w 9635294"/>
              <a:gd name="connsiteY1476" fmla="*/ 3857136 h 6211920"/>
              <a:gd name="connsiteX1477" fmla="*/ 2695100 w 9635294"/>
              <a:gd name="connsiteY1477" fmla="*/ 3857136 h 6211920"/>
              <a:gd name="connsiteX1478" fmla="*/ 2693462 w 9635294"/>
              <a:gd name="connsiteY1478" fmla="*/ 3858837 h 6211920"/>
              <a:gd name="connsiteX1479" fmla="*/ 6945705 w 9635294"/>
              <a:gd name="connsiteY1479" fmla="*/ 3857119 h 6211920"/>
              <a:gd name="connsiteX1480" fmla="*/ 6947909 w 9635294"/>
              <a:gd name="connsiteY1480" fmla="*/ 3859422 h 6211920"/>
              <a:gd name="connsiteX1481" fmla="*/ 6945687 w 9635294"/>
              <a:gd name="connsiteY1481" fmla="*/ 3857136 h 6211920"/>
              <a:gd name="connsiteX1482" fmla="*/ 6968468 w 9635294"/>
              <a:gd name="connsiteY1482" fmla="*/ 3844103 h 6211920"/>
              <a:gd name="connsiteX1483" fmla="*/ 6970643 w 9635294"/>
              <a:gd name="connsiteY1483" fmla="*/ 3846379 h 6211920"/>
              <a:gd name="connsiteX1484" fmla="*/ 6952292 w 9635294"/>
              <a:gd name="connsiteY1484" fmla="*/ 3864001 h 6211920"/>
              <a:gd name="connsiteX1485" fmla="*/ 6947909 w 9635294"/>
              <a:gd name="connsiteY1485" fmla="*/ 3859422 h 6211920"/>
              <a:gd name="connsiteX1486" fmla="*/ 6950132 w 9635294"/>
              <a:gd name="connsiteY1486" fmla="*/ 3861708 h 6211920"/>
              <a:gd name="connsiteX1487" fmla="*/ 6964102 w 9635294"/>
              <a:gd name="connsiteY1487" fmla="*/ 3839503 h 6211920"/>
              <a:gd name="connsiteX1488" fmla="*/ 6968484 w 9635294"/>
              <a:gd name="connsiteY1488" fmla="*/ 3844087 h 6211920"/>
              <a:gd name="connsiteX1489" fmla="*/ 6968468 w 9635294"/>
              <a:gd name="connsiteY1489" fmla="*/ 3844103 h 6211920"/>
              <a:gd name="connsiteX1490" fmla="*/ 6964086 w 9635294"/>
              <a:gd name="connsiteY1490" fmla="*/ 3839518 h 6211920"/>
              <a:gd name="connsiteX1491" fmla="*/ 6961880 w 9635294"/>
              <a:gd name="connsiteY1491" fmla="*/ 3837210 h 6211920"/>
              <a:gd name="connsiteX1492" fmla="*/ 6964086 w 9635294"/>
              <a:gd name="connsiteY1492" fmla="*/ 3839518 h 6211920"/>
              <a:gd name="connsiteX1493" fmla="*/ 6945705 w 9635294"/>
              <a:gd name="connsiteY1493" fmla="*/ 3857119 h 6211920"/>
              <a:gd name="connsiteX1494" fmla="*/ 6943528 w 9635294"/>
              <a:gd name="connsiteY1494" fmla="*/ 3854844 h 6211920"/>
              <a:gd name="connsiteX1495" fmla="*/ 6961880 w 9635294"/>
              <a:gd name="connsiteY1495" fmla="*/ 3837210 h 6211920"/>
              <a:gd name="connsiteX1496" fmla="*/ 2678926 w 9635294"/>
              <a:gd name="connsiteY1496" fmla="*/ 3837210 h 6211920"/>
              <a:gd name="connsiteX1497" fmla="*/ 2697296 w 9635294"/>
              <a:gd name="connsiteY1497" fmla="*/ 3854851 h 6211920"/>
              <a:gd name="connsiteX1498" fmla="*/ 2695099 w 9635294"/>
              <a:gd name="connsiteY1498" fmla="*/ 3857136 h 6211920"/>
              <a:gd name="connsiteX1499" fmla="*/ 2676736 w 9635294"/>
              <a:gd name="connsiteY1499" fmla="*/ 3839503 h 6211920"/>
              <a:gd name="connsiteX1500" fmla="*/ 2672341 w 9635294"/>
              <a:gd name="connsiteY1500" fmla="*/ 3844087 h 6211920"/>
              <a:gd name="connsiteX1501" fmla="*/ 2690692 w 9635294"/>
              <a:gd name="connsiteY1501" fmla="*/ 3861714 h 6211920"/>
              <a:gd name="connsiteX1502" fmla="*/ 2693462 w 9635294"/>
              <a:gd name="connsiteY1502" fmla="*/ 3858837 h 6211920"/>
              <a:gd name="connsiteX1503" fmla="*/ 2688495 w 9635294"/>
              <a:gd name="connsiteY1503" fmla="*/ 3864001 h 6211920"/>
              <a:gd name="connsiteX1504" fmla="*/ 2670144 w 9635294"/>
              <a:gd name="connsiteY1504" fmla="*/ 3846379 h 6211920"/>
              <a:gd name="connsiteX1505" fmla="*/ 2658363 w 9635294"/>
              <a:gd name="connsiteY1505" fmla="*/ 3821931 h 6211920"/>
              <a:gd name="connsiteX1506" fmla="*/ 2658364 w 9635294"/>
              <a:gd name="connsiteY1506" fmla="*/ 3821932 h 6211920"/>
              <a:gd name="connsiteX1507" fmla="*/ 2655816 w 9635294"/>
              <a:gd name="connsiteY1507" fmla="*/ 3824599 h 6211920"/>
              <a:gd name="connsiteX1508" fmla="*/ 2635556 w 9635294"/>
              <a:gd name="connsiteY1508" fmla="*/ 3808979 h 6211920"/>
              <a:gd name="connsiteX1509" fmla="*/ 2653977 w 9635294"/>
              <a:gd name="connsiteY1509" fmla="*/ 3826523 h 6211920"/>
              <a:gd name="connsiteX1510" fmla="*/ 2655816 w 9635294"/>
              <a:gd name="connsiteY1510" fmla="*/ 3824599 h 6211920"/>
              <a:gd name="connsiteX1511" fmla="*/ 2651786 w 9635294"/>
              <a:gd name="connsiteY1511" fmla="*/ 3828821 h 6211920"/>
              <a:gd name="connsiteX1512" fmla="*/ 2633371 w 9635294"/>
              <a:gd name="connsiteY1512" fmla="*/ 3811277 h 6211920"/>
              <a:gd name="connsiteX1513" fmla="*/ 7003127 w 9635294"/>
              <a:gd name="connsiteY1513" fmla="*/ 3806747 h 6211920"/>
              <a:gd name="connsiteX1514" fmla="*/ 7005250 w 9635294"/>
              <a:gd name="connsiteY1514" fmla="*/ 3808979 h 6211920"/>
              <a:gd name="connsiteX1515" fmla="*/ 7005243 w 9635294"/>
              <a:gd name="connsiteY1515" fmla="*/ 3808985 h 6211920"/>
              <a:gd name="connsiteX1516" fmla="*/ 2639931 w 9635294"/>
              <a:gd name="connsiteY1516" fmla="*/ 3804375 h 6211920"/>
              <a:gd name="connsiteX1517" fmla="*/ 2639933 w 9635294"/>
              <a:gd name="connsiteY1517" fmla="*/ 3804377 h 6211920"/>
              <a:gd name="connsiteX1518" fmla="*/ 2635556 w 9635294"/>
              <a:gd name="connsiteY1518" fmla="*/ 3808979 h 6211920"/>
              <a:gd name="connsiteX1519" fmla="*/ 2635556 w 9635294"/>
              <a:gd name="connsiteY1519" fmla="*/ 3808979 h 6211920"/>
              <a:gd name="connsiteX1520" fmla="*/ 6998710 w 9635294"/>
              <a:gd name="connsiteY1520" fmla="*/ 3802076 h 6211920"/>
              <a:gd name="connsiteX1521" fmla="*/ 7003127 w 9635294"/>
              <a:gd name="connsiteY1521" fmla="*/ 3806747 h 6211920"/>
              <a:gd name="connsiteX1522" fmla="*/ 7000869 w 9635294"/>
              <a:gd name="connsiteY1522" fmla="*/ 3804375 h 6211920"/>
              <a:gd name="connsiteX1523" fmla="*/ 6982454 w 9635294"/>
              <a:gd name="connsiteY1523" fmla="*/ 3821932 h 6211920"/>
              <a:gd name="connsiteX1524" fmla="*/ 6986835 w 9635294"/>
              <a:gd name="connsiteY1524" fmla="*/ 3826523 h 6211920"/>
              <a:gd name="connsiteX1525" fmla="*/ 7005243 w 9635294"/>
              <a:gd name="connsiteY1525" fmla="*/ 3808985 h 6211920"/>
              <a:gd name="connsiteX1526" fmla="*/ 7007409 w 9635294"/>
              <a:gd name="connsiteY1526" fmla="*/ 3811277 h 6211920"/>
              <a:gd name="connsiteX1527" fmla="*/ 6988994 w 9635294"/>
              <a:gd name="connsiteY1527" fmla="*/ 3828821 h 6211920"/>
              <a:gd name="connsiteX1528" fmla="*/ 6980232 w 9635294"/>
              <a:gd name="connsiteY1528" fmla="*/ 3819634 h 6211920"/>
              <a:gd name="connsiteX1529" fmla="*/ 6998710 w 9635294"/>
              <a:gd name="connsiteY1529" fmla="*/ 3802076 h 6211920"/>
              <a:gd name="connsiteX1530" fmla="*/ 2642121 w 9635294"/>
              <a:gd name="connsiteY1530" fmla="*/ 3802076 h 6211920"/>
              <a:gd name="connsiteX1531" fmla="*/ 2660555 w 9635294"/>
              <a:gd name="connsiteY1531" fmla="*/ 3819634 h 6211920"/>
              <a:gd name="connsiteX1532" fmla="*/ 2658363 w 9635294"/>
              <a:gd name="connsiteY1532" fmla="*/ 3821931 h 6211920"/>
              <a:gd name="connsiteX1533" fmla="*/ 2639933 w 9635294"/>
              <a:gd name="connsiteY1533" fmla="*/ 3804377 h 6211920"/>
              <a:gd name="connsiteX1534" fmla="*/ 2621446 w 9635294"/>
              <a:gd name="connsiteY1534" fmla="*/ 3786829 h 6211920"/>
              <a:gd name="connsiteX1535" fmla="*/ 2621446 w 9635294"/>
              <a:gd name="connsiteY1535" fmla="*/ 3786829 h 6211920"/>
              <a:gd name="connsiteX1536" fmla="*/ 2617077 w 9635294"/>
              <a:gd name="connsiteY1536" fmla="*/ 3791440 h 6211920"/>
              <a:gd name="connsiteX1537" fmla="*/ 2617077 w 9635294"/>
              <a:gd name="connsiteY1537" fmla="*/ 3791439 h 6211920"/>
              <a:gd name="connsiteX1538" fmla="*/ 7019356 w 9635294"/>
              <a:gd name="connsiteY1538" fmla="*/ 3786821 h 6211920"/>
              <a:gd name="connsiteX1539" fmla="*/ 7021538 w 9635294"/>
              <a:gd name="connsiteY1539" fmla="*/ 3789134 h 6211920"/>
              <a:gd name="connsiteX1540" fmla="*/ 7019347 w 9635294"/>
              <a:gd name="connsiteY1540" fmla="*/ 3786829 h 6211920"/>
              <a:gd name="connsiteX1541" fmla="*/ 7042198 w 9635294"/>
              <a:gd name="connsiteY1541" fmla="*/ 3773998 h 6211920"/>
              <a:gd name="connsiteX1542" fmla="*/ 7044367 w 9635294"/>
              <a:gd name="connsiteY1542" fmla="*/ 3776302 h 6211920"/>
              <a:gd name="connsiteX1543" fmla="*/ 7025888 w 9635294"/>
              <a:gd name="connsiteY1543" fmla="*/ 3793744 h 6211920"/>
              <a:gd name="connsiteX1544" fmla="*/ 7021538 w 9635294"/>
              <a:gd name="connsiteY1544" fmla="*/ 3789134 h 6211920"/>
              <a:gd name="connsiteX1545" fmla="*/ 7023729 w 9635294"/>
              <a:gd name="connsiteY1545" fmla="*/ 3791440 h 6211920"/>
              <a:gd name="connsiteX1546" fmla="*/ 2598618 w 9635294"/>
              <a:gd name="connsiteY1546" fmla="*/ 3773990 h 6211920"/>
              <a:gd name="connsiteX1547" fmla="*/ 2617077 w 9635294"/>
              <a:gd name="connsiteY1547" fmla="*/ 3791439 h 6211920"/>
              <a:gd name="connsiteX1548" fmla="*/ 2614893 w 9635294"/>
              <a:gd name="connsiteY1548" fmla="*/ 3793744 h 6211920"/>
              <a:gd name="connsiteX1549" fmla="*/ 2596439 w 9635294"/>
              <a:gd name="connsiteY1549" fmla="*/ 3776302 h 6211920"/>
              <a:gd name="connsiteX1550" fmla="*/ 2600263 w 9635294"/>
              <a:gd name="connsiteY1550" fmla="*/ 3772246 h 6211920"/>
              <a:gd name="connsiteX1551" fmla="*/ 2598618 w 9635294"/>
              <a:gd name="connsiteY1551" fmla="*/ 3773990 h 6211920"/>
              <a:gd name="connsiteX1552" fmla="*/ 2598617 w 9635294"/>
              <a:gd name="connsiteY1552" fmla="*/ 3773990 h 6211920"/>
              <a:gd name="connsiteX1553" fmla="*/ 7040089 w 9635294"/>
              <a:gd name="connsiteY1553" fmla="*/ 3771758 h 6211920"/>
              <a:gd name="connsiteX1554" fmla="*/ 7042207 w 9635294"/>
              <a:gd name="connsiteY1554" fmla="*/ 3773990 h 6211920"/>
              <a:gd name="connsiteX1555" fmla="*/ 7042198 w 9635294"/>
              <a:gd name="connsiteY1555" fmla="*/ 3773998 h 6211920"/>
              <a:gd name="connsiteX1556" fmla="*/ 7035667 w 9635294"/>
              <a:gd name="connsiteY1556" fmla="*/ 3767061 h 6211920"/>
              <a:gd name="connsiteX1557" fmla="*/ 7040089 w 9635294"/>
              <a:gd name="connsiteY1557" fmla="*/ 3771758 h 6211920"/>
              <a:gd name="connsiteX1558" fmla="*/ 7037826 w 9635294"/>
              <a:gd name="connsiteY1558" fmla="*/ 3769373 h 6211920"/>
              <a:gd name="connsiteX1559" fmla="*/ 7019356 w 9635294"/>
              <a:gd name="connsiteY1559" fmla="*/ 3786821 h 6211920"/>
              <a:gd name="connsiteX1560" fmla="*/ 7017188 w 9635294"/>
              <a:gd name="connsiteY1560" fmla="*/ 3784524 h 6211920"/>
              <a:gd name="connsiteX1561" fmla="*/ 7035667 w 9635294"/>
              <a:gd name="connsiteY1561" fmla="*/ 3767061 h 6211920"/>
              <a:gd name="connsiteX1562" fmla="*/ 2605151 w 9635294"/>
              <a:gd name="connsiteY1562" fmla="*/ 3767061 h 6211920"/>
              <a:gd name="connsiteX1563" fmla="*/ 2623630 w 9635294"/>
              <a:gd name="connsiteY1563" fmla="*/ 3784524 h 6211920"/>
              <a:gd name="connsiteX1564" fmla="*/ 2621446 w 9635294"/>
              <a:gd name="connsiteY1564" fmla="*/ 3786829 h 6211920"/>
              <a:gd name="connsiteX1565" fmla="*/ 2602974 w 9635294"/>
              <a:gd name="connsiteY1565" fmla="*/ 3769373 h 6211920"/>
              <a:gd name="connsiteX1566" fmla="*/ 2600263 w 9635294"/>
              <a:gd name="connsiteY1566" fmla="*/ 3772246 h 6211920"/>
              <a:gd name="connsiteX1567" fmla="*/ 2582097 w 9635294"/>
              <a:gd name="connsiteY1567" fmla="*/ 3754438 h 6211920"/>
              <a:gd name="connsiteX1568" fmla="*/ 2580107 w 9635294"/>
              <a:gd name="connsiteY1568" fmla="*/ 3756559 h 6211920"/>
              <a:gd name="connsiteX1569" fmla="*/ 2580105 w 9635294"/>
              <a:gd name="connsiteY1569" fmla="*/ 3756556 h 6211920"/>
              <a:gd name="connsiteX1570" fmla="*/ 2563540 w 9635294"/>
              <a:gd name="connsiteY1570" fmla="*/ 3737004 h 6211920"/>
              <a:gd name="connsiteX1571" fmla="*/ 2561540 w 9635294"/>
              <a:gd name="connsiteY1571" fmla="*/ 3739140 h 6211920"/>
              <a:gd name="connsiteX1572" fmla="*/ 2580105 w 9635294"/>
              <a:gd name="connsiteY1572" fmla="*/ 3756556 h 6211920"/>
              <a:gd name="connsiteX1573" fmla="*/ 2577929 w 9635294"/>
              <a:gd name="connsiteY1573" fmla="*/ 3758871 h 6211920"/>
              <a:gd name="connsiteX1574" fmla="*/ 2559369 w 9635294"/>
              <a:gd name="connsiteY1574" fmla="*/ 3741459 h 6211920"/>
              <a:gd name="connsiteX1575" fmla="*/ 7077030 w 9635294"/>
              <a:gd name="connsiteY1575" fmla="*/ 3736748 h 6211920"/>
              <a:gd name="connsiteX1576" fmla="*/ 7079292 w 9635294"/>
              <a:gd name="connsiteY1576" fmla="*/ 3739140 h 6211920"/>
              <a:gd name="connsiteX1577" fmla="*/ 7079283 w 9635294"/>
              <a:gd name="connsiteY1577" fmla="*/ 3739149 h 6211920"/>
              <a:gd name="connsiteX1578" fmla="*/ 2565877 w 9635294"/>
              <a:gd name="connsiteY1578" fmla="*/ 3734505 h 6211920"/>
              <a:gd name="connsiteX1579" fmla="*/ 2565878 w 9635294"/>
              <a:gd name="connsiteY1579" fmla="*/ 3734506 h 6211920"/>
              <a:gd name="connsiteX1580" fmla="*/ 2563540 w 9635294"/>
              <a:gd name="connsiteY1580" fmla="*/ 3737004 h 6211920"/>
              <a:gd name="connsiteX1581" fmla="*/ 7072751 w 9635294"/>
              <a:gd name="connsiteY1581" fmla="*/ 3732188 h 6211920"/>
              <a:gd name="connsiteX1582" fmla="*/ 7077030 w 9635294"/>
              <a:gd name="connsiteY1582" fmla="*/ 3736748 h 6211920"/>
              <a:gd name="connsiteX1583" fmla="*/ 7074910 w 9635294"/>
              <a:gd name="connsiteY1583" fmla="*/ 3734505 h 6211920"/>
              <a:gd name="connsiteX1584" fmla="*/ 7056368 w 9635294"/>
              <a:gd name="connsiteY1584" fmla="*/ 3751929 h 6211920"/>
              <a:gd name="connsiteX1585" fmla="*/ 7060686 w 9635294"/>
              <a:gd name="connsiteY1585" fmla="*/ 3756559 h 6211920"/>
              <a:gd name="connsiteX1586" fmla="*/ 7079283 w 9635294"/>
              <a:gd name="connsiteY1586" fmla="*/ 3739149 h 6211920"/>
              <a:gd name="connsiteX1587" fmla="*/ 7081450 w 9635294"/>
              <a:gd name="connsiteY1587" fmla="*/ 3741459 h 6211920"/>
              <a:gd name="connsiteX1588" fmla="*/ 7062844 w 9635294"/>
              <a:gd name="connsiteY1588" fmla="*/ 3758871 h 6211920"/>
              <a:gd name="connsiteX1589" fmla="*/ 7054145 w 9635294"/>
              <a:gd name="connsiteY1589" fmla="*/ 3749619 h 6211920"/>
              <a:gd name="connsiteX1590" fmla="*/ 7072751 w 9635294"/>
              <a:gd name="connsiteY1590" fmla="*/ 3732188 h 6211920"/>
              <a:gd name="connsiteX1591" fmla="*/ 2568049 w 9635294"/>
              <a:gd name="connsiteY1591" fmla="*/ 3732188 h 6211920"/>
              <a:gd name="connsiteX1592" fmla="*/ 2586628 w 9635294"/>
              <a:gd name="connsiteY1592" fmla="*/ 3749619 h 6211920"/>
              <a:gd name="connsiteX1593" fmla="*/ 2582097 w 9635294"/>
              <a:gd name="connsiteY1593" fmla="*/ 3754438 h 6211920"/>
              <a:gd name="connsiteX1594" fmla="*/ 2584450 w 9635294"/>
              <a:gd name="connsiteY1594" fmla="*/ 3751929 h 6211920"/>
              <a:gd name="connsiteX1595" fmla="*/ 2565878 w 9635294"/>
              <a:gd name="connsiteY1595" fmla="*/ 3734506 h 6211920"/>
              <a:gd name="connsiteX1596" fmla="*/ 2547277 w 9635294"/>
              <a:gd name="connsiteY1596" fmla="*/ 3717131 h 6211920"/>
              <a:gd name="connsiteX1597" fmla="*/ 2547277 w 9635294"/>
              <a:gd name="connsiteY1597" fmla="*/ 3717131 h 6211920"/>
              <a:gd name="connsiteX1598" fmla="*/ 2546443 w 9635294"/>
              <a:gd name="connsiteY1598" fmla="*/ 3718025 h 6211920"/>
              <a:gd name="connsiteX1599" fmla="*/ 7093516 w 9635294"/>
              <a:gd name="connsiteY1599" fmla="*/ 3717130 h 6211920"/>
              <a:gd name="connsiteX1600" fmla="*/ 7096844 w 9635294"/>
              <a:gd name="connsiteY1600" fmla="*/ 3720710 h 6211920"/>
              <a:gd name="connsiteX1601" fmla="*/ 7093515 w 9635294"/>
              <a:gd name="connsiteY1601" fmla="*/ 3717131 h 6211920"/>
              <a:gd name="connsiteX1602" fmla="*/ 7114419 w 9635294"/>
              <a:gd name="connsiteY1602" fmla="*/ 3702280 h 6211920"/>
              <a:gd name="connsiteX1603" fmla="*/ 7118598 w 9635294"/>
              <a:gd name="connsiteY1603" fmla="*/ 3706782 h 6211920"/>
              <a:gd name="connsiteX1604" fmla="*/ 7099993 w 9635294"/>
              <a:gd name="connsiteY1604" fmla="*/ 3724097 h 6211920"/>
              <a:gd name="connsiteX1605" fmla="*/ 7096844 w 9635294"/>
              <a:gd name="connsiteY1605" fmla="*/ 3720710 h 6211920"/>
              <a:gd name="connsiteX1606" fmla="*/ 7097833 w 9635294"/>
              <a:gd name="connsiteY1606" fmla="*/ 3721773 h 6211920"/>
              <a:gd name="connsiteX1607" fmla="*/ 7116439 w 9635294"/>
              <a:gd name="connsiteY1607" fmla="*/ 3704457 h 6211920"/>
              <a:gd name="connsiteX1608" fmla="*/ 2526711 w 9635294"/>
              <a:gd name="connsiteY1608" fmla="*/ 3701911 h 6211920"/>
              <a:gd name="connsiteX1609" fmla="*/ 2524348 w 9635294"/>
              <a:gd name="connsiteY1609" fmla="*/ 3704457 h 6211920"/>
              <a:gd name="connsiteX1610" fmla="*/ 2542947 w 9635294"/>
              <a:gd name="connsiteY1610" fmla="*/ 3721773 h 6211920"/>
              <a:gd name="connsiteX1611" fmla="*/ 2546443 w 9635294"/>
              <a:gd name="connsiteY1611" fmla="*/ 3718025 h 6211920"/>
              <a:gd name="connsiteX1612" fmla="*/ 2540782 w 9635294"/>
              <a:gd name="connsiteY1612" fmla="*/ 3724097 h 6211920"/>
              <a:gd name="connsiteX1613" fmla="*/ 2522182 w 9635294"/>
              <a:gd name="connsiteY1613" fmla="*/ 3706782 h 6211920"/>
              <a:gd name="connsiteX1614" fmla="*/ 7112121 w 9635294"/>
              <a:gd name="connsiteY1614" fmla="*/ 3699802 h 6211920"/>
              <a:gd name="connsiteX1615" fmla="*/ 7114419 w 9635294"/>
              <a:gd name="connsiteY1615" fmla="*/ 3702280 h 6211920"/>
              <a:gd name="connsiteX1616" fmla="*/ 7112120 w 9635294"/>
              <a:gd name="connsiteY1616" fmla="*/ 3699803 h 6211920"/>
              <a:gd name="connsiteX1617" fmla="*/ 2528666 w 9635294"/>
              <a:gd name="connsiteY1617" fmla="*/ 3699802 h 6211920"/>
              <a:gd name="connsiteX1618" fmla="*/ 2528669 w 9635294"/>
              <a:gd name="connsiteY1618" fmla="*/ 3699805 h 6211920"/>
              <a:gd name="connsiteX1619" fmla="*/ 2526711 w 9635294"/>
              <a:gd name="connsiteY1619" fmla="*/ 3701911 h 6211920"/>
              <a:gd name="connsiteX1620" fmla="*/ 7109962 w 9635294"/>
              <a:gd name="connsiteY1620" fmla="*/ 3697479 h 6211920"/>
              <a:gd name="connsiteX1621" fmla="*/ 7112120 w 9635294"/>
              <a:gd name="connsiteY1621" fmla="*/ 3699803 h 6211920"/>
              <a:gd name="connsiteX1622" fmla="*/ 7093516 w 9635294"/>
              <a:gd name="connsiteY1622" fmla="*/ 3717130 h 6211920"/>
              <a:gd name="connsiteX1623" fmla="*/ 7091357 w 9635294"/>
              <a:gd name="connsiteY1623" fmla="*/ 3714808 h 6211920"/>
              <a:gd name="connsiteX1624" fmla="*/ 7109962 w 9635294"/>
              <a:gd name="connsiteY1624" fmla="*/ 3697479 h 6211920"/>
              <a:gd name="connsiteX1625" fmla="*/ 2530831 w 9635294"/>
              <a:gd name="connsiteY1625" fmla="*/ 3697479 h 6211920"/>
              <a:gd name="connsiteX1626" fmla="*/ 2549443 w 9635294"/>
              <a:gd name="connsiteY1626" fmla="*/ 3714808 h 6211920"/>
              <a:gd name="connsiteX1627" fmla="*/ 2547277 w 9635294"/>
              <a:gd name="connsiteY1627" fmla="*/ 3717131 h 6211920"/>
              <a:gd name="connsiteX1628" fmla="*/ 2528669 w 9635294"/>
              <a:gd name="connsiteY1628" fmla="*/ 3699805 h 6211920"/>
              <a:gd name="connsiteX1629" fmla="*/ 2508457 w 9635294"/>
              <a:gd name="connsiteY1629" fmla="*/ 3684171 h 6211920"/>
              <a:gd name="connsiteX1630" fmla="*/ 2505691 w 9635294"/>
              <a:gd name="connsiteY1630" fmla="*/ 3687160 h 6211920"/>
              <a:gd name="connsiteX1631" fmla="*/ 2505690 w 9635294"/>
              <a:gd name="connsiteY1631" fmla="*/ 3687160 h 6211920"/>
              <a:gd name="connsiteX1632" fmla="*/ 7130791 w 9635294"/>
              <a:gd name="connsiteY1632" fmla="*/ 3682498 h 6211920"/>
              <a:gd name="connsiteX1633" fmla="*/ 7134461 w 9635294"/>
              <a:gd name="connsiteY1633" fmla="*/ 3686457 h 6211920"/>
              <a:gd name="connsiteX1634" fmla="*/ 7130790 w 9635294"/>
              <a:gd name="connsiteY1634" fmla="*/ 3682499 h 6211920"/>
              <a:gd name="connsiteX1635" fmla="*/ 2486982 w 9635294"/>
              <a:gd name="connsiteY1635" fmla="*/ 3669879 h 6211920"/>
              <a:gd name="connsiteX1636" fmla="*/ 2505690 w 9635294"/>
              <a:gd name="connsiteY1636" fmla="*/ 3687160 h 6211920"/>
              <a:gd name="connsiteX1637" fmla="*/ 2503532 w 9635294"/>
              <a:gd name="connsiteY1637" fmla="*/ 3689490 h 6211920"/>
              <a:gd name="connsiteX1638" fmla="*/ 2484832 w 9635294"/>
              <a:gd name="connsiteY1638" fmla="*/ 3672213 h 6211920"/>
              <a:gd name="connsiteX1639" fmla="*/ 2491284 w 9635294"/>
              <a:gd name="connsiteY1639" fmla="*/ 3665208 h 6211920"/>
              <a:gd name="connsiteX1640" fmla="*/ 2491284 w 9635294"/>
              <a:gd name="connsiteY1640" fmla="*/ 3665208 h 6211920"/>
              <a:gd name="connsiteX1641" fmla="*/ 2486982 w 9635294"/>
              <a:gd name="connsiteY1641" fmla="*/ 3669879 h 6211920"/>
              <a:gd name="connsiteX1642" fmla="*/ 2486978 w 9635294"/>
              <a:gd name="connsiteY1642" fmla="*/ 3669875 h 6211920"/>
              <a:gd name="connsiteX1643" fmla="*/ 7147363 w 9635294"/>
              <a:gd name="connsiteY1643" fmla="*/ 3662872 h 6211920"/>
              <a:gd name="connsiteX1644" fmla="*/ 7155999 w 9635294"/>
              <a:gd name="connsiteY1644" fmla="*/ 3672205 h 6211920"/>
              <a:gd name="connsiteX1645" fmla="*/ 7137267 w 9635294"/>
              <a:gd name="connsiteY1645" fmla="*/ 3689483 h 6211920"/>
              <a:gd name="connsiteX1646" fmla="*/ 7134461 w 9635294"/>
              <a:gd name="connsiteY1646" fmla="*/ 3686457 h 6211920"/>
              <a:gd name="connsiteX1647" fmla="*/ 7135107 w 9635294"/>
              <a:gd name="connsiteY1647" fmla="*/ 3687153 h 6211920"/>
              <a:gd name="connsiteX1648" fmla="*/ 7153840 w 9635294"/>
              <a:gd name="connsiteY1648" fmla="*/ 3669875 h 6211920"/>
              <a:gd name="connsiteX1649" fmla="*/ 7149522 w 9635294"/>
              <a:gd name="connsiteY1649" fmla="*/ 3665208 h 6211920"/>
              <a:gd name="connsiteX1650" fmla="*/ 7130791 w 9635294"/>
              <a:gd name="connsiteY1650" fmla="*/ 3682498 h 6211920"/>
              <a:gd name="connsiteX1651" fmla="*/ 7128631 w 9635294"/>
              <a:gd name="connsiteY1651" fmla="*/ 3680169 h 6211920"/>
              <a:gd name="connsiteX1652" fmla="*/ 7147363 w 9635294"/>
              <a:gd name="connsiteY1652" fmla="*/ 3662872 h 6211920"/>
              <a:gd name="connsiteX1653" fmla="*/ 2493437 w 9635294"/>
              <a:gd name="connsiteY1653" fmla="*/ 3662872 h 6211920"/>
              <a:gd name="connsiteX1654" fmla="*/ 2512162 w 9635294"/>
              <a:gd name="connsiteY1654" fmla="*/ 3680169 h 6211920"/>
              <a:gd name="connsiteX1655" fmla="*/ 2508457 w 9635294"/>
              <a:gd name="connsiteY1655" fmla="*/ 3684171 h 6211920"/>
              <a:gd name="connsiteX1656" fmla="*/ 2510003 w 9635294"/>
              <a:gd name="connsiteY1656" fmla="*/ 3682499 h 6211920"/>
              <a:gd name="connsiteX1657" fmla="*/ 2491284 w 9635294"/>
              <a:gd name="connsiteY1657" fmla="*/ 3665208 h 6211920"/>
              <a:gd name="connsiteX1658" fmla="*/ 2472551 w 9635294"/>
              <a:gd name="connsiteY1658" fmla="*/ 3648028 h 6211920"/>
              <a:gd name="connsiteX1659" fmla="*/ 2468290 w 9635294"/>
              <a:gd name="connsiteY1659" fmla="*/ 3652674 h 6211920"/>
              <a:gd name="connsiteX1660" fmla="*/ 2468287 w 9635294"/>
              <a:gd name="connsiteY1660" fmla="*/ 3652670 h 6211920"/>
              <a:gd name="connsiteX1661" fmla="*/ 7168217 w 9635294"/>
              <a:gd name="connsiteY1661" fmla="*/ 3647971 h 6211920"/>
              <a:gd name="connsiteX1662" fmla="*/ 7172516 w 9635294"/>
              <a:gd name="connsiteY1662" fmla="*/ 3652660 h 6211920"/>
              <a:gd name="connsiteX1663" fmla="*/ 7172509 w 9635294"/>
              <a:gd name="connsiteY1663" fmla="*/ 3652666 h 6211920"/>
              <a:gd name="connsiteX1664" fmla="*/ 7168192 w 9635294"/>
              <a:gd name="connsiteY1664" fmla="*/ 3647994 h 6211920"/>
              <a:gd name="connsiteX1665" fmla="*/ 7189057 w 9635294"/>
              <a:gd name="connsiteY1665" fmla="*/ 3633077 h 6211920"/>
              <a:gd name="connsiteX1666" fmla="*/ 7193401 w 9635294"/>
              <a:gd name="connsiteY1666" fmla="*/ 3637826 h 6211920"/>
              <a:gd name="connsiteX1667" fmla="*/ 7174669 w 9635294"/>
              <a:gd name="connsiteY1667" fmla="*/ 3655010 h 6211920"/>
              <a:gd name="connsiteX1668" fmla="*/ 7172516 w 9635294"/>
              <a:gd name="connsiteY1668" fmla="*/ 3652660 h 6211920"/>
              <a:gd name="connsiteX1669" fmla="*/ 7191242 w 9635294"/>
              <a:gd name="connsiteY1669" fmla="*/ 3635483 h 6211920"/>
              <a:gd name="connsiteX1670" fmla="*/ 7186987 w 9635294"/>
              <a:gd name="connsiteY1670" fmla="*/ 3630797 h 6211920"/>
              <a:gd name="connsiteX1671" fmla="*/ 7189057 w 9635294"/>
              <a:gd name="connsiteY1671" fmla="*/ 3633077 h 6211920"/>
              <a:gd name="connsiteX1672" fmla="*/ 7186979 w 9635294"/>
              <a:gd name="connsiteY1672" fmla="*/ 3630805 h 6211920"/>
              <a:gd name="connsiteX1673" fmla="*/ 7184828 w 9635294"/>
              <a:gd name="connsiteY1673" fmla="*/ 3628453 h 6211920"/>
              <a:gd name="connsiteX1674" fmla="*/ 7186979 w 9635294"/>
              <a:gd name="connsiteY1674" fmla="*/ 3630805 h 6211920"/>
              <a:gd name="connsiteX1675" fmla="*/ 7168217 w 9635294"/>
              <a:gd name="connsiteY1675" fmla="*/ 3647971 h 6211920"/>
              <a:gd name="connsiteX1676" fmla="*/ 7166096 w 9635294"/>
              <a:gd name="connsiteY1676" fmla="*/ 3645656 h 6211920"/>
              <a:gd name="connsiteX1677" fmla="*/ 7184828 w 9635294"/>
              <a:gd name="connsiteY1677" fmla="*/ 3628453 h 6211920"/>
              <a:gd name="connsiteX1678" fmla="*/ 2455971 w 9635294"/>
              <a:gd name="connsiteY1678" fmla="*/ 3628453 h 6211920"/>
              <a:gd name="connsiteX1679" fmla="*/ 2474730 w 9635294"/>
              <a:gd name="connsiteY1679" fmla="*/ 3645656 h 6211920"/>
              <a:gd name="connsiteX1680" fmla="*/ 2472551 w 9635294"/>
              <a:gd name="connsiteY1680" fmla="*/ 3648028 h 6211920"/>
              <a:gd name="connsiteX1681" fmla="*/ 2472582 w 9635294"/>
              <a:gd name="connsiteY1681" fmla="*/ 3647994 h 6211920"/>
              <a:gd name="connsiteX1682" fmla="*/ 2453831 w 9635294"/>
              <a:gd name="connsiteY1682" fmla="*/ 3630797 h 6211920"/>
              <a:gd name="connsiteX1683" fmla="*/ 2449546 w 9635294"/>
              <a:gd name="connsiteY1683" fmla="*/ 3635483 h 6211920"/>
              <a:gd name="connsiteX1684" fmla="*/ 2468287 w 9635294"/>
              <a:gd name="connsiteY1684" fmla="*/ 3652670 h 6211920"/>
              <a:gd name="connsiteX1685" fmla="*/ 2466137 w 9635294"/>
              <a:gd name="connsiteY1685" fmla="*/ 3655010 h 6211920"/>
              <a:gd name="connsiteX1686" fmla="*/ 2447399 w 9635294"/>
              <a:gd name="connsiteY1686" fmla="*/ 3637826 h 6211920"/>
              <a:gd name="connsiteX1687" fmla="*/ 7208258 w 9635294"/>
              <a:gd name="connsiteY1687" fmla="*/ 3616350 h 6211920"/>
              <a:gd name="connsiteX1688" fmla="*/ 7210045 w 9635294"/>
              <a:gd name="connsiteY1688" fmla="*/ 3618307 h 6211920"/>
              <a:gd name="connsiteX1689" fmla="*/ 7210038 w 9635294"/>
              <a:gd name="connsiteY1689" fmla="*/ 3618314 h 6211920"/>
              <a:gd name="connsiteX1690" fmla="*/ 2435025 w 9635294"/>
              <a:gd name="connsiteY1690" fmla="*/ 3613623 h 6211920"/>
              <a:gd name="connsiteX1691" fmla="*/ 2435029 w 9635294"/>
              <a:gd name="connsiteY1691" fmla="*/ 3613627 h 6211920"/>
              <a:gd name="connsiteX1692" fmla="*/ 2430750 w 9635294"/>
              <a:gd name="connsiteY1692" fmla="*/ 3618320 h 6211920"/>
              <a:gd name="connsiteX1693" fmla="*/ 2430747 w 9635294"/>
              <a:gd name="connsiteY1693" fmla="*/ 3618317 h 6211920"/>
              <a:gd name="connsiteX1694" fmla="*/ 7228880 w 9635294"/>
              <a:gd name="connsiteY1694" fmla="*/ 3601209 h 6211920"/>
              <a:gd name="connsiteX1695" fmla="*/ 7230993 w 9635294"/>
              <a:gd name="connsiteY1695" fmla="*/ 3603544 h 6211920"/>
              <a:gd name="connsiteX1696" fmla="*/ 7212197 w 9635294"/>
              <a:gd name="connsiteY1696" fmla="*/ 3620662 h 6211920"/>
              <a:gd name="connsiteX1697" fmla="*/ 7210045 w 9635294"/>
              <a:gd name="connsiteY1697" fmla="*/ 3618307 h 6211920"/>
              <a:gd name="connsiteX1698" fmla="*/ 2411938 w 9635294"/>
              <a:gd name="connsiteY1698" fmla="*/ 3601196 h 6211920"/>
              <a:gd name="connsiteX1699" fmla="*/ 2430747 w 9635294"/>
              <a:gd name="connsiteY1699" fmla="*/ 3618317 h 6211920"/>
              <a:gd name="connsiteX1700" fmla="*/ 2428609 w 9635294"/>
              <a:gd name="connsiteY1700" fmla="*/ 3620662 h 6211920"/>
              <a:gd name="connsiteX1701" fmla="*/ 2409800 w 9635294"/>
              <a:gd name="connsiteY1701" fmla="*/ 3603550 h 6211920"/>
              <a:gd name="connsiteX1702" fmla="*/ 7226703 w 9635294"/>
              <a:gd name="connsiteY1702" fmla="*/ 3598805 h 6211920"/>
              <a:gd name="connsiteX1703" fmla="*/ 7228897 w 9635294"/>
              <a:gd name="connsiteY1703" fmla="*/ 3601193 h 6211920"/>
              <a:gd name="connsiteX1704" fmla="*/ 7228880 w 9635294"/>
              <a:gd name="connsiteY1704" fmla="*/ 3601209 h 6211920"/>
              <a:gd name="connsiteX1705" fmla="*/ 2416201 w 9635294"/>
              <a:gd name="connsiteY1705" fmla="*/ 3596494 h 6211920"/>
              <a:gd name="connsiteX1706" fmla="*/ 2416205 w 9635294"/>
              <a:gd name="connsiteY1706" fmla="*/ 3596498 h 6211920"/>
              <a:gd name="connsiteX1707" fmla="*/ 2411938 w 9635294"/>
              <a:gd name="connsiteY1707" fmla="*/ 3601196 h 6211920"/>
              <a:gd name="connsiteX1708" fmla="*/ 2411934 w 9635294"/>
              <a:gd name="connsiteY1708" fmla="*/ 3601193 h 6211920"/>
              <a:gd name="connsiteX1709" fmla="*/ 7222484 w 9635294"/>
              <a:gd name="connsiteY1709" fmla="*/ 3594145 h 6211920"/>
              <a:gd name="connsiteX1710" fmla="*/ 7226703 w 9635294"/>
              <a:gd name="connsiteY1710" fmla="*/ 3598805 h 6211920"/>
              <a:gd name="connsiteX1711" fmla="*/ 7224580 w 9635294"/>
              <a:gd name="connsiteY1711" fmla="*/ 3596494 h 6211920"/>
              <a:gd name="connsiteX1712" fmla="*/ 7205783 w 9635294"/>
              <a:gd name="connsiteY1712" fmla="*/ 3613621 h 6211920"/>
              <a:gd name="connsiteX1713" fmla="*/ 7208258 w 9635294"/>
              <a:gd name="connsiteY1713" fmla="*/ 3616350 h 6211920"/>
              <a:gd name="connsiteX1714" fmla="*/ 7203624 w 9635294"/>
              <a:gd name="connsiteY1714" fmla="*/ 3611278 h 6211920"/>
              <a:gd name="connsiteX1715" fmla="*/ 7222484 w 9635294"/>
              <a:gd name="connsiteY1715" fmla="*/ 3594145 h 6211920"/>
              <a:gd name="connsiteX1716" fmla="*/ 2418341 w 9635294"/>
              <a:gd name="connsiteY1716" fmla="*/ 3594145 h 6211920"/>
              <a:gd name="connsiteX1717" fmla="*/ 2437162 w 9635294"/>
              <a:gd name="connsiteY1717" fmla="*/ 3611278 h 6211920"/>
              <a:gd name="connsiteX1718" fmla="*/ 2435025 w 9635294"/>
              <a:gd name="connsiteY1718" fmla="*/ 3613623 h 6211920"/>
              <a:gd name="connsiteX1719" fmla="*/ 2416205 w 9635294"/>
              <a:gd name="connsiteY1719" fmla="*/ 3596498 h 6211920"/>
              <a:gd name="connsiteX1720" fmla="*/ 2394831 w 9635294"/>
              <a:gd name="connsiteY1720" fmla="*/ 3582210 h 6211920"/>
              <a:gd name="connsiteX1721" fmla="*/ 2393100 w 9635294"/>
              <a:gd name="connsiteY1721" fmla="*/ 3584124 h 6211920"/>
              <a:gd name="connsiteX1722" fmla="*/ 2393100 w 9635294"/>
              <a:gd name="connsiteY1722" fmla="*/ 3584124 h 6211920"/>
              <a:gd name="connsiteX1723" fmla="*/ 7245654 w 9635294"/>
              <a:gd name="connsiteY1723" fmla="*/ 3581863 h 6211920"/>
              <a:gd name="connsiteX1724" fmla="*/ 7247701 w 9635294"/>
              <a:gd name="connsiteY1724" fmla="*/ 3584112 h 6211920"/>
              <a:gd name="connsiteX1725" fmla="*/ 7247694 w 9635294"/>
              <a:gd name="connsiteY1725" fmla="*/ 3584119 h 6211920"/>
              <a:gd name="connsiteX1726" fmla="*/ 7264458 w 9635294"/>
              <a:gd name="connsiteY1726" fmla="*/ 3564709 h 6211920"/>
              <a:gd name="connsiteX1727" fmla="*/ 7268712 w 9635294"/>
              <a:gd name="connsiteY1727" fmla="*/ 3569424 h 6211920"/>
              <a:gd name="connsiteX1728" fmla="*/ 7249852 w 9635294"/>
              <a:gd name="connsiteY1728" fmla="*/ 3586474 h 6211920"/>
              <a:gd name="connsiteX1729" fmla="*/ 7247701 w 9635294"/>
              <a:gd name="connsiteY1729" fmla="*/ 3584112 h 6211920"/>
              <a:gd name="connsiteX1730" fmla="*/ 7266553 w 9635294"/>
              <a:gd name="connsiteY1730" fmla="*/ 3567069 h 6211920"/>
              <a:gd name="connsiteX1731" fmla="*/ 7262362 w 9635294"/>
              <a:gd name="connsiteY1731" fmla="*/ 3562350 h 6211920"/>
              <a:gd name="connsiteX1732" fmla="*/ 7264458 w 9635294"/>
              <a:gd name="connsiteY1732" fmla="*/ 3564709 h 6211920"/>
              <a:gd name="connsiteX1733" fmla="*/ 7262344 w 9635294"/>
              <a:gd name="connsiteY1733" fmla="*/ 3562367 h 6211920"/>
              <a:gd name="connsiteX1734" fmla="*/ 7260203 w 9635294"/>
              <a:gd name="connsiteY1734" fmla="*/ 3559995 h 6211920"/>
              <a:gd name="connsiteX1735" fmla="*/ 7262344 w 9635294"/>
              <a:gd name="connsiteY1735" fmla="*/ 3562367 h 6211920"/>
              <a:gd name="connsiteX1736" fmla="*/ 7243439 w 9635294"/>
              <a:gd name="connsiteY1736" fmla="*/ 3579413 h 6211920"/>
              <a:gd name="connsiteX1737" fmla="*/ 7245654 w 9635294"/>
              <a:gd name="connsiteY1737" fmla="*/ 3581863 h 6211920"/>
              <a:gd name="connsiteX1738" fmla="*/ 7241280 w 9635294"/>
              <a:gd name="connsiteY1738" fmla="*/ 3577058 h 6211920"/>
              <a:gd name="connsiteX1739" fmla="*/ 7260203 w 9635294"/>
              <a:gd name="connsiteY1739" fmla="*/ 3559995 h 6211920"/>
              <a:gd name="connsiteX1740" fmla="*/ 2380597 w 9635294"/>
              <a:gd name="connsiteY1740" fmla="*/ 3559995 h 6211920"/>
              <a:gd name="connsiteX1741" fmla="*/ 2399494 w 9635294"/>
              <a:gd name="connsiteY1741" fmla="*/ 3577058 h 6211920"/>
              <a:gd name="connsiteX1742" fmla="*/ 2394831 w 9635294"/>
              <a:gd name="connsiteY1742" fmla="*/ 3582210 h 6211920"/>
              <a:gd name="connsiteX1743" fmla="*/ 2397360 w 9635294"/>
              <a:gd name="connsiteY1743" fmla="*/ 3579413 h 6211920"/>
              <a:gd name="connsiteX1744" fmla="*/ 2378476 w 9635294"/>
              <a:gd name="connsiteY1744" fmla="*/ 3562350 h 6211920"/>
              <a:gd name="connsiteX1745" fmla="*/ 2374221 w 9635294"/>
              <a:gd name="connsiteY1745" fmla="*/ 3567069 h 6211920"/>
              <a:gd name="connsiteX1746" fmla="*/ 2393100 w 9635294"/>
              <a:gd name="connsiteY1746" fmla="*/ 3584124 h 6211920"/>
              <a:gd name="connsiteX1747" fmla="*/ 2390972 w 9635294"/>
              <a:gd name="connsiteY1747" fmla="*/ 3586474 h 6211920"/>
              <a:gd name="connsiteX1748" fmla="*/ 2372094 w 9635294"/>
              <a:gd name="connsiteY1748" fmla="*/ 3569424 h 6211920"/>
              <a:gd name="connsiteX1749" fmla="*/ 2359540 w 9635294"/>
              <a:gd name="connsiteY1749" fmla="*/ 3545313 h 6211920"/>
              <a:gd name="connsiteX1750" fmla="*/ 2359540 w 9635294"/>
              <a:gd name="connsiteY1750" fmla="*/ 3545313 h 6211920"/>
              <a:gd name="connsiteX1751" fmla="*/ 2355298 w 9635294"/>
              <a:gd name="connsiteY1751" fmla="*/ 3550037 h 6211920"/>
              <a:gd name="connsiteX1752" fmla="*/ 2355296 w 9635294"/>
              <a:gd name="connsiteY1752" fmla="*/ 3550036 h 6211920"/>
              <a:gd name="connsiteX1753" fmla="*/ 7300207 w 9635294"/>
              <a:gd name="connsiteY1753" fmla="*/ 3528339 h 6211920"/>
              <a:gd name="connsiteX1754" fmla="*/ 7302123 w 9635294"/>
              <a:gd name="connsiteY1754" fmla="*/ 3530501 h 6211920"/>
              <a:gd name="connsiteX1755" fmla="*/ 7300191 w 9635294"/>
              <a:gd name="connsiteY1755" fmla="*/ 3528354 h 6211920"/>
              <a:gd name="connsiteX1756" fmla="*/ 7298049 w 9635294"/>
              <a:gd name="connsiteY1756" fmla="*/ 3525971 h 6211920"/>
              <a:gd name="connsiteX1757" fmla="*/ 7300191 w 9635294"/>
              <a:gd name="connsiteY1757" fmla="*/ 3528354 h 6211920"/>
              <a:gd name="connsiteX1758" fmla="*/ 7281285 w 9635294"/>
              <a:gd name="connsiteY1758" fmla="*/ 3545313 h 6211920"/>
              <a:gd name="connsiteX1759" fmla="*/ 7285539 w 9635294"/>
              <a:gd name="connsiteY1759" fmla="*/ 3550037 h 6211920"/>
              <a:gd name="connsiteX1760" fmla="*/ 7304399 w 9635294"/>
              <a:gd name="connsiteY1760" fmla="*/ 3533070 h 6211920"/>
              <a:gd name="connsiteX1761" fmla="*/ 7302123 w 9635294"/>
              <a:gd name="connsiteY1761" fmla="*/ 3530501 h 6211920"/>
              <a:gd name="connsiteX1762" fmla="*/ 7306557 w 9635294"/>
              <a:gd name="connsiteY1762" fmla="*/ 3535433 h 6211920"/>
              <a:gd name="connsiteX1763" fmla="*/ 7287635 w 9635294"/>
              <a:gd name="connsiteY1763" fmla="*/ 3552393 h 6211920"/>
              <a:gd name="connsiteX1764" fmla="*/ 7279126 w 9635294"/>
              <a:gd name="connsiteY1764" fmla="*/ 3542951 h 6211920"/>
              <a:gd name="connsiteX1765" fmla="*/ 7298049 w 9635294"/>
              <a:gd name="connsiteY1765" fmla="*/ 3525971 h 6211920"/>
              <a:gd name="connsiteX1766" fmla="*/ 2342725 w 9635294"/>
              <a:gd name="connsiteY1766" fmla="*/ 3525971 h 6211920"/>
              <a:gd name="connsiteX1767" fmla="*/ 2361661 w 9635294"/>
              <a:gd name="connsiteY1767" fmla="*/ 3542951 h 6211920"/>
              <a:gd name="connsiteX1768" fmla="*/ 2359540 w 9635294"/>
              <a:gd name="connsiteY1768" fmla="*/ 3545313 h 6211920"/>
              <a:gd name="connsiteX1769" fmla="*/ 2340610 w 9635294"/>
              <a:gd name="connsiteY1769" fmla="*/ 3528339 h 6211920"/>
              <a:gd name="connsiteX1770" fmla="*/ 2336375 w 9635294"/>
              <a:gd name="connsiteY1770" fmla="*/ 3533070 h 6211920"/>
              <a:gd name="connsiteX1771" fmla="*/ 2355296 w 9635294"/>
              <a:gd name="connsiteY1771" fmla="*/ 3550036 h 6211920"/>
              <a:gd name="connsiteX1772" fmla="*/ 2353171 w 9635294"/>
              <a:gd name="connsiteY1772" fmla="*/ 3552401 h 6211920"/>
              <a:gd name="connsiteX1773" fmla="*/ 2334254 w 9635294"/>
              <a:gd name="connsiteY1773" fmla="*/ 3535439 h 6211920"/>
              <a:gd name="connsiteX1774" fmla="*/ 2319519 w 9635294"/>
              <a:gd name="connsiteY1774" fmla="*/ 3513757 h 6211920"/>
              <a:gd name="connsiteX1775" fmla="*/ 2317408 w 9635294"/>
              <a:gd name="connsiteY1775" fmla="*/ 3516129 h 6211920"/>
              <a:gd name="connsiteX1776" fmla="*/ 2317406 w 9635294"/>
              <a:gd name="connsiteY1776" fmla="*/ 3516128 h 6211920"/>
              <a:gd name="connsiteX1777" fmla="*/ 2298397 w 9635294"/>
              <a:gd name="connsiteY1777" fmla="*/ 3499207 h 6211920"/>
              <a:gd name="connsiteX1778" fmla="*/ 2317406 w 9635294"/>
              <a:gd name="connsiteY1778" fmla="*/ 3516128 h 6211920"/>
              <a:gd name="connsiteX1779" fmla="*/ 2315293 w 9635294"/>
              <a:gd name="connsiteY1779" fmla="*/ 3518497 h 6211920"/>
              <a:gd name="connsiteX1780" fmla="*/ 2296289 w 9635294"/>
              <a:gd name="connsiteY1780" fmla="*/ 3501581 h 6211920"/>
              <a:gd name="connsiteX1781" fmla="*/ 2300342 w 9635294"/>
              <a:gd name="connsiteY1781" fmla="*/ 3497017 h 6211920"/>
              <a:gd name="connsiteX1782" fmla="*/ 2298397 w 9635294"/>
              <a:gd name="connsiteY1782" fmla="*/ 3499207 h 6211920"/>
              <a:gd name="connsiteX1783" fmla="*/ 2298396 w 9635294"/>
              <a:gd name="connsiteY1783" fmla="*/ 3499207 h 6211920"/>
              <a:gd name="connsiteX1784" fmla="*/ 7339909 w 9635294"/>
              <a:gd name="connsiteY1784" fmla="*/ 3496386 h 6211920"/>
              <a:gd name="connsiteX1785" fmla="*/ 7342435 w 9635294"/>
              <a:gd name="connsiteY1785" fmla="*/ 3499207 h 6211920"/>
              <a:gd name="connsiteX1786" fmla="*/ 7342426 w 9635294"/>
              <a:gd name="connsiteY1786" fmla="*/ 3499215 h 6211920"/>
              <a:gd name="connsiteX1787" fmla="*/ 7336085 w 9635294"/>
              <a:gd name="connsiteY1787" fmla="*/ 3492087 h 6211920"/>
              <a:gd name="connsiteX1788" fmla="*/ 7339909 w 9635294"/>
              <a:gd name="connsiteY1788" fmla="*/ 3496386 h 6211920"/>
              <a:gd name="connsiteX1789" fmla="*/ 7338181 w 9635294"/>
              <a:gd name="connsiteY1789" fmla="*/ 3494456 h 6211920"/>
              <a:gd name="connsiteX1790" fmla="*/ 7319194 w 9635294"/>
              <a:gd name="connsiteY1790" fmla="*/ 3511386 h 6211920"/>
              <a:gd name="connsiteX1791" fmla="*/ 7323385 w 9635294"/>
              <a:gd name="connsiteY1791" fmla="*/ 3516123 h 6211920"/>
              <a:gd name="connsiteX1792" fmla="*/ 7342426 w 9635294"/>
              <a:gd name="connsiteY1792" fmla="*/ 3499215 h 6211920"/>
              <a:gd name="connsiteX1793" fmla="*/ 7344531 w 9635294"/>
              <a:gd name="connsiteY1793" fmla="*/ 3501581 h 6211920"/>
              <a:gd name="connsiteX1794" fmla="*/ 7325481 w 9635294"/>
              <a:gd name="connsiteY1794" fmla="*/ 3518497 h 6211920"/>
              <a:gd name="connsiteX1795" fmla="*/ 7317035 w 9635294"/>
              <a:gd name="connsiteY1795" fmla="*/ 3509018 h 6211920"/>
              <a:gd name="connsiteX1796" fmla="*/ 7336085 w 9635294"/>
              <a:gd name="connsiteY1796" fmla="*/ 3492087 h 6211920"/>
              <a:gd name="connsiteX1797" fmla="*/ 2304720 w 9635294"/>
              <a:gd name="connsiteY1797" fmla="*/ 3492087 h 6211920"/>
              <a:gd name="connsiteX1798" fmla="*/ 2323745 w 9635294"/>
              <a:gd name="connsiteY1798" fmla="*/ 3509018 h 6211920"/>
              <a:gd name="connsiteX1799" fmla="*/ 2319519 w 9635294"/>
              <a:gd name="connsiteY1799" fmla="*/ 3513757 h 6211920"/>
              <a:gd name="connsiteX1800" fmla="*/ 2321630 w 9635294"/>
              <a:gd name="connsiteY1800" fmla="*/ 3511386 h 6211920"/>
              <a:gd name="connsiteX1801" fmla="*/ 2302612 w 9635294"/>
              <a:gd name="connsiteY1801" fmla="*/ 3494463 h 6211920"/>
              <a:gd name="connsiteX1802" fmla="*/ 2300342 w 9635294"/>
              <a:gd name="connsiteY1802" fmla="*/ 3497017 h 6211920"/>
              <a:gd name="connsiteX1803" fmla="*/ 7376281 w 9635294"/>
              <a:gd name="connsiteY1803" fmla="*/ 3460731 h 6211920"/>
              <a:gd name="connsiteX1804" fmla="*/ 7378830 w 9635294"/>
              <a:gd name="connsiteY1804" fmla="*/ 3463628 h 6211920"/>
              <a:gd name="connsiteX1805" fmla="*/ 7376281 w 9635294"/>
              <a:gd name="connsiteY1805" fmla="*/ 3460732 h 6211920"/>
              <a:gd name="connsiteX1806" fmla="*/ 2264506 w 9635294"/>
              <a:gd name="connsiteY1806" fmla="*/ 3460731 h 6211920"/>
              <a:gd name="connsiteX1807" fmla="*/ 2264508 w 9635294"/>
              <a:gd name="connsiteY1807" fmla="*/ 3460732 h 6211920"/>
              <a:gd name="connsiteX1808" fmla="*/ 2261685 w 9635294"/>
              <a:gd name="connsiteY1808" fmla="*/ 3463933 h 6211920"/>
              <a:gd name="connsiteX1809" fmla="*/ 7374185 w 9635294"/>
              <a:gd name="connsiteY1809" fmla="*/ 3458351 h 6211920"/>
              <a:gd name="connsiteX1810" fmla="*/ 7376281 w 9635294"/>
              <a:gd name="connsiteY1810" fmla="*/ 3460732 h 6211920"/>
              <a:gd name="connsiteX1811" fmla="*/ 7357231 w 9635294"/>
              <a:gd name="connsiteY1811" fmla="*/ 3477572 h 6211920"/>
              <a:gd name="connsiteX1812" fmla="*/ 7361422 w 9635294"/>
              <a:gd name="connsiteY1812" fmla="*/ 3482327 h 6211920"/>
              <a:gd name="connsiteX1813" fmla="*/ 7380472 w 9635294"/>
              <a:gd name="connsiteY1813" fmla="*/ 3465494 h 6211920"/>
              <a:gd name="connsiteX1814" fmla="*/ 7378830 w 9635294"/>
              <a:gd name="connsiteY1814" fmla="*/ 3463628 h 6211920"/>
              <a:gd name="connsiteX1815" fmla="*/ 7382568 w 9635294"/>
              <a:gd name="connsiteY1815" fmla="*/ 3467875 h 6211920"/>
              <a:gd name="connsiteX1816" fmla="*/ 7363518 w 9635294"/>
              <a:gd name="connsiteY1816" fmla="*/ 3484709 h 6211920"/>
              <a:gd name="connsiteX1817" fmla="*/ 7355135 w 9635294"/>
              <a:gd name="connsiteY1817" fmla="*/ 3475197 h 6211920"/>
              <a:gd name="connsiteX1818" fmla="*/ 7374185 w 9635294"/>
              <a:gd name="connsiteY1818" fmla="*/ 3458351 h 6211920"/>
              <a:gd name="connsiteX1819" fmla="*/ 2266608 w 9635294"/>
              <a:gd name="connsiteY1819" fmla="*/ 3458351 h 6211920"/>
              <a:gd name="connsiteX1820" fmla="*/ 2285677 w 9635294"/>
              <a:gd name="connsiteY1820" fmla="*/ 3475197 h 6211920"/>
              <a:gd name="connsiteX1821" fmla="*/ 2277257 w 9635294"/>
              <a:gd name="connsiteY1821" fmla="*/ 3484709 h 6211920"/>
              <a:gd name="connsiteX1822" fmla="*/ 2258207 w 9635294"/>
              <a:gd name="connsiteY1822" fmla="*/ 3467875 h 6211920"/>
              <a:gd name="connsiteX1823" fmla="*/ 2261685 w 9635294"/>
              <a:gd name="connsiteY1823" fmla="*/ 3463933 h 6211920"/>
              <a:gd name="connsiteX1824" fmla="*/ 2260308 w 9635294"/>
              <a:gd name="connsiteY1824" fmla="*/ 3465494 h 6211920"/>
              <a:gd name="connsiteX1825" fmla="*/ 2279365 w 9635294"/>
              <a:gd name="connsiteY1825" fmla="*/ 3482327 h 6211920"/>
              <a:gd name="connsiteX1826" fmla="*/ 2283568 w 9635294"/>
              <a:gd name="connsiteY1826" fmla="*/ 3477578 h 6211920"/>
              <a:gd name="connsiteX1827" fmla="*/ 2264508 w 9635294"/>
              <a:gd name="connsiteY1827" fmla="*/ 3460732 h 6211920"/>
              <a:gd name="connsiteX1828" fmla="*/ 2245405 w 9635294"/>
              <a:gd name="connsiteY1828" fmla="*/ 3443916 h 6211920"/>
              <a:gd name="connsiteX1829" fmla="*/ 2245405 w 9635294"/>
              <a:gd name="connsiteY1829" fmla="*/ 3443917 h 6211920"/>
              <a:gd name="connsiteX1830" fmla="*/ 2243266 w 9635294"/>
              <a:gd name="connsiteY1830" fmla="*/ 3446351 h 6211920"/>
              <a:gd name="connsiteX1831" fmla="*/ 7395396 w 9635294"/>
              <a:gd name="connsiteY1831" fmla="*/ 3443915 h 6211920"/>
              <a:gd name="connsiteX1832" fmla="*/ 7399587 w 9635294"/>
              <a:gd name="connsiteY1832" fmla="*/ 3448684 h 6211920"/>
              <a:gd name="connsiteX1833" fmla="*/ 7399585 w 9635294"/>
              <a:gd name="connsiteY1833" fmla="*/ 3448685 h 6211920"/>
              <a:gd name="connsiteX1834" fmla="*/ 7395394 w 9635294"/>
              <a:gd name="connsiteY1834" fmla="*/ 3443917 h 6211920"/>
              <a:gd name="connsiteX1835" fmla="*/ 2222076 w 9635294"/>
              <a:gd name="connsiteY1835" fmla="*/ 3431903 h 6211920"/>
              <a:gd name="connsiteX1836" fmla="*/ 2241214 w 9635294"/>
              <a:gd name="connsiteY1836" fmla="*/ 3448685 h 6211920"/>
              <a:gd name="connsiteX1837" fmla="*/ 2243266 w 9635294"/>
              <a:gd name="connsiteY1837" fmla="*/ 3446351 h 6211920"/>
              <a:gd name="connsiteX1838" fmla="*/ 2239118 w 9635294"/>
              <a:gd name="connsiteY1838" fmla="*/ 3451073 h 6211920"/>
              <a:gd name="connsiteX1839" fmla="*/ 2219986 w 9635294"/>
              <a:gd name="connsiteY1839" fmla="*/ 3434290 h 6211920"/>
              <a:gd name="connsiteX1840" fmla="*/ 2222396 w 9635294"/>
              <a:gd name="connsiteY1840" fmla="*/ 3431537 h 6211920"/>
              <a:gd name="connsiteX1841" fmla="*/ 2222076 w 9635294"/>
              <a:gd name="connsiteY1841" fmla="*/ 3431903 h 6211920"/>
              <a:gd name="connsiteX1842" fmla="*/ 2222075 w 9635294"/>
              <a:gd name="connsiteY1842" fmla="*/ 3431902 h 6211920"/>
              <a:gd name="connsiteX1843" fmla="*/ 7416666 w 9635294"/>
              <a:gd name="connsiteY1843" fmla="*/ 3429547 h 6211920"/>
              <a:gd name="connsiteX1844" fmla="*/ 7420794 w 9635294"/>
              <a:gd name="connsiteY1844" fmla="*/ 3434290 h 6211920"/>
              <a:gd name="connsiteX1845" fmla="*/ 7401681 w 9635294"/>
              <a:gd name="connsiteY1845" fmla="*/ 3451067 h 6211920"/>
              <a:gd name="connsiteX1846" fmla="*/ 7399587 w 9635294"/>
              <a:gd name="connsiteY1846" fmla="*/ 3448684 h 6211920"/>
              <a:gd name="connsiteX1847" fmla="*/ 7418699 w 9635294"/>
              <a:gd name="connsiteY1847" fmla="*/ 3431902 h 6211920"/>
              <a:gd name="connsiteX1848" fmla="*/ 7414571 w 9635294"/>
              <a:gd name="connsiteY1848" fmla="*/ 3427120 h 6211920"/>
              <a:gd name="connsiteX1849" fmla="*/ 7416666 w 9635294"/>
              <a:gd name="connsiteY1849" fmla="*/ 3429547 h 6211920"/>
              <a:gd name="connsiteX1850" fmla="*/ 7414561 w 9635294"/>
              <a:gd name="connsiteY1850" fmla="*/ 3427129 h 6211920"/>
              <a:gd name="connsiteX1851" fmla="*/ 7412476 w 9635294"/>
              <a:gd name="connsiteY1851" fmla="*/ 3424733 h 6211920"/>
              <a:gd name="connsiteX1852" fmla="*/ 7414561 w 9635294"/>
              <a:gd name="connsiteY1852" fmla="*/ 3427129 h 6211920"/>
              <a:gd name="connsiteX1853" fmla="*/ 7395396 w 9635294"/>
              <a:gd name="connsiteY1853" fmla="*/ 3443915 h 6211920"/>
              <a:gd name="connsiteX1854" fmla="*/ 7393299 w 9635294"/>
              <a:gd name="connsiteY1854" fmla="*/ 3441530 h 6211920"/>
              <a:gd name="connsiteX1855" fmla="*/ 7412476 w 9635294"/>
              <a:gd name="connsiteY1855" fmla="*/ 3424733 h 6211920"/>
              <a:gd name="connsiteX1856" fmla="*/ 2228349 w 9635294"/>
              <a:gd name="connsiteY1856" fmla="*/ 3424733 h 6211920"/>
              <a:gd name="connsiteX1857" fmla="*/ 2247500 w 9635294"/>
              <a:gd name="connsiteY1857" fmla="*/ 3441530 h 6211920"/>
              <a:gd name="connsiteX1858" fmla="*/ 2245405 w 9635294"/>
              <a:gd name="connsiteY1858" fmla="*/ 3443916 h 6211920"/>
              <a:gd name="connsiteX1859" fmla="*/ 2226260 w 9635294"/>
              <a:gd name="connsiteY1859" fmla="*/ 3427128 h 6211920"/>
              <a:gd name="connsiteX1860" fmla="*/ 2222396 w 9635294"/>
              <a:gd name="connsiteY1860" fmla="*/ 3431537 h 6211920"/>
              <a:gd name="connsiteX1861" fmla="*/ 7433686 w 9635294"/>
              <a:gd name="connsiteY1861" fmla="*/ 3410388 h 6211920"/>
              <a:gd name="connsiteX1862" fmla="*/ 7435081 w 9635294"/>
              <a:gd name="connsiteY1862" fmla="*/ 3411981 h 6211920"/>
              <a:gd name="connsiteX1863" fmla="*/ 7433685 w 9635294"/>
              <a:gd name="connsiteY1863" fmla="*/ 3410388 h 6211920"/>
              <a:gd name="connsiteX1864" fmla="*/ 2207106 w 9635294"/>
              <a:gd name="connsiteY1864" fmla="*/ 3410386 h 6211920"/>
              <a:gd name="connsiteX1865" fmla="*/ 2207109 w 9635294"/>
              <a:gd name="connsiteY1865" fmla="*/ 3410388 h 6211920"/>
              <a:gd name="connsiteX1866" fmla="*/ 2202931 w 9635294"/>
              <a:gd name="connsiteY1866" fmla="*/ 3415176 h 6211920"/>
              <a:gd name="connsiteX1867" fmla="*/ 2202930 w 9635294"/>
              <a:gd name="connsiteY1867" fmla="*/ 3415176 h 6211920"/>
              <a:gd name="connsiteX1868" fmla="*/ 7450830 w 9635294"/>
              <a:gd name="connsiteY1868" fmla="*/ 3391282 h 6211920"/>
              <a:gd name="connsiteX1869" fmla="*/ 7459148 w 9635294"/>
              <a:gd name="connsiteY1869" fmla="*/ 3400870 h 6211920"/>
              <a:gd name="connsiteX1870" fmla="*/ 7439971 w 9635294"/>
              <a:gd name="connsiteY1870" fmla="*/ 3417565 h 6211920"/>
              <a:gd name="connsiteX1871" fmla="*/ 7435081 w 9635294"/>
              <a:gd name="connsiteY1871" fmla="*/ 3411981 h 6211920"/>
              <a:gd name="connsiteX1872" fmla="*/ 7437876 w 9635294"/>
              <a:gd name="connsiteY1872" fmla="*/ 3415170 h 6211920"/>
              <a:gd name="connsiteX1873" fmla="*/ 7457053 w 9635294"/>
              <a:gd name="connsiteY1873" fmla="*/ 3398470 h 6211920"/>
              <a:gd name="connsiteX1874" fmla="*/ 7452862 w 9635294"/>
              <a:gd name="connsiteY1874" fmla="*/ 3393675 h 6211920"/>
              <a:gd name="connsiteX1875" fmla="*/ 7433686 w 9635294"/>
              <a:gd name="connsiteY1875" fmla="*/ 3410388 h 6211920"/>
              <a:gd name="connsiteX1876" fmla="*/ 7431589 w 9635294"/>
              <a:gd name="connsiteY1876" fmla="*/ 3407994 h 6211920"/>
              <a:gd name="connsiteX1877" fmla="*/ 7450830 w 9635294"/>
              <a:gd name="connsiteY1877" fmla="*/ 3391282 h 6211920"/>
              <a:gd name="connsiteX1878" fmla="*/ 2190001 w 9635294"/>
              <a:gd name="connsiteY1878" fmla="*/ 3391282 h 6211920"/>
              <a:gd name="connsiteX1879" fmla="*/ 2209191 w 9635294"/>
              <a:gd name="connsiteY1879" fmla="*/ 3407994 h 6211920"/>
              <a:gd name="connsiteX1880" fmla="*/ 2207106 w 9635294"/>
              <a:gd name="connsiteY1880" fmla="*/ 3410386 h 6211920"/>
              <a:gd name="connsiteX1881" fmla="*/ 2187919 w 9635294"/>
              <a:gd name="connsiteY1881" fmla="*/ 3393681 h 6211920"/>
              <a:gd name="connsiteX1882" fmla="*/ 2183753 w 9635294"/>
              <a:gd name="connsiteY1882" fmla="*/ 3398476 h 6211920"/>
              <a:gd name="connsiteX1883" fmla="*/ 2202930 w 9635294"/>
              <a:gd name="connsiteY1883" fmla="*/ 3415176 h 6211920"/>
              <a:gd name="connsiteX1884" fmla="*/ 2200847 w 9635294"/>
              <a:gd name="connsiteY1884" fmla="*/ 3417565 h 6211920"/>
              <a:gd name="connsiteX1885" fmla="*/ 2181670 w 9635294"/>
              <a:gd name="connsiteY1885" fmla="*/ 3400870 h 6211920"/>
              <a:gd name="connsiteX1886" fmla="*/ 2166523 w 9635294"/>
              <a:gd name="connsiteY1886" fmla="*/ 3379499 h 6211920"/>
              <a:gd name="connsiteX1887" fmla="*/ 2164531 w 9635294"/>
              <a:gd name="connsiteY1887" fmla="*/ 3381802 h 6211920"/>
              <a:gd name="connsiteX1888" fmla="*/ 2164529 w 9635294"/>
              <a:gd name="connsiteY1888" fmla="*/ 3381800 h 6211920"/>
              <a:gd name="connsiteX1889" fmla="*/ 7472121 w 9635294"/>
              <a:gd name="connsiteY1889" fmla="*/ 3376978 h 6211920"/>
              <a:gd name="connsiteX1890" fmla="*/ 7474196 w 9635294"/>
              <a:gd name="connsiteY1890" fmla="*/ 3379392 h 6211920"/>
              <a:gd name="connsiteX1891" fmla="*/ 7472102 w 9635294"/>
              <a:gd name="connsiteY1891" fmla="*/ 3376994 h 6211920"/>
              <a:gd name="connsiteX1892" fmla="*/ 2147193 w 9635294"/>
              <a:gd name="connsiteY1892" fmla="*/ 3363107 h 6211920"/>
              <a:gd name="connsiteX1893" fmla="*/ 2145361 w 9635294"/>
              <a:gd name="connsiteY1893" fmla="*/ 3365234 h 6211920"/>
              <a:gd name="connsiteX1894" fmla="*/ 2154905 w 9635294"/>
              <a:gd name="connsiteY1894" fmla="*/ 3373469 h 6211920"/>
              <a:gd name="connsiteX1895" fmla="*/ 2154905 w 9635294"/>
              <a:gd name="connsiteY1895" fmla="*/ 3373469 h 6211920"/>
              <a:gd name="connsiteX1896" fmla="*/ 2154905 w 9635294"/>
              <a:gd name="connsiteY1896" fmla="*/ 3373470 h 6211920"/>
              <a:gd name="connsiteX1897" fmla="*/ 2164529 w 9635294"/>
              <a:gd name="connsiteY1897" fmla="*/ 3381800 h 6211920"/>
              <a:gd name="connsiteX1898" fmla="*/ 2162449 w 9635294"/>
              <a:gd name="connsiteY1898" fmla="*/ 3384202 h 6211920"/>
              <a:gd name="connsiteX1899" fmla="*/ 2152828 w 9635294"/>
              <a:gd name="connsiteY1899" fmla="*/ 3375870 h 6211920"/>
              <a:gd name="connsiteX1900" fmla="*/ 2143284 w 9635294"/>
              <a:gd name="connsiteY1900" fmla="*/ 3367634 h 6211920"/>
              <a:gd name="connsiteX1901" fmla="*/ 7493386 w 9635294"/>
              <a:gd name="connsiteY1901" fmla="*/ 3362896 h 6211920"/>
              <a:gd name="connsiteX1902" fmla="*/ 7497502 w 9635294"/>
              <a:gd name="connsiteY1902" fmla="*/ 3367653 h 6211920"/>
              <a:gd name="connsiteX1903" fmla="*/ 7487977 w 9635294"/>
              <a:gd name="connsiteY1903" fmla="*/ 3375870 h 6211920"/>
              <a:gd name="connsiteX1904" fmla="*/ 7478325 w 9635294"/>
              <a:gd name="connsiteY1904" fmla="*/ 3384194 h 6211920"/>
              <a:gd name="connsiteX1905" fmla="*/ 7474196 w 9635294"/>
              <a:gd name="connsiteY1905" fmla="*/ 3379392 h 6211920"/>
              <a:gd name="connsiteX1906" fmla="*/ 7476294 w 9635294"/>
              <a:gd name="connsiteY1906" fmla="*/ 3381794 h 6211920"/>
              <a:gd name="connsiteX1907" fmla="*/ 7485881 w 9635294"/>
              <a:gd name="connsiteY1907" fmla="*/ 3373470 h 6211920"/>
              <a:gd name="connsiteX1908" fmla="*/ 7485891 w 9635294"/>
              <a:gd name="connsiteY1908" fmla="*/ 3373461 h 6211920"/>
              <a:gd name="connsiteX1909" fmla="*/ 7485899 w 9635294"/>
              <a:gd name="connsiteY1909" fmla="*/ 3373454 h 6211920"/>
              <a:gd name="connsiteX1910" fmla="*/ 7495406 w 9635294"/>
              <a:gd name="connsiteY1910" fmla="*/ 3365253 h 6211920"/>
              <a:gd name="connsiteX1911" fmla="*/ 7491280 w 9635294"/>
              <a:gd name="connsiteY1911" fmla="*/ 3360439 h 6211920"/>
              <a:gd name="connsiteX1912" fmla="*/ 7493386 w 9635294"/>
              <a:gd name="connsiteY1912" fmla="*/ 3362896 h 6211920"/>
              <a:gd name="connsiteX1913" fmla="*/ 7491269 w 9635294"/>
              <a:gd name="connsiteY1913" fmla="*/ 3360449 h 6211920"/>
              <a:gd name="connsiteX1914" fmla="*/ 2149507 w 9635294"/>
              <a:gd name="connsiteY1914" fmla="*/ 3360420 h 6211920"/>
              <a:gd name="connsiteX1915" fmla="*/ 2149510 w 9635294"/>
              <a:gd name="connsiteY1915" fmla="*/ 3360423 h 6211920"/>
              <a:gd name="connsiteX1916" fmla="*/ 2147193 w 9635294"/>
              <a:gd name="connsiteY1916" fmla="*/ 3363107 h 6211920"/>
              <a:gd name="connsiteX1917" fmla="*/ 7489184 w 9635294"/>
              <a:gd name="connsiteY1917" fmla="*/ 3358039 h 6211920"/>
              <a:gd name="connsiteX1918" fmla="*/ 7491269 w 9635294"/>
              <a:gd name="connsiteY1918" fmla="*/ 3360449 h 6211920"/>
              <a:gd name="connsiteX1919" fmla="*/ 7481755 w 9635294"/>
              <a:gd name="connsiteY1919" fmla="*/ 3368669 h 6211920"/>
              <a:gd name="connsiteX1920" fmla="*/ 7481748 w 9635294"/>
              <a:gd name="connsiteY1920" fmla="*/ 3368675 h 6211920"/>
              <a:gd name="connsiteX1921" fmla="*/ 7472121 w 9635294"/>
              <a:gd name="connsiteY1921" fmla="*/ 3376978 h 6211920"/>
              <a:gd name="connsiteX1922" fmla="*/ 7470070 w 9635294"/>
              <a:gd name="connsiteY1922" fmla="*/ 3374593 h 6211920"/>
              <a:gd name="connsiteX1923" fmla="*/ 7479659 w 9635294"/>
              <a:gd name="connsiteY1923" fmla="*/ 3366263 h 6211920"/>
              <a:gd name="connsiteX1924" fmla="*/ 7489184 w 9635294"/>
              <a:gd name="connsiteY1924" fmla="*/ 3358039 h 6211920"/>
              <a:gd name="connsiteX1925" fmla="*/ 2151585 w 9635294"/>
              <a:gd name="connsiteY1925" fmla="*/ 3358020 h 6211920"/>
              <a:gd name="connsiteX1926" fmla="*/ 2161134 w 9635294"/>
              <a:gd name="connsiteY1926" fmla="*/ 3366263 h 6211920"/>
              <a:gd name="connsiteX1927" fmla="*/ 2170767 w 9635294"/>
              <a:gd name="connsiteY1927" fmla="*/ 3374601 h 6211920"/>
              <a:gd name="connsiteX1928" fmla="*/ 2166523 w 9635294"/>
              <a:gd name="connsiteY1928" fmla="*/ 3379499 h 6211920"/>
              <a:gd name="connsiteX1929" fmla="*/ 2168684 w 9635294"/>
              <a:gd name="connsiteY1929" fmla="*/ 3377001 h 6211920"/>
              <a:gd name="connsiteX1930" fmla="*/ 2159058 w 9635294"/>
              <a:gd name="connsiteY1930" fmla="*/ 3368669 h 6211920"/>
              <a:gd name="connsiteX1931" fmla="*/ 2159056 w 9635294"/>
              <a:gd name="connsiteY1931" fmla="*/ 3368667 h 6211920"/>
              <a:gd name="connsiteX1932" fmla="*/ 2149510 w 9635294"/>
              <a:gd name="connsiteY1932" fmla="*/ 3360423 h 6211920"/>
              <a:gd name="connsiteX1933" fmla="*/ 7510348 w 9635294"/>
              <a:gd name="connsiteY1933" fmla="*/ 3343997 h 6211920"/>
              <a:gd name="connsiteX1934" fmla="*/ 7514474 w 9635294"/>
              <a:gd name="connsiteY1934" fmla="*/ 3348810 h 6211920"/>
              <a:gd name="connsiteX1935" fmla="*/ 7514456 w 9635294"/>
              <a:gd name="connsiteY1935" fmla="*/ 3348825 h 6211920"/>
              <a:gd name="connsiteX1936" fmla="*/ 7510330 w 9635294"/>
              <a:gd name="connsiteY1936" fmla="*/ 3344013 h 6211920"/>
              <a:gd name="connsiteX1937" fmla="*/ 2130387 w 9635294"/>
              <a:gd name="connsiteY1937" fmla="*/ 3343955 h 6211920"/>
              <a:gd name="connsiteX1938" fmla="*/ 2130388 w 9635294"/>
              <a:gd name="connsiteY1938" fmla="*/ 3343956 h 6211920"/>
              <a:gd name="connsiteX1939" fmla="*/ 2128317 w 9635294"/>
              <a:gd name="connsiteY1939" fmla="*/ 3346362 h 6211920"/>
              <a:gd name="connsiteX1940" fmla="*/ 2107098 w 9635294"/>
              <a:gd name="connsiteY1940" fmla="*/ 3332336 h 6211920"/>
              <a:gd name="connsiteX1941" fmla="*/ 2126247 w 9635294"/>
              <a:gd name="connsiteY1941" fmla="*/ 3348768 h 6211920"/>
              <a:gd name="connsiteX1942" fmla="*/ 2128317 w 9635294"/>
              <a:gd name="connsiteY1942" fmla="*/ 3346362 h 6211920"/>
              <a:gd name="connsiteX1943" fmla="*/ 2124177 w 9635294"/>
              <a:gd name="connsiteY1943" fmla="*/ 3351176 h 6211920"/>
              <a:gd name="connsiteX1944" fmla="*/ 2105032 w 9635294"/>
              <a:gd name="connsiteY1944" fmla="*/ 3334747 h 6211920"/>
              <a:gd name="connsiteX1945" fmla="*/ 2108865 w 9635294"/>
              <a:gd name="connsiteY1945" fmla="*/ 3330272 h 6211920"/>
              <a:gd name="connsiteX1946" fmla="*/ 2107098 w 9635294"/>
              <a:gd name="connsiteY1946" fmla="*/ 3332336 h 6211920"/>
              <a:gd name="connsiteX1947" fmla="*/ 2107096 w 9635294"/>
              <a:gd name="connsiteY1947" fmla="*/ 3332334 h 6211920"/>
              <a:gd name="connsiteX1948" fmla="*/ 7527411 w 9635294"/>
              <a:gd name="connsiteY1948" fmla="*/ 3325197 h 6211920"/>
              <a:gd name="connsiteX1949" fmla="*/ 7535666 w 9635294"/>
              <a:gd name="connsiteY1949" fmla="*/ 3334842 h 6211920"/>
              <a:gd name="connsiteX1950" fmla="*/ 7516552 w 9635294"/>
              <a:gd name="connsiteY1950" fmla="*/ 3351232 h 6211920"/>
              <a:gd name="connsiteX1951" fmla="*/ 7514474 w 9635294"/>
              <a:gd name="connsiteY1951" fmla="*/ 3348810 h 6211920"/>
              <a:gd name="connsiteX1952" fmla="*/ 7533570 w 9635294"/>
              <a:gd name="connsiteY1952" fmla="*/ 3332430 h 6211920"/>
              <a:gd name="connsiteX1953" fmla="*/ 7529443 w 9635294"/>
              <a:gd name="connsiteY1953" fmla="*/ 3327611 h 6211920"/>
              <a:gd name="connsiteX1954" fmla="*/ 7510348 w 9635294"/>
              <a:gd name="connsiteY1954" fmla="*/ 3343997 h 6211920"/>
              <a:gd name="connsiteX1955" fmla="*/ 7508297 w 9635294"/>
              <a:gd name="connsiteY1955" fmla="*/ 3341605 h 6211920"/>
              <a:gd name="connsiteX1956" fmla="*/ 7527411 w 9635294"/>
              <a:gd name="connsiteY1956" fmla="*/ 3325197 h 6211920"/>
              <a:gd name="connsiteX1957" fmla="*/ 2113293 w 9635294"/>
              <a:gd name="connsiteY1957" fmla="*/ 3325101 h 6211920"/>
              <a:gd name="connsiteX1958" fmla="*/ 2132458 w 9635294"/>
              <a:gd name="connsiteY1958" fmla="*/ 3341548 h 6211920"/>
              <a:gd name="connsiteX1959" fmla="*/ 2130387 w 9635294"/>
              <a:gd name="connsiteY1959" fmla="*/ 3343955 h 6211920"/>
              <a:gd name="connsiteX1960" fmla="*/ 2111230 w 9635294"/>
              <a:gd name="connsiteY1960" fmla="*/ 3327514 h 6211920"/>
              <a:gd name="connsiteX1961" fmla="*/ 2108865 w 9635294"/>
              <a:gd name="connsiteY1961" fmla="*/ 3330272 h 6211920"/>
              <a:gd name="connsiteX1962" fmla="*/ 2089908 w 9635294"/>
              <a:gd name="connsiteY1962" fmla="*/ 3313593 h 6211920"/>
              <a:gd name="connsiteX1963" fmla="*/ 2087912 w 9635294"/>
              <a:gd name="connsiteY1963" fmla="*/ 3315932 h 6211920"/>
              <a:gd name="connsiteX1964" fmla="*/ 2087911 w 9635294"/>
              <a:gd name="connsiteY1964" fmla="*/ 3315931 h 6211920"/>
              <a:gd name="connsiteX1965" fmla="*/ 2069259 w 9635294"/>
              <a:gd name="connsiteY1965" fmla="*/ 3298929 h 6211920"/>
              <a:gd name="connsiteX1966" fmla="*/ 2068710 w 9635294"/>
              <a:gd name="connsiteY1966" fmla="*/ 3299574 h 6211920"/>
              <a:gd name="connsiteX1967" fmla="*/ 2087911 w 9635294"/>
              <a:gd name="connsiteY1967" fmla="*/ 3315931 h 6211920"/>
              <a:gd name="connsiteX1968" fmla="*/ 2085848 w 9635294"/>
              <a:gd name="connsiteY1968" fmla="*/ 3318346 h 6211920"/>
              <a:gd name="connsiteX1969" fmla="*/ 2066652 w 9635294"/>
              <a:gd name="connsiteY1969" fmla="*/ 3301995 h 6211920"/>
              <a:gd name="connsiteX1970" fmla="*/ 7567797 w 9635294"/>
              <a:gd name="connsiteY1970" fmla="*/ 3294907 h 6211920"/>
              <a:gd name="connsiteX1971" fmla="*/ 7569983 w 9635294"/>
              <a:gd name="connsiteY1971" fmla="*/ 3297510 h 6211920"/>
              <a:gd name="connsiteX1972" fmla="*/ 7567776 w 9635294"/>
              <a:gd name="connsiteY1972" fmla="*/ 3294925 h 6211920"/>
              <a:gd name="connsiteX1973" fmla="*/ 2072824 w 9635294"/>
              <a:gd name="connsiteY1973" fmla="*/ 3294736 h 6211920"/>
              <a:gd name="connsiteX1974" fmla="*/ 2072824 w 9635294"/>
              <a:gd name="connsiteY1974" fmla="*/ 3294736 h 6211920"/>
              <a:gd name="connsiteX1975" fmla="*/ 2069259 w 9635294"/>
              <a:gd name="connsiteY1975" fmla="*/ 3298929 h 6211920"/>
              <a:gd name="connsiteX1976" fmla="*/ 7565701 w 9635294"/>
              <a:gd name="connsiteY1976" fmla="*/ 3292494 h 6211920"/>
              <a:gd name="connsiteX1977" fmla="*/ 7567776 w 9635294"/>
              <a:gd name="connsiteY1977" fmla="*/ 3294925 h 6211920"/>
              <a:gd name="connsiteX1978" fmla="*/ 7548619 w 9635294"/>
              <a:gd name="connsiteY1978" fmla="*/ 3311239 h 6211920"/>
              <a:gd name="connsiteX1979" fmla="*/ 7552747 w 9635294"/>
              <a:gd name="connsiteY1979" fmla="*/ 3316066 h 6211920"/>
              <a:gd name="connsiteX1980" fmla="*/ 7571861 w 9635294"/>
              <a:gd name="connsiteY1980" fmla="*/ 3299746 h 6211920"/>
              <a:gd name="connsiteX1981" fmla="*/ 7569983 w 9635294"/>
              <a:gd name="connsiteY1981" fmla="*/ 3297510 h 6211920"/>
              <a:gd name="connsiteX1982" fmla="*/ 7573957 w 9635294"/>
              <a:gd name="connsiteY1982" fmla="*/ 3302165 h 6211920"/>
              <a:gd name="connsiteX1983" fmla="*/ 7554780 w 9635294"/>
              <a:gd name="connsiteY1983" fmla="*/ 3318478 h 6211920"/>
              <a:gd name="connsiteX1984" fmla="*/ 7546524 w 9635294"/>
              <a:gd name="connsiteY1984" fmla="*/ 3308820 h 6211920"/>
              <a:gd name="connsiteX1985" fmla="*/ 7565701 w 9635294"/>
              <a:gd name="connsiteY1985" fmla="*/ 3292494 h 6211920"/>
              <a:gd name="connsiteX1986" fmla="*/ 2074882 w 9635294"/>
              <a:gd name="connsiteY1986" fmla="*/ 3292316 h 6211920"/>
              <a:gd name="connsiteX1987" fmla="*/ 2094097 w 9635294"/>
              <a:gd name="connsiteY1987" fmla="*/ 3308688 h 6211920"/>
              <a:gd name="connsiteX1988" fmla="*/ 2089908 w 9635294"/>
              <a:gd name="connsiteY1988" fmla="*/ 3313593 h 6211920"/>
              <a:gd name="connsiteX1989" fmla="*/ 2092033 w 9635294"/>
              <a:gd name="connsiteY1989" fmla="*/ 3311100 h 6211920"/>
              <a:gd name="connsiteX1990" fmla="*/ 2072824 w 9635294"/>
              <a:gd name="connsiteY1990" fmla="*/ 3294736 h 6211920"/>
              <a:gd name="connsiteX1991" fmla="*/ 7586985 w 9635294"/>
              <a:gd name="connsiteY1991" fmla="*/ 3278604 h 6211920"/>
              <a:gd name="connsiteX1992" fmla="*/ 7589437 w 9635294"/>
              <a:gd name="connsiteY1992" fmla="*/ 3281505 h 6211920"/>
              <a:gd name="connsiteX1993" fmla="*/ 7586974 w 9635294"/>
              <a:gd name="connsiteY1993" fmla="*/ 3278613 h 6211920"/>
              <a:gd name="connsiteX1994" fmla="*/ 2034307 w 9635294"/>
              <a:gd name="connsiteY1994" fmla="*/ 3262091 h 6211920"/>
              <a:gd name="connsiteX1995" fmla="*/ 2030210 w 9635294"/>
              <a:gd name="connsiteY1995" fmla="*/ 3266948 h 6211920"/>
              <a:gd name="connsiteX1996" fmla="*/ 2049477 w 9635294"/>
              <a:gd name="connsiteY1996" fmla="*/ 3283242 h 6211920"/>
              <a:gd name="connsiteX1997" fmla="*/ 2053584 w 9635294"/>
              <a:gd name="connsiteY1997" fmla="*/ 3278398 h 6211920"/>
              <a:gd name="connsiteX1998" fmla="*/ 2034307 w 9635294"/>
              <a:gd name="connsiteY1998" fmla="*/ 3262091 h 6211920"/>
              <a:gd name="connsiteX1999" fmla="*/ 7604182 w 9635294"/>
              <a:gd name="connsiteY1999" fmla="*/ 3259919 h 6211920"/>
              <a:gd name="connsiteX2000" fmla="*/ 7612374 w 9635294"/>
              <a:gd name="connsiteY2000" fmla="*/ 3269622 h 6211920"/>
              <a:gd name="connsiteX2001" fmla="*/ 7593133 w 9635294"/>
              <a:gd name="connsiteY2001" fmla="*/ 3285878 h 6211920"/>
              <a:gd name="connsiteX2002" fmla="*/ 7589437 w 9635294"/>
              <a:gd name="connsiteY2002" fmla="*/ 3281505 h 6211920"/>
              <a:gd name="connsiteX2003" fmla="*/ 7591101 w 9635294"/>
              <a:gd name="connsiteY2003" fmla="*/ 3283459 h 6211920"/>
              <a:gd name="connsiteX2004" fmla="*/ 7610278 w 9635294"/>
              <a:gd name="connsiteY2004" fmla="*/ 3267197 h 6211920"/>
              <a:gd name="connsiteX2005" fmla="*/ 7606214 w 9635294"/>
              <a:gd name="connsiteY2005" fmla="*/ 3262344 h 6211920"/>
              <a:gd name="connsiteX2006" fmla="*/ 7586985 w 9635294"/>
              <a:gd name="connsiteY2006" fmla="*/ 3278604 h 6211920"/>
              <a:gd name="connsiteX2007" fmla="*/ 7584942 w 9635294"/>
              <a:gd name="connsiteY2007" fmla="*/ 3276188 h 6211920"/>
              <a:gd name="connsiteX2008" fmla="*/ 7604182 w 9635294"/>
              <a:gd name="connsiteY2008" fmla="*/ 3259919 h 6211920"/>
              <a:gd name="connsiteX2009" fmla="*/ 2036350 w 9635294"/>
              <a:gd name="connsiteY2009" fmla="*/ 3259666 h 6211920"/>
              <a:gd name="connsiteX2010" fmla="*/ 2055635 w 9635294"/>
              <a:gd name="connsiteY2010" fmla="*/ 3275979 h 6211920"/>
              <a:gd name="connsiteX2011" fmla="*/ 2047424 w 9635294"/>
              <a:gd name="connsiteY2011" fmla="*/ 3285669 h 6211920"/>
              <a:gd name="connsiteX2012" fmla="*/ 2028159 w 9635294"/>
              <a:gd name="connsiteY2012" fmla="*/ 3269375 h 6211920"/>
              <a:gd name="connsiteX2013" fmla="*/ 7625465 w 9635294"/>
              <a:gd name="connsiteY2013" fmla="*/ 3246106 h 6211920"/>
              <a:gd name="connsiteX2014" fmla="*/ 7629546 w 9635294"/>
              <a:gd name="connsiteY2014" fmla="*/ 3250949 h 6211920"/>
              <a:gd name="connsiteX2015" fmla="*/ 7629519 w 9635294"/>
              <a:gd name="connsiteY2015" fmla="*/ 3250971 h 6211920"/>
              <a:gd name="connsiteX2016" fmla="*/ 7625455 w 9635294"/>
              <a:gd name="connsiteY2016" fmla="*/ 3246114 h 6211920"/>
              <a:gd name="connsiteX2017" fmla="*/ 7645160 w 9635294"/>
              <a:gd name="connsiteY2017" fmla="*/ 3230402 h 6211920"/>
              <a:gd name="connsiteX2018" fmla="*/ 7650855 w 9635294"/>
              <a:gd name="connsiteY2018" fmla="*/ 3237217 h 6211920"/>
              <a:gd name="connsiteX2019" fmla="*/ 7631614 w 9635294"/>
              <a:gd name="connsiteY2019" fmla="*/ 3253403 h 6211920"/>
              <a:gd name="connsiteX2020" fmla="*/ 7629546 w 9635294"/>
              <a:gd name="connsiteY2020" fmla="*/ 3250949 h 6211920"/>
              <a:gd name="connsiteX2021" fmla="*/ 7648823 w 9635294"/>
              <a:gd name="connsiteY2021" fmla="*/ 3234786 h 6211920"/>
              <a:gd name="connsiteX2022" fmla="*/ 7644759 w 9635294"/>
              <a:gd name="connsiteY2022" fmla="*/ 3229921 h 6211920"/>
              <a:gd name="connsiteX2023" fmla="*/ 7645160 w 9635294"/>
              <a:gd name="connsiteY2023" fmla="*/ 3230402 h 6211920"/>
              <a:gd name="connsiteX2024" fmla="*/ 7644759 w 9635294"/>
              <a:gd name="connsiteY2024" fmla="*/ 3229922 h 6211920"/>
              <a:gd name="connsiteX2025" fmla="*/ 1995672 w 9635294"/>
              <a:gd name="connsiteY2025" fmla="*/ 3229599 h 6211920"/>
              <a:gd name="connsiteX2026" fmla="*/ 1991595 w 9635294"/>
              <a:gd name="connsiteY2026" fmla="*/ 3234462 h 6211920"/>
              <a:gd name="connsiteX2027" fmla="*/ 2010912 w 9635294"/>
              <a:gd name="connsiteY2027" fmla="*/ 3250686 h 6211920"/>
              <a:gd name="connsiteX2028" fmla="*/ 2015001 w 9635294"/>
              <a:gd name="connsiteY2028" fmla="*/ 3245828 h 6211920"/>
              <a:gd name="connsiteX2029" fmla="*/ 1995672 w 9635294"/>
              <a:gd name="connsiteY2029" fmla="*/ 3229599 h 6211920"/>
              <a:gd name="connsiteX2030" fmla="*/ 7642727 w 9635294"/>
              <a:gd name="connsiteY2030" fmla="*/ 3227489 h 6211920"/>
              <a:gd name="connsiteX2031" fmla="*/ 7644759 w 9635294"/>
              <a:gd name="connsiteY2031" fmla="*/ 3229922 h 6211920"/>
              <a:gd name="connsiteX2032" fmla="*/ 7625465 w 9635294"/>
              <a:gd name="connsiteY2032" fmla="*/ 3246106 h 6211920"/>
              <a:gd name="connsiteX2033" fmla="*/ 7623423 w 9635294"/>
              <a:gd name="connsiteY2033" fmla="*/ 3243683 h 6211920"/>
              <a:gd name="connsiteX2034" fmla="*/ 7642727 w 9635294"/>
              <a:gd name="connsiteY2034" fmla="*/ 3227489 h 6211920"/>
              <a:gd name="connsiteX2035" fmla="*/ 1997711 w 9635294"/>
              <a:gd name="connsiteY2035" fmla="*/ 3227159 h 6211920"/>
              <a:gd name="connsiteX2036" fmla="*/ 2017047 w 9635294"/>
              <a:gd name="connsiteY2036" fmla="*/ 3243396 h 6211920"/>
              <a:gd name="connsiteX2037" fmla="*/ 2008874 w 9635294"/>
              <a:gd name="connsiteY2037" fmla="*/ 3253118 h 6211920"/>
              <a:gd name="connsiteX2038" fmla="*/ 1989557 w 9635294"/>
              <a:gd name="connsiteY2038" fmla="*/ 3236894 h 6211920"/>
              <a:gd name="connsiteX2039" fmla="*/ 1973118 w 9635294"/>
              <a:gd name="connsiteY2039" fmla="*/ 3217218 h 6211920"/>
              <a:gd name="connsiteX2040" fmla="*/ 1972240 w 9635294"/>
              <a:gd name="connsiteY2040" fmla="*/ 3218269 h 6211920"/>
              <a:gd name="connsiteX2041" fmla="*/ 1972240 w 9635294"/>
              <a:gd name="connsiteY2041" fmla="*/ 3218269 h 6211920"/>
              <a:gd name="connsiteX2042" fmla="*/ 7664064 w 9635294"/>
              <a:gd name="connsiteY2042" fmla="*/ 3213754 h 6211920"/>
              <a:gd name="connsiteX2043" fmla="*/ 7668129 w 9635294"/>
              <a:gd name="connsiteY2043" fmla="*/ 3218630 h 6211920"/>
              <a:gd name="connsiteX2044" fmla="*/ 7668127 w 9635294"/>
              <a:gd name="connsiteY2044" fmla="*/ 3218632 h 6211920"/>
              <a:gd name="connsiteX2045" fmla="*/ 7664063 w 9635294"/>
              <a:gd name="connsiteY2045" fmla="*/ 3213754 h 6211920"/>
              <a:gd name="connsiteX2046" fmla="*/ 7686776 w 9635294"/>
              <a:gd name="connsiteY2046" fmla="*/ 3201646 h 6211920"/>
              <a:gd name="connsiteX2047" fmla="*/ 7689526 w 9635294"/>
              <a:gd name="connsiteY2047" fmla="*/ 3204947 h 6211920"/>
              <a:gd name="connsiteX2048" fmla="*/ 7670159 w 9635294"/>
              <a:gd name="connsiteY2048" fmla="*/ 3221063 h 6211920"/>
              <a:gd name="connsiteX2049" fmla="*/ 7668129 w 9635294"/>
              <a:gd name="connsiteY2049" fmla="*/ 3218630 h 6211920"/>
              <a:gd name="connsiteX2050" fmla="*/ 7687494 w 9635294"/>
              <a:gd name="connsiteY2050" fmla="*/ 3202508 h 6211920"/>
              <a:gd name="connsiteX2051" fmla="*/ 1954508 w 9635294"/>
              <a:gd name="connsiteY2051" fmla="*/ 3200126 h 6211920"/>
              <a:gd name="connsiteX2052" fmla="*/ 1952860 w 9635294"/>
              <a:gd name="connsiteY2052" fmla="*/ 3202108 h 6211920"/>
              <a:gd name="connsiteX2053" fmla="*/ 1972240 w 9635294"/>
              <a:gd name="connsiteY2053" fmla="*/ 3218269 h 6211920"/>
              <a:gd name="connsiteX2054" fmla="*/ 1970208 w 9635294"/>
              <a:gd name="connsiteY2054" fmla="*/ 3220702 h 6211920"/>
              <a:gd name="connsiteX2055" fmla="*/ 1950829 w 9635294"/>
              <a:gd name="connsiteY2055" fmla="*/ 3204547 h 6211920"/>
              <a:gd name="connsiteX2056" fmla="*/ 7683431 w 9635294"/>
              <a:gd name="connsiteY2056" fmla="*/ 3197625 h 6211920"/>
              <a:gd name="connsiteX2057" fmla="*/ 7686776 w 9635294"/>
              <a:gd name="connsiteY2057" fmla="*/ 3201646 h 6211920"/>
              <a:gd name="connsiteX2058" fmla="*/ 7683429 w 9635294"/>
              <a:gd name="connsiteY2058" fmla="*/ 3197627 h 6211920"/>
              <a:gd name="connsiteX2059" fmla="*/ 1956918 w 9635294"/>
              <a:gd name="connsiteY2059" fmla="*/ 3197225 h 6211920"/>
              <a:gd name="connsiteX2060" fmla="*/ 1956920 w 9635294"/>
              <a:gd name="connsiteY2060" fmla="*/ 3197227 h 6211920"/>
              <a:gd name="connsiteX2061" fmla="*/ 1954508 w 9635294"/>
              <a:gd name="connsiteY2061" fmla="*/ 3200126 h 6211920"/>
              <a:gd name="connsiteX2062" fmla="*/ 7681398 w 9635294"/>
              <a:gd name="connsiteY2062" fmla="*/ 3195187 h 6211920"/>
              <a:gd name="connsiteX2063" fmla="*/ 7683429 w 9635294"/>
              <a:gd name="connsiteY2063" fmla="*/ 3197627 h 6211920"/>
              <a:gd name="connsiteX2064" fmla="*/ 7664064 w 9635294"/>
              <a:gd name="connsiteY2064" fmla="*/ 3213754 h 6211920"/>
              <a:gd name="connsiteX2065" fmla="*/ 7662031 w 9635294"/>
              <a:gd name="connsiteY2065" fmla="*/ 3211316 h 6211920"/>
              <a:gd name="connsiteX2066" fmla="*/ 7681398 w 9635294"/>
              <a:gd name="connsiteY2066" fmla="*/ 3195187 h 6211920"/>
              <a:gd name="connsiteX2067" fmla="*/ 1958950 w 9635294"/>
              <a:gd name="connsiteY2067" fmla="*/ 3194787 h 6211920"/>
              <a:gd name="connsiteX2068" fmla="*/ 1978349 w 9635294"/>
              <a:gd name="connsiteY2068" fmla="*/ 3210955 h 6211920"/>
              <a:gd name="connsiteX2069" fmla="*/ 1973118 w 9635294"/>
              <a:gd name="connsiteY2069" fmla="*/ 3217218 h 6211920"/>
              <a:gd name="connsiteX2070" fmla="*/ 1976311 w 9635294"/>
              <a:gd name="connsiteY2070" fmla="*/ 3213393 h 6211920"/>
              <a:gd name="connsiteX2071" fmla="*/ 1956920 w 9635294"/>
              <a:gd name="connsiteY2071" fmla="*/ 3197227 h 6211920"/>
              <a:gd name="connsiteX2072" fmla="*/ 7704746 w 9635294"/>
              <a:gd name="connsiteY2072" fmla="*/ 3183916 h 6211920"/>
              <a:gd name="connsiteX2073" fmla="*/ 7706808 w 9635294"/>
              <a:gd name="connsiteY2073" fmla="*/ 3186416 h 6211920"/>
              <a:gd name="connsiteX2074" fmla="*/ 7706798 w 9635294"/>
              <a:gd name="connsiteY2074" fmla="*/ 3186424 h 6211920"/>
              <a:gd name="connsiteX2075" fmla="*/ 1937506 w 9635294"/>
              <a:gd name="connsiteY2075" fmla="*/ 3181096 h 6211920"/>
              <a:gd name="connsiteX2076" fmla="*/ 1937506 w 9635294"/>
              <a:gd name="connsiteY2076" fmla="*/ 3181096 h 6211920"/>
              <a:gd name="connsiteX2077" fmla="*/ 1935543 w 9635294"/>
              <a:gd name="connsiteY2077" fmla="*/ 3183462 h 6211920"/>
              <a:gd name="connsiteX2078" fmla="*/ 1914015 w 9635294"/>
              <a:gd name="connsiteY2078" fmla="*/ 3169898 h 6211920"/>
              <a:gd name="connsiteX2079" fmla="*/ 1933449 w 9635294"/>
              <a:gd name="connsiteY2079" fmla="*/ 3185986 h 6211920"/>
              <a:gd name="connsiteX2080" fmla="*/ 1935543 w 9635294"/>
              <a:gd name="connsiteY2080" fmla="*/ 3183462 h 6211920"/>
              <a:gd name="connsiteX2081" fmla="*/ 1931424 w 9635294"/>
              <a:gd name="connsiteY2081" fmla="*/ 3188430 h 6211920"/>
              <a:gd name="connsiteX2082" fmla="*/ 1911992 w 9635294"/>
              <a:gd name="connsiteY2082" fmla="*/ 3172346 h 6211920"/>
              <a:gd name="connsiteX2083" fmla="*/ 7725606 w 9635294"/>
              <a:gd name="connsiteY2083" fmla="*/ 3169620 h 6211920"/>
              <a:gd name="connsiteX2084" fmla="*/ 7728261 w 9635294"/>
              <a:gd name="connsiteY2084" fmla="*/ 3172816 h 6211920"/>
              <a:gd name="connsiteX2085" fmla="*/ 7708831 w 9635294"/>
              <a:gd name="connsiteY2085" fmla="*/ 3188869 h 6211920"/>
              <a:gd name="connsiteX2086" fmla="*/ 7706808 w 9635294"/>
              <a:gd name="connsiteY2086" fmla="*/ 3186416 h 6211920"/>
              <a:gd name="connsiteX2087" fmla="*/ 7726230 w 9635294"/>
              <a:gd name="connsiteY2087" fmla="*/ 3170371 h 6211920"/>
              <a:gd name="connsiteX2088" fmla="*/ 7722165 w 9635294"/>
              <a:gd name="connsiteY2088" fmla="*/ 3165475 h 6211920"/>
              <a:gd name="connsiteX2089" fmla="*/ 7725606 w 9635294"/>
              <a:gd name="connsiteY2089" fmla="*/ 3169620 h 6211920"/>
              <a:gd name="connsiteX2090" fmla="*/ 7722164 w 9635294"/>
              <a:gd name="connsiteY2090" fmla="*/ 3165476 h 6211920"/>
              <a:gd name="connsiteX2091" fmla="*/ 1918056 w 9635294"/>
              <a:gd name="connsiteY2091" fmla="*/ 3164999 h 6211920"/>
              <a:gd name="connsiteX2092" fmla="*/ 1918060 w 9635294"/>
              <a:gd name="connsiteY2092" fmla="*/ 3165002 h 6211920"/>
              <a:gd name="connsiteX2093" fmla="*/ 1914015 w 9635294"/>
              <a:gd name="connsiteY2093" fmla="*/ 3169898 h 6211920"/>
              <a:gd name="connsiteX2094" fmla="*/ 1914011 w 9635294"/>
              <a:gd name="connsiteY2094" fmla="*/ 3169895 h 6211920"/>
              <a:gd name="connsiteX2095" fmla="*/ 7720133 w 9635294"/>
              <a:gd name="connsiteY2095" fmla="*/ 3163030 h 6211920"/>
              <a:gd name="connsiteX2096" fmla="*/ 7722164 w 9635294"/>
              <a:gd name="connsiteY2096" fmla="*/ 3165476 h 6211920"/>
              <a:gd name="connsiteX2097" fmla="*/ 7702798 w 9635294"/>
              <a:gd name="connsiteY2097" fmla="*/ 3181534 h 6211920"/>
              <a:gd name="connsiteX2098" fmla="*/ 7704746 w 9635294"/>
              <a:gd name="connsiteY2098" fmla="*/ 3183916 h 6211920"/>
              <a:gd name="connsiteX2099" fmla="*/ 7700766 w 9635294"/>
              <a:gd name="connsiteY2099" fmla="*/ 3179089 h 6211920"/>
              <a:gd name="connsiteX2100" fmla="*/ 7720133 w 9635294"/>
              <a:gd name="connsiteY2100" fmla="*/ 3163030 h 6211920"/>
              <a:gd name="connsiteX2101" fmla="*/ 1920083 w 9635294"/>
              <a:gd name="connsiteY2101" fmla="*/ 3162554 h 6211920"/>
              <a:gd name="connsiteX2102" fmla="*/ 1939532 w 9635294"/>
              <a:gd name="connsiteY2102" fmla="*/ 3178651 h 6211920"/>
              <a:gd name="connsiteX2103" fmla="*/ 1937506 w 9635294"/>
              <a:gd name="connsiteY2103" fmla="*/ 3181096 h 6211920"/>
              <a:gd name="connsiteX2104" fmla="*/ 1918060 w 9635294"/>
              <a:gd name="connsiteY2104" fmla="*/ 3165002 h 6211920"/>
              <a:gd name="connsiteX2105" fmla="*/ 1895919 w 9635294"/>
              <a:gd name="connsiteY2105" fmla="*/ 3152176 h 6211920"/>
              <a:gd name="connsiteX2106" fmla="*/ 1894548 w 9635294"/>
              <a:gd name="connsiteY2106" fmla="*/ 3153842 h 6211920"/>
              <a:gd name="connsiteX2107" fmla="*/ 1894548 w 9635294"/>
              <a:gd name="connsiteY2107" fmla="*/ 3153842 h 6211920"/>
              <a:gd name="connsiteX2108" fmla="*/ 7761027 w 9635294"/>
              <a:gd name="connsiteY2108" fmla="*/ 3133458 h 6211920"/>
              <a:gd name="connsiteX2109" fmla="*/ 7741596 w 9635294"/>
              <a:gd name="connsiteY2109" fmla="*/ 3149448 h 6211920"/>
              <a:gd name="connsiteX2110" fmla="*/ 7745660 w 9635294"/>
              <a:gd name="connsiteY2110" fmla="*/ 3154350 h 6211920"/>
              <a:gd name="connsiteX2111" fmla="*/ 7765092 w 9635294"/>
              <a:gd name="connsiteY2111" fmla="*/ 3138367 h 6211920"/>
              <a:gd name="connsiteX2112" fmla="*/ 7759059 w 9635294"/>
              <a:gd name="connsiteY2112" fmla="*/ 3131007 h 6211920"/>
              <a:gd name="connsiteX2113" fmla="*/ 7767123 w 9635294"/>
              <a:gd name="connsiteY2113" fmla="*/ 3140824 h 6211920"/>
              <a:gd name="connsiteX2114" fmla="*/ 7747629 w 9635294"/>
              <a:gd name="connsiteY2114" fmla="*/ 3156801 h 6211920"/>
              <a:gd name="connsiteX2115" fmla="*/ 7739564 w 9635294"/>
              <a:gd name="connsiteY2115" fmla="*/ 3146997 h 6211920"/>
              <a:gd name="connsiteX2116" fmla="*/ 7759059 w 9635294"/>
              <a:gd name="connsiteY2116" fmla="*/ 3131007 h 6211920"/>
              <a:gd name="connsiteX2117" fmla="*/ 1881092 w 9635294"/>
              <a:gd name="connsiteY2117" fmla="*/ 3130455 h 6211920"/>
              <a:gd name="connsiteX2118" fmla="*/ 1900601 w 9635294"/>
              <a:gd name="connsiteY2118" fmla="*/ 3146489 h 6211920"/>
              <a:gd name="connsiteX2119" fmla="*/ 1895919 w 9635294"/>
              <a:gd name="connsiteY2119" fmla="*/ 3152176 h 6211920"/>
              <a:gd name="connsiteX2120" fmla="*/ 1898580 w 9635294"/>
              <a:gd name="connsiteY2120" fmla="*/ 3148940 h 6211920"/>
              <a:gd name="connsiteX2121" fmla="*/ 1879080 w 9635294"/>
              <a:gd name="connsiteY2121" fmla="*/ 3132912 h 6211920"/>
              <a:gd name="connsiteX2122" fmla="*/ 1875054 w 9635294"/>
              <a:gd name="connsiteY2122" fmla="*/ 3137821 h 6211920"/>
              <a:gd name="connsiteX2123" fmla="*/ 1894548 w 9635294"/>
              <a:gd name="connsiteY2123" fmla="*/ 3153842 h 6211920"/>
              <a:gd name="connsiteX2124" fmla="*/ 1892529 w 9635294"/>
              <a:gd name="connsiteY2124" fmla="*/ 3156293 h 6211920"/>
              <a:gd name="connsiteX2125" fmla="*/ 1873034 w 9635294"/>
              <a:gd name="connsiteY2125" fmla="*/ 3140278 h 6211920"/>
              <a:gd name="connsiteX2126" fmla="*/ 7780540 w 9635294"/>
              <a:gd name="connsiteY2126" fmla="*/ 3117486 h 6211920"/>
              <a:gd name="connsiteX2127" fmla="*/ 7782570 w 9635294"/>
              <a:gd name="connsiteY2127" fmla="*/ 3119981 h 6211920"/>
              <a:gd name="connsiteX2128" fmla="*/ 7780522 w 9635294"/>
              <a:gd name="connsiteY2128" fmla="*/ 3117501 h 6211920"/>
              <a:gd name="connsiteX2129" fmla="*/ 1859547 w 9635294"/>
              <a:gd name="connsiteY2129" fmla="*/ 3116917 h 6211920"/>
              <a:gd name="connsiteX2130" fmla="*/ 1859547 w 9635294"/>
              <a:gd name="connsiteY2130" fmla="*/ 3116917 h 6211920"/>
              <a:gd name="connsiteX2131" fmla="*/ 1858296 w 9635294"/>
              <a:gd name="connsiteY2131" fmla="*/ 3118449 h 6211920"/>
              <a:gd name="connsiteX2132" fmla="*/ 7804063 w 9635294"/>
              <a:gd name="connsiteY2132" fmla="*/ 3106524 h 6211920"/>
              <a:gd name="connsiteX2133" fmla="*/ 7806049 w 9635294"/>
              <a:gd name="connsiteY2133" fmla="*/ 3108967 h 6211920"/>
              <a:gd name="connsiteX2134" fmla="*/ 7786555 w 9635294"/>
              <a:gd name="connsiteY2134" fmla="*/ 3124880 h 6211920"/>
              <a:gd name="connsiteX2135" fmla="*/ 7782570 w 9635294"/>
              <a:gd name="connsiteY2135" fmla="*/ 3119981 h 6211920"/>
              <a:gd name="connsiteX2136" fmla="*/ 7784586 w 9635294"/>
              <a:gd name="connsiteY2136" fmla="*/ 3122422 h 6211920"/>
              <a:gd name="connsiteX2137" fmla="*/ 7800080 w 9635294"/>
              <a:gd name="connsiteY2137" fmla="*/ 3101581 h 6211920"/>
              <a:gd name="connsiteX2138" fmla="*/ 7804081 w 9635294"/>
              <a:gd name="connsiteY2138" fmla="*/ 3106509 h 6211920"/>
              <a:gd name="connsiteX2139" fmla="*/ 7804063 w 9635294"/>
              <a:gd name="connsiteY2139" fmla="*/ 3106524 h 6211920"/>
              <a:gd name="connsiteX2140" fmla="*/ 7800059 w 9635294"/>
              <a:gd name="connsiteY2140" fmla="*/ 3101598 h 6211920"/>
              <a:gd name="connsiteX2141" fmla="*/ 7798048 w 9635294"/>
              <a:gd name="connsiteY2141" fmla="*/ 3099124 h 6211920"/>
              <a:gd name="connsiteX2142" fmla="*/ 7800059 w 9635294"/>
              <a:gd name="connsiteY2142" fmla="*/ 3101598 h 6211920"/>
              <a:gd name="connsiteX2143" fmla="*/ 7780540 w 9635294"/>
              <a:gd name="connsiteY2143" fmla="*/ 3117486 h 6211920"/>
              <a:gd name="connsiteX2144" fmla="*/ 7778553 w 9635294"/>
              <a:gd name="connsiteY2144" fmla="*/ 3115043 h 6211920"/>
              <a:gd name="connsiteX2145" fmla="*/ 7798048 w 9635294"/>
              <a:gd name="connsiteY2145" fmla="*/ 3099124 h 6211920"/>
              <a:gd name="connsiteX2146" fmla="*/ 1841989 w 9635294"/>
              <a:gd name="connsiteY2146" fmla="*/ 3098502 h 6211920"/>
              <a:gd name="connsiteX2147" fmla="*/ 1861554 w 9635294"/>
              <a:gd name="connsiteY2147" fmla="*/ 3114459 h 6211920"/>
              <a:gd name="connsiteX2148" fmla="*/ 1859547 w 9635294"/>
              <a:gd name="connsiteY2148" fmla="*/ 3116917 h 6211920"/>
              <a:gd name="connsiteX2149" fmla="*/ 1839989 w 9635294"/>
              <a:gd name="connsiteY2149" fmla="*/ 3100965 h 6211920"/>
              <a:gd name="connsiteX2150" fmla="*/ 1835976 w 9635294"/>
              <a:gd name="connsiteY2150" fmla="*/ 3105887 h 6211920"/>
              <a:gd name="connsiteX2151" fmla="*/ 1855527 w 9635294"/>
              <a:gd name="connsiteY2151" fmla="*/ 3121838 h 6211920"/>
              <a:gd name="connsiteX2152" fmla="*/ 1858296 w 9635294"/>
              <a:gd name="connsiteY2152" fmla="*/ 3118449 h 6211920"/>
              <a:gd name="connsiteX2153" fmla="*/ 1853522 w 9635294"/>
              <a:gd name="connsiteY2153" fmla="*/ 3124295 h 6211920"/>
              <a:gd name="connsiteX2154" fmla="*/ 1833969 w 9635294"/>
              <a:gd name="connsiteY2154" fmla="*/ 3108351 h 6211920"/>
              <a:gd name="connsiteX2155" fmla="*/ 7819593 w 9635294"/>
              <a:gd name="connsiteY2155" fmla="*/ 3085679 h 6211920"/>
              <a:gd name="connsiteX2156" fmla="*/ 7823594 w 9635294"/>
              <a:gd name="connsiteY2156" fmla="*/ 3090613 h 6211920"/>
              <a:gd name="connsiteX2157" fmla="*/ 7823575 w 9635294"/>
              <a:gd name="connsiteY2157" fmla="*/ 3090628 h 6211920"/>
              <a:gd name="connsiteX2158" fmla="*/ 7819574 w 9635294"/>
              <a:gd name="connsiteY2158" fmla="*/ 3085694 h 6211920"/>
              <a:gd name="connsiteX2159" fmla="*/ 7840972 w 9635294"/>
              <a:gd name="connsiteY2159" fmla="*/ 3072074 h 6211920"/>
              <a:gd name="connsiteX2160" fmla="*/ 7845165 w 9635294"/>
              <a:gd name="connsiteY2160" fmla="*/ 3077248 h 6211920"/>
              <a:gd name="connsiteX2161" fmla="*/ 7825606 w 9635294"/>
              <a:gd name="connsiteY2161" fmla="*/ 3093092 h 6211920"/>
              <a:gd name="connsiteX2162" fmla="*/ 7823594 w 9635294"/>
              <a:gd name="connsiteY2162" fmla="*/ 3090613 h 6211920"/>
              <a:gd name="connsiteX2163" fmla="*/ 7843132 w 9635294"/>
              <a:gd name="connsiteY2163" fmla="*/ 3074785 h 6211920"/>
              <a:gd name="connsiteX2164" fmla="*/ 7839196 w 9635294"/>
              <a:gd name="connsiteY2164" fmla="*/ 3069844 h 6211920"/>
              <a:gd name="connsiteX2165" fmla="*/ 7840972 w 9635294"/>
              <a:gd name="connsiteY2165" fmla="*/ 3072074 h 6211920"/>
              <a:gd name="connsiteX2166" fmla="*/ 7839177 w 9635294"/>
              <a:gd name="connsiteY2166" fmla="*/ 3069859 h 6211920"/>
              <a:gd name="connsiteX2167" fmla="*/ 1800778 w 9635294"/>
              <a:gd name="connsiteY2167" fmla="*/ 3069152 h 6211920"/>
              <a:gd name="connsiteX2168" fmla="*/ 1796784 w 9635294"/>
              <a:gd name="connsiteY2168" fmla="*/ 3074092 h 6211920"/>
              <a:gd name="connsiteX2169" fmla="*/ 1816392 w 9635294"/>
              <a:gd name="connsiteY2169" fmla="*/ 3089974 h 6211920"/>
              <a:gd name="connsiteX2170" fmla="*/ 1820394 w 9635294"/>
              <a:gd name="connsiteY2170" fmla="*/ 3085040 h 6211920"/>
              <a:gd name="connsiteX2171" fmla="*/ 1800778 w 9635294"/>
              <a:gd name="connsiteY2171" fmla="*/ 3069152 h 6211920"/>
              <a:gd name="connsiteX2172" fmla="*/ 7837164 w 9635294"/>
              <a:gd name="connsiteY2172" fmla="*/ 3067374 h 6211920"/>
              <a:gd name="connsiteX2173" fmla="*/ 7839177 w 9635294"/>
              <a:gd name="connsiteY2173" fmla="*/ 3069859 h 6211920"/>
              <a:gd name="connsiteX2174" fmla="*/ 7819593 w 9635294"/>
              <a:gd name="connsiteY2174" fmla="*/ 3085679 h 6211920"/>
              <a:gd name="connsiteX2175" fmla="*/ 7817606 w 9635294"/>
              <a:gd name="connsiteY2175" fmla="*/ 3083230 h 6211920"/>
              <a:gd name="connsiteX2176" fmla="*/ 7837164 w 9635294"/>
              <a:gd name="connsiteY2176" fmla="*/ 3067374 h 6211920"/>
              <a:gd name="connsiteX2177" fmla="*/ 1802772 w 9635294"/>
              <a:gd name="connsiteY2177" fmla="*/ 3066682 h 6211920"/>
              <a:gd name="connsiteX2178" fmla="*/ 1822400 w 9635294"/>
              <a:gd name="connsiteY2178" fmla="*/ 3082576 h 6211920"/>
              <a:gd name="connsiteX2179" fmla="*/ 1814392 w 9635294"/>
              <a:gd name="connsiteY2179" fmla="*/ 3092437 h 6211920"/>
              <a:gd name="connsiteX2180" fmla="*/ 1794790 w 9635294"/>
              <a:gd name="connsiteY2180" fmla="*/ 3076556 h 6211920"/>
              <a:gd name="connsiteX2181" fmla="*/ 7858763 w 9635294"/>
              <a:gd name="connsiteY2181" fmla="*/ 3054020 h 6211920"/>
              <a:gd name="connsiteX2182" fmla="*/ 7860676 w 9635294"/>
              <a:gd name="connsiteY2182" fmla="*/ 3056403 h 6211920"/>
              <a:gd name="connsiteX2183" fmla="*/ 7858754 w 9635294"/>
              <a:gd name="connsiteY2183" fmla="*/ 3054026 h 6211920"/>
              <a:gd name="connsiteX2184" fmla="*/ 1781131 w 9635294"/>
              <a:gd name="connsiteY2184" fmla="*/ 3053303 h 6211920"/>
              <a:gd name="connsiteX2185" fmla="*/ 1781131 w 9635294"/>
              <a:gd name="connsiteY2185" fmla="*/ 3053303 h 6211920"/>
              <a:gd name="connsiteX2186" fmla="*/ 1779312 w 9635294"/>
              <a:gd name="connsiteY2186" fmla="*/ 3055560 h 6211920"/>
              <a:gd name="connsiteX2187" fmla="*/ 7882365 w 9635294"/>
              <a:gd name="connsiteY2187" fmla="*/ 3043209 h 6211920"/>
              <a:gd name="connsiteX2188" fmla="*/ 7884344 w 9635294"/>
              <a:gd name="connsiteY2188" fmla="*/ 3045676 h 6211920"/>
              <a:gd name="connsiteX2189" fmla="*/ 7864723 w 9635294"/>
              <a:gd name="connsiteY2189" fmla="*/ 3061443 h 6211920"/>
              <a:gd name="connsiteX2190" fmla="*/ 7860676 w 9635294"/>
              <a:gd name="connsiteY2190" fmla="*/ 3056403 h 6211920"/>
              <a:gd name="connsiteX2191" fmla="*/ 7862755 w 9635294"/>
              <a:gd name="connsiteY2191" fmla="*/ 3058973 h 6211920"/>
              <a:gd name="connsiteX2192" fmla="*/ 7880379 w 9635294"/>
              <a:gd name="connsiteY2192" fmla="*/ 3040731 h 6211920"/>
              <a:gd name="connsiteX2193" fmla="*/ 7882376 w 9635294"/>
              <a:gd name="connsiteY2193" fmla="*/ 3043200 h 6211920"/>
              <a:gd name="connsiteX2194" fmla="*/ 7882365 w 9635294"/>
              <a:gd name="connsiteY2194" fmla="*/ 3043209 h 6211920"/>
              <a:gd name="connsiteX2195" fmla="*/ 1759433 w 9635294"/>
              <a:gd name="connsiteY2195" fmla="*/ 3040013 h 6211920"/>
              <a:gd name="connsiteX2196" fmla="*/ 1757490 w 9635294"/>
              <a:gd name="connsiteY2196" fmla="*/ 3042438 h 6211920"/>
              <a:gd name="connsiteX2197" fmla="*/ 1777149 w 9635294"/>
              <a:gd name="connsiteY2197" fmla="*/ 3058243 h 6211920"/>
              <a:gd name="connsiteX2198" fmla="*/ 1779312 w 9635294"/>
              <a:gd name="connsiteY2198" fmla="*/ 3055560 h 6211920"/>
              <a:gd name="connsiteX2199" fmla="*/ 1775156 w 9635294"/>
              <a:gd name="connsiteY2199" fmla="*/ 3060719 h 6211920"/>
              <a:gd name="connsiteX2200" fmla="*/ 1755503 w 9635294"/>
              <a:gd name="connsiteY2200" fmla="*/ 3044914 h 6211920"/>
              <a:gd name="connsiteX2201" fmla="*/ 1761458 w 9635294"/>
              <a:gd name="connsiteY2201" fmla="*/ 3037484 h 6211920"/>
              <a:gd name="connsiteX2202" fmla="*/ 1761460 w 9635294"/>
              <a:gd name="connsiteY2202" fmla="*/ 3037486 h 6211920"/>
              <a:gd name="connsiteX2203" fmla="*/ 1759433 w 9635294"/>
              <a:gd name="connsiteY2203" fmla="*/ 3040013 h 6211920"/>
              <a:gd name="connsiteX2204" fmla="*/ 7876406 w 9635294"/>
              <a:gd name="connsiteY2204" fmla="*/ 3035776 h 6211920"/>
              <a:gd name="connsiteX2205" fmla="*/ 7880379 w 9635294"/>
              <a:gd name="connsiteY2205" fmla="*/ 3040731 h 6211920"/>
              <a:gd name="connsiteX2206" fmla="*/ 7878375 w 9635294"/>
              <a:gd name="connsiteY2206" fmla="*/ 3038253 h 6211920"/>
              <a:gd name="connsiteX2207" fmla="*/ 7858763 w 9635294"/>
              <a:gd name="connsiteY2207" fmla="*/ 3054020 h 6211920"/>
              <a:gd name="connsiteX2208" fmla="*/ 7856785 w 9635294"/>
              <a:gd name="connsiteY2208" fmla="*/ 3051556 h 6211920"/>
              <a:gd name="connsiteX2209" fmla="*/ 7876406 w 9635294"/>
              <a:gd name="connsiteY2209" fmla="*/ 3035776 h 6211920"/>
              <a:gd name="connsiteX2210" fmla="*/ 1763446 w 9635294"/>
              <a:gd name="connsiteY2210" fmla="*/ 3035008 h 6211920"/>
              <a:gd name="connsiteX2211" fmla="*/ 1783126 w 9635294"/>
              <a:gd name="connsiteY2211" fmla="*/ 3050826 h 6211920"/>
              <a:gd name="connsiteX2212" fmla="*/ 1781131 w 9635294"/>
              <a:gd name="connsiteY2212" fmla="*/ 3053303 h 6211920"/>
              <a:gd name="connsiteX2213" fmla="*/ 1761460 w 9635294"/>
              <a:gd name="connsiteY2213" fmla="*/ 3037486 h 6211920"/>
              <a:gd name="connsiteX2214" fmla="*/ 1719686 w 9635294"/>
              <a:gd name="connsiteY2214" fmla="*/ 3008887 h 6211920"/>
              <a:gd name="connsiteX2215" fmla="*/ 1718064 w 9635294"/>
              <a:gd name="connsiteY2215" fmla="*/ 3010924 h 6211920"/>
              <a:gd name="connsiteX2216" fmla="*/ 1718063 w 9635294"/>
              <a:gd name="connsiteY2216" fmla="*/ 3010923 h 6211920"/>
              <a:gd name="connsiteX2217" fmla="*/ 7917745 w 9635294"/>
              <a:gd name="connsiteY2217" fmla="*/ 3006789 h 6211920"/>
              <a:gd name="connsiteX2218" fmla="*/ 7898060 w 9635294"/>
              <a:gd name="connsiteY2218" fmla="*/ 3022499 h 6211920"/>
              <a:gd name="connsiteX2219" fmla="*/ 7901997 w 9635294"/>
              <a:gd name="connsiteY2219" fmla="*/ 3027458 h 6211920"/>
              <a:gd name="connsiteX2220" fmla="*/ 7921682 w 9635294"/>
              <a:gd name="connsiteY2220" fmla="*/ 3011754 h 6211920"/>
              <a:gd name="connsiteX2221" fmla="*/ 7915777 w 9635294"/>
              <a:gd name="connsiteY2221" fmla="*/ 3004306 h 6211920"/>
              <a:gd name="connsiteX2222" fmla="*/ 7923651 w 9635294"/>
              <a:gd name="connsiteY2222" fmla="*/ 3014237 h 6211920"/>
              <a:gd name="connsiteX2223" fmla="*/ 7903966 w 9635294"/>
              <a:gd name="connsiteY2223" fmla="*/ 3029941 h 6211920"/>
              <a:gd name="connsiteX2224" fmla="*/ 7896092 w 9635294"/>
              <a:gd name="connsiteY2224" fmla="*/ 3020022 h 6211920"/>
              <a:gd name="connsiteX2225" fmla="*/ 7915777 w 9635294"/>
              <a:gd name="connsiteY2225" fmla="*/ 3004306 h 6211920"/>
              <a:gd name="connsiteX2226" fmla="*/ 1724000 w 9635294"/>
              <a:gd name="connsiteY2226" fmla="*/ 3003468 h 6211920"/>
              <a:gd name="connsiteX2227" fmla="*/ 1743736 w 9635294"/>
              <a:gd name="connsiteY2227" fmla="*/ 3019222 h 6211920"/>
              <a:gd name="connsiteX2228" fmla="*/ 1735804 w 9635294"/>
              <a:gd name="connsiteY2228" fmla="*/ 3029141 h 6211920"/>
              <a:gd name="connsiteX2229" fmla="*/ 1716088 w 9635294"/>
              <a:gd name="connsiteY2229" fmla="*/ 3013405 h 6211920"/>
              <a:gd name="connsiteX2230" fmla="*/ 1718064 w 9635294"/>
              <a:gd name="connsiteY2230" fmla="*/ 3010924 h 6211920"/>
              <a:gd name="connsiteX2231" fmla="*/ 1737786 w 9635294"/>
              <a:gd name="connsiteY2231" fmla="*/ 3026658 h 6211920"/>
              <a:gd name="connsiteX2232" fmla="*/ 1741754 w 9635294"/>
              <a:gd name="connsiteY2232" fmla="*/ 3021698 h 6211920"/>
              <a:gd name="connsiteX2233" fmla="*/ 1722026 w 9635294"/>
              <a:gd name="connsiteY2233" fmla="*/ 3005950 h 6211920"/>
              <a:gd name="connsiteX2234" fmla="*/ 1719686 w 9635294"/>
              <a:gd name="connsiteY2234" fmla="*/ 3008887 h 6211920"/>
              <a:gd name="connsiteX2235" fmla="*/ 7937431 w 9635294"/>
              <a:gd name="connsiteY2235" fmla="*/ 2991117 h 6211920"/>
              <a:gd name="connsiteX2236" fmla="*/ 7938585 w 9635294"/>
              <a:gd name="connsiteY2236" fmla="*/ 2992575 h 6211920"/>
              <a:gd name="connsiteX2237" fmla="*/ 7937431 w 9635294"/>
              <a:gd name="connsiteY2237" fmla="*/ 2991117 h 6211920"/>
              <a:gd name="connsiteX2238" fmla="*/ 1702270 w 9635294"/>
              <a:gd name="connsiteY2238" fmla="*/ 2990247 h 6211920"/>
              <a:gd name="connsiteX2239" fmla="*/ 1702270 w 9635294"/>
              <a:gd name="connsiteY2239" fmla="*/ 2990247 h 6211920"/>
              <a:gd name="connsiteX2240" fmla="*/ 1700913 w 9635294"/>
              <a:gd name="connsiteY2240" fmla="*/ 2991956 h 6211920"/>
              <a:gd name="connsiteX2241" fmla="*/ 1678543 w 9635294"/>
              <a:gd name="connsiteY2241" fmla="*/ 2979550 h 6211920"/>
              <a:gd name="connsiteX2242" fmla="*/ 1698321 w 9635294"/>
              <a:gd name="connsiteY2242" fmla="*/ 2995219 h 6211920"/>
              <a:gd name="connsiteX2243" fmla="*/ 1700913 w 9635294"/>
              <a:gd name="connsiteY2243" fmla="*/ 2991956 h 6211920"/>
              <a:gd name="connsiteX2244" fmla="*/ 1696346 w 9635294"/>
              <a:gd name="connsiteY2244" fmla="*/ 2997708 h 6211920"/>
              <a:gd name="connsiteX2245" fmla="*/ 1676572 w 9635294"/>
              <a:gd name="connsiteY2245" fmla="*/ 2982043 h 6211920"/>
              <a:gd name="connsiteX2246" fmla="*/ 1682477 w 9635294"/>
              <a:gd name="connsiteY2246" fmla="*/ 2974569 h 6211920"/>
              <a:gd name="connsiteX2247" fmla="*/ 1682479 w 9635294"/>
              <a:gd name="connsiteY2247" fmla="*/ 2974570 h 6211920"/>
              <a:gd name="connsiteX2248" fmla="*/ 1678543 w 9635294"/>
              <a:gd name="connsiteY2248" fmla="*/ 2979550 h 6211920"/>
              <a:gd name="connsiteX2249" fmla="*/ 1678540 w 9635294"/>
              <a:gd name="connsiteY2249" fmla="*/ 2979547 h 6211920"/>
              <a:gd name="connsiteX2250" fmla="*/ 7955210 w 9635294"/>
              <a:gd name="connsiteY2250" fmla="*/ 2972981 h 6211920"/>
              <a:gd name="connsiteX2251" fmla="*/ 7963084 w 9635294"/>
              <a:gd name="connsiteY2251" fmla="*/ 2982944 h 6211920"/>
              <a:gd name="connsiteX2252" fmla="*/ 7943336 w 9635294"/>
              <a:gd name="connsiteY2252" fmla="*/ 2998578 h 6211920"/>
              <a:gd name="connsiteX2253" fmla="*/ 7938585 w 9635294"/>
              <a:gd name="connsiteY2253" fmla="*/ 2992575 h 6211920"/>
              <a:gd name="connsiteX2254" fmla="*/ 7941368 w 9635294"/>
              <a:gd name="connsiteY2254" fmla="*/ 2996089 h 6211920"/>
              <a:gd name="connsiteX2255" fmla="*/ 7961116 w 9635294"/>
              <a:gd name="connsiteY2255" fmla="*/ 2980455 h 6211920"/>
              <a:gd name="connsiteX2256" fmla="*/ 7957179 w 9635294"/>
              <a:gd name="connsiteY2256" fmla="*/ 2975477 h 6211920"/>
              <a:gd name="connsiteX2257" fmla="*/ 7937431 w 9635294"/>
              <a:gd name="connsiteY2257" fmla="*/ 2991117 h 6211920"/>
              <a:gd name="connsiteX2258" fmla="*/ 7935462 w 9635294"/>
              <a:gd name="connsiteY2258" fmla="*/ 2988628 h 6211920"/>
              <a:gd name="connsiteX2259" fmla="*/ 7955210 w 9635294"/>
              <a:gd name="connsiteY2259" fmla="*/ 2972981 h 6211920"/>
              <a:gd name="connsiteX2260" fmla="*/ 1684446 w 9635294"/>
              <a:gd name="connsiteY2260" fmla="*/ 2972080 h 6211920"/>
              <a:gd name="connsiteX2261" fmla="*/ 1704245 w 9635294"/>
              <a:gd name="connsiteY2261" fmla="*/ 2987758 h 6211920"/>
              <a:gd name="connsiteX2262" fmla="*/ 1702270 w 9635294"/>
              <a:gd name="connsiteY2262" fmla="*/ 2990247 h 6211920"/>
              <a:gd name="connsiteX2263" fmla="*/ 1682479 w 9635294"/>
              <a:gd name="connsiteY2263" fmla="*/ 2974570 h 6211920"/>
              <a:gd name="connsiteX2264" fmla="*/ 7976928 w 9635294"/>
              <a:gd name="connsiteY2264" fmla="*/ 2959868 h 6211920"/>
              <a:gd name="connsiteX2265" fmla="*/ 7978437 w 9635294"/>
              <a:gd name="connsiteY2265" fmla="*/ 2961780 h 6211920"/>
              <a:gd name="connsiteX2266" fmla="*/ 7976927 w 9635294"/>
              <a:gd name="connsiteY2266" fmla="*/ 2959868 h 6211920"/>
              <a:gd name="connsiteX2267" fmla="*/ 1662657 w 9635294"/>
              <a:gd name="connsiteY2267" fmla="*/ 2958928 h 6211920"/>
              <a:gd name="connsiteX2268" fmla="*/ 1662659 w 9635294"/>
              <a:gd name="connsiteY2268" fmla="*/ 2958929 h 6211920"/>
              <a:gd name="connsiteX2269" fmla="*/ 1660694 w 9635294"/>
              <a:gd name="connsiteY2269" fmla="*/ 2961421 h 6211920"/>
              <a:gd name="connsiteX2270" fmla="*/ 1640927 w 9635294"/>
              <a:gd name="connsiteY2270" fmla="*/ 2945736 h 6211920"/>
              <a:gd name="connsiteX2271" fmla="*/ 1638897 w 9635294"/>
              <a:gd name="connsiteY2271" fmla="*/ 2948324 h 6211920"/>
              <a:gd name="connsiteX2272" fmla="*/ 1658728 w 9635294"/>
              <a:gd name="connsiteY2272" fmla="*/ 2963913 h 6211920"/>
              <a:gd name="connsiteX2273" fmla="*/ 1660694 w 9635294"/>
              <a:gd name="connsiteY2273" fmla="*/ 2961421 h 6211920"/>
              <a:gd name="connsiteX2274" fmla="*/ 1656766 w 9635294"/>
              <a:gd name="connsiteY2274" fmla="*/ 2966409 h 6211920"/>
              <a:gd name="connsiteX2275" fmla="*/ 1636935 w 9635294"/>
              <a:gd name="connsiteY2275" fmla="*/ 2950820 h 6211920"/>
              <a:gd name="connsiteX2276" fmla="*/ 1642815 w 9635294"/>
              <a:gd name="connsiteY2276" fmla="*/ 2943327 h 6211920"/>
              <a:gd name="connsiteX2277" fmla="*/ 1642817 w 9635294"/>
              <a:gd name="connsiteY2277" fmla="*/ 2943329 h 6211920"/>
              <a:gd name="connsiteX2278" fmla="*/ 1640927 w 9635294"/>
              <a:gd name="connsiteY2278" fmla="*/ 2945736 h 6211920"/>
              <a:gd name="connsiteX2279" fmla="*/ 7994771 w 9635294"/>
              <a:gd name="connsiteY2279" fmla="*/ 2941803 h 6211920"/>
              <a:gd name="connsiteX2280" fmla="*/ 8002644 w 9635294"/>
              <a:gd name="connsiteY2280" fmla="*/ 2951791 h 6211920"/>
              <a:gd name="connsiteX2281" fmla="*/ 7982832 w 9635294"/>
              <a:gd name="connsiteY2281" fmla="*/ 2967349 h 6211920"/>
              <a:gd name="connsiteX2282" fmla="*/ 7978437 w 9635294"/>
              <a:gd name="connsiteY2282" fmla="*/ 2961780 h 6211920"/>
              <a:gd name="connsiteX2283" fmla="*/ 7980864 w 9635294"/>
              <a:gd name="connsiteY2283" fmla="*/ 2964853 h 6211920"/>
              <a:gd name="connsiteX2284" fmla="*/ 8000676 w 9635294"/>
              <a:gd name="connsiteY2284" fmla="*/ 2949296 h 6211920"/>
              <a:gd name="connsiteX2285" fmla="*/ 7996739 w 9635294"/>
              <a:gd name="connsiteY2285" fmla="*/ 2944305 h 6211920"/>
              <a:gd name="connsiteX2286" fmla="*/ 7976928 w 9635294"/>
              <a:gd name="connsiteY2286" fmla="*/ 2959868 h 6211920"/>
              <a:gd name="connsiteX2287" fmla="*/ 7974959 w 9635294"/>
              <a:gd name="connsiteY2287" fmla="*/ 2957373 h 6211920"/>
              <a:gd name="connsiteX2288" fmla="*/ 7994771 w 9635294"/>
              <a:gd name="connsiteY2288" fmla="*/ 2941803 h 6211920"/>
              <a:gd name="connsiteX2289" fmla="*/ 1644777 w 9635294"/>
              <a:gd name="connsiteY2289" fmla="*/ 2940831 h 6211920"/>
              <a:gd name="connsiteX2290" fmla="*/ 1664621 w 9635294"/>
              <a:gd name="connsiteY2290" fmla="*/ 2956433 h 6211920"/>
              <a:gd name="connsiteX2291" fmla="*/ 1662657 w 9635294"/>
              <a:gd name="connsiteY2291" fmla="*/ 2958928 h 6211920"/>
              <a:gd name="connsiteX2292" fmla="*/ 1642817 w 9635294"/>
              <a:gd name="connsiteY2292" fmla="*/ 2943329 h 6211920"/>
              <a:gd name="connsiteX2293" fmla="*/ 8016552 w 9635294"/>
              <a:gd name="connsiteY2293" fmla="*/ 2928773 h 6211920"/>
              <a:gd name="connsiteX2294" fmla="*/ 8017945 w 9635294"/>
              <a:gd name="connsiteY2294" fmla="*/ 2930543 h 6211920"/>
              <a:gd name="connsiteX2295" fmla="*/ 8016551 w 9635294"/>
              <a:gd name="connsiteY2295" fmla="*/ 2928773 h 6211920"/>
              <a:gd name="connsiteX2296" fmla="*/ 8038638 w 9635294"/>
              <a:gd name="connsiteY2296" fmla="*/ 2916127 h 6211920"/>
              <a:gd name="connsiteX2297" fmla="*/ 8042269 w 9635294"/>
              <a:gd name="connsiteY2297" fmla="*/ 2920784 h 6211920"/>
              <a:gd name="connsiteX2298" fmla="*/ 8022456 w 9635294"/>
              <a:gd name="connsiteY2298" fmla="*/ 2936272 h 6211920"/>
              <a:gd name="connsiteX2299" fmla="*/ 8017945 w 9635294"/>
              <a:gd name="connsiteY2299" fmla="*/ 2930543 h 6211920"/>
              <a:gd name="connsiteX2300" fmla="*/ 8020488 w 9635294"/>
              <a:gd name="connsiteY2300" fmla="*/ 2933770 h 6211920"/>
              <a:gd name="connsiteX2301" fmla="*/ 8040300 w 9635294"/>
              <a:gd name="connsiteY2301" fmla="*/ 2918276 h 6211920"/>
              <a:gd name="connsiteX2302" fmla="*/ 8036427 w 9635294"/>
              <a:gd name="connsiteY2302" fmla="*/ 2913266 h 6211920"/>
              <a:gd name="connsiteX2303" fmla="*/ 8038638 w 9635294"/>
              <a:gd name="connsiteY2303" fmla="*/ 2916127 h 6211920"/>
              <a:gd name="connsiteX2304" fmla="*/ 8036415 w 9635294"/>
              <a:gd name="connsiteY2304" fmla="*/ 2913275 h 6211920"/>
              <a:gd name="connsiteX2305" fmla="*/ 1603039 w 9635294"/>
              <a:gd name="connsiteY2305" fmla="*/ 2912224 h 6211920"/>
              <a:gd name="connsiteX2306" fmla="*/ 1603039 w 9635294"/>
              <a:gd name="connsiteY2306" fmla="*/ 2912224 h 6211920"/>
              <a:gd name="connsiteX2307" fmla="*/ 1599135 w 9635294"/>
              <a:gd name="connsiteY2307" fmla="*/ 2917235 h 6211920"/>
              <a:gd name="connsiteX2308" fmla="*/ 1599134 w 9635294"/>
              <a:gd name="connsiteY2308" fmla="*/ 2917234 h 6211920"/>
              <a:gd name="connsiteX2309" fmla="*/ 8034458 w 9635294"/>
              <a:gd name="connsiteY2309" fmla="*/ 2910764 h 6211920"/>
              <a:gd name="connsiteX2310" fmla="*/ 8036415 w 9635294"/>
              <a:gd name="connsiteY2310" fmla="*/ 2913275 h 6211920"/>
              <a:gd name="connsiteX2311" fmla="*/ 8016552 w 9635294"/>
              <a:gd name="connsiteY2311" fmla="*/ 2928773 h 6211920"/>
              <a:gd name="connsiteX2312" fmla="*/ 8014582 w 9635294"/>
              <a:gd name="connsiteY2312" fmla="*/ 2926271 h 6211920"/>
              <a:gd name="connsiteX2313" fmla="*/ 8034458 w 9635294"/>
              <a:gd name="connsiteY2313" fmla="*/ 2910764 h 6211920"/>
              <a:gd name="connsiteX2314" fmla="*/ 1604988 w 9635294"/>
              <a:gd name="connsiteY2314" fmla="*/ 2909723 h 6211920"/>
              <a:gd name="connsiteX2315" fmla="*/ 1624902 w 9635294"/>
              <a:gd name="connsiteY2315" fmla="*/ 2925261 h 6211920"/>
              <a:gd name="connsiteX2316" fmla="*/ 1617079 w 9635294"/>
              <a:gd name="connsiteY2316" fmla="*/ 2935269 h 6211920"/>
              <a:gd name="connsiteX2317" fmla="*/ 1597184 w 9635294"/>
              <a:gd name="connsiteY2317" fmla="*/ 2919737 h 6211920"/>
              <a:gd name="connsiteX2318" fmla="*/ 1599135 w 9635294"/>
              <a:gd name="connsiteY2318" fmla="*/ 2917235 h 6211920"/>
              <a:gd name="connsiteX2319" fmla="*/ 1619034 w 9635294"/>
              <a:gd name="connsiteY2319" fmla="*/ 2932767 h 6211920"/>
              <a:gd name="connsiteX2320" fmla="*/ 1622946 w 9635294"/>
              <a:gd name="connsiteY2320" fmla="*/ 2927763 h 6211920"/>
              <a:gd name="connsiteX2321" fmla="*/ 1603039 w 9635294"/>
              <a:gd name="connsiteY2321" fmla="*/ 2912224 h 6211920"/>
              <a:gd name="connsiteX2322" fmla="*/ 8058284 w 9635294"/>
              <a:gd name="connsiteY2322" fmla="*/ 2900377 h 6211920"/>
              <a:gd name="connsiteX2323" fmla="*/ 8060185 w 9635294"/>
              <a:gd name="connsiteY2323" fmla="*/ 2902819 h 6211920"/>
              <a:gd name="connsiteX2324" fmla="*/ 8060176 w 9635294"/>
              <a:gd name="connsiteY2324" fmla="*/ 2902826 h 6211920"/>
              <a:gd name="connsiteX2325" fmla="*/ 1583111 w 9635294"/>
              <a:gd name="connsiteY2325" fmla="*/ 2896729 h 6211920"/>
              <a:gd name="connsiteX2326" fmla="*/ 1583113 w 9635294"/>
              <a:gd name="connsiteY2326" fmla="*/ 2896730 h 6211920"/>
              <a:gd name="connsiteX2327" fmla="*/ 1579221 w 9635294"/>
              <a:gd name="connsiteY2327" fmla="*/ 2901747 h 6211920"/>
              <a:gd name="connsiteX2328" fmla="*/ 1579218 w 9635294"/>
              <a:gd name="connsiteY2328" fmla="*/ 2901746 h 6211920"/>
              <a:gd name="connsiteX2329" fmla="*/ 8080093 w 9635294"/>
              <a:gd name="connsiteY2329" fmla="*/ 2887432 h 6211920"/>
              <a:gd name="connsiteX2330" fmla="*/ 8082019 w 9635294"/>
              <a:gd name="connsiteY2330" fmla="*/ 2889930 h 6211920"/>
              <a:gd name="connsiteX2331" fmla="*/ 8062144 w 9635294"/>
              <a:gd name="connsiteY2331" fmla="*/ 2905335 h 6211920"/>
              <a:gd name="connsiteX2332" fmla="*/ 8060185 w 9635294"/>
              <a:gd name="connsiteY2332" fmla="*/ 2902819 h 6211920"/>
              <a:gd name="connsiteX2333" fmla="*/ 1559283 w 9635294"/>
              <a:gd name="connsiteY2333" fmla="*/ 2886305 h 6211920"/>
              <a:gd name="connsiteX2334" fmla="*/ 1579218 w 9635294"/>
              <a:gd name="connsiteY2334" fmla="*/ 2901746 h 6211920"/>
              <a:gd name="connsiteX2335" fmla="*/ 1577271 w 9635294"/>
              <a:gd name="connsiteY2335" fmla="*/ 2904255 h 6211920"/>
              <a:gd name="connsiteX2336" fmla="*/ 1557338 w 9635294"/>
              <a:gd name="connsiteY2336" fmla="*/ 2888818 h 6211920"/>
              <a:gd name="connsiteX2337" fmla="*/ 8077957 w 9635294"/>
              <a:gd name="connsiteY2337" fmla="*/ 2884662 h 6211920"/>
              <a:gd name="connsiteX2338" fmla="*/ 8080115 w 9635294"/>
              <a:gd name="connsiteY2338" fmla="*/ 2887415 h 6211920"/>
              <a:gd name="connsiteX2339" fmla="*/ 8080093 w 9635294"/>
              <a:gd name="connsiteY2339" fmla="*/ 2887432 h 6211920"/>
              <a:gd name="connsiteX2340" fmla="*/ 1563167 w 9635294"/>
              <a:gd name="connsiteY2340" fmla="*/ 2881281 h 6211920"/>
              <a:gd name="connsiteX2341" fmla="*/ 1563169 w 9635294"/>
              <a:gd name="connsiteY2341" fmla="*/ 2881282 h 6211920"/>
              <a:gd name="connsiteX2342" fmla="*/ 1559283 w 9635294"/>
              <a:gd name="connsiteY2342" fmla="*/ 2886305 h 6211920"/>
              <a:gd name="connsiteX2343" fmla="*/ 1559281 w 9635294"/>
              <a:gd name="connsiteY2343" fmla="*/ 2886304 h 6211920"/>
              <a:gd name="connsiteX2344" fmla="*/ 8074273 w 9635294"/>
              <a:gd name="connsiteY2344" fmla="*/ 2879884 h 6211920"/>
              <a:gd name="connsiteX2345" fmla="*/ 8077957 w 9635294"/>
              <a:gd name="connsiteY2345" fmla="*/ 2884662 h 6211920"/>
              <a:gd name="connsiteX2346" fmla="*/ 8076178 w 9635294"/>
              <a:gd name="connsiteY2346" fmla="*/ 2882392 h 6211920"/>
              <a:gd name="connsiteX2347" fmla="*/ 8056302 w 9635294"/>
              <a:gd name="connsiteY2347" fmla="*/ 2897810 h 6211920"/>
              <a:gd name="connsiteX2348" fmla="*/ 8058284 w 9635294"/>
              <a:gd name="connsiteY2348" fmla="*/ 2900377 h 6211920"/>
              <a:gd name="connsiteX2349" fmla="*/ 8054334 w 9635294"/>
              <a:gd name="connsiteY2349" fmla="*/ 2895302 h 6211920"/>
              <a:gd name="connsiteX2350" fmla="*/ 8074273 w 9635294"/>
              <a:gd name="connsiteY2350" fmla="*/ 2879884 h 6211920"/>
              <a:gd name="connsiteX2351" fmla="*/ 1565110 w 9635294"/>
              <a:gd name="connsiteY2351" fmla="*/ 2878772 h 6211920"/>
              <a:gd name="connsiteX2352" fmla="*/ 1585055 w 9635294"/>
              <a:gd name="connsiteY2352" fmla="*/ 2894222 h 6211920"/>
              <a:gd name="connsiteX2353" fmla="*/ 1583111 w 9635294"/>
              <a:gd name="connsiteY2353" fmla="*/ 2896729 h 6211920"/>
              <a:gd name="connsiteX2354" fmla="*/ 1563169 w 9635294"/>
              <a:gd name="connsiteY2354" fmla="*/ 2881282 h 6211920"/>
              <a:gd name="connsiteX2355" fmla="*/ 8096136 w 9635294"/>
              <a:gd name="connsiteY2355" fmla="*/ 2866979 h 6211920"/>
              <a:gd name="connsiteX2356" fmla="*/ 8098057 w 9635294"/>
              <a:gd name="connsiteY2356" fmla="*/ 2869475 h 6211920"/>
              <a:gd name="connsiteX2357" fmla="*/ 8096117 w 9635294"/>
              <a:gd name="connsiteY2357" fmla="*/ 2866993 h 6211920"/>
              <a:gd name="connsiteX2358" fmla="*/ 8119982 w 9635294"/>
              <a:gd name="connsiteY2358" fmla="*/ 2856690 h 6211920"/>
              <a:gd name="connsiteX2359" fmla="*/ 8121898 w 9635294"/>
              <a:gd name="connsiteY2359" fmla="*/ 2859202 h 6211920"/>
              <a:gd name="connsiteX2360" fmla="*/ 8101959 w 9635294"/>
              <a:gd name="connsiteY2360" fmla="*/ 2874544 h 6211920"/>
              <a:gd name="connsiteX2361" fmla="*/ 8098057 w 9635294"/>
              <a:gd name="connsiteY2361" fmla="*/ 2869475 h 6211920"/>
              <a:gd name="connsiteX2362" fmla="*/ 8100054 w 9635294"/>
              <a:gd name="connsiteY2362" fmla="*/ 2872029 h 6211920"/>
              <a:gd name="connsiteX2363" fmla="*/ 8118016 w 9635294"/>
              <a:gd name="connsiteY2363" fmla="*/ 2854112 h 6211920"/>
              <a:gd name="connsiteX2364" fmla="*/ 8119993 w 9635294"/>
              <a:gd name="connsiteY2364" fmla="*/ 2856681 h 6211920"/>
              <a:gd name="connsiteX2365" fmla="*/ 8119982 w 9635294"/>
              <a:gd name="connsiteY2365" fmla="*/ 2856690 h 6211920"/>
              <a:gd name="connsiteX2366" fmla="*/ 1521265 w 9635294"/>
              <a:gd name="connsiteY2366" fmla="*/ 2852919 h 6211920"/>
              <a:gd name="connsiteX2367" fmla="*/ 1519284 w 9635294"/>
              <a:gd name="connsiteY2367" fmla="*/ 2855502 h 6211920"/>
              <a:gd name="connsiteX2368" fmla="*/ 1519282 w 9635294"/>
              <a:gd name="connsiteY2368" fmla="*/ 2855500 h 6211920"/>
              <a:gd name="connsiteX2369" fmla="*/ 8114214 w 9635294"/>
              <a:gd name="connsiteY2369" fmla="*/ 2849125 h 6211920"/>
              <a:gd name="connsiteX2370" fmla="*/ 8118016 w 9635294"/>
              <a:gd name="connsiteY2370" fmla="*/ 2854112 h 6211920"/>
              <a:gd name="connsiteX2371" fmla="*/ 8116119 w 9635294"/>
              <a:gd name="connsiteY2371" fmla="*/ 2851645 h 6211920"/>
              <a:gd name="connsiteX2372" fmla="*/ 8096136 w 9635294"/>
              <a:gd name="connsiteY2372" fmla="*/ 2866979 h 6211920"/>
              <a:gd name="connsiteX2373" fmla="*/ 8094212 w 9635294"/>
              <a:gd name="connsiteY2373" fmla="*/ 2864479 h 6211920"/>
              <a:gd name="connsiteX2374" fmla="*/ 8114214 w 9635294"/>
              <a:gd name="connsiteY2374" fmla="*/ 2849125 h 6211920"/>
              <a:gd name="connsiteX2375" fmla="*/ 1525080 w 9635294"/>
              <a:gd name="connsiteY2375" fmla="*/ 2847943 h 6211920"/>
              <a:gd name="connsiteX2376" fmla="*/ 1545108 w 9635294"/>
              <a:gd name="connsiteY2376" fmla="*/ 2863336 h 6211920"/>
              <a:gd name="connsiteX2377" fmla="*/ 1537355 w 9635294"/>
              <a:gd name="connsiteY2377" fmla="*/ 2873401 h 6211920"/>
              <a:gd name="connsiteX2378" fmla="*/ 1517352 w 9635294"/>
              <a:gd name="connsiteY2378" fmla="*/ 2858021 h 6211920"/>
              <a:gd name="connsiteX2379" fmla="*/ 1519284 w 9635294"/>
              <a:gd name="connsiteY2379" fmla="*/ 2855502 h 6211920"/>
              <a:gd name="connsiteX2380" fmla="*/ 1539291 w 9635294"/>
              <a:gd name="connsiteY2380" fmla="*/ 2870880 h 6211920"/>
              <a:gd name="connsiteX2381" fmla="*/ 1543165 w 9635294"/>
              <a:gd name="connsiteY2381" fmla="*/ 2865850 h 6211920"/>
              <a:gd name="connsiteX2382" fmla="*/ 1523149 w 9635294"/>
              <a:gd name="connsiteY2382" fmla="*/ 2850465 h 6211920"/>
              <a:gd name="connsiteX2383" fmla="*/ 1521265 w 9635294"/>
              <a:gd name="connsiteY2383" fmla="*/ 2852919 h 6211920"/>
              <a:gd name="connsiteX2384" fmla="*/ 8138018 w 9635294"/>
              <a:gd name="connsiteY2384" fmla="*/ 2838849 h 6211920"/>
              <a:gd name="connsiteX2385" fmla="*/ 8139952 w 9635294"/>
              <a:gd name="connsiteY2385" fmla="*/ 2841368 h 6211920"/>
              <a:gd name="connsiteX2386" fmla="*/ 8139931 w 9635294"/>
              <a:gd name="connsiteY2386" fmla="*/ 2841384 h 6211920"/>
              <a:gd name="connsiteX2387" fmla="*/ 1501478 w 9635294"/>
              <a:gd name="connsiteY2387" fmla="*/ 2837268 h 6211920"/>
              <a:gd name="connsiteX2388" fmla="*/ 1499261 w 9635294"/>
              <a:gd name="connsiteY2388" fmla="*/ 2840171 h 6211920"/>
              <a:gd name="connsiteX2389" fmla="*/ 1499259 w 9635294"/>
              <a:gd name="connsiteY2389" fmla="*/ 2840170 h 6211920"/>
              <a:gd name="connsiteX2390" fmla="*/ 8159987 w 9635294"/>
              <a:gd name="connsiteY2390" fmla="*/ 2826115 h 6211920"/>
              <a:gd name="connsiteX2391" fmla="*/ 8161903 w 9635294"/>
              <a:gd name="connsiteY2391" fmla="*/ 2828633 h 6211920"/>
              <a:gd name="connsiteX2392" fmla="*/ 8141900 w 9635294"/>
              <a:gd name="connsiteY2392" fmla="*/ 2843905 h 6211920"/>
              <a:gd name="connsiteX2393" fmla="*/ 8139952 w 9635294"/>
              <a:gd name="connsiteY2393" fmla="*/ 2841368 h 6211920"/>
              <a:gd name="connsiteX2394" fmla="*/ 1479196 w 9635294"/>
              <a:gd name="connsiteY2394" fmla="*/ 2824862 h 6211920"/>
              <a:gd name="connsiteX2395" fmla="*/ 1499259 w 9635294"/>
              <a:gd name="connsiteY2395" fmla="*/ 2840170 h 6211920"/>
              <a:gd name="connsiteX2396" fmla="*/ 1497330 w 9635294"/>
              <a:gd name="connsiteY2396" fmla="*/ 2842692 h 6211920"/>
              <a:gd name="connsiteX2397" fmla="*/ 1477271 w 9635294"/>
              <a:gd name="connsiteY2397" fmla="*/ 2827388 h 6211920"/>
              <a:gd name="connsiteX2398" fmla="*/ 8158051 w 9635294"/>
              <a:gd name="connsiteY2398" fmla="*/ 2823569 h 6211920"/>
              <a:gd name="connsiteX2399" fmla="*/ 8159998 w 9635294"/>
              <a:gd name="connsiteY2399" fmla="*/ 2826106 h 6211920"/>
              <a:gd name="connsiteX2400" fmla="*/ 8159987 w 9635294"/>
              <a:gd name="connsiteY2400" fmla="*/ 2826115 h 6211920"/>
              <a:gd name="connsiteX2401" fmla="*/ 1481119 w 9635294"/>
              <a:gd name="connsiteY2401" fmla="*/ 2822337 h 6211920"/>
              <a:gd name="connsiteX2402" fmla="*/ 1479196 w 9635294"/>
              <a:gd name="connsiteY2402" fmla="*/ 2824862 h 6211920"/>
              <a:gd name="connsiteX2403" fmla="*/ 1479195 w 9635294"/>
              <a:gd name="connsiteY2403" fmla="*/ 2824861 h 6211920"/>
              <a:gd name="connsiteX2404" fmla="*/ 8154219 w 9635294"/>
              <a:gd name="connsiteY2404" fmla="*/ 2818530 h 6211920"/>
              <a:gd name="connsiteX2405" fmla="*/ 8158051 w 9635294"/>
              <a:gd name="connsiteY2405" fmla="*/ 2823569 h 6211920"/>
              <a:gd name="connsiteX2406" fmla="*/ 8156124 w 9635294"/>
              <a:gd name="connsiteY2406" fmla="*/ 2821057 h 6211920"/>
              <a:gd name="connsiteX2407" fmla="*/ 8136122 w 9635294"/>
              <a:gd name="connsiteY2407" fmla="*/ 2836336 h 6211920"/>
              <a:gd name="connsiteX2408" fmla="*/ 8138018 w 9635294"/>
              <a:gd name="connsiteY2408" fmla="*/ 2838849 h 6211920"/>
              <a:gd name="connsiteX2409" fmla="*/ 8134153 w 9635294"/>
              <a:gd name="connsiteY2409" fmla="*/ 2833815 h 6211920"/>
              <a:gd name="connsiteX2410" fmla="*/ 8154219 w 9635294"/>
              <a:gd name="connsiteY2410" fmla="*/ 2818530 h 6211920"/>
              <a:gd name="connsiteX2411" fmla="*/ 1484968 w 9635294"/>
              <a:gd name="connsiteY2411" fmla="*/ 2817286 h 6211920"/>
              <a:gd name="connsiteX2412" fmla="*/ 1505045 w 9635294"/>
              <a:gd name="connsiteY2412" fmla="*/ 2832602 h 6211920"/>
              <a:gd name="connsiteX2413" fmla="*/ 1501478 w 9635294"/>
              <a:gd name="connsiteY2413" fmla="*/ 2837268 h 6211920"/>
              <a:gd name="connsiteX2414" fmla="*/ 1503115 w 9635294"/>
              <a:gd name="connsiteY2414" fmla="*/ 2835123 h 6211920"/>
              <a:gd name="connsiteX2415" fmla="*/ 1483043 w 9635294"/>
              <a:gd name="connsiteY2415" fmla="*/ 2819813 h 6211920"/>
              <a:gd name="connsiteX2416" fmla="*/ 1481119 w 9635294"/>
              <a:gd name="connsiteY2416" fmla="*/ 2822337 h 6211920"/>
              <a:gd name="connsiteX2417" fmla="*/ 8176202 w 9635294"/>
              <a:gd name="connsiteY2417" fmla="*/ 2805802 h 6211920"/>
              <a:gd name="connsiteX2418" fmla="*/ 8180029 w 9635294"/>
              <a:gd name="connsiteY2418" fmla="*/ 2810844 h 6211920"/>
              <a:gd name="connsiteX2419" fmla="*/ 8180000 w 9635294"/>
              <a:gd name="connsiteY2419" fmla="*/ 2810866 h 6211920"/>
              <a:gd name="connsiteX2420" fmla="*/ 8176190 w 9635294"/>
              <a:gd name="connsiteY2420" fmla="*/ 2805811 h 6211920"/>
              <a:gd name="connsiteX2421" fmla="*/ 1462931 w 9635294"/>
              <a:gd name="connsiteY2421" fmla="*/ 2804534 h 6211920"/>
              <a:gd name="connsiteX2422" fmla="*/ 1462932 w 9635294"/>
              <a:gd name="connsiteY2422" fmla="*/ 2804535 h 6211920"/>
              <a:gd name="connsiteX2423" fmla="*/ 1461015 w 9635294"/>
              <a:gd name="connsiteY2423" fmla="*/ 2807062 h 6211920"/>
              <a:gd name="connsiteX2424" fmla="*/ 8200066 w 9635294"/>
              <a:gd name="connsiteY2424" fmla="*/ 2795677 h 6211920"/>
              <a:gd name="connsiteX2425" fmla="*/ 8201971 w 9635294"/>
              <a:gd name="connsiteY2425" fmla="*/ 2798210 h 6211920"/>
              <a:gd name="connsiteX2426" fmla="*/ 8181969 w 9635294"/>
              <a:gd name="connsiteY2426" fmla="*/ 2813399 h 6211920"/>
              <a:gd name="connsiteX2427" fmla="*/ 8180029 w 9635294"/>
              <a:gd name="connsiteY2427" fmla="*/ 2810844 h 6211920"/>
              <a:gd name="connsiteX2428" fmla="*/ 1440784 w 9635294"/>
              <a:gd name="connsiteY2428" fmla="*/ 2791987 h 6211920"/>
              <a:gd name="connsiteX2429" fmla="*/ 1438987 w 9635294"/>
              <a:gd name="connsiteY2429" fmla="*/ 2794368 h 6211920"/>
              <a:gd name="connsiteX2430" fmla="*/ 1459098 w 9635294"/>
              <a:gd name="connsiteY2430" fmla="*/ 2809589 h 6211920"/>
              <a:gd name="connsiteX2431" fmla="*/ 1461015 w 9635294"/>
              <a:gd name="connsiteY2431" fmla="*/ 2807062 h 6211920"/>
              <a:gd name="connsiteX2432" fmla="*/ 1457179 w 9635294"/>
              <a:gd name="connsiteY2432" fmla="*/ 2812123 h 6211920"/>
              <a:gd name="connsiteX2433" fmla="*/ 1437069 w 9635294"/>
              <a:gd name="connsiteY2433" fmla="*/ 2796902 h 6211920"/>
              <a:gd name="connsiteX2434" fmla="*/ 8196257 w 9635294"/>
              <a:gd name="connsiteY2434" fmla="*/ 2790609 h 6211920"/>
              <a:gd name="connsiteX2435" fmla="*/ 8200067 w 9635294"/>
              <a:gd name="connsiteY2435" fmla="*/ 2795676 h 6211920"/>
              <a:gd name="connsiteX2436" fmla="*/ 8200066 w 9635294"/>
              <a:gd name="connsiteY2436" fmla="*/ 2795677 h 6211920"/>
              <a:gd name="connsiteX2437" fmla="*/ 8196256 w 9635294"/>
              <a:gd name="connsiteY2437" fmla="*/ 2790610 h 6211920"/>
              <a:gd name="connsiteX2438" fmla="*/ 1442810 w 9635294"/>
              <a:gd name="connsiteY2438" fmla="*/ 2789301 h 6211920"/>
              <a:gd name="connsiteX2439" fmla="*/ 1442812 w 9635294"/>
              <a:gd name="connsiteY2439" fmla="*/ 2789303 h 6211920"/>
              <a:gd name="connsiteX2440" fmla="*/ 1440784 w 9635294"/>
              <a:gd name="connsiteY2440" fmla="*/ 2791987 h 6211920"/>
              <a:gd name="connsiteX2441" fmla="*/ 8194351 w 9635294"/>
              <a:gd name="connsiteY2441" fmla="*/ 2788076 h 6211920"/>
              <a:gd name="connsiteX2442" fmla="*/ 8196256 w 9635294"/>
              <a:gd name="connsiteY2442" fmla="*/ 2790610 h 6211920"/>
              <a:gd name="connsiteX2443" fmla="*/ 8176202 w 9635294"/>
              <a:gd name="connsiteY2443" fmla="*/ 2805802 h 6211920"/>
              <a:gd name="connsiteX2444" fmla="*/ 8174285 w 9635294"/>
              <a:gd name="connsiteY2444" fmla="*/ 2803277 h 6211920"/>
              <a:gd name="connsiteX2445" fmla="*/ 8194351 w 9635294"/>
              <a:gd name="connsiteY2445" fmla="*/ 2788076 h 6211920"/>
              <a:gd name="connsiteX2446" fmla="*/ 1444727 w 9635294"/>
              <a:gd name="connsiteY2446" fmla="*/ 2786768 h 6211920"/>
              <a:gd name="connsiteX2447" fmla="*/ 1464851 w 9635294"/>
              <a:gd name="connsiteY2447" fmla="*/ 2802001 h 6211920"/>
              <a:gd name="connsiteX2448" fmla="*/ 1462931 w 9635294"/>
              <a:gd name="connsiteY2448" fmla="*/ 2804534 h 6211920"/>
              <a:gd name="connsiteX2449" fmla="*/ 1442812 w 9635294"/>
              <a:gd name="connsiteY2449" fmla="*/ 2789303 h 6211920"/>
              <a:gd name="connsiteX2450" fmla="*/ 8216331 w 9635294"/>
              <a:gd name="connsiteY2450" fmla="*/ 2775445 h 6211920"/>
              <a:gd name="connsiteX2451" fmla="*/ 8218010 w 9635294"/>
              <a:gd name="connsiteY2451" fmla="*/ 2777662 h 6211920"/>
              <a:gd name="connsiteX2452" fmla="*/ 8216322 w 9635294"/>
              <a:gd name="connsiteY2452" fmla="*/ 2775452 h 6211920"/>
              <a:gd name="connsiteX2453" fmla="*/ 1422326 w 9635294"/>
              <a:gd name="connsiteY2453" fmla="*/ 2774567 h 6211920"/>
              <a:gd name="connsiteX2454" fmla="*/ 1418851 w 9635294"/>
              <a:gd name="connsiteY2454" fmla="*/ 2779186 h 6211920"/>
              <a:gd name="connsiteX2455" fmla="*/ 1418851 w 9635294"/>
              <a:gd name="connsiteY2455" fmla="*/ 2779186 h 6211920"/>
              <a:gd name="connsiteX2456" fmla="*/ 8234610 w 9635294"/>
              <a:gd name="connsiteY2456" fmla="*/ 2757773 h 6211920"/>
              <a:gd name="connsiteX2457" fmla="*/ 8242231 w 9635294"/>
              <a:gd name="connsiteY2457" fmla="*/ 2767933 h 6211920"/>
              <a:gd name="connsiteX2458" fmla="*/ 8222101 w 9635294"/>
              <a:gd name="connsiteY2458" fmla="*/ 2783066 h 6211920"/>
              <a:gd name="connsiteX2459" fmla="*/ 8218010 w 9635294"/>
              <a:gd name="connsiteY2459" fmla="*/ 2777662 h 6211920"/>
              <a:gd name="connsiteX2460" fmla="*/ 8220196 w 9635294"/>
              <a:gd name="connsiteY2460" fmla="*/ 2780525 h 6211920"/>
              <a:gd name="connsiteX2461" fmla="*/ 8240325 w 9635294"/>
              <a:gd name="connsiteY2461" fmla="*/ 2765393 h 6211920"/>
              <a:gd name="connsiteX2462" fmla="*/ 8236515 w 9635294"/>
              <a:gd name="connsiteY2462" fmla="*/ 2760313 h 6211920"/>
              <a:gd name="connsiteX2463" fmla="*/ 8216331 w 9635294"/>
              <a:gd name="connsiteY2463" fmla="*/ 2775445 h 6211920"/>
              <a:gd name="connsiteX2464" fmla="*/ 8214418 w 9635294"/>
              <a:gd name="connsiteY2464" fmla="*/ 2772918 h 6211920"/>
              <a:gd name="connsiteX2465" fmla="*/ 8234610 w 9635294"/>
              <a:gd name="connsiteY2465" fmla="*/ 2757773 h 6211920"/>
              <a:gd name="connsiteX2466" fmla="*/ 1404366 w 9635294"/>
              <a:gd name="connsiteY2466" fmla="*/ 2756395 h 6211920"/>
              <a:gd name="connsiteX2467" fmla="*/ 1424578 w 9635294"/>
              <a:gd name="connsiteY2467" fmla="*/ 2771572 h 6211920"/>
              <a:gd name="connsiteX2468" fmla="*/ 1422326 w 9635294"/>
              <a:gd name="connsiteY2468" fmla="*/ 2774567 h 6211920"/>
              <a:gd name="connsiteX2469" fmla="*/ 1422667 w 9635294"/>
              <a:gd name="connsiteY2469" fmla="*/ 2774112 h 6211920"/>
              <a:gd name="connsiteX2470" fmla="*/ 1402462 w 9635294"/>
              <a:gd name="connsiteY2470" fmla="*/ 2758942 h 6211920"/>
              <a:gd name="connsiteX2471" fmla="*/ 1398658 w 9635294"/>
              <a:gd name="connsiteY2471" fmla="*/ 2764022 h 6211920"/>
              <a:gd name="connsiteX2472" fmla="*/ 1418851 w 9635294"/>
              <a:gd name="connsiteY2472" fmla="*/ 2779186 h 6211920"/>
              <a:gd name="connsiteX2473" fmla="*/ 1416940 w 9635294"/>
              <a:gd name="connsiteY2473" fmla="*/ 2781726 h 6211920"/>
              <a:gd name="connsiteX2474" fmla="*/ 1396754 w 9635294"/>
              <a:gd name="connsiteY2474" fmla="*/ 2766562 h 6211920"/>
              <a:gd name="connsiteX2475" fmla="*/ 1380449 w 9635294"/>
              <a:gd name="connsiteY2475" fmla="*/ 2746231 h 6211920"/>
              <a:gd name="connsiteX2476" fmla="*/ 1378453 w 9635294"/>
              <a:gd name="connsiteY2476" fmla="*/ 2748909 h 6211920"/>
              <a:gd name="connsiteX2477" fmla="*/ 1378451 w 9635294"/>
              <a:gd name="connsiteY2477" fmla="*/ 2748908 h 6211920"/>
              <a:gd name="connsiteX2478" fmla="*/ 8256645 w 9635294"/>
              <a:gd name="connsiteY2478" fmla="*/ 2745225 h 6211920"/>
              <a:gd name="connsiteX2479" fmla="*/ 8259272 w 9635294"/>
              <a:gd name="connsiteY2479" fmla="*/ 2748733 h 6211920"/>
              <a:gd name="connsiteX2480" fmla="*/ 8256644 w 9635294"/>
              <a:gd name="connsiteY2480" fmla="*/ 2745226 h 6211920"/>
              <a:gd name="connsiteX2481" fmla="*/ 8280648 w 9635294"/>
              <a:gd name="connsiteY2481" fmla="*/ 2735282 h 6211920"/>
              <a:gd name="connsiteX2482" fmla="*/ 8282553 w 9635294"/>
              <a:gd name="connsiteY2482" fmla="*/ 2737828 h 6211920"/>
              <a:gd name="connsiteX2483" fmla="*/ 8262360 w 9635294"/>
              <a:gd name="connsiteY2483" fmla="*/ 2752858 h 6211920"/>
              <a:gd name="connsiteX2484" fmla="*/ 8259272 w 9635294"/>
              <a:gd name="connsiteY2484" fmla="*/ 2748733 h 6211920"/>
              <a:gd name="connsiteX2485" fmla="*/ 8260455 w 9635294"/>
              <a:gd name="connsiteY2485" fmla="*/ 2750312 h 6211920"/>
              <a:gd name="connsiteX2486" fmla="*/ 1358235 w 9635294"/>
              <a:gd name="connsiteY2486" fmla="*/ 2733848 h 6211920"/>
              <a:gd name="connsiteX2487" fmla="*/ 1378451 w 9635294"/>
              <a:gd name="connsiteY2487" fmla="*/ 2748908 h 6211920"/>
              <a:gd name="connsiteX2488" fmla="*/ 1376553 w 9635294"/>
              <a:gd name="connsiteY2488" fmla="*/ 2751449 h 6211920"/>
              <a:gd name="connsiteX2489" fmla="*/ 1356341 w 9635294"/>
              <a:gd name="connsiteY2489" fmla="*/ 2736393 h 6211920"/>
              <a:gd name="connsiteX2490" fmla="*/ 8276838 w 9635294"/>
              <a:gd name="connsiteY2490" fmla="*/ 2730189 h 6211920"/>
              <a:gd name="connsiteX2491" fmla="*/ 8280648 w 9635294"/>
              <a:gd name="connsiteY2491" fmla="*/ 2735282 h 6211920"/>
              <a:gd name="connsiteX2492" fmla="*/ 8280648 w 9635294"/>
              <a:gd name="connsiteY2492" fmla="*/ 2735282 h 6211920"/>
              <a:gd name="connsiteX2493" fmla="*/ 8276837 w 9635294"/>
              <a:gd name="connsiteY2493" fmla="*/ 2730190 h 6211920"/>
              <a:gd name="connsiteX2494" fmla="*/ 1362025 w 9635294"/>
              <a:gd name="connsiteY2494" fmla="*/ 2728748 h 6211920"/>
              <a:gd name="connsiteX2495" fmla="*/ 1362028 w 9635294"/>
              <a:gd name="connsiteY2495" fmla="*/ 2728750 h 6211920"/>
              <a:gd name="connsiteX2496" fmla="*/ 1358235 w 9635294"/>
              <a:gd name="connsiteY2496" fmla="*/ 2733848 h 6211920"/>
              <a:gd name="connsiteX2497" fmla="*/ 1358233 w 9635294"/>
              <a:gd name="connsiteY2497" fmla="*/ 2733846 h 6211920"/>
              <a:gd name="connsiteX2498" fmla="*/ 8274932 w 9635294"/>
              <a:gd name="connsiteY2498" fmla="*/ 2727643 h 6211920"/>
              <a:gd name="connsiteX2499" fmla="*/ 8276837 w 9635294"/>
              <a:gd name="connsiteY2499" fmla="*/ 2730190 h 6211920"/>
              <a:gd name="connsiteX2500" fmla="*/ 8256645 w 9635294"/>
              <a:gd name="connsiteY2500" fmla="*/ 2745225 h 6211920"/>
              <a:gd name="connsiteX2501" fmla="*/ 8254740 w 9635294"/>
              <a:gd name="connsiteY2501" fmla="*/ 2742680 h 6211920"/>
              <a:gd name="connsiteX2502" fmla="*/ 8274932 w 9635294"/>
              <a:gd name="connsiteY2502" fmla="*/ 2727643 h 6211920"/>
              <a:gd name="connsiteX2503" fmla="*/ 1363924 w 9635294"/>
              <a:gd name="connsiteY2503" fmla="*/ 2726201 h 6211920"/>
              <a:gd name="connsiteX2504" fmla="*/ 1384148 w 9635294"/>
              <a:gd name="connsiteY2504" fmla="*/ 2741276 h 6211920"/>
              <a:gd name="connsiteX2505" fmla="*/ 1380449 w 9635294"/>
              <a:gd name="connsiteY2505" fmla="*/ 2746231 h 6211920"/>
              <a:gd name="connsiteX2506" fmla="*/ 1382249 w 9635294"/>
              <a:gd name="connsiteY2506" fmla="*/ 2743816 h 6211920"/>
              <a:gd name="connsiteX2507" fmla="*/ 1362028 w 9635294"/>
              <a:gd name="connsiteY2507" fmla="*/ 2728750 h 6211920"/>
              <a:gd name="connsiteX2508" fmla="*/ 8298935 w 9635294"/>
              <a:gd name="connsiteY2508" fmla="*/ 2717670 h 6211920"/>
              <a:gd name="connsiteX2509" fmla="*/ 8300851 w 9635294"/>
              <a:gd name="connsiteY2509" fmla="*/ 2720257 h 6211920"/>
              <a:gd name="connsiteX2510" fmla="*/ 8300841 w 9635294"/>
              <a:gd name="connsiteY2510" fmla="*/ 2720264 h 6211920"/>
              <a:gd name="connsiteX2511" fmla="*/ 8319233 w 9635294"/>
              <a:gd name="connsiteY2511" fmla="*/ 2702754 h 6211920"/>
              <a:gd name="connsiteX2512" fmla="*/ 8323002 w 9635294"/>
              <a:gd name="connsiteY2512" fmla="*/ 2707850 h 6211920"/>
              <a:gd name="connsiteX2513" fmla="*/ 8302746 w 9635294"/>
              <a:gd name="connsiteY2513" fmla="*/ 2722816 h 6211920"/>
              <a:gd name="connsiteX2514" fmla="*/ 8300851 w 9635294"/>
              <a:gd name="connsiteY2514" fmla="*/ 2720257 h 6211920"/>
              <a:gd name="connsiteX2515" fmla="*/ 8321097 w 9635294"/>
              <a:gd name="connsiteY2515" fmla="*/ 2705297 h 6211920"/>
              <a:gd name="connsiteX2516" fmla="*/ 8317351 w 9635294"/>
              <a:gd name="connsiteY2516" fmla="*/ 2700185 h 6211920"/>
              <a:gd name="connsiteX2517" fmla="*/ 8319233 w 9635294"/>
              <a:gd name="connsiteY2517" fmla="*/ 2702754 h 6211920"/>
              <a:gd name="connsiteX2518" fmla="*/ 8317340 w 9635294"/>
              <a:gd name="connsiteY2518" fmla="*/ 2700193 h 6211920"/>
              <a:gd name="connsiteX2519" fmla="*/ 1321429 w 9635294"/>
              <a:gd name="connsiteY2519" fmla="*/ 2698680 h 6211920"/>
              <a:gd name="connsiteX2520" fmla="*/ 1321431 w 9635294"/>
              <a:gd name="connsiteY2520" fmla="*/ 2698682 h 6211920"/>
              <a:gd name="connsiteX2521" fmla="*/ 1319384 w 9635294"/>
              <a:gd name="connsiteY2521" fmla="*/ 2701456 h 6211920"/>
              <a:gd name="connsiteX2522" fmla="*/ 8315446 w 9635294"/>
              <a:gd name="connsiteY2522" fmla="*/ 2697632 h 6211920"/>
              <a:gd name="connsiteX2523" fmla="*/ 8317340 w 9635294"/>
              <a:gd name="connsiteY2523" fmla="*/ 2700193 h 6211920"/>
              <a:gd name="connsiteX2524" fmla="*/ 8297094 w 9635294"/>
              <a:gd name="connsiteY2524" fmla="*/ 2715165 h 6211920"/>
              <a:gd name="connsiteX2525" fmla="*/ 8298935 w 9635294"/>
              <a:gd name="connsiteY2525" fmla="*/ 2717670 h 6211920"/>
              <a:gd name="connsiteX2526" fmla="*/ 8295189 w 9635294"/>
              <a:gd name="connsiteY2526" fmla="*/ 2712612 h 6211920"/>
              <a:gd name="connsiteX2527" fmla="*/ 8315446 w 9635294"/>
              <a:gd name="connsiteY2527" fmla="*/ 2697632 h 6211920"/>
              <a:gd name="connsiteX2528" fmla="*/ 1323315 w 9635294"/>
              <a:gd name="connsiteY2528" fmla="*/ 2696127 h 6211920"/>
              <a:gd name="connsiteX2529" fmla="*/ 1343629 w 9635294"/>
              <a:gd name="connsiteY2529" fmla="*/ 2711139 h 6211920"/>
              <a:gd name="connsiteX2530" fmla="*/ 1336072 w 9635294"/>
              <a:gd name="connsiteY2530" fmla="*/ 2721350 h 6211920"/>
              <a:gd name="connsiteX2531" fmla="*/ 1315778 w 9635294"/>
              <a:gd name="connsiteY2531" fmla="*/ 2706345 h 6211920"/>
              <a:gd name="connsiteX2532" fmla="*/ 1319384 w 9635294"/>
              <a:gd name="connsiteY2532" fmla="*/ 2701456 h 6211920"/>
              <a:gd name="connsiteX2533" fmla="*/ 1317663 w 9635294"/>
              <a:gd name="connsiteY2533" fmla="*/ 2703792 h 6211920"/>
              <a:gd name="connsiteX2534" fmla="*/ 1337958 w 9635294"/>
              <a:gd name="connsiteY2534" fmla="*/ 2718797 h 6211920"/>
              <a:gd name="connsiteX2535" fmla="*/ 1341737 w 9635294"/>
              <a:gd name="connsiteY2535" fmla="*/ 2713692 h 6211920"/>
              <a:gd name="connsiteX2536" fmla="*/ 1321431 w 9635294"/>
              <a:gd name="connsiteY2536" fmla="*/ 2698682 h 6211920"/>
              <a:gd name="connsiteX2537" fmla="*/ 8339410 w 9635294"/>
              <a:gd name="connsiteY2537" fmla="*/ 2687723 h 6211920"/>
              <a:gd name="connsiteX2538" fmla="*/ 8341364 w 9635294"/>
              <a:gd name="connsiteY2538" fmla="*/ 2690368 h 6211920"/>
              <a:gd name="connsiteX2539" fmla="*/ 8341354 w 9635294"/>
              <a:gd name="connsiteY2539" fmla="*/ 2690375 h 6211920"/>
              <a:gd name="connsiteX2540" fmla="*/ 1299236 w 9635294"/>
              <a:gd name="connsiteY2540" fmla="*/ 2686285 h 6211920"/>
              <a:gd name="connsiteX2541" fmla="*/ 1297357 w 9635294"/>
              <a:gd name="connsiteY2541" fmla="*/ 2688844 h 6211920"/>
              <a:gd name="connsiteX2542" fmla="*/ 1297356 w 9635294"/>
              <a:gd name="connsiteY2542" fmla="*/ 2688844 h 6211920"/>
              <a:gd name="connsiteX2543" fmla="*/ 8361655 w 9635294"/>
              <a:gd name="connsiteY2543" fmla="*/ 2675505 h 6211920"/>
              <a:gd name="connsiteX2544" fmla="*/ 8363515 w 9635294"/>
              <a:gd name="connsiteY2544" fmla="*/ 2678049 h 6211920"/>
              <a:gd name="connsiteX2545" fmla="*/ 8343259 w 9635294"/>
              <a:gd name="connsiteY2545" fmla="*/ 2692933 h 6211920"/>
              <a:gd name="connsiteX2546" fmla="*/ 8341364 w 9635294"/>
              <a:gd name="connsiteY2546" fmla="*/ 2690368 h 6211920"/>
              <a:gd name="connsiteX2547" fmla="*/ 8357927 w 9635294"/>
              <a:gd name="connsiteY2547" fmla="*/ 2670366 h 6211920"/>
              <a:gd name="connsiteX2548" fmla="*/ 8361674 w 9635294"/>
              <a:gd name="connsiteY2548" fmla="*/ 2675490 h 6211920"/>
              <a:gd name="connsiteX2549" fmla="*/ 8361655 w 9635294"/>
              <a:gd name="connsiteY2549" fmla="*/ 2675505 h 6211920"/>
              <a:gd name="connsiteX2550" fmla="*/ 8357908 w 9635294"/>
              <a:gd name="connsiteY2550" fmla="*/ 2670380 h 6211920"/>
              <a:gd name="connsiteX2551" fmla="*/ 1280190 w 9635294"/>
              <a:gd name="connsiteY2551" fmla="*/ 2669573 h 6211920"/>
              <a:gd name="connsiteX2552" fmla="*/ 1277011 w 9635294"/>
              <a:gd name="connsiteY2552" fmla="*/ 2673922 h 6211920"/>
              <a:gd name="connsiteX2553" fmla="*/ 1297356 w 9635294"/>
              <a:gd name="connsiteY2553" fmla="*/ 2688844 h 6211920"/>
              <a:gd name="connsiteX2554" fmla="*/ 1295476 w 9635294"/>
              <a:gd name="connsiteY2554" fmla="*/ 2691403 h 6211920"/>
              <a:gd name="connsiteX2555" fmla="*/ 1275131 w 9635294"/>
              <a:gd name="connsiteY2555" fmla="*/ 2676487 h 6211920"/>
              <a:gd name="connsiteX2556" fmla="*/ 1280757 w 9635294"/>
              <a:gd name="connsiteY2556" fmla="*/ 2668797 h 6211920"/>
              <a:gd name="connsiteX2557" fmla="*/ 1280758 w 9635294"/>
              <a:gd name="connsiteY2557" fmla="*/ 2668798 h 6211920"/>
              <a:gd name="connsiteX2558" fmla="*/ 1280190 w 9635294"/>
              <a:gd name="connsiteY2558" fmla="*/ 2669573 h 6211920"/>
              <a:gd name="connsiteX2559" fmla="*/ 8356022 w 9635294"/>
              <a:gd name="connsiteY2559" fmla="*/ 2667800 h 6211920"/>
              <a:gd name="connsiteX2560" fmla="*/ 8357908 w 9635294"/>
              <a:gd name="connsiteY2560" fmla="*/ 2670380 h 6211920"/>
              <a:gd name="connsiteX2561" fmla="*/ 8337607 w 9635294"/>
              <a:gd name="connsiteY2561" fmla="*/ 2685263 h 6211920"/>
              <a:gd name="connsiteX2562" fmla="*/ 8339410 w 9635294"/>
              <a:gd name="connsiteY2562" fmla="*/ 2687723 h 6211920"/>
              <a:gd name="connsiteX2563" fmla="*/ 8335702 w 9635294"/>
              <a:gd name="connsiteY2563" fmla="*/ 2682704 h 6211920"/>
              <a:gd name="connsiteX2564" fmla="*/ 8356022 w 9635294"/>
              <a:gd name="connsiteY2564" fmla="*/ 2667800 h 6211920"/>
              <a:gd name="connsiteX2565" fmla="*/ 1282630 w 9635294"/>
              <a:gd name="connsiteY2565" fmla="*/ 2666238 h 6211920"/>
              <a:gd name="connsiteX2566" fmla="*/ 1302996 w 9635294"/>
              <a:gd name="connsiteY2566" fmla="*/ 2681167 h 6211920"/>
              <a:gd name="connsiteX2567" fmla="*/ 1299236 w 9635294"/>
              <a:gd name="connsiteY2567" fmla="*/ 2686285 h 6211920"/>
              <a:gd name="connsiteX2568" fmla="*/ 1301115 w 9635294"/>
              <a:gd name="connsiteY2568" fmla="*/ 2683726 h 6211920"/>
              <a:gd name="connsiteX2569" fmla="*/ 1280758 w 9635294"/>
              <a:gd name="connsiteY2569" fmla="*/ 2668798 h 6211920"/>
              <a:gd name="connsiteX2570" fmla="*/ 8378258 w 9635294"/>
              <a:gd name="connsiteY2570" fmla="*/ 2655487 h 6211920"/>
              <a:gd name="connsiteX2571" fmla="*/ 8380130 w 9635294"/>
              <a:gd name="connsiteY2571" fmla="*/ 2658073 h 6211920"/>
              <a:gd name="connsiteX2572" fmla="*/ 8378247 w 9635294"/>
              <a:gd name="connsiteY2572" fmla="*/ 2655494 h 6211920"/>
              <a:gd name="connsiteX2573" fmla="*/ 8400472 w 9635294"/>
              <a:gd name="connsiteY2573" fmla="*/ 2643255 h 6211920"/>
              <a:gd name="connsiteX2574" fmla="*/ 8404219 w 9635294"/>
              <a:gd name="connsiteY2574" fmla="*/ 2648395 h 6211920"/>
              <a:gd name="connsiteX2575" fmla="*/ 8383835 w 9635294"/>
              <a:gd name="connsiteY2575" fmla="*/ 2663190 h 6211920"/>
              <a:gd name="connsiteX2576" fmla="*/ 8380130 w 9635294"/>
              <a:gd name="connsiteY2576" fmla="*/ 2658073 h 6211920"/>
              <a:gd name="connsiteX2577" fmla="*/ 8381994 w 9635294"/>
              <a:gd name="connsiteY2577" fmla="*/ 2660625 h 6211920"/>
              <a:gd name="connsiteX2578" fmla="*/ 8402314 w 9635294"/>
              <a:gd name="connsiteY2578" fmla="*/ 2645823 h 6211920"/>
              <a:gd name="connsiteX2579" fmla="*/ 8398631 w 9635294"/>
              <a:gd name="connsiteY2579" fmla="*/ 2640686 h 6211920"/>
              <a:gd name="connsiteX2580" fmla="*/ 8400472 w 9635294"/>
              <a:gd name="connsiteY2580" fmla="*/ 2643255 h 6211920"/>
              <a:gd name="connsiteX2581" fmla="*/ 8398611 w 9635294"/>
              <a:gd name="connsiteY2581" fmla="*/ 2640701 h 6211920"/>
              <a:gd name="connsiteX2582" fmla="*/ 1239946 w 9635294"/>
              <a:gd name="connsiteY2582" fmla="*/ 2639054 h 6211920"/>
              <a:gd name="connsiteX2583" fmla="*/ 1239949 w 9635294"/>
              <a:gd name="connsiteY2583" fmla="*/ 2639056 h 6211920"/>
              <a:gd name="connsiteX2584" fmla="*/ 1238039 w 9635294"/>
              <a:gd name="connsiteY2584" fmla="*/ 2641686 h 6211920"/>
              <a:gd name="connsiteX2585" fmla="*/ 8396726 w 9635294"/>
              <a:gd name="connsiteY2585" fmla="*/ 2638114 h 6211920"/>
              <a:gd name="connsiteX2586" fmla="*/ 8398611 w 9635294"/>
              <a:gd name="connsiteY2586" fmla="*/ 2640701 h 6211920"/>
              <a:gd name="connsiteX2587" fmla="*/ 8378258 w 9635294"/>
              <a:gd name="connsiteY2587" fmla="*/ 2655487 h 6211920"/>
              <a:gd name="connsiteX2588" fmla="*/ 8376406 w 9635294"/>
              <a:gd name="connsiteY2588" fmla="*/ 2652929 h 6211920"/>
              <a:gd name="connsiteX2589" fmla="*/ 8396726 w 9635294"/>
              <a:gd name="connsiteY2589" fmla="*/ 2638114 h 6211920"/>
              <a:gd name="connsiteX2590" fmla="*/ 1241813 w 9635294"/>
              <a:gd name="connsiteY2590" fmla="*/ 2636488 h 6211920"/>
              <a:gd name="connsiteX2591" fmla="*/ 1262228 w 9635294"/>
              <a:gd name="connsiteY2591" fmla="*/ 2651335 h 6211920"/>
              <a:gd name="connsiteX2592" fmla="*/ 1254748 w 9635294"/>
              <a:gd name="connsiteY2592" fmla="*/ 2661596 h 6211920"/>
              <a:gd name="connsiteX2593" fmla="*/ 1234351 w 9635294"/>
              <a:gd name="connsiteY2593" fmla="*/ 2646763 h 6211920"/>
              <a:gd name="connsiteX2594" fmla="*/ 1238039 w 9635294"/>
              <a:gd name="connsiteY2594" fmla="*/ 2641686 h 6211920"/>
              <a:gd name="connsiteX2595" fmla="*/ 1236218 w 9635294"/>
              <a:gd name="connsiteY2595" fmla="*/ 2644197 h 6211920"/>
              <a:gd name="connsiteX2596" fmla="*/ 1256614 w 9635294"/>
              <a:gd name="connsiteY2596" fmla="*/ 2659031 h 6211920"/>
              <a:gd name="connsiteX2597" fmla="*/ 1260355 w 9635294"/>
              <a:gd name="connsiteY2597" fmla="*/ 2653900 h 6211920"/>
              <a:gd name="connsiteX2598" fmla="*/ 1239949 w 9635294"/>
              <a:gd name="connsiteY2598" fmla="*/ 2639056 h 6211920"/>
              <a:gd name="connsiteX2599" fmla="*/ 1219522 w 9635294"/>
              <a:gd name="connsiteY2599" fmla="*/ 2624263 h 6211920"/>
              <a:gd name="connsiteX2600" fmla="*/ 1219524 w 9635294"/>
              <a:gd name="connsiteY2600" fmla="*/ 2624265 h 6211920"/>
              <a:gd name="connsiteX2601" fmla="*/ 1216820 w 9635294"/>
              <a:gd name="connsiteY2601" fmla="*/ 2628004 h 6211920"/>
              <a:gd name="connsiteX2602" fmla="*/ 1195313 w 9635294"/>
              <a:gd name="connsiteY2602" fmla="*/ 2614633 h 6211920"/>
              <a:gd name="connsiteX2603" fmla="*/ 1215803 w 9635294"/>
              <a:gd name="connsiteY2603" fmla="*/ 2629408 h 6211920"/>
              <a:gd name="connsiteX2604" fmla="*/ 1216820 w 9635294"/>
              <a:gd name="connsiteY2604" fmla="*/ 2628004 h 6211920"/>
              <a:gd name="connsiteX2605" fmla="*/ 1213942 w 9635294"/>
              <a:gd name="connsiteY2605" fmla="*/ 2631986 h 6211920"/>
              <a:gd name="connsiteX2606" fmla="*/ 1193457 w 9635294"/>
              <a:gd name="connsiteY2606" fmla="*/ 2617210 h 6211920"/>
              <a:gd name="connsiteX2607" fmla="*/ 8439461 w 9635294"/>
              <a:gd name="connsiteY2607" fmla="*/ 2611164 h 6211920"/>
              <a:gd name="connsiteX2608" fmla="*/ 8443144 w 9635294"/>
              <a:gd name="connsiteY2608" fmla="*/ 2616321 h 6211920"/>
              <a:gd name="connsiteX2609" fmla="*/ 8443136 w 9635294"/>
              <a:gd name="connsiteY2609" fmla="*/ 2616327 h 6211920"/>
              <a:gd name="connsiteX2610" fmla="*/ 8439430 w 9635294"/>
              <a:gd name="connsiteY2610" fmla="*/ 2611186 h 6211920"/>
              <a:gd name="connsiteX2611" fmla="*/ 1199020 w 9635294"/>
              <a:gd name="connsiteY2611" fmla="*/ 2609475 h 6211920"/>
              <a:gd name="connsiteX2612" fmla="*/ 1199023 w 9635294"/>
              <a:gd name="connsiteY2612" fmla="*/ 2609477 h 6211920"/>
              <a:gd name="connsiteX2613" fmla="*/ 1195313 w 9635294"/>
              <a:gd name="connsiteY2613" fmla="*/ 2614633 h 6211920"/>
              <a:gd name="connsiteX2614" fmla="*/ 1195312 w 9635294"/>
              <a:gd name="connsiteY2614" fmla="*/ 2614632 h 6211920"/>
              <a:gd name="connsiteX2615" fmla="*/ 8437557 w 9635294"/>
              <a:gd name="connsiteY2615" fmla="*/ 2608587 h 6211920"/>
              <a:gd name="connsiteX2616" fmla="*/ 8439430 w 9635294"/>
              <a:gd name="connsiteY2616" fmla="*/ 2611186 h 6211920"/>
              <a:gd name="connsiteX2617" fmla="*/ 8419014 w 9635294"/>
              <a:gd name="connsiteY2617" fmla="*/ 2625922 h 6211920"/>
              <a:gd name="connsiteX2618" fmla="*/ 8422697 w 9635294"/>
              <a:gd name="connsiteY2618" fmla="*/ 2631065 h 6211920"/>
              <a:gd name="connsiteX2619" fmla="*/ 8443136 w 9635294"/>
              <a:gd name="connsiteY2619" fmla="*/ 2616327 h 6211920"/>
              <a:gd name="connsiteX2620" fmla="*/ 8444986 w 9635294"/>
              <a:gd name="connsiteY2620" fmla="*/ 2618893 h 6211920"/>
              <a:gd name="connsiteX2621" fmla="*/ 8424539 w 9635294"/>
              <a:gd name="connsiteY2621" fmla="*/ 2633637 h 6211920"/>
              <a:gd name="connsiteX2622" fmla="*/ 8417109 w 9635294"/>
              <a:gd name="connsiteY2622" fmla="*/ 2623350 h 6211920"/>
              <a:gd name="connsiteX2623" fmla="*/ 8437557 w 9635294"/>
              <a:gd name="connsiteY2623" fmla="*/ 2608587 h 6211920"/>
              <a:gd name="connsiteX2624" fmla="*/ 1200874 w 9635294"/>
              <a:gd name="connsiteY2624" fmla="*/ 2606904 h 6211920"/>
              <a:gd name="connsiteX2625" fmla="*/ 1221379 w 9635294"/>
              <a:gd name="connsiteY2625" fmla="*/ 2621693 h 6211920"/>
              <a:gd name="connsiteX2626" fmla="*/ 1219522 w 9635294"/>
              <a:gd name="connsiteY2626" fmla="*/ 2624263 h 6211920"/>
              <a:gd name="connsiteX2627" fmla="*/ 1199023 w 9635294"/>
              <a:gd name="connsiteY2627" fmla="*/ 2609477 h 6211920"/>
              <a:gd name="connsiteX2628" fmla="*/ 8459910 w 9635294"/>
              <a:gd name="connsiteY2628" fmla="*/ 2596470 h 6211920"/>
              <a:gd name="connsiteX2629" fmla="*/ 8461692 w 9635294"/>
              <a:gd name="connsiteY2629" fmla="*/ 2598968 h 6211920"/>
              <a:gd name="connsiteX2630" fmla="*/ 8459908 w 9635294"/>
              <a:gd name="connsiteY2630" fmla="*/ 2596471 h 6211920"/>
              <a:gd name="connsiteX2631" fmla="*/ 1178516 w 9635294"/>
              <a:gd name="connsiteY2631" fmla="*/ 2594750 h 6211920"/>
              <a:gd name="connsiteX2632" fmla="*/ 1178516 w 9635294"/>
              <a:gd name="connsiteY2632" fmla="*/ 2594750 h 6211920"/>
              <a:gd name="connsiteX2633" fmla="*/ 1177399 w 9635294"/>
              <a:gd name="connsiteY2633" fmla="*/ 2596308 h 6211920"/>
              <a:gd name="connsiteX2634" fmla="*/ 8484037 w 9635294"/>
              <a:gd name="connsiteY2634" fmla="*/ 2586997 h 6211920"/>
              <a:gd name="connsiteX2635" fmla="*/ 8485880 w 9635294"/>
              <a:gd name="connsiteY2635" fmla="*/ 2589581 h 6211920"/>
              <a:gd name="connsiteX2636" fmla="*/ 8465432 w 9635294"/>
              <a:gd name="connsiteY2636" fmla="*/ 2604211 h 6211920"/>
              <a:gd name="connsiteX2637" fmla="*/ 8461692 w 9635294"/>
              <a:gd name="connsiteY2637" fmla="*/ 2598968 h 6211920"/>
              <a:gd name="connsiteX2638" fmla="*/ 8463592 w 9635294"/>
              <a:gd name="connsiteY2638" fmla="*/ 2601627 h 6211920"/>
              <a:gd name="connsiteX2639" fmla="*/ 1154319 w 9635294"/>
              <a:gd name="connsiteY2639" fmla="*/ 2585252 h 6211920"/>
              <a:gd name="connsiteX2640" fmla="*/ 1174814 w 9635294"/>
              <a:gd name="connsiteY2640" fmla="*/ 2599912 h 6211920"/>
              <a:gd name="connsiteX2641" fmla="*/ 1177399 w 9635294"/>
              <a:gd name="connsiteY2641" fmla="*/ 2596308 h 6211920"/>
              <a:gd name="connsiteX2642" fmla="*/ 1172967 w 9635294"/>
              <a:gd name="connsiteY2642" fmla="*/ 2602490 h 6211920"/>
              <a:gd name="connsiteX2643" fmla="*/ 1152475 w 9635294"/>
              <a:gd name="connsiteY2643" fmla="*/ 2587835 h 6211920"/>
              <a:gd name="connsiteX2644" fmla="*/ 8481512 w 9635294"/>
              <a:gd name="connsiteY2644" fmla="*/ 2583455 h 6211920"/>
              <a:gd name="connsiteX2645" fmla="*/ 8484038 w 9635294"/>
              <a:gd name="connsiteY2645" fmla="*/ 2586996 h 6211920"/>
              <a:gd name="connsiteX2646" fmla="*/ 8484037 w 9635294"/>
              <a:gd name="connsiteY2646" fmla="*/ 2586997 h 6211920"/>
              <a:gd name="connsiteX2647" fmla="*/ 1158006 w 9635294"/>
              <a:gd name="connsiteY2647" fmla="*/ 2580081 h 6211920"/>
              <a:gd name="connsiteX2648" fmla="*/ 1158008 w 9635294"/>
              <a:gd name="connsiteY2648" fmla="*/ 2580083 h 6211920"/>
              <a:gd name="connsiteX2649" fmla="*/ 1154319 w 9635294"/>
              <a:gd name="connsiteY2649" fmla="*/ 2585252 h 6211920"/>
              <a:gd name="connsiteX2650" fmla="*/ 1154317 w 9635294"/>
              <a:gd name="connsiteY2650" fmla="*/ 2585250 h 6211920"/>
              <a:gd name="connsiteX2651" fmla="*/ 8478514 w 9635294"/>
              <a:gd name="connsiteY2651" fmla="*/ 2579250 h 6211920"/>
              <a:gd name="connsiteX2652" fmla="*/ 8481512 w 9635294"/>
              <a:gd name="connsiteY2652" fmla="*/ 2583455 h 6211920"/>
              <a:gd name="connsiteX2653" fmla="*/ 8480356 w 9635294"/>
              <a:gd name="connsiteY2653" fmla="*/ 2581834 h 6211920"/>
              <a:gd name="connsiteX2654" fmla="*/ 8459910 w 9635294"/>
              <a:gd name="connsiteY2654" fmla="*/ 2596470 h 6211920"/>
              <a:gd name="connsiteX2655" fmla="*/ 8458067 w 9635294"/>
              <a:gd name="connsiteY2655" fmla="*/ 2593886 h 6211920"/>
              <a:gd name="connsiteX2656" fmla="*/ 8478514 w 9635294"/>
              <a:gd name="connsiteY2656" fmla="*/ 2579250 h 6211920"/>
              <a:gd name="connsiteX2657" fmla="*/ 1159853 w 9635294"/>
              <a:gd name="connsiteY2657" fmla="*/ 2577497 h 6211920"/>
              <a:gd name="connsiteX2658" fmla="*/ 1180364 w 9635294"/>
              <a:gd name="connsiteY2658" fmla="*/ 2592172 h 6211920"/>
              <a:gd name="connsiteX2659" fmla="*/ 1178516 w 9635294"/>
              <a:gd name="connsiteY2659" fmla="*/ 2594750 h 6211920"/>
              <a:gd name="connsiteX2660" fmla="*/ 1158008 w 9635294"/>
              <a:gd name="connsiteY2660" fmla="*/ 2580083 h 6211920"/>
              <a:gd name="connsiteX2661" fmla="*/ 8500867 w 9635294"/>
              <a:gd name="connsiteY2661" fmla="*/ 2567203 h 6211920"/>
              <a:gd name="connsiteX2662" fmla="*/ 8504550 w 9635294"/>
              <a:gd name="connsiteY2662" fmla="*/ 2572378 h 6211920"/>
              <a:gd name="connsiteX2663" fmla="*/ 8504549 w 9635294"/>
              <a:gd name="connsiteY2663" fmla="*/ 2572379 h 6211920"/>
              <a:gd name="connsiteX2664" fmla="*/ 8500866 w 9635294"/>
              <a:gd name="connsiteY2664" fmla="*/ 2567204 h 6211920"/>
              <a:gd name="connsiteX2665" fmla="*/ 1137425 w 9635294"/>
              <a:gd name="connsiteY2665" fmla="*/ 2565426 h 6211920"/>
              <a:gd name="connsiteX2666" fmla="*/ 1137426 w 9635294"/>
              <a:gd name="connsiteY2666" fmla="*/ 2565426 h 6211920"/>
              <a:gd name="connsiteX2667" fmla="*/ 1133748 w 9635294"/>
              <a:gd name="connsiteY2667" fmla="*/ 2570601 h 6211920"/>
              <a:gd name="connsiteX2668" fmla="*/ 1133748 w 9635294"/>
              <a:gd name="connsiteY2668" fmla="*/ 2570601 h 6211920"/>
              <a:gd name="connsiteX2669" fmla="*/ 8525091 w 9635294"/>
              <a:gd name="connsiteY2669" fmla="*/ 2557829 h 6211920"/>
              <a:gd name="connsiteX2670" fmla="*/ 8526901 w 9635294"/>
              <a:gd name="connsiteY2670" fmla="*/ 2560396 h 6211920"/>
              <a:gd name="connsiteX2671" fmla="*/ 8506390 w 9635294"/>
              <a:gd name="connsiteY2671" fmla="*/ 2574963 h 6211920"/>
              <a:gd name="connsiteX2672" fmla="*/ 8504550 w 9635294"/>
              <a:gd name="connsiteY2672" fmla="*/ 2572378 h 6211920"/>
              <a:gd name="connsiteX2673" fmla="*/ 1115093 w 9635294"/>
              <a:gd name="connsiteY2673" fmla="*/ 2553259 h 6211920"/>
              <a:gd name="connsiteX2674" fmla="*/ 1113155 w 9635294"/>
              <a:gd name="connsiteY2674" fmla="*/ 2556002 h 6211920"/>
              <a:gd name="connsiteX2675" fmla="*/ 1133748 w 9635294"/>
              <a:gd name="connsiteY2675" fmla="*/ 2570601 h 6211920"/>
              <a:gd name="connsiteX2676" fmla="*/ 1131907 w 9635294"/>
              <a:gd name="connsiteY2676" fmla="*/ 2573192 h 6211920"/>
              <a:gd name="connsiteX2677" fmla="*/ 1111320 w 9635294"/>
              <a:gd name="connsiteY2677" fmla="*/ 2558593 h 6211920"/>
              <a:gd name="connsiteX2678" fmla="*/ 8521440 w 9635294"/>
              <a:gd name="connsiteY2678" fmla="*/ 2552624 h 6211920"/>
              <a:gd name="connsiteX2679" fmla="*/ 8525123 w 9635294"/>
              <a:gd name="connsiteY2679" fmla="*/ 2557806 h 6211920"/>
              <a:gd name="connsiteX2680" fmla="*/ 8525091 w 9635294"/>
              <a:gd name="connsiteY2680" fmla="*/ 2557829 h 6211920"/>
              <a:gd name="connsiteX2681" fmla="*/ 8521429 w 9635294"/>
              <a:gd name="connsiteY2681" fmla="*/ 2552632 h 6211920"/>
              <a:gd name="connsiteX2682" fmla="*/ 1116820 w 9635294"/>
              <a:gd name="connsiteY2682" fmla="*/ 2550814 h 6211920"/>
              <a:gd name="connsiteX2683" fmla="*/ 1116821 w 9635294"/>
              <a:gd name="connsiteY2683" fmla="*/ 2550815 h 6211920"/>
              <a:gd name="connsiteX2684" fmla="*/ 1115093 w 9635294"/>
              <a:gd name="connsiteY2684" fmla="*/ 2553259 h 6211920"/>
              <a:gd name="connsiteX2685" fmla="*/ 8519598 w 9635294"/>
              <a:gd name="connsiteY2685" fmla="*/ 2550033 h 6211920"/>
              <a:gd name="connsiteX2686" fmla="*/ 8521429 w 9635294"/>
              <a:gd name="connsiteY2686" fmla="*/ 2552632 h 6211920"/>
              <a:gd name="connsiteX2687" fmla="*/ 8500867 w 9635294"/>
              <a:gd name="connsiteY2687" fmla="*/ 2567203 h 6211920"/>
              <a:gd name="connsiteX2688" fmla="*/ 8499024 w 9635294"/>
              <a:gd name="connsiteY2688" fmla="*/ 2564613 h 6211920"/>
              <a:gd name="connsiteX2689" fmla="*/ 8519598 w 9635294"/>
              <a:gd name="connsiteY2689" fmla="*/ 2550033 h 6211920"/>
              <a:gd name="connsiteX2690" fmla="*/ 1118654 w 9635294"/>
              <a:gd name="connsiteY2690" fmla="*/ 2548223 h 6211920"/>
              <a:gd name="connsiteX2691" fmla="*/ 1139266 w 9635294"/>
              <a:gd name="connsiteY2691" fmla="*/ 2562835 h 6211920"/>
              <a:gd name="connsiteX2692" fmla="*/ 1137425 w 9635294"/>
              <a:gd name="connsiteY2692" fmla="*/ 2565426 h 6211920"/>
              <a:gd name="connsiteX2693" fmla="*/ 1116821 w 9635294"/>
              <a:gd name="connsiteY2693" fmla="*/ 2550815 h 6211920"/>
              <a:gd name="connsiteX2694" fmla="*/ 1094391 w 9635294"/>
              <a:gd name="connsiteY2694" fmla="*/ 2538864 h 6211920"/>
              <a:gd name="connsiteX2695" fmla="*/ 1092563 w 9635294"/>
              <a:gd name="connsiteY2695" fmla="*/ 2541461 h 6211920"/>
              <a:gd name="connsiteX2696" fmla="*/ 1092561 w 9635294"/>
              <a:gd name="connsiteY2696" fmla="*/ 2541460 h 6211920"/>
              <a:gd name="connsiteX2697" fmla="*/ 8541980 w 9635294"/>
              <a:gd name="connsiteY2697" fmla="*/ 2538080 h 6211920"/>
              <a:gd name="connsiteX2698" fmla="*/ 8545645 w 9635294"/>
              <a:gd name="connsiteY2698" fmla="*/ 2543288 h 6211920"/>
              <a:gd name="connsiteX2699" fmla="*/ 8545633 w 9635294"/>
              <a:gd name="connsiteY2699" fmla="*/ 2543296 h 6211920"/>
              <a:gd name="connsiteX2700" fmla="*/ 8541950 w 9635294"/>
              <a:gd name="connsiteY2700" fmla="*/ 2538101 h 6211920"/>
              <a:gd name="connsiteX2701" fmla="*/ 1071919 w 9635294"/>
              <a:gd name="connsiteY2701" fmla="*/ 2526952 h 6211920"/>
              <a:gd name="connsiteX2702" fmla="*/ 1092561 w 9635294"/>
              <a:gd name="connsiteY2702" fmla="*/ 2541460 h 6211920"/>
              <a:gd name="connsiteX2703" fmla="*/ 1090733 w 9635294"/>
              <a:gd name="connsiteY2703" fmla="*/ 2544051 h 6211920"/>
              <a:gd name="connsiteX2704" fmla="*/ 1070096 w 9635294"/>
              <a:gd name="connsiteY2704" fmla="*/ 2529548 h 6211920"/>
              <a:gd name="connsiteX2705" fmla="*/ 8564137 w 9635294"/>
              <a:gd name="connsiteY2705" fmla="*/ 2525841 h 6211920"/>
              <a:gd name="connsiteX2706" fmla="*/ 8568049 w 9635294"/>
              <a:gd name="connsiteY2706" fmla="*/ 2531408 h 6211920"/>
              <a:gd name="connsiteX2707" fmla="*/ 8547475 w 9635294"/>
              <a:gd name="connsiteY2707" fmla="*/ 2545887 h 6211920"/>
              <a:gd name="connsiteX2708" fmla="*/ 8545645 w 9635294"/>
              <a:gd name="connsiteY2708" fmla="*/ 2543288 h 6211920"/>
              <a:gd name="connsiteX2709" fmla="*/ 8566207 w 9635294"/>
              <a:gd name="connsiteY2709" fmla="*/ 2528811 h 6211920"/>
              <a:gd name="connsiteX2710" fmla="*/ 1073744 w 9635294"/>
              <a:gd name="connsiteY2710" fmla="*/ 2524351 h 6211920"/>
              <a:gd name="connsiteX2711" fmla="*/ 1071919 w 9635294"/>
              <a:gd name="connsiteY2711" fmla="*/ 2526952 h 6211920"/>
              <a:gd name="connsiteX2712" fmla="*/ 1071918 w 9635294"/>
              <a:gd name="connsiteY2712" fmla="*/ 2526951 h 6211920"/>
              <a:gd name="connsiteX2713" fmla="*/ 8562588 w 9635294"/>
              <a:gd name="connsiteY2713" fmla="*/ 2523617 h 6211920"/>
              <a:gd name="connsiteX2714" fmla="*/ 8564137 w 9635294"/>
              <a:gd name="connsiteY2714" fmla="*/ 2525841 h 6211920"/>
              <a:gd name="connsiteX2715" fmla="*/ 8562579 w 9635294"/>
              <a:gd name="connsiteY2715" fmla="*/ 2523623 h 6211920"/>
              <a:gd name="connsiteX2716" fmla="*/ 8560746 w 9635294"/>
              <a:gd name="connsiteY2716" fmla="*/ 2521014 h 6211920"/>
              <a:gd name="connsiteX2717" fmla="*/ 8562579 w 9635294"/>
              <a:gd name="connsiteY2717" fmla="*/ 2523623 h 6211920"/>
              <a:gd name="connsiteX2718" fmla="*/ 8541980 w 9635294"/>
              <a:gd name="connsiteY2718" fmla="*/ 2538080 h 6211920"/>
              <a:gd name="connsiteX2719" fmla="*/ 8540172 w 9635294"/>
              <a:gd name="connsiteY2719" fmla="*/ 2535511 h 6211920"/>
              <a:gd name="connsiteX2720" fmla="*/ 8560746 w 9635294"/>
              <a:gd name="connsiteY2720" fmla="*/ 2521014 h 6211920"/>
              <a:gd name="connsiteX2721" fmla="*/ 1077393 w 9635294"/>
              <a:gd name="connsiteY2721" fmla="*/ 2519153 h 6211920"/>
              <a:gd name="connsiteX2722" fmla="*/ 1098050 w 9635294"/>
              <a:gd name="connsiteY2722" fmla="*/ 2533676 h 6211920"/>
              <a:gd name="connsiteX2723" fmla="*/ 1094391 w 9635294"/>
              <a:gd name="connsiteY2723" fmla="*/ 2538864 h 6211920"/>
              <a:gd name="connsiteX2724" fmla="*/ 1096220 w 9635294"/>
              <a:gd name="connsiteY2724" fmla="*/ 2536266 h 6211920"/>
              <a:gd name="connsiteX2725" fmla="*/ 1075571 w 9635294"/>
              <a:gd name="connsiteY2725" fmla="*/ 2521750 h 6211920"/>
              <a:gd name="connsiteX2726" fmla="*/ 1073744 w 9635294"/>
              <a:gd name="connsiteY2726" fmla="*/ 2524351 h 6211920"/>
              <a:gd name="connsiteX2727" fmla="*/ 8584934 w 9635294"/>
              <a:gd name="connsiteY2727" fmla="*/ 2511611 h 6211920"/>
              <a:gd name="connsiteX2728" fmla="*/ 8586855 w 9635294"/>
              <a:gd name="connsiteY2728" fmla="*/ 2514352 h 6211920"/>
              <a:gd name="connsiteX2729" fmla="*/ 8586844 w 9635294"/>
              <a:gd name="connsiteY2729" fmla="*/ 2514359 h 6211920"/>
              <a:gd name="connsiteX2730" fmla="*/ 1052906 w 9635294"/>
              <a:gd name="connsiteY2730" fmla="*/ 2510065 h 6211920"/>
              <a:gd name="connsiteX2731" fmla="*/ 1051231 w 9635294"/>
              <a:gd name="connsiteY2731" fmla="*/ 2512467 h 6211920"/>
              <a:gd name="connsiteX2732" fmla="*/ 1051228 w 9635294"/>
              <a:gd name="connsiteY2732" fmla="*/ 2512466 h 6211920"/>
              <a:gd name="connsiteX2733" fmla="*/ 1030539 w 9635294"/>
              <a:gd name="connsiteY2733" fmla="*/ 2498049 h 6211920"/>
              <a:gd name="connsiteX2734" fmla="*/ 1051228 w 9635294"/>
              <a:gd name="connsiteY2734" fmla="*/ 2512466 h 6211920"/>
              <a:gd name="connsiteX2735" fmla="*/ 1049408 w 9635294"/>
              <a:gd name="connsiteY2735" fmla="*/ 2515070 h 6211920"/>
              <a:gd name="connsiteX2736" fmla="*/ 1028726 w 9635294"/>
              <a:gd name="connsiteY2736" fmla="*/ 2500656 h 6211920"/>
              <a:gd name="connsiteX2737" fmla="*/ 1034161 w 9635294"/>
              <a:gd name="connsiteY2737" fmla="*/ 2492832 h 6211920"/>
              <a:gd name="connsiteX2738" fmla="*/ 1034165 w 9635294"/>
              <a:gd name="connsiteY2738" fmla="*/ 2492835 h 6211920"/>
              <a:gd name="connsiteX2739" fmla="*/ 1030539 w 9635294"/>
              <a:gd name="connsiteY2739" fmla="*/ 2498049 h 6211920"/>
              <a:gd name="connsiteX2740" fmla="*/ 1030535 w 9635294"/>
              <a:gd name="connsiteY2740" fmla="*/ 2498046 h 6211920"/>
              <a:gd name="connsiteX2741" fmla="*/ 8602085 w 9635294"/>
              <a:gd name="connsiteY2741" fmla="*/ 2492153 h 6211920"/>
              <a:gd name="connsiteX2742" fmla="*/ 8609324 w 9635294"/>
              <a:gd name="connsiteY2742" fmla="*/ 2502573 h 6211920"/>
              <a:gd name="connsiteX2743" fmla="*/ 8588686 w 9635294"/>
              <a:gd name="connsiteY2743" fmla="*/ 2516962 h 6211920"/>
              <a:gd name="connsiteX2744" fmla="*/ 8586855 w 9635294"/>
              <a:gd name="connsiteY2744" fmla="*/ 2514352 h 6211920"/>
              <a:gd name="connsiteX2745" fmla="*/ 8607482 w 9635294"/>
              <a:gd name="connsiteY2745" fmla="*/ 2499970 h 6211920"/>
              <a:gd name="connsiteX2746" fmla="*/ 8603863 w 9635294"/>
              <a:gd name="connsiteY2746" fmla="*/ 2494756 h 6211920"/>
              <a:gd name="connsiteX2747" fmla="*/ 8583225 w 9635294"/>
              <a:gd name="connsiteY2747" fmla="*/ 2509152 h 6211920"/>
              <a:gd name="connsiteX2748" fmla="*/ 8584934 w 9635294"/>
              <a:gd name="connsiteY2748" fmla="*/ 2511611 h 6211920"/>
              <a:gd name="connsiteX2749" fmla="*/ 8581384 w 9635294"/>
              <a:gd name="connsiteY2749" fmla="*/ 2506548 h 6211920"/>
              <a:gd name="connsiteX2750" fmla="*/ 8602085 w 9635294"/>
              <a:gd name="connsiteY2750" fmla="*/ 2492153 h 6211920"/>
              <a:gd name="connsiteX2751" fmla="*/ 1035977 w 9635294"/>
              <a:gd name="connsiteY2751" fmla="*/ 2490229 h 6211920"/>
              <a:gd name="connsiteX2752" fmla="*/ 1056685 w 9635294"/>
              <a:gd name="connsiteY2752" fmla="*/ 2504656 h 6211920"/>
              <a:gd name="connsiteX2753" fmla="*/ 1052906 w 9635294"/>
              <a:gd name="connsiteY2753" fmla="*/ 2510065 h 6211920"/>
              <a:gd name="connsiteX2754" fmla="*/ 1054862 w 9635294"/>
              <a:gd name="connsiteY2754" fmla="*/ 2507259 h 6211920"/>
              <a:gd name="connsiteX2755" fmla="*/ 1034165 w 9635294"/>
              <a:gd name="connsiteY2755" fmla="*/ 2492835 h 6211920"/>
              <a:gd name="connsiteX2756" fmla="*/ 8645265 w 9635294"/>
              <a:gd name="connsiteY2756" fmla="*/ 2466067 h 6211920"/>
              <a:gd name="connsiteX2757" fmla="*/ 8624564 w 9635294"/>
              <a:gd name="connsiteY2757" fmla="*/ 2480412 h 6211920"/>
              <a:gd name="connsiteX2758" fmla="*/ 8628183 w 9635294"/>
              <a:gd name="connsiteY2758" fmla="*/ 2485631 h 6211920"/>
              <a:gd name="connsiteX2759" fmla="*/ 8648884 w 9635294"/>
              <a:gd name="connsiteY2759" fmla="*/ 2471300 h 6211920"/>
              <a:gd name="connsiteX2760" fmla="*/ 992639 w 9635294"/>
              <a:gd name="connsiteY2760" fmla="*/ 2464092 h 6211920"/>
              <a:gd name="connsiteX2761" fmla="*/ 992640 w 9635294"/>
              <a:gd name="connsiteY2761" fmla="*/ 2464092 h 6211920"/>
              <a:gd name="connsiteX2762" fmla="*/ 989039 w 9635294"/>
              <a:gd name="connsiteY2762" fmla="*/ 2469318 h 6211920"/>
              <a:gd name="connsiteX2763" fmla="*/ 989039 w 9635294"/>
              <a:gd name="connsiteY2763" fmla="*/ 2469318 h 6211920"/>
              <a:gd name="connsiteX2764" fmla="*/ 8643487 w 9635294"/>
              <a:gd name="connsiteY2764" fmla="*/ 2463457 h 6211920"/>
              <a:gd name="connsiteX2765" fmla="*/ 8650726 w 9635294"/>
              <a:gd name="connsiteY2765" fmla="*/ 2473909 h 6211920"/>
              <a:gd name="connsiteX2766" fmla="*/ 8629961 w 9635294"/>
              <a:gd name="connsiteY2766" fmla="*/ 2488241 h 6211920"/>
              <a:gd name="connsiteX2767" fmla="*/ 8622722 w 9635294"/>
              <a:gd name="connsiteY2767" fmla="*/ 2477802 h 6211920"/>
              <a:gd name="connsiteX2768" fmla="*/ 8643487 w 9635294"/>
              <a:gd name="connsiteY2768" fmla="*/ 2463457 h 6211920"/>
              <a:gd name="connsiteX2769" fmla="*/ 994442 w 9635294"/>
              <a:gd name="connsiteY2769" fmla="*/ 2461476 h 6211920"/>
              <a:gd name="connsiteX2770" fmla="*/ 1015251 w 9635294"/>
              <a:gd name="connsiteY2770" fmla="*/ 2475852 h 6211920"/>
              <a:gd name="connsiteX2771" fmla="*/ 1008026 w 9635294"/>
              <a:gd name="connsiteY2771" fmla="*/ 2486292 h 6211920"/>
              <a:gd name="connsiteX2772" fmla="*/ 987235 w 9635294"/>
              <a:gd name="connsiteY2772" fmla="*/ 2471935 h 6211920"/>
              <a:gd name="connsiteX2773" fmla="*/ 989039 w 9635294"/>
              <a:gd name="connsiteY2773" fmla="*/ 2469318 h 6211920"/>
              <a:gd name="connsiteX2774" fmla="*/ 1009828 w 9635294"/>
              <a:gd name="connsiteY2774" fmla="*/ 2483682 h 6211920"/>
              <a:gd name="connsiteX2775" fmla="*/ 1013441 w 9635294"/>
              <a:gd name="connsiteY2775" fmla="*/ 2478462 h 6211920"/>
              <a:gd name="connsiteX2776" fmla="*/ 992640 w 9635294"/>
              <a:gd name="connsiteY2776" fmla="*/ 2464092 h 6211920"/>
              <a:gd name="connsiteX2777" fmla="*/ 969988 w 9635294"/>
              <a:gd name="connsiteY2777" fmla="*/ 2452491 h 6211920"/>
              <a:gd name="connsiteX2778" fmla="*/ 968248 w 9635294"/>
              <a:gd name="connsiteY2778" fmla="*/ 2455031 h 6211920"/>
              <a:gd name="connsiteX2779" fmla="*/ 968247 w 9635294"/>
              <a:gd name="connsiteY2779" fmla="*/ 2455030 h 6211920"/>
              <a:gd name="connsiteX2780" fmla="*/ 8666041 w 9635294"/>
              <a:gd name="connsiteY2780" fmla="*/ 2451792 h 6211920"/>
              <a:gd name="connsiteX2781" fmla="*/ 8667810 w 9635294"/>
              <a:gd name="connsiteY2781" fmla="*/ 2454373 h 6211920"/>
              <a:gd name="connsiteX2782" fmla="*/ 8666030 w 9635294"/>
              <a:gd name="connsiteY2782" fmla="*/ 2451799 h 6211920"/>
              <a:gd name="connsiteX2783" fmla="*/ 8690349 w 9635294"/>
              <a:gd name="connsiteY2783" fmla="*/ 2442833 h 6211920"/>
              <a:gd name="connsiteX2784" fmla="*/ 8692128 w 9635294"/>
              <a:gd name="connsiteY2784" fmla="*/ 2445455 h 6211920"/>
              <a:gd name="connsiteX2785" fmla="*/ 8671427 w 9635294"/>
              <a:gd name="connsiteY2785" fmla="*/ 2459647 h 6211920"/>
              <a:gd name="connsiteX2786" fmla="*/ 8667810 w 9635294"/>
              <a:gd name="connsiteY2786" fmla="*/ 2454373 h 6211920"/>
              <a:gd name="connsiteX2787" fmla="*/ 8669649 w 9635294"/>
              <a:gd name="connsiteY2787" fmla="*/ 2457031 h 6211920"/>
              <a:gd name="connsiteX2788" fmla="*/ 947460 w 9635294"/>
              <a:gd name="connsiteY2788" fmla="*/ 2440801 h 6211920"/>
              <a:gd name="connsiteX2789" fmla="*/ 968247 w 9635294"/>
              <a:gd name="connsiteY2789" fmla="*/ 2455030 h 6211920"/>
              <a:gd name="connsiteX2790" fmla="*/ 966451 w 9635294"/>
              <a:gd name="connsiteY2790" fmla="*/ 2457647 h 6211920"/>
              <a:gd name="connsiteX2791" fmla="*/ 945668 w 9635294"/>
              <a:gd name="connsiteY2791" fmla="*/ 2443423 h 6211920"/>
              <a:gd name="connsiteX2792" fmla="*/ 8688572 w 9635294"/>
              <a:gd name="connsiteY2792" fmla="*/ 2440213 h 6211920"/>
              <a:gd name="connsiteX2793" fmla="*/ 8690350 w 9635294"/>
              <a:gd name="connsiteY2793" fmla="*/ 2442832 h 6211920"/>
              <a:gd name="connsiteX2794" fmla="*/ 8690349 w 9635294"/>
              <a:gd name="connsiteY2794" fmla="*/ 2442833 h 6211920"/>
              <a:gd name="connsiteX2795" fmla="*/ 949926 w 9635294"/>
              <a:gd name="connsiteY2795" fmla="*/ 2437192 h 6211920"/>
              <a:gd name="connsiteX2796" fmla="*/ 947460 w 9635294"/>
              <a:gd name="connsiteY2796" fmla="*/ 2440801 h 6211920"/>
              <a:gd name="connsiteX2797" fmla="*/ 947458 w 9635294"/>
              <a:gd name="connsiteY2797" fmla="*/ 2440800 h 6211920"/>
              <a:gd name="connsiteX2798" fmla="*/ 8685016 w 9635294"/>
              <a:gd name="connsiteY2798" fmla="*/ 2434971 h 6211920"/>
              <a:gd name="connsiteX2799" fmla="*/ 8688572 w 9635294"/>
              <a:gd name="connsiteY2799" fmla="*/ 2440213 h 6211920"/>
              <a:gd name="connsiteX2800" fmla="*/ 8686794 w 9635294"/>
              <a:gd name="connsiteY2800" fmla="*/ 2437594 h 6211920"/>
              <a:gd name="connsiteX2801" fmla="*/ 8666041 w 9635294"/>
              <a:gd name="connsiteY2801" fmla="*/ 2451792 h 6211920"/>
              <a:gd name="connsiteX2802" fmla="*/ 8664251 w 9635294"/>
              <a:gd name="connsiteY2802" fmla="*/ 2449182 h 6211920"/>
              <a:gd name="connsiteX2803" fmla="*/ 8685016 w 9635294"/>
              <a:gd name="connsiteY2803" fmla="*/ 2434971 h 6211920"/>
              <a:gd name="connsiteX2804" fmla="*/ 952831 w 9635294"/>
              <a:gd name="connsiteY2804" fmla="*/ 2432939 h 6211920"/>
              <a:gd name="connsiteX2805" fmla="*/ 973633 w 9635294"/>
              <a:gd name="connsiteY2805" fmla="*/ 2447176 h 6211920"/>
              <a:gd name="connsiteX2806" fmla="*/ 969988 w 9635294"/>
              <a:gd name="connsiteY2806" fmla="*/ 2452491 h 6211920"/>
              <a:gd name="connsiteX2807" fmla="*/ 971836 w 9635294"/>
              <a:gd name="connsiteY2807" fmla="*/ 2449792 h 6211920"/>
              <a:gd name="connsiteX2808" fmla="*/ 951040 w 9635294"/>
              <a:gd name="connsiteY2808" fmla="*/ 2435562 h 6211920"/>
              <a:gd name="connsiteX2809" fmla="*/ 949926 w 9635294"/>
              <a:gd name="connsiteY2809" fmla="*/ 2437192 h 6211920"/>
              <a:gd name="connsiteX2810" fmla="*/ 8709303 w 9635294"/>
              <a:gd name="connsiteY2810" fmla="*/ 2425866 h 6211920"/>
              <a:gd name="connsiteX2811" fmla="*/ 8711179 w 9635294"/>
              <a:gd name="connsiteY2811" fmla="*/ 2428634 h 6211920"/>
              <a:gd name="connsiteX2812" fmla="*/ 8711178 w 9635294"/>
              <a:gd name="connsiteY2812" fmla="*/ 2428634 h 6211920"/>
              <a:gd name="connsiteX2813" fmla="*/ 930141 w 9635294"/>
              <a:gd name="connsiteY2813" fmla="*/ 2421324 h 6211920"/>
              <a:gd name="connsiteX2814" fmla="*/ 930142 w 9635294"/>
              <a:gd name="connsiteY2814" fmla="*/ 2421325 h 6211920"/>
              <a:gd name="connsiteX2815" fmla="*/ 926573 w 9635294"/>
              <a:gd name="connsiteY2815" fmla="*/ 2426576 h 6211920"/>
              <a:gd name="connsiteX2816" fmla="*/ 926572 w 9635294"/>
              <a:gd name="connsiteY2816" fmla="*/ 2426576 h 6211920"/>
              <a:gd name="connsiteX2817" fmla="*/ 8732059 w 9635294"/>
              <a:gd name="connsiteY2817" fmla="*/ 2414506 h 6211920"/>
              <a:gd name="connsiteX2818" fmla="*/ 8733847 w 9635294"/>
              <a:gd name="connsiteY2818" fmla="*/ 2417128 h 6211920"/>
              <a:gd name="connsiteX2819" fmla="*/ 8712956 w 9635294"/>
              <a:gd name="connsiteY2819" fmla="*/ 2431256 h 6211920"/>
              <a:gd name="connsiteX2820" fmla="*/ 8711179 w 9635294"/>
              <a:gd name="connsiteY2820" fmla="*/ 2428634 h 6211920"/>
              <a:gd name="connsiteX2821" fmla="*/ 905683 w 9635294"/>
              <a:gd name="connsiteY2821" fmla="*/ 2412410 h 6211920"/>
              <a:gd name="connsiteX2822" fmla="*/ 926572 w 9635294"/>
              <a:gd name="connsiteY2822" fmla="*/ 2426576 h 6211920"/>
              <a:gd name="connsiteX2823" fmla="*/ 924789 w 9635294"/>
              <a:gd name="connsiteY2823" fmla="*/ 2429199 h 6211920"/>
              <a:gd name="connsiteX2824" fmla="*/ 903905 w 9635294"/>
              <a:gd name="connsiteY2824" fmla="*/ 2415038 h 6211920"/>
              <a:gd name="connsiteX2825" fmla="*/ 8730210 w 9635294"/>
              <a:gd name="connsiteY2825" fmla="*/ 2411795 h 6211920"/>
              <a:gd name="connsiteX2826" fmla="*/ 8732069 w 9635294"/>
              <a:gd name="connsiteY2826" fmla="*/ 2414499 h 6211920"/>
              <a:gd name="connsiteX2827" fmla="*/ 8732059 w 9635294"/>
              <a:gd name="connsiteY2827" fmla="*/ 2414506 h 6211920"/>
              <a:gd name="connsiteX2828" fmla="*/ 908582 w 9635294"/>
              <a:gd name="connsiteY2828" fmla="*/ 2408123 h 6211920"/>
              <a:gd name="connsiteX2829" fmla="*/ 905683 w 9635294"/>
              <a:gd name="connsiteY2829" fmla="*/ 2412410 h 6211920"/>
              <a:gd name="connsiteX2830" fmla="*/ 905682 w 9635294"/>
              <a:gd name="connsiteY2830" fmla="*/ 2412409 h 6211920"/>
              <a:gd name="connsiteX2831" fmla="*/ 8726672 w 9635294"/>
              <a:gd name="connsiteY2831" fmla="*/ 2406606 h 6211920"/>
              <a:gd name="connsiteX2832" fmla="*/ 8730210 w 9635294"/>
              <a:gd name="connsiteY2832" fmla="*/ 2411795 h 6211920"/>
              <a:gd name="connsiteX2833" fmla="*/ 8728450 w 9635294"/>
              <a:gd name="connsiteY2833" fmla="*/ 2409234 h 6211920"/>
              <a:gd name="connsiteX2834" fmla="*/ 8707622 w 9635294"/>
              <a:gd name="connsiteY2834" fmla="*/ 2423382 h 6211920"/>
              <a:gd name="connsiteX2835" fmla="*/ 8709303 w 9635294"/>
              <a:gd name="connsiteY2835" fmla="*/ 2425866 h 6211920"/>
              <a:gd name="connsiteX2836" fmla="*/ 8705844 w 9635294"/>
              <a:gd name="connsiteY2836" fmla="*/ 2420760 h 6211920"/>
              <a:gd name="connsiteX2837" fmla="*/ 8726672 w 9635294"/>
              <a:gd name="connsiteY2837" fmla="*/ 2406606 h 6211920"/>
              <a:gd name="connsiteX2838" fmla="*/ 911016 w 9635294"/>
              <a:gd name="connsiteY2838" fmla="*/ 2404523 h 6211920"/>
              <a:gd name="connsiteX2839" fmla="*/ 931926 w 9635294"/>
              <a:gd name="connsiteY2839" fmla="*/ 2418696 h 6211920"/>
              <a:gd name="connsiteX2840" fmla="*/ 930141 w 9635294"/>
              <a:gd name="connsiteY2840" fmla="*/ 2421324 h 6211920"/>
              <a:gd name="connsiteX2841" fmla="*/ 909238 w 9635294"/>
              <a:gd name="connsiteY2841" fmla="*/ 2407152 h 6211920"/>
              <a:gd name="connsiteX2842" fmla="*/ 908582 w 9635294"/>
              <a:gd name="connsiteY2842" fmla="*/ 2408123 h 6211920"/>
              <a:gd name="connsiteX2843" fmla="*/ 885456 w 9635294"/>
              <a:gd name="connsiteY2843" fmla="*/ 2397338 h 6211920"/>
              <a:gd name="connsiteX2844" fmla="*/ 884796 w 9635294"/>
              <a:gd name="connsiteY2844" fmla="*/ 2398319 h 6211920"/>
              <a:gd name="connsiteX2845" fmla="*/ 884796 w 9635294"/>
              <a:gd name="connsiteY2845" fmla="*/ 2398319 h 6211920"/>
              <a:gd name="connsiteX2846" fmla="*/ 863836 w 9635294"/>
              <a:gd name="connsiteY2846" fmla="*/ 2384242 h 6211920"/>
              <a:gd name="connsiteX2847" fmla="*/ 884796 w 9635294"/>
              <a:gd name="connsiteY2847" fmla="*/ 2398319 h 6211920"/>
              <a:gd name="connsiteX2848" fmla="*/ 883025 w 9635294"/>
              <a:gd name="connsiteY2848" fmla="*/ 2400948 h 6211920"/>
              <a:gd name="connsiteX2849" fmla="*/ 862070 w 9635294"/>
              <a:gd name="connsiteY2849" fmla="*/ 2386876 h 6211920"/>
              <a:gd name="connsiteX2850" fmla="*/ 8770232 w 9635294"/>
              <a:gd name="connsiteY2850" fmla="*/ 2381104 h 6211920"/>
              <a:gd name="connsiteX2851" fmla="*/ 8773789 w 9635294"/>
              <a:gd name="connsiteY2851" fmla="*/ 2386375 h 6211920"/>
              <a:gd name="connsiteX2852" fmla="*/ 8773787 w 9635294"/>
              <a:gd name="connsiteY2852" fmla="*/ 2386377 h 6211920"/>
              <a:gd name="connsiteX2853" fmla="*/ 8770232 w 9635294"/>
              <a:gd name="connsiteY2853" fmla="*/ 2381104 h 6211920"/>
              <a:gd name="connsiteX2854" fmla="*/ 867372 w 9635294"/>
              <a:gd name="connsiteY2854" fmla="*/ 2378964 h 6211920"/>
              <a:gd name="connsiteX2855" fmla="*/ 867372 w 9635294"/>
              <a:gd name="connsiteY2855" fmla="*/ 2378964 h 6211920"/>
              <a:gd name="connsiteX2856" fmla="*/ 863836 w 9635294"/>
              <a:gd name="connsiteY2856" fmla="*/ 2384242 h 6211920"/>
              <a:gd name="connsiteX2857" fmla="*/ 863835 w 9635294"/>
              <a:gd name="connsiteY2857" fmla="*/ 2384241 h 6211920"/>
              <a:gd name="connsiteX2858" fmla="*/ 8768455 w 9635294"/>
              <a:gd name="connsiteY2858" fmla="*/ 2378469 h 6211920"/>
              <a:gd name="connsiteX2859" fmla="*/ 8770232 w 9635294"/>
              <a:gd name="connsiteY2859" fmla="*/ 2381104 h 6211920"/>
              <a:gd name="connsiteX2860" fmla="*/ 8749342 w 9635294"/>
              <a:gd name="connsiteY2860" fmla="*/ 2395163 h 6211920"/>
              <a:gd name="connsiteX2861" fmla="*/ 8752897 w 9635294"/>
              <a:gd name="connsiteY2861" fmla="*/ 2400427 h 6211920"/>
              <a:gd name="connsiteX2862" fmla="*/ 8773787 w 9635294"/>
              <a:gd name="connsiteY2862" fmla="*/ 2386377 h 6211920"/>
              <a:gd name="connsiteX2863" fmla="*/ 8775567 w 9635294"/>
              <a:gd name="connsiteY2863" fmla="*/ 2389016 h 6211920"/>
              <a:gd name="connsiteX2864" fmla="*/ 8754612 w 9635294"/>
              <a:gd name="connsiteY2864" fmla="*/ 2403062 h 6211920"/>
              <a:gd name="connsiteX2865" fmla="*/ 8747563 w 9635294"/>
              <a:gd name="connsiteY2865" fmla="*/ 2392528 h 6211920"/>
              <a:gd name="connsiteX2866" fmla="*/ 8768455 w 9635294"/>
              <a:gd name="connsiteY2866" fmla="*/ 2378469 h 6211920"/>
              <a:gd name="connsiteX2867" fmla="*/ 869138 w 9635294"/>
              <a:gd name="connsiteY2867" fmla="*/ 2376329 h 6211920"/>
              <a:gd name="connsiteX2868" fmla="*/ 890119 w 9635294"/>
              <a:gd name="connsiteY2868" fmla="*/ 2390413 h 6211920"/>
              <a:gd name="connsiteX2869" fmla="*/ 885456 w 9635294"/>
              <a:gd name="connsiteY2869" fmla="*/ 2397338 h 6211920"/>
              <a:gd name="connsiteX2870" fmla="*/ 888340 w 9635294"/>
              <a:gd name="connsiteY2870" fmla="*/ 2393048 h 6211920"/>
              <a:gd name="connsiteX2871" fmla="*/ 867372 w 9635294"/>
              <a:gd name="connsiteY2871" fmla="*/ 2378964 h 6211920"/>
              <a:gd name="connsiteX2872" fmla="*/ 846366 w 9635294"/>
              <a:gd name="connsiteY2872" fmla="*/ 2364924 h 6211920"/>
              <a:gd name="connsiteX2873" fmla="*/ 846366 w 9635294"/>
              <a:gd name="connsiteY2873" fmla="*/ 2364924 h 6211920"/>
              <a:gd name="connsiteX2874" fmla="*/ 845065 w 9635294"/>
              <a:gd name="connsiteY2874" fmla="*/ 2366876 h 6211920"/>
              <a:gd name="connsiteX2875" fmla="*/ 821858 w 9635294"/>
              <a:gd name="connsiteY2875" fmla="*/ 2356246 h 6211920"/>
              <a:gd name="connsiteX2876" fmla="*/ 842842 w 9635294"/>
              <a:gd name="connsiteY2876" fmla="*/ 2370207 h 6211920"/>
              <a:gd name="connsiteX2877" fmla="*/ 845065 w 9635294"/>
              <a:gd name="connsiteY2877" fmla="*/ 2366876 h 6211920"/>
              <a:gd name="connsiteX2878" fmla="*/ 841084 w 9635294"/>
              <a:gd name="connsiteY2878" fmla="*/ 2372849 h 6211920"/>
              <a:gd name="connsiteX2879" fmla="*/ 820103 w 9635294"/>
              <a:gd name="connsiteY2879" fmla="*/ 2358892 h 6211920"/>
              <a:gd name="connsiteX2880" fmla="*/ 8812143 w 9635294"/>
              <a:gd name="connsiteY2880" fmla="*/ 2353145 h 6211920"/>
              <a:gd name="connsiteX2881" fmla="*/ 8814146 w 9635294"/>
              <a:gd name="connsiteY2881" fmla="*/ 2356178 h 6211920"/>
              <a:gd name="connsiteX2882" fmla="*/ 8812130 w 9635294"/>
              <a:gd name="connsiteY2882" fmla="*/ 2353154 h 6211920"/>
              <a:gd name="connsiteX2883" fmla="*/ 823964 w 9635294"/>
              <a:gd name="connsiteY2883" fmla="*/ 2353068 h 6211920"/>
              <a:gd name="connsiteX2884" fmla="*/ 821858 w 9635294"/>
              <a:gd name="connsiteY2884" fmla="*/ 2356246 h 6211920"/>
              <a:gd name="connsiteX2885" fmla="*/ 821855 w 9635294"/>
              <a:gd name="connsiteY2885" fmla="*/ 2356244 h 6211920"/>
              <a:gd name="connsiteX2886" fmla="*/ 8810365 w 9635294"/>
              <a:gd name="connsiteY2886" fmla="*/ 2350504 h 6211920"/>
              <a:gd name="connsiteX2887" fmla="*/ 8812130 w 9635294"/>
              <a:gd name="connsiteY2887" fmla="*/ 2353154 h 6211920"/>
              <a:gd name="connsiteX2888" fmla="*/ 8791188 w 9635294"/>
              <a:gd name="connsiteY2888" fmla="*/ 2367090 h 6211920"/>
              <a:gd name="connsiteX2889" fmla="*/ 8794744 w 9635294"/>
              <a:gd name="connsiteY2889" fmla="*/ 2372373 h 6211920"/>
              <a:gd name="connsiteX2890" fmla="*/ 8815635 w 9635294"/>
              <a:gd name="connsiteY2890" fmla="*/ 2358434 h 6211920"/>
              <a:gd name="connsiteX2891" fmla="*/ 8814146 w 9635294"/>
              <a:gd name="connsiteY2891" fmla="*/ 2356178 h 6211920"/>
              <a:gd name="connsiteX2892" fmla="*/ 8817413 w 9635294"/>
              <a:gd name="connsiteY2892" fmla="*/ 2361082 h 6211920"/>
              <a:gd name="connsiteX2893" fmla="*/ 8796458 w 9635294"/>
              <a:gd name="connsiteY2893" fmla="*/ 2375008 h 6211920"/>
              <a:gd name="connsiteX2894" fmla="*/ 8789410 w 9635294"/>
              <a:gd name="connsiteY2894" fmla="*/ 2364448 h 6211920"/>
              <a:gd name="connsiteX2895" fmla="*/ 8810365 w 9635294"/>
              <a:gd name="connsiteY2895" fmla="*/ 2350504 h 6211920"/>
              <a:gd name="connsiteX2896" fmla="*/ 827120 w 9635294"/>
              <a:gd name="connsiteY2896" fmla="*/ 2348306 h 6211920"/>
              <a:gd name="connsiteX2897" fmla="*/ 848125 w 9635294"/>
              <a:gd name="connsiteY2897" fmla="*/ 2362283 h 6211920"/>
              <a:gd name="connsiteX2898" fmla="*/ 846366 w 9635294"/>
              <a:gd name="connsiteY2898" fmla="*/ 2364924 h 6211920"/>
              <a:gd name="connsiteX2899" fmla="*/ 825368 w 9635294"/>
              <a:gd name="connsiteY2899" fmla="*/ 2350954 h 6211920"/>
              <a:gd name="connsiteX2900" fmla="*/ 823964 w 9635294"/>
              <a:gd name="connsiteY2900" fmla="*/ 2353068 h 6211920"/>
              <a:gd name="connsiteX2901" fmla="*/ 8833119 w 9635294"/>
              <a:gd name="connsiteY2901" fmla="*/ 2339224 h 6211920"/>
              <a:gd name="connsiteX2902" fmla="*/ 8834876 w 9635294"/>
              <a:gd name="connsiteY2902" fmla="*/ 2341890 h 6211920"/>
              <a:gd name="connsiteX2903" fmla="*/ 8833098 w 9635294"/>
              <a:gd name="connsiteY2903" fmla="*/ 2339238 h 6211920"/>
              <a:gd name="connsiteX2904" fmla="*/ 8857660 w 9635294"/>
              <a:gd name="connsiteY2904" fmla="*/ 2330674 h 6211920"/>
              <a:gd name="connsiteX2905" fmla="*/ 8859387 w 9635294"/>
              <a:gd name="connsiteY2905" fmla="*/ 2333320 h 6211920"/>
              <a:gd name="connsiteX2906" fmla="*/ 8838369 w 9635294"/>
              <a:gd name="connsiteY2906" fmla="*/ 2347189 h 6211920"/>
              <a:gd name="connsiteX2907" fmla="*/ 8834876 w 9635294"/>
              <a:gd name="connsiteY2907" fmla="*/ 2341890 h 6211920"/>
              <a:gd name="connsiteX2908" fmla="*/ 8836654 w 9635294"/>
              <a:gd name="connsiteY2908" fmla="*/ 2344541 h 6211920"/>
              <a:gd name="connsiteX2909" fmla="*/ 8855660 w 9635294"/>
              <a:gd name="connsiteY2909" fmla="*/ 2327608 h 6211920"/>
              <a:gd name="connsiteX2910" fmla="*/ 8857672 w 9635294"/>
              <a:gd name="connsiteY2910" fmla="*/ 2330666 h 6211920"/>
              <a:gd name="connsiteX2911" fmla="*/ 8857660 w 9635294"/>
              <a:gd name="connsiteY2911" fmla="*/ 2330674 h 6211920"/>
              <a:gd name="connsiteX2912" fmla="*/ 783209 w 9635294"/>
              <a:gd name="connsiteY2912" fmla="*/ 2323116 h 6211920"/>
              <a:gd name="connsiteX2913" fmla="*/ 783213 w 9635294"/>
              <a:gd name="connsiteY2913" fmla="*/ 2323118 h 6211920"/>
              <a:gd name="connsiteX2914" fmla="*/ 780213 w 9635294"/>
              <a:gd name="connsiteY2914" fmla="*/ 2327680 h 6211920"/>
              <a:gd name="connsiteX2915" fmla="*/ 8852465 w 9635294"/>
              <a:gd name="connsiteY2915" fmla="*/ 2322710 h 6211920"/>
              <a:gd name="connsiteX2916" fmla="*/ 8855660 w 9635294"/>
              <a:gd name="connsiteY2916" fmla="*/ 2327608 h 6211920"/>
              <a:gd name="connsiteX2917" fmla="*/ 8854180 w 9635294"/>
              <a:gd name="connsiteY2917" fmla="*/ 2325357 h 6211920"/>
              <a:gd name="connsiteX2918" fmla="*/ 8833119 w 9635294"/>
              <a:gd name="connsiteY2918" fmla="*/ 2339224 h 6211920"/>
              <a:gd name="connsiteX2919" fmla="*/ 8831383 w 9635294"/>
              <a:gd name="connsiteY2919" fmla="*/ 2336590 h 6211920"/>
              <a:gd name="connsiteX2920" fmla="*/ 8852465 w 9635294"/>
              <a:gd name="connsiteY2920" fmla="*/ 2322710 h 6211920"/>
              <a:gd name="connsiteX2921" fmla="*/ 784955 w 9635294"/>
              <a:gd name="connsiteY2921" fmla="*/ 2320468 h 6211920"/>
              <a:gd name="connsiteX2922" fmla="*/ 806076 w 9635294"/>
              <a:gd name="connsiteY2922" fmla="*/ 2334374 h 6211920"/>
              <a:gd name="connsiteX2923" fmla="*/ 799078 w 9635294"/>
              <a:gd name="connsiteY2923" fmla="*/ 2344972 h 6211920"/>
              <a:gd name="connsiteX2924" fmla="*/ 777977 w 9635294"/>
              <a:gd name="connsiteY2924" fmla="*/ 2331079 h 6211920"/>
              <a:gd name="connsiteX2925" fmla="*/ 780213 w 9635294"/>
              <a:gd name="connsiteY2925" fmla="*/ 2327680 h 6211920"/>
              <a:gd name="connsiteX2926" fmla="*/ 779723 w 9635294"/>
              <a:gd name="connsiteY2926" fmla="*/ 2328425 h 6211920"/>
              <a:gd name="connsiteX2927" fmla="*/ 800824 w 9635294"/>
              <a:gd name="connsiteY2927" fmla="*/ 2342325 h 6211920"/>
              <a:gd name="connsiteX2928" fmla="*/ 804323 w 9635294"/>
              <a:gd name="connsiteY2928" fmla="*/ 2337022 h 6211920"/>
              <a:gd name="connsiteX2929" fmla="*/ 783213 w 9635294"/>
              <a:gd name="connsiteY2929" fmla="*/ 2323118 h 6211920"/>
              <a:gd name="connsiteX2930" fmla="*/ 8875222 w 9635294"/>
              <a:gd name="connsiteY2930" fmla="*/ 2311544 h 6211920"/>
              <a:gd name="connsiteX2931" fmla="*/ 8878712 w 9635294"/>
              <a:gd name="connsiteY2931" fmla="*/ 2316855 h 6211920"/>
              <a:gd name="connsiteX2932" fmla="*/ 8878691 w 9635294"/>
              <a:gd name="connsiteY2932" fmla="*/ 2316868 h 6211920"/>
              <a:gd name="connsiteX2933" fmla="*/ 8875198 w 9635294"/>
              <a:gd name="connsiteY2933" fmla="*/ 2311559 h 6211920"/>
              <a:gd name="connsiteX2934" fmla="*/ 762108 w 9635294"/>
              <a:gd name="connsiteY2934" fmla="*/ 2309292 h 6211920"/>
              <a:gd name="connsiteX2935" fmla="*/ 762108 w 9635294"/>
              <a:gd name="connsiteY2935" fmla="*/ 2309292 h 6211920"/>
              <a:gd name="connsiteX2936" fmla="*/ 758635 w 9635294"/>
              <a:gd name="connsiteY2936" fmla="*/ 2314607 h 6211920"/>
              <a:gd name="connsiteX2937" fmla="*/ 758633 w 9635294"/>
              <a:gd name="connsiteY2937" fmla="*/ 2314606 h 6211920"/>
              <a:gd name="connsiteX2938" fmla="*/ 8899762 w 9635294"/>
              <a:gd name="connsiteY2938" fmla="*/ 2303140 h 6211920"/>
              <a:gd name="connsiteX2939" fmla="*/ 8901487 w 9635294"/>
              <a:gd name="connsiteY2939" fmla="*/ 2305793 h 6211920"/>
              <a:gd name="connsiteX2940" fmla="*/ 8880469 w 9635294"/>
              <a:gd name="connsiteY2940" fmla="*/ 2319528 h 6211920"/>
              <a:gd name="connsiteX2941" fmla="*/ 8878712 w 9635294"/>
              <a:gd name="connsiteY2941" fmla="*/ 2316855 h 6211920"/>
              <a:gd name="connsiteX2942" fmla="*/ 8897980 w 9635294"/>
              <a:gd name="connsiteY2942" fmla="*/ 2300401 h 6211920"/>
              <a:gd name="connsiteX2943" fmla="*/ 8899773 w 9635294"/>
              <a:gd name="connsiteY2943" fmla="*/ 2303132 h 6211920"/>
              <a:gd name="connsiteX2944" fmla="*/ 8899762 w 9635294"/>
              <a:gd name="connsiteY2944" fmla="*/ 2303140 h 6211920"/>
              <a:gd name="connsiteX2945" fmla="*/ 8894566 w 9635294"/>
              <a:gd name="connsiteY2945" fmla="*/ 2295150 h 6211920"/>
              <a:gd name="connsiteX2946" fmla="*/ 8897980 w 9635294"/>
              <a:gd name="connsiteY2946" fmla="*/ 2300401 h 6211920"/>
              <a:gd name="connsiteX2947" fmla="*/ 8896281 w 9635294"/>
              <a:gd name="connsiteY2947" fmla="*/ 2297811 h 6211920"/>
              <a:gd name="connsiteX2948" fmla="*/ 8875222 w 9635294"/>
              <a:gd name="connsiteY2948" fmla="*/ 2311544 h 6211920"/>
              <a:gd name="connsiteX2949" fmla="*/ 8873484 w 9635294"/>
              <a:gd name="connsiteY2949" fmla="*/ 2308898 h 6211920"/>
              <a:gd name="connsiteX2950" fmla="*/ 8894566 w 9635294"/>
              <a:gd name="connsiteY2950" fmla="*/ 2295150 h 6211920"/>
              <a:gd name="connsiteX2951" fmla="*/ 742722 w 9635294"/>
              <a:gd name="connsiteY2951" fmla="*/ 2292858 h 6211920"/>
              <a:gd name="connsiteX2952" fmla="*/ 763848 w 9635294"/>
              <a:gd name="connsiteY2952" fmla="*/ 2306631 h 6211920"/>
              <a:gd name="connsiteX2953" fmla="*/ 762108 w 9635294"/>
              <a:gd name="connsiteY2953" fmla="*/ 2309292 h 6211920"/>
              <a:gd name="connsiteX2954" fmla="*/ 740994 w 9635294"/>
              <a:gd name="connsiteY2954" fmla="*/ 2295519 h 6211920"/>
              <a:gd name="connsiteX2955" fmla="*/ 737534 w 9635294"/>
              <a:gd name="connsiteY2955" fmla="*/ 2300847 h 6211920"/>
              <a:gd name="connsiteX2956" fmla="*/ 758633 w 9635294"/>
              <a:gd name="connsiteY2956" fmla="*/ 2314606 h 6211920"/>
              <a:gd name="connsiteX2957" fmla="*/ 756895 w 9635294"/>
              <a:gd name="connsiteY2957" fmla="*/ 2317261 h 6211920"/>
              <a:gd name="connsiteX2958" fmla="*/ 735800 w 9635294"/>
              <a:gd name="connsiteY2958" fmla="*/ 2303507 h 6211920"/>
              <a:gd name="connsiteX2959" fmla="*/ 8917438 w 9635294"/>
              <a:gd name="connsiteY2959" fmla="*/ 2284063 h 6211920"/>
              <a:gd name="connsiteX2960" fmla="*/ 8919058 w 9635294"/>
              <a:gd name="connsiteY2960" fmla="*/ 2286560 h 6211920"/>
              <a:gd name="connsiteX2961" fmla="*/ 8917426 w 9635294"/>
              <a:gd name="connsiteY2961" fmla="*/ 2284070 h 6211920"/>
              <a:gd name="connsiteX2962" fmla="*/ 719771 w 9635294"/>
              <a:gd name="connsiteY2962" fmla="*/ 2281751 h 6211920"/>
              <a:gd name="connsiteX2963" fmla="*/ 719773 w 9635294"/>
              <a:gd name="connsiteY2963" fmla="*/ 2281752 h 6211920"/>
              <a:gd name="connsiteX2964" fmla="*/ 718325 w 9635294"/>
              <a:gd name="connsiteY2964" fmla="*/ 2283988 h 6211920"/>
              <a:gd name="connsiteX2965" fmla="*/ 8942053 w 9635294"/>
              <a:gd name="connsiteY2965" fmla="*/ 2275753 h 6211920"/>
              <a:gd name="connsiteX2966" fmla="*/ 8943778 w 9635294"/>
              <a:gd name="connsiteY2966" fmla="*/ 2278412 h 6211920"/>
              <a:gd name="connsiteX2967" fmla="*/ 8922632 w 9635294"/>
              <a:gd name="connsiteY2967" fmla="*/ 2292064 h 6211920"/>
              <a:gd name="connsiteX2968" fmla="*/ 8919058 w 9635294"/>
              <a:gd name="connsiteY2968" fmla="*/ 2286560 h 6211920"/>
              <a:gd name="connsiteX2969" fmla="*/ 8920919 w 9635294"/>
              <a:gd name="connsiteY2969" fmla="*/ 2289397 h 6211920"/>
              <a:gd name="connsiteX2970" fmla="*/ 8938635 w 9635294"/>
              <a:gd name="connsiteY2970" fmla="*/ 2270405 h 6211920"/>
              <a:gd name="connsiteX2971" fmla="*/ 8942064 w 9635294"/>
              <a:gd name="connsiteY2971" fmla="*/ 2275745 h 6211920"/>
              <a:gd name="connsiteX2972" fmla="*/ 8942053 w 9635294"/>
              <a:gd name="connsiteY2972" fmla="*/ 2275753 h 6211920"/>
              <a:gd name="connsiteX2973" fmla="*/ 8938600 w 9635294"/>
              <a:gd name="connsiteY2973" fmla="*/ 2270428 h 6211920"/>
              <a:gd name="connsiteX2974" fmla="*/ 8936856 w 9635294"/>
              <a:gd name="connsiteY2974" fmla="*/ 2267738 h 6211920"/>
              <a:gd name="connsiteX2975" fmla="*/ 8938600 w 9635294"/>
              <a:gd name="connsiteY2975" fmla="*/ 2270428 h 6211920"/>
              <a:gd name="connsiteX2976" fmla="*/ 8917438 w 9635294"/>
              <a:gd name="connsiteY2976" fmla="*/ 2284063 h 6211920"/>
              <a:gd name="connsiteX2977" fmla="*/ 8915711 w 9635294"/>
              <a:gd name="connsiteY2977" fmla="*/ 2281403 h 6211920"/>
              <a:gd name="connsiteX2978" fmla="*/ 8936856 w 9635294"/>
              <a:gd name="connsiteY2978" fmla="*/ 2267738 h 6211920"/>
              <a:gd name="connsiteX2979" fmla="*/ 700278 w 9635294"/>
              <a:gd name="connsiteY2979" fmla="*/ 2265394 h 6211920"/>
              <a:gd name="connsiteX2980" fmla="*/ 721494 w 9635294"/>
              <a:gd name="connsiteY2980" fmla="*/ 2279085 h 6211920"/>
              <a:gd name="connsiteX2981" fmla="*/ 719771 w 9635294"/>
              <a:gd name="connsiteY2981" fmla="*/ 2281751 h 6211920"/>
              <a:gd name="connsiteX2982" fmla="*/ 698564 w 9635294"/>
              <a:gd name="connsiteY2982" fmla="*/ 2268068 h 6211920"/>
              <a:gd name="connsiteX2983" fmla="*/ 695128 w 9635294"/>
              <a:gd name="connsiteY2983" fmla="*/ 2273408 h 6211920"/>
              <a:gd name="connsiteX2984" fmla="*/ 716318 w 9635294"/>
              <a:gd name="connsiteY2984" fmla="*/ 2287086 h 6211920"/>
              <a:gd name="connsiteX2985" fmla="*/ 718325 w 9635294"/>
              <a:gd name="connsiteY2985" fmla="*/ 2283988 h 6211920"/>
              <a:gd name="connsiteX2986" fmla="*/ 714598 w 9635294"/>
              <a:gd name="connsiteY2986" fmla="*/ 2289753 h 6211920"/>
              <a:gd name="connsiteX2987" fmla="*/ 693408 w 9635294"/>
              <a:gd name="connsiteY2987" fmla="*/ 2276075 h 6211920"/>
              <a:gd name="connsiteX2988" fmla="*/ 8980989 w 9635294"/>
              <a:gd name="connsiteY2988" fmla="*/ 2243227 h 6211920"/>
              <a:gd name="connsiteX2989" fmla="*/ 8959717 w 9635294"/>
              <a:gd name="connsiteY2989" fmla="*/ 2256822 h 6211920"/>
              <a:gd name="connsiteX2990" fmla="*/ 8963146 w 9635294"/>
              <a:gd name="connsiteY2990" fmla="*/ 2262169 h 6211920"/>
              <a:gd name="connsiteX2991" fmla="*/ 8984419 w 9635294"/>
              <a:gd name="connsiteY2991" fmla="*/ 2248580 h 6211920"/>
              <a:gd name="connsiteX2992" fmla="*/ 656038 w 9635294"/>
              <a:gd name="connsiteY2992" fmla="*/ 2240839 h 6211920"/>
              <a:gd name="connsiteX2993" fmla="*/ 656040 w 9635294"/>
              <a:gd name="connsiteY2993" fmla="*/ 2240840 h 6211920"/>
              <a:gd name="connsiteX2994" fmla="*/ 652629 w 9635294"/>
              <a:gd name="connsiteY2994" fmla="*/ 2246198 h 6211920"/>
              <a:gd name="connsiteX2995" fmla="*/ 652628 w 9635294"/>
              <a:gd name="connsiteY2995" fmla="*/ 2246198 h 6211920"/>
              <a:gd name="connsiteX2996" fmla="*/ 8979338 w 9635294"/>
              <a:gd name="connsiteY2996" fmla="*/ 2240547 h 6211920"/>
              <a:gd name="connsiteX2997" fmla="*/ 8986132 w 9635294"/>
              <a:gd name="connsiteY2997" fmla="*/ 2251259 h 6211920"/>
              <a:gd name="connsiteX2998" fmla="*/ 8964860 w 9635294"/>
              <a:gd name="connsiteY2998" fmla="*/ 2264842 h 6211920"/>
              <a:gd name="connsiteX2999" fmla="*/ 8958002 w 9635294"/>
              <a:gd name="connsiteY2999" fmla="*/ 2254149 h 6211920"/>
              <a:gd name="connsiteX3000" fmla="*/ 8979338 w 9635294"/>
              <a:gd name="connsiteY3000" fmla="*/ 2240547 h 6211920"/>
              <a:gd name="connsiteX3001" fmla="*/ 657746 w 9635294"/>
              <a:gd name="connsiteY3001" fmla="*/ 2238159 h 6211920"/>
              <a:gd name="connsiteX3002" fmla="*/ 679082 w 9635294"/>
              <a:gd name="connsiteY3002" fmla="*/ 2251786 h 6211920"/>
              <a:gd name="connsiteX3003" fmla="*/ 672237 w 9635294"/>
              <a:gd name="connsiteY3003" fmla="*/ 2262480 h 6211920"/>
              <a:gd name="connsiteX3004" fmla="*/ 650926 w 9635294"/>
              <a:gd name="connsiteY3004" fmla="*/ 2248872 h 6211920"/>
              <a:gd name="connsiteX3005" fmla="*/ 652629 w 9635294"/>
              <a:gd name="connsiteY3005" fmla="*/ 2246198 h 6211920"/>
              <a:gd name="connsiteX3006" fmla="*/ 673945 w 9635294"/>
              <a:gd name="connsiteY3006" fmla="*/ 2259806 h 6211920"/>
              <a:gd name="connsiteX3007" fmla="*/ 677367 w 9635294"/>
              <a:gd name="connsiteY3007" fmla="*/ 2254460 h 6211920"/>
              <a:gd name="connsiteX3008" fmla="*/ 656040 w 9635294"/>
              <a:gd name="connsiteY3008" fmla="*/ 2240840 h 6211920"/>
              <a:gd name="connsiteX3009" fmla="*/ 9004339 w 9635294"/>
              <a:gd name="connsiteY3009" fmla="*/ 2232958 h 6211920"/>
              <a:gd name="connsiteX3010" fmla="*/ 9005692 w 9635294"/>
              <a:gd name="connsiteY3010" fmla="*/ 2235073 h 6211920"/>
              <a:gd name="connsiteX3011" fmla="*/ 9005691 w 9635294"/>
              <a:gd name="connsiteY3011" fmla="*/ 2235073 h 6211920"/>
              <a:gd name="connsiteX3012" fmla="*/ 9025278 w 9635294"/>
              <a:gd name="connsiteY3012" fmla="*/ 2219060 h 6211920"/>
              <a:gd name="connsiteX3013" fmla="*/ 9028614 w 9635294"/>
              <a:gd name="connsiteY3013" fmla="*/ 2224335 h 6211920"/>
              <a:gd name="connsiteX3014" fmla="*/ 9007406 w 9635294"/>
              <a:gd name="connsiteY3014" fmla="*/ 2237753 h 6211920"/>
              <a:gd name="connsiteX3015" fmla="*/ 9005692 w 9635294"/>
              <a:gd name="connsiteY3015" fmla="*/ 2235073 h 6211920"/>
              <a:gd name="connsiteX3016" fmla="*/ 9026900 w 9635294"/>
              <a:gd name="connsiteY3016" fmla="*/ 2221649 h 6211920"/>
              <a:gd name="connsiteX3017" fmla="*/ 9023534 w 9635294"/>
              <a:gd name="connsiteY3017" fmla="*/ 2216277 h 6211920"/>
              <a:gd name="connsiteX3018" fmla="*/ 9025278 w 9635294"/>
              <a:gd name="connsiteY3018" fmla="*/ 2219060 h 6211920"/>
              <a:gd name="connsiteX3019" fmla="*/ 9023522 w 9635294"/>
              <a:gd name="connsiteY3019" fmla="*/ 2216285 h 6211920"/>
              <a:gd name="connsiteX3020" fmla="*/ 613429 w 9635294"/>
              <a:gd name="connsiteY3020" fmla="*/ 2213845 h 6211920"/>
              <a:gd name="connsiteX3021" fmla="*/ 610045 w 9635294"/>
              <a:gd name="connsiteY3021" fmla="*/ 2219217 h 6211920"/>
              <a:gd name="connsiteX3022" fmla="*/ 631324 w 9635294"/>
              <a:gd name="connsiteY3022" fmla="*/ 2232667 h 6211920"/>
              <a:gd name="connsiteX3023" fmla="*/ 634721 w 9635294"/>
              <a:gd name="connsiteY3023" fmla="*/ 2227301 h 6211920"/>
              <a:gd name="connsiteX3024" fmla="*/ 613429 w 9635294"/>
              <a:gd name="connsiteY3024" fmla="*/ 2213845 h 6211920"/>
              <a:gd name="connsiteX3025" fmla="*/ 9021819 w 9635294"/>
              <a:gd name="connsiteY3025" fmla="*/ 2213591 h 6211920"/>
              <a:gd name="connsiteX3026" fmla="*/ 9023522 w 9635294"/>
              <a:gd name="connsiteY3026" fmla="*/ 2216285 h 6211920"/>
              <a:gd name="connsiteX3027" fmla="*/ 9002262 w 9635294"/>
              <a:gd name="connsiteY3027" fmla="*/ 2229707 h 6211920"/>
              <a:gd name="connsiteX3028" fmla="*/ 9004339 w 9635294"/>
              <a:gd name="connsiteY3028" fmla="*/ 2232958 h 6211920"/>
              <a:gd name="connsiteX3029" fmla="*/ 9000547 w 9635294"/>
              <a:gd name="connsiteY3029" fmla="*/ 2227028 h 6211920"/>
              <a:gd name="connsiteX3030" fmla="*/ 9021819 w 9635294"/>
              <a:gd name="connsiteY3030" fmla="*/ 2213591 h 6211920"/>
              <a:gd name="connsiteX3031" fmla="*/ 615118 w 9635294"/>
              <a:gd name="connsiteY3031" fmla="*/ 2211159 h 6211920"/>
              <a:gd name="connsiteX3032" fmla="*/ 636423 w 9635294"/>
              <a:gd name="connsiteY3032" fmla="*/ 2224621 h 6211920"/>
              <a:gd name="connsiteX3033" fmla="*/ 629628 w 9635294"/>
              <a:gd name="connsiteY3033" fmla="*/ 2235346 h 6211920"/>
              <a:gd name="connsiteX3034" fmla="*/ 608349 w 9635294"/>
              <a:gd name="connsiteY3034" fmla="*/ 2221903 h 6211920"/>
              <a:gd name="connsiteX3035" fmla="*/ 9044894 w 9635294"/>
              <a:gd name="connsiteY3035" fmla="*/ 2202833 h 6211920"/>
              <a:gd name="connsiteX3036" fmla="*/ 9048258 w 9635294"/>
              <a:gd name="connsiteY3036" fmla="*/ 2208212 h 6211920"/>
              <a:gd name="connsiteX3037" fmla="*/ 9048236 w 9635294"/>
              <a:gd name="connsiteY3037" fmla="*/ 2208225 h 6211920"/>
              <a:gd name="connsiteX3038" fmla="*/ 9044870 w 9635294"/>
              <a:gd name="connsiteY3038" fmla="*/ 2202847 h 6211920"/>
              <a:gd name="connsiteX3039" fmla="*/ 9069613 w 9635294"/>
              <a:gd name="connsiteY3039" fmla="*/ 2194885 h 6211920"/>
              <a:gd name="connsiteX3040" fmla="*/ 9071286 w 9635294"/>
              <a:gd name="connsiteY3040" fmla="*/ 2197564 h 6211920"/>
              <a:gd name="connsiteX3041" fmla="*/ 9049950 w 9635294"/>
              <a:gd name="connsiteY3041" fmla="*/ 2210918 h 6211920"/>
              <a:gd name="connsiteX3042" fmla="*/ 9048258 w 9635294"/>
              <a:gd name="connsiteY3042" fmla="*/ 2208212 h 6211920"/>
              <a:gd name="connsiteX3043" fmla="*/ 9066269 w 9635294"/>
              <a:gd name="connsiteY3043" fmla="*/ 2189480 h 6211920"/>
              <a:gd name="connsiteX3044" fmla="*/ 9069635 w 9635294"/>
              <a:gd name="connsiteY3044" fmla="*/ 2194871 h 6211920"/>
              <a:gd name="connsiteX3045" fmla="*/ 9069613 w 9635294"/>
              <a:gd name="connsiteY3045" fmla="*/ 2194885 h 6211920"/>
              <a:gd name="connsiteX3046" fmla="*/ 9066246 w 9635294"/>
              <a:gd name="connsiteY3046" fmla="*/ 2189495 h 6211920"/>
              <a:gd name="connsiteX3047" fmla="*/ 570586 w 9635294"/>
              <a:gd name="connsiteY3047" fmla="*/ 2187010 h 6211920"/>
              <a:gd name="connsiteX3048" fmla="*/ 570587 w 9635294"/>
              <a:gd name="connsiteY3048" fmla="*/ 2187011 h 6211920"/>
              <a:gd name="connsiteX3049" fmla="*/ 567230 w 9635294"/>
              <a:gd name="connsiteY3049" fmla="*/ 2192397 h 6211920"/>
              <a:gd name="connsiteX3050" fmla="*/ 567227 w 9635294"/>
              <a:gd name="connsiteY3050" fmla="*/ 2192395 h 6211920"/>
              <a:gd name="connsiteX3051" fmla="*/ 9064556 w 9635294"/>
              <a:gd name="connsiteY3051" fmla="*/ 2186788 h 6211920"/>
              <a:gd name="connsiteX3052" fmla="*/ 9066246 w 9635294"/>
              <a:gd name="connsiteY3052" fmla="*/ 2189495 h 6211920"/>
              <a:gd name="connsiteX3053" fmla="*/ 9044894 w 9635294"/>
              <a:gd name="connsiteY3053" fmla="*/ 2202833 h 6211920"/>
              <a:gd name="connsiteX3054" fmla="*/ 9043219 w 9635294"/>
              <a:gd name="connsiteY3054" fmla="*/ 2200154 h 6211920"/>
              <a:gd name="connsiteX3055" fmla="*/ 9064556 w 9635294"/>
              <a:gd name="connsiteY3055" fmla="*/ 2186788 h 6211920"/>
              <a:gd name="connsiteX3056" fmla="*/ 572269 w 9635294"/>
              <a:gd name="connsiteY3056" fmla="*/ 2184311 h 6211920"/>
              <a:gd name="connsiteX3057" fmla="*/ 593700 w 9635294"/>
              <a:gd name="connsiteY3057" fmla="*/ 2197703 h 6211920"/>
              <a:gd name="connsiteX3058" fmla="*/ 586956 w 9635294"/>
              <a:gd name="connsiteY3058" fmla="*/ 2208467 h 6211920"/>
              <a:gd name="connsiteX3059" fmla="*/ 565550 w 9635294"/>
              <a:gd name="connsiteY3059" fmla="*/ 2195093 h 6211920"/>
              <a:gd name="connsiteX3060" fmla="*/ 567230 w 9635294"/>
              <a:gd name="connsiteY3060" fmla="*/ 2192397 h 6211920"/>
              <a:gd name="connsiteX3061" fmla="*/ 588639 w 9635294"/>
              <a:gd name="connsiteY3061" fmla="*/ 2205774 h 6211920"/>
              <a:gd name="connsiteX3062" fmla="*/ 592011 w 9635294"/>
              <a:gd name="connsiteY3062" fmla="*/ 2200396 h 6211920"/>
              <a:gd name="connsiteX3063" fmla="*/ 570587 w 9635294"/>
              <a:gd name="connsiteY3063" fmla="*/ 2187011 h 6211920"/>
              <a:gd name="connsiteX3064" fmla="*/ 9089230 w 9635294"/>
              <a:gd name="connsiteY3064" fmla="*/ 2178861 h 6211920"/>
              <a:gd name="connsiteX3065" fmla="*/ 9090930 w 9635294"/>
              <a:gd name="connsiteY3065" fmla="*/ 2181586 h 6211920"/>
              <a:gd name="connsiteX3066" fmla="*/ 9090907 w 9635294"/>
              <a:gd name="connsiteY3066" fmla="*/ 2181600 h 6211920"/>
              <a:gd name="connsiteX3067" fmla="*/ 549185 w 9635294"/>
              <a:gd name="connsiteY3067" fmla="*/ 2173713 h 6211920"/>
              <a:gd name="connsiteX3068" fmla="*/ 549186 w 9635294"/>
              <a:gd name="connsiteY3068" fmla="*/ 2173713 h 6211920"/>
              <a:gd name="connsiteX3069" fmla="*/ 547164 w 9635294"/>
              <a:gd name="connsiteY3069" fmla="*/ 2176977 h 6211920"/>
              <a:gd name="connsiteX3070" fmla="*/ 9112361 w 9635294"/>
              <a:gd name="connsiteY3070" fmla="*/ 2168360 h 6211920"/>
              <a:gd name="connsiteX3071" fmla="*/ 9114022 w 9635294"/>
              <a:gd name="connsiteY3071" fmla="*/ 2171052 h 6211920"/>
              <a:gd name="connsiteX3072" fmla="*/ 9092622 w 9635294"/>
              <a:gd name="connsiteY3072" fmla="*/ 2184299 h 6211920"/>
              <a:gd name="connsiteX3073" fmla="*/ 9090930 w 9635294"/>
              <a:gd name="connsiteY3073" fmla="*/ 2181586 h 6211920"/>
              <a:gd name="connsiteX3074" fmla="*/ 524354 w 9635294"/>
              <a:gd name="connsiteY3074" fmla="*/ 2165841 h 6211920"/>
              <a:gd name="connsiteX3075" fmla="*/ 545840 w 9635294"/>
              <a:gd name="connsiteY3075" fmla="*/ 2179111 h 6211920"/>
              <a:gd name="connsiteX3076" fmla="*/ 547164 w 9635294"/>
              <a:gd name="connsiteY3076" fmla="*/ 2176977 h 6211920"/>
              <a:gd name="connsiteX3077" fmla="*/ 544170 w 9635294"/>
              <a:gd name="connsiteY3077" fmla="*/ 2181809 h 6211920"/>
              <a:gd name="connsiteX3078" fmla="*/ 522688 w 9635294"/>
              <a:gd name="connsiteY3078" fmla="*/ 2168544 h 6211920"/>
              <a:gd name="connsiteX3079" fmla="*/ 9110680 w 9635294"/>
              <a:gd name="connsiteY3079" fmla="*/ 2165635 h 6211920"/>
              <a:gd name="connsiteX3080" fmla="*/ 9112371 w 9635294"/>
              <a:gd name="connsiteY3080" fmla="*/ 2168354 h 6211920"/>
              <a:gd name="connsiteX3081" fmla="*/ 9112361 w 9635294"/>
              <a:gd name="connsiteY3081" fmla="*/ 2168360 h 6211920"/>
              <a:gd name="connsiteX3082" fmla="*/ 527685 w 9635294"/>
              <a:gd name="connsiteY3082" fmla="*/ 2160429 h 6211920"/>
              <a:gd name="connsiteX3083" fmla="*/ 527686 w 9635294"/>
              <a:gd name="connsiteY3083" fmla="*/ 2160430 h 6211920"/>
              <a:gd name="connsiteX3084" fmla="*/ 524354 w 9635294"/>
              <a:gd name="connsiteY3084" fmla="*/ 2165841 h 6211920"/>
              <a:gd name="connsiteX3085" fmla="*/ 524351 w 9635294"/>
              <a:gd name="connsiteY3085" fmla="*/ 2165839 h 6211920"/>
              <a:gd name="connsiteX3086" fmla="*/ 9107355 w 9635294"/>
              <a:gd name="connsiteY3086" fmla="*/ 2160245 h 6211920"/>
              <a:gd name="connsiteX3087" fmla="*/ 9110680 w 9635294"/>
              <a:gd name="connsiteY3087" fmla="*/ 2165635 h 6211920"/>
              <a:gd name="connsiteX3088" fmla="*/ 9109006 w 9635294"/>
              <a:gd name="connsiteY3088" fmla="*/ 2162943 h 6211920"/>
              <a:gd name="connsiteX3089" fmla="*/ 9087606 w 9635294"/>
              <a:gd name="connsiteY3089" fmla="*/ 2176209 h 6211920"/>
              <a:gd name="connsiteX3090" fmla="*/ 9089230 w 9635294"/>
              <a:gd name="connsiteY3090" fmla="*/ 2178861 h 6211920"/>
              <a:gd name="connsiteX3091" fmla="*/ 9085892 w 9635294"/>
              <a:gd name="connsiteY3091" fmla="*/ 2173510 h 6211920"/>
              <a:gd name="connsiteX3092" fmla="*/ 9107355 w 9635294"/>
              <a:gd name="connsiteY3092" fmla="*/ 2160245 h 6211920"/>
              <a:gd name="connsiteX3093" fmla="*/ 529349 w 9635294"/>
              <a:gd name="connsiteY3093" fmla="*/ 2157730 h 6211920"/>
              <a:gd name="connsiteX3094" fmla="*/ 550856 w 9635294"/>
              <a:gd name="connsiteY3094" fmla="*/ 2171014 h 6211920"/>
              <a:gd name="connsiteX3095" fmla="*/ 549185 w 9635294"/>
              <a:gd name="connsiteY3095" fmla="*/ 2173713 h 6211920"/>
              <a:gd name="connsiteX3096" fmla="*/ 527686 w 9635294"/>
              <a:gd name="connsiteY3096" fmla="*/ 2160430 h 6211920"/>
              <a:gd name="connsiteX3097" fmla="*/ 9131106 w 9635294"/>
              <a:gd name="connsiteY3097" fmla="*/ 2150685 h 6211920"/>
              <a:gd name="connsiteX3098" fmla="*/ 9133834 w 9635294"/>
              <a:gd name="connsiteY3098" fmla="*/ 2155158 h 6211920"/>
              <a:gd name="connsiteX3099" fmla="*/ 9133834 w 9635294"/>
              <a:gd name="connsiteY3099" fmla="*/ 2155158 h 6211920"/>
              <a:gd name="connsiteX3100" fmla="*/ 506145 w 9635294"/>
              <a:gd name="connsiteY3100" fmla="*/ 2147207 h 6211920"/>
              <a:gd name="connsiteX3101" fmla="*/ 506146 w 9635294"/>
              <a:gd name="connsiteY3101" fmla="*/ 2147208 h 6211920"/>
              <a:gd name="connsiteX3102" fmla="*/ 504739 w 9635294"/>
              <a:gd name="connsiteY3102" fmla="*/ 2149505 h 6211920"/>
              <a:gd name="connsiteX3103" fmla="*/ 481333 w 9635294"/>
              <a:gd name="connsiteY3103" fmla="*/ 2139495 h 6211920"/>
              <a:gd name="connsiteX3104" fmla="*/ 502831 w 9635294"/>
              <a:gd name="connsiteY3104" fmla="*/ 2152618 h 6211920"/>
              <a:gd name="connsiteX3105" fmla="*/ 504739 w 9635294"/>
              <a:gd name="connsiteY3105" fmla="*/ 2149505 h 6211920"/>
              <a:gd name="connsiteX3106" fmla="*/ 501174 w 9635294"/>
              <a:gd name="connsiteY3106" fmla="*/ 2155330 h 6211920"/>
              <a:gd name="connsiteX3107" fmla="*/ 479679 w 9635294"/>
              <a:gd name="connsiteY3107" fmla="*/ 2142211 h 6211920"/>
              <a:gd name="connsiteX3108" fmla="*/ 484632 w 9635294"/>
              <a:gd name="connsiteY3108" fmla="*/ 2134070 h 6211920"/>
              <a:gd name="connsiteX3109" fmla="*/ 484633 w 9635294"/>
              <a:gd name="connsiteY3109" fmla="*/ 2134071 h 6211920"/>
              <a:gd name="connsiteX3110" fmla="*/ 481333 w 9635294"/>
              <a:gd name="connsiteY3110" fmla="*/ 2139495 h 6211920"/>
              <a:gd name="connsiteX3111" fmla="*/ 481330 w 9635294"/>
              <a:gd name="connsiteY3111" fmla="*/ 2139493 h 6211920"/>
              <a:gd name="connsiteX3112" fmla="*/ 9150344 w 9635294"/>
              <a:gd name="connsiteY3112" fmla="*/ 2133918 h 6211920"/>
              <a:gd name="connsiteX3113" fmla="*/ 9156948 w 9635294"/>
              <a:gd name="connsiteY3113" fmla="*/ 2144763 h 6211920"/>
              <a:gd name="connsiteX3114" fmla="*/ 9135485 w 9635294"/>
              <a:gd name="connsiteY3114" fmla="*/ 2157864 h 6211920"/>
              <a:gd name="connsiteX3115" fmla="*/ 9133834 w 9635294"/>
              <a:gd name="connsiteY3115" fmla="*/ 2155158 h 6211920"/>
              <a:gd name="connsiteX3116" fmla="*/ 9155297 w 9635294"/>
              <a:gd name="connsiteY3116" fmla="*/ 2142052 h 6211920"/>
              <a:gd name="connsiteX3117" fmla="*/ 9151994 w 9635294"/>
              <a:gd name="connsiteY3117" fmla="*/ 2136629 h 6211920"/>
              <a:gd name="connsiteX3118" fmla="*/ 9130531 w 9635294"/>
              <a:gd name="connsiteY3118" fmla="*/ 2149742 h 6211920"/>
              <a:gd name="connsiteX3119" fmla="*/ 9131106 w 9635294"/>
              <a:gd name="connsiteY3119" fmla="*/ 2150685 h 6211920"/>
              <a:gd name="connsiteX3120" fmla="*/ 9128881 w 9635294"/>
              <a:gd name="connsiteY3120" fmla="*/ 2147037 h 6211920"/>
              <a:gd name="connsiteX3121" fmla="*/ 9150344 w 9635294"/>
              <a:gd name="connsiteY3121" fmla="*/ 2133918 h 6211920"/>
              <a:gd name="connsiteX3122" fmla="*/ 486283 w 9635294"/>
              <a:gd name="connsiteY3122" fmla="*/ 2131359 h 6211920"/>
              <a:gd name="connsiteX3123" fmla="*/ 507803 w 9635294"/>
              <a:gd name="connsiteY3123" fmla="*/ 2144497 h 6211920"/>
              <a:gd name="connsiteX3124" fmla="*/ 506145 w 9635294"/>
              <a:gd name="connsiteY3124" fmla="*/ 2147207 h 6211920"/>
              <a:gd name="connsiteX3125" fmla="*/ 484633 w 9635294"/>
              <a:gd name="connsiteY3125" fmla="*/ 2134071 h 6211920"/>
              <a:gd name="connsiteX3126" fmla="*/ 461249 w 9635294"/>
              <a:gd name="connsiteY3126" fmla="*/ 2123940 h 6211920"/>
              <a:gd name="connsiteX3127" fmla="*/ 459759 w 9635294"/>
              <a:gd name="connsiteY3127" fmla="*/ 2126406 h 6211920"/>
              <a:gd name="connsiteX3128" fmla="*/ 459758 w 9635294"/>
              <a:gd name="connsiteY3128" fmla="*/ 2126406 h 6211920"/>
              <a:gd name="connsiteX3129" fmla="*/ 9195111 w 9635294"/>
              <a:gd name="connsiteY3129" fmla="*/ 2110505 h 6211920"/>
              <a:gd name="connsiteX3130" fmla="*/ 9196724 w 9635294"/>
              <a:gd name="connsiteY3130" fmla="*/ 2113215 h 6211920"/>
              <a:gd name="connsiteX3131" fmla="*/ 9195099 w 9635294"/>
              <a:gd name="connsiteY3131" fmla="*/ 2110513 h 6211920"/>
              <a:gd name="connsiteX3132" fmla="*/ 9193460 w 9635294"/>
              <a:gd name="connsiteY3132" fmla="*/ 2107787 h 6211920"/>
              <a:gd name="connsiteX3133" fmla="*/ 9195099 w 9635294"/>
              <a:gd name="connsiteY3133" fmla="*/ 2110513 h 6211920"/>
              <a:gd name="connsiteX3134" fmla="*/ 9173521 w 9635294"/>
              <a:gd name="connsiteY3134" fmla="*/ 2123548 h 6211920"/>
              <a:gd name="connsiteX3135" fmla="*/ 9176823 w 9635294"/>
              <a:gd name="connsiteY3135" fmla="*/ 2128977 h 6211920"/>
              <a:gd name="connsiteX3136" fmla="*/ 9198350 w 9635294"/>
              <a:gd name="connsiteY3136" fmla="*/ 2115947 h 6211920"/>
              <a:gd name="connsiteX3137" fmla="*/ 9196724 w 9635294"/>
              <a:gd name="connsiteY3137" fmla="*/ 2113215 h 6211920"/>
              <a:gd name="connsiteX3138" fmla="*/ 9200001 w 9635294"/>
              <a:gd name="connsiteY3138" fmla="*/ 2118665 h 6211920"/>
              <a:gd name="connsiteX3139" fmla="*/ 9178411 w 9635294"/>
              <a:gd name="connsiteY3139" fmla="*/ 2131695 h 6211920"/>
              <a:gd name="connsiteX3140" fmla="*/ 9171870 w 9635294"/>
              <a:gd name="connsiteY3140" fmla="*/ 2120830 h 6211920"/>
              <a:gd name="connsiteX3141" fmla="*/ 9193460 w 9635294"/>
              <a:gd name="connsiteY3141" fmla="*/ 2107787 h 6211920"/>
              <a:gd name="connsiteX3142" fmla="*/ 443033 w 9635294"/>
              <a:gd name="connsiteY3142" fmla="*/ 2105190 h 6211920"/>
              <a:gd name="connsiteX3143" fmla="*/ 464687 w 9635294"/>
              <a:gd name="connsiteY3143" fmla="*/ 2118252 h 6211920"/>
              <a:gd name="connsiteX3144" fmla="*/ 461249 w 9635294"/>
              <a:gd name="connsiteY3144" fmla="*/ 2123940 h 6211920"/>
              <a:gd name="connsiteX3145" fmla="*/ 463042 w 9635294"/>
              <a:gd name="connsiteY3145" fmla="*/ 2120970 h 6211920"/>
              <a:gd name="connsiteX3146" fmla="*/ 441395 w 9635294"/>
              <a:gd name="connsiteY3146" fmla="*/ 2107914 h 6211920"/>
              <a:gd name="connsiteX3147" fmla="*/ 438125 w 9635294"/>
              <a:gd name="connsiteY3147" fmla="*/ 2113356 h 6211920"/>
              <a:gd name="connsiteX3148" fmla="*/ 459758 w 9635294"/>
              <a:gd name="connsiteY3148" fmla="*/ 2126406 h 6211920"/>
              <a:gd name="connsiteX3149" fmla="*/ 458115 w 9635294"/>
              <a:gd name="connsiteY3149" fmla="*/ 2129123 h 6211920"/>
              <a:gd name="connsiteX3150" fmla="*/ 436487 w 9635294"/>
              <a:gd name="connsiteY3150" fmla="*/ 2116074 h 6211920"/>
              <a:gd name="connsiteX3151" fmla="*/ 9216661 w 9635294"/>
              <a:gd name="connsiteY3151" fmla="*/ 2097551 h 6211920"/>
              <a:gd name="connsiteX3152" fmla="*/ 9218259 w 9635294"/>
              <a:gd name="connsiteY3152" fmla="*/ 2100239 h 6211920"/>
              <a:gd name="connsiteX3153" fmla="*/ 9216638 w 9635294"/>
              <a:gd name="connsiteY3153" fmla="*/ 2097564 h 6211920"/>
              <a:gd name="connsiteX3154" fmla="*/ 419772 w 9635294"/>
              <a:gd name="connsiteY3154" fmla="*/ 2094948 h 6211920"/>
              <a:gd name="connsiteX3155" fmla="*/ 419773 w 9635294"/>
              <a:gd name="connsiteY3155" fmla="*/ 2094948 h 6211920"/>
              <a:gd name="connsiteX3156" fmla="*/ 416516 w 9635294"/>
              <a:gd name="connsiteY3156" fmla="*/ 2100402 h 6211920"/>
              <a:gd name="connsiteX3157" fmla="*/ 416513 w 9635294"/>
              <a:gd name="connsiteY3157" fmla="*/ 2100401 h 6211920"/>
              <a:gd name="connsiteX3158" fmla="*/ 9239955 w 9635294"/>
              <a:gd name="connsiteY3158" fmla="*/ 2087470 h 6211920"/>
              <a:gd name="connsiteX3159" fmla="*/ 9243181 w 9635294"/>
              <a:gd name="connsiteY3159" fmla="*/ 2092852 h 6211920"/>
              <a:gd name="connsiteX3160" fmla="*/ 9221527 w 9635294"/>
              <a:gd name="connsiteY3160" fmla="*/ 2105736 h 6211920"/>
              <a:gd name="connsiteX3161" fmla="*/ 9218259 w 9635294"/>
              <a:gd name="connsiteY3161" fmla="*/ 2100239 h 6211920"/>
              <a:gd name="connsiteX3162" fmla="*/ 9219940 w 9635294"/>
              <a:gd name="connsiteY3162" fmla="*/ 2103012 h 6211920"/>
              <a:gd name="connsiteX3163" fmla="*/ 9241530 w 9635294"/>
              <a:gd name="connsiteY3163" fmla="*/ 2090122 h 6211920"/>
              <a:gd name="connsiteX3164" fmla="*/ 9238292 w 9635294"/>
              <a:gd name="connsiteY3164" fmla="*/ 2084667 h 6211920"/>
              <a:gd name="connsiteX3165" fmla="*/ 9239955 w 9635294"/>
              <a:gd name="connsiteY3165" fmla="*/ 2087470 h 6211920"/>
              <a:gd name="connsiteX3166" fmla="*/ 9238280 w 9635294"/>
              <a:gd name="connsiteY3166" fmla="*/ 2084674 h 6211920"/>
              <a:gd name="connsiteX3167" fmla="*/ 396594 w 9635294"/>
              <a:gd name="connsiteY3167" fmla="*/ 2084553 h 6211920"/>
              <a:gd name="connsiteX3168" fmla="*/ 394850 w 9635294"/>
              <a:gd name="connsiteY3168" fmla="*/ 2087493 h 6211920"/>
              <a:gd name="connsiteX3169" fmla="*/ 416513 w 9635294"/>
              <a:gd name="connsiteY3169" fmla="*/ 2100401 h 6211920"/>
              <a:gd name="connsiteX3170" fmla="*/ 414884 w 9635294"/>
              <a:gd name="connsiteY3170" fmla="*/ 2103126 h 6211920"/>
              <a:gd name="connsiteX3171" fmla="*/ 393224 w 9635294"/>
              <a:gd name="connsiteY3171" fmla="*/ 2090223 h 6211920"/>
              <a:gd name="connsiteX3172" fmla="*/ 398088 w 9635294"/>
              <a:gd name="connsiteY3172" fmla="*/ 2082032 h 6211920"/>
              <a:gd name="connsiteX3173" fmla="*/ 398091 w 9635294"/>
              <a:gd name="connsiteY3173" fmla="*/ 2082034 h 6211920"/>
              <a:gd name="connsiteX3174" fmla="*/ 396594 w 9635294"/>
              <a:gd name="connsiteY3174" fmla="*/ 2084553 h 6211920"/>
              <a:gd name="connsiteX3175" fmla="*/ 9236640 w 9635294"/>
              <a:gd name="connsiteY3175" fmla="*/ 2081937 h 6211920"/>
              <a:gd name="connsiteX3176" fmla="*/ 9238280 w 9635294"/>
              <a:gd name="connsiteY3176" fmla="*/ 2084674 h 6211920"/>
              <a:gd name="connsiteX3177" fmla="*/ 9216661 w 9635294"/>
              <a:gd name="connsiteY3177" fmla="*/ 2097551 h 6211920"/>
              <a:gd name="connsiteX3178" fmla="*/ 9215050 w 9635294"/>
              <a:gd name="connsiteY3178" fmla="*/ 2094840 h 6211920"/>
              <a:gd name="connsiteX3179" fmla="*/ 9236640 w 9635294"/>
              <a:gd name="connsiteY3179" fmla="*/ 2081937 h 6211920"/>
              <a:gd name="connsiteX3180" fmla="*/ 399714 w 9635294"/>
              <a:gd name="connsiteY3180" fmla="*/ 2079301 h 6211920"/>
              <a:gd name="connsiteX3181" fmla="*/ 421399 w 9635294"/>
              <a:gd name="connsiteY3181" fmla="*/ 2092224 h 6211920"/>
              <a:gd name="connsiteX3182" fmla="*/ 419772 w 9635294"/>
              <a:gd name="connsiteY3182" fmla="*/ 2094948 h 6211920"/>
              <a:gd name="connsiteX3183" fmla="*/ 398091 w 9635294"/>
              <a:gd name="connsiteY3183" fmla="*/ 2082034 h 6211920"/>
              <a:gd name="connsiteX3184" fmla="*/ 9283123 w 9635294"/>
              <a:gd name="connsiteY3184" fmla="*/ 2061503 h 6211920"/>
              <a:gd name="connsiteX3185" fmla="*/ 9284900 w 9635294"/>
              <a:gd name="connsiteY3185" fmla="*/ 2064506 h 6211920"/>
              <a:gd name="connsiteX3186" fmla="*/ 9284887 w 9635294"/>
              <a:gd name="connsiteY3186" fmla="*/ 2064514 h 6211920"/>
              <a:gd name="connsiteX3187" fmla="*/ 354591 w 9635294"/>
              <a:gd name="connsiteY3187" fmla="*/ 2056365 h 6211920"/>
              <a:gd name="connsiteX3188" fmla="*/ 354591 w 9635294"/>
              <a:gd name="connsiteY3188" fmla="*/ 2056366 h 6211920"/>
              <a:gd name="connsiteX3189" fmla="*/ 353733 w 9635294"/>
              <a:gd name="connsiteY3189" fmla="*/ 2057829 h 6211920"/>
              <a:gd name="connsiteX3190" fmla="*/ 9280074 w 9635294"/>
              <a:gd name="connsiteY3190" fmla="*/ 2056295 h 6211920"/>
              <a:gd name="connsiteX3191" fmla="*/ 9283123 w 9635294"/>
              <a:gd name="connsiteY3191" fmla="*/ 2061503 h 6211920"/>
              <a:gd name="connsiteX3192" fmla="*/ 9281662 w 9635294"/>
              <a:gd name="connsiteY3192" fmla="*/ 2059032 h 6211920"/>
              <a:gd name="connsiteX3193" fmla="*/ 9260008 w 9635294"/>
              <a:gd name="connsiteY3193" fmla="*/ 2071796 h 6211920"/>
              <a:gd name="connsiteX3194" fmla="*/ 9263247 w 9635294"/>
              <a:gd name="connsiteY3194" fmla="*/ 2077263 h 6211920"/>
              <a:gd name="connsiteX3195" fmla="*/ 9284887 w 9635294"/>
              <a:gd name="connsiteY3195" fmla="*/ 2064514 h 6211920"/>
              <a:gd name="connsiteX3196" fmla="*/ 9286488 w 9635294"/>
              <a:gd name="connsiteY3196" fmla="*/ 2067249 h 6211920"/>
              <a:gd name="connsiteX3197" fmla="*/ 9264834 w 9635294"/>
              <a:gd name="connsiteY3197" fmla="*/ 2080000 h 6211920"/>
              <a:gd name="connsiteX3198" fmla="*/ 9258357 w 9635294"/>
              <a:gd name="connsiteY3198" fmla="*/ 2069065 h 6211920"/>
              <a:gd name="connsiteX3199" fmla="*/ 9280074 w 9635294"/>
              <a:gd name="connsiteY3199" fmla="*/ 2056295 h 6211920"/>
              <a:gd name="connsiteX3200" fmla="*/ 356197 w 9635294"/>
              <a:gd name="connsiteY3200" fmla="*/ 2053628 h 6211920"/>
              <a:gd name="connsiteX3201" fmla="*/ 377940 w 9635294"/>
              <a:gd name="connsiteY3201" fmla="*/ 2066411 h 6211920"/>
              <a:gd name="connsiteX3202" fmla="*/ 371482 w 9635294"/>
              <a:gd name="connsiteY3202" fmla="*/ 2077352 h 6211920"/>
              <a:gd name="connsiteX3203" fmla="*/ 349771 w 9635294"/>
              <a:gd name="connsiteY3203" fmla="*/ 2064582 h 6211920"/>
              <a:gd name="connsiteX3204" fmla="*/ 353733 w 9635294"/>
              <a:gd name="connsiteY3204" fmla="*/ 2057829 h 6211920"/>
              <a:gd name="connsiteX3205" fmla="*/ 351377 w 9635294"/>
              <a:gd name="connsiteY3205" fmla="*/ 2061845 h 6211920"/>
              <a:gd name="connsiteX3206" fmla="*/ 373095 w 9635294"/>
              <a:gd name="connsiteY3206" fmla="*/ 2074615 h 6211920"/>
              <a:gd name="connsiteX3207" fmla="*/ 376320 w 9635294"/>
              <a:gd name="connsiteY3207" fmla="*/ 2069148 h 6211920"/>
              <a:gd name="connsiteX3208" fmla="*/ 354591 w 9635294"/>
              <a:gd name="connsiteY3208" fmla="*/ 2056366 h 6211920"/>
              <a:gd name="connsiteX3209" fmla="*/ 9303391 w 9635294"/>
              <a:gd name="connsiteY3209" fmla="*/ 2046312 h 6211920"/>
              <a:gd name="connsiteX3210" fmla="*/ 9304992 w 9635294"/>
              <a:gd name="connsiteY3210" fmla="*/ 2049051 h 6211920"/>
              <a:gd name="connsiteX3211" fmla="*/ 9303379 w 9635294"/>
              <a:gd name="connsiteY3211" fmla="*/ 2046319 h 6211920"/>
              <a:gd name="connsiteX3212" fmla="*/ 332808 w 9635294"/>
              <a:gd name="connsiteY3212" fmla="*/ 2043639 h 6211920"/>
              <a:gd name="connsiteX3213" fmla="*/ 332810 w 9635294"/>
              <a:gd name="connsiteY3213" fmla="*/ 2043640 h 6211920"/>
              <a:gd name="connsiteX3214" fmla="*/ 331035 w 9635294"/>
              <a:gd name="connsiteY3214" fmla="*/ 2046684 h 6211920"/>
              <a:gd name="connsiteX3215" fmla="*/ 9328397 w 9635294"/>
              <a:gd name="connsiteY3215" fmla="*/ 2039132 h 6211920"/>
              <a:gd name="connsiteX3216" fmla="*/ 9329985 w 9635294"/>
              <a:gd name="connsiteY3216" fmla="*/ 2041881 h 6211920"/>
              <a:gd name="connsiteX3217" fmla="*/ 9308205 w 9635294"/>
              <a:gd name="connsiteY3217" fmla="*/ 2054549 h 6211920"/>
              <a:gd name="connsiteX3218" fmla="*/ 9304992 w 9635294"/>
              <a:gd name="connsiteY3218" fmla="*/ 2049051 h 6211920"/>
              <a:gd name="connsiteX3219" fmla="*/ 9306618 w 9635294"/>
              <a:gd name="connsiteY3219" fmla="*/ 2051806 h 6211920"/>
              <a:gd name="connsiteX3220" fmla="*/ 307749 w 9635294"/>
              <a:gd name="connsiteY3220" fmla="*/ 2036433 h 6211920"/>
              <a:gd name="connsiteX3221" fmla="*/ 329610 w 9635294"/>
              <a:gd name="connsiteY3221" fmla="*/ 2049126 h 6211920"/>
              <a:gd name="connsiteX3222" fmla="*/ 331035 w 9635294"/>
              <a:gd name="connsiteY3222" fmla="*/ 2046684 h 6211920"/>
              <a:gd name="connsiteX3223" fmla="*/ 328016 w 9635294"/>
              <a:gd name="connsiteY3223" fmla="*/ 2051869 h 6211920"/>
              <a:gd name="connsiteX3224" fmla="*/ 306159 w 9635294"/>
              <a:gd name="connsiteY3224" fmla="*/ 2039182 h 6211920"/>
              <a:gd name="connsiteX3225" fmla="*/ 9325223 w 9635294"/>
              <a:gd name="connsiteY3225" fmla="*/ 2033638 h 6211920"/>
              <a:gd name="connsiteX3226" fmla="*/ 9328398 w 9635294"/>
              <a:gd name="connsiteY3226" fmla="*/ 2039131 h 6211920"/>
              <a:gd name="connsiteX3227" fmla="*/ 9328397 w 9635294"/>
              <a:gd name="connsiteY3227" fmla="*/ 2039132 h 6211920"/>
              <a:gd name="connsiteX3228" fmla="*/ 9325223 w 9635294"/>
              <a:gd name="connsiteY3228" fmla="*/ 2033638 h 6211920"/>
              <a:gd name="connsiteX3229" fmla="*/ 310928 w 9635294"/>
              <a:gd name="connsiteY3229" fmla="*/ 2030933 h 6211920"/>
              <a:gd name="connsiteX3230" fmla="*/ 310930 w 9635294"/>
              <a:gd name="connsiteY3230" fmla="*/ 2030934 h 6211920"/>
              <a:gd name="connsiteX3231" fmla="*/ 307749 w 9635294"/>
              <a:gd name="connsiteY3231" fmla="*/ 2036433 h 6211920"/>
              <a:gd name="connsiteX3232" fmla="*/ 307747 w 9635294"/>
              <a:gd name="connsiteY3232" fmla="*/ 2036432 h 6211920"/>
              <a:gd name="connsiteX3233" fmla="*/ 9323635 w 9635294"/>
              <a:gd name="connsiteY3233" fmla="*/ 2030889 h 6211920"/>
              <a:gd name="connsiteX3234" fmla="*/ 9325223 w 9635294"/>
              <a:gd name="connsiteY3234" fmla="*/ 2033638 h 6211920"/>
              <a:gd name="connsiteX3235" fmla="*/ 9303391 w 9635294"/>
              <a:gd name="connsiteY3235" fmla="*/ 2046312 h 6211920"/>
              <a:gd name="connsiteX3236" fmla="*/ 9301792 w 9635294"/>
              <a:gd name="connsiteY3236" fmla="*/ 2043576 h 6211920"/>
              <a:gd name="connsiteX3237" fmla="*/ 9323635 w 9635294"/>
              <a:gd name="connsiteY3237" fmla="*/ 2030889 h 6211920"/>
              <a:gd name="connsiteX3238" fmla="*/ 312516 w 9635294"/>
              <a:gd name="connsiteY3238" fmla="*/ 2028190 h 6211920"/>
              <a:gd name="connsiteX3239" fmla="*/ 334404 w 9635294"/>
              <a:gd name="connsiteY3239" fmla="*/ 2040896 h 6211920"/>
              <a:gd name="connsiteX3240" fmla="*/ 332808 w 9635294"/>
              <a:gd name="connsiteY3240" fmla="*/ 2043639 h 6211920"/>
              <a:gd name="connsiteX3241" fmla="*/ 310930 w 9635294"/>
              <a:gd name="connsiteY3241" fmla="*/ 2030934 h 6211920"/>
              <a:gd name="connsiteX3242" fmla="*/ 9347005 w 9635294"/>
              <a:gd name="connsiteY3242" fmla="*/ 2021058 h 6211920"/>
              <a:gd name="connsiteX3243" fmla="*/ 9350180 w 9635294"/>
              <a:gd name="connsiteY3243" fmla="*/ 2026564 h 6211920"/>
              <a:gd name="connsiteX3244" fmla="*/ 9350178 w 9635294"/>
              <a:gd name="connsiteY3244" fmla="*/ 2026565 h 6211920"/>
              <a:gd name="connsiteX3245" fmla="*/ 9347003 w 9635294"/>
              <a:gd name="connsiteY3245" fmla="*/ 2021059 h 6211920"/>
              <a:gd name="connsiteX3246" fmla="*/ 289077 w 9635294"/>
              <a:gd name="connsiteY3246" fmla="*/ 2018341 h 6211920"/>
              <a:gd name="connsiteX3247" fmla="*/ 289078 w 9635294"/>
              <a:gd name="connsiteY3247" fmla="*/ 2018341 h 6211920"/>
              <a:gd name="connsiteX3248" fmla="*/ 287305 w 9635294"/>
              <a:gd name="connsiteY3248" fmla="*/ 2021428 h 6211920"/>
              <a:gd name="connsiteX3249" fmla="*/ 9370403 w 9635294"/>
              <a:gd name="connsiteY3249" fmla="*/ 2011299 h 6211920"/>
              <a:gd name="connsiteX3250" fmla="*/ 9373546 w 9635294"/>
              <a:gd name="connsiteY3250" fmla="*/ 2016811 h 6211920"/>
              <a:gd name="connsiteX3251" fmla="*/ 9351766 w 9635294"/>
              <a:gd name="connsiteY3251" fmla="*/ 2029314 h 6211920"/>
              <a:gd name="connsiteX3252" fmla="*/ 9350180 w 9635294"/>
              <a:gd name="connsiteY3252" fmla="*/ 2026564 h 6211920"/>
              <a:gd name="connsiteX3253" fmla="*/ 9371959 w 9635294"/>
              <a:gd name="connsiteY3253" fmla="*/ 2014055 h 6211920"/>
              <a:gd name="connsiteX3254" fmla="*/ 9368847 w 9635294"/>
              <a:gd name="connsiteY3254" fmla="*/ 2008543 h 6211920"/>
              <a:gd name="connsiteX3255" fmla="*/ 9370403 w 9635294"/>
              <a:gd name="connsiteY3255" fmla="*/ 2011299 h 6211920"/>
              <a:gd name="connsiteX3256" fmla="*/ 9368835 w 9635294"/>
              <a:gd name="connsiteY3256" fmla="*/ 2008550 h 6211920"/>
              <a:gd name="connsiteX3257" fmla="*/ 9367260 w 9635294"/>
              <a:gd name="connsiteY3257" fmla="*/ 2005787 h 6211920"/>
              <a:gd name="connsiteX3258" fmla="*/ 9368835 w 9635294"/>
              <a:gd name="connsiteY3258" fmla="*/ 2008550 h 6211920"/>
              <a:gd name="connsiteX3259" fmla="*/ 9347005 w 9635294"/>
              <a:gd name="connsiteY3259" fmla="*/ 2021058 h 6211920"/>
              <a:gd name="connsiteX3260" fmla="*/ 9345416 w 9635294"/>
              <a:gd name="connsiteY3260" fmla="*/ 2018303 h 6211920"/>
              <a:gd name="connsiteX3261" fmla="*/ 9367260 w 9635294"/>
              <a:gd name="connsiteY3261" fmla="*/ 2005787 h 6211920"/>
              <a:gd name="connsiteX3262" fmla="*/ 268764 w 9635294"/>
              <a:gd name="connsiteY3262" fmla="*/ 2003050 h 6211920"/>
              <a:gd name="connsiteX3263" fmla="*/ 290659 w 9635294"/>
              <a:gd name="connsiteY3263" fmla="*/ 2015585 h 6211920"/>
              <a:gd name="connsiteX3264" fmla="*/ 289077 w 9635294"/>
              <a:gd name="connsiteY3264" fmla="*/ 2018341 h 6211920"/>
              <a:gd name="connsiteX3265" fmla="*/ 267196 w 9635294"/>
              <a:gd name="connsiteY3265" fmla="*/ 2005813 h 6211920"/>
              <a:gd name="connsiteX3266" fmla="*/ 264046 w 9635294"/>
              <a:gd name="connsiteY3266" fmla="*/ 2011324 h 6211920"/>
              <a:gd name="connsiteX3267" fmla="*/ 285915 w 9635294"/>
              <a:gd name="connsiteY3267" fmla="*/ 2023847 h 6211920"/>
              <a:gd name="connsiteX3268" fmla="*/ 287305 w 9635294"/>
              <a:gd name="connsiteY3268" fmla="*/ 2021428 h 6211920"/>
              <a:gd name="connsiteX3269" fmla="*/ 284334 w 9635294"/>
              <a:gd name="connsiteY3269" fmla="*/ 2026603 h 6211920"/>
              <a:gd name="connsiteX3270" fmla="*/ 262471 w 9635294"/>
              <a:gd name="connsiteY3270" fmla="*/ 2014080 h 6211920"/>
              <a:gd name="connsiteX3271" fmla="*/ 9392311 w 9635294"/>
              <a:gd name="connsiteY3271" fmla="*/ 1998809 h 6211920"/>
              <a:gd name="connsiteX3272" fmla="*/ 9393879 w 9635294"/>
              <a:gd name="connsiteY3272" fmla="*/ 2001565 h 6211920"/>
              <a:gd name="connsiteX3273" fmla="*/ 9393867 w 9635294"/>
              <a:gd name="connsiteY3273" fmla="*/ 2001571 h 6211920"/>
              <a:gd name="connsiteX3274" fmla="*/ 245192 w 9635294"/>
              <a:gd name="connsiteY3274" fmla="*/ 1993303 h 6211920"/>
              <a:gd name="connsiteX3275" fmla="*/ 245193 w 9635294"/>
              <a:gd name="connsiteY3275" fmla="*/ 1993303 h 6211920"/>
              <a:gd name="connsiteX3276" fmla="*/ 243481 w 9635294"/>
              <a:gd name="connsiteY3276" fmla="*/ 1996326 h 6211920"/>
              <a:gd name="connsiteX3277" fmla="*/ 9414392 w 9635294"/>
              <a:gd name="connsiteY3277" fmla="*/ 1986739 h 6211920"/>
              <a:gd name="connsiteX3278" fmla="*/ 9417361 w 9635294"/>
              <a:gd name="connsiteY3278" fmla="*/ 1991963 h 6211920"/>
              <a:gd name="connsiteX3279" fmla="*/ 9395454 w 9635294"/>
              <a:gd name="connsiteY3279" fmla="*/ 2004333 h 6211920"/>
              <a:gd name="connsiteX3280" fmla="*/ 9393879 w 9635294"/>
              <a:gd name="connsiteY3280" fmla="*/ 2001565 h 6211920"/>
              <a:gd name="connsiteX3281" fmla="*/ 9415774 w 9635294"/>
              <a:gd name="connsiteY3281" fmla="*/ 1989195 h 6211920"/>
              <a:gd name="connsiteX3282" fmla="*/ 220119 w 9635294"/>
              <a:gd name="connsiteY3282" fmla="*/ 1986440 h 6211920"/>
              <a:gd name="connsiteX3283" fmla="*/ 242062 w 9635294"/>
              <a:gd name="connsiteY3283" fmla="*/ 1998828 h 6211920"/>
              <a:gd name="connsiteX3284" fmla="*/ 243481 w 9635294"/>
              <a:gd name="connsiteY3284" fmla="*/ 1996326 h 6211920"/>
              <a:gd name="connsiteX3285" fmla="*/ 240500 w 9635294"/>
              <a:gd name="connsiteY3285" fmla="*/ 2001590 h 6211920"/>
              <a:gd name="connsiteX3286" fmla="*/ 218561 w 9635294"/>
              <a:gd name="connsiteY3286" fmla="*/ 1989207 h 6211920"/>
              <a:gd name="connsiteX3287" fmla="*/ 9412662 w 9635294"/>
              <a:gd name="connsiteY3287" fmla="*/ 1983664 h 6211920"/>
              <a:gd name="connsiteX3288" fmla="*/ 9414392 w 9635294"/>
              <a:gd name="connsiteY3288" fmla="*/ 1986739 h 6211920"/>
              <a:gd name="connsiteX3289" fmla="*/ 9412649 w 9635294"/>
              <a:gd name="connsiteY3289" fmla="*/ 1983672 h 6211920"/>
              <a:gd name="connsiteX3290" fmla="*/ 222914 w 9635294"/>
              <a:gd name="connsiteY3290" fmla="*/ 1981474 h 6211920"/>
              <a:gd name="connsiteX3291" fmla="*/ 220119 w 9635294"/>
              <a:gd name="connsiteY3291" fmla="*/ 1986440 h 6211920"/>
              <a:gd name="connsiteX3292" fmla="*/ 220117 w 9635294"/>
              <a:gd name="connsiteY3292" fmla="*/ 1986439 h 6211920"/>
              <a:gd name="connsiteX3293" fmla="*/ 9411075 w 9635294"/>
              <a:gd name="connsiteY3293" fmla="*/ 1980902 h 6211920"/>
              <a:gd name="connsiteX3294" fmla="*/ 9412649 w 9635294"/>
              <a:gd name="connsiteY3294" fmla="*/ 1983672 h 6211920"/>
              <a:gd name="connsiteX3295" fmla="*/ 9390755 w 9635294"/>
              <a:gd name="connsiteY3295" fmla="*/ 1996046 h 6211920"/>
              <a:gd name="connsiteX3296" fmla="*/ 9392311 w 9635294"/>
              <a:gd name="connsiteY3296" fmla="*/ 1998809 h 6211920"/>
              <a:gd name="connsiteX3297" fmla="*/ 9389168 w 9635294"/>
              <a:gd name="connsiteY3297" fmla="*/ 1993284 h 6211920"/>
              <a:gd name="connsiteX3298" fmla="*/ 9411075 w 9635294"/>
              <a:gd name="connsiteY3298" fmla="*/ 1980902 h 6211920"/>
              <a:gd name="connsiteX3299" fmla="*/ 224790 w 9635294"/>
              <a:gd name="connsiteY3299" fmla="*/ 1978139 h 6211920"/>
              <a:gd name="connsiteX3300" fmla="*/ 246755 w 9635294"/>
              <a:gd name="connsiteY3300" fmla="*/ 1990541 h 6211920"/>
              <a:gd name="connsiteX3301" fmla="*/ 245192 w 9635294"/>
              <a:gd name="connsiteY3301" fmla="*/ 1993303 h 6211920"/>
              <a:gd name="connsiteX3302" fmla="*/ 223235 w 9635294"/>
              <a:gd name="connsiteY3302" fmla="*/ 1980902 h 6211920"/>
              <a:gd name="connsiteX3303" fmla="*/ 222914 w 9635294"/>
              <a:gd name="connsiteY3303" fmla="*/ 1981474 h 6211920"/>
              <a:gd name="connsiteX3304" fmla="*/ 9436064 w 9635294"/>
              <a:gd name="connsiteY3304" fmla="*/ 1973954 h 6211920"/>
              <a:gd name="connsiteX3305" fmla="*/ 9437707 w 9635294"/>
              <a:gd name="connsiteY3305" fmla="*/ 1976881 h 6211920"/>
              <a:gd name="connsiteX3306" fmla="*/ 9437682 w 9635294"/>
              <a:gd name="connsiteY3306" fmla="*/ 1976895 h 6211920"/>
              <a:gd name="connsiteX3307" fmla="*/ 198774 w 9635294"/>
              <a:gd name="connsiteY3307" fmla="*/ 1972982 h 6211920"/>
              <a:gd name="connsiteX3308" fmla="*/ 198139 w 9635294"/>
              <a:gd name="connsiteY3308" fmla="*/ 1974120 h 6211920"/>
              <a:gd name="connsiteX3309" fmla="*/ 198139 w 9635294"/>
              <a:gd name="connsiteY3309" fmla="*/ 1974120 h 6211920"/>
              <a:gd name="connsiteX3310" fmla="*/ 176036 w 9635294"/>
              <a:gd name="connsiteY3310" fmla="*/ 1961827 h 6211920"/>
              <a:gd name="connsiteX3311" fmla="*/ 198139 w 9635294"/>
              <a:gd name="connsiteY3311" fmla="*/ 1974120 h 6211920"/>
              <a:gd name="connsiteX3312" fmla="*/ 196590 w 9635294"/>
              <a:gd name="connsiteY3312" fmla="*/ 1976895 h 6211920"/>
              <a:gd name="connsiteX3313" fmla="*/ 174498 w 9635294"/>
              <a:gd name="connsiteY3313" fmla="*/ 1964601 h 6211920"/>
              <a:gd name="connsiteX3314" fmla="*/ 176476 w 9635294"/>
              <a:gd name="connsiteY3314" fmla="*/ 1961033 h 6211920"/>
              <a:gd name="connsiteX3315" fmla="*/ 176036 w 9635294"/>
              <a:gd name="connsiteY3315" fmla="*/ 1961827 h 6211920"/>
              <a:gd name="connsiteX3316" fmla="*/ 176035 w 9635294"/>
              <a:gd name="connsiteY3316" fmla="*/ 1961826 h 6211920"/>
              <a:gd name="connsiteX3317" fmla="*/ 9455144 w 9635294"/>
              <a:gd name="connsiteY3317" fmla="*/ 1956283 h 6211920"/>
              <a:gd name="connsiteX3318" fmla="*/ 9461303 w 9635294"/>
              <a:gd name="connsiteY3318" fmla="*/ 1967389 h 6211920"/>
              <a:gd name="connsiteX3319" fmla="*/ 9439269 w 9635294"/>
              <a:gd name="connsiteY3319" fmla="*/ 1979663 h 6211920"/>
              <a:gd name="connsiteX3320" fmla="*/ 9437707 w 9635294"/>
              <a:gd name="connsiteY3320" fmla="*/ 1976881 h 6211920"/>
              <a:gd name="connsiteX3321" fmla="*/ 9459716 w 9635294"/>
              <a:gd name="connsiteY3321" fmla="*/ 1964614 h 6211920"/>
              <a:gd name="connsiteX3322" fmla="*/ 9456668 w 9635294"/>
              <a:gd name="connsiteY3322" fmla="*/ 1959058 h 6211920"/>
              <a:gd name="connsiteX3323" fmla="*/ 9434633 w 9635294"/>
              <a:gd name="connsiteY3323" fmla="*/ 1971351 h 6211920"/>
              <a:gd name="connsiteX3324" fmla="*/ 9436064 w 9635294"/>
              <a:gd name="connsiteY3324" fmla="*/ 1973954 h 6211920"/>
              <a:gd name="connsiteX3325" fmla="*/ 9433046 w 9635294"/>
              <a:gd name="connsiteY3325" fmla="*/ 1968576 h 6211920"/>
              <a:gd name="connsiteX3326" fmla="*/ 9455144 w 9635294"/>
              <a:gd name="connsiteY3326" fmla="*/ 1956283 h 6211920"/>
              <a:gd name="connsiteX3327" fmla="*/ 180651 w 9635294"/>
              <a:gd name="connsiteY3327" fmla="*/ 1953495 h 6211920"/>
              <a:gd name="connsiteX3328" fmla="*/ 202781 w 9635294"/>
              <a:gd name="connsiteY3328" fmla="*/ 1965801 h 6211920"/>
              <a:gd name="connsiteX3329" fmla="*/ 198774 w 9635294"/>
              <a:gd name="connsiteY3329" fmla="*/ 1972982 h 6211920"/>
              <a:gd name="connsiteX3330" fmla="*/ 201232 w 9635294"/>
              <a:gd name="connsiteY3330" fmla="*/ 1968576 h 6211920"/>
              <a:gd name="connsiteX3331" fmla="*/ 179115 w 9635294"/>
              <a:gd name="connsiteY3331" fmla="*/ 1956270 h 6211920"/>
              <a:gd name="connsiteX3332" fmla="*/ 176476 w 9635294"/>
              <a:gd name="connsiteY3332" fmla="*/ 1961033 h 6211920"/>
              <a:gd name="connsiteX3333" fmla="*/ 9500737 w 9635294"/>
              <a:gd name="connsiteY3333" fmla="*/ 1934775 h 6211920"/>
              <a:gd name="connsiteX3334" fmla="*/ 9502495 w 9635294"/>
              <a:gd name="connsiteY3334" fmla="*/ 1937992 h 6211920"/>
              <a:gd name="connsiteX3335" fmla="*/ 9500736 w 9635294"/>
              <a:gd name="connsiteY3335" fmla="*/ 1934776 h 6211920"/>
              <a:gd name="connsiteX3336" fmla="*/ 9499213 w 9635294"/>
              <a:gd name="connsiteY3336" fmla="*/ 1931994 h 6211920"/>
              <a:gd name="connsiteX3337" fmla="*/ 9500736 w 9635294"/>
              <a:gd name="connsiteY3337" fmla="*/ 1934776 h 6211920"/>
              <a:gd name="connsiteX3338" fmla="*/ 9478702 w 9635294"/>
              <a:gd name="connsiteY3338" fmla="*/ 1946885 h 6211920"/>
              <a:gd name="connsiteX3339" fmla="*/ 9481750 w 9635294"/>
              <a:gd name="connsiteY3339" fmla="*/ 1952447 h 6211920"/>
              <a:gd name="connsiteX3340" fmla="*/ 9503785 w 9635294"/>
              <a:gd name="connsiteY3340" fmla="*/ 1940350 h 6211920"/>
              <a:gd name="connsiteX3341" fmla="*/ 9502495 w 9635294"/>
              <a:gd name="connsiteY3341" fmla="*/ 1937992 h 6211920"/>
              <a:gd name="connsiteX3342" fmla="*/ 9505309 w 9635294"/>
              <a:gd name="connsiteY3342" fmla="*/ 1943132 h 6211920"/>
              <a:gd name="connsiteX3343" fmla="*/ 9483274 w 9635294"/>
              <a:gd name="connsiteY3343" fmla="*/ 1955229 h 6211920"/>
              <a:gd name="connsiteX3344" fmla="*/ 9477115 w 9635294"/>
              <a:gd name="connsiteY3344" fmla="*/ 1944103 h 6211920"/>
              <a:gd name="connsiteX3345" fmla="*/ 9499213 w 9635294"/>
              <a:gd name="connsiteY3345" fmla="*/ 1931994 h 6211920"/>
              <a:gd name="connsiteX3346" fmla="*/ 134919 w 9635294"/>
              <a:gd name="connsiteY3346" fmla="*/ 1931962 h 6211920"/>
              <a:gd name="connsiteX3347" fmla="*/ 134922 w 9635294"/>
              <a:gd name="connsiteY3347" fmla="*/ 1931964 h 6211920"/>
              <a:gd name="connsiteX3348" fmla="*/ 131880 w 9635294"/>
              <a:gd name="connsiteY3348" fmla="*/ 1937539 h 6211920"/>
              <a:gd name="connsiteX3349" fmla="*/ 131877 w 9635294"/>
              <a:gd name="connsiteY3349" fmla="*/ 1937537 h 6211920"/>
              <a:gd name="connsiteX3350" fmla="*/ 136443 w 9635294"/>
              <a:gd name="connsiteY3350" fmla="*/ 1929175 h 6211920"/>
              <a:gd name="connsiteX3351" fmla="*/ 158573 w 9635294"/>
              <a:gd name="connsiteY3351" fmla="*/ 1941303 h 6211920"/>
              <a:gd name="connsiteX3352" fmla="*/ 152451 w 9635294"/>
              <a:gd name="connsiteY3352" fmla="*/ 1952428 h 6211920"/>
              <a:gd name="connsiteX3353" fmla="*/ 130359 w 9635294"/>
              <a:gd name="connsiteY3353" fmla="*/ 1940325 h 6211920"/>
              <a:gd name="connsiteX3354" fmla="*/ 131880 w 9635294"/>
              <a:gd name="connsiteY3354" fmla="*/ 1937539 h 6211920"/>
              <a:gd name="connsiteX3355" fmla="*/ 153981 w 9635294"/>
              <a:gd name="connsiteY3355" fmla="*/ 1949647 h 6211920"/>
              <a:gd name="connsiteX3356" fmla="*/ 157042 w 9635294"/>
              <a:gd name="connsiteY3356" fmla="*/ 1944084 h 6211920"/>
              <a:gd name="connsiteX3357" fmla="*/ 134922 w 9635294"/>
              <a:gd name="connsiteY3357" fmla="*/ 1931964 h 6211920"/>
              <a:gd name="connsiteX3358" fmla="*/ 112686 w 9635294"/>
              <a:gd name="connsiteY3358" fmla="*/ 1919878 h 6211920"/>
              <a:gd name="connsiteX3359" fmla="*/ 112687 w 9635294"/>
              <a:gd name="connsiteY3359" fmla="*/ 1919878 h 6211920"/>
              <a:gd name="connsiteX3360" fmla="*/ 111538 w 9635294"/>
              <a:gd name="connsiteY3360" fmla="*/ 1921996 h 6211920"/>
              <a:gd name="connsiteX3361" fmla="*/ 87656 w 9635294"/>
              <a:gd name="connsiteY3361" fmla="*/ 1913196 h 6211920"/>
              <a:gd name="connsiteX3362" fmla="*/ 87491 w 9635294"/>
              <a:gd name="connsiteY3362" fmla="*/ 1913503 h 6211920"/>
              <a:gd name="connsiteX3363" fmla="*/ 109658 w 9635294"/>
              <a:gd name="connsiteY3363" fmla="*/ 1925460 h 6211920"/>
              <a:gd name="connsiteX3364" fmla="*/ 111538 w 9635294"/>
              <a:gd name="connsiteY3364" fmla="*/ 1921996 h 6211920"/>
              <a:gd name="connsiteX3365" fmla="*/ 108147 w 9635294"/>
              <a:gd name="connsiteY3365" fmla="*/ 1928254 h 6211920"/>
              <a:gd name="connsiteX3366" fmla="*/ 85986 w 9635294"/>
              <a:gd name="connsiteY3366" fmla="*/ 1916303 h 6211920"/>
              <a:gd name="connsiteX3367" fmla="*/ 9545060 w 9635294"/>
              <a:gd name="connsiteY3367" fmla="*/ 1910747 h 6211920"/>
              <a:gd name="connsiteX3368" fmla="*/ 9546329 w 9635294"/>
              <a:gd name="connsiteY3368" fmla="*/ 1913123 h 6211920"/>
              <a:gd name="connsiteX3369" fmla="*/ 9545050 w 9635294"/>
              <a:gd name="connsiteY3369" fmla="*/ 1910753 h 6211920"/>
              <a:gd name="connsiteX3370" fmla="*/ 9543536 w 9635294"/>
              <a:gd name="connsiteY3370" fmla="*/ 1907946 h 6211920"/>
              <a:gd name="connsiteX3371" fmla="*/ 9545050 w 9635294"/>
              <a:gd name="connsiteY3371" fmla="*/ 1910753 h 6211920"/>
              <a:gd name="connsiteX3372" fmla="*/ 9522898 w 9635294"/>
              <a:gd name="connsiteY3372" fmla="*/ 1922697 h 6211920"/>
              <a:gd name="connsiteX3373" fmla="*/ 9525946 w 9635294"/>
              <a:gd name="connsiteY3373" fmla="*/ 1928279 h 6211920"/>
              <a:gd name="connsiteX3374" fmla="*/ 9548044 w 9635294"/>
              <a:gd name="connsiteY3374" fmla="*/ 1916335 h 6211920"/>
              <a:gd name="connsiteX3375" fmla="*/ 9546329 w 9635294"/>
              <a:gd name="connsiteY3375" fmla="*/ 1913123 h 6211920"/>
              <a:gd name="connsiteX3376" fmla="*/ 9549569 w 9635294"/>
              <a:gd name="connsiteY3376" fmla="*/ 1919129 h 6211920"/>
              <a:gd name="connsiteX3377" fmla="*/ 9527470 w 9635294"/>
              <a:gd name="connsiteY3377" fmla="*/ 1931073 h 6211920"/>
              <a:gd name="connsiteX3378" fmla="*/ 9521374 w 9635294"/>
              <a:gd name="connsiteY3378" fmla="*/ 1919910 h 6211920"/>
              <a:gd name="connsiteX3379" fmla="*/ 9543536 w 9635294"/>
              <a:gd name="connsiteY3379" fmla="*/ 1907946 h 6211920"/>
              <a:gd name="connsiteX3380" fmla="*/ 90494 w 9635294"/>
              <a:gd name="connsiteY3380" fmla="*/ 1907908 h 6211920"/>
              <a:gd name="connsiteX3381" fmla="*/ 90497 w 9635294"/>
              <a:gd name="connsiteY3381" fmla="*/ 1907910 h 6211920"/>
              <a:gd name="connsiteX3382" fmla="*/ 87656 w 9635294"/>
              <a:gd name="connsiteY3382" fmla="*/ 1913196 h 6211920"/>
              <a:gd name="connsiteX3383" fmla="*/ 91999 w 9635294"/>
              <a:gd name="connsiteY3383" fmla="*/ 1905114 h 6211920"/>
              <a:gd name="connsiteX3384" fmla="*/ 114199 w 9635294"/>
              <a:gd name="connsiteY3384" fmla="*/ 1917084 h 6211920"/>
              <a:gd name="connsiteX3385" fmla="*/ 112686 w 9635294"/>
              <a:gd name="connsiteY3385" fmla="*/ 1919878 h 6211920"/>
              <a:gd name="connsiteX3386" fmla="*/ 90497 w 9635294"/>
              <a:gd name="connsiteY3386" fmla="*/ 1907910 h 6211920"/>
              <a:gd name="connsiteX3387" fmla="*/ 9568719 w 9635294"/>
              <a:gd name="connsiteY3387" fmla="*/ 1901665 h 6211920"/>
              <a:gd name="connsiteX3388" fmla="*/ 9570218 w 9635294"/>
              <a:gd name="connsiteY3388" fmla="*/ 1904448 h 6211920"/>
              <a:gd name="connsiteX3389" fmla="*/ 9570206 w 9635294"/>
              <a:gd name="connsiteY3389" fmla="*/ 1904454 h 6211920"/>
              <a:gd name="connsiteX3390" fmla="*/ 9592482 w 9635294"/>
              <a:gd name="connsiteY3390" fmla="*/ 1892624 h 6211920"/>
              <a:gd name="connsiteX3391" fmla="*/ 9593955 w 9635294"/>
              <a:gd name="connsiteY3391" fmla="*/ 1895424 h 6211920"/>
              <a:gd name="connsiteX3392" fmla="*/ 9571730 w 9635294"/>
              <a:gd name="connsiteY3392" fmla="*/ 1907254 h 6211920"/>
              <a:gd name="connsiteX3393" fmla="*/ 9570218 w 9635294"/>
              <a:gd name="connsiteY3393" fmla="*/ 1904448 h 6211920"/>
              <a:gd name="connsiteX3394" fmla="*/ 9590996 w 9635294"/>
              <a:gd name="connsiteY3394" fmla="*/ 1889800 h 6211920"/>
              <a:gd name="connsiteX3395" fmla="*/ 9592494 w 9635294"/>
              <a:gd name="connsiteY3395" fmla="*/ 1892617 h 6211920"/>
              <a:gd name="connsiteX3396" fmla="*/ 9592482 w 9635294"/>
              <a:gd name="connsiteY3396" fmla="*/ 1892624 h 6211920"/>
              <a:gd name="connsiteX3397" fmla="*/ 9588049 w 9635294"/>
              <a:gd name="connsiteY3397" fmla="*/ 1884197 h 6211920"/>
              <a:gd name="connsiteX3398" fmla="*/ 9590996 w 9635294"/>
              <a:gd name="connsiteY3398" fmla="*/ 1889800 h 6211920"/>
              <a:gd name="connsiteX3399" fmla="*/ 9589510 w 9635294"/>
              <a:gd name="connsiteY3399" fmla="*/ 1887004 h 6211920"/>
              <a:gd name="connsiteX3400" fmla="*/ 9567221 w 9635294"/>
              <a:gd name="connsiteY3400" fmla="*/ 1898853 h 6211920"/>
              <a:gd name="connsiteX3401" fmla="*/ 9568719 w 9635294"/>
              <a:gd name="connsiteY3401" fmla="*/ 1901665 h 6211920"/>
              <a:gd name="connsiteX3402" fmla="*/ 9565697 w 9635294"/>
              <a:gd name="connsiteY3402" fmla="*/ 1896053 h 6211920"/>
              <a:gd name="connsiteX3403" fmla="*/ 9588049 w 9635294"/>
              <a:gd name="connsiteY3403" fmla="*/ 1884197 h 6211920"/>
              <a:gd name="connsiteX3404" fmla="*/ 45892 w 9635294"/>
              <a:gd name="connsiteY3404" fmla="*/ 1884147 h 6211920"/>
              <a:gd name="connsiteX3405" fmla="*/ 42926 w 9635294"/>
              <a:gd name="connsiteY3405" fmla="*/ 1889766 h 6211920"/>
              <a:gd name="connsiteX3406" fmla="*/ 65259 w 9635294"/>
              <a:gd name="connsiteY3406" fmla="*/ 1901609 h 6211920"/>
              <a:gd name="connsiteX3407" fmla="*/ 68244 w 9635294"/>
              <a:gd name="connsiteY3407" fmla="*/ 1896009 h 6211920"/>
              <a:gd name="connsiteX3408" fmla="*/ 45892 w 9635294"/>
              <a:gd name="connsiteY3408" fmla="*/ 1884147 h 6211920"/>
              <a:gd name="connsiteX3409" fmla="*/ 47371 w 9635294"/>
              <a:gd name="connsiteY3409" fmla="*/ 1881340 h 6211920"/>
              <a:gd name="connsiteX3410" fmla="*/ 69736 w 9635294"/>
              <a:gd name="connsiteY3410" fmla="*/ 1893208 h 6211920"/>
              <a:gd name="connsiteX3411" fmla="*/ 63767 w 9635294"/>
              <a:gd name="connsiteY3411" fmla="*/ 1904416 h 6211920"/>
              <a:gd name="connsiteX3412" fmla="*/ 41440 w 9635294"/>
              <a:gd name="connsiteY3412" fmla="*/ 1892573 h 6211920"/>
              <a:gd name="connsiteX3413" fmla="*/ 9611748 w 9635294"/>
              <a:gd name="connsiteY3413" fmla="*/ 1875276 h 6211920"/>
              <a:gd name="connsiteX3414" fmla="*/ 9613221 w 9635294"/>
              <a:gd name="connsiteY3414" fmla="*/ 1878082 h 6211920"/>
              <a:gd name="connsiteX3415" fmla="*/ 9611735 w 9635294"/>
              <a:gd name="connsiteY3415" fmla="*/ 1875282 h 6211920"/>
              <a:gd name="connsiteX3416" fmla="*/ 9625794 w 9635294"/>
              <a:gd name="connsiteY3416" fmla="*/ 1875080 h 6211920"/>
              <a:gd name="connsiteX3417" fmla="*/ 9627293 w 9635294"/>
              <a:gd name="connsiteY3417" fmla="*/ 1877905 h 6211920"/>
              <a:gd name="connsiteX3418" fmla="*/ 9616180 w 9635294"/>
              <a:gd name="connsiteY3418" fmla="*/ 1883715 h 6211920"/>
              <a:gd name="connsiteX3419" fmla="*/ 9613221 w 9635294"/>
              <a:gd name="connsiteY3419" fmla="*/ 1878082 h 6211920"/>
              <a:gd name="connsiteX3420" fmla="*/ 9614719 w 9635294"/>
              <a:gd name="connsiteY3420" fmla="*/ 1880902 h 6211920"/>
              <a:gd name="connsiteX3421" fmla="*/ 9625769 w 9635294"/>
              <a:gd name="connsiteY3421" fmla="*/ 1875092 h 6211920"/>
              <a:gd name="connsiteX3422" fmla="*/ 23584 w 9635294"/>
              <a:gd name="connsiteY3422" fmla="*/ 1872418 h 6211920"/>
              <a:gd name="connsiteX3423" fmla="*/ 23584 w 9635294"/>
              <a:gd name="connsiteY3423" fmla="*/ 1872418 h 6211920"/>
              <a:gd name="connsiteX3424" fmla="*/ 20638 w 9635294"/>
              <a:gd name="connsiteY3424" fmla="*/ 1878044 h 6211920"/>
              <a:gd name="connsiteX3425" fmla="*/ 20638 w 9635294"/>
              <a:gd name="connsiteY3425" fmla="*/ 1878044 h 6211920"/>
              <a:gd name="connsiteX3426" fmla="*/ 9624319 w 9635294"/>
              <a:gd name="connsiteY3426" fmla="*/ 1872301 h 6211920"/>
              <a:gd name="connsiteX3427" fmla="*/ 9624349 w 9635294"/>
              <a:gd name="connsiteY3427" fmla="*/ 1872357 h 6211920"/>
              <a:gd name="connsiteX3428" fmla="*/ 9625769 w 9635294"/>
              <a:gd name="connsiteY3428" fmla="*/ 1875092 h 6211920"/>
              <a:gd name="connsiteX3429" fmla="*/ 9624319 w 9635294"/>
              <a:gd name="connsiteY3429" fmla="*/ 1872302 h 6211920"/>
              <a:gd name="connsiteX3430" fmla="*/ 9624319 w 9635294"/>
              <a:gd name="connsiteY3430" fmla="*/ 1872301 h 6211920"/>
              <a:gd name="connsiteX3431" fmla="*/ 9624319 w 9635294"/>
              <a:gd name="connsiteY3431" fmla="*/ 1872302 h 6211920"/>
              <a:gd name="connsiteX3432" fmla="*/ 9622212 w 9635294"/>
              <a:gd name="connsiteY3432" fmla="*/ 1874622 h 6211920"/>
              <a:gd name="connsiteX3433" fmla="*/ 9622203 w 9635294"/>
              <a:gd name="connsiteY3433" fmla="*/ 1874614 h 6211920"/>
              <a:gd name="connsiteX3434" fmla="*/ 9624319 w 9635294"/>
              <a:gd name="connsiteY3434" fmla="*/ 1872301 h 6211920"/>
              <a:gd name="connsiteX3435" fmla="*/ 9624320 w 9635294"/>
              <a:gd name="connsiteY3435" fmla="*/ 1872301 h 6211920"/>
              <a:gd name="connsiteX3436" fmla="*/ 9624319 w 9635294"/>
              <a:gd name="connsiteY3436" fmla="*/ 1872301 h 6211920"/>
              <a:gd name="connsiteX3437" fmla="*/ 9624319 w 9635294"/>
              <a:gd name="connsiteY3437" fmla="*/ 1872301 h 6211920"/>
              <a:gd name="connsiteX3438" fmla="*/ 9624340 w 9635294"/>
              <a:gd name="connsiteY3438" fmla="*/ 1872279 h 6211920"/>
              <a:gd name="connsiteX3439" fmla="*/ 9625807 w 9635294"/>
              <a:gd name="connsiteY3439" fmla="*/ 1875073 h 6211920"/>
              <a:gd name="connsiteX3440" fmla="*/ 9625794 w 9635294"/>
              <a:gd name="connsiteY3440" fmla="*/ 1875080 h 6211920"/>
              <a:gd name="connsiteX3441" fmla="*/ 9624349 w 9635294"/>
              <a:gd name="connsiteY3441" fmla="*/ 1872357 h 6211920"/>
              <a:gd name="connsiteX3442" fmla="*/ 9624320 w 9635294"/>
              <a:gd name="connsiteY3442" fmla="*/ 1872301 h 6211920"/>
              <a:gd name="connsiteX3443" fmla="*/ 9624307 w 9635294"/>
              <a:gd name="connsiteY3443" fmla="*/ 1872278 h 6211920"/>
              <a:gd name="connsiteX3444" fmla="*/ 9624319 w 9635294"/>
              <a:gd name="connsiteY3444" fmla="*/ 1872301 h 6211920"/>
              <a:gd name="connsiteX3445" fmla="*/ 9624319 w 9635294"/>
              <a:gd name="connsiteY3445" fmla="*/ 1872301 h 6211920"/>
              <a:gd name="connsiteX3446" fmla="*/ 9624308 w 9635294"/>
              <a:gd name="connsiteY3446" fmla="*/ 1872278 h 6211920"/>
              <a:gd name="connsiteX3447" fmla="*/ 9624308 w 9635294"/>
              <a:gd name="connsiteY3447" fmla="*/ 1872278 h 6211920"/>
              <a:gd name="connsiteX3448" fmla="*/ 9624307 w 9635294"/>
              <a:gd name="connsiteY3448" fmla="*/ 1872278 h 6211920"/>
              <a:gd name="connsiteX3449" fmla="*/ 9624353 w 9635294"/>
              <a:gd name="connsiteY3449" fmla="*/ 1872264 h 6211920"/>
              <a:gd name="connsiteX3450" fmla="*/ 9624340 w 9635294"/>
              <a:gd name="connsiteY3450" fmla="*/ 1872279 h 6211920"/>
              <a:gd name="connsiteX3451" fmla="*/ 9624340 w 9635294"/>
              <a:gd name="connsiteY3451" fmla="*/ 1872279 h 6211920"/>
              <a:gd name="connsiteX3452" fmla="*/ 9624328 w 9635294"/>
              <a:gd name="connsiteY3452" fmla="*/ 1872256 h 6211920"/>
              <a:gd name="connsiteX3453" fmla="*/ 9624340 w 9635294"/>
              <a:gd name="connsiteY3453" fmla="*/ 1872279 h 6211920"/>
              <a:gd name="connsiteX3454" fmla="*/ 9624319 w 9635294"/>
              <a:gd name="connsiteY3454" fmla="*/ 1872301 h 6211920"/>
              <a:gd name="connsiteX3455" fmla="*/ 9624308 w 9635294"/>
              <a:gd name="connsiteY3455" fmla="*/ 1872278 h 6211920"/>
              <a:gd name="connsiteX3456" fmla="*/ 9518 w 9635294"/>
              <a:gd name="connsiteY3456" fmla="*/ 1872228 h 6211920"/>
              <a:gd name="connsiteX3457" fmla="*/ 9519 w 9635294"/>
              <a:gd name="connsiteY3457" fmla="*/ 1872228 h 6211920"/>
              <a:gd name="connsiteX3458" fmla="*/ 20638 w 9635294"/>
              <a:gd name="connsiteY3458" fmla="*/ 1878044 h 6211920"/>
              <a:gd name="connsiteX3459" fmla="*/ 19165 w 9635294"/>
              <a:gd name="connsiteY3459" fmla="*/ 1880857 h 6211920"/>
              <a:gd name="connsiteX3460" fmla="*/ 8046 w 9635294"/>
              <a:gd name="connsiteY3460" fmla="*/ 1875047 h 6211920"/>
              <a:gd name="connsiteX3461" fmla="*/ 9618845 w 9635294"/>
              <a:gd name="connsiteY3461" fmla="*/ 1871560 h 6211920"/>
              <a:gd name="connsiteX3462" fmla="*/ 9622203 w 9635294"/>
              <a:gd name="connsiteY3462" fmla="*/ 1874614 h 6211920"/>
              <a:gd name="connsiteX3463" fmla="*/ 9620053 w 9635294"/>
              <a:gd name="connsiteY3463" fmla="*/ 1876965 h 6211920"/>
              <a:gd name="connsiteX3464" fmla="*/ 9615840 w 9635294"/>
              <a:gd name="connsiteY3464" fmla="*/ 1873133 h 6211920"/>
              <a:gd name="connsiteX3465" fmla="*/ 9613344 w 9635294"/>
              <a:gd name="connsiteY3465" fmla="*/ 1870863 h 6211920"/>
              <a:gd name="connsiteX3466" fmla="*/ 9615840 w 9635294"/>
              <a:gd name="connsiteY3466" fmla="*/ 1873133 h 6211920"/>
              <a:gd name="connsiteX3467" fmla="*/ 9611748 w 9635294"/>
              <a:gd name="connsiteY3467" fmla="*/ 1875276 h 6211920"/>
              <a:gd name="connsiteX3468" fmla="*/ 9610274 w 9635294"/>
              <a:gd name="connsiteY3468" fmla="*/ 1872469 h 6211920"/>
              <a:gd name="connsiteX3469" fmla="*/ 9626467 w 9635294"/>
              <a:gd name="connsiteY3469" fmla="*/ 1869935 h 6211920"/>
              <a:gd name="connsiteX3470" fmla="*/ 9626476 w 9635294"/>
              <a:gd name="connsiteY3470" fmla="*/ 1869943 h 6211920"/>
              <a:gd name="connsiteX3471" fmla="*/ 9624353 w 9635294"/>
              <a:gd name="connsiteY3471" fmla="*/ 1872264 h 6211920"/>
              <a:gd name="connsiteX3472" fmla="*/ 9626467 w 9635294"/>
              <a:gd name="connsiteY3472" fmla="*/ 1869935 h 6211920"/>
              <a:gd name="connsiteX3473" fmla="*/ 9626467 w 9635294"/>
              <a:gd name="connsiteY3473" fmla="*/ 1869935 h 6211920"/>
              <a:gd name="connsiteX3474" fmla="*/ 9624328 w 9635294"/>
              <a:gd name="connsiteY3474" fmla="*/ 1872256 h 6211920"/>
              <a:gd name="connsiteX3475" fmla="*/ 9624328 w 9635294"/>
              <a:gd name="connsiteY3475" fmla="*/ 1872256 h 6211920"/>
              <a:gd name="connsiteX3476" fmla="*/ 10986 w 9635294"/>
              <a:gd name="connsiteY3476" fmla="*/ 1869415 h 6211920"/>
              <a:gd name="connsiteX3477" fmla="*/ 10986 w 9635294"/>
              <a:gd name="connsiteY3477" fmla="*/ 1869415 h 6211920"/>
              <a:gd name="connsiteX3478" fmla="*/ 9519 w 9635294"/>
              <a:gd name="connsiteY3478" fmla="*/ 1872228 h 6211920"/>
              <a:gd name="connsiteX3479" fmla="*/ 10926 w 9635294"/>
              <a:gd name="connsiteY3479" fmla="*/ 1869532 h 6211920"/>
              <a:gd name="connsiteX3480" fmla="*/ 10986 w 9635294"/>
              <a:gd name="connsiteY3480" fmla="*/ 1869415 h 6211920"/>
              <a:gd name="connsiteX3481" fmla="*/ 10986 w 9635294"/>
              <a:gd name="connsiteY3481" fmla="*/ 1869415 h 6211920"/>
              <a:gd name="connsiteX3482" fmla="*/ 10986 w 9635294"/>
              <a:gd name="connsiteY3482" fmla="*/ 1869415 h 6211920"/>
              <a:gd name="connsiteX3483" fmla="*/ 10986 w 9635294"/>
              <a:gd name="connsiteY3483" fmla="*/ 1869415 h 6211920"/>
              <a:gd name="connsiteX3484" fmla="*/ 10986 w 9635294"/>
              <a:gd name="connsiteY3484" fmla="*/ 1869415 h 6211920"/>
              <a:gd name="connsiteX3485" fmla="*/ 12532 w 9635294"/>
              <a:gd name="connsiteY3485" fmla="*/ 1871107 h 6211920"/>
              <a:gd name="connsiteX3486" fmla="*/ 10986 w 9635294"/>
              <a:gd name="connsiteY3486" fmla="*/ 1869415 h 6211920"/>
              <a:gd name="connsiteX3487" fmla="*/ 10986 w 9635294"/>
              <a:gd name="connsiteY3487" fmla="*/ 1869415 h 6211920"/>
              <a:gd name="connsiteX3488" fmla="*/ 10986 w 9635294"/>
              <a:gd name="connsiteY3488" fmla="*/ 1869415 h 6211920"/>
              <a:gd name="connsiteX3489" fmla="*/ 10984 w 9635294"/>
              <a:gd name="connsiteY3489" fmla="*/ 1869413 h 6211920"/>
              <a:gd name="connsiteX3490" fmla="*/ 10986 w 9635294"/>
              <a:gd name="connsiteY3490" fmla="*/ 1869415 h 6211920"/>
              <a:gd name="connsiteX3491" fmla="*/ 10926 w 9635294"/>
              <a:gd name="connsiteY3491" fmla="*/ 1869532 h 6211920"/>
              <a:gd name="connsiteX3492" fmla="*/ 9518 w 9635294"/>
              <a:gd name="connsiteY3492" fmla="*/ 1872228 h 6211920"/>
              <a:gd name="connsiteX3493" fmla="*/ 9517 w 9635294"/>
              <a:gd name="connsiteY3493" fmla="*/ 1872227 h 6211920"/>
              <a:gd name="connsiteX3494" fmla="*/ 10984 w 9635294"/>
              <a:gd name="connsiteY3494" fmla="*/ 1869413 h 6211920"/>
              <a:gd name="connsiteX3495" fmla="*/ 10986 w 9635294"/>
              <a:gd name="connsiteY3495" fmla="*/ 1869415 h 6211920"/>
              <a:gd name="connsiteX3496" fmla="*/ 10986 w 9635294"/>
              <a:gd name="connsiteY3496" fmla="*/ 1869415 h 6211920"/>
              <a:gd name="connsiteX3497" fmla="*/ 10984 w 9635294"/>
              <a:gd name="connsiteY3497" fmla="*/ 1869413 h 6211920"/>
              <a:gd name="connsiteX3498" fmla="*/ 16477 w 9635294"/>
              <a:gd name="connsiteY3498" fmla="*/ 1868705 h 6211920"/>
              <a:gd name="connsiteX3499" fmla="*/ 19472 w 9635294"/>
              <a:gd name="connsiteY3499" fmla="*/ 1870270 h 6211920"/>
              <a:gd name="connsiteX3500" fmla="*/ 15266 w 9635294"/>
              <a:gd name="connsiteY3500" fmla="*/ 1874101 h 6211920"/>
              <a:gd name="connsiteX3501" fmla="*/ 12532 w 9635294"/>
              <a:gd name="connsiteY3501" fmla="*/ 1871107 h 6211920"/>
              <a:gd name="connsiteX3502" fmla="*/ 13126 w 9635294"/>
              <a:gd name="connsiteY3502" fmla="*/ 1871758 h 6211920"/>
              <a:gd name="connsiteX3503" fmla="*/ 21972 w 9635294"/>
              <a:gd name="connsiteY3503" fmla="*/ 1867992 h 6211920"/>
              <a:gd name="connsiteX3504" fmla="*/ 25057 w 9635294"/>
              <a:gd name="connsiteY3504" fmla="*/ 1869605 h 6211920"/>
              <a:gd name="connsiteX3505" fmla="*/ 23584 w 9635294"/>
              <a:gd name="connsiteY3505" fmla="*/ 1872418 h 6211920"/>
              <a:gd name="connsiteX3506" fmla="*/ 19472 w 9635294"/>
              <a:gd name="connsiteY3506" fmla="*/ 1870270 h 6211920"/>
              <a:gd name="connsiteX3507" fmla="*/ 9628626 w 9635294"/>
              <a:gd name="connsiteY3507" fmla="*/ 1867592 h 6211920"/>
              <a:gd name="connsiteX3508" fmla="*/ 9635294 w 9635294"/>
              <a:gd name="connsiteY3508" fmla="*/ 1873707 h 6211920"/>
              <a:gd name="connsiteX3509" fmla="*/ 9627293 w 9635294"/>
              <a:gd name="connsiteY3509" fmla="*/ 1877905 h 6211920"/>
              <a:gd name="connsiteX3510" fmla="*/ 9625807 w 9635294"/>
              <a:gd name="connsiteY3510" fmla="*/ 1875073 h 6211920"/>
              <a:gd name="connsiteX3511" fmla="*/ 9629832 w 9635294"/>
              <a:gd name="connsiteY3511" fmla="*/ 1872996 h 6211920"/>
              <a:gd name="connsiteX3512" fmla="*/ 9626476 w 9635294"/>
              <a:gd name="connsiteY3512" fmla="*/ 1869943 h 6211920"/>
              <a:gd name="connsiteX3513" fmla="*/ 8846 w 9635294"/>
              <a:gd name="connsiteY3513" fmla="*/ 1867072 h 6211920"/>
              <a:gd name="connsiteX3514" fmla="*/ 10984 w 9635294"/>
              <a:gd name="connsiteY3514" fmla="*/ 1869413 h 6211920"/>
              <a:gd name="connsiteX3515" fmla="*/ 10984 w 9635294"/>
              <a:gd name="connsiteY3515" fmla="*/ 1869413 h 6211920"/>
              <a:gd name="connsiteX3516" fmla="*/ 8846 w 9635294"/>
              <a:gd name="connsiteY3516" fmla="*/ 1867072 h 6211920"/>
              <a:gd name="connsiteX3517" fmla="*/ 10984 w 9635294"/>
              <a:gd name="connsiteY3517" fmla="*/ 1869413 h 6211920"/>
              <a:gd name="connsiteX3518" fmla="*/ 10984 w 9635294"/>
              <a:gd name="connsiteY3518" fmla="*/ 1869413 h 6211920"/>
              <a:gd name="connsiteX3519" fmla="*/ 8846 w 9635294"/>
              <a:gd name="connsiteY3519" fmla="*/ 1867072 h 6211920"/>
              <a:gd name="connsiteX3520" fmla="*/ 9621387 w 9635294"/>
              <a:gd name="connsiteY3520" fmla="*/ 1866652 h 6211920"/>
              <a:gd name="connsiteX3521" fmla="*/ 9624328 w 9635294"/>
              <a:gd name="connsiteY3521" fmla="*/ 1872256 h 6211920"/>
              <a:gd name="connsiteX3522" fmla="*/ 9624308 w 9635294"/>
              <a:gd name="connsiteY3522" fmla="*/ 1872278 h 6211920"/>
              <a:gd name="connsiteX3523" fmla="*/ 9622847 w 9635294"/>
              <a:gd name="connsiteY3523" fmla="*/ 1869465 h 6211920"/>
              <a:gd name="connsiteX3524" fmla="*/ 9618845 w 9635294"/>
              <a:gd name="connsiteY3524" fmla="*/ 1871560 h 6211920"/>
              <a:gd name="connsiteX3525" fmla="*/ 9616348 w 9635294"/>
              <a:gd name="connsiteY3525" fmla="*/ 1869290 h 6211920"/>
              <a:gd name="connsiteX3526" fmla="*/ 6700 w 9635294"/>
              <a:gd name="connsiteY3526" fmla="*/ 1864722 h 6211920"/>
              <a:gd name="connsiteX3527" fmla="*/ 8846 w 9635294"/>
              <a:gd name="connsiteY3527" fmla="*/ 1867072 h 6211920"/>
              <a:gd name="connsiteX3528" fmla="*/ 8846 w 9635294"/>
              <a:gd name="connsiteY3528" fmla="*/ 1867072 h 6211920"/>
              <a:gd name="connsiteX3529" fmla="*/ 5493 w 9635294"/>
              <a:gd name="connsiteY3529" fmla="*/ 1870132 h 6211920"/>
              <a:gd name="connsiteX3530" fmla="*/ 9517 w 9635294"/>
              <a:gd name="connsiteY3530" fmla="*/ 1872227 h 6211920"/>
              <a:gd name="connsiteX3531" fmla="*/ 8046 w 9635294"/>
              <a:gd name="connsiteY3531" fmla="*/ 1875047 h 6211920"/>
              <a:gd name="connsiteX3532" fmla="*/ 0 w 9635294"/>
              <a:gd name="connsiteY3532" fmla="*/ 1870850 h 6211920"/>
              <a:gd name="connsiteX3533" fmla="*/ 13920 w 9635294"/>
              <a:gd name="connsiteY3533" fmla="*/ 1863782 h 6211920"/>
              <a:gd name="connsiteX3534" fmla="*/ 18977 w 9635294"/>
              <a:gd name="connsiteY3534" fmla="*/ 1866426 h 6211920"/>
              <a:gd name="connsiteX3535" fmla="*/ 16477 w 9635294"/>
              <a:gd name="connsiteY3535" fmla="*/ 1868705 h 6211920"/>
              <a:gd name="connsiteX3536" fmla="*/ 12453 w 9635294"/>
              <a:gd name="connsiteY3536" fmla="*/ 1866602 h 6211920"/>
              <a:gd name="connsiteX3537" fmla="*/ 10986 w 9635294"/>
              <a:gd name="connsiteY3537" fmla="*/ 1869415 h 6211920"/>
              <a:gd name="connsiteX3538" fmla="*/ 10984 w 9635294"/>
              <a:gd name="connsiteY3538" fmla="*/ 1869413 h 6211920"/>
              <a:gd name="connsiteX3539" fmla="*/ 9615294 w 9635294"/>
              <a:gd name="connsiteY3539" fmla="*/ 1863340 h 6211920"/>
              <a:gd name="connsiteX3540" fmla="*/ 9612814 w 9635294"/>
              <a:gd name="connsiteY3540" fmla="*/ 1866075 h 6211920"/>
              <a:gd name="connsiteX3541" fmla="*/ 9616348 w 9635294"/>
              <a:gd name="connsiteY3541" fmla="*/ 1869290 h 6211920"/>
              <a:gd name="connsiteX3542" fmla="*/ 9613344 w 9635294"/>
              <a:gd name="connsiteY3542" fmla="*/ 1870863 h 6211920"/>
              <a:gd name="connsiteX3543" fmla="*/ 9610656 w 9635294"/>
              <a:gd name="connsiteY3543" fmla="*/ 1868418 h 6211920"/>
              <a:gd name="connsiteX3544" fmla="*/ 22490 w 9635294"/>
              <a:gd name="connsiteY3544" fmla="*/ 1863225 h 6211920"/>
              <a:gd name="connsiteX3545" fmla="*/ 24626 w 9635294"/>
              <a:gd name="connsiteY3545" fmla="*/ 1865573 h 6211920"/>
              <a:gd name="connsiteX3546" fmla="*/ 21972 w 9635294"/>
              <a:gd name="connsiteY3546" fmla="*/ 1867992 h 6211920"/>
              <a:gd name="connsiteX3547" fmla="*/ 18977 w 9635294"/>
              <a:gd name="connsiteY3547" fmla="*/ 1866426 h 6211920"/>
              <a:gd name="connsiteX3548" fmla="*/ 9617069 w 9635294"/>
              <a:gd name="connsiteY3548" fmla="*/ 1861382 h 6211920"/>
              <a:gd name="connsiteX3549" fmla="*/ 9617076 w 9635294"/>
              <a:gd name="connsiteY3549" fmla="*/ 1861389 h 6211920"/>
              <a:gd name="connsiteX3550" fmla="*/ 9615294 w 9635294"/>
              <a:gd name="connsiteY3550" fmla="*/ 1863340 h 6211920"/>
              <a:gd name="connsiteX3551" fmla="*/ 20040 w 9635294"/>
              <a:gd name="connsiteY3551" fmla="*/ 1860531 h 6211920"/>
              <a:gd name="connsiteX3552" fmla="*/ 22492 w 9635294"/>
              <a:gd name="connsiteY3552" fmla="*/ 1863223 h 6211920"/>
              <a:gd name="connsiteX3553" fmla="*/ 22490 w 9635294"/>
              <a:gd name="connsiteY3553" fmla="*/ 1863225 h 6211920"/>
              <a:gd name="connsiteX3554" fmla="*/ 9619228 w 9635294"/>
              <a:gd name="connsiteY3554" fmla="*/ 1859032 h 6211920"/>
              <a:gd name="connsiteX3555" fmla="*/ 9628626 w 9635294"/>
              <a:gd name="connsiteY3555" fmla="*/ 1867592 h 6211920"/>
              <a:gd name="connsiteX3556" fmla="*/ 9626467 w 9635294"/>
              <a:gd name="connsiteY3556" fmla="*/ 1869935 h 6211920"/>
              <a:gd name="connsiteX3557" fmla="*/ 9617076 w 9635294"/>
              <a:gd name="connsiteY3557" fmla="*/ 1861389 h 6211920"/>
              <a:gd name="connsiteX3558" fmla="*/ 16078 w 9635294"/>
              <a:gd name="connsiteY3558" fmla="*/ 1856175 h 6211920"/>
              <a:gd name="connsiteX3559" fmla="*/ 20040 w 9635294"/>
              <a:gd name="connsiteY3559" fmla="*/ 1860531 h 6211920"/>
              <a:gd name="connsiteX3560" fmla="*/ 18212 w 9635294"/>
              <a:gd name="connsiteY3560" fmla="*/ 1858524 h 6211920"/>
              <a:gd name="connsiteX3561" fmla="*/ 8846 w 9635294"/>
              <a:gd name="connsiteY3561" fmla="*/ 1867072 h 6211920"/>
              <a:gd name="connsiteX3562" fmla="*/ 6700 w 9635294"/>
              <a:gd name="connsiteY3562" fmla="*/ 1864722 h 6211920"/>
              <a:gd name="connsiteX3563" fmla="*/ 16078 w 9635294"/>
              <a:gd name="connsiteY3563" fmla="*/ 1856175 h 6211920"/>
              <a:gd name="connsiteX3564" fmla="*/ 9579413 w 9635294"/>
              <a:gd name="connsiteY3564" fmla="*/ 1827321 h 6211920"/>
              <a:gd name="connsiteX3565" fmla="*/ 9579430 w 9635294"/>
              <a:gd name="connsiteY3565" fmla="*/ 1827337 h 6211920"/>
              <a:gd name="connsiteX3566" fmla="*/ 9577352 w 9635294"/>
              <a:gd name="connsiteY3566" fmla="*/ 1829645 h 6211920"/>
              <a:gd name="connsiteX3567" fmla="*/ 9581572 w 9635294"/>
              <a:gd name="connsiteY3567" fmla="*/ 1824958 h 6211920"/>
              <a:gd name="connsiteX3568" fmla="*/ 9600431 w 9635294"/>
              <a:gd name="connsiteY3568" fmla="*/ 1841964 h 6211920"/>
              <a:gd name="connsiteX3569" fmla="*/ 9591923 w 9635294"/>
              <a:gd name="connsiteY3569" fmla="*/ 1851381 h 6211920"/>
              <a:gd name="connsiteX3570" fmla="*/ 9573063 w 9635294"/>
              <a:gd name="connsiteY3570" fmla="*/ 1834407 h 6211920"/>
              <a:gd name="connsiteX3571" fmla="*/ 9577352 w 9635294"/>
              <a:gd name="connsiteY3571" fmla="*/ 1829645 h 6211920"/>
              <a:gd name="connsiteX3572" fmla="*/ 9575222 w 9635294"/>
              <a:gd name="connsiteY3572" fmla="*/ 1832045 h 6211920"/>
              <a:gd name="connsiteX3573" fmla="*/ 9594019 w 9635294"/>
              <a:gd name="connsiteY3573" fmla="*/ 1849025 h 6211920"/>
              <a:gd name="connsiteX3574" fmla="*/ 9598273 w 9635294"/>
              <a:gd name="connsiteY3574" fmla="*/ 1844319 h 6211920"/>
              <a:gd name="connsiteX3575" fmla="*/ 9579430 w 9635294"/>
              <a:gd name="connsiteY3575" fmla="*/ 1827337 h 6211920"/>
              <a:gd name="connsiteX3576" fmla="*/ 55855 w 9635294"/>
              <a:gd name="connsiteY3576" fmla="*/ 1824520 h 6211920"/>
              <a:gd name="connsiteX3577" fmla="*/ 37008 w 9635294"/>
              <a:gd name="connsiteY3577" fmla="*/ 1841487 h 6211920"/>
              <a:gd name="connsiteX3578" fmla="*/ 41263 w 9635294"/>
              <a:gd name="connsiteY3578" fmla="*/ 1846199 h 6211920"/>
              <a:gd name="connsiteX3579" fmla="*/ 60097 w 9635294"/>
              <a:gd name="connsiteY3579" fmla="*/ 1829245 h 6211920"/>
              <a:gd name="connsiteX3580" fmla="*/ 53734 w 9635294"/>
              <a:gd name="connsiteY3580" fmla="*/ 1822152 h 6211920"/>
              <a:gd name="connsiteX3581" fmla="*/ 62218 w 9635294"/>
              <a:gd name="connsiteY3581" fmla="*/ 1831607 h 6211920"/>
              <a:gd name="connsiteX3582" fmla="*/ 43390 w 9635294"/>
              <a:gd name="connsiteY3582" fmla="*/ 1848555 h 6211920"/>
              <a:gd name="connsiteX3583" fmla="*/ 34874 w 9635294"/>
              <a:gd name="connsiteY3583" fmla="*/ 1839132 h 6211920"/>
              <a:gd name="connsiteX3584" fmla="*/ 53734 w 9635294"/>
              <a:gd name="connsiteY3584" fmla="*/ 1822152 h 6211920"/>
              <a:gd name="connsiteX3585" fmla="*/ 9560545 w 9635294"/>
              <a:gd name="connsiteY3585" fmla="*/ 1810383 h 6211920"/>
              <a:gd name="connsiteX3586" fmla="*/ 9560554 w 9635294"/>
              <a:gd name="connsiteY3586" fmla="*/ 1810391 h 6211920"/>
              <a:gd name="connsiteX3587" fmla="*/ 9558493 w 9635294"/>
              <a:gd name="connsiteY3587" fmla="*/ 1812686 h 6211920"/>
              <a:gd name="connsiteX3588" fmla="*/ 74766 w 9635294"/>
              <a:gd name="connsiteY3588" fmla="*/ 1807610 h 6211920"/>
              <a:gd name="connsiteX3589" fmla="*/ 78991 w 9635294"/>
              <a:gd name="connsiteY3589" fmla="*/ 1812352 h 6211920"/>
              <a:gd name="connsiteX3590" fmla="*/ 78988 w 9635294"/>
              <a:gd name="connsiteY3590" fmla="*/ 1812354 h 6211920"/>
              <a:gd name="connsiteX3591" fmla="*/ 74765 w 9635294"/>
              <a:gd name="connsiteY3591" fmla="*/ 1807610 h 6211920"/>
              <a:gd name="connsiteX3592" fmla="*/ 9537321 w 9635294"/>
              <a:gd name="connsiteY3592" fmla="*/ 1798290 h 6211920"/>
              <a:gd name="connsiteX3593" fmla="*/ 9556299 w 9635294"/>
              <a:gd name="connsiteY3593" fmla="*/ 1815128 h 6211920"/>
              <a:gd name="connsiteX3594" fmla="*/ 9558493 w 9635294"/>
              <a:gd name="connsiteY3594" fmla="*/ 1812686 h 6211920"/>
              <a:gd name="connsiteX3595" fmla="*/ 9554204 w 9635294"/>
              <a:gd name="connsiteY3595" fmla="*/ 1817497 h 6211920"/>
              <a:gd name="connsiteX3596" fmla="*/ 9535218 w 9635294"/>
              <a:gd name="connsiteY3596" fmla="*/ 1800657 h 6211920"/>
              <a:gd name="connsiteX3597" fmla="*/ 9539441 w 9635294"/>
              <a:gd name="connsiteY3597" fmla="*/ 1795904 h 6211920"/>
              <a:gd name="connsiteX3598" fmla="*/ 9537321 w 9635294"/>
              <a:gd name="connsiteY3598" fmla="*/ 1798290 h 6211920"/>
              <a:gd name="connsiteX3599" fmla="*/ 9537313 w 9635294"/>
              <a:gd name="connsiteY3599" fmla="*/ 1798282 h 6211920"/>
              <a:gd name="connsiteX3600" fmla="*/ 95313 w 9635294"/>
              <a:gd name="connsiteY3600" fmla="*/ 1792550 h 6211920"/>
              <a:gd name="connsiteX3601" fmla="*/ 100051 w 9635294"/>
              <a:gd name="connsiteY3601" fmla="*/ 1797907 h 6211920"/>
              <a:gd name="connsiteX3602" fmla="*/ 81102 w 9635294"/>
              <a:gd name="connsiteY3602" fmla="*/ 1814722 h 6211920"/>
              <a:gd name="connsiteX3603" fmla="*/ 78991 w 9635294"/>
              <a:gd name="connsiteY3603" fmla="*/ 1812352 h 6211920"/>
              <a:gd name="connsiteX3604" fmla="*/ 97943 w 9635294"/>
              <a:gd name="connsiteY3604" fmla="*/ 1795526 h 6211920"/>
              <a:gd name="connsiteX3605" fmla="*/ 9543663 w 9635294"/>
              <a:gd name="connsiteY3605" fmla="*/ 1791151 h 6211920"/>
              <a:gd name="connsiteX3606" fmla="*/ 9562649 w 9635294"/>
              <a:gd name="connsiteY3606" fmla="*/ 1808023 h 6211920"/>
              <a:gd name="connsiteX3607" fmla="*/ 9560545 w 9635294"/>
              <a:gd name="connsiteY3607" fmla="*/ 1810383 h 6211920"/>
              <a:gd name="connsiteX3608" fmla="*/ 9541568 w 9635294"/>
              <a:gd name="connsiteY3608" fmla="*/ 1793526 h 6211920"/>
              <a:gd name="connsiteX3609" fmla="*/ 9539441 w 9635294"/>
              <a:gd name="connsiteY3609" fmla="*/ 1795904 h 6211920"/>
              <a:gd name="connsiteX3610" fmla="*/ 93739 w 9635294"/>
              <a:gd name="connsiteY3610" fmla="*/ 1790770 h 6211920"/>
              <a:gd name="connsiteX3611" fmla="*/ 95313 w 9635294"/>
              <a:gd name="connsiteY3611" fmla="*/ 1792550 h 6211920"/>
              <a:gd name="connsiteX3612" fmla="*/ 93739 w 9635294"/>
              <a:gd name="connsiteY3612" fmla="*/ 1790771 h 6211920"/>
              <a:gd name="connsiteX3613" fmla="*/ 91637 w 9635294"/>
              <a:gd name="connsiteY3613" fmla="*/ 1788395 h 6211920"/>
              <a:gd name="connsiteX3614" fmla="*/ 93739 w 9635294"/>
              <a:gd name="connsiteY3614" fmla="*/ 1790771 h 6211920"/>
              <a:gd name="connsiteX3615" fmla="*/ 74766 w 9635294"/>
              <a:gd name="connsiteY3615" fmla="*/ 1807610 h 6211920"/>
              <a:gd name="connsiteX3616" fmla="*/ 72657 w 9635294"/>
              <a:gd name="connsiteY3616" fmla="*/ 1805242 h 6211920"/>
              <a:gd name="connsiteX3617" fmla="*/ 91637 w 9635294"/>
              <a:gd name="connsiteY3617" fmla="*/ 1788395 h 6211920"/>
              <a:gd name="connsiteX3618" fmla="*/ 9522517 w 9635294"/>
              <a:gd name="connsiteY3618" fmla="*/ 1776730 h 6211920"/>
              <a:gd name="connsiteX3619" fmla="*/ 9522518 w 9635294"/>
              <a:gd name="connsiteY3619" fmla="*/ 1776730 h 6211920"/>
              <a:gd name="connsiteX3620" fmla="*/ 9520922 w 9635294"/>
              <a:gd name="connsiteY3620" fmla="*/ 1778546 h 6211920"/>
              <a:gd name="connsiteX3621" fmla="*/ 112771 w 9635294"/>
              <a:gd name="connsiteY3621" fmla="*/ 1774000 h 6211920"/>
              <a:gd name="connsiteX3622" fmla="*/ 114328 w 9635294"/>
              <a:gd name="connsiteY3622" fmla="*/ 1775772 h 6211920"/>
              <a:gd name="connsiteX3623" fmla="*/ 112770 w 9635294"/>
              <a:gd name="connsiteY3623" fmla="*/ 1774000 h 6211920"/>
              <a:gd name="connsiteX3624" fmla="*/ 9499238 w 9635294"/>
              <a:gd name="connsiteY3624" fmla="*/ 1764808 h 6211920"/>
              <a:gd name="connsiteX3625" fmla="*/ 9518326 w 9635294"/>
              <a:gd name="connsiteY3625" fmla="*/ 1781499 h 6211920"/>
              <a:gd name="connsiteX3626" fmla="*/ 9520922 w 9635294"/>
              <a:gd name="connsiteY3626" fmla="*/ 1778546 h 6211920"/>
              <a:gd name="connsiteX3627" fmla="*/ 9516231 w 9635294"/>
              <a:gd name="connsiteY3627" fmla="*/ 1783887 h 6211920"/>
              <a:gd name="connsiteX3628" fmla="*/ 9497181 w 9635294"/>
              <a:gd name="connsiteY3628" fmla="*/ 1767173 h 6211920"/>
              <a:gd name="connsiteX3629" fmla="*/ 136034 w 9635294"/>
              <a:gd name="connsiteY3629" fmla="*/ 1762083 h 6211920"/>
              <a:gd name="connsiteX3630" fmla="*/ 138119 w 9635294"/>
              <a:gd name="connsiteY3630" fmla="*/ 1764475 h 6211920"/>
              <a:gd name="connsiteX3631" fmla="*/ 119056 w 9635294"/>
              <a:gd name="connsiteY3631" fmla="*/ 1781156 h 6211920"/>
              <a:gd name="connsiteX3632" fmla="*/ 114328 w 9635294"/>
              <a:gd name="connsiteY3632" fmla="*/ 1775772 h 6211920"/>
              <a:gd name="connsiteX3633" fmla="*/ 116961 w 9635294"/>
              <a:gd name="connsiteY3633" fmla="*/ 1778768 h 6211920"/>
              <a:gd name="connsiteX3634" fmla="*/ 9503404 w 9635294"/>
              <a:gd name="connsiteY3634" fmla="*/ 1759998 h 6211920"/>
              <a:gd name="connsiteX3635" fmla="*/ 9503414 w 9635294"/>
              <a:gd name="connsiteY3635" fmla="*/ 1760007 h 6211920"/>
              <a:gd name="connsiteX3636" fmla="*/ 9499238 w 9635294"/>
              <a:gd name="connsiteY3636" fmla="*/ 1764808 h 6211920"/>
              <a:gd name="connsiteX3637" fmla="*/ 9499213 w 9635294"/>
              <a:gd name="connsiteY3637" fmla="*/ 1764786 h 6211920"/>
              <a:gd name="connsiteX3638" fmla="*/ 9505499 w 9635294"/>
              <a:gd name="connsiteY3638" fmla="*/ 1757610 h 6211920"/>
              <a:gd name="connsiteX3639" fmla="*/ 9524613 w 9635294"/>
              <a:gd name="connsiteY3639" fmla="*/ 1774343 h 6211920"/>
              <a:gd name="connsiteX3640" fmla="*/ 9522517 w 9635294"/>
              <a:gd name="connsiteY3640" fmla="*/ 1776730 h 6211920"/>
              <a:gd name="connsiteX3641" fmla="*/ 9503414 w 9635294"/>
              <a:gd name="connsiteY3641" fmla="*/ 1760007 h 6211920"/>
              <a:gd name="connsiteX3642" fmla="*/ 131864 w 9635294"/>
              <a:gd name="connsiteY3642" fmla="*/ 1757293 h 6211920"/>
              <a:gd name="connsiteX3643" fmla="*/ 136036 w 9635294"/>
              <a:gd name="connsiteY3643" fmla="*/ 1762081 h 6211920"/>
              <a:gd name="connsiteX3644" fmla="*/ 136034 w 9635294"/>
              <a:gd name="connsiteY3644" fmla="*/ 1762083 h 6211920"/>
              <a:gd name="connsiteX3645" fmla="*/ 131860 w 9635294"/>
              <a:gd name="connsiteY3645" fmla="*/ 1757297 h 6211920"/>
              <a:gd name="connsiteX3646" fmla="*/ 129775 w 9635294"/>
              <a:gd name="connsiteY3646" fmla="*/ 1754905 h 6211920"/>
              <a:gd name="connsiteX3647" fmla="*/ 131860 w 9635294"/>
              <a:gd name="connsiteY3647" fmla="*/ 1757297 h 6211920"/>
              <a:gd name="connsiteX3648" fmla="*/ 112771 w 9635294"/>
              <a:gd name="connsiteY3648" fmla="*/ 1774000 h 6211920"/>
              <a:gd name="connsiteX3649" fmla="*/ 110674 w 9635294"/>
              <a:gd name="connsiteY3649" fmla="*/ 1771612 h 6211920"/>
              <a:gd name="connsiteX3650" fmla="*/ 129775 w 9635294"/>
              <a:gd name="connsiteY3650" fmla="*/ 1754905 h 6211920"/>
              <a:gd name="connsiteX3651" fmla="*/ 153365 w 9635294"/>
              <a:gd name="connsiteY3651" fmla="*/ 1743385 h 6211920"/>
              <a:gd name="connsiteX3652" fmla="*/ 155165 w 9635294"/>
              <a:gd name="connsiteY3652" fmla="*/ 1745462 h 6211920"/>
              <a:gd name="connsiteX3653" fmla="*/ 155163 w 9635294"/>
              <a:gd name="connsiteY3653" fmla="*/ 1745463 h 6211920"/>
              <a:gd name="connsiteX3654" fmla="*/ 9484263 w 9635294"/>
              <a:gd name="connsiteY3654" fmla="*/ 1743319 h 6211920"/>
              <a:gd name="connsiteX3655" fmla="*/ 9484290 w 9635294"/>
              <a:gd name="connsiteY3655" fmla="*/ 1743342 h 6211920"/>
              <a:gd name="connsiteX3656" fmla="*/ 9480099 w 9635294"/>
              <a:gd name="connsiteY3656" fmla="*/ 1748142 h 6211920"/>
              <a:gd name="connsiteX3657" fmla="*/ 9480090 w 9635294"/>
              <a:gd name="connsiteY3657" fmla="*/ 1748135 h 6211920"/>
              <a:gd name="connsiteX3658" fmla="*/ 9463032 w 9635294"/>
              <a:gd name="connsiteY3658" fmla="*/ 1729102 h 6211920"/>
              <a:gd name="connsiteX3659" fmla="*/ 9460922 w 9635294"/>
              <a:gd name="connsiteY3659" fmla="*/ 1731563 h 6211920"/>
              <a:gd name="connsiteX3660" fmla="*/ 9480090 w 9635294"/>
              <a:gd name="connsiteY3660" fmla="*/ 1748135 h 6211920"/>
              <a:gd name="connsiteX3661" fmla="*/ 9478004 w 9635294"/>
              <a:gd name="connsiteY3661" fmla="*/ 1750543 h 6211920"/>
              <a:gd name="connsiteX3662" fmla="*/ 9458827 w 9635294"/>
              <a:gd name="connsiteY3662" fmla="*/ 1733969 h 6211920"/>
              <a:gd name="connsiteX3663" fmla="*/ 174352 w 9635294"/>
              <a:gd name="connsiteY3663" fmla="*/ 1728908 h 6211920"/>
              <a:gd name="connsiteX3664" fmla="*/ 176422 w 9635294"/>
              <a:gd name="connsiteY3664" fmla="*/ 1731315 h 6211920"/>
              <a:gd name="connsiteX3665" fmla="*/ 157245 w 9635294"/>
              <a:gd name="connsiteY3665" fmla="*/ 1747863 h 6211920"/>
              <a:gd name="connsiteX3666" fmla="*/ 155165 w 9635294"/>
              <a:gd name="connsiteY3666" fmla="*/ 1745462 h 6211920"/>
              <a:gd name="connsiteX3667" fmla="*/ 9465050 w 9635294"/>
              <a:gd name="connsiteY3667" fmla="*/ 1726749 h 6211920"/>
              <a:gd name="connsiteX3668" fmla="*/ 9465059 w 9635294"/>
              <a:gd name="connsiteY3668" fmla="*/ 1726757 h 6211920"/>
              <a:gd name="connsiteX3669" fmla="*/ 9463032 w 9635294"/>
              <a:gd name="connsiteY3669" fmla="*/ 1729102 h 6211920"/>
              <a:gd name="connsiteX3670" fmla="*/ 172282 w 9635294"/>
              <a:gd name="connsiteY3670" fmla="*/ 1726502 h 6211920"/>
              <a:gd name="connsiteX3671" fmla="*/ 174352 w 9635294"/>
              <a:gd name="connsiteY3671" fmla="*/ 1728908 h 6211920"/>
              <a:gd name="connsiteX3672" fmla="*/ 174352 w 9635294"/>
              <a:gd name="connsiteY3672" fmla="*/ 1728908 h 6211920"/>
              <a:gd name="connsiteX3673" fmla="*/ 9467145 w 9635294"/>
              <a:gd name="connsiteY3673" fmla="*/ 1724342 h 6211920"/>
              <a:gd name="connsiteX3674" fmla="*/ 9486322 w 9635294"/>
              <a:gd name="connsiteY3674" fmla="*/ 1740941 h 6211920"/>
              <a:gd name="connsiteX3675" fmla="*/ 9484263 w 9635294"/>
              <a:gd name="connsiteY3675" fmla="*/ 1743319 h 6211920"/>
              <a:gd name="connsiteX3676" fmla="*/ 9465059 w 9635294"/>
              <a:gd name="connsiteY3676" fmla="*/ 1726757 h 6211920"/>
              <a:gd name="connsiteX3677" fmla="*/ 168142 w 9635294"/>
              <a:gd name="connsiteY3677" fmla="*/ 1721688 h 6211920"/>
              <a:gd name="connsiteX3678" fmla="*/ 172282 w 9635294"/>
              <a:gd name="connsiteY3678" fmla="*/ 1726502 h 6211920"/>
              <a:gd name="connsiteX3679" fmla="*/ 170212 w 9635294"/>
              <a:gd name="connsiteY3679" fmla="*/ 1724095 h 6211920"/>
              <a:gd name="connsiteX3680" fmla="*/ 151010 w 9635294"/>
              <a:gd name="connsiteY3680" fmla="*/ 1740662 h 6211920"/>
              <a:gd name="connsiteX3681" fmla="*/ 153365 w 9635294"/>
              <a:gd name="connsiteY3681" fmla="*/ 1743385 h 6211920"/>
              <a:gd name="connsiteX3682" fmla="*/ 148927 w 9635294"/>
              <a:gd name="connsiteY3682" fmla="*/ 1738262 h 6211920"/>
              <a:gd name="connsiteX3683" fmla="*/ 168142 w 9635294"/>
              <a:gd name="connsiteY3683" fmla="*/ 1721688 h 6211920"/>
              <a:gd name="connsiteX3684" fmla="*/ 9445791 w 9635294"/>
              <a:gd name="connsiteY3684" fmla="*/ 1710211 h 6211920"/>
              <a:gd name="connsiteX3685" fmla="*/ 9445809 w 9635294"/>
              <a:gd name="connsiteY3685" fmla="*/ 1710226 h 6211920"/>
              <a:gd name="connsiteX3686" fmla="*/ 9441681 w 9635294"/>
              <a:gd name="connsiteY3686" fmla="*/ 1715053 h 6211920"/>
              <a:gd name="connsiteX3687" fmla="*/ 9441663 w 9635294"/>
              <a:gd name="connsiteY3687" fmla="*/ 1715038 h 6211920"/>
              <a:gd name="connsiteX3688" fmla="*/ 189479 w 9635294"/>
              <a:gd name="connsiteY3688" fmla="*/ 1707590 h 6211920"/>
              <a:gd name="connsiteX3689" fmla="*/ 193602 w 9635294"/>
              <a:gd name="connsiteY3689" fmla="*/ 1712422 h 6211920"/>
              <a:gd name="connsiteX3690" fmla="*/ 193599 w 9635294"/>
              <a:gd name="connsiteY3690" fmla="*/ 1712424 h 6211920"/>
              <a:gd name="connsiteX3691" fmla="*/ 189478 w 9635294"/>
              <a:gd name="connsiteY3691" fmla="*/ 1707591 h 6211920"/>
              <a:gd name="connsiteX3692" fmla="*/ 9422323 w 9635294"/>
              <a:gd name="connsiteY3692" fmla="*/ 1698620 h 6211920"/>
              <a:gd name="connsiteX3693" fmla="*/ 9441663 w 9635294"/>
              <a:gd name="connsiteY3693" fmla="*/ 1715038 h 6211920"/>
              <a:gd name="connsiteX3694" fmla="*/ 9439586 w 9635294"/>
              <a:gd name="connsiteY3694" fmla="*/ 1717466 h 6211920"/>
              <a:gd name="connsiteX3695" fmla="*/ 9420282 w 9635294"/>
              <a:gd name="connsiteY3695" fmla="*/ 1701032 h 6211920"/>
              <a:gd name="connsiteX3696" fmla="*/ 9424412 w 9635294"/>
              <a:gd name="connsiteY3696" fmla="*/ 1696150 h 6211920"/>
              <a:gd name="connsiteX3697" fmla="*/ 9422323 w 9635294"/>
              <a:gd name="connsiteY3697" fmla="*/ 1698620 h 6211920"/>
              <a:gd name="connsiteX3698" fmla="*/ 9422314 w 9635294"/>
              <a:gd name="connsiteY3698" fmla="*/ 1698612 h 6211920"/>
              <a:gd name="connsiteX3699" fmla="*/ 9428474 w 9635294"/>
              <a:gd name="connsiteY3699" fmla="*/ 1691348 h 6211920"/>
              <a:gd name="connsiteX3700" fmla="*/ 9447842 w 9635294"/>
              <a:gd name="connsiteY3700" fmla="*/ 1707813 h 6211920"/>
              <a:gd name="connsiteX3701" fmla="*/ 9445791 w 9635294"/>
              <a:gd name="connsiteY3701" fmla="*/ 1710211 h 6211920"/>
              <a:gd name="connsiteX3702" fmla="*/ 9426442 w 9635294"/>
              <a:gd name="connsiteY3702" fmla="*/ 1693767 h 6211920"/>
              <a:gd name="connsiteX3703" fmla="*/ 9424412 w 9635294"/>
              <a:gd name="connsiteY3703" fmla="*/ 1696150 h 6211920"/>
              <a:gd name="connsiteX3704" fmla="*/ 206750 w 9635294"/>
              <a:gd name="connsiteY3704" fmla="*/ 1688738 h 6211920"/>
              <a:gd name="connsiteX3705" fmla="*/ 214960 w 9635294"/>
              <a:gd name="connsiteY3705" fmla="*/ 1698428 h 6211920"/>
              <a:gd name="connsiteX3706" fmla="*/ 195663 w 9635294"/>
              <a:gd name="connsiteY3706" fmla="*/ 1714837 h 6211920"/>
              <a:gd name="connsiteX3707" fmla="*/ 193602 w 9635294"/>
              <a:gd name="connsiteY3707" fmla="*/ 1712422 h 6211920"/>
              <a:gd name="connsiteX3708" fmla="*/ 212909 w 9635294"/>
              <a:gd name="connsiteY3708" fmla="*/ 1696009 h 6211920"/>
              <a:gd name="connsiteX3709" fmla="*/ 208801 w 9635294"/>
              <a:gd name="connsiteY3709" fmla="*/ 1691164 h 6211920"/>
              <a:gd name="connsiteX3710" fmla="*/ 189479 w 9635294"/>
              <a:gd name="connsiteY3710" fmla="*/ 1707590 h 6211920"/>
              <a:gd name="connsiteX3711" fmla="*/ 187421 w 9635294"/>
              <a:gd name="connsiteY3711" fmla="*/ 1705178 h 6211920"/>
              <a:gd name="connsiteX3712" fmla="*/ 206750 w 9635294"/>
              <a:gd name="connsiteY3712" fmla="*/ 1688738 h 6211920"/>
              <a:gd name="connsiteX3713" fmla="*/ 9407067 w 9635294"/>
              <a:gd name="connsiteY3713" fmla="*/ 1677372 h 6211920"/>
              <a:gd name="connsiteX3714" fmla="*/ 9407074 w 9635294"/>
              <a:gd name="connsiteY3714" fmla="*/ 1677378 h 6211920"/>
              <a:gd name="connsiteX3715" fmla="*/ 9405418 w 9635294"/>
              <a:gd name="connsiteY3715" fmla="*/ 1679328 h 6211920"/>
              <a:gd name="connsiteX3716" fmla="*/ 229895 w 9635294"/>
              <a:gd name="connsiteY3716" fmla="*/ 1676824 h 6211920"/>
              <a:gd name="connsiteX3717" fmla="*/ 232279 w 9635294"/>
              <a:gd name="connsiteY3717" fmla="*/ 1679657 h 6211920"/>
              <a:gd name="connsiteX3718" fmla="*/ 232277 w 9635294"/>
              <a:gd name="connsiteY3718" fmla="*/ 1679658 h 6211920"/>
              <a:gd name="connsiteX3719" fmla="*/ 9383527 w 9635294"/>
              <a:gd name="connsiteY3719" fmla="*/ 1665938 h 6211920"/>
              <a:gd name="connsiteX3720" fmla="*/ 9402947 w 9635294"/>
              <a:gd name="connsiteY3720" fmla="*/ 1682236 h 6211920"/>
              <a:gd name="connsiteX3721" fmla="*/ 9405418 w 9635294"/>
              <a:gd name="connsiteY3721" fmla="*/ 1679328 h 6211920"/>
              <a:gd name="connsiteX3722" fmla="*/ 9400915 w 9635294"/>
              <a:gd name="connsiteY3722" fmla="*/ 1684668 h 6211920"/>
              <a:gd name="connsiteX3723" fmla="*/ 9381484 w 9635294"/>
              <a:gd name="connsiteY3723" fmla="*/ 1668367 h 6211920"/>
              <a:gd name="connsiteX3724" fmla="*/ 251700 w 9635294"/>
              <a:gd name="connsiteY3724" fmla="*/ 1663372 h 6211920"/>
              <a:gd name="connsiteX3725" fmla="*/ 253734 w 9635294"/>
              <a:gd name="connsiteY3725" fmla="*/ 1665808 h 6211920"/>
              <a:gd name="connsiteX3726" fmla="*/ 234322 w 9635294"/>
              <a:gd name="connsiteY3726" fmla="*/ 1682083 h 6211920"/>
              <a:gd name="connsiteX3727" fmla="*/ 232279 w 9635294"/>
              <a:gd name="connsiteY3727" fmla="*/ 1679657 h 6211920"/>
              <a:gd name="connsiteX3728" fmla="*/ 9387580 w 9635294"/>
              <a:gd name="connsiteY3728" fmla="*/ 1661059 h 6211920"/>
              <a:gd name="connsiteX3729" fmla="*/ 9387609 w 9635294"/>
              <a:gd name="connsiteY3729" fmla="*/ 1661084 h 6211920"/>
              <a:gd name="connsiteX3730" fmla="*/ 9383527 w 9635294"/>
              <a:gd name="connsiteY3730" fmla="*/ 1665938 h 6211920"/>
              <a:gd name="connsiteX3731" fmla="*/ 9383516 w 9635294"/>
              <a:gd name="connsiteY3731" fmla="*/ 1665929 h 6211920"/>
              <a:gd name="connsiteX3732" fmla="*/ 9389675 w 9635294"/>
              <a:gd name="connsiteY3732" fmla="*/ 1658626 h 6211920"/>
              <a:gd name="connsiteX3733" fmla="*/ 9409107 w 9635294"/>
              <a:gd name="connsiteY3733" fmla="*/ 1674952 h 6211920"/>
              <a:gd name="connsiteX3734" fmla="*/ 9407067 w 9635294"/>
              <a:gd name="connsiteY3734" fmla="*/ 1677372 h 6211920"/>
              <a:gd name="connsiteX3735" fmla="*/ 9387609 w 9635294"/>
              <a:gd name="connsiteY3735" fmla="*/ 1661084 h 6211920"/>
              <a:gd name="connsiteX3736" fmla="*/ 247631 w 9635294"/>
              <a:gd name="connsiteY3736" fmla="*/ 1658499 h 6211920"/>
              <a:gd name="connsiteX3737" fmla="*/ 251702 w 9635294"/>
              <a:gd name="connsiteY3737" fmla="*/ 1663370 h 6211920"/>
              <a:gd name="connsiteX3738" fmla="*/ 251700 w 9635294"/>
              <a:gd name="connsiteY3738" fmla="*/ 1663372 h 6211920"/>
              <a:gd name="connsiteX3739" fmla="*/ 247630 w 9635294"/>
              <a:gd name="connsiteY3739" fmla="*/ 1658500 h 6211920"/>
              <a:gd name="connsiteX3740" fmla="*/ 245593 w 9635294"/>
              <a:gd name="connsiteY3740" fmla="*/ 1656061 h 6211920"/>
              <a:gd name="connsiteX3741" fmla="*/ 247630 w 9635294"/>
              <a:gd name="connsiteY3741" fmla="*/ 1658500 h 6211920"/>
              <a:gd name="connsiteX3742" fmla="*/ 228188 w 9635294"/>
              <a:gd name="connsiteY3742" fmla="*/ 1674794 h 6211920"/>
              <a:gd name="connsiteX3743" fmla="*/ 229895 w 9635294"/>
              <a:gd name="connsiteY3743" fmla="*/ 1676824 h 6211920"/>
              <a:gd name="connsiteX3744" fmla="*/ 226143 w 9635294"/>
              <a:gd name="connsiteY3744" fmla="*/ 1672368 h 6211920"/>
              <a:gd name="connsiteX3745" fmla="*/ 245593 w 9635294"/>
              <a:gd name="connsiteY3745" fmla="*/ 1656061 h 6211920"/>
              <a:gd name="connsiteX3746" fmla="*/ 267954 w 9635294"/>
              <a:gd name="connsiteY3746" fmla="*/ 1643274 h 6211920"/>
              <a:gd name="connsiteX3747" fmla="*/ 271178 w 9635294"/>
              <a:gd name="connsiteY3747" fmla="*/ 1647165 h 6211920"/>
              <a:gd name="connsiteX3748" fmla="*/ 271177 w 9635294"/>
              <a:gd name="connsiteY3748" fmla="*/ 1647165 h 6211920"/>
              <a:gd name="connsiteX3749" fmla="*/ 290713 w 9635294"/>
              <a:gd name="connsiteY3749" fmla="*/ 1631026 h 6211920"/>
              <a:gd name="connsiteX3750" fmla="*/ 292729 w 9635294"/>
              <a:gd name="connsiteY3750" fmla="*/ 1633474 h 6211920"/>
              <a:gd name="connsiteX3751" fmla="*/ 273203 w 9635294"/>
              <a:gd name="connsiteY3751" fmla="*/ 1649609 h 6211920"/>
              <a:gd name="connsiteX3752" fmla="*/ 271178 w 9635294"/>
              <a:gd name="connsiteY3752" fmla="*/ 1647165 h 6211920"/>
              <a:gd name="connsiteX3753" fmla="*/ 9348527 w 9635294"/>
              <a:gd name="connsiteY3753" fmla="*/ 1628635 h 6211920"/>
              <a:gd name="connsiteX3754" fmla="*/ 9348536 w 9635294"/>
              <a:gd name="connsiteY3754" fmla="*/ 1628643 h 6211920"/>
              <a:gd name="connsiteX3755" fmla="*/ 9346584 w 9635294"/>
              <a:gd name="connsiteY3755" fmla="*/ 1631013 h 6211920"/>
              <a:gd name="connsiteX3756" fmla="*/ 9350559 w 9635294"/>
              <a:gd name="connsiteY3756" fmla="*/ 1626184 h 6211920"/>
              <a:gd name="connsiteX3757" fmla="*/ 9370118 w 9635294"/>
              <a:gd name="connsiteY3757" fmla="*/ 1642370 h 6211920"/>
              <a:gd name="connsiteX3758" fmla="*/ 9362053 w 9635294"/>
              <a:gd name="connsiteY3758" fmla="*/ 1652143 h 6211920"/>
              <a:gd name="connsiteX3759" fmla="*/ 9342494 w 9635294"/>
              <a:gd name="connsiteY3759" fmla="*/ 1635982 h 6211920"/>
              <a:gd name="connsiteX3760" fmla="*/ 9346584 w 9635294"/>
              <a:gd name="connsiteY3760" fmla="*/ 1631013 h 6211920"/>
              <a:gd name="connsiteX3761" fmla="*/ 9344527 w 9635294"/>
              <a:gd name="connsiteY3761" fmla="*/ 1633531 h 6211920"/>
              <a:gd name="connsiteX3762" fmla="*/ 9364021 w 9635294"/>
              <a:gd name="connsiteY3762" fmla="*/ 1649698 h 6211920"/>
              <a:gd name="connsiteX3763" fmla="*/ 9368085 w 9635294"/>
              <a:gd name="connsiteY3763" fmla="*/ 1644809 h 6211920"/>
              <a:gd name="connsiteX3764" fmla="*/ 9348536 w 9635294"/>
              <a:gd name="connsiteY3764" fmla="*/ 1628643 h 6211920"/>
              <a:gd name="connsiteX3765" fmla="*/ 286677 w 9635294"/>
              <a:gd name="connsiteY3765" fmla="*/ 1626121 h 6211920"/>
              <a:gd name="connsiteX3766" fmla="*/ 290716 w 9635294"/>
              <a:gd name="connsiteY3766" fmla="*/ 1631023 h 6211920"/>
              <a:gd name="connsiteX3767" fmla="*/ 290713 w 9635294"/>
              <a:gd name="connsiteY3767" fmla="*/ 1631026 h 6211920"/>
              <a:gd name="connsiteX3768" fmla="*/ 286677 w 9635294"/>
              <a:gd name="connsiteY3768" fmla="*/ 1626122 h 6211920"/>
              <a:gd name="connsiteX3769" fmla="*/ 284658 w 9635294"/>
              <a:gd name="connsiteY3769" fmla="*/ 1623670 h 6211920"/>
              <a:gd name="connsiteX3770" fmla="*/ 286677 w 9635294"/>
              <a:gd name="connsiteY3770" fmla="*/ 1626122 h 6211920"/>
              <a:gd name="connsiteX3771" fmla="*/ 267126 w 9635294"/>
              <a:gd name="connsiteY3771" fmla="*/ 1642275 h 6211920"/>
              <a:gd name="connsiteX3772" fmla="*/ 267954 w 9635294"/>
              <a:gd name="connsiteY3772" fmla="*/ 1643274 h 6211920"/>
              <a:gd name="connsiteX3773" fmla="*/ 265100 w 9635294"/>
              <a:gd name="connsiteY3773" fmla="*/ 1639830 h 6211920"/>
              <a:gd name="connsiteX3774" fmla="*/ 284658 w 9635294"/>
              <a:gd name="connsiteY3774" fmla="*/ 1623670 h 6211920"/>
              <a:gd name="connsiteX3775" fmla="*/ 9326981 w 9635294"/>
              <a:gd name="connsiteY3775" fmla="*/ 1614888 h 6211920"/>
              <a:gd name="connsiteX3776" fmla="*/ 9324906 w 9635294"/>
              <a:gd name="connsiteY3776" fmla="*/ 1617434 h 6211920"/>
              <a:gd name="connsiteX3777" fmla="*/ 9324897 w 9635294"/>
              <a:gd name="connsiteY3777" fmla="*/ 1617427 h 6211920"/>
              <a:gd name="connsiteX3778" fmla="*/ 306291 w 9635294"/>
              <a:gd name="connsiteY3778" fmla="*/ 1610033 h 6211920"/>
              <a:gd name="connsiteX3779" fmla="*/ 310309 w 9635294"/>
              <a:gd name="connsiteY3779" fmla="*/ 1614949 h 6211920"/>
              <a:gd name="connsiteX3780" fmla="*/ 310306 w 9635294"/>
              <a:gd name="connsiteY3780" fmla="*/ 1614951 h 6211920"/>
              <a:gd name="connsiteX3781" fmla="*/ 306286 w 9635294"/>
              <a:gd name="connsiteY3781" fmla="*/ 1610036 h 6211920"/>
              <a:gd name="connsiteX3782" fmla="*/ 9305239 w 9635294"/>
              <a:gd name="connsiteY3782" fmla="*/ 1601423 h 6211920"/>
              <a:gd name="connsiteX3783" fmla="*/ 9324897 w 9635294"/>
              <a:gd name="connsiteY3783" fmla="*/ 1617427 h 6211920"/>
              <a:gd name="connsiteX3784" fmla="*/ 9322873 w 9635294"/>
              <a:gd name="connsiteY3784" fmla="*/ 1619891 h 6211920"/>
              <a:gd name="connsiteX3785" fmla="*/ 9303252 w 9635294"/>
              <a:gd name="connsiteY3785" fmla="*/ 1603870 h 6211920"/>
              <a:gd name="connsiteX3786" fmla="*/ 329957 w 9635294"/>
              <a:gd name="connsiteY3786" fmla="*/ 1598945 h 6211920"/>
              <a:gd name="connsiteX3787" fmla="*/ 331959 w 9635294"/>
              <a:gd name="connsiteY3787" fmla="*/ 1601413 h 6211920"/>
              <a:gd name="connsiteX3788" fmla="*/ 312319 w 9635294"/>
              <a:gd name="connsiteY3788" fmla="*/ 1617409 h 6211920"/>
              <a:gd name="connsiteX3789" fmla="*/ 310309 w 9635294"/>
              <a:gd name="connsiteY3789" fmla="*/ 1614949 h 6211920"/>
              <a:gd name="connsiteX3790" fmla="*/ 9307259 w 9635294"/>
              <a:gd name="connsiteY3790" fmla="*/ 1598935 h 6211920"/>
              <a:gd name="connsiteX3791" fmla="*/ 9305239 w 9635294"/>
              <a:gd name="connsiteY3791" fmla="*/ 1601423 h 6211920"/>
              <a:gd name="connsiteX3792" fmla="*/ 9305220 w 9635294"/>
              <a:gd name="connsiteY3792" fmla="*/ 1601407 h 6211920"/>
              <a:gd name="connsiteX3793" fmla="*/ 9311253 w 9635294"/>
              <a:gd name="connsiteY3793" fmla="*/ 1594015 h 6211920"/>
              <a:gd name="connsiteX3794" fmla="*/ 9330938 w 9635294"/>
              <a:gd name="connsiteY3794" fmla="*/ 1610068 h 6211920"/>
              <a:gd name="connsiteX3795" fmla="*/ 9326981 w 9635294"/>
              <a:gd name="connsiteY3795" fmla="*/ 1614888 h 6211920"/>
              <a:gd name="connsiteX3796" fmla="*/ 9328906 w 9635294"/>
              <a:gd name="connsiteY3796" fmla="*/ 1612525 h 6211920"/>
              <a:gd name="connsiteX3797" fmla="*/ 9309284 w 9635294"/>
              <a:gd name="connsiteY3797" fmla="*/ 1596479 h 6211920"/>
              <a:gd name="connsiteX3798" fmla="*/ 9307259 w 9635294"/>
              <a:gd name="connsiteY3798" fmla="*/ 1598935 h 6211920"/>
              <a:gd name="connsiteX3799" fmla="*/ 325959 w 9635294"/>
              <a:gd name="connsiteY3799" fmla="*/ 1594015 h 6211920"/>
              <a:gd name="connsiteX3800" fmla="*/ 329959 w 9635294"/>
              <a:gd name="connsiteY3800" fmla="*/ 1598943 h 6211920"/>
              <a:gd name="connsiteX3801" fmla="*/ 329957 w 9635294"/>
              <a:gd name="connsiteY3801" fmla="*/ 1598945 h 6211920"/>
              <a:gd name="connsiteX3802" fmla="*/ 325958 w 9635294"/>
              <a:gd name="connsiteY3802" fmla="*/ 1594016 h 6211920"/>
              <a:gd name="connsiteX3803" fmla="*/ 323958 w 9635294"/>
              <a:gd name="connsiteY3803" fmla="*/ 1591551 h 6211920"/>
              <a:gd name="connsiteX3804" fmla="*/ 325958 w 9635294"/>
              <a:gd name="connsiteY3804" fmla="*/ 1594016 h 6211920"/>
              <a:gd name="connsiteX3805" fmla="*/ 306291 w 9635294"/>
              <a:gd name="connsiteY3805" fmla="*/ 1610033 h 6211920"/>
              <a:gd name="connsiteX3806" fmla="*/ 304280 w 9635294"/>
              <a:gd name="connsiteY3806" fmla="*/ 1607572 h 6211920"/>
              <a:gd name="connsiteX3807" fmla="*/ 323958 w 9635294"/>
              <a:gd name="connsiteY3807" fmla="*/ 1591551 h 6211920"/>
              <a:gd name="connsiteX3808" fmla="*/ 9289527 w 9635294"/>
              <a:gd name="connsiteY3808" fmla="*/ 1580502 h 6211920"/>
              <a:gd name="connsiteX3809" fmla="*/ 9289536 w 9635294"/>
              <a:gd name="connsiteY3809" fmla="*/ 1580509 h 6211920"/>
              <a:gd name="connsiteX3810" fmla="*/ 9287589 w 9635294"/>
              <a:gd name="connsiteY3810" fmla="*/ 1582914 h 6211920"/>
              <a:gd name="connsiteX3811" fmla="*/ 345683 w 9635294"/>
              <a:gd name="connsiteY3811" fmla="*/ 1578064 h 6211920"/>
              <a:gd name="connsiteX3812" fmla="*/ 347676 w 9635294"/>
              <a:gd name="connsiteY3812" fmla="*/ 1580538 h 6211920"/>
              <a:gd name="connsiteX3813" fmla="*/ 345682 w 9635294"/>
              <a:gd name="connsiteY3813" fmla="*/ 1578064 h 6211920"/>
              <a:gd name="connsiteX3814" fmla="*/ 369435 w 9635294"/>
              <a:gd name="connsiteY3814" fmla="*/ 1567145 h 6211920"/>
              <a:gd name="connsiteX3815" fmla="*/ 371418 w 9635294"/>
              <a:gd name="connsiteY3815" fmla="*/ 1569625 h 6211920"/>
              <a:gd name="connsiteX3816" fmla="*/ 351657 w 9635294"/>
              <a:gd name="connsiteY3816" fmla="*/ 1585481 h 6211920"/>
              <a:gd name="connsiteX3817" fmla="*/ 347676 w 9635294"/>
              <a:gd name="connsiteY3817" fmla="*/ 1580538 h 6211920"/>
              <a:gd name="connsiteX3818" fmla="*/ 349669 w 9635294"/>
              <a:gd name="connsiteY3818" fmla="*/ 1583011 h 6211920"/>
              <a:gd name="connsiteX3819" fmla="*/ 365468 w 9635294"/>
              <a:gd name="connsiteY3819" fmla="*/ 1562183 h 6211920"/>
              <a:gd name="connsiteX3820" fmla="*/ 369437 w 9635294"/>
              <a:gd name="connsiteY3820" fmla="*/ 1567142 h 6211920"/>
              <a:gd name="connsiteX3821" fmla="*/ 369435 w 9635294"/>
              <a:gd name="connsiteY3821" fmla="*/ 1567145 h 6211920"/>
              <a:gd name="connsiteX3822" fmla="*/ 365468 w 9635294"/>
              <a:gd name="connsiteY3822" fmla="*/ 1562184 h 6211920"/>
              <a:gd name="connsiteX3823" fmla="*/ 9271693 w 9635294"/>
              <a:gd name="connsiteY3823" fmla="*/ 1562125 h 6211920"/>
              <a:gd name="connsiteX3824" fmla="*/ 9291505 w 9635294"/>
              <a:gd name="connsiteY3824" fmla="*/ 1578039 h 6211920"/>
              <a:gd name="connsiteX3825" fmla="*/ 9289527 w 9635294"/>
              <a:gd name="connsiteY3825" fmla="*/ 1580502 h 6211920"/>
              <a:gd name="connsiteX3826" fmla="*/ 9269724 w 9635294"/>
              <a:gd name="connsiteY3826" fmla="*/ 1564602 h 6211920"/>
              <a:gd name="connsiteX3827" fmla="*/ 9265787 w 9635294"/>
              <a:gd name="connsiteY3827" fmla="*/ 1569561 h 6211920"/>
              <a:gd name="connsiteX3828" fmla="*/ 9285535 w 9635294"/>
              <a:gd name="connsiteY3828" fmla="*/ 1585449 h 6211920"/>
              <a:gd name="connsiteX3829" fmla="*/ 9287589 w 9635294"/>
              <a:gd name="connsiteY3829" fmla="*/ 1582914 h 6211920"/>
              <a:gd name="connsiteX3830" fmla="*/ 9283567 w 9635294"/>
              <a:gd name="connsiteY3830" fmla="*/ 1587919 h 6211920"/>
              <a:gd name="connsiteX3831" fmla="*/ 9263755 w 9635294"/>
              <a:gd name="connsiteY3831" fmla="*/ 1572038 h 6211920"/>
              <a:gd name="connsiteX3832" fmla="*/ 363487 w 9635294"/>
              <a:gd name="connsiteY3832" fmla="*/ 1559706 h 6211920"/>
              <a:gd name="connsiteX3833" fmla="*/ 365468 w 9635294"/>
              <a:gd name="connsiteY3833" fmla="*/ 1562184 h 6211920"/>
              <a:gd name="connsiteX3834" fmla="*/ 345683 w 9635294"/>
              <a:gd name="connsiteY3834" fmla="*/ 1578064 h 6211920"/>
              <a:gd name="connsiteX3835" fmla="*/ 343694 w 9635294"/>
              <a:gd name="connsiteY3835" fmla="*/ 1575594 h 6211920"/>
              <a:gd name="connsiteX3836" fmla="*/ 363487 w 9635294"/>
              <a:gd name="connsiteY3836" fmla="*/ 1559706 h 6211920"/>
              <a:gd name="connsiteX3837" fmla="*/ 9249904 w 9635294"/>
              <a:gd name="connsiteY3837" fmla="*/ 1548765 h 6211920"/>
              <a:gd name="connsiteX3838" fmla="*/ 9249912 w 9635294"/>
              <a:gd name="connsiteY3838" fmla="*/ 1548771 h 6211920"/>
              <a:gd name="connsiteX3839" fmla="*/ 9248019 w 9635294"/>
              <a:gd name="connsiteY3839" fmla="*/ 1551124 h 6211920"/>
              <a:gd name="connsiteX3840" fmla="*/ 385308 w 9635294"/>
              <a:gd name="connsiteY3840" fmla="*/ 1546376 h 6211920"/>
              <a:gd name="connsiteX3841" fmla="*/ 389257 w 9635294"/>
              <a:gd name="connsiteY3841" fmla="*/ 1551349 h 6211920"/>
              <a:gd name="connsiteX3842" fmla="*/ 389255 w 9635294"/>
              <a:gd name="connsiteY3842" fmla="*/ 1551350 h 6211920"/>
              <a:gd name="connsiteX3843" fmla="*/ 385306 w 9635294"/>
              <a:gd name="connsiteY3843" fmla="*/ 1546377 h 6211920"/>
              <a:gd name="connsiteX3844" fmla="*/ 9226038 w 9635294"/>
              <a:gd name="connsiteY3844" fmla="*/ 1537998 h 6211920"/>
              <a:gd name="connsiteX3845" fmla="*/ 9245911 w 9635294"/>
              <a:gd name="connsiteY3845" fmla="*/ 1553743 h 6211920"/>
              <a:gd name="connsiteX3846" fmla="*/ 9248019 w 9635294"/>
              <a:gd name="connsiteY3846" fmla="*/ 1551124 h 6211920"/>
              <a:gd name="connsiteX3847" fmla="*/ 9243943 w 9635294"/>
              <a:gd name="connsiteY3847" fmla="*/ 1556226 h 6211920"/>
              <a:gd name="connsiteX3848" fmla="*/ 9224068 w 9635294"/>
              <a:gd name="connsiteY3848" fmla="*/ 1540491 h 6211920"/>
              <a:gd name="connsiteX3849" fmla="*/ 9229973 w 9635294"/>
              <a:gd name="connsiteY3849" fmla="*/ 1533011 h 6211920"/>
              <a:gd name="connsiteX3850" fmla="*/ 9229975 w 9635294"/>
              <a:gd name="connsiteY3850" fmla="*/ 1533013 h 6211920"/>
              <a:gd name="connsiteX3851" fmla="*/ 9226038 w 9635294"/>
              <a:gd name="connsiteY3851" fmla="*/ 1537998 h 6211920"/>
              <a:gd name="connsiteX3852" fmla="*/ 9226036 w 9635294"/>
              <a:gd name="connsiteY3852" fmla="*/ 1537996 h 6211920"/>
              <a:gd name="connsiteX3853" fmla="*/ 9231942 w 9635294"/>
              <a:gd name="connsiteY3853" fmla="*/ 1530522 h 6211920"/>
              <a:gd name="connsiteX3854" fmla="*/ 9251881 w 9635294"/>
              <a:gd name="connsiteY3854" fmla="*/ 1546289 h 6211920"/>
              <a:gd name="connsiteX3855" fmla="*/ 9249904 w 9635294"/>
              <a:gd name="connsiteY3855" fmla="*/ 1548765 h 6211920"/>
              <a:gd name="connsiteX3856" fmla="*/ 9229975 w 9635294"/>
              <a:gd name="connsiteY3856" fmla="*/ 1533013 h 6211920"/>
              <a:gd name="connsiteX3857" fmla="*/ 403232 w 9635294"/>
              <a:gd name="connsiteY3857" fmla="*/ 1528147 h 6211920"/>
              <a:gd name="connsiteX3858" fmla="*/ 411093 w 9635294"/>
              <a:gd name="connsiteY3858" fmla="*/ 1538122 h 6211920"/>
              <a:gd name="connsiteX3859" fmla="*/ 391230 w 9635294"/>
              <a:gd name="connsiteY3859" fmla="*/ 1553832 h 6211920"/>
              <a:gd name="connsiteX3860" fmla="*/ 389257 w 9635294"/>
              <a:gd name="connsiteY3860" fmla="*/ 1551349 h 6211920"/>
              <a:gd name="connsiteX3861" fmla="*/ 409124 w 9635294"/>
              <a:gd name="connsiteY3861" fmla="*/ 1535627 h 6211920"/>
              <a:gd name="connsiteX3862" fmla="*/ 405194 w 9635294"/>
              <a:gd name="connsiteY3862" fmla="*/ 1530642 h 6211920"/>
              <a:gd name="connsiteX3863" fmla="*/ 385308 w 9635294"/>
              <a:gd name="connsiteY3863" fmla="*/ 1546376 h 6211920"/>
              <a:gd name="connsiteX3864" fmla="*/ 383331 w 9635294"/>
              <a:gd name="connsiteY3864" fmla="*/ 1543888 h 6211920"/>
              <a:gd name="connsiteX3865" fmla="*/ 403232 w 9635294"/>
              <a:gd name="connsiteY3865" fmla="*/ 1528147 h 6211920"/>
              <a:gd name="connsiteX3866" fmla="*/ 9210032 w 9635294"/>
              <a:gd name="connsiteY3866" fmla="*/ 1517325 h 6211920"/>
              <a:gd name="connsiteX3867" fmla="*/ 9210034 w 9635294"/>
              <a:gd name="connsiteY3867" fmla="*/ 1517326 h 6211920"/>
              <a:gd name="connsiteX3868" fmla="*/ 9206097 w 9635294"/>
              <a:gd name="connsiteY3868" fmla="*/ 1522324 h 6211920"/>
              <a:gd name="connsiteX3869" fmla="*/ 9206095 w 9635294"/>
              <a:gd name="connsiteY3869" fmla="*/ 1522323 h 6211920"/>
              <a:gd name="connsiteX3870" fmla="*/ 425147 w 9635294"/>
              <a:gd name="connsiteY3870" fmla="*/ 1514976 h 6211920"/>
              <a:gd name="connsiteX3871" fmla="*/ 427624 w 9635294"/>
              <a:gd name="connsiteY3871" fmla="*/ 1518144 h 6211920"/>
              <a:gd name="connsiteX3872" fmla="*/ 425145 w 9635294"/>
              <a:gd name="connsiteY3872" fmla="*/ 1514977 h 6211920"/>
              <a:gd name="connsiteX3873" fmla="*/ 9186115 w 9635294"/>
              <a:gd name="connsiteY3873" fmla="*/ 1506732 h 6211920"/>
              <a:gd name="connsiteX3874" fmla="*/ 9206095 w 9635294"/>
              <a:gd name="connsiteY3874" fmla="*/ 1522323 h 6211920"/>
              <a:gd name="connsiteX3875" fmla="*/ 9204128 w 9635294"/>
              <a:gd name="connsiteY3875" fmla="*/ 1524819 h 6211920"/>
              <a:gd name="connsiteX3876" fmla="*/ 9184189 w 9635294"/>
              <a:gd name="connsiteY3876" fmla="*/ 1509224 h 6211920"/>
              <a:gd name="connsiteX3877" fmla="*/ 449041 w 9635294"/>
              <a:gd name="connsiteY3877" fmla="*/ 1504392 h 6211920"/>
              <a:gd name="connsiteX3878" fmla="*/ 450990 w 9635294"/>
              <a:gd name="connsiteY3878" fmla="*/ 1506900 h 6211920"/>
              <a:gd name="connsiteX3879" fmla="*/ 431013 w 9635294"/>
              <a:gd name="connsiteY3879" fmla="*/ 1522476 h 6211920"/>
              <a:gd name="connsiteX3880" fmla="*/ 427624 w 9635294"/>
              <a:gd name="connsiteY3880" fmla="*/ 1518144 h 6211920"/>
              <a:gd name="connsiteX3881" fmla="*/ 429057 w 9635294"/>
              <a:gd name="connsiteY3881" fmla="*/ 1519974 h 6211920"/>
              <a:gd name="connsiteX3882" fmla="*/ 9188064 w 9635294"/>
              <a:gd name="connsiteY3882" fmla="*/ 1504209 h 6211920"/>
              <a:gd name="connsiteX3883" fmla="*/ 9186115 w 9635294"/>
              <a:gd name="connsiteY3883" fmla="*/ 1506732 h 6211920"/>
              <a:gd name="connsiteX3884" fmla="*/ 9186094 w 9635294"/>
              <a:gd name="connsiteY3884" fmla="*/ 1506715 h 6211920"/>
              <a:gd name="connsiteX3885" fmla="*/ 445148 w 9635294"/>
              <a:gd name="connsiteY3885" fmla="*/ 1499381 h 6211920"/>
              <a:gd name="connsiteX3886" fmla="*/ 449041 w 9635294"/>
              <a:gd name="connsiteY3886" fmla="*/ 1504391 h 6211920"/>
              <a:gd name="connsiteX3887" fmla="*/ 449041 w 9635294"/>
              <a:gd name="connsiteY3887" fmla="*/ 1504392 h 6211920"/>
              <a:gd name="connsiteX3888" fmla="*/ 445148 w 9635294"/>
              <a:gd name="connsiteY3888" fmla="*/ 1499382 h 6211920"/>
              <a:gd name="connsiteX3889" fmla="*/ 9191936 w 9635294"/>
              <a:gd name="connsiteY3889" fmla="*/ 1499197 h 6211920"/>
              <a:gd name="connsiteX3890" fmla="*/ 9212002 w 9635294"/>
              <a:gd name="connsiteY3890" fmla="*/ 1514824 h 6211920"/>
              <a:gd name="connsiteX3891" fmla="*/ 9210032 w 9635294"/>
              <a:gd name="connsiteY3891" fmla="*/ 1517325 h 6211920"/>
              <a:gd name="connsiteX3892" fmla="*/ 9190032 w 9635294"/>
              <a:gd name="connsiteY3892" fmla="*/ 1501705 h 6211920"/>
              <a:gd name="connsiteX3893" fmla="*/ 9188064 w 9635294"/>
              <a:gd name="connsiteY3893" fmla="*/ 1504209 h 6211920"/>
              <a:gd name="connsiteX3894" fmla="*/ 443198 w 9635294"/>
              <a:gd name="connsiteY3894" fmla="*/ 1496873 h 6211920"/>
              <a:gd name="connsiteX3895" fmla="*/ 445148 w 9635294"/>
              <a:gd name="connsiteY3895" fmla="*/ 1499382 h 6211920"/>
              <a:gd name="connsiteX3896" fmla="*/ 425147 w 9635294"/>
              <a:gd name="connsiteY3896" fmla="*/ 1514976 h 6211920"/>
              <a:gd name="connsiteX3897" fmla="*/ 423190 w 9635294"/>
              <a:gd name="connsiteY3897" fmla="*/ 1512475 h 6211920"/>
              <a:gd name="connsiteX3898" fmla="*/ 443198 w 9635294"/>
              <a:gd name="connsiteY3898" fmla="*/ 1496873 h 6211920"/>
              <a:gd name="connsiteX3899" fmla="*/ 9169945 w 9635294"/>
              <a:gd name="connsiteY3899" fmla="*/ 1486139 h 6211920"/>
              <a:gd name="connsiteX3900" fmla="*/ 9169965 w 9635294"/>
              <a:gd name="connsiteY3900" fmla="*/ 1486154 h 6211920"/>
              <a:gd name="connsiteX3901" fmla="*/ 9166092 w 9635294"/>
              <a:gd name="connsiteY3901" fmla="*/ 1491177 h 6211920"/>
              <a:gd name="connsiteX3902" fmla="*/ 9166072 w 9635294"/>
              <a:gd name="connsiteY3902" fmla="*/ 1491162 h 6211920"/>
              <a:gd name="connsiteX3903" fmla="*/ 465209 w 9635294"/>
              <a:gd name="connsiteY3903" fmla="*/ 1483849 h 6211920"/>
              <a:gd name="connsiteX3904" fmla="*/ 466637 w 9635294"/>
              <a:gd name="connsiteY3904" fmla="*/ 1485701 h 6211920"/>
              <a:gd name="connsiteX3905" fmla="*/ 465208 w 9635294"/>
              <a:gd name="connsiteY3905" fmla="*/ 1483849 h 6211920"/>
              <a:gd name="connsiteX3906" fmla="*/ 9145972 w 9635294"/>
              <a:gd name="connsiteY3906" fmla="*/ 1475723 h 6211920"/>
              <a:gd name="connsiteX3907" fmla="*/ 9166072 w 9635294"/>
              <a:gd name="connsiteY3907" fmla="*/ 1491162 h 6211920"/>
              <a:gd name="connsiteX3908" fmla="*/ 9164123 w 9635294"/>
              <a:gd name="connsiteY3908" fmla="*/ 1493691 h 6211920"/>
              <a:gd name="connsiteX3909" fmla="*/ 9144057 w 9635294"/>
              <a:gd name="connsiteY3909" fmla="*/ 1478236 h 6211920"/>
              <a:gd name="connsiteX3910" fmla="*/ 9147899 w 9635294"/>
              <a:gd name="connsiteY3910" fmla="*/ 1473194 h 6211920"/>
              <a:gd name="connsiteX3911" fmla="*/ 9145972 w 9635294"/>
              <a:gd name="connsiteY3911" fmla="*/ 1475723 h 6211920"/>
              <a:gd name="connsiteX3912" fmla="*/ 9145962 w 9635294"/>
              <a:gd name="connsiteY3912" fmla="*/ 1475715 h 6211920"/>
              <a:gd name="connsiteX3913" fmla="*/ 9151741 w 9635294"/>
              <a:gd name="connsiteY3913" fmla="*/ 1468152 h 6211920"/>
              <a:gd name="connsiteX3914" fmla="*/ 9171870 w 9635294"/>
              <a:gd name="connsiteY3914" fmla="*/ 1483640 h 6211920"/>
              <a:gd name="connsiteX3915" fmla="*/ 9169945 w 9635294"/>
              <a:gd name="connsiteY3915" fmla="*/ 1486139 h 6211920"/>
              <a:gd name="connsiteX3916" fmla="*/ 9149836 w 9635294"/>
              <a:gd name="connsiteY3916" fmla="*/ 1470673 h 6211920"/>
              <a:gd name="connsiteX3917" fmla="*/ 9147899 w 9635294"/>
              <a:gd name="connsiteY3917" fmla="*/ 1473194 h 6211920"/>
              <a:gd name="connsiteX3918" fmla="*/ 483394 w 9635294"/>
              <a:gd name="connsiteY3918" fmla="*/ 1465872 h 6211920"/>
              <a:gd name="connsiteX3919" fmla="*/ 491116 w 9635294"/>
              <a:gd name="connsiteY3919" fmla="*/ 1475956 h 6211920"/>
              <a:gd name="connsiteX3920" fmla="*/ 471024 w 9635294"/>
              <a:gd name="connsiteY3920" fmla="*/ 1491393 h 6211920"/>
              <a:gd name="connsiteX3921" fmla="*/ 466637 w 9635294"/>
              <a:gd name="connsiteY3921" fmla="*/ 1485701 h 6211920"/>
              <a:gd name="connsiteX3922" fmla="*/ 469088 w 9635294"/>
              <a:gd name="connsiteY3922" fmla="*/ 1488878 h 6211920"/>
              <a:gd name="connsiteX3923" fmla="*/ 489185 w 9635294"/>
              <a:gd name="connsiteY3923" fmla="*/ 1473435 h 6211920"/>
              <a:gd name="connsiteX3924" fmla="*/ 485324 w 9635294"/>
              <a:gd name="connsiteY3924" fmla="*/ 1468393 h 6211920"/>
              <a:gd name="connsiteX3925" fmla="*/ 465209 w 9635294"/>
              <a:gd name="connsiteY3925" fmla="*/ 1483849 h 6211920"/>
              <a:gd name="connsiteX3926" fmla="*/ 463271 w 9635294"/>
              <a:gd name="connsiteY3926" fmla="*/ 1481334 h 6211920"/>
              <a:gd name="connsiteX3927" fmla="*/ 483394 w 9635294"/>
              <a:gd name="connsiteY3927" fmla="*/ 1465872 h 6211920"/>
              <a:gd name="connsiteX3928" fmla="*/ 9129632 w 9635294"/>
              <a:gd name="connsiteY3928" fmla="*/ 1455260 h 6211920"/>
              <a:gd name="connsiteX3929" fmla="*/ 9129643 w 9635294"/>
              <a:gd name="connsiteY3929" fmla="*/ 1455268 h 6211920"/>
              <a:gd name="connsiteX3930" fmla="*/ 9127667 w 9635294"/>
              <a:gd name="connsiteY3930" fmla="*/ 1457843 h 6211920"/>
              <a:gd name="connsiteX3931" fmla="*/ 505501 w 9635294"/>
              <a:gd name="connsiteY3931" fmla="*/ 1453006 h 6211920"/>
              <a:gd name="connsiteX3932" fmla="*/ 509343 w 9635294"/>
              <a:gd name="connsiteY3932" fmla="*/ 1458061 h 6211920"/>
              <a:gd name="connsiteX3933" fmla="*/ 509340 w 9635294"/>
              <a:gd name="connsiteY3933" fmla="*/ 1458062 h 6211920"/>
              <a:gd name="connsiteX3934" fmla="*/ 505498 w 9635294"/>
              <a:gd name="connsiteY3934" fmla="*/ 1453007 h 6211920"/>
              <a:gd name="connsiteX3935" fmla="*/ 9105586 w 9635294"/>
              <a:gd name="connsiteY3935" fmla="*/ 1445008 h 6211920"/>
              <a:gd name="connsiteX3936" fmla="*/ 9125769 w 9635294"/>
              <a:gd name="connsiteY3936" fmla="*/ 1460316 h 6211920"/>
              <a:gd name="connsiteX3937" fmla="*/ 9127667 w 9635294"/>
              <a:gd name="connsiteY3937" fmla="*/ 1457843 h 6211920"/>
              <a:gd name="connsiteX3938" fmla="*/ 9123864 w 9635294"/>
              <a:gd name="connsiteY3938" fmla="*/ 1462843 h 6211920"/>
              <a:gd name="connsiteX3939" fmla="*/ 9103671 w 9635294"/>
              <a:gd name="connsiteY3939" fmla="*/ 1447533 h 6211920"/>
              <a:gd name="connsiteX3940" fmla="*/ 9109386 w 9635294"/>
              <a:gd name="connsiteY3940" fmla="*/ 1439932 h 6211920"/>
              <a:gd name="connsiteX3941" fmla="*/ 9109417 w 9635294"/>
              <a:gd name="connsiteY3941" fmla="*/ 1439956 h 6211920"/>
              <a:gd name="connsiteX3942" fmla="*/ 9105586 w 9635294"/>
              <a:gd name="connsiteY3942" fmla="*/ 1445008 h 6211920"/>
              <a:gd name="connsiteX3943" fmla="*/ 9105576 w 9635294"/>
              <a:gd name="connsiteY3943" fmla="*/ 1445000 h 6211920"/>
              <a:gd name="connsiteX3944" fmla="*/ 9111355 w 9635294"/>
              <a:gd name="connsiteY3944" fmla="*/ 1437399 h 6211920"/>
              <a:gd name="connsiteX3945" fmla="*/ 9131548 w 9635294"/>
              <a:gd name="connsiteY3945" fmla="*/ 1452740 h 6211920"/>
              <a:gd name="connsiteX3946" fmla="*/ 9129632 w 9635294"/>
              <a:gd name="connsiteY3946" fmla="*/ 1455260 h 6211920"/>
              <a:gd name="connsiteX3947" fmla="*/ 9109417 w 9635294"/>
              <a:gd name="connsiteY3947" fmla="*/ 1439956 h 6211920"/>
              <a:gd name="connsiteX3948" fmla="*/ 523805 w 9635294"/>
              <a:gd name="connsiteY3948" fmla="*/ 1435164 h 6211920"/>
              <a:gd name="connsiteX3949" fmla="*/ 531451 w 9635294"/>
              <a:gd name="connsiteY3949" fmla="*/ 1445304 h 6211920"/>
              <a:gd name="connsiteX3950" fmla="*/ 511264 w 9635294"/>
              <a:gd name="connsiteY3950" fmla="*/ 1460589 h 6211920"/>
              <a:gd name="connsiteX3951" fmla="*/ 509343 w 9635294"/>
              <a:gd name="connsiteY3951" fmla="*/ 1458061 h 6211920"/>
              <a:gd name="connsiteX3952" fmla="*/ 529539 w 9635294"/>
              <a:gd name="connsiteY3952" fmla="*/ 1442771 h 6211920"/>
              <a:gd name="connsiteX3953" fmla="*/ 525717 w 9635294"/>
              <a:gd name="connsiteY3953" fmla="*/ 1437704 h 6211920"/>
              <a:gd name="connsiteX3954" fmla="*/ 505501 w 9635294"/>
              <a:gd name="connsiteY3954" fmla="*/ 1453006 h 6211920"/>
              <a:gd name="connsiteX3955" fmla="*/ 503581 w 9635294"/>
              <a:gd name="connsiteY3955" fmla="*/ 1450480 h 6211920"/>
              <a:gd name="connsiteX3956" fmla="*/ 523805 w 9635294"/>
              <a:gd name="connsiteY3956" fmla="*/ 1435164 h 6211920"/>
              <a:gd name="connsiteX3957" fmla="*/ 566325 w 9635294"/>
              <a:gd name="connsiteY3957" fmla="*/ 1407293 h 6211920"/>
              <a:gd name="connsiteX3958" fmla="*/ 570110 w 9635294"/>
              <a:gd name="connsiteY3958" fmla="*/ 1412393 h 6211920"/>
              <a:gd name="connsiteX3959" fmla="*/ 570110 w 9635294"/>
              <a:gd name="connsiteY3959" fmla="*/ 1412393 h 6211920"/>
              <a:gd name="connsiteX3960" fmla="*/ 566321 w 9635294"/>
              <a:gd name="connsiteY3960" fmla="*/ 1407297 h 6211920"/>
              <a:gd name="connsiteX3961" fmla="*/ 9070715 w 9635294"/>
              <a:gd name="connsiteY3961" fmla="*/ 1406938 h 6211920"/>
              <a:gd name="connsiteX3962" fmla="*/ 9091035 w 9635294"/>
              <a:gd name="connsiteY3962" fmla="*/ 1422133 h 6211920"/>
              <a:gd name="connsiteX3963" fmla="*/ 9089130 w 9635294"/>
              <a:gd name="connsiteY3963" fmla="*/ 1424673 h 6211920"/>
              <a:gd name="connsiteX3964" fmla="*/ 9068810 w 9635294"/>
              <a:gd name="connsiteY3964" fmla="*/ 1409484 h 6211920"/>
              <a:gd name="connsiteX3965" fmla="*/ 9065000 w 9635294"/>
              <a:gd name="connsiteY3965" fmla="*/ 1414577 h 6211920"/>
              <a:gd name="connsiteX3966" fmla="*/ 9085319 w 9635294"/>
              <a:gd name="connsiteY3966" fmla="*/ 1429753 h 6211920"/>
              <a:gd name="connsiteX3967" fmla="*/ 9089130 w 9635294"/>
              <a:gd name="connsiteY3967" fmla="*/ 1424673 h 6211920"/>
              <a:gd name="connsiteX3968" fmla="*/ 9083415 w 9635294"/>
              <a:gd name="connsiteY3968" fmla="*/ 1432293 h 6211920"/>
              <a:gd name="connsiteX3969" fmla="*/ 9063094 w 9635294"/>
              <a:gd name="connsiteY3969" fmla="*/ 1417123 h 6211920"/>
              <a:gd name="connsiteX3970" fmla="*/ 564426 w 9635294"/>
              <a:gd name="connsiteY3970" fmla="*/ 1404747 h 6211920"/>
              <a:gd name="connsiteX3971" fmla="*/ 566321 w 9635294"/>
              <a:gd name="connsiteY3971" fmla="*/ 1407297 h 6211920"/>
              <a:gd name="connsiteX3972" fmla="*/ 545992 w 9635294"/>
              <a:gd name="connsiteY3972" fmla="*/ 1422464 h 6211920"/>
              <a:gd name="connsiteX3973" fmla="*/ 549796 w 9635294"/>
              <a:gd name="connsiteY3973" fmla="*/ 1427544 h 6211920"/>
              <a:gd name="connsiteX3974" fmla="*/ 570110 w 9635294"/>
              <a:gd name="connsiteY3974" fmla="*/ 1412393 h 6211920"/>
              <a:gd name="connsiteX3975" fmla="*/ 572002 w 9635294"/>
              <a:gd name="connsiteY3975" fmla="*/ 1414939 h 6211920"/>
              <a:gd name="connsiteX3976" fmla="*/ 551701 w 9635294"/>
              <a:gd name="connsiteY3976" fmla="*/ 1430090 h 6211920"/>
              <a:gd name="connsiteX3977" fmla="*/ 544087 w 9635294"/>
              <a:gd name="connsiteY3977" fmla="*/ 1419923 h 6211920"/>
              <a:gd name="connsiteX3978" fmla="*/ 564426 w 9635294"/>
              <a:gd name="connsiteY3978" fmla="*/ 1404747 h 6211920"/>
              <a:gd name="connsiteX3979" fmla="*/ 9048396 w 9635294"/>
              <a:gd name="connsiteY3979" fmla="*/ 1394343 h 6211920"/>
              <a:gd name="connsiteX3980" fmla="*/ 9048426 w 9635294"/>
              <a:gd name="connsiteY3980" fmla="*/ 1394365 h 6211920"/>
              <a:gd name="connsiteX3981" fmla="*/ 9044617 w 9635294"/>
              <a:gd name="connsiteY3981" fmla="*/ 1399470 h 6211920"/>
              <a:gd name="connsiteX3982" fmla="*/ 9044608 w 9635294"/>
              <a:gd name="connsiteY3982" fmla="*/ 1399464 h 6211920"/>
              <a:gd name="connsiteX3983" fmla="*/ 9024189 w 9635294"/>
              <a:gd name="connsiteY3983" fmla="*/ 1384455 h 6211920"/>
              <a:gd name="connsiteX3984" fmla="*/ 9044608 w 9635294"/>
              <a:gd name="connsiteY3984" fmla="*/ 1399464 h 6211920"/>
              <a:gd name="connsiteX3985" fmla="*/ 9042711 w 9635294"/>
              <a:gd name="connsiteY3985" fmla="*/ 1402029 h 6211920"/>
              <a:gd name="connsiteX3986" fmla="*/ 9022328 w 9635294"/>
              <a:gd name="connsiteY3986" fmla="*/ 1386999 h 6211920"/>
              <a:gd name="connsiteX3987" fmla="*/ 9026066 w 9635294"/>
              <a:gd name="connsiteY3987" fmla="*/ 1381890 h 6211920"/>
              <a:gd name="connsiteX3988" fmla="*/ 9024189 w 9635294"/>
              <a:gd name="connsiteY3988" fmla="*/ 1384455 h 6211920"/>
              <a:gd name="connsiteX3989" fmla="*/ 9024169 w 9635294"/>
              <a:gd name="connsiteY3989" fmla="*/ 1384440 h 6211920"/>
              <a:gd name="connsiteX3990" fmla="*/ 608837 w 9635294"/>
              <a:gd name="connsiteY3990" fmla="*/ 1379477 h 6211920"/>
              <a:gd name="connsiteX3991" fmla="*/ 610902 w 9635294"/>
              <a:gd name="connsiteY3991" fmla="*/ 1382293 h 6211920"/>
              <a:gd name="connsiteX3992" fmla="*/ 610899 w 9635294"/>
              <a:gd name="connsiteY3992" fmla="*/ 1382296 h 6211920"/>
              <a:gd name="connsiteX3993" fmla="*/ 9029821 w 9635294"/>
              <a:gd name="connsiteY3993" fmla="*/ 1376756 h 6211920"/>
              <a:gd name="connsiteX3994" fmla="*/ 9050268 w 9635294"/>
              <a:gd name="connsiteY3994" fmla="*/ 1391812 h 6211920"/>
              <a:gd name="connsiteX3995" fmla="*/ 9048396 w 9635294"/>
              <a:gd name="connsiteY3995" fmla="*/ 1394343 h 6211920"/>
              <a:gd name="connsiteX3996" fmla="*/ 9027980 w 9635294"/>
              <a:gd name="connsiteY3996" fmla="*/ 1379315 h 6211920"/>
              <a:gd name="connsiteX3997" fmla="*/ 9026066 w 9635294"/>
              <a:gd name="connsiteY3997" fmla="*/ 1381890 h 6211920"/>
              <a:gd name="connsiteX3998" fmla="*/ 605276 w 9635294"/>
              <a:gd name="connsiteY3998" fmla="*/ 1374610 h 6211920"/>
              <a:gd name="connsiteX3999" fmla="*/ 608837 w 9635294"/>
              <a:gd name="connsiteY3999" fmla="*/ 1379477 h 6211920"/>
              <a:gd name="connsiteX4000" fmla="*/ 607149 w 9635294"/>
              <a:gd name="connsiteY4000" fmla="*/ 1377175 h 6211920"/>
              <a:gd name="connsiteX4001" fmla="*/ 586708 w 9635294"/>
              <a:gd name="connsiteY4001" fmla="*/ 1392199 h 6211920"/>
              <a:gd name="connsiteX4002" fmla="*/ 590480 w 9635294"/>
              <a:gd name="connsiteY4002" fmla="*/ 1397311 h 6211920"/>
              <a:gd name="connsiteX4003" fmla="*/ 610899 w 9635294"/>
              <a:gd name="connsiteY4003" fmla="*/ 1382296 h 6211920"/>
              <a:gd name="connsiteX4004" fmla="*/ 612775 w 9635294"/>
              <a:gd name="connsiteY4004" fmla="*/ 1384859 h 6211920"/>
              <a:gd name="connsiteX4005" fmla="*/ 592360 w 9635294"/>
              <a:gd name="connsiteY4005" fmla="*/ 1399864 h 6211920"/>
              <a:gd name="connsiteX4006" fmla="*/ 584823 w 9635294"/>
              <a:gd name="connsiteY4006" fmla="*/ 1389647 h 6211920"/>
              <a:gd name="connsiteX4007" fmla="*/ 605276 w 9635294"/>
              <a:gd name="connsiteY4007" fmla="*/ 1374610 h 6211920"/>
              <a:gd name="connsiteX4008" fmla="*/ 9007446 w 9635294"/>
              <a:gd name="connsiteY4008" fmla="*/ 1364325 h 6211920"/>
              <a:gd name="connsiteX4009" fmla="*/ 9007469 w 9635294"/>
              <a:gd name="connsiteY4009" fmla="*/ 1364342 h 6211920"/>
              <a:gd name="connsiteX4010" fmla="*/ 9003722 w 9635294"/>
              <a:gd name="connsiteY4010" fmla="*/ 1369473 h 6211920"/>
              <a:gd name="connsiteX4011" fmla="*/ 9003701 w 9635294"/>
              <a:gd name="connsiteY4011" fmla="*/ 1369458 h 6211920"/>
              <a:gd name="connsiteX4012" fmla="*/ 627649 w 9635294"/>
              <a:gd name="connsiteY4012" fmla="*/ 1362220 h 6211920"/>
              <a:gd name="connsiteX4013" fmla="*/ 629514 w 9635294"/>
              <a:gd name="connsiteY4013" fmla="*/ 1364787 h 6211920"/>
              <a:gd name="connsiteX4014" fmla="*/ 627647 w 9635294"/>
              <a:gd name="connsiteY4014" fmla="*/ 1362221 h 6211920"/>
              <a:gd name="connsiteX4015" fmla="*/ 8983157 w 9635294"/>
              <a:gd name="connsiteY4015" fmla="*/ 1354596 h 6211920"/>
              <a:gd name="connsiteX4016" fmla="*/ 9003701 w 9635294"/>
              <a:gd name="connsiteY4016" fmla="*/ 1369458 h 6211920"/>
              <a:gd name="connsiteX4017" fmla="*/ 9001818 w 9635294"/>
              <a:gd name="connsiteY4017" fmla="*/ 1372038 h 6211920"/>
              <a:gd name="connsiteX4018" fmla="*/ 8981306 w 9635294"/>
              <a:gd name="connsiteY4018" fmla="*/ 1357160 h 6211920"/>
              <a:gd name="connsiteX4019" fmla="*/ 651904 w 9635294"/>
              <a:gd name="connsiteY4019" fmla="*/ 1352494 h 6211920"/>
              <a:gd name="connsiteX4020" fmla="*/ 653758 w 9635294"/>
              <a:gd name="connsiteY4020" fmla="*/ 1355065 h 6211920"/>
              <a:gd name="connsiteX4021" fmla="*/ 633248 w 9635294"/>
              <a:gd name="connsiteY4021" fmla="*/ 1369924 h 6211920"/>
              <a:gd name="connsiteX4022" fmla="*/ 629514 w 9635294"/>
              <a:gd name="connsiteY4022" fmla="*/ 1364787 h 6211920"/>
              <a:gd name="connsiteX4023" fmla="*/ 631381 w 9635294"/>
              <a:gd name="connsiteY4023" fmla="*/ 1367352 h 6211920"/>
              <a:gd name="connsiteX4024" fmla="*/ 8984967 w 9635294"/>
              <a:gd name="connsiteY4024" fmla="*/ 1352089 h 6211920"/>
              <a:gd name="connsiteX4025" fmla="*/ 8983157 w 9635294"/>
              <a:gd name="connsiteY4025" fmla="*/ 1354596 h 6211920"/>
              <a:gd name="connsiteX4026" fmla="*/ 8983148 w 9635294"/>
              <a:gd name="connsiteY4026" fmla="*/ 1354589 h 6211920"/>
              <a:gd name="connsiteX4027" fmla="*/ 648189 w 9635294"/>
              <a:gd name="connsiteY4027" fmla="*/ 1347343 h 6211920"/>
              <a:gd name="connsiteX4028" fmla="*/ 651904 w 9635294"/>
              <a:gd name="connsiteY4028" fmla="*/ 1352493 h 6211920"/>
              <a:gd name="connsiteX4029" fmla="*/ 651904 w 9635294"/>
              <a:gd name="connsiteY4029" fmla="*/ 1352494 h 6211920"/>
              <a:gd name="connsiteX4030" fmla="*/ 648189 w 9635294"/>
              <a:gd name="connsiteY4030" fmla="*/ 1347344 h 6211920"/>
              <a:gd name="connsiteX4031" fmla="*/ 8988736 w 9635294"/>
              <a:gd name="connsiteY4031" fmla="*/ 1346867 h 6211920"/>
              <a:gd name="connsiteX4032" fmla="*/ 9009310 w 9635294"/>
              <a:gd name="connsiteY4032" fmla="*/ 1361770 h 6211920"/>
              <a:gd name="connsiteX4033" fmla="*/ 9007446 w 9635294"/>
              <a:gd name="connsiteY4033" fmla="*/ 1364325 h 6211920"/>
              <a:gd name="connsiteX4034" fmla="*/ 8986894 w 9635294"/>
              <a:gd name="connsiteY4034" fmla="*/ 1349439 h 6211920"/>
              <a:gd name="connsiteX4035" fmla="*/ 8984967 w 9635294"/>
              <a:gd name="connsiteY4035" fmla="*/ 1352089 h 6211920"/>
              <a:gd name="connsiteX4036" fmla="*/ 646329 w 9635294"/>
              <a:gd name="connsiteY4036" fmla="*/ 1344765 h 6211920"/>
              <a:gd name="connsiteX4037" fmla="*/ 648189 w 9635294"/>
              <a:gd name="connsiteY4037" fmla="*/ 1347344 h 6211920"/>
              <a:gd name="connsiteX4038" fmla="*/ 627649 w 9635294"/>
              <a:gd name="connsiteY4038" fmla="*/ 1362220 h 6211920"/>
              <a:gd name="connsiteX4039" fmla="*/ 625780 w 9635294"/>
              <a:gd name="connsiteY4039" fmla="*/ 1359649 h 6211920"/>
              <a:gd name="connsiteX4040" fmla="*/ 646329 w 9635294"/>
              <a:gd name="connsiteY4040" fmla="*/ 1344765 h 6211920"/>
              <a:gd name="connsiteX4041" fmla="*/ 8966308 w 9635294"/>
              <a:gd name="connsiteY4041" fmla="*/ 1334609 h 6211920"/>
              <a:gd name="connsiteX4042" fmla="*/ 8966321 w 9635294"/>
              <a:gd name="connsiteY4042" fmla="*/ 1334618 h 6211920"/>
              <a:gd name="connsiteX4043" fmla="*/ 8964103 w 9635294"/>
              <a:gd name="connsiteY4043" fmla="*/ 1337674 h 6211920"/>
              <a:gd name="connsiteX4044" fmla="*/ 668784 w 9635294"/>
              <a:gd name="connsiteY4044" fmla="*/ 1332540 h 6211920"/>
              <a:gd name="connsiteX4045" fmla="*/ 672480 w 9635294"/>
              <a:gd name="connsiteY4045" fmla="*/ 1337703 h 6211920"/>
              <a:gd name="connsiteX4046" fmla="*/ 672478 w 9635294"/>
              <a:gd name="connsiteY4046" fmla="*/ 1337704 h 6211920"/>
              <a:gd name="connsiteX4047" fmla="*/ 668782 w 9635294"/>
              <a:gd name="connsiteY4047" fmla="*/ 1332541 h 6211920"/>
              <a:gd name="connsiteX4048" fmla="*/ 8941938 w 9635294"/>
              <a:gd name="connsiteY4048" fmla="*/ 1325036 h 6211920"/>
              <a:gd name="connsiteX4049" fmla="*/ 8962574 w 9635294"/>
              <a:gd name="connsiteY4049" fmla="*/ 1339780 h 6211920"/>
              <a:gd name="connsiteX4050" fmla="*/ 8964103 w 9635294"/>
              <a:gd name="connsiteY4050" fmla="*/ 1337674 h 6211920"/>
              <a:gd name="connsiteX4051" fmla="*/ 8960732 w 9635294"/>
              <a:gd name="connsiteY4051" fmla="*/ 1342358 h 6211920"/>
              <a:gd name="connsiteX4052" fmla="*/ 8940095 w 9635294"/>
              <a:gd name="connsiteY4052" fmla="*/ 1327626 h 6211920"/>
              <a:gd name="connsiteX4053" fmla="*/ 693106 w 9635294"/>
              <a:gd name="connsiteY4053" fmla="*/ 1322987 h 6211920"/>
              <a:gd name="connsiteX4054" fmla="*/ 694944 w 9635294"/>
              <a:gd name="connsiteY4054" fmla="*/ 1325575 h 6211920"/>
              <a:gd name="connsiteX4055" fmla="*/ 674326 w 9635294"/>
              <a:gd name="connsiteY4055" fmla="*/ 1340282 h 6211920"/>
              <a:gd name="connsiteX4056" fmla="*/ 672480 w 9635294"/>
              <a:gd name="connsiteY4056" fmla="*/ 1337703 h 6211920"/>
              <a:gd name="connsiteX4057" fmla="*/ 8943641 w 9635294"/>
              <a:gd name="connsiteY4057" fmla="*/ 1322644 h 6211920"/>
              <a:gd name="connsiteX4058" fmla="*/ 8941938 w 9635294"/>
              <a:gd name="connsiteY4058" fmla="*/ 1325036 h 6211920"/>
              <a:gd name="connsiteX4059" fmla="*/ 8941937 w 9635294"/>
              <a:gd name="connsiteY4059" fmla="*/ 1325035 h 6211920"/>
              <a:gd name="connsiteX4060" fmla="*/ 689886 w 9635294"/>
              <a:gd name="connsiteY4060" fmla="*/ 1318455 h 6211920"/>
              <a:gd name="connsiteX4061" fmla="*/ 693109 w 9635294"/>
              <a:gd name="connsiteY4061" fmla="*/ 1322984 h 6211920"/>
              <a:gd name="connsiteX4062" fmla="*/ 693106 w 9635294"/>
              <a:gd name="connsiteY4062" fmla="*/ 1322987 h 6211920"/>
              <a:gd name="connsiteX4063" fmla="*/ 8947461 w 9635294"/>
              <a:gd name="connsiteY4063" fmla="*/ 1317276 h 6211920"/>
              <a:gd name="connsiteX4064" fmla="*/ 8968162 w 9635294"/>
              <a:gd name="connsiteY4064" fmla="*/ 1332033 h 6211920"/>
              <a:gd name="connsiteX4065" fmla="*/ 8966308 w 9635294"/>
              <a:gd name="connsiteY4065" fmla="*/ 1334609 h 6211920"/>
              <a:gd name="connsiteX4066" fmla="*/ 8945619 w 9635294"/>
              <a:gd name="connsiteY4066" fmla="*/ 1319867 h 6211920"/>
              <a:gd name="connsiteX4067" fmla="*/ 8943641 w 9635294"/>
              <a:gd name="connsiteY4067" fmla="*/ 1322644 h 6211920"/>
              <a:gd name="connsiteX4068" fmla="*/ 687591 w 9635294"/>
              <a:gd name="connsiteY4068" fmla="*/ 1315225 h 6211920"/>
              <a:gd name="connsiteX4069" fmla="*/ 689886 w 9635294"/>
              <a:gd name="connsiteY4069" fmla="*/ 1318455 h 6211920"/>
              <a:gd name="connsiteX4070" fmla="*/ 689426 w 9635294"/>
              <a:gd name="connsiteY4070" fmla="*/ 1317809 h 6211920"/>
              <a:gd name="connsiteX4071" fmla="*/ 668784 w 9635294"/>
              <a:gd name="connsiteY4071" fmla="*/ 1332540 h 6211920"/>
              <a:gd name="connsiteX4072" fmla="*/ 666934 w 9635294"/>
              <a:gd name="connsiteY4072" fmla="*/ 1329957 h 6211920"/>
              <a:gd name="connsiteX4073" fmla="*/ 687591 w 9635294"/>
              <a:gd name="connsiteY4073" fmla="*/ 1315225 h 6211920"/>
              <a:gd name="connsiteX4074" fmla="*/ 710130 w 9635294"/>
              <a:gd name="connsiteY4074" fmla="*/ 1303152 h 6211920"/>
              <a:gd name="connsiteX4075" fmla="*/ 713792 w 9635294"/>
              <a:gd name="connsiteY4075" fmla="*/ 1308341 h 6211920"/>
              <a:gd name="connsiteX4076" fmla="*/ 713791 w 9635294"/>
              <a:gd name="connsiteY4076" fmla="*/ 1308341 h 6211920"/>
              <a:gd name="connsiteX4077" fmla="*/ 710127 w 9635294"/>
              <a:gd name="connsiteY4077" fmla="*/ 1303153 h 6211920"/>
              <a:gd name="connsiteX4078" fmla="*/ 734529 w 9635294"/>
              <a:gd name="connsiteY4078" fmla="*/ 1293769 h 6211920"/>
              <a:gd name="connsiteX4079" fmla="*/ 736346 w 9635294"/>
              <a:gd name="connsiteY4079" fmla="*/ 1296365 h 6211920"/>
              <a:gd name="connsiteX4080" fmla="*/ 715620 w 9635294"/>
              <a:gd name="connsiteY4080" fmla="*/ 1310932 h 6211920"/>
              <a:gd name="connsiteX4081" fmla="*/ 713792 w 9635294"/>
              <a:gd name="connsiteY4081" fmla="*/ 1308341 h 6211920"/>
              <a:gd name="connsiteX4082" fmla="*/ 8904155 w 9635294"/>
              <a:gd name="connsiteY4082" fmla="*/ 1290574 h 6211920"/>
              <a:gd name="connsiteX4083" fmla="*/ 8904166 w 9635294"/>
              <a:gd name="connsiteY4083" fmla="*/ 1290582 h 6211920"/>
              <a:gd name="connsiteX4084" fmla="*/ 8902345 w 9635294"/>
              <a:gd name="connsiteY4084" fmla="*/ 1293175 h 6211920"/>
              <a:gd name="connsiteX4085" fmla="*/ 730885 w 9635294"/>
              <a:gd name="connsiteY4085" fmla="*/ 1288561 h 6211920"/>
              <a:gd name="connsiteX4086" fmla="*/ 734530 w 9635294"/>
              <a:gd name="connsiteY4086" fmla="*/ 1293768 h 6211920"/>
              <a:gd name="connsiteX4087" fmla="*/ 734529 w 9635294"/>
              <a:gd name="connsiteY4087" fmla="*/ 1293769 h 6211920"/>
              <a:gd name="connsiteX4088" fmla="*/ 730883 w 9635294"/>
              <a:gd name="connsiteY4088" fmla="*/ 1288563 h 6211920"/>
              <a:gd name="connsiteX4089" fmla="*/ 8905996 w 9635294"/>
              <a:gd name="connsiteY4089" fmla="*/ 1287977 h 6211920"/>
              <a:gd name="connsiteX4090" fmla="*/ 8926760 w 9635294"/>
              <a:gd name="connsiteY4090" fmla="*/ 1302588 h 6211920"/>
              <a:gd name="connsiteX4091" fmla="*/ 8919457 w 9635294"/>
              <a:gd name="connsiteY4091" fmla="*/ 1312964 h 6211920"/>
              <a:gd name="connsiteX4092" fmla="*/ 8898694 w 9635294"/>
              <a:gd name="connsiteY4092" fmla="*/ 1298372 h 6211920"/>
              <a:gd name="connsiteX4093" fmla="*/ 8902345 w 9635294"/>
              <a:gd name="connsiteY4093" fmla="*/ 1293175 h 6211920"/>
              <a:gd name="connsiteX4094" fmla="*/ 8900535 w 9635294"/>
              <a:gd name="connsiteY4094" fmla="*/ 1295775 h 6211920"/>
              <a:gd name="connsiteX4095" fmla="*/ 8921236 w 9635294"/>
              <a:gd name="connsiteY4095" fmla="*/ 1310367 h 6211920"/>
              <a:gd name="connsiteX4096" fmla="*/ 8924919 w 9635294"/>
              <a:gd name="connsiteY4096" fmla="*/ 1305185 h 6211920"/>
              <a:gd name="connsiteX4097" fmla="*/ 8904166 w 9635294"/>
              <a:gd name="connsiteY4097" fmla="*/ 1290582 h 6211920"/>
              <a:gd name="connsiteX4098" fmla="*/ 729063 w 9635294"/>
              <a:gd name="connsiteY4098" fmla="*/ 1285964 h 6211920"/>
              <a:gd name="connsiteX4099" fmla="*/ 730883 w 9635294"/>
              <a:gd name="connsiteY4099" fmla="*/ 1288563 h 6211920"/>
              <a:gd name="connsiteX4100" fmla="*/ 710130 w 9635294"/>
              <a:gd name="connsiteY4100" fmla="*/ 1303152 h 6211920"/>
              <a:gd name="connsiteX4101" fmla="*/ 708298 w 9635294"/>
              <a:gd name="connsiteY4101" fmla="*/ 1300556 h 6211920"/>
              <a:gd name="connsiteX4102" fmla="*/ 729063 w 9635294"/>
              <a:gd name="connsiteY4102" fmla="*/ 1285964 h 6211920"/>
              <a:gd name="connsiteX4103" fmla="*/ 751697 w 9635294"/>
              <a:gd name="connsiteY4103" fmla="*/ 1274049 h 6211920"/>
              <a:gd name="connsiteX4104" fmla="*/ 755321 w 9635294"/>
              <a:gd name="connsiteY4104" fmla="*/ 1279265 h 6211920"/>
              <a:gd name="connsiteX4105" fmla="*/ 755320 w 9635294"/>
              <a:gd name="connsiteY4105" fmla="*/ 1279265 h 6211920"/>
              <a:gd name="connsiteX4106" fmla="*/ 751694 w 9635294"/>
              <a:gd name="connsiteY4106" fmla="*/ 1274051 h 6211920"/>
              <a:gd name="connsiteX4107" fmla="*/ 776157 w 9635294"/>
              <a:gd name="connsiteY4107" fmla="*/ 1264841 h 6211920"/>
              <a:gd name="connsiteX4108" fmla="*/ 777958 w 9635294"/>
              <a:gd name="connsiteY4108" fmla="*/ 1267454 h 6211920"/>
              <a:gd name="connsiteX4109" fmla="*/ 757130 w 9635294"/>
              <a:gd name="connsiteY4109" fmla="*/ 1281868 h 6211920"/>
              <a:gd name="connsiteX4110" fmla="*/ 755321 w 9635294"/>
              <a:gd name="connsiteY4110" fmla="*/ 1279265 h 6211920"/>
              <a:gd name="connsiteX4111" fmla="*/ 8862498 w 9635294"/>
              <a:gd name="connsiteY4111" fmla="*/ 1261574 h 6211920"/>
              <a:gd name="connsiteX4112" fmla="*/ 8858879 w 9635294"/>
              <a:gd name="connsiteY4112" fmla="*/ 1266800 h 6211920"/>
              <a:gd name="connsiteX4113" fmla="*/ 8879706 w 9635294"/>
              <a:gd name="connsiteY4113" fmla="*/ 1281252 h 6211920"/>
              <a:gd name="connsiteX4114" fmla="*/ 8883326 w 9635294"/>
              <a:gd name="connsiteY4114" fmla="*/ 1276039 h 6211920"/>
              <a:gd name="connsiteX4115" fmla="*/ 8862498 w 9635294"/>
              <a:gd name="connsiteY4115" fmla="*/ 1261574 h 6211920"/>
              <a:gd name="connsiteX4116" fmla="*/ 772574 w 9635294"/>
              <a:gd name="connsiteY4116" fmla="*/ 1259641 h 6211920"/>
              <a:gd name="connsiteX4117" fmla="*/ 776161 w 9635294"/>
              <a:gd name="connsiteY4117" fmla="*/ 1264838 h 6211920"/>
              <a:gd name="connsiteX4118" fmla="*/ 776157 w 9635294"/>
              <a:gd name="connsiteY4118" fmla="*/ 1264841 h 6211920"/>
              <a:gd name="connsiteX4119" fmla="*/ 8864276 w 9635294"/>
              <a:gd name="connsiteY4119" fmla="*/ 1258964 h 6211920"/>
              <a:gd name="connsiteX4120" fmla="*/ 8885168 w 9635294"/>
              <a:gd name="connsiteY4120" fmla="*/ 1273429 h 6211920"/>
              <a:gd name="connsiteX4121" fmla="*/ 8877929 w 9635294"/>
              <a:gd name="connsiteY4121" fmla="*/ 1283856 h 6211920"/>
              <a:gd name="connsiteX4122" fmla="*/ 8857037 w 9635294"/>
              <a:gd name="connsiteY4122" fmla="*/ 1269416 h 6211920"/>
              <a:gd name="connsiteX4123" fmla="*/ 770751 w 9635294"/>
              <a:gd name="connsiteY4123" fmla="*/ 1256995 h 6211920"/>
              <a:gd name="connsiteX4124" fmla="*/ 772574 w 9635294"/>
              <a:gd name="connsiteY4124" fmla="*/ 1259641 h 6211920"/>
              <a:gd name="connsiteX4125" fmla="*/ 772554 w 9635294"/>
              <a:gd name="connsiteY4125" fmla="*/ 1259612 h 6211920"/>
              <a:gd name="connsiteX4126" fmla="*/ 751697 w 9635294"/>
              <a:gd name="connsiteY4126" fmla="*/ 1274049 h 6211920"/>
              <a:gd name="connsiteX4127" fmla="*/ 749885 w 9635294"/>
              <a:gd name="connsiteY4127" fmla="*/ 1271441 h 6211920"/>
              <a:gd name="connsiteX4128" fmla="*/ 770751 w 9635294"/>
              <a:gd name="connsiteY4128" fmla="*/ 1256995 h 6211920"/>
              <a:gd name="connsiteX4129" fmla="*/ 8839878 w 9635294"/>
              <a:gd name="connsiteY4129" fmla="*/ 1249651 h 6211920"/>
              <a:gd name="connsiteX4130" fmla="*/ 8837987 w 9635294"/>
              <a:gd name="connsiteY4130" fmla="*/ 1252436 h 6211920"/>
              <a:gd name="connsiteX4131" fmla="*/ 8837964 w 9635294"/>
              <a:gd name="connsiteY4131" fmla="*/ 1252421 h 6211920"/>
              <a:gd name="connsiteX4132" fmla="*/ 793456 w 9635294"/>
              <a:gd name="connsiteY4132" fmla="*/ 1245252 h 6211920"/>
              <a:gd name="connsiteX4133" fmla="*/ 797044 w 9635294"/>
              <a:gd name="connsiteY4133" fmla="*/ 1250491 h 6211920"/>
              <a:gd name="connsiteX4134" fmla="*/ 797040 w 9635294"/>
              <a:gd name="connsiteY4134" fmla="*/ 1250493 h 6211920"/>
              <a:gd name="connsiteX4135" fmla="*/ 793452 w 9635294"/>
              <a:gd name="connsiteY4135" fmla="*/ 1245254 h 6211920"/>
              <a:gd name="connsiteX4136" fmla="*/ 8817034 w 9635294"/>
              <a:gd name="connsiteY4136" fmla="*/ 1238138 h 6211920"/>
              <a:gd name="connsiteX4137" fmla="*/ 8837964 w 9635294"/>
              <a:gd name="connsiteY4137" fmla="*/ 1252421 h 6211920"/>
              <a:gd name="connsiteX4138" fmla="*/ 8836146 w 9635294"/>
              <a:gd name="connsiteY4138" fmla="*/ 1255052 h 6211920"/>
              <a:gd name="connsiteX4139" fmla="*/ 8815255 w 9635294"/>
              <a:gd name="connsiteY4139" fmla="*/ 1240765 h 6211920"/>
              <a:gd name="connsiteX4140" fmla="*/ 8820588 w 9635294"/>
              <a:gd name="connsiteY4140" fmla="*/ 1232884 h 6211920"/>
              <a:gd name="connsiteX4141" fmla="*/ 8820590 w 9635294"/>
              <a:gd name="connsiteY4141" fmla="*/ 1232886 h 6211920"/>
              <a:gd name="connsiteX4142" fmla="*/ 8817034 w 9635294"/>
              <a:gd name="connsiteY4142" fmla="*/ 1238138 h 6211920"/>
              <a:gd name="connsiteX4143" fmla="*/ 8817032 w 9635294"/>
              <a:gd name="connsiteY4143" fmla="*/ 1238136 h 6211920"/>
              <a:gd name="connsiteX4144" fmla="*/ 8822367 w 9635294"/>
              <a:gd name="connsiteY4144" fmla="*/ 1230262 h 6211920"/>
              <a:gd name="connsiteX4145" fmla="*/ 8843385 w 9635294"/>
              <a:gd name="connsiteY4145" fmla="*/ 1244575 h 6211920"/>
              <a:gd name="connsiteX4146" fmla="*/ 8839878 w 9635294"/>
              <a:gd name="connsiteY4146" fmla="*/ 1249651 h 6211920"/>
              <a:gd name="connsiteX4147" fmla="*/ 8841544 w 9635294"/>
              <a:gd name="connsiteY4147" fmla="*/ 1247197 h 6211920"/>
              <a:gd name="connsiteX4148" fmla="*/ 8820590 w 9635294"/>
              <a:gd name="connsiteY4148" fmla="*/ 1232886 h 6211920"/>
              <a:gd name="connsiteX4149" fmla="*/ 812622 w 9635294"/>
              <a:gd name="connsiteY4149" fmla="*/ 1228338 h 6211920"/>
              <a:gd name="connsiteX4150" fmla="*/ 819760 w 9635294"/>
              <a:gd name="connsiteY4150" fmla="*/ 1238841 h 6211920"/>
              <a:gd name="connsiteX4151" fmla="*/ 798837 w 9635294"/>
              <a:gd name="connsiteY4151" fmla="*/ 1253109 h 6211920"/>
              <a:gd name="connsiteX4152" fmla="*/ 797044 w 9635294"/>
              <a:gd name="connsiteY4152" fmla="*/ 1250491 h 6211920"/>
              <a:gd name="connsiteX4153" fmla="*/ 817976 w 9635294"/>
              <a:gd name="connsiteY4153" fmla="*/ 1236218 h 6211920"/>
              <a:gd name="connsiteX4154" fmla="*/ 814407 w 9635294"/>
              <a:gd name="connsiteY4154" fmla="*/ 1230967 h 6211920"/>
              <a:gd name="connsiteX4155" fmla="*/ 793456 w 9635294"/>
              <a:gd name="connsiteY4155" fmla="*/ 1245252 h 6211920"/>
              <a:gd name="connsiteX4156" fmla="*/ 791661 w 9635294"/>
              <a:gd name="connsiteY4156" fmla="*/ 1242632 h 6211920"/>
              <a:gd name="connsiteX4157" fmla="*/ 812622 w 9635294"/>
              <a:gd name="connsiteY4157" fmla="*/ 1228338 h 6211920"/>
              <a:gd name="connsiteX4158" fmla="*/ 8799568 w 9635294"/>
              <a:gd name="connsiteY4158" fmla="*/ 1218654 h 6211920"/>
              <a:gd name="connsiteX4159" fmla="*/ 8799569 w 9635294"/>
              <a:gd name="connsiteY4159" fmla="*/ 1218654 h 6211920"/>
              <a:gd name="connsiteX4160" fmla="*/ 8796014 w 9635294"/>
              <a:gd name="connsiteY4160" fmla="*/ 1223918 h 6211920"/>
              <a:gd name="connsiteX4161" fmla="*/ 8796013 w 9635294"/>
              <a:gd name="connsiteY4161" fmla="*/ 1223917 h 6211920"/>
              <a:gd name="connsiteX4162" fmla="*/ 8776437 w 9635294"/>
              <a:gd name="connsiteY4162" fmla="*/ 1207587 h 6211920"/>
              <a:gd name="connsiteX4163" fmla="*/ 8774995 w 9635294"/>
              <a:gd name="connsiteY4163" fmla="*/ 1209764 h 6211920"/>
              <a:gd name="connsiteX4164" fmla="*/ 8796013 w 9635294"/>
              <a:gd name="connsiteY4164" fmla="*/ 1223917 h 6211920"/>
              <a:gd name="connsiteX4165" fmla="*/ 8794236 w 9635294"/>
              <a:gd name="connsiteY4165" fmla="*/ 1226547 h 6211920"/>
              <a:gd name="connsiteX4166" fmla="*/ 8773218 w 9635294"/>
              <a:gd name="connsiteY4166" fmla="*/ 1212406 h 6211920"/>
              <a:gd name="connsiteX4167" fmla="*/ 8778488 w 9635294"/>
              <a:gd name="connsiteY4167" fmla="*/ 1204487 h 6211920"/>
              <a:gd name="connsiteX4168" fmla="*/ 8778501 w 9635294"/>
              <a:gd name="connsiteY4168" fmla="*/ 1204496 h 6211920"/>
              <a:gd name="connsiteX4169" fmla="*/ 8776437 w 9635294"/>
              <a:gd name="connsiteY4169" fmla="*/ 1207587 h 6211920"/>
              <a:gd name="connsiteX4170" fmla="*/ 856476 w 9635294"/>
              <a:gd name="connsiteY4170" fmla="*/ 1202607 h 6211920"/>
              <a:gd name="connsiteX4171" fmla="*/ 860006 w 9635294"/>
              <a:gd name="connsiteY4171" fmla="*/ 1207884 h 6211920"/>
              <a:gd name="connsiteX4172" fmla="*/ 860005 w 9635294"/>
              <a:gd name="connsiteY4172" fmla="*/ 1207885 h 6211920"/>
              <a:gd name="connsiteX4173" fmla="*/ 856474 w 9635294"/>
              <a:gd name="connsiteY4173" fmla="*/ 1202609 h 6211920"/>
              <a:gd name="connsiteX4174" fmla="*/ 8780266 w 9635294"/>
              <a:gd name="connsiteY4174" fmla="*/ 1201852 h 6211920"/>
              <a:gd name="connsiteX4175" fmla="*/ 8801348 w 9635294"/>
              <a:gd name="connsiteY4175" fmla="*/ 1216019 h 6211920"/>
              <a:gd name="connsiteX4176" fmla="*/ 8799568 w 9635294"/>
              <a:gd name="connsiteY4176" fmla="*/ 1218654 h 6211920"/>
              <a:gd name="connsiteX4177" fmla="*/ 8778501 w 9635294"/>
              <a:gd name="connsiteY4177" fmla="*/ 1204496 h 6211920"/>
              <a:gd name="connsiteX4178" fmla="*/ 854710 w 9635294"/>
              <a:gd name="connsiteY4178" fmla="*/ 1199972 h 6211920"/>
              <a:gd name="connsiteX4179" fmla="*/ 856474 w 9635294"/>
              <a:gd name="connsiteY4179" fmla="*/ 1202609 h 6211920"/>
              <a:gd name="connsiteX4180" fmla="*/ 835419 w 9635294"/>
              <a:gd name="connsiteY4180" fmla="*/ 1216749 h 6211920"/>
              <a:gd name="connsiteX4181" fmla="*/ 838969 w 9635294"/>
              <a:gd name="connsiteY4181" fmla="*/ 1222013 h 6211920"/>
              <a:gd name="connsiteX4182" fmla="*/ 860005 w 9635294"/>
              <a:gd name="connsiteY4182" fmla="*/ 1207885 h 6211920"/>
              <a:gd name="connsiteX4183" fmla="*/ 861772 w 9635294"/>
              <a:gd name="connsiteY4183" fmla="*/ 1210526 h 6211920"/>
              <a:gd name="connsiteX4184" fmla="*/ 840741 w 9635294"/>
              <a:gd name="connsiteY4184" fmla="*/ 1224648 h 6211920"/>
              <a:gd name="connsiteX4185" fmla="*/ 833641 w 9635294"/>
              <a:gd name="connsiteY4185" fmla="*/ 1214120 h 6211920"/>
              <a:gd name="connsiteX4186" fmla="*/ 854710 w 9635294"/>
              <a:gd name="connsiteY4186" fmla="*/ 1199972 h 6211920"/>
              <a:gd name="connsiteX4187" fmla="*/ 8757385 w 9635294"/>
              <a:gd name="connsiteY4187" fmla="*/ 1190383 h 6211920"/>
              <a:gd name="connsiteX4188" fmla="*/ 8757406 w 9635294"/>
              <a:gd name="connsiteY4188" fmla="*/ 1190396 h 6211920"/>
              <a:gd name="connsiteX4189" fmla="*/ 8755732 w 9635294"/>
              <a:gd name="connsiteY4189" fmla="*/ 1192887 h 6211920"/>
              <a:gd name="connsiteX4190" fmla="*/ 8732726 w 9635294"/>
              <a:gd name="connsiteY4190" fmla="*/ 1181698 h 6211920"/>
              <a:gd name="connsiteX4191" fmla="*/ 8753850 w 9635294"/>
              <a:gd name="connsiteY4191" fmla="*/ 1195686 h 6211920"/>
              <a:gd name="connsiteX4192" fmla="*/ 8755732 w 9635294"/>
              <a:gd name="connsiteY4192" fmla="*/ 1192887 h 6211920"/>
              <a:gd name="connsiteX4193" fmla="*/ 8752135 w 9635294"/>
              <a:gd name="connsiteY4193" fmla="*/ 1198334 h 6211920"/>
              <a:gd name="connsiteX4194" fmla="*/ 8730990 w 9635294"/>
              <a:gd name="connsiteY4194" fmla="*/ 1184332 h 6211920"/>
              <a:gd name="connsiteX4195" fmla="*/ 8736197 w 9635294"/>
              <a:gd name="connsiteY4195" fmla="*/ 1176382 h 6211920"/>
              <a:gd name="connsiteX4196" fmla="*/ 8736220 w 9635294"/>
              <a:gd name="connsiteY4196" fmla="*/ 1176398 h 6211920"/>
              <a:gd name="connsiteX4197" fmla="*/ 8732726 w 9635294"/>
              <a:gd name="connsiteY4197" fmla="*/ 1181698 h 6211920"/>
              <a:gd name="connsiteX4198" fmla="*/ 8732705 w 9635294"/>
              <a:gd name="connsiteY4198" fmla="*/ 1181684 h 6211920"/>
              <a:gd name="connsiteX4199" fmla="*/ 898760 w 9635294"/>
              <a:gd name="connsiteY4199" fmla="*/ 1174547 h 6211920"/>
              <a:gd name="connsiteX4200" fmla="*/ 877597 w 9635294"/>
              <a:gd name="connsiteY4200" fmla="*/ 1188542 h 6211920"/>
              <a:gd name="connsiteX4201" fmla="*/ 881107 w 9635294"/>
              <a:gd name="connsiteY4201" fmla="*/ 1193832 h 6211920"/>
              <a:gd name="connsiteX4202" fmla="*/ 902253 w 9635294"/>
              <a:gd name="connsiteY4202" fmla="*/ 1179849 h 6211920"/>
              <a:gd name="connsiteX4203" fmla="*/ 8737975 w 9635294"/>
              <a:gd name="connsiteY4203" fmla="*/ 1173734 h 6211920"/>
              <a:gd name="connsiteX4204" fmla="*/ 8759120 w 9635294"/>
              <a:gd name="connsiteY4204" fmla="*/ 1187755 h 6211920"/>
              <a:gd name="connsiteX4205" fmla="*/ 8757385 w 9635294"/>
              <a:gd name="connsiteY4205" fmla="*/ 1190383 h 6211920"/>
              <a:gd name="connsiteX4206" fmla="*/ 8736220 w 9635294"/>
              <a:gd name="connsiteY4206" fmla="*/ 1176398 h 6211920"/>
              <a:gd name="connsiteX4207" fmla="*/ 897014 w 9635294"/>
              <a:gd name="connsiteY4207" fmla="*/ 1171892 h 6211920"/>
              <a:gd name="connsiteX4208" fmla="*/ 903999 w 9635294"/>
              <a:gd name="connsiteY4208" fmla="*/ 1182497 h 6211920"/>
              <a:gd name="connsiteX4209" fmla="*/ 882860 w 9635294"/>
              <a:gd name="connsiteY4209" fmla="*/ 1196473 h 6211920"/>
              <a:gd name="connsiteX4210" fmla="*/ 875837 w 9635294"/>
              <a:gd name="connsiteY4210" fmla="*/ 1185894 h 6211920"/>
              <a:gd name="connsiteX4211" fmla="*/ 897014 w 9635294"/>
              <a:gd name="connsiteY4211" fmla="*/ 1171892 h 6211920"/>
              <a:gd name="connsiteX4212" fmla="*/ 8714978 w 9635294"/>
              <a:gd name="connsiteY4212" fmla="*/ 1162444 h 6211920"/>
              <a:gd name="connsiteX4213" fmla="*/ 8714988 w 9635294"/>
              <a:gd name="connsiteY4213" fmla="*/ 1162450 h 6211920"/>
              <a:gd name="connsiteX4214" fmla="*/ 8713489 w 9635294"/>
              <a:gd name="connsiteY4214" fmla="*/ 1164731 h 6211920"/>
              <a:gd name="connsiteX4215" fmla="*/ 8690658 w 9635294"/>
              <a:gd name="connsiteY4215" fmla="*/ 1153344 h 6211920"/>
              <a:gd name="connsiteX4216" fmla="*/ 8690286 w 9635294"/>
              <a:gd name="connsiteY4216" fmla="*/ 1153922 h 6211920"/>
              <a:gd name="connsiteX4217" fmla="*/ 8711495 w 9635294"/>
              <a:gd name="connsiteY4217" fmla="*/ 1167765 h 6211920"/>
              <a:gd name="connsiteX4218" fmla="*/ 8713489 w 9635294"/>
              <a:gd name="connsiteY4218" fmla="*/ 1164731 h 6211920"/>
              <a:gd name="connsiteX4219" fmla="*/ 8709781 w 9635294"/>
              <a:gd name="connsiteY4219" fmla="*/ 1170426 h 6211920"/>
              <a:gd name="connsiteX4220" fmla="*/ 8688572 w 9635294"/>
              <a:gd name="connsiteY4220" fmla="*/ 1156583 h 6211920"/>
              <a:gd name="connsiteX4221" fmla="*/ 8693715 w 9635294"/>
              <a:gd name="connsiteY4221" fmla="*/ 1148594 h 6211920"/>
              <a:gd name="connsiteX4222" fmla="*/ 8693716 w 9635294"/>
              <a:gd name="connsiteY4222" fmla="*/ 1148595 h 6211920"/>
              <a:gd name="connsiteX4223" fmla="*/ 8690658 w 9635294"/>
              <a:gd name="connsiteY4223" fmla="*/ 1153344 h 6211920"/>
              <a:gd name="connsiteX4224" fmla="*/ 941210 w 9635294"/>
              <a:gd name="connsiteY4224" fmla="*/ 1146797 h 6211920"/>
              <a:gd name="connsiteX4225" fmla="*/ 944671 w 9635294"/>
              <a:gd name="connsiteY4225" fmla="*/ 1152125 h 6211920"/>
              <a:gd name="connsiteX4226" fmla="*/ 944669 w 9635294"/>
              <a:gd name="connsiteY4226" fmla="*/ 1152127 h 6211920"/>
              <a:gd name="connsiteX4227" fmla="*/ 941210 w 9635294"/>
              <a:gd name="connsiteY4227" fmla="*/ 1146798 h 6211920"/>
              <a:gd name="connsiteX4228" fmla="*/ 8695430 w 9635294"/>
              <a:gd name="connsiteY4228" fmla="*/ 1145934 h 6211920"/>
              <a:gd name="connsiteX4229" fmla="*/ 8716702 w 9635294"/>
              <a:gd name="connsiteY4229" fmla="*/ 1159796 h 6211920"/>
              <a:gd name="connsiteX4230" fmla="*/ 8714978 w 9635294"/>
              <a:gd name="connsiteY4230" fmla="*/ 1162444 h 6211920"/>
              <a:gd name="connsiteX4231" fmla="*/ 8693716 w 9635294"/>
              <a:gd name="connsiteY4231" fmla="*/ 1148595 h 6211920"/>
              <a:gd name="connsiteX4232" fmla="*/ 939483 w 9635294"/>
              <a:gd name="connsiteY4232" fmla="*/ 1144137 h 6211920"/>
              <a:gd name="connsiteX4233" fmla="*/ 941210 w 9635294"/>
              <a:gd name="connsiteY4233" fmla="*/ 1146798 h 6211920"/>
              <a:gd name="connsiteX4234" fmla="*/ 919964 w 9635294"/>
              <a:gd name="connsiteY4234" fmla="*/ 1160634 h 6211920"/>
              <a:gd name="connsiteX4235" fmla="*/ 923436 w 9635294"/>
              <a:gd name="connsiteY4235" fmla="*/ 1165949 h 6211920"/>
              <a:gd name="connsiteX4236" fmla="*/ 944669 w 9635294"/>
              <a:gd name="connsiteY4236" fmla="*/ 1152127 h 6211920"/>
              <a:gd name="connsiteX4237" fmla="*/ 946398 w 9635294"/>
              <a:gd name="connsiteY4237" fmla="*/ 1154792 h 6211920"/>
              <a:gd name="connsiteX4238" fmla="*/ 925171 w 9635294"/>
              <a:gd name="connsiteY4238" fmla="*/ 1168610 h 6211920"/>
              <a:gd name="connsiteX4239" fmla="*/ 918223 w 9635294"/>
              <a:gd name="connsiteY4239" fmla="*/ 1157980 h 6211920"/>
              <a:gd name="connsiteX4240" fmla="*/ 939483 w 9635294"/>
              <a:gd name="connsiteY4240" fmla="*/ 1144137 h 6211920"/>
              <a:gd name="connsiteX4241" fmla="*/ 8672432 w 9635294"/>
              <a:gd name="connsiteY4241" fmla="*/ 1134802 h 6211920"/>
              <a:gd name="connsiteX4242" fmla="*/ 8672443 w 9635294"/>
              <a:gd name="connsiteY4242" fmla="*/ 1134809 h 6211920"/>
              <a:gd name="connsiteX4243" fmla="*/ 8670697 w 9635294"/>
              <a:gd name="connsiteY4243" fmla="*/ 1137479 h 6211920"/>
              <a:gd name="connsiteX4244" fmla="*/ 983876 w 9635294"/>
              <a:gd name="connsiteY4244" fmla="*/ 1119346 h 6211920"/>
              <a:gd name="connsiteX4245" fmla="*/ 987292 w 9635294"/>
              <a:gd name="connsiteY4245" fmla="*/ 1124699 h 6211920"/>
              <a:gd name="connsiteX4246" fmla="*/ 987291 w 9635294"/>
              <a:gd name="connsiteY4246" fmla="*/ 1124701 h 6211920"/>
              <a:gd name="connsiteX4247" fmla="*/ 983874 w 9635294"/>
              <a:gd name="connsiteY4247" fmla="*/ 1119348 h 6211920"/>
              <a:gd name="connsiteX4248" fmla="*/ 8652757 w 9635294"/>
              <a:gd name="connsiteY4248" fmla="*/ 1118426 h 6211920"/>
              <a:gd name="connsiteX4249" fmla="*/ 8674157 w 9635294"/>
              <a:gd name="connsiteY4249" fmla="*/ 1132142 h 6211920"/>
              <a:gd name="connsiteX4250" fmla="*/ 8672432 w 9635294"/>
              <a:gd name="connsiteY4250" fmla="*/ 1134802 h 6211920"/>
              <a:gd name="connsiteX4251" fmla="*/ 8651044 w 9635294"/>
              <a:gd name="connsiteY4251" fmla="*/ 1121099 h 6211920"/>
              <a:gd name="connsiteX4252" fmla="*/ 8647614 w 9635294"/>
              <a:gd name="connsiteY4252" fmla="*/ 1126452 h 6211920"/>
              <a:gd name="connsiteX4253" fmla="*/ 8668950 w 9635294"/>
              <a:gd name="connsiteY4253" fmla="*/ 1140149 h 6211920"/>
              <a:gd name="connsiteX4254" fmla="*/ 8670697 w 9635294"/>
              <a:gd name="connsiteY4254" fmla="*/ 1137479 h 6211920"/>
              <a:gd name="connsiteX4255" fmla="*/ 8667236 w 9635294"/>
              <a:gd name="connsiteY4255" fmla="*/ 1142816 h 6211920"/>
              <a:gd name="connsiteX4256" fmla="*/ 8645900 w 9635294"/>
              <a:gd name="connsiteY4256" fmla="*/ 1129125 h 6211920"/>
              <a:gd name="connsiteX4257" fmla="*/ 982167 w 9635294"/>
              <a:gd name="connsiteY4257" fmla="*/ 1116673 h 6211920"/>
              <a:gd name="connsiteX4258" fmla="*/ 983874 w 9635294"/>
              <a:gd name="connsiteY4258" fmla="*/ 1119348 h 6211920"/>
              <a:gd name="connsiteX4259" fmla="*/ 962521 w 9635294"/>
              <a:gd name="connsiteY4259" fmla="*/ 1133037 h 6211920"/>
              <a:gd name="connsiteX4260" fmla="*/ 965957 w 9635294"/>
              <a:gd name="connsiteY4260" fmla="*/ 1138377 h 6211920"/>
              <a:gd name="connsiteX4261" fmla="*/ 987291 w 9635294"/>
              <a:gd name="connsiteY4261" fmla="*/ 1124701 h 6211920"/>
              <a:gd name="connsiteX4262" fmla="*/ 989000 w 9635294"/>
              <a:gd name="connsiteY4262" fmla="*/ 1127379 h 6211920"/>
              <a:gd name="connsiteX4263" fmla="*/ 967671 w 9635294"/>
              <a:gd name="connsiteY4263" fmla="*/ 1141044 h 6211920"/>
              <a:gd name="connsiteX4264" fmla="*/ 960801 w 9635294"/>
              <a:gd name="connsiteY4264" fmla="*/ 1130370 h 6211920"/>
              <a:gd name="connsiteX4265" fmla="*/ 982167 w 9635294"/>
              <a:gd name="connsiteY4265" fmla="*/ 1116673 h 6211920"/>
              <a:gd name="connsiteX4266" fmla="*/ 8629610 w 9635294"/>
              <a:gd name="connsiteY4266" fmla="*/ 1107444 h 6211920"/>
              <a:gd name="connsiteX4267" fmla="*/ 8629644 w 9635294"/>
              <a:gd name="connsiteY4267" fmla="*/ 1107465 h 6211920"/>
              <a:gd name="connsiteX4268" fmla="*/ 8626215 w 9635294"/>
              <a:gd name="connsiteY4268" fmla="*/ 1112831 h 6211920"/>
              <a:gd name="connsiteX4269" fmla="*/ 8626203 w 9635294"/>
              <a:gd name="connsiteY4269" fmla="*/ 1112823 h 6211920"/>
              <a:gd name="connsiteX4270" fmla="*/ 1005283 w 9635294"/>
              <a:gd name="connsiteY4270" fmla="*/ 1105731 h 6211920"/>
              <a:gd name="connsiteX4271" fmla="*/ 1008682 w 9635294"/>
              <a:gd name="connsiteY4271" fmla="*/ 1111097 h 6211920"/>
              <a:gd name="connsiteX4272" fmla="*/ 1008679 w 9635294"/>
              <a:gd name="connsiteY4272" fmla="*/ 1111098 h 6211920"/>
              <a:gd name="connsiteX4273" fmla="*/ 1005281 w 9635294"/>
              <a:gd name="connsiteY4273" fmla="*/ 1105732 h 6211920"/>
              <a:gd name="connsiteX4274" fmla="*/ 8604774 w 9635294"/>
              <a:gd name="connsiteY4274" fmla="*/ 1099294 h 6211920"/>
              <a:gd name="connsiteX4275" fmla="*/ 8626203 w 9635294"/>
              <a:gd name="connsiteY4275" fmla="*/ 1112823 h 6211920"/>
              <a:gd name="connsiteX4276" fmla="*/ 8624500 w 9635294"/>
              <a:gd name="connsiteY4276" fmla="*/ 1115511 h 6211920"/>
              <a:gd name="connsiteX4277" fmla="*/ 8603101 w 9635294"/>
              <a:gd name="connsiteY4277" fmla="*/ 1101966 h 6211920"/>
              <a:gd name="connsiteX4278" fmla="*/ 1030122 w 9635294"/>
              <a:gd name="connsiteY4278" fmla="*/ 1097567 h 6211920"/>
              <a:gd name="connsiteX4279" fmla="*/ 1031812 w 9635294"/>
              <a:gd name="connsiteY4279" fmla="*/ 1100258 h 6211920"/>
              <a:gd name="connsiteX4280" fmla="*/ 1010380 w 9635294"/>
              <a:gd name="connsiteY4280" fmla="*/ 1113777 h 6211920"/>
              <a:gd name="connsiteX4281" fmla="*/ 1008682 w 9635294"/>
              <a:gd name="connsiteY4281" fmla="*/ 1111097 h 6211920"/>
              <a:gd name="connsiteX4282" fmla="*/ 8606435 w 9635294"/>
              <a:gd name="connsiteY4282" fmla="*/ 1096641 h 6211920"/>
              <a:gd name="connsiteX4283" fmla="*/ 8604774 w 9635294"/>
              <a:gd name="connsiteY4283" fmla="*/ 1099294 h 6211920"/>
              <a:gd name="connsiteX4284" fmla="*/ 8604752 w 9635294"/>
              <a:gd name="connsiteY4284" fmla="*/ 1099280 h 6211920"/>
              <a:gd name="connsiteX4285" fmla="*/ 1028652 w 9635294"/>
              <a:gd name="connsiteY4285" fmla="*/ 1095227 h 6211920"/>
              <a:gd name="connsiteX4286" fmla="*/ 1030123 w 9635294"/>
              <a:gd name="connsiteY4286" fmla="*/ 1097566 h 6211920"/>
              <a:gd name="connsiteX4287" fmla="*/ 1030122 w 9635294"/>
              <a:gd name="connsiteY4287" fmla="*/ 1097567 h 6211920"/>
              <a:gd name="connsiteX4288" fmla="*/ 8609831 w 9635294"/>
              <a:gd name="connsiteY4288" fmla="*/ 1091216 h 6211920"/>
              <a:gd name="connsiteX4289" fmla="*/ 8631294 w 9635294"/>
              <a:gd name="connsiteY4289" fmla="*/ 1104786 h 6211920"/>
              <a:gd name="connsiteX4290" fmla="*/ 8629610 w 9635294"/>
              <a:gd name="connsiteY4290" fmla="*/ 1107444 h 6211920"/>
              <a:gd name="connsiteX4291" fmla="*/ 8608181 w 9635294"/>
              <a:gd name="connsiteY4291" fmla="*/ 1093902 h 6211920"/>
              <a:gd name="connsiteX4292" fmla="*/ 8606435 w 9635294"/>
              <a:gd name="connsiteY4292" fmla="*/ 1096641 h 6211920"/>
              <a:gd name="connsiteX4293" fmla="*/ 1025055 w 9635294"/>
              <a:gd name="connsiteY4293" fmla="*/ 1089501 h 6211920"/>
              <a:gd name="connsiteX4294" fmla="*/ 1028652 w 9635294"/>
              <a:gd name="connsiteY4294" fmla="*/ 1095227 h 6211920"/>
              <a:gd name="connsiteX4295" fmla="*/ 1026745 w 9635294"/>
              <a:gd name="connsiteY4295" fmla="*/ 1092194 h 6211920"/>
              <a:gd name="connsiteX4296" fmla="*/ 1005283 w 9635294"/>
              <a:gd name="connsiteY4296" fmla="*/ 1105731 h 6211920"/>
              <a:gd name="connsiteX4297" fmla="*/ 1003586 w 9635294"/>
              <a:gd name="connsiteY4297" fmla="*/ 1103052 h 6211920"/>
              <a:gd name="connsiteX4298" fmla="*/ 1025055 w 9635294"/>
              <a:gd name="connsiteY4298" fmla="*/ 1089501 h 6211920"/>
              <a:gd name="connsiteX4299" fmla="*/ 8586632 w 9635294"/>
              <a:gd name="connsiteY4299" fmla="*/ 1080413 h 6211920"/>
              <a:gd name="connsiteX4300" fmla="*/ 8586655 w 9635294"/>
              <a:gd name="connsiteY4300" fmla="*/ 1080427 h 6211920"/>
              <a:gd name="connsiteX4301" fmla="*/ 8583289 w 9635294"/>
              <a:gd name="connsiteY4301" fmla="*/ 1085812 h 6211920"/>
              <a:gd name="connsiteX4302" fmla="*/ 8583266 w 9635294"/>
              <a:gd name="connsiteY4302" fmla="*/ 1085798 h 6211920"/>
              <a:gd name="connsiteX4303" fmla="*/ 1048242 w 9635294"/>
              <a:gd name="connsiteY4303" fmla="*/ 1078731 h 6211920"/>
              <a:gd name="connsiteX4304" fmla="*/ 1051602 w 9635294"/>
              <a:gd name="connsiteY4304" fmla="*/ 1084121 h 6211920"/>
              <a:gd name="connsiteX4305" fmla="*/ 1051598 w 9635294"/>
              <a:gd name="connsiteY4305" fmla="*/ 1084123 h 6211920"/>
              <a:gd name="connsiteX4306" fmla="*/ 1048240 w 9635294"/>
              <a:gd name="connsiteY4306" fmla="*/ 1078732 h 6211920"/>
              <a:gd name="connsiteX4307" fmla="*/ 8563391 w 9635294"/>
              <a:gd name="connsiteY4307" fmla="*/ 1069764 h 6211920"/>
              <a:gd name="connsiteX4308" fmla="*/ 8561762 w 9635294"/>
              <a:gd name="connsiteY4308" fmla="*/ 1072426 h 6211920"/>
              <a:gd name="connsiteX4309" fmla="*/ 8583266 w 9635294"/>
              <a:gd name="connsiteY4309" fmla="*/ 1085798 h 6211920"/>
              <a:gd name="connsiteX4310" fmla="*/ 8581574 w 9635294"/>
              <a:gd name="connsiteY4310" fmla="*/ 1088504 h 6211920"/>
              <a:gd name="connsiteX4311" fmla="*/ 8560048 w 9635294"/>
              <a:gd name="connsiteY4311" fmla="*/ 1075125 h 6211920"/>
              <a:gd name="connsiteX4312" fmla="*/ 8565064 w 9635294"/>
              <a:gd name="connsiteY4312" fmla="*/ 1067029 h 6211920"/>
              <a:gd name="connsiteX4313" fmla="*/ 8565087 w 9635294"/>
              <a:gd name="connsiteY4313" fmla="*/ 1067044 h 6211920"/>
              <a:gd name="connsiteX4314" fmla="*/ 8563391 w 9635294"/>
              <a:gd name="connsiteY4314" fmla="*/ 1069764 h 6211920"/>
              <a:gd name="connsiteX4315" fmla="*/ 8566779 w 9635294"/>
              <a:gd name="connsiteY4315" fmla="*/ 1064330 h 6211920"/>
              <a:gd name="connsiteX4316" fmla="*/ 8588306 w 9635294"/>
              <a:gd name="connsiteY4316" fmla="*/ 1077735 h 6211920"/>
              <a:gd name="connsiteX4317" fmla="*/ 8586632 w 9635294"/>
              <a:gd name="connsiteY4317" fmla="*/ 1080413 h 6211920"/>
              <a:gd name="connsiteX4318" fmla="*/ 8565087 w 9635294"/>
              <a:gd name="connsiteY4318" fmla="*/ 1067044 h 6211920"/>
              <a:gd name="connsiteX4319" fmla="*/ 1068115 w 9635294"/>
              <a:gd name="connsiteY4319" fmla="*/ 1062653 h 6211920"/>
              <a:gd name="connsiteX4320" fmla="*/ 1074795 w 9635294"/>
              <a:gd name="connsiteY4320" fmla="*/ 1073455 h 6211920"/>
              <a:gd name="connsiteX4321" fmla="*/ 1053281 w 9635294"/>
              <a:gd name="connsiteY4321" fmla="*/ 1086815 h 6211920"/>
              <a:gd name="connsiteX4322" fmla="*/ 1051602 w 9635294"/>
              <a:gd name="connsiteY4322" fmla="*/ 1084121 h 6211920"/>
              <a:gd name="connsiteX4323" fmla="*/ 1073125 w 9635294"/>
              <a:gd name="connsiteY4323" fmla="*/ 1070756 h 6211920"/>
              <a:gd name="connsiteX4324" fmla="*/ 1069785 w 9635294"/>
              <a:gd name="connsiteY4324" fmla="*/ 1065359 h 6211920"/>
              <a:gd name="connsiteX4325" fmla="*/ 1048242 w 9635294"/>
              <a:gd name="connsiteY4325" fmla="*/ 1078731 h 6211920"/>
              <a:gd name="connsiteX4326" fmla="*/ 1046564 w 9635294"/>
              <a:gd name="connsiteY4326" fmla="*/ 1076039 h 6211920"/>
              <a:gd name="connsiteX4327" fmla="*/ 1068115 w 9635294"/>
              <a:gd name="connsiteY4327" fmla="*/ 1062653 h 6211920"/>
              <a:gd name="connsiteX4328" fmla="*/ 8543472 w 9635294"/>
              <a:gd name="connsiteY4328" fmla="*/ 1053705 h 6211920"/>
              <a:gd name="connsiteX4329" fmla="*/ 8543474 w 9635294"/>
              <a:gd name="connsiteY4329" fmla="*/ 1053706 h 6211920"/>
              <a:gd name="connsiteX4330" fmla="*/ 8540172 w 9635294"/>
              <a:gd name="connsiteY4330" fmla="*/ 1059117 h 6211920"/>
              <a:gd name="connsiteX4331" fmla="*/ 8540171 w 9635294"/>
              <a:gd name="connsiteY4331" fmla="*/ 1059117 h 6211920"/>
              <a:gd name="connsiteX4332" fmla="*/ 1091376 w 9635294"/>
              <a:gd name="connsiteY4332" fmla="*/ 1052055 h 6211920"/>
              <a:gd name="connsiteX4333" fmla="*/ 1094699 w 9635294"/>
              <a:gd name="connsiteY4333" fmla="*/ 1057465 h 6211920"/>
              <a:gd name="connsiteX4334" fmla="*/ 1094696 w 9635294"/>
              <a:gd name="connsiteY4334" fmla="*/ 1057466 h 6211920"/>
              <a:gd name="connsiteX4335" fmla="*/ 1091376 w 9635294"/>
              <a:gd name="connsiteY4335" fmla="*/ 1052055 h 6211920"/>
              <a:gd name="connsiteX4336" fmla="*/ 1116318 w 9635294"/>
              <a:gd name="connsiteY4336" fmla="*/ 1044245 h 6211920"/>
              <a:gd name="connsiteX4337" fmla="*/ 1117968 w 9635294"/>
              <a:gd name="connsiteY4337" fmla="*/ 1046956 h 6211920"/>
              <a:gd name="connsiteX4338" fmla="*/ 1096360 w 9635294"/>
              <a:gd name="connsiteY4338" fmla="*/ 1060171 h 6211920"/>
              <a:gd name="connsiteX4339" fmla="*/ 1094699 w 9635294"/>
              <a:gd name="connsiteY4339" fmla="*/ 1057465 h 6211920"/>
              <a:gd name="connsiteX4340" fmla="*/ 8520170 w 9635294"/>
              <a:gd name="connsiteY4340" fmla="*/ 1043166 h 6211920"/>
              <a:gd name="connsiteX4341" fmla="*/ 8518519 w 9635294"/>
              <a:gd name="connsiteY4341" fmla="*/ 1045877 h 6211920"/>
              <a:gd name="connsiteX4342" fmla="*/ 8540171 w 9635294"/>
              <a:gd name="connsiteY4342" fmla="*/ 1059117 h 6211920"/>
              <a:gd name="connsiteX4343" fmla="*/ 8538521 w 9635294"/>
              <a:gd name="connsiteY4343" fmla="*/ 1061822 h 6211920"/>
              <a:gd name="connsiteX4344" fmla="*/ 8516868 w 9635294"/>
              <a:gd name="connsiteY4344" fmla="*/ 1048588 h 6211920"/>
              <a:gd name="connsiteX4345" fmla="*/ 8521821 w 9635294"/>
              <a:gd name="connsiteY4345" fmla="*/ 1040454 h 6211920"/>
              <a:gd name="connsiteX4346" fmla="*/ 8521821 w 9635294"/>
              <a:gd name="connsiteY4346" fmla="*/ 1040454 h 6211920"/>
              <a:gd name="connsiteX4347" fmla="*/ 8520170 w 9635294"/>
              <a:gd name="connsiteY4347" fmla="*/ 1043166 h 6211920"/>
              <a:gd name="connsiteX4348" fmla="*/ 1113017 w 9635294"/>
              <a:gd name="connsiteY4348" fmla="*/ 1038822 h 6211920"/>
              <a:gd name="connsiteX4349" fmla="*/ 1116318 w 9635294"/>
              <a:gd name="connsiteY4349" fmla="*/ 1044245 h 6211920"/>
              <a:gd name="connsiteX4350" fmla="*/ 1116318 w 9635294"/>
              <a:gd name="connsiteY4350" fmla="*/ 1044245 h 6211920"/>
              <a:gd name="connsiteX4351" fmla="*/ 1113016 w 9635294"/>
              <a:gd name="connsiteY4351" fmla="*/ 1038822 h 6211920"/>
              <a:gd name="connsiteX4352" fmla="*/ 8523472 w 9635294"/>
              <a:gd name="connsiteY4352" fmla="*/ 1037743 h 6211920"/>
              <a:gd name="connsiteX4353" fmla="*/ 8545125 w 9635294"/>
              <a:gd name="connsiteY4353" fmla="*/ 1050995 h 6211920"/>
              <a:gd name="connsiteX4354" fmla="*/ 8543472 w 9635294"/>
              <a:gd name="connsiteY4354" fmla="*/ 1053705 h 6211920"/>
              <a:gd name="connsiteX4355" fmla="*/ 8521821 w 9635294"/>
              <a:gd name="connsiteY4355" fmla="*/ 1040454 h 6211920"/>
              <a:gd name="connsiteX4356" fmla="*/ 1111365 w 9635294"/>
              <a:gd name="connsiteY4356" fmla="*/ 1036110 h 6211920"/>
              <a:gd name="connsiteX4357" fmla="*/ 1113016 w 9635294"/>
              <a:gd name="connsiteY4357" fmla="*/ 1038822 h 6211920"/>
              <a:gd name="connsiteX4358" fmla="*/ 1091376 w 9635294"/>
              <a:gd name="connsiteY4358" fmla="*/ 1052055 h 6211920"/>
              <a:gd name="connsiteX4359" fmla="*/ 1089712 w 9635294"/>
              <a:gd name="connsiteY4359" fmla="*/ 1049344 h 6211920"/>
              <a:gd name="connsiteX4360" fmla="*/ 1111365 w 9635294"/>
              <a:gd name="connsiteY4360" fmla="*/ 1036110 h 6211920"/>
              <a:gd name="connsiteX4361" fmla="*/ 8498485 w 9635294"/>
              <a:gd name="connsiteY4361" fmla="*/ 1029996 h 6211920"/>
              <a:gd name="connsiteX4362" fmla="*/ 8496865 w 9635294"/>
              <a:gd name="connsiteY4362" fmla="*/ 1032713 h 6211920"/>
              <a:gd name="connsiteX4363" fmla="*/ 8496854 w 9635294"/>
              <a:gd name="connsiteY4363" fmla="*/ 1032706 h 6211920"/>
              <a:gd name="connsiteX4364" fmla="*/ 8475120 w 9635294"/>
              <a:gd name="connsiteY4364" fmla="*/ 1019647 h 6211920"/>
              <a:gd name="connsiteX4365" fmla="*/ 8496854 w 9635294"/>
              <a:gd name="connsiteY4365" fmla="*/ 1032706 h 6211920"/>
              <a:gd name="connsiteX4366" fmla="*/ 8495214 w 9635294"/>
              <a:gd name="connsiteY4366" fmla="*/ 1035431 h 6211920"/>
              <a:gd name="connsiteX4367" fmla="*/ 8473497 w 9635294"/>
              <a:gd name="connsiteY4367" fmla="*/ 1022350 h 6211920"/>
              <a:gd name="connsiteX4368" fmla="*/ 8478387 w 9635294"/>
              <a:gd name="connsiteY4368" fmla="*/ 1014178 h 6211920"/>
              <a:gd name="connsiteX4369" fmla="*/ 8478398 w 9635294"/>
              <a:gd name="connsiteY4369" fmla="*/ 1014185 h 6211920"/>
              <a:gd name="connsiteX4370" fmla="*/ 8475120 w 9635294"/>
              <a:gd name="connsiteY4370" fmla="*/ 1019647 h 6211920"/>
              <a:gd name="connsiteX4371" fmla="*/ 8475085 w 9635294"/>
              <a:gd name="connsiteY4371" fmla="*/ 1019626 h 6211920"/>
              <a:gd name="connsiteX4372" fmla="*/ 1156456 w 9635294"/>
              <a:gd name="connsiteY4372" fmla="*/ 1012590 h 6211920"/>
              <a:gd name="connsiteX4373" fmla="*/ 1159720 w 9635294"/>
              <a:gd name="connsiteY4373" fmla="*/ 1018038 h 6211920"/>
              <a:gd name="connsiteX4374" fmla="*/ 1159720 w 9635294"/>
              <a:gd name="connsiteY4374" fmla="*/ 1018038 h 6211920"/>
              <a:gd name="connsiteX4375" fmla="*/ 1156456 w 9635294"/>
              <a:gd name="connsiteY4375" fmla="*/ 1012590 h 6211920"/>
              <a:gd name="connsiteX4376" fmla="*/ 8480038 w 9635294"/>
              <a:gd name="connsiteY4376" fmla="*/ 1011453 h 6211920"/>
              <a:gd name="connsiteX4377" fmla="*/ 8501755 w 9635294"/>
              <a:gd name="connsiteY4377" fmla="*/ 1024560 h 6211920"/>
              <a:gd name="connsiteX4378" fmla="*/ 8498485 w 9635294"/>
              <a:gd name="connsiteY4378" fmla="*/ 1029996 h 6211920"/>
              <a:gd name="connsiteX4379" fmla="*/ 8500104 w 9635294"/>
              <a:gd name="connsiteY4379" fmla="*/ 1027278 h 6211920"/>
              <a:gd name="connsiteX4380" fmla="*/ 8478398 w 9635294"/>
              <a:gd name="connsiteY4380" fmla="*/ 1014185 h 6211920"/>
              <a:gd name="connsiteX4381" fmla="*/ 1154824 w 9635294"/>
              <a:gd name="connsiteY4381" fmla="*/ 1009866 h 6211920"/>
              <a:gd name="connsiteX4382" fmla="*/ 1156456 w 9635294"/>
              <a:gd name="connsiteY4382" fmla="*/ 1012590 h 6211920"/>
              <a:gd name="connsiteX4383" fmla="*/ 1134715 w 9635294"/>
              <a:gd name="connsiteY4383" fmla="*/ 1025671 h 6211920"/>
              <a:gd name="connsiteX4384" fmla="*/ 1137997 w 9635294"/>
              <a:gd name="connsiteY4384" fmla="*/ 1031107 h 6211920"/>
              <a:gd name="connsiteX4385" fmla="*/ 1159720 w 9635294"/>
              <a:gd name="connsiteY4385" fmla="*/ 1018038 h 6211920"/>
              <a:gd name="connsiteX4386" fmla="*/ 1161352 w 9635294"/>
              <a:gd name="connsiteY4386" fmla="*/ 1020763 h 6211920"/>
              <a:gd name="connsiteX4387" fmla="*/ 1139636 w 9635294"/>
              <a:gd name="connsiteY4387" fmla="*/ 1033825 h 6211920"/>
              <a:gd name="connsiteX4388" fmla="*/ 1133069 w 9635294"/>
              <a:gd name="connsiteY4388" fmla="*/ 1022953 h 6211920"/>
              <a:gd name="connsiteX4389" fmla="*/ 1154824 w 9635294"/>
              <a:gd name="connsiteY4389" fmla="*/ 1009866 h 6211920"/>
              <a:gd name="connsiteX4390" fmla="*/ 8456583 w 9635294"/>
              <a:gd name="connsiteY4390" fmla="*/ 1001146 h 6211920"/>
              <a:gd name="connsiteX4391" fmla="*/ 8456607 w 9635294"/>
              <a:gd name="connsiteY4391" fmla="*/ 1001160 h 6211920"/>
              <a:gd name="connsiteX4392" fmla="*/ 8454927 w 9635294"/>
              <a:gd name="connsiteY4392" fmla="*/ 1003936 h 6211920"/>
              <a:gd name="connsiteX4393" fmla="*/ 1201674 w 9635294"/>
              <a:gd name="connsiteY4393" fmla="*/ 989410 h 6211920"/>
              <a:gd name="connsiteX4394" fmla="*/ 1203287 w 9635294"/>
              <a:gd name="connsiteY4394" fmla="*/ 992143 h 6211920"/>
              <a:gd name="connsiteX4395" fmla="*/ 1203287 w 9635294"/>
              <a:gd name="connsiteY4395" fmla="*/ 992144 h 6211920"/>
              <a:gd name="connsiteX4396" fmla="*/ 8436350 w 9635294"/>
              <a:gd name="connsiteY4396" fmla="*/ 985488 h 6211920"/>
              <a:gd name="connsiteX4397" fmla="*/ 8458194 w 9635294"/>
              <a:gd name="connsiteY4397" fmla="*/ 998430 h 6211920"/>
              <a:gd name="connsiteX4398" fmla="*/ 8456583 w 9635294"/>
              <a:gd name="connsiteY4398" fmla="*/ 1001146 h 6211920"/>
              <a:gd name="connsiteX4399" fmla="*/ 8434762 w 9635294"/>
              <a:gd name="connsiteY4399" fmla="*/ 988225 h 6211920"/>
              <a:gd name="connsiteX4400" fmla="*/ 8431524 w 9635294"/>
              <a:gd name="connsiteY4400" fmla="*/ 993692 h 6211920"/>
              <a:gd name="connsiteX4401" fmla="*/ 8453305 w 9635294"/>
              <a:gd name="connsiteY4401" fmla="*/ 1006615 h 6211920"/>
              <a:gd name="connsiteX4402" fmla="*/ 8454927 w 9635294"/>
              <a:gd name="connsiteY4402" fmla="*/ 1003936 h 6211920"/>
              <a:gd name="connsiteX4403" fmla="*/ 8451717 w 9635294"/>
              <a:gd name="connsiteY4403" fmla="*/ 1009345 h 6211920"/>
              <a:gd name="connsiteX4404" fmla="*/ 8429873 w 9635294"/>
              <a:gd name="connsiteY4404" fmla="*/ 996429 h 6211920"/>
              <a:gd name="connsiteX4405" fmla="*/ 1198448 w 9635294"/>
              <a:gd name="connsiteY4405" fmla="*/ 983939 h 6211920"/>
              <a:gd name="connsiteX4406" fmla="*/ 1201674 w 9635294"/>
              <a:gd name="connsiteY4406" fmla="*/ 989410 h 6211920"/>
              <a:gd name="connsiteX4407" fmla="*/ 1200061 w 9635294"/>
              <a:gd name="connsiteY4407" fmla="*/ 986676 h 6211920"/>
              <a:gd name="connsiteX4408" fmla="*/ 1178243 w 9635294"/>
              <a:gd name="connsiteY4408" fmla="*/ 999585 h 6211920"/>
              <a:gd name="connsiteX4409" fmla="*/ 1181488 w 9635294"/>
              <a:gd name="connsiteY4409" fmla="*/ 1005046 h 6211920"/>
              <a:gd name="connsiteX4410" fmla="*/ 1203287 w 9635294"/>
              <a:gd name="connsiteY4410" fmla="*/ 992144 h 6211920"/>
              <a:gd name="connsiteX4411" fmla="*/ 1204900 w 9635294"/>
              <a:gd name="connsiteY4411" fmla="*/ 994880 h 6211920"/>
              <a:gd name="connsiteX4412" fmla="*/ 1183107 w 9635294"/>
              <a:gd name="connsiteY4412" fmla="*/ 1007777 h 6211920"/>
              <a:gd name="connsiteX4413" fmla="*/ 1176617 w 9635294"/>
              <a:gd name="connsiteY4413" fmla="*/ 996861 h 6211920"/>
              <a:gd name="connsiteX4414" fmla="*/ 1198448 w 9635294"/>
              <a:gd name="connsiteY4414" fmla="*/ 983939 h 6211920"/>
              <a:gd name="connsiteX4415" fmla="*/ 8412843 w 9635294"/>
              <a:gd name="connsiteY4415" fmla="*/ 975359 h 6211920"/>
              <a:gd name="connsiteX4416" fmla="*/ 8412855 w 9635294"/>
              <a:gd name="connsiteY4416" fmla="*/ 975366 h 6211920"/>
              <a:gd name="connsiteX4417" fmla="*/ 8409680 w 9635294"/>
              <a:gd name="connsiteY4417" fmla="*/ 980846 h 6211920"/>
              <a:gd name="connsiteX4418" fmla="*/ 8409646 w 9635294"/>
              <a:gd name="connsiteY4418" fmla="*/ 980826 h 6211920"/>
              <a:gd name="connsiteX4419" fmla="*/ 1221933 w 9635294"/>
              <a:gd name="connsiteY4419" fmla="*/ 973835 h 6211920"/>
              <a:gd name="connsiteX4420" fmla="*/ 1223496 w 9635294"/>
              <a:gd name="connsiteY4420" fmla="*/ 976509 h 6211920"/>
              <a:gd name="connsiteX4421" fmla="*/ 1221931 w 9635294"/>
              <a:gd name="connsiteY4421" fmla="*/ 973836 h 6211920"/>
              <a:gd name="connsiteX4422" fmla="*/ 8392535 w 9635294"/>
              <a:gd name="connsiteY4422" fmla="*/ 959834 h 6211920"/>
              <a:gd name="connsiteX4423" fmla="*/ 8414443 w 9635294"/>
              <a:gd name="connsiteY4423" fmla="*/ 972623 h 6211920"/>
              <a:gd name="connsiteX4424" fmla="*/ 8412843 w 9635294"/>
              <a:gd name="connsiteY4424" fmla="*/ 975359 h 6211920"/>
              <a:gd name="connsiteX4425" fmla="*/ 8390947 w 9635294"/>
              <a:gd name="connsiteY4425" fmla="*/ 962584 h 6211920"/>
              <a:gd name="connsiteX4426" fmla="*/ 8387772 w 9635294"/>
              <a:gd name="connsiteY4426" fmla="*/ 968077 h 6211920"/>
              <a:gd name="connsiteX4427" fmla="*/ 8409646 w 9635294"/>
              <a:gd name="connsiteY4427" fmla="*/ 980826 h 6211920"/>
              <a:gd name="connsiteX4428" fmla="*/ 8408029 w 9635294"/>
              <a:gd name="connsiteY4428" fmla="*/ 983590 h 6211920"/>
              <a:gd name="connsiteX4429" fmla="*/ 8386121 w 9635294"/>
              <a:gd name="connsiteY4429" fmla="*/ 970820 h 6211920"/>
              <a:gd name="connsiteX4430" fmla="*/ 1242257 w 9635294"/>
              <a:gd name="connsiteY4430" fmla="*/ 958323 h 6211920"/>
              <a:gd name="connsiteX4431" fmla="*/ 1248626 w 9635294"/>
              <a:gd name="connsiteY4431" fmla="*/ 969309 h 6211920"/>
              <a:gd name="connsiteX4432" fmla="*/ 1226738 w 9635294"/>
              <a:gd name="connsiteY4432" fmla="*/ 982059 h 6211920"/>
              <a:gd name="connsiteX4433" fmla="*/ 1223496 w 9635294"/>
              <a:gd name="connsiteY4433" fmla="*/ 976509 h 6211920"/>
              <a:gd name="connsiteX4434" fmla="*/ 1225139 w 9635294"/>
              <a:gd name="connsiteY4434" fmla="*/ 979316 h 6211920"/>
              <a:gd name="connsiteX4435" fmla="*/ 1247032 w 9635294"/>
              <a:gd name="connsiteY4435" fmla="*/ 966565 h 6211920"/>
              <a:gd name="connsiteX4436" fmla="*/ 1243852 w 9635294"/>
              <a:gd name="connsiteY4436" fmla="*/ 961073 h 6211920"/>
              <a:gd name="connsiteX4437" fmla="*/ 1221933 w 9635294"/>
              <a:gd name="connsiteY4437" fmla="*/ 973835 h 6211920"/>
              <a:gd name="connsiteX4438" fmla="*/ 1220332 w 9635294"/>
              <a:gd name="connsiteY4438" fmla="*/ 971093 h 6211920"/>
              <a:gd name="connsiteX4439" fmla="*/ 1242257 w 9635294"/>
              <a:gd name="connsiteY4439" fmla="*/ 958323 h 6211920"/>
              <a:gd name="connsiteX4440" fmla="*/ 8368975 w 9635294"/>
              <a:gd name="connsiteY4440" fmla="*/ 949878 h 6211920"/>
              <a:gd name="connsiteX4441" fmla="*/ 8368976 w 9635294"/>
              <a:gd name="connsiteY4441" fmla="*/ 949878 h 6211920"/>
              <a:gd name="connsiteX4442" fmla="*/ 8367540 w 9635294"/>
              <a:gd name="connsiteY4442" fmla="*/ 952365 h 6211920"/>
              <a:gd name="connsiteX4443" fmla="*/ 1265819 w 9635294"/>
              <a:gd name="connsiteY4443" fmla="*/ 948384 h 6211920"/>
              <a:gd name="connsiteX4444" fmla="*/ 1268985 w 9635294"/>
              <a:gd name="connsiteY4444" fmla="*/ 953891 h 6211920"/>
              <a:gd name="connsiteX4445" fmla="*/ 1268984 w 9635294"/>
              <a:gd name="connsiteY4445" fmla="*/ 953891 h 6211920"/>
              <a:gd name="connsiteX4446" fmla="*/ 1265816 w 9635294"/>
              <a:gd name="connsiteY4446" fmla="*/ 948385 h 6211920"/>
              <a:gd name="connsiteX4447" fmla="*/ 8348466 w 9635294"/>
              <a:gd name="connsiteY4447" fmla="*/ 934485 h 6211920"/>
              <a:gd name="connsiteX4448" fmla="*/ 8370564 w 9635294"/>
              <a:gd name="connsiteY4448" fmla="*/ 947122 h 6211920"/>
              <a:gd name="connsiteX4449" fmla="*/ 8368975 w 9635294"/>
              <a:gd name="connsiteY4449" fmla="*/ 949878 h 6211920"/>
              <a:gd name="connsiteX4450" fmla="*/ 8346942 w 9635294"/>
              <a:gd name="connsiteY4450" fmla="*/ 937247 h 6211920"/>
              <a:gd name="connsiteX4451" fmla="*/ 8343767 w 9635294"/>
              <a:gd name="connsiteY4451" fmla="*/ 942759 h 6211920"/>
              <a:gd name="connsiteX4452" fmla="*/ 8365801 w 9635294"/>
              <a:gd name="connsiteY4452" fmla="*/ 955377 h 6211920"/>
              <a:gd name="connsiteX4453" fmla="*/ 8367540 w 9635294"/>
              <a:gd name="connsiteY4453" fmla="*/ 952365 h 6211920"/>
              <a:gd name="connsiteX4454" fmla="*/ 8364214 w 9635294"/>
              <a:gd name="connsiteY4454" fmla="*/ 958132 h 6211920"/>
              <a:gd name="connsiteX4455" fmla="*/ 8342180 w 9635294"/>
              <a:gd name="connsiteY4455" fmla="*/ 945515 h 6211920"/>
              <a:gd name="connsiteX4456" fmla="*/ 1286263 w 9635294"/>
              <a:gd name="connsiteY4456" fmla="*/ 933012 h 6211920"/>
              <a:gd name="connsiteX4457" fmla="*/ 1292556 w 9635294"/>
              <a:gd name="connsiteY4457" fmla="*/ 944048 h 6211920"/>
              <a:gd name="connsiteX4458" fmla="*/ 1270566 w 9635294"/>
              <a:gd name="connsiteY4458" fmla="*/ 956640 h 6211920"/>
              <a:gd name="connsiteX4459" fmla="*/ 1268985 w 9635294"/>
              <a:gd name="connsiteY4459" fmla="*/ 953891 h 6211920"/>
              <a:gd name="connsiteX4460" fmla="*/ 1290981 w 9635294"/>
              <a:gd name="connsiteY4460" fmla="*/ 941286 h 6211920"/>
              <a:gd name="connsiteX4461" fmla="*/ 1287837 w 9635294"/>
              <a:gd name="connsiteY4461" fmla="*/ 935774 h 6211920"/>
              <a:gd name="connsiteX4462" fmla="*/ 1265819 w 9635294"/>
              <a:gd name="connsiteY4462" fmla="*/ 948384 h 6211920"/>
              <a:gd name="connsiteX4463" fmla="*/ 1264235 w 9635294"/>
              <a:gd name="connsiteY4463" fmla="*/ 945629 h 6211920"/>
              <a:gd name="connsiteX4464" fmla="*/ 1286263 w 9635294"/>
              <a:gd name="connsiteY4464" fmla="*/ 933012 h 6211920"/>
              <a:gd name="connsiteX4465" fmla="*/ 8323282 w 9635294"/>
              <a:gd name="connsiteY4465" fmla="*/ 927463 h 6211920"/>
              <a:gd name="connsiteX4466" fmla="*/ 8321732 w 9635294"/>
              <a:gd name="connsiteY4466" fmla="*/ 930218 h 6211920"/>
              <a:gd name="connsiteX4467" fmla="*/ 8321719 w 9635294"/>
              <a:gd name="connsiteY4467" fmla="*/ 930211 h 6211920"/>
              <a:gd name="connsiteX4468" fmla="*/ 1333634 w 9635294"/>
              <a:gd name="connsiteY4468" fmla="*/ 913720 h 6211920"/>
              <a:gd name="connsiteX4469" fmla="*/ 1335100 w 9635294"/>
              <a:gd name="connsiteY4469" fmla="*/ 916330 h 6211920"/>
              <a:gd name="connsiteX4470" fmla="*/ 1335098 w 9635294"/>
              <a:gd name="connsiteY4470" fmla="*/ 916331 h 6211920"/>
              <a:gd name="connsiteX4471" fmla="*/ 8304269 w 9635294"/>
              <a:gd name="connsiteY4471" fmla="*/ 909460 h 6211920"/>
              <a:gd name="connsiteX4472" fmla="*/ 8326432 w 9635294"/>
              <a:gd name="connsiteY4472" fmla="*/ 921925 h 6211920"/>
              <a:gd name="connsiteX4473" fmla="*/ 8323282 w 9635294"/>
              <a:gd name="connsiteY4473" fmla="*/ 927463 h 6211920"/>
              <a:gd name="connsiteX4474" fmla="*/ 8324844 w 9635294"/>
              <a:gd name="connsiteY4474" fmla="*/ 924687 h 6211920"/>
              <a:gd name="connsiteX4475" fmla="*/ 8302746 w 9635294"/>
              <a:gd name="connsiteY4475" fmla="*/ 912228 h 6211920"/>
              <a:gd name="connsiteX4476" fmla="*/ 8299634 w 9635294"/>
              <a:gd name="connsiteY4476" fmla="*/ 917759 h 6211920"/>
              <a:gd name="connsiteX4477" fmla="*/ 8321719 w 9635294"/>
              <a:gd name="connsiteY4477" fmla="*/ 930211 h 6211920"/>
              <a:gd name="connsiteX4478" fmla="*/ 8320144 w 9635294"/>
              <a:gd name="connsiteY4478" fmla="*/ 932980 h 6211920"/>
              <a:gd name="connsiteX4479" fmla="*/ 8298047 w 9635294"/>
              <a:gd name="connsiteY4479" fmla="*/ 920528 h 6211920"/>
              <a:gd name="connsiteX4480" fmla="*/ 1330440 w 9635294"/>
              <a:gd name="connsiteY4480" fmla="*/ 908025 h 6211920"/>
              <a:gd name="connsiteX4481" fmla="*/ 1333634 w 9635294"/>
              <a:gd name="connsiteY4481" fmla="*/ 913720 h 6211920"/>
              <a:gd name="connsiteX4482" fmla="*/ 1331989 w 9635294"/>
              <a:gd name="connsiteY4482" fmla="*/ 910793 h 6211920"/>
              <a:gd name="connsiteX4483" fmla="*/ 1309904 w 9635294"/>
              <a:gd name="connsiteY4483" fmla="*/ 923239 h 6211920"/>
              <a:gd name="connsiteX4484" fmla="*/ 1313028 w 9635294"/>
              <a:gd name="connsiteY4484" fmla="*/ 928764 h 6211920"/>
              <a:gd name="connsiteX4485" fmla="*/ 1335098 w 9635294"/>
              <a:gd name="connsiteY4485" fmla="*/ 916331 h 6211920"/>
              <a:gd name="connsiteX4486" fmla="*/ 1336650 w 9635294"/>
              <a:gd name="connsiteY4486" fmla="*/ 919099 h 6211920"/>
              <a:gd name="connsiteX4487" fmla="*/ 1314591 w 9635294"/>
              <a:gd name="connsiteY4487" fmla="*/ 931526 h 6211920"/>
              <a:gd name="connsiteX4488" fmla="*/ 1308335 w 9635294"/>
              <a:gd name="connsiteY4488" fmla="*/ 920471 h 6211920"/>
              <a:gd name="connsiteX4489" fmla="*/ 1330440 w 9635294"/>
              <a:gd name="connsiteY4489" fmla="*/ 908025 h 6211920"/>
              <a:gd name="connsiteX4490" fmla="*/ 8280571 w 9635294"/>
              <a:gd name="connsiteY4490" fmla="*/ 899832 h 6211920"/>
              <a:gd name="connsiteX4491" fmla="*/ 8280584 w 9635294"/>
              <a:gd name="connsiteY4491" fmla="*/ 899839 h 6211920"/>
              <a:gd name="connsiteX4492" fmla="*/ 8278836 w 9635294"/>
              <a:gd name="connsiteY4492" fmla="*/ 902958 h 6211920"/>
              <a:gd name="connsiteX4493" fmla="*/ 8255321 w 9635294"/>
              <a:gd name="connsiteY4493" fmla="*/ 893096 h 6211920"/>
              <a:gd name="connsiteX4494" fmla="*/ 8277473 w 9635294"/>
              <a:gd name="connsiteY4494" fmla="*/ 905389 h 6211920"/>
              <a:gd name="connsiteX4495" fmla="*/ 8278836 w 9635294"/>
              <a:gd name="connsiteY4495" fmla="*/ 902958 h 6211920"/>
              <a:gd name="connsiteX4496" fmla="*/ 8275949 w 9635294"/>
              <a:gd name="connsiteY4496" fmla="*/ 908158 h 6211920"/>
              <a:gd name="connsiteX4497" fmla="*/ 8253787 w 9635294"/>
              <a:gd name="connsiteY4497" fmla="*/ 895864 h 6211920"/>
              <a:gd name="connsiteX4498" fmla="*/ 8256839 w 9635294"/>
              <a:gd name="connsiteY4498" fmla="*/ 890359 h 6211920"/>
              <a:gd name="connsiteX4499" fmla="*/ 8255321 w 9635294"/>
              <a:gd name="connsiteY4499" fmla="*/ 893096 h 6211920"/>
              <a:gd name="connsiteX4500" fmla="*/ 8255311 w 9635294"/>
              <a:gd name="connsiteY4500" fmla="*/ 893090 h 6211920"/>
              <a:gd name="connsiteX4501" fmla="*/ 1376312 w 9635294"/>
              <a:gd name="connsiteY4501" fmla="*/ 886130 h 6211920"/>
              <a:gd name="connsiteX4502" fmla="*/ 1354131 w 9635294"/>
              <a:gd name="connsiteY4502" fmla="*/ 898423 h 6211920"/>
              <a:gd name="connsiteX4503" fmla="*/ 1357217 w 9635294"/>
              <a:gd name="connsiteY4503" fmla="*/ 903973 h 6211920"/>
              <a:gd name="connsiteX4504" fmla="*/ 1379379 w 9635294"/>
              <a:gd name="connsiteY4504" fmla="*/ 891693 h 6211920"/>
              <a:gd name="connsiteX4505" fmla="*/ 8259947 w 9635294"/>
              <a:gd name="connsiteY4505" fmla="*/ 884752 h 6211920"/>
              <a:gd name="connsiteX4506" fmla="*/ 8282108 w 9635294"/>
              <a:gd name="connsiteY4506" fmla="*/ 897064 h 6211920"/>
              <a:gd name="connsiteX4507" fmla="*/ 8280571 w 9635294"/>
              <a:gd name="connsiteY4507" fmla="*/ 899832 h 6211920"/>
              <a:gd name="connsiteX4508" fmla="*/ 8258423 w 9635294"/>
              <a:gd name="connsiteY4508" fmla="*/ 887527 h 6211920"/>
              <a:gd name="connsiteX4509" fmla="*/ 8256839 w 9635294"/>
              <a:gd name="connsiteY4509" fmla="*/ 890359 h 6211920"/>
              <a:gd name="connsiteX4510" fmla="*/ 1374782 w 9635294"/>
              <a:gd name="connsiteY4510" fmla="*/ 883355 h 6211920"/>
              <a:gd name="connsiteX4511" fmla="*/ 1380916 w 9635294"/>
              <a:gd name="connsiteY4511" fmla="*/ 894474 h 6211920"/>
              <a:gd name="connsiteX4512" fmla="*/ 1358762 w 9635294"/>
              <a:gd name="connsiteY4512" fmla="*/ 906748 h 6211920"/>
              <a:gd name="connsiteX4513" fmla="*/ 1352583 w 9635294"/>
              <a:gd name="connsiteY4513" fmla="*/ 895648 h 6211920"/>
              <a:gd name="connsiteX4514" fmla="*/ 1374782 w 9635294"/>
              <a:gd name="connsiteY4514" fmla="*/ 883355 h 6211920"/>
              <a:gd name="connsiteX4515" fmla="*/ 8236133 w 9635294"/>
              <a:gd name="connsiteY4515" fmla="*/ 875297 h 6211920"/>
              <a:gd name="connsiteX4516" fmla="*/ 8236134 w 9635294"/>
              <a:gd name="connsiteY4516" fmla="*/ 875297 h 6211920"/>
              <a:gd name="connsiteX4517" fmla="*/ 8234141 w 9635294"/>
              <a:gd name="connsiteY4517" fmla="*/ 878938 h 6211920"/>
              <a:gd name="connsiteX4518" fmla="*/ 1398544 w 9635294"/>
              <a:gd name="connsiteY4518" fmla="*/ 873919 h 6211920"/>
              <a:gd name="connsiteX4519" fmla="*/ 1400771 w 9635294"/>
              <a:gd name="connsiteY4519" fmla="*/ 877989 h 6211920"/>
              <a:gd name="connsiteX4520" fmla="*/ 1398543 w 9635294"/>
              <a:gd name="connsiteY4520" fmla="*/ 873919 h 6211920"/>
              <a:gd name="connsiteX4521" fmla="*/ 8210836 w 9635294"/>
              <a:gd name="connsiteY4521" fmla="*/ 868739 h 6211920"/>
              <a:gd name="connsiteX4522" fmla="*/ 8233086 w 9635294"/>
              <a:gd name="connsiteY4522" fmla="*/ 880866 h 6211920"/>
              <a:gd name="connsiteX4523" fmla="*/ 8234141 w 9635294"/>
              <a:gd name="connsiteY4523" fmla="*/ 878938 h 6211920"/>
              <a:gd name="connsiteX4524" fmla="*/ 8231562 w 9635294"/>
              <a:gd name="connsiteY4524" fmla="*/ 883653 h 6211920"/>
              <a:gd name="connsiteX4525" fmla="*/ 8209337 w 9635294"/>
              <a:gd name="connsiteY4525" fmla="*/ 871512 h 6211920"/>
              <a:gd name="connsiteX4526" fmla="*/ 8213846 w 9635294"/>
              <a:gd name="connsiteY4526" fmla="*/ 863136 h 6211920"/>
              <a:gd name="connsiteX4527" fmla="*/ 8213859 w 9635294"/>
              <a:gd name="connsiteY4527" fmla="*/ 863143 h 6211920"/>
              <a:gd name="connsiteX4528" fmla="*/ 8210836 w 9635294"/>
              <a:gd name="connsiteY4528" fmla="*/ 868739 h 6211920"/>
              <a:gd name="connsiteX4529" fmla="*/ 8210798 w 9635294"/>
              <a:gd name="connsiteY4529" fmla="*/ 868718 h 6211920"/>
              <a:gd name="connsiteX4530" fmla="*/ 8215369 w 9635294"/>
              <a:gd name="connsiteY4530" fmla="*/ 860349 h 6211920"/>
              <a:gd name="connsiteX4531" fmla="*/ 8237658 w 9635294"/>
              <a:gd name="connsiteY4531" fmla="*/ 872509 h 6211920"/>
              <a:gd name="connsiteX4532" fmla="*/ 8236133 w 9635294"/>
              <a:gd name="connsiteY4532" fmla="*/ 875297 h 6211920"/>
              <a:gd name="connsiteX4533" fmla="*/ 8213859 w 9635294"/>
              <a:gd name="connsiteY4533" fmla="*/ 863143 h 6211920"/>
              <a:gd name="connsiteX4534" fmla="*/ 1419314 w 9635294"/>
              <a:gd name="connsiteY4534" fmla="*/ 858990 h 6211920"/>
              <a:gd name="connsiteX4535" fmla="*/ 1425366 w 9635294"/>
              <a:gd name="connsiteY4535" fmla="*/ 870153 h 6211920"/>
              <a:gd name="connsiteX4536" fmla="*/ 1403115 w 9635294"/>
              <a:gd name="connsiteY4536" fmla="*/ 882275 h 6211920"/>
              <a:gd name="connsiteX4537" fmla="*/ 1400771 w 9635294"/>
              <a:gd name="connsiteY4537" fmla="*/ 877989 h 6211920"/>
              <a:gd name="connsiteX4538" fmla="*/ 1401591 w 9635294"/>
              <a:gd name="connsiteY4538" fmla="*/ 879488 h 6211920"/>
              <a:gd name="connsiteX4539" fmla="*/ 1423854 w 9635294"/>
              <a:gd name="connsiteY4539" fmla="*/ 867365 h 6211920"/>
              <a:gd name="connsiteX4540" fmla="*/ 1420826 w 9635294"/>
              <a:gd name="connsiteY4540" fmla="*/ 861784 h 6211920"/>
              <a:gd name="connsiteX4541" fmla="*/ 1398544 w 9635294"/>
              <a:gd name="connsiteY4541" fmla="*/ 873919 h 6211920"/>
              <a:gd name="connsiteX4542" fmla="*/ 1397019 w 9635294"/>
              <a:gd name="connsiteY4542" fmla="*/ 871131 h 6211920"/>
              <a:gd name="connsiteX4543" fmla="*/ 1419314 w 9635294"/>
              <a:gd name="connsiteY4543" fmla="*/ 858990 h 6211920"/>
              <a:gd name="connsiteX4544" fmla="*/ 8189996 w 9635294"/>
              <a:gd name="connsiteY4544" fmla="*/ 853867 h 6211920"/>
              <a:gd name="connsiteX4545" fmla="*/ 8188509 w 9635294"/>
              <a:gd name="connsiteY4545" fmla="*/ 856653 h 6211920"/>
              <a:gd name="connsiteX4546" fmla="*/ 8188496 w 9635294"/>
              <a:gd name="connsiteY4546" fmla="*/ 856646 h 6211920"/>
              <a:gd name="connsiteX4547" fmla="*/ 1444660 w 9635294"/>
              <a:gd name="connsiteY4547" fmla="*/ 852516 h 6211920"/>
              <a:gd name="connsiteX4548" fmla="*/ 1446164 w 9635294"/>
              <a:gd name="connsiteY4548" fmla="*/ 855312 h 6211920"/>
              <a:gd name="connsiteX4549" fmla="*/ 1446162 w 9635294"/>
              <a:gd name="connsiteY4549" fmla="*/ 855313 h 6211920"/>
              <a:gd name="connsiteX4550" fmla="*/ 1468508 w 9635294"/>
              <a:gd name="connsiteY4550" fmla="*/ 843351 h 6211920"/>
              <a:gd name="connsiteX4551" fmla="*/ 1470001 w 9635294"/>
              <a:gd name="connsiteY4551" fmla="*/ 846150 h 6211920"/>
              <a:gd name="connsiteX4552" fmla="*/ 1447668 w 9635294"/>
              <a:gd name="connsiteY4552" fmla="*/ 858107 h 6211920"/>
              <a:gd name="connsiteX4553" fmla="*/ 1446164 w 9635294"/>
              <a:gd name="connsiteY4553" fmla="*/ 855312 h 6211920"/>
              <a:gd name="connsiteX4554" fmla="*/ 1467410 w 9635294"/>
              <a:gd name="connsiteY4554" fmla="*/ 841291 h 6211920"/>
              <a:gd name="connsiteX4555" fmla="*/ 1468508 w 9635294"/>
              <a:gd name="connsiteY4555" fmla="*/ 843350 h 6211920"/>
              <a:gd name="connsiteX4556" fmla="*/ 1468508 w 9635294"/>
              <a:gd name="connsiteY4556" fmla="*/ 843351 h 6211920"/>
              <a:gd name="connsiteX4557" fmla="*/ 8170602 w 9635294"/>
              <a:gd name="connsiteY4557" fmla="*/ 836263 h 6211920"/>
              <a:gd name="connsiteX4558" fmla="*/ 8193018 w 9635294"/>
              <a:gd name="connsiteY4558" fmla="*/ 848265 h 6211920"/>
              <a:gd name="connsiteX4559" fmla="*/ 8189996 w 9635294"/>
              <a:gd name="connsiteY4559" fmla="*/ 853867 h 6211920"/>
              <a:gd name="connsiteX4560" fmla="*/ 8191494 w 9635294"/>
              <a:gd name="connsiteY4560" fmla="*/ 851059 h 6211920"/>
              <a:gd name="connsiteX4561" fmla="*/ 8169142 w 9635294"/>
              <a:gd name="connsiteY4561" fmla="*/ 839064 h 6211920"/>
              <a:gd name="connsiteX4562" fmla="*/ 8166157 w 9635294"/>
              <a:gd name="connsiteY4562" fmla="*/ 844671 h 6211920"/>
              <a:gd name="connsiteX4563" fmla="*/ 8188496 w 9635294"/>
              <a:gd name="connsiteY4563" fmla="*/ 856646 h 6211920"/>
              <a:gd name="connsiteX4564" fmla="*/ 8186985 w 9635294"/>
              <a:gd name="connsiteY4564" fmla="*/ 859447 h 6211920"/>
              <a:gd name="connsiteX4565" fmla="*/ 8164633 w 9635294"/>
              <a:gd name="connsiteY4565" fmla="*/ 847471 h 6211920"/>
              <a:gd name="connsiteX4566" fmla="*/ 1464025 w 9635294"/>
              <a:gd name="connsiteY4566" fmla="*/ 834942 h 6211920"/>
              <a:gd name="connsiteX4567" fmla="*/ 1467410 w 9635294"/>
              <a:gd name="connsiteY4567" fmla="*/ 841291 h 6211920"/>
              <a:gd name="connsiteX4568" fmla="*/ 1465517 w 9635294"/>
              <a:gd name="connsiteY4568" fmla="*/ 837743 h 6211920"/>
              <a:gd name="connsiteX4569" fmla="*/ 1443159 w 9635294"/>
              <a:gd name="connsiteY4569" fmla="*/ 849719 h 6211920"/>
              <a:gd name="connsiteX4570" fmla="*/ 1444660 w 9635294"/>
              <a:gd name="connsiteY4570" fmla="*/ 852516 h 6211920"/>
              <a:gd name="connsiteX4571" fmla="*/ 1441653 w 9635294"/>
              <a:gd name="connsiteY4571" fmla="*/ 846925 h 6211920"/>
              <a:gd name="connsiteX4572" fmla="*/ 1464025 w 9635294"/>
              <a:gd name="connsiteY4572" fmla="*/ 834942 h 6211920"/>
              <a:gd name="connsiteX4573" fmla="*/ 1489333 w 9635294"/>
              <a:gd name="connsiteY4573" fmla="*/ 828543 h 6211920"/>
              <a:gd name="connsiteX4574" fmla="*/ 1490881 w 9635294"/>
              <a:gd name="connsiteY4574" fmla="*/ 831469 h 6211920"/>
              <a:gd name="connsiteX4575" fmla="*/ 1490879 w 9635294"/>
              <a:gd name="connsiteY4575" fmla="*/ 831469 h 6211920"/>
              <a:gd name="connsiteX4576" fmla="*/ 8146714 w 9635294"/>
              <a:gd name="connsiteY4576" fmla="*/ 827151 h 6211920"/>
              <a:gd name="connsiteX4577" fmla="*/ 8146726 w 9635294"/>
              <a:gd name="connsiteY4577" fmla="*/ 827157 h 6211920"/>
              <a:gd name="connsiteX4578" fmla="*/ 8145304 w 9635294"/>
              <a:gd name="connsiteY4578" fmla="*/ 829833 h 6211920"/>
              <a:gd name="connsiteX4579" fmla="*/ 8121337 w 9635294"/>
              <a:gd name="connsiteY4579" fmla="*/ 820959 h 6211920"/>
              <a:gd name="connsiteX4580" fmla="*/ 8143742 w 9635294"/>
              <a:gd name="connsiteY4580" fmla="*/ 832771 h 6211920"/>
              <a:gd name="connsiteX4581" fmla="*/ 8145304 w 9635294"/>
              <a:gd name="connsiteY4581" fmla="*/ 829833 h 6211920"/>
              <a:gd name="connsiteX4582" fmla="*/ 8142282 w 9635294"/>
              <a:gd name="connsiteY4582" fmla="*/ 835578 h 6211920"/>
              <a:gd name="connsiteX4583" fmla="*/ 8119866 w 9635294"/>
              <a:gd name="connsiteY4583" fmla="*/ 823760 h 6211920"/>
              <a:gd name="connsiteX4584" fmla="*/ 1513299 w 9635294"/>
              <a:gd name="connsiteY4584" fmla="*/ 819665 h 6211920"/>
              <a:gd name="connsiteX4585" fmla="*/ 1514774 w 9635294"/>
              <a:gd name="connsiteY4585" fmla="*/ 822477 h 6211920"/>
              <a:gd name="connsiteX4586" fmla="*/ 1492365 w 9635294"/>
              <a:gd name="connsiteY4586" fmla="*/ 834276 h 6211920"/>
              <a:gd name="connsiteX4587" fmla="*/ 1490881 w 9635294"/>
              <a:gd name="connsiteY4587" fmla="*/ 831469 h 6211920"/>
              <a:gd name="connsiteX4588" fmla="*/ 1511458 w 9635294"/>
              <a:gd name="connsiteY4588" fmla="*/ 816157 h 6211920"/>
              <a:gd name="connsiteX4589" fmla="*/ 1513301 w 9635294"/>
              <a:gd name="connsiteY4589" fmla="*/ 819664 h 6211920"/>
              <a:gd name="connsiteX4590" fmla="*/ 1513299 w 9635294"/>
              <a:gd name="connsiteY4590" fmla="*/ 819665 h 6211920"/>
              <a:gd name="connsiteX4591" fmla="*/ 8124247 w 9635294"/>
              <a:gd name="connsiteY4591" fmla="*/ 815327 h 6211920"/>
              <a:gd name="connsiteX4592" fmla="*/ 8124284 w 9635294"/>
              <a:gd name="connsiteY4592" fmla="*/ 815347 h 6211920"/>
              <a:gd name="connsiteX4593" fmla="*/ 8121337 w 9635294"/>
              <a:gd name="connsiteY4593" fmla="*/ 820959 h 6211920"/>
              <a:gd name="connsiteX4594" fmla="*/ 8121326 w 9635294"/>
              <a:gd name="connsiteY4594" fmla="*/ 820953 h 6211920"/>
              <a:gd name="connsiteX4595" fmla="*/ 8125771 w 9635294"/>
              <a:gd name="connsiteY4595" fmla="*/ 812514 h 6211920"/>
              <a:gd name="connsiteX4596" fmla="*/ 8148187 w 9635294"/>
              <a:gd name="connsiteY4596" fmla="*/ 824351 h 6211920"/>
              <a:gd name="connsiteX4597" fmla="*/ 8146714 w 9635294"/>
              <a:gd name="connsiteY4597" fmla="*/ 827151 h 6211920"/>
              <a:gd name="connsiteX4598" fmla="*/ 8124284 w 9635294"/>
              <a:gd name="connsiteY4598" fmla="*/ 815347 h 6211920"/>
              <a:gd name="connsiteX4599" fmla="*/ 1508874 w 9635294"/>
              <a:gd name="connsiteY4599" fmla="*/ 811232 h 6211920"/>
              <a:gd name="connsiteX4600" fmla="*/ 1511458 w 9635294"/>
              <a:gd name="connsiteY4600" fmla="*/ 816157 h 6211920"/>
              <a:gd name="connsiteX4601" fmla="*/ 1510349 w 9635294"/>
              <a:gd name="connsiteY4601" fmla="*/ 814045 h 6211920"/>
              <a:gd name="connsiteX4602" fmla="*/ 1487913 w 9635294"/>
              <a:gd name="connsiteY4602" fmla="*/ 825856 h 6211920"/>
              <a:gd name="connsiteX4603" fmla="*/ 1489333 w 9635294"/>
              <a:gd name="connsiteY4603" fmla="*/ 828543 h 6211920"/>
              <a:gd name="connsiteX4604" fmla="*/ 1486427 w 9635294"/>
              <a:gd name="connsiteY4604" fmla="*/ 823049 h 6211920"/>
              <a:gd name="connsiteX4605" fmla="*/ 1508874 w 9635294"/>
              <a:gd name="connsiteY4605" fmla="*/ 811232 h 6211920"/>
              <a:gd name="connsiteX4606" fmla="*/ 8077432 w 9635294"/>
              <a:gd name="connsiteY4606" fmla="*/ 795365 h 6211920"/>
              <a:gd name="connsiteX4607" fmla="*/ 8076306 w 9635294"/>
              <a:gd name="connsiteY4607" fmla="*/ 797542 h 6211920"/>
              <a:gd name="connsiteX4608" fmla="*/ 8076305 w 9635294"/>
              <a:gd name="connsiteY4608" fmla="*/ 797541 h 6211920"/>
              <a:gd name="connsiteX4609" fmla="*/ 1555370 w 9635294"/>
              <a:gd name="connsiteY4609" fmla="*/ 790651 h 6211920"/>
              <a:gd name="connsiteX4610" fmla="*/ 1532839 w 9635294"/>
              <a:gd name="connsiteY4610" fmla="*/ 802310 h 6211920"/>
              <a:gd name="connsiteX4611" fmla="*/ 1535767 w 9635294"/>
              <a:gd name="connsiteY4611" fmla="*/ 807942 h 6211920"/>
              <a:gd name="connsiteX4612" fmla="*/ 1558278 w 9635294"/>
              <a:gd name="connsiteY4612" fmla="*/ 796296 h 6211920"/>
              <a:gd name="connsiteX4613" fmla="*/ 8080686 w 9635294"/>
              <a:gd name="connsiteY4613" fmla="*/ 789076 h 6211920"/>
              <a:gd name="connsiteX4614" fmla="*/ 8103229 w 9635294"/>
              <a:gd name="connsiteY4614" fmla="*/ 800760 h 6211920"/>
              <a:gd name="connsiteX4615" fmla="*/ 8097387 w 9635294"/>
              <a:gd name="connsiteY4615" fmla="*/ 812025 h 6211920"/>
              <a:gd name="connsiteX4616" fmla="*/ 8074844 w 9635294"/>
              <a:gd name="connsiteY4616" fmla="*/ 800367 h 6211920"/>
              <a:gd name="connsiteX4617" fmla="*/ 8076306 w 9635294"/>
              <a:gd name="connsiteY4617" fmla="*/ 797542 h 6211920"/>
              <a:gd name="connsiteX4618" fmla="*/ 8098847 w 9635294"/>
              <a:gd name="connsiteY4618" fmla="*/ 809206 h 6211920"/>
              <a:gd name="connsiteX4619" fmla="*/ 8101769 w 9635294"/>
              <a:gd name="connsiteY4619" fmla="*/ 803573 h 6211920"/>
              <a:gd name="connsiteX4620" fmla="*/ 8079226 w 9635294"/>
              <a:gd name="connsiteY4620" fmla="*/ 791902 h 6211920"/>
              <a:gd name="connsiteX4621" fmla="*/ 8077432 w 9635294"/>
              <a:gd name="connsiteY4621" fmla="*/ 795365 h 6211920"/>
              <a:gd name="connsiteX4622" fmla="*/ 1553915 w 9635294"/>
              <a:gd name="connsiteY4622" fmla="*/ 787825 h 6211920"/>
              <a:gd name="connsiteX4623" fmla="*/ 1559733 w 9635294"/>
              <a:gd name="connsiteY4623" fmla="*/ 799116 h 6211920"/>
              <a:gd name="connsiteX4624" fmla="*/ 1537227 w 9635294"/>
              <a:gd name="connsiteY4624" fmla="*/ 810762 h 6211920"/>
              <a:gd name="connsiteX4625" fmla="*/ 1531373 w 9635294"/>
              <a:gd name="connsiteY4625" fmla="*/ 799490 h 6211920"/>
              <a:gd name="connsiteX4626" fmla="*/ 1553915 w 9635294"/>
              <a:gd name="connsiteY4626" fmla="*/ 787825 h 6211920"/>
              <a:gd name="connsiteX4627" fmla="*/ 8055120 w 9635294"/>
              <a:gd name="connsiteY4627" fmla="*/ 783271 h 6211920"/>
              <a:gd name="connsiteX4628" fmla="*/ 8053762 w 9635294"/>
              <a:gd name="connsiteY4628" fmla="*/ 785959 h 6211920"/>
              <a:gd name="connsiteX4629" fmla="*/ 8053749 w 9635294"/>
              <a:gd name="connsiteY4629" fmla="*/ 785953 h 6211920"/>
              <a:gd name="connsiteX4630" fmla="*/ 1577951 w 9635294"/>
              <a:gd name="connsiteY4630" fmla="*/ 779069 h 6211920"/>
              <a:gd name="connsiteX4631" fmla="*/ 1580145 w 9635294"/>
              <a:gd name="connsiteY4631" fmla="*/ 783368 h 6211920"/>
              <a:gd name="connsiteX4632" fmla="*/ 1577950 w 9635294"/>
              <a:gd name="connsiteY4632" fmla="*/ 779069 h 6211920"/>
              <a:gd name="connsiteX4633" fmla="*/ 1603442 w 9635294"/>
              <a:gd name="connsiteY4633" fmla="*/ 773241 h 6211920"/>
              <a:gd name="connsiteX4634" fmla="*/ 1604874 w 9635294"/>
              <a:gd name="connsiteY4634" fmla="*/ 776072 h 6211920"/>
              <a:gd name="connsiteX4635" fmla="*/ 1582281 w 9635294"/>
              <a:gd name="connsiteY4635" fmla="*/ 787552 h 6211920"/>
              <a:gd name="connsiteX4636" fmla="*/ 1580145 w 9635294"/>
              <a:gd name="connsiteY4636" fmla="*/ 783368 h 6211920"/>
              <a:gd name="connsiteX4637" fmla="*/ 1580839 w 9635294"/>
              <a:gd name="connsiteY4637" fmla="*/ 784727 h 6211920"/>
              <a:gd name="connsiteX4638" fmla="*/ 1600576 w 9635294"/>
              <a:gd name="connsiteY4638" fmla="*/ 767569 h 6211920"/>
              <a:gd name="connsiteX4639" fmla="*/ 1603445 w 9635294"/>
              <a:gd name="connsiteY4639" fmla="*/ 773239 h 6211920"/>
              <a:gd name="connsiteX4640" fmla="*/ 1603442 w 9635294"/>
              <a:gd name="connsiteY4640" fmla="*/ 773241 h 6211920"/>
              <a:gd name="connsiteX4641" fmla="*/ 1600574 w 9635294"/>
              <a:gd name="connsiteY4641" fmla="*/ 767570 h 6211920"/>
              <a:gd name="connsiteX4642" fmla="*/ 8035411 w 9635294"/>
              <a:gd name="connsiteY4642" fmla="*/ 765950 h 6211920"/>
              <a:gd name="connsiteX4643" fmla="*/ 8058081 w 9635294"/>
              <a:gd name="connsiteY4643" fmla="*/ 777475 h 6211920"/>
              <a:gd name="connsiteX4644" fmla="*/ 8055120 w 9635294"/>
              <a:gd name="connsiteY4644" fmla="*/ 783271 h 6211920"/>
              <a:gd name="connsiteX4645" fmla="*/ 8056619 w 9635294"/>
              <a:gd name="connsiteY4645" fmla="*/ 780301 h 6211920"/>
              <a:gd name="connsiteX4646" fmla="*/ 8034014 w 9635294"/>
              <a:gd name="connsiteY4646" fmla="*/ 768782 h 6211920"/>
              <a:gd name="connsiteX4647" fmla="*/ 8031157 w 9635294"/>
              <a:gd name="connsiteY4647" fmla="*/ 774452 h 6211920"/>
              <a:gd name="connsiteX4648" fmla="*/ 8053749 w 9635294"/>
              <a:gd name="connsiteY4648" fmla="*/ 785953 h 6211920"/>
              <a:gd name="connsiteX4649" fmla="*/ 8052302 w 9635294"/>
              <a:gd name="connsiteY4649" fmla="*/ 788784 h 6211920"/>
              <a:gd name="connsiteX4650" fmla="*/ 8029696 w 9635294"/>
              <a:gd name="connsiteY4650" fmla="*/ 777285 h 6211920"/>
              <a:gd name="connsiteX4651" fmla="*/ 1599140 w 9635294"/>
              <a:gd name="connsiteY4651" fmla="*/ 764737 h 6211920"/>
              <a:gd name="connsiteX4652" fmla="*/ 1600574 w 9635294"/>
              <a:gd name="connsiteY4652" fmla="*/ 767570 h 6211920"/>
              <a:gd name="connsiteX4653" fmla="*/ 1577951 w 9635294"/>
              <a:gd name="connsiteY4653" fmla="*/ 779069 h 6211920"/>
              <a:gd name="connsiteX4654" fmla="*/ 1576508 w 9635294"/>
              <a:gd name="connsiteY4654" fmla="*/ 776243 h 6211920"/>
              <a:gd name="connsiteX4655" fmla="*/ 1599140 w 9635294"/>
              <a:gd name="connsiteY4655" fmla="*/ 764737 h 6211920"/>
              <a:gd name="connsiteX4656" fmla="*/ 8011334 w 9635294"/>
              <a:gd name="connsiteY4656" fmla="*/ 757353 h 6211920"/>
              <a:gd name="connsiteX4657" fmla="*/ 8011344 w 9635294"/>
              <a:gd name="connsiteY4657" fmla="*/ 757358 h 6211920"/>
              <a:gd name="connsiteX4658" fmla="*/ 8010115 w 9635294"/>
              <a:gd name="connsiteY4658" fmla="*/ 759800 h 6211920"/>
              <a:gd name="connsiteX4659" fmla="*/ 1623214 w 9635294"/>
              <a:gd name="connsiteY4659" fmla="*/ 756164 h 6211920"/>
              <a:gd name="connsiteX4660" fmla="*/ 1624149 w 9635294"/>
              <a:gd name="connsiteY4660" fmla="*/ 758027 h 6211920"/>
              <a:gd name="connsiteX4661" fmla="*/ 1623213 w 9635294"/>
              <a:gd name="connsiteY4661" fmla="*/ 756164 h 6211920"/>
              <a:gd name="connsiteX4662" fmla="*/ 7985831 w 9635294"/>
              <a:gd name="connsiteY4662" fmla="*/ 751707 h 6211920"/>
              <a:gd name="connsiteX4663" fmla="*/ 8008487 w 9635294"/>
              <a:gd name="connsiteY4663" fmla="*/ 763035 h 6211920"/>
              <a:gd name="connsiteX4664" fmla="*/ 8010115 w 9635294"/>
              <a:gd name="connsiteY4664" fmla="*/ 759800 h 6211920"/>
              <a:gd name="connsiteX4665" fmla="*/ 8007090 w 9635294"/>
              <a:gd name="connsiteY4665" fmla="*/ 765873 h 6211920"/>
              <a:gd name="connsiteX4666" fmla="*/ 7984420 w 9635294"/>
              <a:gd name="connsiteY4666" fmla="*/ 754545 h 6211920"/>
              <a:gd name="connsiteX4667" fmla="*/ 1647314 w 9635294"/>
              <a:gd name="connsiteY4667" fmla="*/ 747681 h 6211920"/>
              <a:gd name="connsiteX4668" fmla="*/ 1650143 w 9635294"/>
              <a:gd name="connsiteY4668" fmla="*/ 753364 h 6211920"/>
              <a:gd name="connsiteX4669" fmla="*/ 1627487 w 9635294"/>
              <a:gd name="connsiteY4669" fmla="*/ 764680 h 6211920"/>
              <a:gd name="connsiteX4670" fmla="*/ 1624149 w 9635294"/>
              <a:gd name="connsiteY4670" fmla="*/ 758027 h 6211920"/>
              <a:gd name="connsiteX4671" fmla="*/ 1626064 w 9635294"/>
              <a:gd name="connsiteY4671" fmla="*/ 761841 h 6211920"/>
              <a:gd name="connsiteX4672" fmla="*/ 1648728 w 9635294"/>
              <a:gd name="connsiteY4672" fmla="*/ 750526 h 6211920"/>
              <a:gd name="connsiteX4673" fmla="*/ 7988611 w 9635294"/>
              <a:gd name="connsiteY4673" fmla="*/ 746017 h 6211920"/>
              <a:gd name="connsiteX4674" fmla="*/ 7988649 w 9635294"/>
              <a:gd name="connsiteY4674" fmla="*/ 746036 h 6211920"/>
              <a:gd name="connsiteX4675" fmla="*/ 7985831 w 9635294"/>
              <a:gd name="connsiteY4675" fmla="*/ 751707 h 6211920"/>
              <a:gd name="connsiteX4676" fmla="*/ 7985818 w 9635294"/>
              <a:gd name="connsiteY4676" fmla="*/ 751700 h 6211920"/>
              <a:gd name="connsiteX4677" fmla="*/ 1645901 w 9635294"/>
              <a:gd name="connsiteY4677" fmla="*/ 744836 h 6211920"/>
              <a:gd name="connsiteX4678" fmla="*/ 1647314 w 9635294"/>
              <a:gd name="connsiteY4678" fmla="*/ 747681 h 6211920"/>
              <a:gd name="connsiteX4679" fmla="*/ 1645899 w 9635294"/>
              <a:gd name="connsiteY4679" fmla="*/ 744837 h 6211920"/>
              <a:gd name="connsiteX4680" fmla="*/ 7990072 w 9635294"/>
              <a:gd name="connsiteY4680" fmla="*/ 743172 h 6211920"/>
              <a:gd name="connsiteX4681" fmla="*/ 8012742 w 9635294"/>
              <a:gd name="connsiteY4681" fmla="*/ 754526 h 6211920"/>
              <a:gd name="connsiteX4682" fmla="*/ 8011334 w 9635294"/>
              <a:gd name="connsiteY4682" fmla="*/ 757353 h 6211920"/>
              <a:gd name="connsiteX4683" fmla="*/ 7988649 w 9635294"/>
              <a:gd name="connsiteY4683" fmla="*/ 746036 h 6211920"/>
              <a:gd name="connsiteX4684" fmla="*/ 1644485 w 9635294"/>
              <a:gd name="connsiteY4684" fmla="*/ 741998 h 6211920"/>
              <a:gd name="connsiteX4685" fmla="*/ 1645899 w 9635294"/>
              <a:gd name="connsiteY4685" fmla="*/ 744837 h 6211920"/>
              <a:gd name="connsiteX4686" fmla="*/ 1623214 w 9635294"/>
              <a:gd name="connsiteY4686" fmla="*/ 756164 h 6211920"/>
              <a:gd name="connsiteX4687" fmla="*/ 1621791 w 9635294"/>
              <a:gd name="connsiteY4687" fmla="*/ 753326 h 6211920"/>
              <a:gd name="connsiteX4688" fmla="*/ 1644485 w 9635294"/>
              <a:gd name="connsiteY4688" fmla="*/ 741998 h 6211920"/>
              <a:gd name="connsiteX4689" fmla="*/ 1668636 w 9635294"/>
              <a:gd name="connsiteY4689" fmla="*/ 733589 h 6211920"/>
              <a:gd name="connsiteX4690" fmla="*/ 1671442 w 9635294"/>
              <a:gd name="connsiteY4690" fmla="*/ 739286 h 6211920"/>
              <a:gd name="connsiteX4691" fmla="*/ 1671441 w 9635294"/>
              <a:gd name="connsiteY4691" fmla="*/ 739286 h 6211920"/>
              <a:gd name="connsiteX4692" fmla="*/ 1668634 w 9635294"/>
              <a:gd name="connsiteY4692" fmla="*/ 733590 h 6211920"/>
              <a:gd name="connsiteX4693" fmla="*/ 7943081 w 9635294"/>
              <a:gd name="connsiteY4693" fmla="*/ 723563 h 6211920"/>
              <a:gd name="connsiteX4694" fmla="*/ 7943093 w 9635294"/>
              <a:gd name="connsiteY4694" fmla="*/ 723569 h 6211920"/>
              <a:gd name="connsiteX4695" fmla="*/ 7940326 w 9635294"/>
              <a:gd name="connsiteY4695" fmla="*/ 729285 h 6211920"/>
              <a:gd name="connsiteX4696" fmla="*/ 7940288 w 9635294"/>
              <a:gd name="connsiteY4696" fmla="*/ 729266 h 6211920"/>
              <a:gd name="connsiteX4697" fmla="*/ 7944479 w 9635294"/>
              <a:gd name="connsiteY4697" fmla="*/ 720706 h 6211920"/>
              <a:gd name="connsiteX4698" fmla="*/ 7967275 w 9635294"/>
              <a:gd name="connsiteY4698" fmla="*/ 731901 h 6211920"/>
              <a:gd name="connsiteX4699" fmla="*/ 7961687 w 9635294"/>
              <a:gd name="connsiteY4699" fmla="*/ 743293 h 6211920"/>
              <a:gd name="connsiteX4700" fmla="*/ 7938955 w 9635294"/>
              <a:gd name="connsiteY4700" fmla="*/ 732117 h 6211920"/>
              <a:gd name="connsiteX4701" fmla="*/ 7940326 w 9635294"/>
              <a:gd name="connsiteY4701" fmla="*/ 729285 h 6211920"/>
              <a:gd name="connsiteX4702" fmla="*/ 7963084 w 9635294"/>
              <a:gd name="connsiteY4702" fmla="*/ 740442 h 6211920"/>
              <a:gd name="connsiteX4703" fmla="*/ 7965878 w 9635294"/>
              <a:gd name="connsiteY4703" fmla="*/ 734746 h 6211920"/>
              <a:gd name="connsiteX4704" fmla="*/ 7943093 w 9635294"/>
              <a:gd name="connsiteY4704" fmla="*/ 723569 h 6211920"/>
              <a:gd name="connsiteX4705" fmla="*/ 1690015 w 9635294"/>
              <a:gd name="connsiteY4705" fmla="*/ 719563 h 6211920"/>
              <a:gd name="connsiteX4706" fmla="*/ 1695590 w 9635294"/>
              <a:gd name="connsiteY4706" fmla="*/ 730974 h 6211920"/>
              <a:gd name="connsiteX4707" fmla="*/ 1672845 w 9635294"/>
              <a:gd name="connsiteY4707" fmla="*/ 742131 h 6211920"/>
              <a:gd name="connsiteX4708" fmla="*/ 1671442 w 9635294"/>
              <a:gd name="connsiteY4708" fmla="*/ 739286 h 6211920"/>
              <a:gd name="connsiteX4709" fmla="*/ 1694193 w 9635294"/>
              <a:gd name="connsiteY4709" fmla="*/ 728123 h 6211920"/>
              <a:gd name="connsiteX4710" fmla="*/ 1691405 w 9635294"/>
              <a:gd name="connsiteY4710" fmla="*/ 722420 h 6211920"/>
              <a:gd name="connsiteX4711" fmla="*/ 1668636 w 9635294"/>
              <a:gd name="connsiteY4711" fmla="*/ 733589 h 6211920"/>
              <a:gd name="connsiteX4712" fmla="*/ 1667232 w 9635294"/>
              <a:gd name="connsiteY4712" fmla="*/ 730739 h 6211920"/>
              <a:gd name="connsiteX4713" fmla="*/ 1690015 w 9635294"/>
              <a:gd name="connsiteY4713" fmla="*/ 719563 h 6211920"/>
              <a:gd name="connsiteX4714" fmla="*/ 7919764 w 9635294"/>
              <a:gd name="connsiteY4714" fmla="*/ 713517 h 6211920"/>
              <a:gd name="connsiteX4715" fmla="*/ 7917492 w 9635294"/>
              <a:gd name="connsiteY4715" fmla="*/ 718166 h 6211920"/>
              <a:gd name="connsiteX4716" fmla="*/ 7917491 w 9635294"/>
              <a:gd name="connsiteY4716" fmla="*/ 718166 h 6211920"/>
              <a:gd name="connsiteX4717" fmla="*/ 1714231 w 9635294"/>
              <a:gd name="connsiteY4717" fmla="*/ 711325 h 6211920"/>
              <a:gd name="connsiteX4718" fmla="*/ 1716997 w 9635294"/>
              <a:gd name="connsiteY4718" fmla="*/ 717042 h 6211920"/>
              <a:gd name="connsiteX4719" fmla="*/ 1716996 w 9635294"/>
              <a:gd name="connsiteY4719" fmla="*/ 717042 h 6211920"/>
              <a:gd name="connsiteX4720" fmla="*/ 1714227 w 9635294"/>
              <a:gd name="connsiteY4720" fmla="*/ 711327 h 6211920"/>
              <a:gd name="connsiteX4721" fmla="*/ 7894658 w 9635294"/>
              <a:gd name="connsiteY4721" fmla="*/ 707155 h 6211920"/>
              <a:gd name="connsiteX4722" fmla="*/ 7917491 w 9635294"/>
              <a:gd name="connsiteY4722" fmla="*/ 718166 h 6211920"/>
              <a:gd name="connsiteX4723" fmla="*/ 7916094 w 9635294"/>
              <a:gd name="connsiteY4723" fmla="*/ 721023 h 6211920"/>
              <a:gd name="connsiteX4724" fmla="*/ 7893298 w 9635294"/>
              <a:gd name="connsiteY4724" fmla="*/ 710006 h 6211920"/>
              <a:gd name="connsiteX4725" fmla="*/ 7897362 w 9635294"/>
              <a:gd name="connsiteY4725" fmla="*/ 701421 h 6211920"/>
              <a:gd name="connsiteX4726" fmla="*/ 7897387 w 9635294"/>
              <a:gd name="connsiteY4726" fmla="*/ 701433 h 6211920"/>
              <a:gd name="connsiteX4727" fmla="*/ 7894658 w 9635294"/>
              <a:gd name="connsiteY4727" fmla="*/ 707155 h 6211920"/>
              <a:gd name="connsiteX4728" fmla="*/ 7894632 w 9635294"/>
              <a:gd name="connsiteY4728" fmla="*/ 707142 h 6211920"/>
              <a:gd name="connsiteX4729" fmla="*/ 7898759 w 9635294"/>
              <a:gd name="connsiteY4729" fmla="*/ 698557 h 6211920"/>
              <a:gd name="connsiteX4730" fmla="*/ 7921682 w 9635294"/>
              <a:gd name="connsiteY4730" fmla="*/ 709594 h 6211920"/>
              <a:gd name="connsiteX4731" fmla="*/ 7919764 w 9635294"/>
              <a:gd name="connsiteY4731" fmla="*/ 713517 h 6211920"/>
              <a:gd name="connsiteX4732" fmla="*/ 7920285 w 9635294"/>
              <a:gd name="connsiteY4732" fmla="*/ 712451 h 6211920"/>
              <a:gd name="connsiteX4733" fmla="*/ 7897387 w 9635294"/>
              <a:gd name="connsiteY4733" fmla="*/ 701433 h 6211920"/>
              <a:gd name="connsiteX4734" fmla="*/ 1735729 w 9635294"/>
              <a:gd name="connsiteY4734" fmla="*/ 697446 h 6211920"/>
              <a:gd name="connsiteX4735" fmla="*/ 1741215 w 9635294"/>
              <a:gd name="connsiteY4735" fmla="*/ 708901 h 6211920"/>
              <a:gd name="connsiteX4736" fmla="*/ 1718380 w 9635294"/>
              <a:gd name="connsiteY4736" fmla="*/ 719900 h 6211920"/>
              <a:gd name="connsiteX4737" fmla="*/ 1716997 w 9635294"/>
              <a:gd name="connsiteY4737" fmla="*/ 717042 h 6211920"/>
              <a:gd name="connsiteX4738" fmla="*/ 1739844 w 9635294"/>
              <a:gd name="connsiteY4738" fmla="*/ 706038 h 6211920"/>
              <a:gd name="connsiteX4739" fmla="*/ 1737100 w 9635294"/>
              <a:gd name="connsiteY4739" fmla="*/ 700310 h 6211920"/>
              <a:gd name="connsiteX4740" fmla="*/ 1714231 w 9635294"/>
              <a:gd name="connsiteY4740" fmla="*/ 711325 h 6211920"/>
              <a:gd name="connsiteX4741" fmla="*/ 1712850 w 9635294"/>
              <a:gd name="connsiteY4741" fmla="*/ 708470 h 6211920"/>
              <a:gd name="connsiteX4742" fmla="*/ 1735729 w 9635294"/>
              <a:gd name="connsiteY4742" fmla="*/ 697446 h 6211920"/>
              <a:gd name="connsiteX4743" fmla="*/ 1761275 w 9635294"/>
              <a:gd name="connsiteY4743" fmla="*/ 692105 h 6211920"/>
              <a:gd name="connsiteX4744" fmla="*/ 1762713 w 9635294"/>
              <a:gd name="connsiteY4744" fmla="*/ 695127 h 6211920"/>
              <a:gd name="connsiteX4745" fmla="*/ 1762710 w 9635294"/>
              <a:gd name="connsiteY4745" fmla="*/ 695128 h 6211920"/>
              <a:gd name="connsiteX4746" fmla="*/ 7874477 w 9635294"/>
              <a:gd name="connsiteY4746" fmla="*/ 690468 h 6211920"/>
              <a:gd name="connsiteX4747" fmla="*/ 7874502 w 9635294"/>
              <a:gd name="connsiteY4747" fmla="*/ 690480 h 6211920"/>
              <a:gd name="connsiteX4748" fmla="*/ 7871771 w 9635294"/>
              <a:gd name="connsiteY4748" fmla="*/ 696214 h 6211920"/>
              <a:gd name="connsiteX4749" fmla="*/ 7871746 w 9635294"/>
              <a:gd name="connsiteY4749" fmla="*/ 696203 h 6211920"/>
              <a:gd name="connsiteX4750" fmla="*/ 7848862 w 9635294"/>
              <a:gd name="connsiteY4750" fmla="*/ 685375 h 6211920"/>
              <a:gd name="connsiteX4751" fmla="*/ 7871746 w 9635294"/>
              <a:gd name="connsiteY4751" fmla="*/ 696203 h 6211920"/>
              <a:gd name="connsiteX4752" fmla="*/ 7870374 w 9635294"/>
              <a:gd name="connsiteY4752" fmla="*/ 699084 h 6211920"/>
              <a:gd name="connsiteX4753" fmla="*/ 7847514 w 9635294"/>
              <a:gd name="connsiteY4753" fmla="*/ 688245 h 6211920"/>
              <a:gd name="connsiteX4754" fmla="*/ 1785607 w 9635294"/>
              <a:gd name="connsiteY4754" fmla="*/ 684296 h 6211920"/>
              <a:gd name="connsiteX4755" fmla="*/ 1786960 w 9635294"/>
              <a:gd name="connsiteY4755" fmla="*/ 687172 h 6211920"/>
              <a:gd name="connsiteX4756" fmla="*/ 1764075 w 9635294"/>
              <a:gd name="connsiteY4756" fmla="*/ 697992 h 6211920"/>
              <a:gd name="connsiteX4757" fmla="*/ 1762713 w 9635294"/>
              <a:gd name="connsiteY4757" fmla="*/ 695127 h 6211920"/>
              <a:gd name="connsiteX4758" fmla="*/ 7850220 w 9635294"/>
              <a:gd name="connsiteY4758" fmla="*/ 682484 h 6211920"/>
              <a:gd name="connsiteX4759" fmla="*/ 7848862 w 9635294"/>
              <a:gd name="connsiteY4759" fmla="*/ 685375 h 6211920"/>
              <a:gd name="connsiteX4760" fmla="*/ 7848848 w 9635294"/>
              <a:gd name="connsiteY4760" fmla="*/ 685368 h 6211920"/>
              <a:gd name="connsiteX4761" fmla="*/ 1783898 w 9635294"/>
              <a:gd name="connsiteY4761" fmla="*/ 680665 h 6211920"/>
              <a:gd name="connsiteX4762" fmla="*/ 1785608 w 9635294"/>
              <a:gd name="connsiteY4762" fmla="*/ 684295 h 6211920"/>
              <a:gd name="connsiteX4763" fmla="*/ 1785607 w 9635294"/>
              <a:gd name="connsiteY4763" fmla="*/ 684296 h 6211920"/>
              <a:gd name="connsiteX4764" fmla="*/ 7852912 w 9635294"/>
              <a:gd name="connsiteY4764" fmla="*/ 676751 h 6211920"/>
              <a:gd name="connsiteX4765" fmla="*/ 7875835 w 9635294"/>
              <a:gd name="connsiteY4765" fmla="*/ 687616 h 6211920"/>
              <a:gd name="connsiteX4766" fmla="*/ 7874477 w 9635294"/>
              <a:gd name="connsiteY4766" fmla="*/ 690468 h 6211920"/>
              <a:gd name="connsiteX4767" fmla="*/ 7851578 w 9635294"/>
              <a:gd name="connsiteY4767" fmla="*/ 679628 h 6211920"/>
              <a:gd name="connsiteX4768" fmla="*/ 7850220 w 9635294"/>
              <a:gd name="connsiteY4768" fmla="*/ 682484 h 6211920"/>
              <a:gd name="connsiteX4769" fmla="*/ 1781550 w 9635294"/>
              <a:gd name="connsiteY4769" fmla="*/ 675678 h 6211920"/>
              <a:gd name="connsiteX4770" fmla="*/ 1783898 w 9635294"/>
              <a:gd name="connsiteY4770" fmla="*/ 680665 h 6211920"/>
              <a:gd name="connsiteX4771" fmla="*/ 1782903 w 9635294"/>
              <a:gd name="connsiteY4771" fmla="*/ 678555 h 6211920"/>
              <a:gd name="connsiteX4772" fmla="*/ 1759985 w 9635294"/>
              <a:gd name="connsiteY4772" fmla="*/ 689388 h 6211920"/>
              <a:gd name="connsiteX4773" fmla="*/ 1761275 w 9635294"/>
              <a:gd name="connsiteY4773" fmla="*/ 692105 h 6211920"/>
              <a:gd name="connsiteX4774" fmla="*/ 1758620 w 9635294"/>
              <a:gd name="connsiteY4774" fmla="*/ 686524 h 6211920"/>
              <a:gd name="connsiteX4775" fmla="*/ 1781550 w 9635294"/>
              <a:gd name="connsiteY4775" fmla="*/ 675678 h 6211920"/>
              <a:gd name="connsiteX4776" fmla="*/ 1807340 w 9635294"/>
              <a:gd name="connsiteY4776" fmla="*/ 670950 h 6211920"/>
              <a:gd name="connsiteX4777" fmla="*/ 1808554 w 9635294"/>
              <a:gd name="connsiteY4777" fmla="*/ 673550 h 6211920"/>
              <a:gd name="connsiteX4778" fmla="*/ 1808550 w 9635294"/>
              <a:gd name="connsiteY4778" fmla="*/ 673551 h 6211920"/>
              <a:gd name="connsiteX4779" fmla="*/ 7828578 w 9635294"/>
              <a:gd name="connsiteY4779" fmla="*/ 668846 h 6211920"/>
              <a:gd name="connsiteX4780" fmla="*/ 7828592 w 9635294"/>
              <a:gd name="connsiteY4780" fmla="*/ 668852 h 6211920"/>
              <a:gd name="connsiteX4781" fmla="*/ 7827174 w 9635294"/>
              <a:gd name="connsiteY4781" fmla="*/ 671840 h 6211920"/>
              <a:gd name="connsiteX4782" fmla="*/ 7802874 w 9635294"/>
              <a:gd name="connsiteY4782" fmla="*/ 663918 h 6211920"/>
              <a:gd name="connsiteX4783" fmla="*/ 7825861 w 9635294"/>
              <a:gd name="connsiteY4783" fmla="*/ 674605 h 6211920"/>
              <a:gd name="connsiteX4784" fmla="*/ 7827174 w 9635294"/>
              <a:gd name="connsiteY4784" fmla="*/ 671840 h 6211920"/>
              <a:gd name="connsiteX4785" fmla="*/ 7824527 w 9635294"/>
              <a:gd name="connsiteY4785" fmla="*/ 677482 h 6211920"/>
              <a:gd name="connsiteX4786" fmla="*/ 7801540 w 9635294"/>
              <a:gd name="connsiteY4786" fmla="*/ 666801 h 6211920"/>
              <a:gd name="connsiteX4787" fmla="*/ 7803217 w 9635294"/>
              <a:gd name="connsiteY4787" fmla="*/ 663178 h 6211920"/>
              <a:gd name="connsiteX4788" fmla="*/ 7802874 w 9635294"/>
              <a:gd name="connsiteY4788" fmla="*/ 663918 h 6211920"/>
              <a:gd name="connsiteX4789" fmla="*/ 7802874 w 9635294"/>
              <a:gd name="connsiteY4789" fmla="*/ 663918 h 6211920"/>
              <a:gd name="connsiteX4790" fmla="*/ 1829116 w 9635294"/>
              <a:gd name="connsiteY4790" fmla="*/ 657636 h 6211920"/>
              <a:gd name="connsiteX4791" fmla="*/ 1832871 w 9635294"/>
              <a:gd name="connsiteY4791" fmla="*/ 665759 h 6211920"/>
              <a:gd name="connsiteX4792" fmla="*/ 1809897 w 9635294"/>
              <a:gd name="connsiteY4792" fmla="*/ 676427 h 6211920"/>
              <a:gd name="connsiteX4793" fmla="*/ 1808554 w 9635294"/>
              <a:gd name="connsiteY4793" fmla="*/ 673550 h 6211920"/>
              <a:gd name="connsiteX4794" fmla="*/ 1831538 w 9635294"/>
              <a:gd name="connsiteY4794" fmla="*/ 662877 h 6211920"/>
              <a:gd name="connsiteX4795" fmla="*/ 1828876 w 9635294"/>
              <a:gd name="connsiteY4795" fmla="*/ 657117 h 6211920"/>
              <a:gd name="connsiteX4796" fmla="*/ 1829116 w 9635294"/>
              <a:gd name="connsiteY4796" fmla="*/ 657636 h 6211920"/>
              <a:gd name="connsiteX4797" fmla="*/ 1828876 w 9635294"/>
              <a:gd name="connsiteY4797" fmla="*/ 657117 h 6211920"/>
              <a:gd name="connsiteX4798" fmla="*/ 7806874 w 9635294"/>
              <a:gd name="connsiteY4798" fmla="*/ 655276 h 6211920"/>
              <a:gd name="connsiteX4799" fmla="*/ 7829925 w 9635294"/>
              <a:gd name="connsiteY4799" fmla="*/ 665975 h 6211920"/>
              <a:gd name="connsiteX4800" fmla="*/ 7828578 w 9635294"/>
              <a:gd name="connsiteY4800" fmla="*/ 668846 h 6211920"/>
              <a:gd name="connsiteX4801" fmla="*/ 7805541 w 9635294"/>
              <a:gd name="connsiteY4801" fmla="*/ 658159 h 6211920"/>
              <a:gd name="connsiteX4802" fmla="*/ 7803217 w 9635294"/>
              <a:gd name="connsiteY4802" fmla="*/ 663178 h 6211920"/>
              <a:gd name="connsiteX4803" fmla="*/ 1827543 w 9635294"/>
              <a:gd name="connsiteY4803" fmla="*/ 654234 h 6211920"/>
              <a:gd name="connsiteX4804" fmla="*/ 1828876 w 9635294"/>
              <a:gd name="connsiteY4804" fmla="*/ 657117 h 6211920"/>
              <a:gd name="connsiteX4805" fmla="*/ 1805871 w 9635294"/>
              <a:gd name="connsiteY4805" fmla="*/ 667791 h 6211920"/>
              <a:gd name="connsiteX4806" fmla="*/ 1807340 w 9635294"/>
              <a:gd name="connsiteY4806" fmla="*/ 670950 h 6211920"/>
              <a:gd name="connsiteX4807" fmla="*/ 1804524 w 9635294"/>
              <a:gd name="connsiteY4807" fmla="*/ 664915 h 6211920"/>
              <a:gd name="connsiteX4808" fmla="*/ 1827543 w 9635294"/>
              <a:gd name="connsiteY4808" fmla="*/ 654234 h 6211920"/>
              <a:gd name="connsiteX4809" fmla="*/ 1851927 w 9635294"/>
              <a:gd name="connsiteY4809" fmla="*/ 646513 h 6211920"/>
              <a:gd name="connsiteX4810" fmla="*/ 1853251 w 9635294"/>
              <a:gd name="connsiteY4810" fmla="*/ 649402 h 6211920"/>
              <a:gd name="connsiteX4811" fmla="*/ 1851927 w 9635294"/>
              <a:gd name="connsiteY4811" fmla="*/ 646513 h 6211920"/>
              <a:gd name="connsiteX4812" fmla="*/ 1877650 w 9635294"/>
              <a:gd name="connsiteY4812" fmla="*/ 641783 h 6211920"/>
              <a:gd name="connsiteX4813" fmla="*/ 1878959 w 9635294"/>
              <a:gd name="connsiteY4813" fmla="*/ 644671 h 6211920"/>
              <a:gd name="connsiteX4814" fmla="*/ 1855896 w 9635294"/>
              <a:gd name="connsiteY4814" fmla="*/ 655174 h 6211920"/>
              <a:gd name="connsiteX4815" fmla="*/ 1853251 w 9635294"/>
              <a:gd name="connsiteY4815" fmla="*/ 649402 h 6211920"/>
              <a:gd name="connsiteX4816" fmla="*/ 1854575 w 9635294"/>
              <a:gd name="connsiteY4816" fmla="*/ 652291 h 6211920"/>
              <a:gd name="connsiteX4817" fmla="*/ 7759376 w 9635294"/>
              <a:gd name="connsiteY4817" fmla="*/ 637007 h 6211920"/>
              <a:gd name="connsiteX4818" fmla="*/ 7759387 w 9635294"/>
              <a:gd name="connsiteY4818" fmla="*/ 637013 h 6211920"/>
              <a:gd name="connsiteX4819" fmla="*/ 7758210 w 9635294"/>
              <a:gd name="connsiteY4819" fmla="*/ 639596 h 6211920"/>
              <a:gd name="connsiteX4820" fmla="*/ 1875028 w 9635294"/>
              <a:gd name="connsiteY4820" fmla="*/ 635997 h 6211920"/>
              <a:gd name="connsiteX4821" fmla="*/ 1877651 w 9635294"/>
              <a:gd name="connsiteY4821" fmla="*/ 641782 h 6211920"/>
              <a:gd name="connsiteX4822" fmla="*/ 1877650 w 9635294"/>
              <a:gd name="connsiteY4822" fmla="*/ 641783 h 6211920"/>
              <a:gd name="connsiteX4823" fmla="*/ 1875027 w 9635294"/>
              <a:gd name="connsiteY4823" fmla="*/ 635998 h 6211920"/>
              <a:gd name="connsiteX4824" fmla="*/ 7760710 w 9635294"/>
              <a:gd name="connsiteY4824" fmla="*/ 634111 h 6211920"/>
              <a:gd name="connsiteX4825" fmla="*/ 7783824 w 9635294"/>
              <a:gd name="connsiteY4825" fmla="*/ 644652 h 6211920"/>
              <a:gd name="connsiteX4826" fmla="*/ 7778490 w 9635294"/>
              <a:gd name="connsiteY4826" fmla="*/ 656203 h 6211920"/>
              <a:gd name="connsiteX4827" fmla="*/ 7755439 w 9635294"/>
              <a:gd name="connsiteY4827" fmla="*/ 645674 h 6211920"/>
              <a:gd name="connsiteX4828" fmla="*/ 7758210 w 9635294"/>
              <a:gd name="connsiteY4828" fmla="*/ 639596 h 6211920"/>
              <a:gd name="connsiteX4829" fmla="*/ 7756773 w 9635294"/>
              <a:gd name="connsiteY4829" fmla="*/ 642785 h 6211920"/>
              <a:gd name="connsiteX4830" fmla="*/ 7779823 w 9635294"/>
              <a:gd name="connsiteY4830" fmla="*/ 653313 h 6211920"/>
              <a:gd name="connsiteX4831" fmla="*/ 7782490 w 9635294"/>
              <a:gd name="connsiteY4831" fmla="*/ 647541 h 6211920"/>
              <a:gd name="connsiteX4832" fmla="*/ 7759387 w 9635294"/>
              <a:gd name="connsiteY4832" fmla="*/ 637013 h 6211920"/>
              <a:gd name="connsiteX4833" fmla="*/ 1873714 w 9635294"/>
              <a:gd name="connsiteY4833" fmla="*/ 633101 h 6211920"/>
              <a:gd name="connsiteX4834" fmla="*/ 1875027 w 9635294"/>
              <a:gd name="connsiteY4834" fmla="*/ 635998 h 6211920"/>
              <a:gd name="connsiteX4835" fmla="*/ 1851927 w 9635294"/>
              <a:gd name="connsiteY4835" fmla="*/ 646513 h 6211920"/>
              <a:gd name="connsiteX4836" fmla="*/ 1850606 w 9635294"/>
              <a:gd name="connsiteY4836" fmla="*/ 643630 h 6211920"/>
              <a:gd name="connsiteX4837" fmla="*/ 1873714 w 9635294"/>
              <a:gd name="connsiteY4837" fmla="*/ 633101 h 6211920"/>
              <a:gd name="connsiteX4838" fmla="*/ 7711872 w 9635294"/>
              <a:gd name="connsiteY4838" fmla="*/ 618896 h 6211920"/>
              <a:gd name="connsiteX4839" fmla="*/ 7710495 w 9635294"/>
              <a:gd name="connsiteY4839" fmla="*/ 622001 h 6211920"/>
              <a:gd name="connsiteX4840" fmla="*/ 7710482 w 9635294"/>
              <a:gd name="connsiteY4840" fmla="*/ 621995 h 6211920"/>
              <a:gd name="connsiteX4841" fmla="*/ 1922590 w 9635294"/>
              <a:gd name="connsiteY4841" fmla="*/ 618119 h 6211920"/>
              <a:gd name="connsiteX4842" fmla="*/ 1923879 w 9635294"/>
              <a:gd name="connsiteY4842" fmla="*/ 621017 h 6211920"/>
              <a:gd name="connsiteX4843" fmla="*/ 1923879 w 9635294"/>
              <a:gd name="connsiteY4843" fmla="*/ 621018 h 6211920"/>
              <a:gd name="connsiteX4844" fmla="*/ 7714355 w 9635294"/>
              <a:gd name="connsiteY4844" fmla="*/ 613296 h 6211920"/>
              <a:gd name="connsiteX4845" fmla="*/ 7737532 w 9635294"/>
              <a:gd name="connsiteY4845" fmla="*/ 623659 h 6211920"/>
              <a:gd name="connsiteX4846" fmla="*/ 7732325 w 9635294"/>
              <a:gd name="connsiteY4846" fmla="*/ 635241 h 6211920"/>
              <a:gd name="connsiteX4847" fmla="*/ 7709211 w 9635294"/>
              <a:gd name="connsiteY4847" fmla="*/ 624897 h 6211920"/>
              <a:gd name="connsiteX4848" fmla="*/ 7710495 w 9635294"/>
              <a:gd name="connsiteY4848" fmla="*/ 622001 h 6211920"/>
              <a:gd name="connsiteX4849" fmla="*/ 7733595 w 9635294"/>
              <a:gd name="connsiteY4849" fmla="*/ 632346 h 6211920"/>
              <a:gd name="connsiteX4850" fmla="*/ 7736199 w 9635294"/>
              <a:gd name="connsiteY4850" fmla="*/ 626555 h 6211920"/>
              <a:gd name="connsiteX4851" fmla="*/ 7713085 w 9635294"/>
              <a:gd name="connsiteY4851" fmla="*/ 616191 h 6211920"/>
              <a:gd name="connsiteX4852" fmla="*/ 7711872 w 9635294"/>
              <a:gd name="connsiteY4852" fmla="*/ 618896 h 6211920"/>
              <a:gd name="connsiteX4853" fmla="*/ 1920012 w 9635294"/>
              <a:gd name="connsiteY4853" fmla="*/ 612318 h 6211920"/>
              <a:gd name="connsiteX4854" fmla="*/ 1922590 w 9635294"/>
              <a:gd name="connsiteY4854" fmla="*/ 618119 h 6211920"/>
              <a:gd name="connsiteX4855" fmla="*/ 1921301 w 9635294"/>
              <a:gd name="connsiteY4855" fmla="*/ 615220 h 6211920"/>
              <a:gd name="connsiteX4856" fmla="*/ 1898155 w 9635294"/>
              <a:gd name="connsiteY4856" fmla="*/ 625558 h 6211920"/>
              <a:gd name="connsiteX4857" fmla="*/ 1900759 w 9635294"/>
              <a:gd name="connsiteY4857" fmla="*/ 631355 h 6211920"/>
              <a:gd name="connsiteX4858" fmla="*/ 1923879 w 9635294"/>
              <a:gd name="connsiteY4858" fmla="*/ 621018 h 6211920"/>
              <a:gd name="connsiteX4859" fmla="*/ 1925168 w 9635294"/>
              <a:gd name="connsiteY4859" fmla="*/ 623919 h 6211920"/>
              <a:gd name="connsiteX4860" fmla="*/ 1902060 w 9635294"/>
              <a:gd name="connsiteY4860" fmla="*/ 634251 h 6211920"/>
              <a:gd name="connsiteX4861" fmla="*/ 1896853 w 9635294"/>
              <a:gd name="connsiteY4861" fmla="*/ 622662 h 6211920"/>
              <a:gd name="connsiteX4862" fmla="*/ 1920012 w 9635294"/>
              <a:gd name="connsiteY4862" fmla="*/ 612318 h 6211920"/>
              <a:gd name="connsiteX4863" fmla="*/ 1944489 w 9635294"/>
              <a:gd name="connsiteY4863" fmla="*/ 604957 h 6211920"/>
              <a:gd name="connsiteX4864" fmla="*/ 1947048 w 9635294"/>
              <a:gd name="connsiteY4864" fmla="*/ 610767 h 6211920"/>
              <a:gd name="connsiteX4865" fmla="*/ 1947044 w 9635294"/>
              <a:gd name="connsiteY4865" fmla="*/ 610768 h 6211920"/>
              <a:gd name="connsiteX4866" fmla="*/ 1944485 w 9635294"/>
              <a:gd name="connsiteY4866" fmla="*/ 604958 h 6211920"/>
              <a:gd name="connsiteX4867" fmla="*/ 1968410 w 9635294"/>
              <a:gd name="connsiteY4867" fmla="*/ 596370 h 6211920"/>
              <a:gd name="connsiteX4868" fmla="*/ 1971523 w 9635294"/>
              <a:gd name="connsiteY4868" fmla="*/ 603504 h 6211920"/>
              <a:gd name="connsiteX4869" fmla="*/ 1948327 w 9635294"/>
              <a:gd name="connsiteY4869" fmla="*/ 613670 h 6211920"/>
              <a:gd name="connsiteX4870" fmla="*/ 1947048 w 9635294"/>
              <a:gd name="connsiteY4870" fmla="*/ 610767 h 6211920"/>
              <a:gd name="connsiteX4871" fmla="*/ 1970253 w 9635294"/>
              <a:gd name="connsiteY4871" fmla="*/ 600596 h 6211920"/>
              <a:gd name="connsiteX4872" fmla="*/ 7666603 w 9635294"/>
              <a:gd name="connsiteY4872" fmla="*/ 595719 h 6211920"/>
              <a:gd name="connsiteX4873" fmla="*/ 7666604 w 9635294"/>
              <a:gd name="connsiteY4873" fmla="*/ 595719 h 6211920"/>
              <a:gd name="connsiteX4874" fmla="*/ 7664065 w 9635294"/>
              <a:gd name="connsiteY4874" fmla="*/ 601537 h 6211920"/>
              <a:gd name="connsiteX4875" fmla="*/ 7664063 w 9635294"/>
              <a:gd name="connsiteY4875" fmla="*/ 601536 h 6211920"/>
              <a:gd name="connsiteX4876" fmla="*/ 1967713 w 9635294"/>
              <a:gd name="connsiteY4876" fmla="*/ 594773 h 6211920"/>
              <a:gd name="connsiteX4877" fmla="*/ 1968410 w 9635294"/>
              <a:gd name="connsiteY4877" fmla="*/ 596370 h 6211920"/>
              <a:gd name="connsiteX4878" fmla="*/ 1967713 w 9635294"/>
              <a:gd name="connsiteY4878" fmla="*/ 594774 h 6211920"/>
              <a:gd name="connsiteX4879" fmla="*/ 7667873 w 9635294"/>
              <a:gd name="connsiteY4879" fmla="*/ 592811 h 6211920"/>
              <a:gd name="connsiteX4880" fmla="*/ 7691177 w 9635294"/>
              <a:gd name="connsiteY4880" fmla="*/ 603009 h 6211920"/>
              <a:gd name="connsiteX4881" fmla="*/ 7686034 w 9635294"/>
              <a:gd name="connsiteY4881" fmla="*/ 614629 h 6211920"/>
              <a:gd name="connsiteX4882" fmla="*/ 7662793 w 9635294"/>
              <a:gd name="connsiteY4882" fmla="*/ 604450 h 6211920"/>
              <a:gd name="connsiteX4883" fmla="*/ 7664065 w 9635294"/>
              <a:gd name="connsiteY4883" fmla="*/ 601537 h 6211920"/>
              <a:gd name="connsiteX4884" fmla="*/ 7687304 w 9635294"/>
              <a:gd name="connsiteY4884" fmla="*/ 611727 h 6211920"/>
              <a:gd name="connsiteX4885" fmla="*/ 7689844 w 9635294"/>
              <a:gd name="connsiteY4885" fmla="*/ 605917 h 6211920"/>
              <a:gd name="connsiteX4886" fmla="*/ 7666604 w 9635294"/>
              <a:gd name="connsiteY4886" fmla="*/ 595719 h 6211920"/>
              <a:gd name="connsiteX4887" fmla="*/ 1966443 w 9635294"/>
              <a:gd name="connsiteY4887" fmla="*/ 591864 h 6211920"/>
              <a:gd name="connsiteX4888" fmla="*/ 1967713 w 9635294"/>
              <a:gd name="connsiteY4888" fmla="*/ 594774 h 6211920"/>
              <a:gd name="connsiteX4889" fmla="*/ 1944489 w 9635294"/>
              <a:gd name="connsiteY4889" fmla="*/ 604957 h 6211920"/>
              <a:gd name="connsiteX4890" fmla="*/ 1943208 w 9635294"/>
              <a:gd name="connsiteY4890" fmla="*/ 602050 h 6211920"/>
              <a:gd name="connsiteX4891" fmla="*/ 1966443 w 9635294"/>
              <a:gd name="connsiteY4891" fmla="*/ 591864 h 6211920"/>
              <a:gd name="connsiteX4892" fmla="*/ 7643322 w 9635294"/>
              <a:gd name="connsiteY4892" fmla="*/ 585586 h 6211920"/>
              <a:gd name="connsiteX4893" fmla="*/ 7643362 w 9635294"/>
              <a:gd name="connsiteY4893" fmla="*/ 585603 h 6211920"/>
              <a:gd name="connsiteX4894" fmla="*/ 7640822 w 9635294"/>
              <a:gd name="connsiteY4894" fmla="*/ 591433 h 6211920"/>
              <a:gd name="connsiteX4895" fmla="*/ 7640809 w 9635294"/>
              <a:gd name="connsiteY4895" fmla="*/ 591428 h 6211920"/>
              <a:gd name="connsiteX4896" fmla="*/ 1990987 w 9635294"/>
              <a:gd name="connsiteY4896" fmla="*/ 584676 h 6211920"/>
              <a:gd name="connsiteX4897" fmla="*/ 1991713 w 9635294"/>
              <a:gd name="connsiteY4897" fmla="*/ 586356 h 6211920"/>
              <a:gd name="connsiteX4898" fmla="*/ 1990986 w 9635294"/>
              <a:gd name="connsiteY4898" fmla="*/ 584676 h 6211920"/>
              <a:gd name="connsiteX4899" fmla="*/ 2015917 w 9635294"/>
              <a:gd name="connsiteY4899" fmla="*/ 578428 h 6211920"/>
              <a:gd name="connsiteX4900" fmla="*/ 2018050 w 9635294"/>
              <a:gd name="connsiteY4900" fmla="*/ 583413 h 6211920"/>
              <a:gd name="connsiteX4901" fmla="*/ 1994764 w 9635294"/>
              <a:gd name="connsiteY4901" fmla="*/ 593420 h 6211920"/>
              <a:gd name="connsiteX4902" fmla="*/ 1991713 w 9635294"/>
              <a:gd name="connsiteY4902" fmla="*/ 586356 h 6211920"/>
              <a:gd name="connsiteX4903" fmla="*/ 1993507 w 9635294"/>
              <a:gd name="connsiteY4903" fmla="*/ 590506 h 6211920"/>
              <a:gd name="connsiteX4904" fmla="*/ 2016798 w 9635294"/>
              <a:gd name="connsiteY4904" fmla="*/ 580492 h 6211920"/>
              <a:gd name="connsiteX4905" fmla="*/ 7618790 w 9635294"/>
              <a:gd name="connsiteY4905" fmla="*/ 578403 h 6211920"/>
              <a:gd name="connsiteX4906" fmla="*/ 7617518 w 9635294"/>
              <a:gd name="connsiteY4906" fmla="*/ 581400 h 6211920"/>
              <a:gd name="connsiteX4907" fmla="*/ 7640809 w 9635294"/>
              <a:gd name="connsiteY4907" fmla="*/ 591428 h 6211920"/>
              <a:gd name="connsiteX4908" fmla="*/ 7639552 w 9635294"/>
              <a:gd name="connsiteY4908" fmla="*/ 594347 h 6211920"/>
              <a:gd name="connsiteX4909" fmla="*/ 7616247 w 9635294"/>
              <a:gd name="connsiteY4909" fmla="*/ 584321 h 6211920"/>
              <a:gd name="connsiteX4910" fmla="*/ 7619994 w 9635294"/>
              <a:gd name="connsiteY4910" fmla="*/ 575564 h 6211920"/>
              <a:gd name="connsiteX4911" fmla="*/ 7620007 w 9635294"/>
              <a:gd name="connsiteY4911" fmla="*/ 575570 h 6211920"/>
              <a:gd name="connsiteX4912" fmla="*/ 7618790 w 9635294"/>
              <a:gd name="connsiteY4912" fmla="*/ 578403 h 6211920"/>
              <a:gd name="connsiteX4913" fmla="*/ 2014303 w 9635294"/>
              <a:gd name="connsiteY4913" fmla="*/ 574650 h 6211920"/>
              <a:gd name="connsiteX4914" fmla="*/ 2015917 w 9635294"/>
              <a:gd name="connsiteY4914" fmla="*/ 578428 h 6211920"/>
              <a:gd name="connsiteX4915" fmla="*/ 2014301 w 9635294"/>
              <a:gd name="connsiteY4915" fmla="*/ 574651 h 6211920"/>
              <a:gd name="connsiteX4916" fmla="*/ 7621264 w 9635294"/>
              <a:gd name="connsiteY4916" fmla="*/ 572643 h 6211920"/>
              <a:gd name="connsiteX4917" fmla="*/ 7644569 w 9635294"/>
              <a:gd name="connsiteY4917" fmla="*/ 582689 h 6211920"/>
              <a:gd name="connsiteX4918" fmla="*/ 7643322 w 9635294"/>
              <a:gd name="connsiteY4918" fmla="*/ 585586 h 6211920"/>
              <a:gd name="connsiteX4919" fmla="*/ 7620007 w 9635294"/>
              <a:gd name="connsiteY4919" fmla="*/ 575570 h 6211920"/>
              <a:gd name="connsiteX4920" fmla="*/ 2013052 w 9635294"/>
              <a:gd name="connsiteY4920" fmla="*/ 571735 h 6211920"/>
              <a:gd name="connsiteX4921" fmla="*/ 2014301 w 9635294"/>
              <a:gd name="connsiteY4921" fmla="*/ 574651 h 6211920"/>
              <a:gd name="connsiteX4922" fmla="*/ 1990987 w 9635294"/>
              <a:gd name="connsiteY4922" fmla="*/ 584676 h 6211920"/>
              <a:gd name="connsiteX4923" fmla="*/ 1989728 w 9635294"/>
              <a:gd name="connsiteY4923" fmla="*/ 581762 h 6211920"/>
              <a:gd name="connsiteX4924" fmla="*/ 2013052 w 9635294"/>
              <a:gd name="connsiteY4924" fmla="*/ 571735 h 6211920"/>
              <a:gd name="connsiteX4925" fmla="*/ 2038897 w 9635294"/>
              <a:gd name="connsiteY4925" fmla="*/ 567636 h 6211920"/>
              <a:gd name="connsiteX4926" fmla="*/ 2040136 w 9635294"/>
              <a:gd name="connsiteY4926" fmla="*/ 570560 h 6211920"/>
              <a:gd name="connsiteX4927" fmla="*/ 2040135 w 9635294"/>
              <a:gd name="connsiteY4927" fmla="*/ 570560 h 6211920"/>
              <a:gd name="connsiteX4928" fmla="*/ 7572020 w 9635294"/>
              <a:gd name="connsiteY4928" fmla="*/ 558680 h 6211920"/>
              <a:gd name="connsiteX4929" fmla="*/ 7570795 w 9635294"/>
              <a:gd name="connsiteY4929" fmla="*/ 561613 h 6211920"/>
              <a:gd name="connsiteX4930" fmla="*/ 7570782 w 9635294"/>
              <a:gd name="connsiteY4930" fmla="*/ 561607 h 6211920"/>
              <a:gd name="connsiteX4931" fmla="*/ 2062252 w 9635294"/>
              <a:gd name="connsiteY4931" fmla="*/ 557797 h 6211920"/>
              <a:gd name="connsiteX4932" fmla="*/ 2064710 w 9635294"/>
              <a:gd name="connsiteY4932" fmla="*/ 563651 h 6211920"/>
              <a:gd name="connsiteX4933" fmla="*/ 2041373 w 9635294"/>
              <a:gd name="connsiteY4933" fmla="*/ 573481 h 6211920"/>
              <a:gd name="connsiteX4934" fmla="*/ 2040136 w 9635294"/>
              <a:gd name="connsiteY4934" fmla="*/ 570560 h 6211920"/>
              <a:gd name="connsiteX4935" fmla="*/ 2063477 w 9635294"/>
              <a:gd name="connsiteY4935" fmla="*/ 560724 h 6211920"/>
              <a:gd name="connsiteX4936" fmla="*/ 2061027 w 9635294"/>
              <a:gd name="connsiteY4936" fmla="*/ 554869 h 6211920"/>
              <a:gd name="connsiteX4937" fmla="*/ 2062252 w 9635294"/>
              <a:gd name="connsiteY4937" fmla="*/ 557797 h 6211920"/>
              <a:gd name="connsiteX4938" fmla="*/ 2061024 w 9635294"/>
              <a:gd name="connsiteY4938" fmla="*/ 554871 h 6211920"/>
              <a:gd name="connsiteX4939" fmla="*/ 7574464 w 9635294"/>
              <a:gd name="connsiteY4939" fmla="*/ 552825 h 6211920"/>
              <a:gd name="connsiteX4940" fmla="*/ 7597896 w 9635294"/>
              <a:gd name="connsiteY4940" fmla="*/ 562686 h 6211920"/>
              <a:gd name="connsiteX4941" fmla="*/ 7592943 w 9635294"/>
              <a:gd name="connsiteY4941" fmla="*/ 574377 h 6211920"/>
              <a:gd name="connsiteX4942" fmla="*/ 7569575 w 9635294"/>
              <a:gd name="connsiteY4942" fmla="*/ 564534 h 6211920"/>
              <a:gd name="connsiteX4943" fmla="*/ 7570795 w 9635294"/>
              <a:gd name="connsiteY4943" fmla="*/ 561613 h 6211920"/>
              <a:gd name="connsiteX4944" fmla="*/ 7594149 w 9635294"/>
              <a:gd name="connsiteY4944" fmla="*/ 571456 h 6211920"/>
              <a:gd name="connsiteX4945" fmla="*/ 7596626 w 9635294"/>
              <a:gd name="connsiteY4945" fmla="*/ 565607 h 6211920"/>
              <a:gd name="connsiteX4946" fmla="*/ 7573257 w 9635294"/>
              <a:gd name="connsiteY4946" fmla="*/ 555752 h 6211920"/>
              <a:gd name="connsiteX4947" fmla="*/ 7572020 w 9635294"/>
              <a:gd name="connsiteY4947" fmla="*/ 558680 h 6211920"/>
              <a:gd name="connsiteX4948" fmla="*/ 2059794 w 9635294"/>
              <a:gd name="connsiteY4948" fmla="*/ 551942 h 6211920"/>
              <a:gd name="connsiteX4949" fmla="*/ 2061024 w 9635294"/>
              <a:gd name="connsiteY4949" fmla="*/ 554871 h 6211920"/>
              <a:gd name="connsiteX4950" fmla="*/ 2037659 w 9635294"/>
              <a:gd name="connsiteY4950" fmla="*/ 564712 h 6211920"/>
              <a:gd name="connsiteX4951" fmla="*/ 2038897 w 9635294"/>
              <a:gd name="connsiteY4951" fmla="*/ 567636 h 6211920"/>
              <a:gd name="connsiteX4952" fmla="*/ 2036420 w 9635294"/>
              <a:gd name="connsiteY4952" fmla="*/ 561791 h 6211920"/>
              <a:gd name="connsiteX4953" fmla="*/ 2059794 w 9635294"/>
              <a:gd name="connsiteY4953" fmla="*/ 551942 h 6211920"/>
              <a:gd name="connsiteX4954" fmla="*/ 7549825 w 9635294"/>
              <a:gd name="connsiteY4954" fmla="*/ 545973 h 6211920"/>
              <a:gd name="connsiteX4955" fmla="*/ 7549826 w 9635294"/>
              <a:gd name="connsiteY4955" fmla="*/ 545973 h 6211920"/>
              <a:gd name="connsiteX4956" fmla="*/ 7547413 w 9635294"/>
              <a:gd name="connsiteY4956" fmla="*/ 551840 h 6211920"/>
              <a:gd name="connsiteX4957" fmla="*/ 7547411 w 9635294"/>
              <a:gd name="connsiteY4957" fmla="*/ 551840 h 6211920"/>
              <a:gd name="connsiteX4958" fmla="*/ 2084423 w 9635294"/>
              <a:gd name="connsiteY4958" fmla="*/ 545108 h 6211920"/>
              <a:gd name="connsiteX4959" fmla="*/ 2085607 w 9635294"/>
              <a:gd name="connsiteY4959" fmla="*/ 547962 h 6211920"/>
              <a:gd name="connsiteX4960" fmla="*/ 2084420 w 9635294"/>
              <a:gd name="connsiteY4960" fmla="*/ 545109 h 6211920"/>
              <a:gd name="connsiteX4961" fmla="*/ 7523983 w 9635294"/>
              <a:gd name="connsiteY4961" fmla="*/ 542151 h 6211920"/>
              <a:gd name="connsiteX4962" fmla="*/ 7547411 w 9635294"/>
              <a:gd name="connsiteY4962" fmla="*/ 551840 h 6211920"/>
              <a:gd name="connsiteX4963" fmla="*/ 7546206 w 9635294"/>
              <a:gd name="connsiteY4963" fmla="*/ 554768 h 6211920"/>
              <a:gd name="connsiteX4964" fmla="*/ 7522775 w 9635294"/>
              <a:gd name="connsiteY4964" fmla="*/ 545090 h 6211920"/>
              <a:gd name="connsiteX4965" fmla="*/ 2110277 w 9635294"/>
              <a:gd name="connsiteY4965" fmla="*/ 541306 h 6211920"/>
              <a:gd name="connsiteX4966" fmla="*/ 2111483 w 9635294"/>
              <a:gd name="connsiteY4966" fmla="*/ 544239 h 6211920"/>
              <a:gd name="connsiteX4967" fmla="*/ 2088072 w 9635294"/>
              <a:gd name="connsiteY4967" fmla="*/ 553904 h 6211920"/>
              <a:gd name="connsiteX4968" fmla="*/ 2085607 w 9635294"/>
              <a:gd name="connsiteY4968" fmla="*/ 547962 h 6211920"/>
              <a:gd name="connsiteX4969" fmla="*/ 2086858 w 9635294"/>
              <a:gd name="connsiteY4969" fmla="*/ 550970 h 6211920"/>
              <a:gd name="connsiteX4970" fmla="*/ 2109956 w 9635294"/>
              <a:gd name="connsiteY4970" fmla="*/ 540527 h 6211920"/>
              <a:gd name="connsiteX4971" fmla="*/ 2110277 w 9635294"/>
              <a:gd name="connsiteY4971" fmla="*/ 541306 h 6211920"/>
              <a:gd name="connsiteX4972" fmla="*/ 2110277 w 9635294"/>
              <a:gd name="connsiteY4972" fmla="*/ 541306 h 6211920"/>
              <a:gd name="connsiteX4973" fmla="*/ 7525573 w 9635294"/>
              <a:gd name="connsiteY4973" fmla="*/ 538280 h 6211920"/>
              <a:gd name="connsiteX4974" fmla="*/ 7523983 w 9635294"/>
              <a:gd name="connsiteY4974" fmla="*/ 542151 h 6211920"/>
              <a:gd name="connsiteX4975" fmla="*/ 7523981 w 9635294"/>
              <a:gd name="connsiteY4975" fmla="*/ 542150 h 6211920"/>
              <a:gd name="connsiteX4976" fmla="*/ 7527601 w 9635294"/>
              <a:gd name="connsiteY4976" fmla="*/ 533343 h 6211920"/>
              <a:gd name="connsiteX4977" fmla="*/ 7551032 w 9635294"/>
              <a:gd name="connsiteY4977" fmla="*/ 543039 h 6211920"/>
              <a:gd name="connsiteX4978" fmla="*/ 7549825 w 9635294"/>
              <a:gd name="connsiteY4978" fmla="*/ 545973 h 6211920"/>
              <a:gd name="connsiteX4979" fmla="*/ 7526394 w 9635294"/>
              <a:gd name="connsiteY4979" fmla="*/ 536283 h 6211920"/>
              <a:gd name="connsiteX4980" fmla="*/ 7525573 w 9635294"/>
              <a:gd name="connsiteY4980" fmla="*/ 538280 h 6211920"/>
              <a:gd name="connsiteX4981" fmla="*/ 2106651 w 9635294"/>
              <a:gd name="connsiteY4981" fmla="*/ 532492 h 6211920"/>
              <a:gd name="connsiteX4982" fmla="*/ 2109956 w 9635294"/>
              <a:gd name="connsiteY4982" fmla="*/ 540527 h 6211920"/>
              <a:gd name="connsiteX4983" fmla="*/ 2107858 w 9635294"/>
              <a:gd name="connsiteY4983" fmla="*/ 535432 h 6211920"/>
              <a:gd name="connsiteX4984" fmla="*/ 2084423 w 9635294"/>
              <a:gd name="connsiteY4984" fmla="*/ 545108 h 6211920"/>
              <a:gd name="connsiteX4985" fmla="*/ 2083208 w 9635294"/>
              <a:gd name="connsiteY4985" fmla="*/ 542176 h 6211920"/>
              <a:gd name="connsiteX4986" fmla="*/ 2106651 w 9635294"/>
              <a:gd name="connsiteY4986" fmla="*/ 532492 h 6211920"/>
              <a:gd name="connsiteX4987" fmla="*/ 2131341 w 9635294"/>
              <a:gd name="connsiteY4987" fmla="*/ 525831 h 6211920"/>
              <a:gd name="connsiteX4988" fmla="*/ 2131833 w 9635294"/>
              <a:gd name="connsiteY4988" fmla="*/ 527041 h 6211920"/>
              <a:gd name="connsiteX4989" fmla="*/ 2131340 w 9635294"/>
              <a:gd name="connsiteY4989" fmla="*/ 525831 h 6211920"/>
              <a:gd name="connsiteX4990" fmla="*/ 2156051 w 9635294"/>
              <a:gd name="connsiteY4990" fmla="*/ 519259 h 6211920"/>
              <a:gd name="connsiteX4991" fmla="*/ 2158423 w 9635294"/>
              <a:gd name="connsiteY4991" fmla="*/ 525151 h 6211920"/>
              <a:gd name="connsiteX4992" fmla="*/ 2134928 w 9635294"/>
              <a:gd name="connsiteY4992" fmla="*/ 534657 h 6211920"/>
              <a:gd name="connsiteX4993" fmla="*/ 2131833 w 9635294"/>
              <a:gd name="connsiteY4993" fmla="*/ 527041 h 6211920"/>
              <a:gd name="connsiteX4994" fmla="*/ 2133734 w 9635294"/>
              <a:gd name="connsiteY4994" fmla="*/ 531711 h 6211920"/>
              <a:gd name="connsiteX4995" fmla="*/ 2157236 w 9635294"/>
              <a:gd name="connsiteY4995" fmla="*/ 522205 h 6211920"/>
              <a:gd name="connsiteX4996" fmla="*/ 7479342 w 9635294"/>
              <a:gd name="connsiteY4996" fmla="*/ 517138 h 6211920"/>
              <a:gd name="connsiteX4997" fmla="*/ 7479354 w 9635294"/>
              <a:gd name="connsiteY4997" fmla="*/ 517143 h 6211920"/>
              <a:gd name="connsiteX4998" fmla="*/ 7478223 w 9635294"/>
              <a:gd name="connsiteY4998" fmla="*/ 519940 h 6211920"/>
              <a:gd name="connsiteX4999" fmla="*/ 2154866 w 9635294"/>
              <a:gd name="connsiteY4999" fmla="*/ 516312 h 6211920"/>
              <a:gd name="connsiteX5000" fmla="*/ 2156051 w 9635294"/>
              <a:gd name="connsiteY5000" fmla="*/ 519259 h 6211920"/>
              <a:gd name="connsiteX5001" fmla="*/ 2154865 w 9635294"/>
              <a:gd name="connsiteY5001" fmla="*/ 516313 h 6211920"/>
              <a:gd name="connsiteX5002" fmla="*/ 7480548 w 9635294"/>
              <a:gd name="connsiteY5002" fmla="*/ 514191 h 6211920"/>
              <a:gd name="connsiteX5003" fmla="*/ 7504107 w 9635294"/>
              <a:gd name="connsiteY5003" fmla="*/ 523729 h 6211920"/>
              <a:gd name="connsiteX5004" fmla="*/ 7499281 w 9635294"/>
              <a:gd name="connsiteY5004" fmla="*/ 535489 h 6211920"/>
              <a:gd name="connsiteX5005" fmla="*/ 7475785 w 9635294"/>
              <a:gd name="connsiteY5005" fmla="*/ 525971 h 6211920"/>
              <a:gd name="connsiteX5006" fmla="*/ 7478223 w 9635294"/>
              <a:gd name="connsiteY5006" fmla="*/ 519940 h 6211920"/>
              <a:gd name="connsiteX5007" fmla="*/ 7476992 w 9635294"/>
              <a:gd name="connsiteY5007" fmla="*/ 523024 h 6211920"/>
              <a:gd name="connsiteX5008" fmla="*/ 7500487 w 9635294"/>
              <a:gd name="connsiteY5008" fmla="*/ 532549 h 6211920"/>
              <a:gd name="connsiteX5009" fmla="*/ 7502900 w 9635294"/>
              <a:gd name="connsiteY5009" fmla="*/ 526669 h 6211920"/>
              <a:gd name="connsiteX5010" fmla="*/ 7479354 w 9635294"/>
              <a:gd name="connsiteY5010" fmla="*/ 517143 h 6211920"/>
              <a:gd name="connsiteX5011" fmla="*/ 2153679 w 9635294"/>
              <a:gd name="connsiteY5011" fmla="*/ 513366 h 6211920"/>
              <a:gd name="connsiteX5012" fmla="*/ 2154865 w 9635294"/>
              <a:gd name="connsiteY5012" fmla="*/ 516313 h 6211920"/>
              <a:gd name="connsiteX5013" fmla="*/ 2131341 w 9635294"/>
              <a:gd name="connsiteY5013" fmla="*/ 525831 h 6211920"/>
              <a:gd name="connsiteX5014" fmla="*/ 2130146 w 9635294"/>
              <a:gd name="connsiteY5014" fmla="*/ 522891 h 6211920"/>
              <a:gd name="connsiteX5015" fmla="*/ 2153679 w 9635294"/>
              <a:gd name="connsiteY5015" fmla="*/ 513366 h 6211920"/>
              <a:gd name="connsiteX5016" fmla="*/ 7455757 w 9635294"/>
              <a:gd name="connsiteY5016" fmla="*/ 507672 h 6211920"/>
              <a:gd name="connsiteX5017" fmla="*/ 7455782 w 9635294"/>
              <a:gd name="connsiteY5017" fmla="*/ 507682 h 6211920"/>
              <a:gd name="connsiteX5018" fmla="*/ 7453433 w 9635294"/>
              <a:gd name="connsiteY5018" fmla="*/ 513582 h 6211920"/>
              <a:gd name="connsiteX5019" fmla="*/ 7453407 w 9635294"/>
              <a:gd name="connsiteY5019" fmla="*/ 513572 h 6211920"/>
              <a:gd name="connsiteX5020" fmla="*/ 2178426 w 9635294"/>
              <a:gd name="connsiteY5020" fmla="*/ 506876 h 6211920"/>
              <a:gd name="connsiteX5021" fmla="*/ 2178507 w 9635294"/>
              <a:gd name="connsiteY5021" fmla="*/ 507081 h 6211920"/>
              <a:gd name="connsiteX5022" fmla="*/ 2178425 w 9635294"/>
              <a:gd name="connsiteY5022" fmla="*/ 506876 h 6211920"/>
              <a:gd name="connsiteX5023" fmla="*/ 7429826 w 9635294"/>
              <a:gd name="connsiteY5023" fmla="*/ 504234 h 6211920"/>
              <a:gd name="connsiteX5024" fmla="*/ 7453407 w 9635294"/>
              <a:gd name="connsiteY5024" fmla="*/ 513572 h 6211920"/>
              <a:gd name="connsiteX5025" fmla="*/ 7452227 w 9635294"/>
              <a:gd name="connsiteY5025" fmla="*/ 516534 h 6211920"/>
              <a:gd name="connsiteX5026" fmla="*/ 7428669 w 9635294"/>
              <a:gd name="connsiteY5026" fmla="*/ 507181 h 6211920"/>
              <a:gd name="connsiteX5027" fmla="*/ 2204346 w 9635294"/>
              <a:gd name="connsiteY5027" fmla="*/ 503442 h 6211920"/>
              <a:gd name="connsiteX5028" fmla="*/ 2205508 w 9635294"/>
              <a:gd name="connsiteY5028" fmla="*/ 506393 h 6211920"/>
              <a:gd name="connsiteX5029" fmla="*/ 2181956 w 9635294"/>
              <a:gd name="connsiteY5029" fmla="*/ 515728 h 6211920"/>
              <a:gd name="connsiteX5030" fmla="*/ 2178507 w 9635294"/>
              <a:gd name="connsiteY5030" fmla="*/ 507081 h 6211920"/>
              <a:gd name="connsiteX5031" fmla="*/ 2180781 w 9635294"/>
              <a:gd name="connsiteY5031" fmla="*/ 512775 h 6211920"/>
              <a:gd name="connsiteX5032" fmla="*/ 7431024 w 9635294"/>
              <a:gd name="connsiteY5032" fmla="*/ 501181 h 6211920"/>
              <a:gd name="connsiteX5033" fmla="*/ 7429826 w 9635294"/>
              <a:gd name="connsiteY5033" fmla="*/ 504234 h 6211920"/>
              <a:gd name="connsiteX5034" fmla="*/ 7429811 w 9635294"/>
              <a:gd name="connsiteY5034" fmla="*/ 504228 h 6211920"/>
              <a:gd name="connsiteX5035" fmla="*/ 2203225 w 9635294"/>
              <a:gd name="connsiteY5035" fmla="*/ 500598 h 6211920"/>
              <a:gd name="connsiteX5036" fmla="*/ 2204346 w 9635294"/>
              <a:gd name="connsiteY5036" fmla="*/ 503441 h 6211920"/>
              <a:gd name="connsiteX5037" fmla="*/ 2204346 w 9635294"/>
              <a:gd name="connsiteY5037" fmla="*/ 503442 h 6211920"/>
              <a:gd name="connsiteX5038" fmla="*/ 7433304 w 9635294"/>
              <a:gd name="connsiteY5038" fmla="*/ 495370 h 6211920"/>
              <a:gd name="connsiteX5039" fmla="*/ 7456926 w 9635294"/>
              <a:gd name="connsiteY5039" fmla="*/ 504736 h 6211920"/>
              <a:gd name="connsiteX5040" fmla="*/ 7455757 w 9635294"/>
              <a:gd name="connsiteY5040" fmla="*/ 507672 h 6211920"/>
              <a:gd name="connsiteX5041" fmla="*/ 7432161 w 9635294"/>
              <a:gd name="connsiteY5041" fmla="*/ 498323 h 6211920"/>
              <a:gd name="connsiteX5042" fmla="*/ 7431024 w 9635294"/>
              <a:gd name="connsiteY5042" fmla="*/ 501181 h 6211920"/>
              <a:gd name="connsiteX5043" fmla="*/ 2200853 w 9635294"/>
              <a:gd name="connsiteY5043" fmla="*/ 494576 h 6211920"/>
              <a:gd name="connsiteX5044" fmla="*/ 2203225 w 9635294"/>
              <a:gd name="connsiteY5044" fmla="*/ 500598 h 6211920"/>
              <a:gd name="connsiteX5045" fmla="*/ 2202016 w 9635294"/>
              <a:gd name="connsiteY5045" fmla="*/ 497529 h 6211920"/>
              <a:gd name="connsiteX5046" fmla="*/ 2178426 w 9635294"/>
              <a:gd name="connsiteY5046" fmla="*/ 506876 h 6211920"/>
              <a:gd name="connsiteX5047" fmla="*/ 2177250 w 9635294"/>
              <a:gd name="connsiteY5047" fmla="*/ 503930 h 6211920"/>
              <a:gd name="connsiteX5048" fmla="*/ 2200853 w 9635294"/>
              <a:gd name="connsiteY5048" fmla="*/ 494576 h 6211920"/>
              <a:gd name="connsiteX5049" fmla="*/ 2226857 w 9635294"/>
              <a:gd name="connsiteY5049" fmla="*/ 491473 h 6211920"/>
              <a:gd name="connsiteX5050" fmla="*/ 2227919 w 9635294"/>
              <a:gd name="connsiteY5050" fmla="*/ 494195 h 6211920"/>
              <a:gd name="connsiteX5051" fmla="*/ 2227918 w 9635294"/>
              <a:gd name="connsiteY5051" fmla="*/ 494195 h 6211920"/>
              <a:gd name="connsiteX5052" fmla="*/ 7408538 w 9635294"/>
              <a:gd name="connsiteY5052" fmla="*/ 489058 h 6211920"/>
              <a:gd name="connsiteX5053" fmla="*/ 7408539 w 9635294"/>
              <a:gd name="connsiteY5053" fmla="*/ 489058 h 6211920"/>
              <a:gd name="connsiteX5054" fmla="*/ 7406592 w 9635294"/>
              <a:gd name="connsiteY5054" fmla="*/ 494094 h 6211920"/>
              <a:gd name="connsiteX5055" fmla="*/ 7384266 w 9635294"/>
              <a:gd name="connsiteY5055" fmla="*/ 481557 h 6211920"/>
              <a:gd name="connsiteX5056" fmla="*/ 7382631 w 9635294"/>
              <a:gd name="connsiteY5056" fmla="*/ 485794 h 6211920"/>
              <a:gd name="connsiteX5057" fmla="*/ 7406253 w 9635294"/>
              <a:gd name="connsiteY5057" fmla="*/ 494970 h 6211920"/>
              <a:gd name="connsiteX5058" fmla="*/ 7406592 w 9635294"/>
              <a:gd name="connsiteY5058" fmla="*/ 494094 h 6211920"/>
              <a:gd name="connsiteX5059" fmla="*/ 7405110 w 9635294"/>
              <a:gd name="connsiteY5059" fmla="*/ 497929 h 6211920"/>
              <a:gd name="connsiteX5060" fmla="*/ 7381488 w 9635294"/>
              <a:gd name="connsiteY5060" fmla="*/ 488753 h 6211920"/>
              <a:gd name="connsiteX5061" fmla="*/ 7384917 w 9635294"/>
              <a:gd name="connsiteY5061" fmla="*/ 479870 h 6211920"/>
              <a:gd name="connsiteX5062" fmla="*/ 7384917 w 9635294"/>
              <a:gd name="connsiteY5062" fmla="*/ 479870 h 6211920"/>
              <a:gd name="connsiteX5063" fmla="*/ 7384266 w 9635294"/>
              <a:gd name="connsiteY5063" fmla="*/ 481557 h 6211920"/>
              <a:gd name="connsiteX5064" fmla="*/ 7386060 w 9635294"/>
              <a:gd name="connsiteY5064" fmla="*/ 476910 h 6211920"/>
              <a:gd name="connsiteX5065" fmla="*/ 7409681 w 9635294"/>
              <a:gd name="connsiteY5065" fmla="*/ 486099 h 6211920"/>
              <a:gd name="connsiteX5066" fmla="*/ 7408538 w 9635294"/>
              <a:gd name="connsiteY5066" fmla="*/ 489058 h 6211920"/>
              <a:gd name="connsiteX5067" fmla="*/ 7384917 w 9635294"/>
              <a:gd name="connsiteY5067" fmla="*/ 479870 h 6211920"/>
              <a:gd name="connsiteX5068" fmla="*/ 2248110 w 9635294"/>
              <a:gd name="connsiteY5068" fmla="*/ 476142 h 6211920"/>
              <a:gd name="connsiteX5069" fmla="*/ 2252682 w 9635294"/>
              <a:gd name="connsiteY5069" fmla="*/ 487991 h 6211920"/>
              <a:gd name="connsiteX5070" fmla="*/ 2229073 w 9635294"/>
              <a:gd name="connsiteY5070" fmla="*/ 497154 h 6211920"/>
              <a:gd name="connsiteX5071" fmla="*/ 2227919 w 9635294"/>
              <a:gd name="connsiteY5071" fmla="*/ 494195 h 6211920"/>
              <a:gd name="connsiteX5072" fmla="*/ 2251539 w 9635294"/>
              <a:gd name="connsiteY5072" fmla="*/ 485032 h 6211920"/>
              <a:gd name="connsiteX5073" fmla="*/ 2249253 w 9635294"/>
              <a:gd name="connsiteY5073" fmla="*/ 479107 h 6211920"/>
              <a:gd name="connsiteX5074" fmla="*/ 2225613 w 9635294"/>
              <a:gd name="connsiteY5074" fmla="*/ 488277 h 6211920"/>
              <a:gd name="connsiteX5075" fmla="*/ 2226857 w 9635294"/>
              <a:gd name="connsiteY5075" fmla="*/ 491473 h 6211920"/>
              <a:gd name="connsiteX5076" fmla="*/ 2224456 w 9635294"/>
              <a:gd name="connsiteY5076" fmla="*/ 485318 h 6211920"/>
              <a:gd name="connsiteX5077" fmla="*/ 2248110 w 9635294"/>
              <a:gd name="connsiteY5077" fmla="*/ 476142 h 6211920"/>
              <a:gd name="connsiteX5078" fmla="*/ 7361190 w 9635294"/>
              <a:gd name="connsiteY5078" fmla="*/ 470748 h 6211920"/>
              <a:gd name="connsiteX5079" fmla="*/ 7361232 w 9635294"/>
              <a:gd name="connsiteY5079" fmla="*/ 470764 h 6211920"/>
              <a:gd name="connsiteX5080" fmla="*/ 7358945 w 9635294"/>
              <a:gd name="connsiteY5080" fmla="*/ 476695 h 6211920"/>
              <a:gd name="connsiteX5081" fmla="*/ 7358931 w 9635294"/>
              <a:gd name="connsiteY5081" fmla="*/ 476690 h 6211920"/>
              <a:gd name="connsiteX5082" fmla="*/ 2272927 w 9635294"/>
              <a:gd name="connsiteY5082" fmla="*/ 470014 h 6211920"/>
              <a:gd name="connsiteX5083" fmla="*/ 2273239 w 9635294"/>
              <a:gd name="connsiteY5083" fmla="*/ 470834 h 6211920"/>
              <a:gd name="connsiteX5084" fmla="*/ 2272926 w 9635294"/>
              <a:gd name="connsiteY5084" fmla="*/ 470014 h 6211920"/>
              <a:gd name="connsiteX5085" fmla="*/ 7335223 w 9635294"/>
              <a:gd name="connsiteY5085" fmla="*/ 467695 h 6211920"/>
              <a:gd name="connsiteX5086" fmla="*/ 7358931 w 9635294"/>
              <a:gd name="connsiteY5086" fmla="*/ 476690 h 6211920"/>
              <a:gd name="connsiteX5087" fmla="*/ 7357802 w 9635294"/>
              <a:gd name="connsiteY5087" fmla="*/ 479660 h 6211920"/>
              <a:gd name="connsiteX5088" fmla="*/ 7334117 w 9635294"/>
              <a:gd name="connsiteY5088" fmla="*/ 470649 h 6211920"/>
              <a:gd name="connsiteX5089" fmla="*/ 7336359 w 9635294"/>
              <a:gd name="connsiteY5089" fmla="*/ 464661 h 6211920"/>
              <a:gd name="connsiteX5090" fmla="*/ 7335223 w 9635294"/>
              <a:gd name="connsiteY5090" fmla="*/ 467695 h 6211920"/>
              <a:gd name="connsiteX5091" fmla="*/ 7335196 w 9635294"/>
              <a:gd name="connsiteY5091" fmla="*/ 467684 h 6211920"/>
              <a:gd name="connsiteX5092" fmla="*/ 2297713 w 9635294"/>
              <a:gd name="connsiteY5092" fmla="*/ 463828 h 6211920"/>
              <a:gd name="connsiteX5093" fmla="*/ 2300015 w 9635294"/>
              <a:gd name="connsiteY5093" fmla="*/ 469919 h 6211920"/>
              <a:gd name="connsiteX5094" fmla="*/ 2276324 w 9635294"/>
              <a:gd name="connsiteY5094" fmla="*/ 478917 h 6211920"/>
              <a:gd name="connsiteX5095" fmla="*/ 2273239 w 9635294"/>
              <a:gd name="connsiteY5095" fmla="*/ 470834 h 6211920"/>
              <a:gd name="connsiteX5096" fmla="*/ 2275193 w 9635294"/>
              <a:gd name="connsiteY5096" fmla="*/ 475952 h 6211920"/>
              <a:gd name="connsiteX5097" fmla="*/ 2298891 w 9635294"/>
              <a:gd name="connsiteY5097" fmla="*/ 466947 h 6211920"/>
              <a:gd name="connsiteX5098" fmla="*/ 2296649 w 9635294"/>
              <a:gd name="connsiteY5098" fmla="*/ 461010 h 6211920"/>
              <a:gd name="connsiteX5099" fmla="*/ 2297713 w 9635294"/>
              <a:gd name="connsiteY5099" fmla="*/ 463828 h 6211920"/>
              <a:gd name="connsiteX5100" fmla="*/ 2296649 w 9635294"/>
              <a:gd name="connsiteY5100" fmla="*/ 461011 h 6211920"/>
              <a:gd name="connsiteX5101" fmla="*/ 7338562 w 9635294"/>
              <a:gd name="connsiteY5101" fmla="*/ 458775 h 6211920"/>
              <a:gd name="connsiteX5102" fmla="*/ 7362311 w 9635294"/>
              <a:gd name="connsiteY5102" fmla="*/ 467798 h 6211920"/>
              <a:gd name="connsiteX5103" fmla="*/ 7361190 w 9635294"/>
              <a:gd name="connsiteY5103" fmla="*/ 470748 h 6211920"/>
              <a:gd name="connsiteX5104" fmla="*/ 7337482 w 9635294"/>
              <a:gd name="connsiteY5104" fmla="*/ 461740 h 6211920"/>
              <a:gd name="connsiteX5105" fmla="*/ 7336359 w 9635294"/>
              <a:gd name="connsiteY5105" fmla="*/ 464661 h 6211920"/>
              <a:gd name="connsiteX5106" fmla="*/ 2295526 w 9635294"/>
              <a:gd name="connsiteY5106" fmla="*/ 458038 h 6211920"/>
              <a:gd name="connsiteX5107" fmla="*/ 2296649 w 9635294"/>
              <a:gd name="connsiteY5107" fmla="*/ 461011 h 6211920"/>
              <a:gd name="connsiteX5108" fmla="*/ 2272927 w 9635294"/>
              <a:gd name="connsiteY5108" fmla="*/ 470014 h 6211920"/>
              <a:gd name="connsiteX5109" fmla="*/ 2271795 w 9635294"/>
              <a:gd name="connsiteY5109" fmla="*/ 467049 h 6211920"/>
              <a:gd name="connsiteX5110" fmla="*/ 2295526 w 9635294"/>
              <a:gd name="connsiteY5110" fmla="*/ 458038 h 6211920"/>
              <a:gd name="connsiteX5111" fmla="*/ 2320775 w 9635294"/>
              <a:gd name="connsiteY5111" fmla="*/ 453073 h 6211920"/>
              <a:gd name="connsiteX5112" fmla="*/ 2322628 w 9635294"/>
              <a:gd name="connsiteY5112" fmla="*/ 458032 h 6211920"/>
              <a:gd name="connsiteX5113" fmla="*/ 2322627 w 9635294"/>
              <a:gd name="connsiteY5113" fmla="*/ 458032 h 6211920"/>
              <a:gd name="connsiteX5114" fmla="*/ 2346407 w 9635294"/>
              <a:gd name="connsiteY5114" fmla="*/ 449194 h 6211920"/>
              <a:gd name="connsiteX5115" fmla="*/ 2347507 w 9635294"/>
              <a:gd name="connsiteY5115" fmla="*/ 452171 h 6211920"/>
              <a:gd name="connsiteX5116" fmla="*/ 2323739 w 9635294"/>
              <a:gd name="connsiteY5116" fmla="*/ 461004 h 6211920"/>
              <a:gd name="connsiteX5117" fmla="*/ 2322628 w 9635294"/>
              <a:gd name="connsiteY5117" fmla="*/ 458032 h 6211920"/>
              <a:gd name="connsiteX5118" fmla="*/ 2345588 w 9635294"/>
              <a:gd name="connsiteY5118" fmla="*/ 446975 h 6211920"/>
              <a:gd name="connsiteX5119" fmla="*/ 2346408 w 9635294"/>
              <a:gd name="connsiteY5119" fmla="*/ 449193 h 6211920"/>
              <a:gd name="connsiteX5120" fmla="*/ 2346407 w 9635294"/>
              <a:gd name="connsiteY5120" fmla="*/ 449194 h 6211920"/>
              <a:gd name="connsiteX5121" fmla="*/ 7289857 w 9635294"/>
              <a:gd name="connsiteY5121" fmla="*/ 443948 h 6211920"/>
              <a:gd name="connsiteX5122" fmla="*/ 7289884 w 9635294"/>
              <a:gd name="connsiteY5122" fmla="*/ 443958 h 6211920"/>
              <a:gd name="connsiteX5123" fmla="*/ 7288764 w 9635294"/>
              <a:gd name="connsiteY5123" fmla="*/ 446962 h 6211920"/>
              <a:gd name="connsiteX5124" fmla="*/ 7291000 w 9635294"/>
              <a:gd name="connsiteY5124" fmla="*/ 440969 h 6211920"/>
              <a:gd name="connsiteX5125" fmla="*/ 7314813 w 9635294"/>
              <a:gd name="connsiteY5125" fmla="*/ 449828 h 6211920"/>
              <a:gd name="connsiteX5126" fmla="*/ 7310368 w 9635294"/>
              <a:gd name="connsiteY5126" fmla="*/ 461721 h 6211920"/>
              <a:gd name="connsiteX5127" fmla="*/ 7286556 w 9635294"/>
              <a:gd name="connsiteY5127" fmla="*/ 452876 h 6211920"/>
              <a:gd name="connsiteX5128" fmla="*/ 7288764 w 9635294"/>
              <a:gd name="connsiteY5128" fmla="*/ 446962 h 6211920"/>
              <a:gd name="connsiteX5129" fmla="*/ 7287698 w 9635294"/>
              <a:gd name="connsiteY5129" fmla="*/ 449898 h 6211920"/>
              <a:gd name="connsiteX5130" fmla="*/ 7311447 w 9635294"/>
              <a:gd name="connsiteY5130" fmla="*/ 458749 h 6211920"/>
              <a:gd name="connsiteX5131" fmla="*/ 7313669 w 9635294"/>
              <a:gd name="connsiteY5131" fmla="*/ 452800 h 6211920"/>
              <a:gd name="connsiteX5132" fmla="*/ 7289884 w 9635294"/>
              <a:gd name="connsiteY5132" fmla="*/ 443958 h 6211920"/>
              <a:gd name="connsiteX5133" fmla="*/ 2343106 w 9635294"/>
              <a:gd name="connsiteY5133" fmla="*/ 440258 h 6211920"/>
              <a:gd name="connsiteX5134" fmla="*/ 2345588 w 9635294"/>
              <a:gd name="connsiteY5134" fmla="*/ 446975 h 6211920"/>
              <a:gd name="connsiteX5135" fmla="*/ 2344204 w 9635294"/>
              <a:gd name="connsiteY5135" fmla="*/ 443236 h 6211920"/>
              <a:gd name="connsiteX5136" fmla="*/ 2320405 w 9635294"/>
              <a:gd name="connsiteY5136" fmla="*/ 452082 h 6211920"/>
              <a:gd name="connsiteX5137" fmla="*/ 2320775 w 9635294"/>
              <a:gd name="connsiteY5137" fmla="*/ 453073 h 6211920"/>
              <a:gd name="connsiteX5138" fmla="*/ 2319294 w 9635294"/>
              <a:gd name="connsiteY5138" fmla="*/ 449110 h 6211920"/>
              <a:gd name="connsiteX5139" fmla="*/ 2343106 w 9635294"/>
              <a:gd name="connsiteY5139" fmla="*/ 440258 h 6211920"/>
              <a:gd name="connsiteX5140" fmla="*/ 2369157 w 9635294"/>
              <a:gd name="connsiteY5140" fmla="*/ 437668 h 6211920"/>
              <a:gd name="connsiteX5141" fmla="*/ 2370179 w 9635294"/>
              <a:gd name="connsiteY5141" fmla="*/ 440461 h 6211920"/>
              <a:gd name="connsiteX5142" fmla="*/ 2370176 w 9635294"/>
              <a:gd name="connsiteY5142" fmla="*/ 440461 h 6211920"/>
              <a:gd name="connsiteX5143" fmla="*/ 7242232 w 9635294"/>
              <a:gd name="connsiteY5143" fmla="*/ 426517 h 6211920"/>
              <a:gd name="connsiteX5144" fmla="*/ 7240073 w 9635294"/>
              <a:gd name="connsiteY5144" fmla="*/ 432486 h 6211920"/>
              <a:gd name="connsiteX5145" fmla="*/ 7263886 w 9635294"/>
              <a:gd name="connsiteY5145" fmla="*/ 441154 h 6211920"/>
              <a:gd name="connsiteX5146" fmla="*/ 7266044 w 9635294"/>
              <a:gd name="connsiteY5146" fmla="*/ 435185 h 6211920"/>
              <a:gd name="connsiteX5147" fmla="*/ 7242232 w 9635294"/>
              <a:gd name="connsiteY5147" fmla="*/ 426517 h 6211920"/>
              <a:gd name="connsiteX5148" fmla="*/ 7243312 w 9635294"/>
              <a:gd name="connsiteY5148" fmla="*/ 423526 h 6211920"/>
              <a:gd name="connsiteX5149" fmla="*/ 7267188 w 9635294"/>
              <a:gd name="connsiteY5149" fmla="*/ 432206 h 6211920"/>
              <a:gd name="connsiteX5150" fmla="*/ 7262807 w 9635294"/>
              <a:gd name="connsiteY5150" fmla="*/ 444132 h 6211920"/>
              <a:gd name="connsiteX5151" fmla="*/ 7238994 w 9635294"/>
              <a:gd name="connsiteY5151" fmla="*/ 435470 h 6211920"/>
              <a:gd name="connsiteX5152" fmla="*/ 2390745 w 9635294"/>
              <a:gd name="connsiteY5152" fmla="*/ 422853 h 6211920"/>
              <a:gd name="connsiteX5153" fmla="*/ 2395055 w 9635294"/>
              <a:gd name="connsiteY5153" fmla="*/ 434791 h 6211920"/>
              <a:gd name="connsiteX5154" fmla="*/ 2371269 w 9635294"/>
              <a:gd name="connsiteY5154" fmla="*/ 443440 h 6211920"/>
              <a:gd name="connsiteX5155" fmla="*/ 2370179 w 9635294"/>
              <a:gd name="connsiteY5155" fmla="*/ 440461 h 6211920"/>
              <a:gd name="connsiteX5156" fmla="*/ 2393976 w 9635294"/>
              <a:gd name="connsiteY5156" fmla="*/ 431806 h 6211920"/>
              <a:gd name="connsiteX5157" fmla="*/ 2391817 w 9635294"/>
              <a:gd name="connsiteY5157" fmla="*/ 425837 h 6211920"/>
              <a:gd name="connsiteX5158" fmla="*/ 2367998 w 9635294"/>
              <a:gd name="connsiteY5158" fmla="*/ 434492 h 6211920"/>
              <a:gd name="connsiteX5159" fmla="*/ 2369157 w 9635294"/>
              <a:gd name="connsiteY5159" fmla="*/ 437668 h 6211920"/>
              <a:gd name="connsiteX5160" fmla="*/ 2366906 w 9635294"/>
              <a:gd name="connsiteY5160" fmla="*/ 431514 h 6211920"/>
              <a:gd name="connsiteX5161" fmla="*/ 2390745 w 9635294"/>
              <a:gd name="connsiteY5161" fmla="*/ 422853 h 6211920"/>
              <a:gd name="connsiteX5162" fmla="*/ 7218356 w 9635294"/>
              <a:gd name="connsiteY5162" fmla="*/ 417925 h 6211920"/>
              <a:gd name="connsiteX5163" fmla="*/ 7218357 w 9635294"/>
              <a:gd name="connsiteY5163" fmla="*/ 417925 h 6211920"/>
              <a:gd name="connsiteX5164" fmla="*/ 7216850 w 9635294"/>
              <a:gd name="connsiteY5164" fmla="*/ 422096 h 6211920"/>
              <a:gd name="connsiteX5165" fmla="*/ 7193441 w 9635294"/>
              <a:gd name="connsiteY5165" fmla="*/ 412206 h 6211920"/>
              <a:gd name="connsiteX5166" fmla="*/ 7192321 w 9635294"/>
              <a:gd name="connsiteY5166" fmla="*/ 415404 h 6211920"/>
              <a:gd name="connsiteX5167" fmla="*/ 7216197 w 9635294"/>
              <a:gd name="connsiteY5167" fmla="*/ 423901 h 6211920"/>
              <a:gd name="connsiteX5168" fmla="*/ 7216850 w 9635294"/>
              <a:gd name="connsiteY5168" fmla="*/ 422096 h 6211920"/>
              <a:gd name="connsiteX5169" fmla="*/ 7215118 w 9635294"/>
              <a:gd name="connsiteY5169" fmla="*/ 426891 h 6211920"/>
              <a:gd name="connsiteX5170" fmla="*/ 7191242 w 9635294"/>
              <a:gd name="connsiteY5170" fmla="*/ 418395 h 6211920"/>
              <a:gd name="connsiteX5171" fmla="*/ 7194417 w 9635294"/>
              <a:gd name="connsiteY5171" fmla="*/ 409416 h 6211920"/>
              <a:gd name="connsiteX5172" fmla="*/ 7194430 w 9635294"/>
              <a:gd name="connsiteY5172" fmla="*/ 409421 h 6211920"/>
              <a:gd name="connsiteX5173" fmla="*/ 7193441 w 9635294"/>
              <a:gd name="connsiteY5173" fmla="*/ 412206 h 6211920"/>
              <a:gd name="connsiteX5174" fmla="*/ 2439589 w 9635294"/>
              <a:gd name="connsiteY5174" fmla="*/ 408762 h 6211920"/>
              <a:gd name="connsiteX5175" fmla="*/ 2441256 w 9635294"/>
              <a:gd name="connsiteY5175" fmla="*/ 413486 h 6211920"/>
              <a:gd name="connsiteX5176" fmla="*/ 2439586 w 9635294"/>
              <a:gd name="connsiteY5176" fmla="*/ 408763 h 6211920"/>
              <a:gd name="connsiteX5177" fmla="*/ 7195496 w 9635294"/>
              <a:gd name="connsiteY5177" fmla="*/ 406419 h 6211920"/>
              <a:gd name="connsiteX5178" fmla="*/ 7219436 w 9635294"/>
              <a:gd name="connsiteY5178" fmla="*/ 414934 h 6211920"/>
              <a:gd name="connsiteX5179" fmla="*/ 7218356 w 9635294"/>
              <a:gd name="connsiteY5179" fmla="*/ 417925 h 6211920"/>
              <a:gd name="connsiteX5180" fmla="*/ 7194430 w 9635294"/>
              <a:gd name="connsiteY5180" fmla="*/ 409421 h 6211920"/>
              <a:gd name="connsiteX5181" fmla="*/ 2438527 w 9635294"/>
              <a:gd name="connsiteY5181" fmla="*/ 405771 h 6211920"/>
              <a:gd name="connsiteX5182" fmla="*/ 2439586 w 9635294"/>
              <a:gd name="connsiteY5182" fmla="*/ 408763 h 6211920"/>
              <a:gd name="connsiteX5183" fmla="*/ 2415687 w 9635294"/>
              <a:gd name="connsiteY5183" fmla="*/ 417259 h 6211920"/>
              <a:gd name="connsiteX5184" fmla="*/ 2417820 w 9635294"/>
              <a:gd name="connsiteY5184" fmla="*/ 423240 h 6211920"/>
              <a:gd name="connsiteX5185" fmla="*/ 2441702 w 9635294"/>
              <a:gd name="connsiteY5185" fmla="*/ 414750 h 6211920"/>
              <a:gd name="connsiteX5186" fmla="*/ 2441256 w 9635294"/>
              <a:gd name="connsiteY5186" fmla="*/ 413486 h 6211920"/>
              <a:gd name="connsiteX5187" fmla="*/ 2442763 w 9635294"/>
              <a:gd name="connsiteY5187" fmla="*/ 417747 h 6211920"/>
              <a:gd name="connsiteX5188" fmla="*/ 2418887 w 9635294"/>
              <a:gd name="connsiteY5188" fmla="*/ 426231 h 6211920"/>
              <a:gd name="connsiteX5189" fmla="*/ 2414614 w 9635294"/>
              <a:gd name="connsiteY5189" fmla="*/ 414268 h 6211920"/>
              <a:gd name="connsiteX5190" fmla="*/ 2438527 w 9635294"/>
              <a:gd name="connsiteY5190" fmla="*/ 405771 h 6211920"/>
              <a:gd name="connsiteX5191" fmla="*/ 7170449 w 9635294"/>
              <a:gd name="connsiteY5191" fmla="*/ 400981 h 6211920"/>
              <a:gd name="connsiteX5192" fmla="*/ 7170477 w 9635294"/>
              <a:gd name="connsiteY5192" fmla="*/ 400990 h 6211920"/>
              <a:gd name="connsiteX5193" fmla="*/ 7168381 w 9635294"/>
              <a:gd name="connsiteY5193" fmla="*/ 406984 h 6211920"/>
              <a:gd name="connsiteX5194" fmla="*/ 7168353 w 9635294"/>
              <a:gd name="connsiteY5194" fmla="*/ 406975 h 6211920"/>
              <a:gd name="connsiteX5195" fmla="*/ 2463528 w 9635294"/>
              <a:gd name="connsiteY5195" fmla="*/ 400355 h 6211920"/>
              <a:gd name="connsiteX5196" fmla="*/ 2465624 w 9635294"/>
              <a:gd name="connsiteY5196" fmla="*/ 406349 h 6211920"/>
              <a:gd name="connsiteX5197" fmla="*/ 2465623 w 9635294"/>
              <a:gd name="connsiteY5197" fmla="*/ 406349 h 6211920"/>
              <a:gd name="connsiteX5198" fmla="*/ 2463527 w 9635294"/>
              <a:gd name="connsiteY5198" fmla="*/ 400355 h 6211920"/>
              <a:gd name="connsiteX5199" fmla="*/ 7144394 w 9635294"/>
              <a:gd name="connsiteY5199" fmla="*/ 398653 h 6211920"/>
              <a:gd name="connsiteX5200" fmla="*/ 7168353 w 9635294"/>
              <a:gd name="connsiteY5200" fmla="*/ 406975 h 6211920"/>
              <a:gd name="connsiteX5201" fmla="*/ 7167302 w 9635294"/>
              <a:gd name="connsiteY5201" fmla="*/ 409981 h 6211920"/>
              <a:gd name="connsiteX5202" fmla="*/ 7143363 w 9635294"/>
              <a:gd name="connsiteY5202" fmla="*/ 401650 h 6211920"/>
              <a:gd name="connsiteX5203" fmla="*/ 2489581 w 9635294"/>
              <a:gd name="connsiteY5203" fmla="*/ 398025 h 6211920"/>
              <a:gd name="connsiteX5204" fmla="*/ 2490616 w 9635294"/>
              <a:gd name="connsiteY5204" fmla="*/ 401028 h 6211920"/>
              <a:gd name="connsiteX5205" fmla="*/ 2466671 w 9635294"/>
              <a:gd name="connsiteY5205" fmla="*/ 409346 h 6211920"/>
              <a:gd name="connsiteX5206" fmla="*/ 2465624 w 9635294"/>
              <a:gd name="connsiteY5206" fmla="*/ 406349 h 6211920"/>
              <a:gd name="connsiteX5207" fmla="*/ 7145495 w 9635294"/>
              <a:gd name="connsiteY5207" fmla="*/ 395452 h 6211920"/>
              <a:gd name="connsiteX5208" fmla="*/ 7144394 w 9635294"/>
              <a:gd name="connsiteY5208" fmla="*/ 398653 h 6211920"/>
              <a:gd name="connsiteX5209" fmla="*/ 7144379 w 9635294"/>
              <a:gd name="connsiteY5209" fmla="*/ 398647 h 6211920"/>
              <a:gd name="connsiteX5210" fmla="*/ 2488546 w 9635294"/>
              <a:gd name="connsiteY5210" fmla="*/ 395024 h 6211920"/>
              <a:gd name="connsiteX5211" fmla="*/ 2489581 w 9635294"/>
              <a:gd name="connsiteY5211" fmla="*/ 398024 h 6211920"/>
              <a:gd name="connsiteX5212" fmla="*/ 2489581 w 9635294"/>
              <a:gd name="connsiteY5212" fmla="*/ 398025 h 6211920"/>
              <a:gd name="connsiteX5213" fmla="*/ 7147490 w 9635294"/>
              <a:gd name="connsiteY5213" fmla="*/ 389649 h 6211920"/>
              <a:gd name="connsiteX5214" fmla="*/ 7171494 w 9635294"/>
              <a:gd name="connsiteY5214" fmla="*/ 397993 h 6211920"/>
              <a:gd name="connsiteX5215" fmla="*/ 7170449 w 9635294"/>
              <a:gd name="connsiteY5215" fmla="*/ 400981 h 6211920"/>
              <a:gd name="connsiteX5216" fmla="*/ 7146474 w 9635294"/>
              <a:gd name="connsiteY5216" fmla="*/ 392646 h 6211920"/>
              <a:gd name="connsiteX5217" fmla="*/ 7145495 w 9635294"/>
              <a:gd name="connsiteY5217" fmla="*/ 395452 h 6211920"/>
              <a:gd name="connsiteX5218" fmla="*/ 2486477 w 9635294"/>
              <a:gd name="connsiteY5218" fmla="*/ 389020 h 6211920"/>
              <a:gd name="connsiteX5219" fmla="*/ 2488546 w 9635294"/>
              <a:gd name="connsiteY5219" fmla="*/ 395024 h 6211920"/>
              <a:gd name="connsiteX5220" fmla="*/ 2487512 w 9635294"/>
              <a:gd name="connsiteY5220" fmla="*/ 392024 h 6211920"/>
              <a:gd name="connsiteX5221" fmla="*/ 2463528 w 9635294"/>
              <a:gd name="connsiteY5221" fmla="*/ 400355 h 6211920"/>
              <a:gd name="connsiteX5222" fmla="*/ 2462480 w 9635294"/>
              <a:gd name="connsiteY5222" fmla="*/ 397358 h 6211920"/>
              <a:gd name="connsiteX5223" fmla="*/ 2486477 w 9635294"/>
              <a:gd name="connsiteY5223" fmla="*/ 389020 h 6211920"/>
              <a:gd name="connsiteX5224" fmla="*/ 7122457 w 9635294"/>
              <a:gd name="connsiteY5224" fmla="*/ 384392 h 6211920"/>
              <a:gd name="connsiteX5225" fmla="*/ 7122471 w 9635294"/>
              <a:gd name="connsiteY5225" fmla="*/ 384397 h 6211920"/>
              <a:gd name="connsiteX5226" fmla="*/ 7120439 w 9635294"/>
              <a:gd name="connsiteY5226" fmla="*/ 390404 h 6211920"/>
              <a:gd name="connsiteX5227" fmla="*/ 7120397 w 9635294"/>
              <a:gd name="connsiteY5227" fmla="*/ 390390 h 6211920"/>
              <a:gd name="connsiteX5228" fmla="*/ 7096437 w 9635294"/>
              <a:gd name="connsiteY5228" fmla="*/ 382257 h 6211920"/>
              <a:gd name="connsiteX5229" fmla="*/ 7120397 w 9635294"/>
              <a:gd name="connsiteY5229" fmla="*/ 390390 h 6211920"/>
              <a:gd name="connsiteX5230" fmla="*/ 7119360 w 9635294"/>
              <a:gd name="connsiteY5230" fmla="*/ 393408 h 6211920"/>
              <a:gd name="connsiteX5231" fmla="*/ 7095420 w 9635294"/>
              <a:gd name="connsiteY5231" fmla="*/ 385267 h 6211920"/>
              <a:gd name="connsiteX5232" fmla="*/ 7098469 w 9635294"/>
              <a:gd name="connsiteY5232" fmla="*/ 376238 h 6211920"/>
              <a:gd name="connsiteX5233" fmla="*/ 7098470 w 9635294"/>
              <a:gd name="connsiteY5233" fmla="*/ 376238 h 6211920"/>
              <a:gd name="connsiteX5234" fmla="*/ 7096437 w 9635294"/>
              <a:gd name="connsiteY5234" fmla="*/ 382257 h 6211920"/>
              <a:gd name="connsiteX5235" fmla="*/ 7096436 w 9635294"/>
              <a:gd name="connsiteY5235" fmla="*/ 382257 h 6211920"/>
              <a:gd name="connsiteX5236" fmla="*/ 2535506 w 9635294"/>
              <a:gd name="connsiteY5236" fmla="*/ 375641 h 6211920"/>
              <a:gd name="connsiteX5237" fmla="*/ 2537537 w 9635294"/>
              <a:gd name="connsiteY5237" fmla="*/ 381660 h 6211920"/>
              <a:gd name="connsiteX5238" fmla="*/ 2537533 w 9635294"/>
              <a:gd name="connsiteY5238" fmla="*/ 381662 h 6211920"/>
              <a:gd name="connsiteX5239" fmla="*/ 2535504 w 9635294"/>
              <a:gd name="connsiteY5239" fmla="*/ 375642 h 6211920"/>
              <a:gd name="connsiteX5240" fmla="*/ 7099484 w 9635294"/>
              <a:gd name="connsiteY5240" fmla="*/ 373234 h 6211920"/>
              <a:gd name="connsiteX5241" fmla="*/ 7123487 w 9635294"/>
              <a:gd name="connsiteY5241" fmla="*/ 381394 h 6211920"/>
              <a:gd name="connsiteX5242" fmla="*/ 7122457 w 9635294"/>
              <a:gd name="connsiteY5242" fmla="*/ 384392 h 6211920"/>
              <a:gd name="connsiteX5243" fmla="*/ 7098470 w 9635294"/>
              <a:gd name="connsiteY5243" fmla="*/ 376238 h 6211920"/>
              <a:gd name="connsiteX5244" fmla="*/ 2534489 w 9635294"/>
              <a:gd name="connsiteY5244" fmla="*/ 372631 h 6211920"/>
              <a:gd name="connsiteX5245" fmla="*/ 2535504 w 9635294"/>
              <a:gd name="connsiteY5245" fmla="*/ 375642 h 6211920"/>
              <a:gd name="connsiteX5246" fmla="*/ 2511509 w 9635294"/>
              <a:gd name="connsiteY5246" fmla="*/ 383788 h 6211920"/>
              <a:gd name="connsiteX5247" fmla="*/ 2513559 w 9635294"/>
              <a:gd name="connsiteY5247" fmla="*/ 389795 h 6211920"/>
              <a:gd name="connsiteX5248" fmla="*/ 2537533 w 9635294"/>
              <a:gd name="connsiteY5248" fmla="*/ 381662 h 6211920"/>
              <a:gd name="connsiteX5249" fmla="*/ 2538546 w 9635294"/>
              <a:gd name="connsiteY5249" fmla="*/ 384670 h 6211920"/>
              <a:gd name="connsiteX5250" fmla="*/ 2514581 w 9635294"/>
              <a:gd name="connsiteY5250" fmla="*/ 392798 h 6211920"/>
              <a:gd name="connsiteX5251" fmla="*/ 2510480 w 9635294"/>
              <a:gd name="connsiteY5251" fmla="*/ 380778 h 6211920"/>
              <a:gd name="connsiteX5252" fmla="*/ 2534489 w 9635294"/>
              <a:gd name="connsiteY5252" fmla="*/ 372631 h 6211920"/>
              <a:gd name="connsiteX5253" fmla="*/ 2559540 w 9635294"/>
              <a:gd name="connsiteY5253" fmla="*/ 367582 h 6211920"/>
              <a:gd name="connsiteX5254" fmla="*/ 2560536 w 9635294"/>
              <a:gd name="connsiteY5254" fmla="*/ 370568 h 6211920"/>
              <a:gd name="connsiteX5255" fmla="*/ 2559539 w 9635294"/>
              <a:gd name="connsiteY5255" fmla="*/ 367582 h 6211920"/>
              <a:gd name="connsiteX5256" fmla="*/ 2585605 w 9635294"/>
              <a:gd name="connsiteY5256" fmla="*/ 365634 h 6211920"/>
              <a:gd name="connsiteX5257" fmla="*/ 2586597 w 9635294"/>
              <a:gd name="connsiteY5257" fmla="*/ 368649 h 6211920"/>
              <a:gd name="connsiteX5258" fmla="*/ 2562555 w 9635294"/>
              <a:gd name="connsiteY5258" fmla="*/ 376619 h 6211920"/>
              <a:gd name="connsiteX5259" fmla="*/ 2560536 w 9635294"/>
              <a:gd name="connsiteY5259" fmla="*/ 370568 h 6211920"/>
              <a:gd name="connsiteX5260" fmla="*/ 2561552 w 9635294"/>
              <a:gd name="connsiteY5260" fmla="*/ 373609 h 6211920"/>
              <a:gd name="connsiteX5261" fmla="*/ 2584693 w 9635294"/>
              <a:gd name="connsiteY5261" fmla="*/ 362863 h 6211920"/>
              <a:gd name="connsiteX5262" fmla="*/ 2585606 w 9635294"/>
              <a:gd name="connsiteY5262" fmla="*/ 365633 h 6211920"/>
              <a:gd name="connsiteX5263" fmla="*/ 2585605 w 9635294"/>
              <a:gd name="connsiteY5263" fmla="*/ 365634 h 6211920"/>
              <a:gd name="connsiteX5264" fmla="*/ 7050272 w 9635294"/>
              <a:gd name="connsiteY5264" fmla="*/ 360178 h 6211920"/>
              <a:gd name="connsiteX5265" fmla="*/ 7050286 w 9635294"/>
              <a:gd name="connsiteY5265" fmla="*/ 360183 h 6211920"/>
              <a:gd name="connsiteX5266" fmla="*/ 7049348 w 9635294"/>
              <a:gd name="connsiteY5266" fmla="*/ 363012 h 6211920"/>
              <a:gd name="connsiteX5267" fmla="*/ 7051288 w 9635294"/>
              <a:gd name="connsiteY5267" fmla="*/ 357162 h 6211920"/>
              <a:gd name="connsiteX5268" fmla="*/ 7075418 w 9635294"/>
              <a:gd name="connsiteY5268" fmla="*/ 365157 h 6211920"/>
              <a:gd name="connsiteX5269" fmla="*/ 7071354 w 9635294"/>
              <a:gd name="connsiteY5269" fmla="*/ 377203 h 6211920"/>
              <a:gd name="connsiteX5270" fmla="*/ 7047287 w 9635294"/>
              <a:gd name="connsiteY5270" fmla="*/ 369221 h 6211920"/>
              <a:gd name="connsiteX5271" fmla="*/ 7049348 w 9635294"/>
              <a:gd name="connsiteY5271" fmla="*/ 363012 h 6211920"/>
              <a:gd name="connsiteX5272" fmla="*/ 7048303 w 9635294"/>
              <a:gd name="connsiteY5272" fmla="*/ 366211 h 6211920"/>
              <a:gd name="connsiteX5273" fmla="*/ 7072369 w 9635294"/>
              <a:gd name="connsiteY5273" fmla="*/ 374193 h 6211920"/>
              <a:gd name="connsiteX5274" fmla="*/ 7074402 w 9635294"/>
              <a:gd name="connsiteY5274" fmla="*/ 368167 h 6211920"/>
              <a:gd name="connsiteX5275" fmla="*/ 7050286 w 9635294"/>
              <a:gd name="connsiteY5275" fmla="*/ 360183 h 6211920"/>
              <a:gd name="connsiteX5276" fmla="*/ 2582628 w 9635294"/>
              <a:gd name="connsiteY5276" fmla="*/ 356591 h 6211920"/>
              <a:gd name="connsiteX5277" fmla="*/ 2584693 w 9635294"/>
              <a:gd name="connsiteY5277" fmla="*/ 362863 h 6211920"/>
              <a:gd name="connsiteX5278" fmla="*/ 2583619 w 9635294"/>
              <a:gd name="connsiteY5278" fmla="*/ 359607 h 6211920"/>
              <a:gd name="connsiteX5279" fmla="*/ 2559540 w 9635294"/>
              <a:gd name="connsiteY5279" fmla="*/ 367582 h 6211920"/>
              <a:gd name="connsiteX5280" fmla="*/ 2558537 w 9635294"/>
              <a:gd name="connsiteY5280" fmla="*/ 364573 h 6211920"/>
              <a:gd name="connsiteX5281" fmla="*/ 2582628 w 9635294"/>
              <a:gd name="connsiteY5281" fmla="*/ 356591 h 6211920"/>
              <a:gd name="connsiteX5282" fmla="*/ 2607733 w 9635294"/>
              <a:gd name="connsiteY5282" fmla="*/ 351706 h 6211920"/>
              <a:gd name="connsiteX5283" fmla="*/ 2609699 w 9635294"/>
              <a:gd name="connsiteY5283" fmla="*/ 357746 h 6211920"/>
              <a:gd name="connsiteX5284" fmla="*/ 2609698 w 9635294"/>
              <a:gd name="connsiteY5284" fmla="*/ 357746 h 6211920"/>
              <a:gd name="connsiteX5285" fmla="*/ 2607730 w 9635294"/>
              <a:gd name="connsiteY5285" fmla="*/ 351707 h 6211920"/>
              <a:gd name="connsiteX5286" fmla="*/ 7000995 w 9635294"/>
              <a:gd name="connsiteY5286" fmla="*/ 347575 h 6211920"/>
              <a:gd name="connsiteX5287" fmla="*/ 7000058 w 9635294"/>
              <a:gd name="connsiteY5287" fmla="*/ 350500 h 6211920"/>
              <a:gd name="connsiteX5288" fmla="*/ 7000044 w 9635294"/>
              <a:gd name="connsiteY5288" fmla="*/ 350495 h 6211920"/>
              <a:gd name="connsiteX5289" fmla="*/ 7002964 w 9635294"/>
              <a:gd name="connsiteY5289" fmla="*/ 341427 h 6211920"/>
              <a:gd name="connsiteX5290" fmla="*/ 7027157 w 9635294"/>
              <a:gd name="connsiteY5290" fmla="*/ 349250 h 6211920"/>
              <a:gd name="connsiteX5291" fmla="*/ 7023221 w 9635294"/>
              <a:gd name="connsiteY5291" fmla="*/ 361328 h 6211920"/>
              <a:gd name="connsiteX5292" fmla="*/ 6999091 w 9635294"/>
              <a:gd name="connsiteY5292" fmla="*/ 353517 h 6211920"/>
              <a:gd name="connsiteX5293" fmla="*/ 7000058 w 9635294"/>
              <a:gd name="connsiteY5293" fmla="*/ 350500 h 6211920"/>
              <a:gd name="connsiteX5294" fmla="*/ 7024173 w 9635294"/>
              <a:gd name="connsiteY5294" fmla="*/ 358311 h 6211920"/>
              <a:gd name="connsiteX5295" fmla="*/ 7026142 w 9635294"/>
              <a:gd name="connsiteY5295" fmla="*/ 352273 h 6211920"/>
              <a:gd name="connsiteX5296" fmla="*/ 7002012 w 9635294"/>
              <a:gd name="connsiteY5296" fmla="*/ 344449 h 6211920"/>
              <a:gd name="connsiteX5297" fmla="*/ 7000995 w 9635294"/>
              <a:gd name="connsiteY5297" fmla="*/ 347575 h 6211920"/>
              <a:gd name="connsiteX5298" fmla="*/ 2630913 w 9635294"/>
              <a:gd name="connsiteY5298" fmla="*/ 340874 h 6211920"/>
              <a:gd name="connsiteX5299" fmla="*/ 2634799 w 9635294"/>
              <a:gd name="connsiteY5299" fmla="*/ 352971 h 6211920"/>
              <a:gd name="connsiteX5300" fmla="*/ 2610682 w 9635294"/>
              <a:gd name="connsiteY5300" fmla="*/ 360769 h 6211920"/>
              <a:gd name="connsiteX5301" fmla="*/ 2609699 w 9635294"/>
              <a:gd name="connsiteY5301" fmla="*/ 357746 h 6211920"/>
              <a:gd name="connsiteX5302" fmla="*/ 2633828 w 9635294"/>
              <a:gd name="connsiteY5302" fmla="*/ 349949 h 6211920"/>
              <a:gd name="connsiteX5303" fmla="*/ 2631885 w 9635294"/>
              <a:gd name="connsiteY5303" fmla="*/ 343903 h 6211920"/>
              <a:gd name="connsiteX5304" fmla="*/ 2607733 w 9635294"/>
              <a:gd name="connsiteY5304" fmla="*/ 351706 h 6211920"/>
              <a:gd name="connsiteX5305" fmla="*/ 2606752 w 9635294"/>
              <a:gd name="connsiteY5305" fmla="*/ 348691 h 6211920"/>
              <a:gd name="connsiteX5306" fmla="*/ 2630913 w 9635294"/>
              <a:gd name="connsiteY5306" fmla="*/ 340874 h 6211920"/>
              <a:gd name="connsiteX5307" fmla="*/ 6977805 w 9635294"/>
              <a:gd name="connsiteY5307" fmla="*/ 336705 h 6211920"/>
              <a:gd name="connsiteX5308" fmla="*/ 6977819 w 9635294"/>
              <a:gd name="connsiteY5308" fmla="*/ 336709 h 6211920"/>
              <a:gd name="connsiteX5309" fmla="*/ 6976858 w 9635294"/>
              <a:gd name="connsiteY5309" fmla="*/ 339663 h 6211920"/>
              <a:gd name="connsiteX5310" fmla="*/ 2656075 w 9635294"/>
              <a:gd name="connsiteY5310" fmla="*/ 336175 h 6211920"/>
              <a:gd name="connsiteX5311" fmla="*/ 2657840 w 9635294"/>
              <a:gd name="connsiteY5311" fmla="*/ 341737 h 6211920"/>
              <a:gd name="connsiteX5312" fmla="*/ 2656073 w 9635294"/>
              <a:gd name="connsiteY5312" fmla="*/ 336175 h 6211920"/>
              <a:gd name="connsiteX5313" fmla="*/ 6951720 w 9635294"/>
              <a:gd name="connsiteY5313" fmla="*/ 335135 h 6211920"/>
              <a:gd name="connsiteX5314" fmla="*/ 6975850 w 9635294"/>
              <a:gd name="connsiteY5314" fmla="*/ 342760 h 6211920"/>
              <a:gd name="connsiteX5315" fmla="*/ 6976858 w 9635294"/>
              <a:gd name="connsiteY5315" fmla="*/ 339663 h 6211920"/>
              <a:gd name="connsiteX5316" fmla="*/ 6974897 w 9635294"/>
              <a:gd name="connsiteY5316" fmla="*/ 345789 h 6211920"/>
              <a:gd name="connsiteX5317" fmla="*/ 6950768 w 9635294"/>
              <a:gd name="connsiteY5317" fmla="*/ 338163 h 6211920"/>
              <a:gd name="connsiteX5318" fmla="*/ 2681435 w 9635294"/>
              <a:gd name="connsiteY5318" fmla="*/ 332362 h 6211920"/>
              <a:gd name="connsiteX5319" fmla="*/ 2683091 w 9635294"/>
              <a:gd name="connsiteY5319" fmla="*/ 337636 h 6211920"/>
              <a:gd name="connsiteX5320" fmla="*/ 2658955 w 9635294"/>
              <a:gd name="connsiteY5320" fmla="*/ 345249 h 6211920"/>
              <a:gd name="connsiteX5321" fmla="*/ 2657840 w 9635294"/>
              <a:gd name="connsiteY5321" fmla="*/ 341737 h 6211920"/>
              <a:gd name="connsiteX5322" fmla="*/ 2657996 w 9635294"/>
              <a:gd name="connsiteY5322" fmla="*/ 342227 h 6211920"/>
              <a:gd name="connsiteX5323" fmla="*/ 2682139 w 9635294"/>
              <a:gd name="connsiteY5323" fmla="*/ 334607 h 6211920"/>
              <a:gd name="connsiteX5324" fmla="*/ 6953625 w 9635294"/>
              <a:gd name="connsiteY5324" fmla="*/ 329070 h 6211920"/>
              <a:gd name="connsiteX5325" fmla="*/ 6953625 w 9635294"/>
              <a:gd name="connsiteY5325" fmla="*/ 329070 h 6211920"/>
              <a:gd name="connsiteX5326" fmla="*/ 6951720 w 9635294"/>
              <a:gd name="connsiteY5326" fmla="*/ 335135 h 6211920"/>
              <a:gd name="connsiteX5327" fmla="*/ 6951719 w 9635294"/>
              <a:gd name="connsiteY5327" fmla="*/ 335134 h 6211920"/>
              <a:gd name="connsiteX5328" fmla="*/ 2680240 w 9635294"/>
              <a:gd name="connsiteY5328" fmla="*/ 328549 h 6211920"/>
              <a:gd name="connsiteX5329" fmla="*/ 2681435 w 9635294"/>
              <a:gd name="connsiteY5329" fmla="*/ 332362 h 6211920"/>
              <a:gd name="connsiteX5330" fmla="*/ 2680239 w 9635294"/>
              <a:gd name="connsiteY5330" fmla="*/ 328550 h 6211920"/>
              <a:gd name="connsiteX5331" fmla="*/ 6954577 w 9635294"/>
              <a:gd name="connsiteY5331" fmla="*/ 326041 h 6211920"/>
              <a:gd name="connsiteX5332" fmla="*/ 6978771 w 9635294"/>
              <a:gd name="connsiteY5332" fmla="*/ 333686 h 6211920"/>
              <a:gd name="connsiteX5333" fmla="*/ 6977805 w 9635294"/>
              <a:gd name="connsiteY5333" fmla="*/ 336705 h 6211920"/>
              <a:gd name="connsiteX5334" fmla="*/ 6953625 w 9635294"/>
              <a:gd name="connsiteY5334" fmla="*/ 329070 h 6211920"/>
              <a:gd name="connsiteX5335" fmla="*/ 2679287 w 9635294"/>
              <a:gd name="connsiteY5335" fmla="*/ 325520 h 6211920"/>
              <a:gd name="connsiteX5336" fmla="*/ 2680239 w 9635294"/>
              <a:gd name="connsiteY5336" fmla="*/ 328550 h 6211920"/>
              <a:gd name="connsiteX5337" fmla="*/ 2656075 w 9635294"/>
              <a:gd name="connsiteY5337" fmla="*/ 336175 h 6211920"/>
              <a:gd name="connsiteX5338" fmla="*/ 2655113 w 9635294"/>
              <a:gd name="connsiteY5338" fmla="*/ 333146 h 6211920"/>
              <a:gd name="connsiteX5339" fmla="*/ 2679287 w 9635294"/>
              <a:gd name="connsiteY5339" fmla="*/ 325520 h 6211920"/>
              <a:gd name="connsiteX5340" fmla="*/ 6928393 w 9635294"/>
              <a:gd name="connsiteY5340" fmla="*/ 324732 h 6211920"/>
              <a:gd name="connsiteX5341" fmla="*/ 6927526 w 9635294"/>
              <a:gd name="connsiteY5341" fmla="*/ 327584 h 6211920"/>
              <a:gd name="connsiteX5342" fmla="*/ 6927513 w 9635294"/>
              <a:gd name="connsiteY5342" fmla="*/ 327580 h 6211920"/>
              <a:gd name="connsiteX5343" fmla="*/ 2704441 w 9635294"/>
              <a:gd name="connsiteY5343" fmla="*/ 321012 h 6211920"/>
              <a:gd name="connsiteX5344" fmla="*/ 2704937 w 9635294"/>
              <a:gd name="connsiteY5344" fmla="*/ 322616 h 6211920"/>
              <a:gd name="connsiteX5345" fmla="*/ 2704440 w 9635294"/>
              <a:gd name="connsiteY5345" fmla="*/ 321012 h 6211920"/>
              <a:gd name="connsiteX5346" fmla="*/ 6904134 w 9635294"/>
              <a:gd name="connsiteY5346" fmla="*/ 317274 h 6211920"/>
              <a:gd name="connsiteX5347" fmla="*/ 6903269 w 9635294"/>
              <a:gd name="connsiteY5347" fmla="*/ 320123 h 6211920"/>
              <a:gd name="connsiteX5348" fmla="*/ 6927513 w 9635294"/>
              <a:gd name="connsiteY5348" fmla="*/ 327580 h 6211920"/>
              <a:gd name="connsiteX5349" fmla="*/ 6926574 w 9635294"/>
              <a:gd name="connsiteY5349" fmla="*/ 330619 h 6211920"/>
              <a:gd name="connsiteX5350" fmla="*/ 6902317 w 9635294"/>
              <a:gd name="connsiteY5350" fmla="*/ 323164 h 6211920"/>
              <a:gd name="connsiteX5351" fmla="*/ 6905111 w 9635294"/>
              <a:gd name="connsiteY5351" fmla="*/ 314052 h 6211920"/>
              <a:gd name="connsiteX5352" fmla="*/ 6905126 w 9635294"/>
              <a:gd name="connsiteY5352" fmla="*/ 314057 h 6211920"/>
              <a:gd name="connsiteX5353" fmla="*/ 6904134 w 9635294"/>
              <a:gd name="connsiteY5353" fmla="*/ 317274 h 6211920"/>
              <a:gd name="connsiteX5354" fmla="*/ 6906063 w 9635294"/>
              <a:gd name="connsiteY5354" fmla="*/ 311017 h 6211920"/>
              <a:gd name="connsiteX5355" fmla="*/ 6930320 w 9635294"/>
              <a:gd name="connsiteY5355" fmla="*/ 318491 h 6211920"/>
              <a:gd name="connsiteX5356" fmla="*/ 6928393 w 9635294"/>
              <a:gd name="connsiteY5356" fmla="*/ 324732 h 6211920"/>
              <a:gd name="connsiteX5357" fmla="*/ 6929368 w 9635294"/>
              <a:gd name="connsiteY5357" fmla="*/ 321520 h 6211920"/>
              <a:gd name="connsiteX5358" fmla="*/ 6905126 w 9635294"/>
              <a:gd name="connsiteY5358" fmla="*/ 314057 h 6211920"/>
              <a:gd name="connsiteX5359" fmla="*/ 2727751 w 9635294"/>
              <a:gd name="connsiteY5359" fmla="*/ 310515 h 6211920"/>
              <a:gd name="connsiteX5360" fmla="*/ 2731459 w 9635294"/>
              <a:gd name="connsiteY5360" fmla="*/ 322663 h 6211920"/>
              <a:gd name="connsiteX5361" fmla="*/ 2707259 w 9635294"/>
              <a:gd name="connsiteY5361" fmla="*/ 330111 h 6211920"/>
              <a:gd name="connsiteX5362" fmla="*/ 2704937 w 9635294"/>
              <a:gd name="connsiteY5362" fmla="*/ 322616 h 6211920"/>
              <a:gd name="connsiteX5363" fmla="*/ 2706320 w 9635294"/>
              <a:gd name="connsiteY5363" fmla="*/ 327076 h 6211920"/>
              <a:gd name="connsiteX5364" fmla="*/ 2730532 w 9635294"/>
              <a:gd name="connsiteY5364" fmla="*/ 319627 h 6211920"/>
              <a:gd name="connsiteX5365" fmla="*/ 2728678 w 9635294"/>
              <a:gd name="connsiteY5365" fmla="*/ 313557 h 6211920"/>
              <a:gd name="connsiteX5366" fmla="*/ 2704441 w 9635294"/>
              <a:gd name="connsiteY5366" fmla="*/ 321012 h 6211920"/>
              <a:gd name="connsiteX5367" fmla="*/ 2703500 w 9635294"/>
              <a:gd name="connsiteY5367" fmla="*/ 317976 h 6211920"/>
              <a:gd name="connsiteX5368" fmla="*/ 2727751 w 9635294"/>
              <a:gd name="connsiteY5368" fmla="*/ 310515 h 6211920"/>
              <a:gd name="connsiteX5369" fmla="*/ 6880826 w 9635294"/>
              <a:gd name="connsiteY5369" fmla="*/ 306659 h 6211920"/>
              <a:gd name="connsiteX5370" fmla="*/ 6880854 w 9635294"/>
              <a:gd name="connsiteY5370" fmla="*/ 306667 h 6211920"/>
              <a:gd name="connsiteX5371" fmla="*/ 6879012 w 9635294"/>
              <a:gd name="connsiteY5371" fmla="*/ 312750 h 6211920"/>
              <a:gd name="connsiteX5372" fmla="*/ 6878983 w 9635294"/>
              <a:gd name="connsiteY5372" fmla="*/ 312741 h 6211920"/>
              <a:gd name="connsiteX5373" fmla="*/ 2752951 w 9635294"/>
              <a:gd name="connsiteY5373" fmla="*/ 306183 h 6211920"/>
              <a:gd name="connsiteX5374" fmla="*/ 2754786 w 9635294"/>
              <a:gd name="connsiteY5374" fmla="*/ 312261 h 6211920"/>
              <a:gd name="connsiteX5375" fmla="*/ 2754784 w 9635294"/>
              <a:gd name="connsiteY5375" fmla="*/ 312261 h 6211920"/>
              <a:gd name="connsiteX5376" fmla="*/ 2752948 w 9635294"/>
              <a:gd name="connsiteY5376" fmla="*/ 306184 h 6211920"/>
              <a:gd name="connsiteX5377" fmla="*/ 6854707 w 9635294"/>
              <a:gd name="connsiteY5377" fmla="*/ 305459 h 6211920"/>
              <a:gd name="connsiteX5378" fmla="*/ 6878983 w 9635294"/>
              <a:gd name="connsiteY5378" fmla="*/ 312741 h 6211920"/>
              <a:gd name="connsiteX5379" fmla="*/ 6878060 w 9635294"/>
              <a:gd name="connsiteY5379" fmla="*/ 315785 h 6211920"/>
              <a:gd name="connsiteX5380" fmla="*/ 6853803 w 9635294"/>
              <a:gd name="connsiteY5380" fmla="*/ 308496 h 6211920"/>
              <a:gd name="connsiteX5381" fmla="*/ 2779072 w 9635294"/>
              <a:gd name="connsiteY5381" fmla="*/ 304978 h 6211920"/>
              <a:gd name="connsiteX5382" fmla="*/ 2779980 w 9635294"/>
              <a:gd name="connsiteY5382" fmla="*/ 308026 h 6211920"/>
              <a:gd name="connsiteX5383" fmla="*/ 2755704 w 9635294"/>
              <a:gd name="connsiteY5383" fmla="*/ 315303 h 6211920"/>
              <a:gd name="connsiteX5384" fmla="*/ 2754786 w 9635294"/>
              <a:gd name="connsiteY5384" fmla="*/ 312261 h 6211920"/>
              <a:gd name="connsiteX5385" fmla="*/ 6855611 w 9635294"/>
              <a:gd name="connsiteY5385" fmla="*/ 302419 h 6211920"/>
              <a:gd name="connsiteX5386" fmla="*/ 6854707 w 9635294"/>
              <a:gd name="connsiteY5386" fmla="*/ 305459 h 6211920"/>
              <a:gd name="connsiteX5387" fmla="*/ 6854692 w 9635294"/>
              <a:gd name="connsiteY5387" fmla="*/ 305454 h 6211920"/>
              <a:gd name="connsiteX5388" fmla="*/ 2777263 w 9635294"/>
              <a:gd name="connsiteY5388" fmla="*/ 298895 h 6211920"/>
              <a:gd name="connsiteX5389" fmla="*/ 2779073 w 9635294"/>
              <a:gd name="connsiteY5389" fmla="*/ 304978 h 6211920"/>
              <a:gd name="connsiteX5390" fmla="*/ 2779072 w 9635294"/>
              <a:gd name="connsiteY5390" fmla="*/ 304978 h 6211920"/>
              <a:gd name="connsiteX5391" fmla="*/ 2777261 w 9635294"/>
              <a:gd name="connsiteY5391" fmla="*/ 298896 h 6211920"/>
              <a:gd name="connsiteX5392" fmla="*/ 6857422 w 9635294"/>
              <a:gd name="connsiteY5392" fmla="*/ 296329 h 6211920"/>
              <a:gd name="connsiteX5393" fmla="*/ 6881743 w 9635294"/>
              <a:gd name="connsiteY5393" fmla="*/ 303632 h 6211920"/>
              <a:gd name="connsiteX5394" fmla="*/ 6880826 w 9635294"/>
              <a:gd name="connsiteY5394" fmla="*/ 306659 h 6211920"/>
              <a:gd name="connsiteX5395" fmla="*/ 6856533 w 9635294"/>
              <a:gd name="connsiteY5395" fmla="*/ 299371 h 6211920"/>
              <a:gd name="connsiteX5396" fmla="*/ 6855611 w 9635294"/>
              <a:gd name="connsiteY5396" fmla="*/ 302419 h 6211920"/>
              <a:gd name="connsiteX5397" fmla="*/ 2776354 w 9635294"/>
              <a:gd name="connsiteY5397" fmla="*/ 295853 h 6211920"/>
              <a:gd name="connsiteX5398" fmla="*/ 2777261 w 9635294"/>
              <a:gd name="connsiteY5398" fmla="*/ 298896 h 6211920"/>
              <a:gd name="connsiteX5399" fmla="*/ 2752951 w 9635294"/>
              <a:gd name="connsiteY5399" fmla="*/ 306183 h 6211920"/>
              <a:gd name="connsiteX5400" fmla="*/ 2752033 w 9635294"/>
              <a:gd name="connsiteY5400" fmla="*/ 303143 h 6211920"/>
              <a:gd name="connsiteX5401" fmla="*/ 2776354 w 9635294"/>
              <a:gd name="connsiteY5401" fmla="*/ 295853 h 6211920"/>
              <a:gd name="connsiteX5402" fmla="*/ 6832149 w 9635294"/>
              <a:gd name="connsiteY5402" fmla="*/ 292157 h 6211920"/>
              <a:gd name="connsiteX5403" fmla="*/ 6832149 w 9635294"/>
              <a:gd name="connsiteY5403" fmla="*/ 292157 h 6211920"/>
              <a:gd name="connsiteX5404" fmla="*/ 6831503 w 9635294"/>
              <a:gd name="connsiteY5404" fmla="*/ 294370 h 6211920"/>
              <a:gd name="connsiteX5405" fmla="*/ 6805989 w 9635294"/>
              <a:gd name="connsiteY5405" fmla="*/ 291129 h 6211920"/>
              <a:gd name="connsiteX5406" fmla="*/ 6830371 w 9635294"/>
              <a:gd name="connsiteY5406" fmla="*/ 298247 h 6211920"/>
              <a:gd name="connsiteX5407" fmla="*/ 6831503 w 9635294"/>
              <a:gd name="connsiteY5407" fmla="*/ 294370 h 6211920"/>
              <a:gd name="connsiteX5408" fmla="*/ 6829482 w 9635294"/>
              <a:gd name="connsiteY5408" fmla="*/ 301295 h 6211920"/>
              <a:gd name="connsiteX5409" fmla="*/ 6805098 w 9635294"/>
              <a:gd name="connsiteY5409" fmla="*/ 294183 h 6211920"/>
              <a:gd name="connsiteX5410" fmla="*/ 6807765 w 9635294"/>
              <a:gd name="connsiteY5410" fmla="*/ 285032 h 6211920"/>
              <a:gd name="connsiteX5411" fmla="*/ 6807766 w 9635294"/>
              <a:gd name="connsiteY5411" fmla="*/ 285033 h 6211920"/>
              <a:gd name="connsiteX5412" fmla="*/ 6805989 w 9635294"/>
              <a:gd name="connsiteY5412" fmla="*/ 291129 h 6211920"/>
              <a:gd name="connsiteX5413" fmla="*/ 6805987 w 9635294"/>
              <a:gd name="connsiteY5413" fmla="*/ 291128 h 6211920"/>
              <a:gd name="connsiteX5414" fmla="*/ 2825960 w 9635294"/>
              <a:gd name="connsiteY5414" fmla="*/ 284582 h 6211920"/>
              <a:gd name="connsiteX5415" fmla="*/ 2801609 w 9635294"/>
              <a:gd name="connsiteY5415" fmla="*/ 291687 h 6211920"/>
              <a:gd name="connsiteX5416" fmla="*/ 2803399 w 9635294"/>
              <a:gd name="connsiteY5416" fmla="*/ 297783 h 6211920"/>
              <a:gd name="connsiteX5417" fmla="*/ 2827725 w 9635294"/>
              <a:gd name="connsiteY5417" fmla="*/ 290678 h 6211920"/>
              <a:gd name="connsiteX5418" fmla="*/ 6808655 w 9635294"/>
              <a:gd name="connsiteY5418" fmla="*/ 281984 h 6211920"/>
              <a:gd name="connsiteX5419" fmla="*/ 6833038 w 9635294"/>
              <a:gd name="connsiteY5419" fmla="*/ 289109 h 6211920"/>
              <a:gd name="connsiteX5420" fmla="*/ 6832149 w 9635294"/>
              <a:gd name="connsiteY5420" fmla="*/ 292157 h 6211920"/>
              <a:gd name="connsiteX5421" fmla="*/ 6807766 w 9635294"/>
              <a:gd name="connsiteY5421" fmla="*/ 285033 h 6211920"/>
              <a:gd name="connsiteX5422" fmla="*/ 2825077 w 9635294"/>
              <a:gd name="connsiteY5422" fmla="*/ 281527 h 6211920"/>
              <a:gd name="connsiteX5423" fmla="*/ 2828614 w 9635294"/>
              <a:gd name="connsiteY5423" fmla="*/ 293726 h 6211920"/>
              <a:gd name="connsiteX5424" fmla="*/ 2804294 w 9635294"/>
              <a:gd name="connsiteY5424" fmla="*/ 300831 h 6211920"/>
              <a:gd name="connsiteX5425" fmla="*/ 2800712 w 9635294"/>
              <a:gd name="connsiteY5425" fmla="*/ 288646 h 6211920"/>
              <a:gd name="connsiteX5426" fmla="*/ 2825077 w 9635294"/>
              <a:gd name="connsiteY5426" fmla="*/ 281527 h 6211920"/>
              <a:gd name="connsiteX5427" fmla="*/ 6782549 w 9635294"/>
              <a:gd name="connsiteY5427" fmla="*/ 280975 h 6211920"/>
              <a:gd name="connsiteX5428" fmla="*/ 6781667 w 9635294"/>
              <a:gd name="connsiteY5428" fmla="*/ 284112 h 6211920"/>
              <a:gd name="connsiteX5429" fmla="*/ 6781653 w 9635294"/>
              <a:gd name="connsiteY5429" fmla="*/ 284108 h 6211920"/>
              <a:gd name="connsiteX5430" fmla="*/ 2850310 w 9635294"/>
              <a:gd name="connsiteY5430" fmla="*/ 277564 h 6211920"/>
              <a:gd name="connsiteX5431" fmla="*/ 2851182 w 9635294"/>
              <a:gd name="connsiteY5431" fmla="*/ 280616 h 6211920"/>
              <a:gd name="connsiteX5432" fmla="*/ 2850306 w 9635294"/>
              <a:gd name="connsiteY5432" fmla="*/ 277565 h 6211920"/>
              <a:gd name="connsiteX5433" fmla="*/ 6758112 w 9635294"/>
              <a:gd name="connsiteY5433" fmla="*/ 274220 h 6211920"/>
              <a:gd name="connsiteX5434" fmla="*/ 6757282 w 9635294"/>
              <a:gd name="connsiteY5434" fmla="*/ 277177 h 6211920"/>
              <a:gd name="connsiteX5435" fmla="*/ 6781653 w 9635294"/>
              <a:gd name="connsiteY5435" fmla="*/ 284108 h 6211920"/>
              <a:gd name="connsiteX5436" fmla="*/ 6780778 w 9635294"/>
              <a:gd name="connsiteY5436" fmla="*/ 287166 h 6211920"/>
              <a:gd name="connsiteX5437" fmla="*/ 6756394 w 9635294"/>
              <a:gd name="connsiteY5437" fmla="*/ 280232 h 6211920"/>
              <a:gd name="connsiteX5438" fmla="*/ 2875309 w 9635294"/>
              <a:gd name="connsiteY5438" fmla="*/ 272808 h 6211920"/>
              <a:gd name="connsiteX5439" fmla="*/ 2877281 w 9635294"/>
              <a:gd name="connsiteY5439" fmla="*/ 279800 h 6211920"/>
              <a:gd name="connsiteX5440" fmla="*/ 2852929 w 9635294"/>
              <a:gd name="connsiteY5440" fmla="*/ 286722 h 6211920"/>
              <a:gd name="connsiteX5441" fmla="*/ 2851182 w 9635294"/>
              <a:gd name="connsiteY5441" fmla="*/ 280616 h 6211920"/>
              <a:gd name="connsiteX5442" fmla="*/ 2852058 w 9635294"/>
              <a:gd name="connsiteY5442" fmla="*/ 283667 h 6211920"/>
              <a:gd name="connsiteX5443" fmla="*/ 2876417 w 9635294"/>
              <a:gd name="connsiteY5443" fmla="*/ 276746 h 6211920"/>
              <a:gd name="connsiteX5444" fmla="*/ 6758997 w 9635294"/>
              <a:gd name="connsiteY5444" fmla="*/ 271062 h 6211920"/>
              <a:gd name="connsiteX5445" fmla="*/ 6759012 w 9635294"/>
              <a:gd name="connsiteY5445" fmla="*/ 271067 h 6211920"/>
              <a:gd name="connsiteX5446" fmla="*/ 6758112 w 9635294"/>
              <a:gd name="connsiteY5446" fmla="*/ 274220 h 6211920"/>
              <a:gd name="connsiteX5447" fmla="*/ 2874696 w 9635294"/>
              <a:gd name="connsiteY5447" fmla="*/ 270631 h 6211920"/>
              <a:gd name="connsiteX5448" fmla="*/ 2875309 w 9635294"/>
              <a:gd name="connsiteY5448" fmla="*/ 272808 h 6211920"/>
              <a:gd name="connsiteX5449" fmla="*/ 2874695 w 9635294"/>
              <a:gd name="connsiteY5449" fmla="*/ 270632 h 6211920"/>
              <a:gd name="connsiteX5450" fmla="*/ 6759886 w 9635294"/>
              <a:gd name="connsiteY5450" fmla="*/ 268008 h 6211920"/>
              <a:gd name="connsiteX5451" fmla="*/ 6784270 w 9635294"/>
              <a:gd name="connsiteY5451" fmla="*/ 274955 h 6211920"/>
              <a:gd name="connsiteX5452" fmla="*/ 6782549 w 9635294"/>
              <a:gd name="connsiteY5452" fmla="*/ 280975 h 6211920"/>
              <a:gd name="connsiteX5453" fmla="*/ 6783382 w 9635294"/>
              <a:gd name="connsiteY5453" fmla="*/ 278009 h 6211920"/>
              <a:gd name="connsiteX5454" fmla="*/ 6759012 w 9635294"/>
              <a:gd name="connsiteY5454" fmla="*/ 271067 h 6211920"/>
              <a:gd name="connsiteX5455" fmla="*/ 2873833 w 9635294"/>
              <a:gd name="connsiteY5455" fmla="*/ 267576 h 6211920"/>
              <a:gd name="connsiteX5456" fmla="*/ 2874695 w 9635294"/>
              <a:gd name="connsiteY5456" fmla="*/ 270632 h 6211920"/>
              <a:gd name="connsiteX5457" fmla="*/ 2850310 w 9635294"/>
              <a:gd name="connsiteY5457" fmla="*/ 277564 h 6211920"/>
              <a:gd name="connsiteX5458" fmla="*/ 2849436 w 9635294"/>
              <a:gd name="connsiteY5458" fmla="*/ 274510 h 6211920"/>
              <a:gd name="connsiteX5459" fmla="*/ 2873833 w 9635294"/>
              <a:gd name="connsiteY5459" fmla="*/ 267576 h 6211920"/>
              <a:gd name="connsiteX5460" fmla="*/ 2899113 w 9635294"/>
              <a:gd name="connsiteY5460" fmla="*/ 263785 h 6211920"/>
              <a:gd name="connsiteX5461" fmla="*/ 2899966 w 9635294"/>
              <a:gd name="connsiteY5461" fmla="*/ 266846 h 6211920"/>
              <a:gd name="connsiteX5462" fmla="*/ 2899112 w 9635294"/>
              <a:gd name="connsiteY5462" fmla="*/ 263785 h 6211920"/>
              <a:gd name="connsiteX5463" fmla="*/ 2925253 w 9635294"/>
              <a:gd name="connsiteY5463" fmla="*/ 263151 h 6211920"/>
              <a:gd name="connsiteX5464" fmla="*/ 2926094 w 9635294"/>
              <a:gd name="connsiteY5464" fmla="*/ 266211 h 6211920"/>
              <a:gd name="connsiteX5465" fmla="*/ 2901671 w 9635294"/>
              <a:gd name="connsiteY5465" fmla="*/ 272961 h 6211920"/>
              <a:gd name="connsiteX5466" fmla="*/ 2899966 w 9635294"/>
              <a:gd name="connsiteY5466" fmla="*/ 266846 h 6211920"/>
              <a:gd name="connsiteX5467" fmla="*/ 2900820 w 9635294"/>
              <a:gd name="connsiteY5467" fmla="*/ 269907 h 6211920"/>
              <a:gd name="connsiteX5468" fmla="*/ 6709245 w 9635294"/>
              <a:gd name="connsiteY5468" fmla="*/ 260496 h 6211920"/>
              <a:gd name="connsiteX5469" fmla="*/ 6708402 w 9635294"/>
              <a:gd name="connsiteY5469" fmla="*/ 263561 h 6211920"/>
              <a:gd name="connsiteX5470" fmla="*/ 6708388 w 9635294"/>
              <a:gd name="connsiteY5470" fmla="*/ 263557 h 6211920"/>
              <a:gd name="connsiteX5471" fmla="*/ 2923572 w 9635294"/>
              <a:gd name="connsiteY5471" fmla="*/ 257023 h 6211920"/>
              <a:gd name="connsiteX5472" fmla="*/ 2925256 w 9635294"/>
              <a:gd name="connsiteY5472" fmla="*/ 263150 h 6211920"/>
              <a:gd name="connsiteX5473" fmla="*/ 2925253 w 9635294"/>
              <a:gd name="connsiteY5473" fmla="*/ 263151 h 6211920"/>
              <a:gd name="connsiteX5474" fmla="*/ 2923570 w 9635294"/>
              <a:gd name="connsiteY5474" fmla="*/ 257024 h 6211920"/>
              <a:gd name="connsiteX5475" fmla="*/ 6710928 w 9635294"/>
              <a:gd name="connsiteY5475" fmla="*/ 254375 h 6211920"/>
              <a:gd name="connsiteX5476" fmla="*/ 6735439 w 9635294"/>
              <a:gd name="connsiteY5476" fmla="*/ 261150 h 6211920"/>
              <a:gd name="connsiteX5477" fmla="*/ 6732010 w 9635294"/>
              <a:gd name="connsiteY5477" fmla="*/ 273380 h 6211920"/>
              <a:gd name="connsiteX5478" fmla="*/ 6707562 w 9635294"/>
              <a:gd name="connsiteY5478" fmla="*/ 266617 h 6211920"/>
              <a:gd name="connsiteX5479" fmla="*/ 6708402 w 9635294"/>
              <a:gd name="connsiteY5479" fmla="*/ 263561 h 6211920"/>
              <a:gd name="connsiteX5480" fmla="*/ 6732835 w 9635294"/>
              <a:gd name="connsiteY5480" fmla="*/ 270326 h 6211920"/>
              <a:gd name="connsiteX5481" fmla="*/ 6734550 w 9635294"/>
              <a:gd name="connsiteY5481" fmla="*/ 264204 h 6211920"/>
              <a:gd name="connsiteX5482" fmla="*/ 6710102 w 9635294"/>
              <a:gd name="connsiteY5482" fmla="*/ 257435 h 6211920"/>
              <a:gd name="connsiteX5483" fmla="*/ 6709245 w 9635294"/>
              <a:gd name="connsiteY5483" fmla="*/ 260496 h 6211920"/>
              <a:gd name="connsiteX5484" fmla="*/ 2922728 w 9635294"/>
              <a:gd name="connsiteY5484" fmla="*/ 253962 h 6211920"/>
              <a:gd name="connsiteX5485" fmla="*/ 2923570 w 9635294"/>
              <a:gd name="connsiteY5485" fmla="*/ 257024 h 6211920"/>
              <a:gd name="connsiteX5486" fmla="*/ 2899113 w 9635294"/>
              <a:gd name="connsiteY5486" fmla="*/ 263785 h 6211920"/>
              <a:gd name="connsiteX5487" fmla="*/ 2898261 w 9635294"/>
              <a:gd name="connsiteY5487" fmla="*/ 260731 h 6211920"/>
              <a:gd name="connsiteX5488" fmla="*/ 2922728 w 9635294"/>
              <a:gd name="connsiteY5488" fmla="*/ 253962 h 6211920"/>
              <a:gd name="connsiteX5489" fmla="*/ 2948893 w 9635294"/>
              <a:gd name="connsiteY5489" fmla="*/ 253413 h 6211920"/>
              <a:gd name="connsiteX5490" fmla="*/ 2949723 w 9635294"/>
              <a:gd name="connsiteY5490" fmla="*/ 256477 h 6211920"/>
              <a:gd name="connsiteX5491" fmla="*/ 2949722 w 9635294"/>
              <a:gd name="connsiteY5491" fmla="*/ 256477 h 6211920"/>
              <a:gd name="connsiteX5492" fmla="*/ 6685591 w 9635294"/>
              <a:gd name="connsiteY5492" fmla="*/ 250749 h 6211920"/>
              <a:gd name="connsiteX5493" fmla="*/ 6685592 w 9635294"/>
              <a:gd name="connsiteY5493" fmla="*/ 250749 h 6211920"/>
              <a:gd name="connsiteX5494" fmla="*/ 6683940 w 9635294"/>
              <a:gd name="connsiteY5494" fmla="*/ 256877 h 6211920"/>
              <a:gd name="connsiteX5495" fmla="*/ 6683940 w 9635294"/>
              <a:gd name="connsiteY5495" fmla="*/ 256877 h 6211920"/>
              <a:gd name="connsiteX5496" fmla="*/ 6660224 w 9635294"/>
              <a:gd name="connsiteY5496" fmla="*/ 247212 h 6211920"/>
              <a:gd name="connsiteX5497" fmla="*/ 6659430 w 9635294"/>
              <a:gd name="connsiteY5497" fmla="*/ 250279 h 6211920"/>
              <a:gd name="connsiteX5498" fmla="*/ 6683940 w 9635294"/>
              <a:gd name="connsiteY5498" fmla="*/ 256877 h 6211920"/>
              <a:gd name="connsiteX5499" fmla="*/ 6683115 w 9635294"/>
              <a:gd name="connsiteY5499" fmla="*/ 259937 h 6211920"/>
              <a:gd name="connsiteX5500" fmla="*/ 6658604 w 9635294"/>
              <a:gd name="connsiteY5500" fmla="*/ 253346 h 6211920"/>
              <a:gd name="connsiteX5501" fmla="*/ 2973408 w 9635294"/>
              <a:gd name="connsiteY5501" fmla="*/ 246825 h 6211920"/>
              <a:gd name="connsiteX5502" fmla="*/ 2975046 w 9635294"/>
              <a:gd name="connsiteY5502" fmla="*/ 252959 h 6211920"/>
              <a:gd name="connsiteX5503" fmla="*/ 2950554 w 9635294"/>
              <a:gd name="connsiteY5503" fmla="*/ 259544 h 6211920"/>
              <a:gd name="connsiteX5504" fmla="*/ 2949723 w 9635294"/>
              <a:gd name="connsiteY5504" fmla="*/ 256477 h 6211920"/>
              <a:gd name="connsiteX5505" fmla="*/ 2974226 w 9635294"/>
              <a:gd name="connsiteY5505" fmla="*/ 249892 h 6211920"/>
              <a:gd name="connsiteX5506" fmla="*/ 6661017 w 9635294"/>
              <a:gd name="connsiteY5506" fmla="*/ 244145 h 6211920"/>
              <a:gd name="connsiteX5507" fmla="*/ 6661032 w 9635294"/>
              <a:gd name="connsiteY5507" fmla="*/ 244149 h 6211920"/>
              <a:gd name="connsiteX5508" fmla="*/ 6660224 w 9635294"/>
              <a:gd name="connsiteY5508" fmla="*/ 247212 h 6211920"/>
              <a:gd name="connsiteX5509" fmla="*/ 2972589 w 9635294"/>
              <a:gd name="connsiteY5509" fmla="*/ 243757 h 6211920"/>
              <a:gd name="connsiteX5510" fmla="*/ 2973408 w 9635294"/>
              <a:gd name="connsiteY5510" fmla="*/ 246825 h 6211920"/>
              <a:gd name="connsiteX5511" fmla="*/ 2972588 w 9635294"/>
              <a:gd name="connsiteY5511" fmla="*/ 243757 h 6211920"/>
              <a:gd name="connsiteX5512" fmla="*/ 6661843 w 9635294"/>
              <a:gd name="connsiteY5512" fmla="*/ 241078 h 6211920"/>
              <a:gd name="connsiteX5513" fmla="*/ 6686417 w 9635294"/>
              <a:gd name="connsiteY5513" fmla="*/ 247682 h 6211920"/>
              <a:gd name="connsiteX5514" fmla="*/ 6685591 w 9635294"/>
              <a:gd name="connsiteY5514" fmla="*/ 250749 h 6211920"/>
              <a:gd name="connsiteX5515" fmla="*/ 6661032 w 9635294"/>
              <a:gd name="connsiteY5515" fmla="*/ 244149 h 6211920"/>
              <a:gd name="connsiteX5516" fmla="*/ 6635682 w 9635294"/>
              <a:gd name="connsiteY5516" fmla="*/ 240834 h 6211920"/>
              <a:gd name="connsiteX5517" fmla="*/ 6634919 w 9635294"/>
              <a:gd name="connsiteY5517" fmla="*/ 243783 h 6211920"/>
              <a:gd name="connsiteX5518" fmla="*/ 6634905 w 9635294"/>
              <a:gd name="connsiteY5518" fmla="*/ 243780 h 6211920"/>
              <a:gd name="connsiteX5519" fmla="*/ 2971769 w 9635294"/>
              <a:gd name="connsiteY5519" fmla="*/ 240690 h 6211920"/>
              <a:gd name="connsiteX5520" fmla="*/ 2972588 w 9635294"/>
              <a:gd name="connsiteY5520" fmla="*/ 243757 h 6211920"/>
              <a:gd name="connsiteX5521" fmla="*/ 2948064 w 9635294"/>
              <a:gd name="connsiteY5521" fmla="*/ 250349 h 6211920"/>
              <a:gd name="connsiteX5522" fmla="*/ 2948893 w 9635294"/>
              <a:gd name="connsiteY5522" fmla="*/ 253413 h 6211920"/>
              <a:gd name="connsiteX5523" fmla="*/ 2947232 w 9635294"/>
              <a:gd name="connsiteY5523" fmla="*/ 247282 h 6211920"/>
              <a:gd name="connsiteX5524" fmla="*/ 2971769 w 9635294"/>
              <a:gd name="connsiteY5524" fmla="*/ 240690 h 6211920"/>
              <a:gd name="connsiteX5525" fmla="*/ 2997083 w 9635294"/>
              <a:gd name="connsiteY5525" fmla="*/ 237268 h 6211920"/>
              <a:gd name="connsiteX5526" fmla="*/ 2998387 w 9635294"/>
              <a:gd name="connsiteY5526" fmla="*/ 242224 h 6211920"/>
              <a:gd name="connsiteX5527" fmla="*/ 2997081 w 9635294"/>
              <a:gd name="connsiteY5527" fmla="*/ 237268 h 6211920"/>
              <a:gd name="connsiteX5528" fmla="*/ 3023196 w 9635294"/>
              <a:gd name="connsiteY5528" fmla="*/ 237008 h 6211920"/>
              <a:gd name="connsiteX5529" fmla="*/ 3023992 w 9635294"/>
              <a:gd name="connsiteY5529" fmla="*/ 240081 h 6211920"/>
              <a:gd name="connsiteX5530" fmla="*/ 2999507 w 9635294"/>
              <a:gd name="connsiteY5530" fmla="*/ 246475 h 6211920"/>
              <a:gd name="connsiteX5531" fmla="*/ 2998387 w 9635294"/>
              <a:gd name="connsiteY5531" fmla="*/ 242224 h 6211920"/>
              <a:gd name="connsiteX5532" fmla="*/ 2998700 w 9635294"/>
              <a:gd name="connsiteY5532" fmla="*/ 243408 h 6211920"/>
              <a:gd name="connsiteX5533" fmla="*/ 3022627 w 9635294"/>
              <a:gd name="connsiteY5533" fmla="*/ 234809 h 6211920"/>
              <a:gd name="connsiteX5534" fmla="*/ 3023198 w 9635294"/>
              <a:gd name="connsiteY5534" fmla="*/ 237007 h 6211920"/>
              <a:gd name="connsiteX5535" fmla="*/ 3023196 w 9635294"/>
              <a:gd name="connsiteY5535" fmla="*/ 237008 h 6211920"/>
              <a:gd name="connsiteX5536" fmla="*/ 6612756 w 9635294"/>
              <a:gd name="connsiteY5536" fmla="*/ 228155 h 6211920"/>
              <a:gd name="connsiteX5537" fmla="*/ 6637332 w 9635294"/>
              <a:gd name="connsiteY5537" fmla="*/ 234575 h 6211920"/>
              <a:gd name="connsiteX5538" fmla="*/ 6635682 w 9635294"/>
              <a:gd name="connsiteY5538" fmla="*/ 240834 h 6211920"/>
              <a:gd name="connsiteX5539" fmla="*/ 6636506 w 9635294"/>
              <a:gd name="connsiteY5539" fmla="*/ 237642 h 6211920"/>
              <a:gd name="connsiteX5540" fmla="*/ 6611994 w 9635294"/>
              <a:gd name="connsiteY5540" fmla="*/ 231229 h 6211920"/>
              <a:gd name="connsiteX5541" fmla="*/ 6610407 w 9635294"/>
              <a:gd name="connsiteY5541" fmla="*/ 237376 h 6211920"/>
              <a:gd name="connsiteX5542" fmla="*/ 6634905 w 9635294"/>
              <a:gd name="connsiteY5542" fmla="*/ 243780 h 6211920"/>
              <a:gd name="connsiteX5543" fmla="*/ 6634093 w 9635294"/>
              <a:gd name="connsiteY5543" fmla="*/ 246856 h 6211920"/>
              <a:gd name="connsiteX5544" fmla="*/ 6609581 w 9635294"/>
              <a:gd name="connsiteY5544" fmla="*/ 240449 h 6211920"/>
              <a:gd name="connsiteX5545" fmla="*/ 3020810 w 9635294"/>
              <a:gd name="connsiteY5545" fmla="*/ 227787 h 6211920"/>
              <a:gd name="connsiteX5546" fmla="*/ 3022627 w 9635294"/>
              <a:gd name="connsiteY5546" fmla="*/ 234809 h 6211920"/>
              <a:gd name="connsiteX5547" fmla="*/ 3021603 w 9635294"/>
              <a:gd name="connsiteY5547" fmla="*/ 230861 h 6211920"/>
              <a:gd name="connsiteX5548" fmla="*/ 2997083 w 9635294"/>
              <a:gd name="connsiteY5548" fmla="*/ 237268 h 6211920"/>
              <a:gd name="connsiteX5549" fmla="*/ 2996273 w 9635294"/>
              <a:gd name="connsiteY5549" fmla="*/ 234194 h 6211920"/>
              <a:gd name="connsiteX5550" fmla="*/ 3020810 w 9635294"/>
              <a:gd name="connsiteY5550" fmla="*/ 227787 h 6211920"/>
              <a:gd name="connsiteX5551" fmla="*/ 6587405 w 9635294"/>
              <a:gd name="connsiteY5551" fmla="*/ 224900 h 6211920"/>
              <a:gd name="connsiteX5552" fmla="*/ 6587420 w 9635294"/>
              <a:gd name="connsiteY5552" fmla="*/ 224904 h 6211920"/>
              <a:gd name="connsiteX5553" fmla="*/ 6586653 w 9635294"/>
              <a:gd name="connsiteY5553" fmla="*/ 227875 h 6211920"/>
              <a:gd name="connsiteX5554" fmla="*/ 6561273 w 9635294"/>
              <a:gd name="connsiteY5554" fmla="*/ 224819 h 6211920"/>
              <a:gd name="connsiteX5555" fmla="*/ 6585832 w 9635294"/>
              <a:gd name="connsiteY5555" fmla="*/ 231051 h 6211920"/>
              <a:gd name="connsiteX5556" fmla="*/ 6586653 w 9635294"/>
              <a:gd name="connsiteY5556" fmla="*/ 227875 h 6211920"/>
              <a:gd name="connsiteX5557" fmla="*/ 6585071 w 9635294"/>
              <a:gd name="connsiteY5557" fmla="*/ 234131 h 6211920"/>
              <a:gd name="connsiteX5558" fmla="*/ 6560496 w 9635294"/>
              <a:gd name="connsiteY5558" fmla="*/ 227895 h 6211920"/>
              <a:gd name="connsiteX5559" fmla="*/ 6562782 w 9635294"/>
              <a:gd name="connsiteY5559" fmla="*/ 218656 h 6211920"/>
              <a:gd name="connsiteX5560" fmla="*/ 6562828 w 9635294"/>
              <a:gd name="connsiteY5560" fmla="*/ 218668 h 6211920"/>
              <a:gd name="connsiteX5561" fmla="*/ 6561273 w 9635294"/>
              <a:gd name="connsiteY5561" fmla="*/ 224819 h 6211920"/>
              <a:gd name="connsiteX5562" fmla="*/ 6561258 w 9635294"/>
              <a:gd name="connsiteY5562" fmla="*/ 224815 h 6211920"/>
              <a:gd name="connsiteX5563" fmla="*/ 3070746 w 9635294"/>
              <a:gd name="connsiteY5563" fmla="*/ 218313 h 6211920"/>
              <a:gd name="connsiteX5564" fmla="*/ 3046160 w 9635294"/>
              <a:gd name="connsiteY5564" fmla="*/ 224542 h 6211920"/>
              <a:gd name="connsiteX5565" fmla="*/ 3047735 w 9635294"/>
              <a:gd name="connsiteY5565" fmla="*/ 230696 h 6211920"/>
              <a:gd name="connsiteX5566" fmla="*/ 3072296 w 9635294"/>
              <a:gd name="connsiteY5566" fmla="*/ 224473 h 6211920"/>
              <a:gd name="connsiteX5567" fmla="*/ 6563607 w 9635294"/>
              <a:gd name="connsiteY5567" fmla="*/ 215582 h 6211920"/>
              <a:gd name="connsiteX5568" fmla="*/ 6588182 w 9635294"/>
              <a:gd name="connsiteY5568" fmla="*/ 221825 h 6211920"/>
              <a:gd name="connsiteX5569" fmla="*/ 6587405 w 9635294"/>
              <a:gd name="connsiteY5569" fmla="*/ 224900 h 6211920"/>
              <a:gd name="connsiteX5570" fmla="*/ 6562828 w 9635294"/>
              <a:gd name="connsiteY5570" fmla="*/ 218668 h 6211920"/>
              <a:gd name="connsiteX5571" fmla="*/ 3069979 w 9635294"/>
              <a:gd name="connsiteY5571" fmla="*/ 215233 h 6211920"/>
              <a:gd name="connsiteX5572" fmla="*/ 3073071 w 9635294"/>
              <a:gd name="connsiteY5572" fmla="*/ 227546 h 6211920"/>
              <a:gd name="connsiteX5573" fmla="*/ 3048516 w 9635294"/>
              <a:gd name="connsiteY5573" fmla="*/ 233775 h 6211920"/>
              <a:gd name="connsiteX5574" fmla="*/ 3045371 w 9635294"/>
              <a:gd name="connsiteY5574" fmla="*/ 221469 h 6211920"/>
              <a:gd name="connsiteX5575" fmla="*/ 3069979 w 9635294"/>
              <a:gd name="connsiteY5575" fmla="*/ 215233 h 6211920"/>
              <a:gd name="connsiteX5576" fmla="*/ 6511983 w 9635294"/>
              <a:gd name="connsiteY5576" fmla="*/ 212598 h 6211920"/>
              <a:gd name="connsiteX5577" fmla="*/ 6536620 w 9635294"/>
              <a:gd name="connsiteY5577" fmla="*/ 218662 h 6211920"/>
              <a:gd name="connsiteX5578" fmla="*/ 6537951 w 9635294"/>
              <a:gd name="connsiteY5578" fmla="*/ 213284 h 6211920"/>
              <a:gd name="connsiteX5579" fmla="*/ 6535858 w 9635294"/>
              <a:gd name="connsiteY5579" fmla="*/ 221748 h 6211920"/>
              <a:gd name="connsiteX5580" fmla="*/ 6511220 w 9635294"/>
              <a:gd name="connsiteY5580" fmla="*/ 215684 h 6211920"/>
              <a:gd name="connsiteX5581" fmla="*/ 6538144 w 9635294"/>
              <a:gd name="connsiteY5581" fmla="*/ 212503 h 6211920"/>
              <a:gd name="connsiteX5582" fmla="*/ 6538144 w 9635294"/>
              <a:gd name="connsiteY5582" fmla="*/ 212503 h 6211920"/>
              <a:gd name="connsiteX5583" fmla="*/ 6537951 w 9635294"/>
              <a:gd name="connsiteY5583" fmla="*/ 213284 h 6211920"/>
              <a:gd name="connsiteX5584" fmla="*/ 3095374 w 9635294"/>
              <a:gd name="connsiteY5584" fmla="*/ 212166 h 6211920"/>
              <a:gd name="connsiteX5585" fmla="*/ 3096137 w 9635294"/>
              <a:gd name="connsiteY5585" fmla="*/ 215246 h 6211920"/>
              <a:gd name="connsiteX5586" fmla="*/ 3095372 w 9635294"/>
              <a:gd name="connsiteY5586" fmla="*/ 212166 h 6211920"/>
              <a:gd name="connsiteX5587" fmla="*/ 6513507 w 9635294"/>
              <a:gd name="connsiteY5587" fmla="*/ 206426 h 6211920"/>
              <a:gd name="connsiteX5588" fmla="*/ 6513508 w 9635294"/>
              <a:gd name="connsiteY5588" fmla="*/ 206427 h 6211920"/>
              <a:gd name="connsiteX5589" fmla="*/ 6511983 w 9635294"/>
              <a:gd name="connsiteY5589" fmla="*/ 212598 h 6211920"/>
              <a:gd name="connsiteX5590" fmla="*/ 6511982 w 9635294"/>
              <a:gd name="connsiteY5590" fmla="*/ 212598 h 6211920"/>
              <a:gd name="connsiteX5591" fmla="*/ 6488068 w 9635294"/>
              <a:gd name="connsiteY5591" fmla="*/ 203565 h 6211920"/>
              <a:gd name="connsiteX5592" fmla="*/ 6487344 w 9635294"/>
              <a:gd name="connsiteY5592" fmla="*/ 206623 h 6211920"/>
              <a:gd name="connsiteX5593" fmla="*/ 6487329 w 9635294"/>
              <a:gd name="connsiteY5593" fmla="*/ 206620 h 6211920"/>
              <a:gd name="connsiteX5594" fmla="*/ 6514269 w 9635294"/>
              <a:gd name="connsiteY5594" fmla="*/ 203346 h 6211920"/>
              <a:gd name="connsiteX5595" fmla="*/ 6538907 w 9635294"/>
              <a:gd name="connsiteY5595" fmla="*/ 209417 h 6211920"/>
              <a:gd name="connsiteX5596" fmla="*/ 6538144 w 9635294"/>
              <a:gd name="connsiteY5596" fmla="*/ 212503 h 6211920"/>
              <a:gd name="connsiteX5597" fmla="*/ 6513508 w 9635294"/>
              <a:gd name="connsiteY5597" fmla="*/ 206427 h 6211920"/>
              <a:gd name="connsiteX5598" fmla="*/ 3119279 w 9635294"/>
              <a:gd name="connsiteY5598" fmla="*/ 203016 h 6211920"/>
              <a:gd name="connsiteX5599" fmla="*/ 3122290 w 9635294"/>
              <a:gd name="connsiteY5599" fmla="*/ 215354 h 6211920"/>
              <a:gd name="connsiteX5600" fmla="*/ 3097665 w 9635294"/>
              <a:gd name="connsiteY5600" fmla="*/ 221412 h 6211920"/>
              <a:gd name="connsiteX5601" fmla="*/ 3096137 w 9635294"/>
              <a:gd name="connsiteY5601" fmla="*/ 215246 h 6211920"/>
              <a:gd name="connsiteX5602" fmla="*/ 3096902 w 9635294"/>
              <a:gd name="connsiteY5602" fmla="*/ 218326 h 6211920"/>
              <a:gd name="connsiteX5603" fmla="*/ 3121534 w 9635294"/>
              <a:gd name="connsiteY5603" fmla="*/ 212268 h 6211920"/>
              <a:gd name="connsiteX5604" fmla="*/ 3120028 w 9635294"/>
              <a:gd name="connsiteY5604" fmla="*/ 206102 h 6211920"/>
              <a:gd name="connsiteX5605" fmla="*/ 3095374 w 9635294"/>
              <a:gd name="connsiteY5605" fmla="*/ 212166 h 6211920"/>
              <a:gd name="connsiteX5606" fmla="*/ 3094609 w 9635294"/>
              <a:gd name="connsiteY5606" fmla="*/ 209080 h 6211920"/>
              <a:gd name="connsiteX5607" fmla="*/ 3119279 w 9635294"/>
              <a:gd name="connsiteY5607" fmla="*/ 203016 h 6211920"/>
              <a:gd name="connsiteX5608" fmla="*/ 3170067 w 9635294"/>
              <a:gd name="connsiteY5608" fmla="*/ 197349 h 6211920"/>
              <a:gd name="connsiteX5609" fmla="*/ 3170798 w 9635294"/>
              <a:gd name="connsiteY5609" fmla="*/ 200438 h 6211920"/>
              <a:gd name="connsiteX5610" fmla="*/ 3170797 w 9635294"/>
              <a:gd name="connsiteY5610" fmla="*/ 200438 h 6211920"/>
              <a:gd name="connsiteX5611" fmla="*/ 6464865 w 9635294"/>
              <a:gd name="connsiteY5611" fmla="*/ 191478 h 6211920"/>
              <a:gd name="connsiteX5612" fmla="*/ 6489567 w 9635294"/>
              <a:gd name="connsiteY5612" fmla="*/ 197364 h 6211920"/>
              <a:gd name="connsiteX5613" fmla="*/ 6488068 w 9635294"/>
              <a:gd name="connsiteY5613" fmla="*/ 203565 h 6211920"/>
              <a:gd name="connsiteX5614" fmla="*/ 6488805 w 9635294"/>
              <a:gd name="connsiteY5614" fmla="*/ 200450 h 6211920"/>
              <a:gd name="connsiteX5615" fmla="*/ 6464167 w 9635294"/>
              <a:gd name="connsiteY5615" fmla="*/ 194570 h 6211920"/>
              <a:gd name="connsiteX5616" fmla="*/ 6462707 w 9635294"/>
              <a:gd name="connsiteY5616" fmla="*/ 200749 h 6211920"/>
              <a:gd name="connsiteX5617" fmla="*/ 6487329 w 9635294"/>
              <a:gd name="connsiteY5617" fmla="*/ 206620 h 6211920"/>
              <a:gd name="connsiteX5618" fmla="*/ 6486582 w 9635294"/>
              <a:gd name="connsiteY5618" fmla="*/ 209709 h 6211920"/>
              <a:gd name="connsiteX5619" fmla="*/ 6461944 w 9635294"/>
              <a:gd name="connsiteY5619" fmla="*/ 203835 h 6211920"/>
              <a:gd name="connsiteX5620" fmla="*/ 3168607 w 9635294"/>
              <a:gd name="connsiteY5620" fmla="*/ 191167 h 6211920"/>
              <a:gd name="connsiteX5621" fmla="*/ 3170067 w 9635294"/>
              <a:gd name="connsiteY5621" fmla="*/ 197349 h 6211920"/>
              <a:gd name="connsiteX5622" fmla="*/ 3169337 w 9635294"/>
              <a:gd name="connsiteY5622" fmla="*/ 194259 h 6211920"/>
              <a:gd name="connsiteX5623" fmla="*/ 3144693 w 9635294"/>
              <a:gd name="connsiteY5623" fmla="*/ 200133 h 6211920"/>
              <a:gd name="connsiteX5624" fmla="*/ 3146178 w 9635294"/>
              <a:gd name="connsiteY5624" fmla="*/ 206305 h 6211920"/>
              <a:gd name="connsiteX5625" fmla="*/ 3170797 w 9635294"/>
              <a:gd name="connsiteY5625" fmla="*/ 200438 h 6211920"/>
              <a:gd name="connsiteX5626" fmla="*/ 3171528 w 9635294"/>
              <a:gd name="connsiteY5626" fmla="*/ 203530 h 6211920"/>
              <a:gd name="connsiteX5627" fmla="*/ 3146915 w 9635294"/>
              <a:gd name="connsiteY5627" fmla="*/ 209391 h 6211920"/>
              <a:gd name="connsiteX5628" fmla="*/ 3143950 w 9635294"/>
              <a:gd name="connsiteY5628" fmla="*/ 197047 h 6211920"/>
              <a:gd name="connsiteX5629" fmla="*/ 3168607 w 9635294"/>
              <a:gd name="connsiteY5629" fmla="*/ 191167 h 6211920"/>
              <a:gd name="connsiteX5630" fmla="*/ 6413303 w 9635294"/>
              <a:gd name="connsiteY5630" fmla="*/ 189249 h 6211920"/>
              <a:gd name="connsiteX5631" fmla="*/ 6438005 w 9635294"/>
              <a:gd name="connsiteY5631" fmla="*/ 194958 h 6211920"/>
              <a:gd name="connsiteX5632" fmla="*/ 6438749 w 9635294"/>
              <a:gd name="connsiteY5632" fmla="*/ 191808 h 6211920"/>
              <a:gd name="connsiteX5633" fmla="*/ 6437307 w 9635294"/>
              <a:gd name="connsiteY5633" fmla="*/ 198050 h 6211920"/>
              <a:gd name="connsiteX5634" fmla="*/ 6412605 w 9635294"/>
              <a:gd name="connsiteY5634" fmla="*/ 192341 h 6211920"/>
              <a:gd name="connsiteX5635" fmla="*/ 6439451 w 9635294"/>
              <a:gd name="connsiteY5635" fmla="*/ 188770 h 6211920"/>
              <a:gd name="connsiteX5636" fmla="*/ 6439465 w 9635294"/>
              <a:gd name="connsiteY5636" fmla="*/ 188773 h 6211920"/>
              <a:gd name="connsiteX5637" fmla="*/ 6438749 w 9635294"/>
              <a:gd name="connsiteY5637" fmla="*/ 191808 h 6211920"/>
              <a:gd name="connsiteX5638" fmla="*/ 3194021 w 9635294"/>
              <a:gd name="connsiteY5638" fmla="*/ 188474 h 6211920"/>
              <a:gd name="connsiteX5639" fmla="*/ 3195459 w 9635294"/>
              <a:gd name="connsiteY5639" fmla="*/ 194658 h 6211920"/>
              <a:gd name="connsiteX5640" fmla="*/ 3195454 w 9635294"/>
              <a:gd name="connsiteY5640" fmla="*/ 194659 h 6211920"/>
              <a:gd name="connsiteX5641" fmla="*/ 3194020 w 9635294"/>
              <a:gd name="connsiteY5641" fmla="*/ 188474 h 6211920"/>
              <a:gd name="connsiteX5642" fmla="*/ 6414700 w 9635294"/>
              <a:gd name="connsiteY5642" fmla="*/ 183058 h 6211920"/>
              <a:gd name="connsiteX5643" fmla="*/ 6414701 w 9635294"/>
              <a:gd name="connsiteY5643" fmla="*/ 183058 h 6211920"/>
              <a:gd name="connsiteX5644" fmla="*/ 6413303 w 9635294"/>
              <a:gd name="connsiteY5644" fmla="*/ 189249 h 6211920"/>
              <a:gd name="connsiteX5645" fmla="*/ 6413303 w 9635294"/>
              <a:gd name="connsiteY5645" fmla="*/ 189249 h 6211920"/>
              <a:gd name="connsiteX5646" fmla="*/ 6415399 w 9635294"/>
              <a:gd name="connsiteY5646" fmla="*/ 179965 h 6211920"/>
              <a:gd name="connsiteX5647" fmla="*/ 6440164 w 9635294"/>
              <a:gd name="connsiteY5647" fmla="*/ 185680 h 6211920"/>
              <a:gd name="connsiteX5648" fmla="*/ 6439451 w 9635294"/>
              <a:gd name="connsiteY5648" fmla="*/ 188770 h 6211920"/>
              <a:gd name="connsiteX5649" fmla="*/ 6414701 w 9635294"/>
              <a:gd name="connsiteY5649" fmla="*/ 183058 h 6211920"/>
              <a:gd name="connsiteX5650" fmla="*/ 3218023 w 9635294"/>
              <a:gd name="connsiteY5650" fmla="*/ 179673 h 6211920"/>
              <a:gd name="connsiteX5651" fmla="*/ 3220855 w 9635294"/>
              <a:gd name="connsiteY5651" fmla="*/ 192056 h 6211920"/>
              <a:gd name="connsiteX5652" fmla="*/ 3196179 w 9635294"/>
              <a:gd name="connsiteY5652" fmla="*/ 197752 h 6211920"/>
              <a:gd name="connsiteX5653" fmla="*/ 3195459 w 9635294"/>
              <a:gd name="connsiteY5653" fmla="*/ 194658 h 6211920"/>
              <a:gd name="connsiteX5654" fmla="*/ 3220143 w 9635294"/>
              <a:gd name="connsiteY5654" fmla="*/ 188963 h 6211920"/>
              <a:gd name="connsiteX5655" fmla="*/ 3218727 w 9635294"/>
              <a:gd name="connsiteY5655" fmla="*/ 182772 h 6211920"/>
              <a:gd name="connsiteX5656" fmla="*/ 3194021 w 9635294"/>
              <a:gd name="connsiteY5656" fmla="*/ 188474 h 6211920"/>
              <a:gd name="connsiteX5657" fmla="*/ 3193302 w 9635294"/>
              <a:gd name="connsiteY5657" fmla="*/ 185382 h 6211920"/>
              <a:gd name="connsiteX5658" fmla="*/ 3218023 w 9635294"/>
              <a:gd name="connsiteY5658" fmla="*/ 179673 h 6211920"/>
              <a:gd name="connsiteX5659" fmla="*/ 6389871 w 9635294"/>
              <a:gd name="connsiteY5659" fmla="*/ 177723 h 6211920"/>
              <a:gd name="connsiteX5660" fmla="*/ 6387840 w 9635294"/>
              <a:gd name="connsiteY5660" fmla="*/ 186728 h 6211920"/>
              <a:gd name="connsiteX5661" fmla="*/ 6363075 w 9635294"/>
              <a:gd name="connsiteY5661" fmla="*/ 181197 h 6211920"/>
              <a:gd name="connsiteX5662" fmla="*/ 6363774 w 9635294"/>
              <a:gd name="connsiteY5662" fmla="*/ 178098 h 6211920"/>
              <a:gd name="connsiteX5663" fmla="*/ 6388538 w 9635294"/>
              <a:gd name="connsiteY5663" fmla="*/ 183629 h 6211920"/>
              <a:gd name="connsiteX5664" fmla="*/ 6389935 w 9635294"/>
              <a:gd name="connsiteY5664" fmla="*/ 177438 h 6211920"/>
              <a:gd name="connsiteX5665" fmla="*/ 6389935 w 9635294"/>
              <a:gd name="connsiteY5665" fmla="*/ 177438 h 6211920"/>
              <a:gd name="connsiteX5666" fmla="*/ 6389871 w 9635294"/>
              <a:gd name="connsiteY5666" fmla="*/ 177723 h 6211920"/>
              <a:gd name="connsiteX5667" fmla="*/ 6365170 w 9635294"/>
              <a:gd name="connsiteY5667" fmla="*/ 171895 h 6211920"/>
              <a:gd name="connsiteX5668" fmla="*/ 6365171 w 9635294"/>
              <a:gd name="connsiteY5668" fmla="*/ 171896 h 6211920"/>
              <a:gd name="connsiteX5669" fmla="*/ 6363774 w 9635294"/>
              <a:gd name="connsiteY5669" fmla="*/ 178098 h 6211920"/>
              <a:gd name="connsiteX5670" fmla="*/ 6363773 w 9635294"/>
              <a:gd name="connsiteY5670" fmla="*/ 178098 h 6211920"/>
              <a:gd name="connsiteX5671" fmla="*/ 3268251 w 9635294"/>
              <a:gd name="connsiteY5671" fmla="*/ 171621 h 6211920"/>
              <a:gd name="connsiteX5672" fmla="*/ 3269120 w 9635294"/>
              <a:gd name="connsiteY5672" fmla="*/ 175550 h 6211920"/>
              <a:gd name="connsiteX5673" fmla="*/ 3268250 w 9635294"/>
              <a:gd name="connsiteY5673" fmla="*/ 171621 h 6211920"/>
              <a:gd name="connsiteX5674" fmla="*/ 6365869 w 9635294"/>
              <a:gd name="connsiteY5674" fmla="*/ 168796 h 6211920"/>
              <a:gd name="connsiteX5675" fmla="*/ 6390634 w 9635294"/>
              <a:gd name="connsiteY5675" fmla="*/ 174339 h 6211920"/>
              <a:gd name="connsiteX5676" fmla="*/ 6389935 w 9635294"/>
              <a:gd name="connsiteY5676" fmla="*/ 177438 h 6211920"/>
              <a:gd name="connsiteX5677" fmla="*/ 6365171 w 9635294"/>
              <a:gd name="connsiteY5677" fmla="*/ 171896 h 6211920"/>
              <a:gd name="connsiteX5678" fmla="*/ 3267565 w 9635294"/>
              <a:gd name="connsiteY5678" fmla="*/ 168523 h 6211920"/>
              <a:gd name="connsiteX5679" fmla="*/ 3268250 w 9635294"/>
              <a:gd name="connsiteY5679" fmla="*/ 171621 h 6211920"/>
              <a:gd name="connsiteX5680" fmla="*/ 3243473 w 9635294"/>
              <a:gd name="connsiteY5680" fmla="*/ 177152 h 6211920"/>
              <a:gd name="connsiteX5681" fmla="*/ 3244871 w 9635294"/>
              <a:gd name="connsiteY5681" fmla="*/ 183350 h 6211920"/>
              <a:gd name="connsiteX5682" fmla="*/ 3269623 w 9635294"/>
              <a:gd name="connsiteY5682" fmla="*/ 177825 h 6211920"/>
              <a:gd name="connsiteX5683" fmla="*/ 3269120 w 9635294"/>
              <a:gd name="connsiteY5683" fmla="*/ 175550 h 6211920"/>
              <a:gd name="connsiteX5684" fmla="*/ 3270309 w 9635294"/>
              <a:gd name="connsiteY5684" fmla="*/ 180924 h 6211920"/>
              <a:gd name="connsiteX5685" fmla="*/ 3245561 w 9635294"/>
              <a:gd name="connsiteY5685" fmla="*/ 186449 h 6211920"/>
              <a:gd name="connsiteX5686" fmla="*/ 3242775 w 9635294"/>
              <a:gd name="connsiteY5686" fmla="*/ 174060 h 6211920"/>
              <a:gd name="connsiteX5687" fmla="*/ 3267565 w 9635294"/>
              <a:gd name="connsiteY5687" fmla="*/ 168523 h 6211920"/>
              <a:gd name="connsiteX5688" fmla="*/ 6314209 w 9635294"/>
              <a:gd name="connsiteY5688" fmla="*/ 167310 h 6211920"/>
              <a:gd name="connsiteX5689" fmla="*/ 6338944 w 9635294"/>
              <a:gd name="connsiteY5689" fmla="*/ 172650 h 6211920"/>
              <a:gd name="connsiteX5690" fmla="*/ 6339639 w 9635294"/>
              <a:gd name="connsiteY5690" fmla="*/ 169569 h 6211920"/>
              <a:gd name="connsiteX5691" fmla="*/ 6338310 w 9635294"/>
              <a:gd name="connsiteY5691" fmla="*/ 175749 h 6211920"/>
              <a:gd name="connsiteX5692" fmla="*/ 6313544 w 9635294"/>
              <a:gd name="connsiteY5692" fmla="*/ 170402 h 6211920"/>
              <a:gd name="connsiteX5693" fmla="*/ 3293132 w 9635294"/>
              <a:gd name="connsiteY5693" fmla="*/ 166511 h 6211920"/>
              <a:gd name="connsiteX5694" fmla="*/ 3294410 w 9635294"/>
              <a:gd name="connsiteY5694" fmla="*/ 172383 h 6211920"/>
              <a:gd name="connsiteX5695" fmla="*/ 3294407 w 9635294"/>
              <a:gd name="connsiteY5695" fmla="*/ 172383 h 6211920"/>
              <a:gd name="connsiteX5696" fmla="*/ 6340311 w 9635294"/>
              <a:gd name="connsiteY5696" fmla="*/ 166440 h 6211920"/>
              <a:gd name="connsiteX5697" fmla="*/ 6340342 w 9635294"/>
              <a:gd name="connsiteY5697" fmla="*/ 166446 h 6211920"/>
              <a:gd name="connsiteX5698" fmla="*/ 6339639 w 9635294"/>
              <a:gd name="connsiteY5698" fmla="*/ 169569 h 6211920"/>
              <a:gd name="connsiteX5699" fmla="*/ 6315513 w 9635294"/>
              <a:gd name="connsiteY5699" fmla="*/ 161093 h 6211920"/>
              <a:gd name="connsiteX5700" fmla="*/ 6315543 w 9635294"/>
              <a:gd name="connsiteY5700" fmla="*/ 161100 h 6211920"/>
              <a:gd name="connsiteX5701" fmla="*/ 6314209 w 9635294"/>
              <a:gd name="connsiteY5701" fmla="*/ 167310 h 6211920"/>
              <a:gd name="connsiteX5702" fmla="*/ 6314180 w 9635294"/>
              <a:gd name="connsiteY5702" fmla="*/ 167303 h 6211920"/>
              <a:gd name="connsiteX5703" fmla="*/ 6316212 w 9635294"/>
              <a:gd name="connsiteY5703" fmla="*/ 157988 h 6211920"/>
              <a:gd name="connsiteX5704" fmla="*/ 6340977 w 9635294"/>
              <a:gd name="connsiteY5704" fmla="*/ 163341 h 6211920"/>
              <a:gd name="connsiteX5705" fmla="*/ 6340311 w 9635294"/>
              <a:gd name="connsiteY5705" fmla="*/ 166440 h 6211920"/>
              <a:gd name="connsiteX5706" fmla="*/ 6315543 w 9635294"/>
              <a:gd name="connsiteY5706" fmla="*/ 161100 h 6211920"/>
              <a:gd name="connsiteX5707" fmla="*/ 3317172 w 9635294"/>
              <a:gd name="connsiteY5707" fmla="*/ 157734 h 6211920"/>
              <a:gd name="connsiteX5708" fmla="*/ 3319826 w 9635294"/>
              <a:gd name="connsiteY5708" fmla="*/ 170148 h 6211920"/>
              <a:gd name="connsiteX5709" fmla="*/ 3295086 w 9635294"/>
              <a:gd name="connsiteY5709" fmla="*/ 175489 h 6211920"/>
              <a:gd name="connsiteX5710" fmla="*/ 3294410 w 9635294"/>
              <a:gd name="connsiteY5710" fmla="*/ 172383 h 6211920"/>
              <a:gd name="connsiteX5711" fmla="*/ 3319159 w 9635294"/>
              <a:gd name="connsiteY5711" fmla="*/ 167050 h 6211920"/>
              <a:gd name="connsiteX5712" fmla="*/ 3317832 w 9635294"/>
              <a:gd name="connsiteY5712" fmla="*/ 160839 h 6211920"/>
              <a:gd name="connsiteX5713" fmla="*/ 3293061 w 9635294"/>
              <a:gd name="connsiteY5713" fmla="*/ 166179 h 6211920"/>
              <a:gd name="connsiteX5714" fmla="*/ 3293132 w 9635294"/>
              <a:gd name="connsiteY5714" fmla="*/ 166511 h 6211920"/>
              <a:gd name="connsiteX5715" fmla="*/ 3292386 w 9635294"/>
              <a:gd name="connsiteY5715" fmla="*/ 163081 h 6211920"/>
              <a:gd name="connsiteX5716" fmla="*/ 3317172 w 9635294"/>
              <a:gd name="connsiteY5716" fmla="*/ 157734 h 6211920"/>
              <a:gd name="connsiteX5717" fmla="*/ 6264602 w 9635294"/>
              <a:gd name="connsiteY5717" fmla="*/ 156874 h 6211920"/>
              <a:gd name="connsiteX5718" fmla="*/ 6289415 w 9635294"/>
              <a:gd name="connsiteY5718" fmla="*/ 162046 h 6211920"/>
              <a:gd name="connsiteX5719" fmla="*/ 6290082 w 9635294"/>
              <a:gd name="connsiteY5719" fmla="*/ 158938 h 6211920"/>
              <a:gd name="connsiteX5720" fmla="*/ 6288780 w 9635294"/>
              <a:gd name="connsiteY5720" fmla="*/ 165151 h 6211920"/>
              <a:gd name="connsiteX5721" fmla="*/ 6263951 w 9635294"/>
              <a:gd name="connsiteY5721" fmla="*/ 159982 h 6211920"/>
              <a:gd name="connsiteX5722" fmla="*/ 6290733 w 9635294"/>
              <a:gd name="connsiteY5722" fmla="*/ 155826 h 6211920"/>
              <a:gd name="connsiteX5723" fmla="*/ 6290748 w 9635294"/>
              <a:gd name="connsiteY5723" fmla="*/ 155829 h 6211920"/>
              <a:gd name="connsiteX5724" fmla="*/ 6290082 w 9635294"/>
              <a:gd name="connsiteY5724" fmla="*/ 158938 h 6211920"/>
              <a:gd name="connsiteX5725" fmla="*/ 6265857 w 9635294"/>
              <a:gd name="connsiteY5725" fmla="*/ 150654 h 6211920"/>
              <a:gd name="connsiteX5726" fmla="*/ 6265902 w 9635294"/>
              <a:gd name="connsiteY5726" fmla="*/ 150664 h 6211920"/>
              <a:gd name="connsiteX5727" fmla="*/ 6264602 w 9635294"/>
              <a:gd name="connsiteY5727" fmla="*/ 156874 h 6211920"/>
              <a:gd name="connsiteX5728" fmla="*/ 6264586 w 9635294"/>
              <a:gd name="connsiteY5728" fmla="*/ 156870 h 6211920"/>
              <a:gd name="connsiteX5729" fmla="*/ 3367445 w 9635294"/>
              <a:gd name="connsiteY5729" fmla="*/ 150412 h 6211920"/>
              <a:gd name="connsiteX5730" fmla="*/ 3368445 w 9635294"/>
              <a:gd name="connsiteY5730" fmla="*/ 155270 h 6211920"/>
              <a:gd name="connsiteX5731" fmla="*/ 3367443 w 9635294"/>
              <a:gd name="connsiteY5731" fmla="*/ 150412 h 6211920"/>
              <a:gd name="connsiteX5732" fmla="*/ 6266555 w 9635294"/>
              <a:gd name="connsiteY5732" fmla="*/ 147542 h 6211920"/>
              <a:gd name="connsiteX5733" fmla="*/ 6291383 w 9635294"/>
              <a:gd name="connsiteY5733" fmla="*/ 152724 h 6211920"/>
              <a:gd name="connsiteX5734" fmla="*/ 6290733 w 9635294"/>
              <a:gd name="connsiteY5734" fmla="*/ 155826 h 6211920"/>
              <a:gd name="connsiteX5735" fmla="*/ 6265902 w 9635294"/>
              <a:gd name="connsiteY5735" fmla="*/ 150664 h 6211920"/>
              <a:gd name="connsiteX5736" fmla="*/ 3366803 w 9635294"/>
              <a:gd name="connsiteY5736" fmla="*/ 147307 h 6211920"/>
              <a:gd name="connsiteX5737" fmla="*/ 3367443 w 9635294"/>
              <a:gd name="connsiteY5737" fmla="*/ 150412 h 6211920"/>
              <a:gd name="connsiteX5738" fmla="*/ 3342622 w 9635294"/>
              <a:gd name="connsiteY5738" fmla="*/ 155581 h 6211920"/>
              <a:gd name="connsiteX5739" fmla="*/ 3343929 w 9635294"/>
              <a:gd name="connsiteY5739" fmla="*/ 161798 h 6211920"/>
              <a:gd name="connsiteX5740" fmla="*/ 3368727 w 9635294"/>
              <a:gd name="connsiteY5740" fmla="*/ 156636 h 6211920"/>
              <a:gd name="connsiteX5741" fmla="*/ 3368445 w 9635294"/>
              <a:gd name="connsiteY5741" fmla="*/ 155270 h 6211920"/>
              <a:gd name="connsiteX5742" fmla="*/ 3369368 w 9635294"/>
              <a:gd name="connsiteY5742" fmla="*/ 159741 h 6211920"/>
              <a:gd name="connsiteX5743" fmla="*/ 3344578 w 9635294"/>
              <a:gd name="connsiteY5743" fmla="*/ 164903 h 6211920"/>
              <a:gd name="connsiteX5744" fmla="*/ 3341968 w 9635294"/>
              <a:gd name="connsiteY5744" fmla="*/ 152476 h 6211920"/>
              <a:gd name="connsiteX5745" fmla="*/ 3366803 w 9635294"/>
              <a:gd name="connsiteY5745" fmla="*/ 147307 h 6211920"/>
              <a:gd name="connsiteX5746" fmla="*/ 3418412 w 9635294"/>
              <a:gd name="connsiteY5746" fmla="*/ 146565 h 6211920"/>
              <a:gd name="connsiteX5747" fmla="*/ 3419032 w 9635294"/>
              <a:gd name="connsiteY5747" fmla="*/ 149682 h 6211920"/>
              <a:gd name="connsiteX5748" fmla="*/ 3394183 w 9635294"/>
              <a:gd name="connsiteY5748" fmla="*/ 154667 h 6211920"/>
              <a:gd name="connsiteX5749" fmla="*/ 3392856 w 9635294"/>
              <a:gd name="connsiteY5749" fmla="*/ 148113 h 6211920"/>
              <a:gd name="connsiteX5750" fmla="*/ 3393556 w 9635294"/>
              <a:gd name="connsiteY5750" fmla="*/ 151555 h 6211920"/>
              <a:gd name="connsiteX5751" fmla="*/ 3392293 w 9635294"/>
              <a:gd name="connsiteY5751" fmla="*/ 145332 h 6211920"/>
              <a:gd name="connsiteX5752" fmla="*/ 3392856 w 9635294"/>
              <a:gd name="connsiteY5752" fmla="*/ 148113 h 6211920"/>
              <a:gd name="connsiteX5753" fmla="*/ 3392292 w 9635294"/>
              <a:gd name="connsiteY5753" fmla="*/ 145332 h 6211920"/>
              <a:gd name="connsiteX5754" fmla="*/ 6216136 w 9635294"/>
              <a:gd name="connsiteY5754" fmla="*/ 140557 h 6211920"/>
              <a:gd name="connsiteX5755" fmla="*/ 6214866 w 9635294"/>
              <a:gd name="connsiteY5755" fmla="*/ 146787 h 6211920"/>
              <a:gd name="connsiteX5756" fmla="*/ 6239757 w 9635294"/>
              <a:gd name="connsiteY5756" fmla="*/ 151784 h 6211920"/>
              <a:gd name="connsiteX5757" fmla="*/ 6241028 w 9635294"/>
              <a:gd name="connsiteY5757" fmla="*/ 145561 h 6211920"/>
              <a:gd name="connsiteX5758" fmla="*/ 6216136 w 9635294"/>
              <a:gd name="connsiteY5758" fmla="*/ 140557 h 6211920"/>
              <a:gd name="connsiteX5759" fmla="*/ 3417178 w 9635294"/>
              <a:gd name="connsiteY5759" fmla="*/ 140335 h 6211920"/>
              <a:gd name="connsiteX5760" fmla="*/ 3418416 w 9635294"/>
              <a:gd name="connsiteY5760" fmla="*/ 146564 h 6211920"/>
              <a:gd name="connsiteX5761" fmla="*/ 3418412 w 9635294"/>
              <a:gd name="connsiteY5761" fmla="*/ 146565 h 6211920"/>
              <a:gd name="connsiteX5762" fmla="*/ 3417173 w 9635294"/>
              <a:gd name="connsiteY5762" fmla="*/ 140336 h 6211920"/>
              <a:gd name="connsiteX5763" fmla="*/ 6190595 w 9635294"/>
              <a:gd name="connsiteY5763" fmla="*/ 138670 h 6211920"/>
              <a:gd name="connsiteX5764" fmla="*/ 6189974 w 9635294"/>
              <a:gd name="connsiteY5764" fmla="*/ 141872 h 6211920"/>
              <a:gd name="connsiteX5765" fmla="*/ 6189959 w 9635294"/>
              <a:gd name="connsiteY5765" fmla="*/ 141869 h 6211920"/>
              <a:gd name="connsiteX5766" fmla="*/ 6216707 w 9635294"/>
              <a:gd name="connsiteY5766" fmla="*/ 137446 h 6211920"/>
              <a:gd name="connsiteX5767" fmla="*/ 6241663 w 9635294"/>
              <a:gd name="connsiteY5767" fmla="*/ 142450 h 6211920"/>
              <a:gd name="connsiteX5768" fmla="*/ 6239123 w 9635294"/>
              <a:gd name="connsiteY5768" fmla="*/ 154896 h 6211920"/>
              <a:gd name="connsiteX5769" fmla="*/ 6214231 w 9635294"/>
              <a:gd name="connsiteY5769" fmla="*/ 149898 h 6211920"/>
              <a:gd name="connsiteX5770" fmla="*/ 3416555 w 9635294"/>
              <a:gd name="connsiteY5770" fmla="*/ 137224 h 6211920"/>
              <a:gd name="connsiteX5771" fmla="*/ 3417173 w 9635294"/>
              <a:gd name="connsiteY5771" fmla="*/ 140336 h 6211920"/>
              <a:gd name="connsiteX5772" fmla="*/ 3392293 w 9635294"/>
              <a:gd name="connsiteY5772" fmla="*/ 145332 h 6211920"/>
              <a:gd name="connsiteX5773" fmla="*/ 3391663 w 9635294"/>
              <a:gd name="connsiteY5773" fmla="*/ 142221 h 6211920"/>
              <a:gd name="connsiteX5774" fmla="*/ 3416555 w 9635294"/>
              <a:gd name="connsiteY5774" fmla="*/ 137224 h 6211920"/>
              <a:gd name="connsiteX5775" fmla="*/ 6165049 w 9635294"/>
              <a:gd name="connsiteY5775" fmla="*/ 137058 h 6211920"/>
              <a:gd name="connsiteX5776" fmla="*/ 6189959 w 9635294"/>
              <a:gd name="connsiteY5776" fmla="*/ 141869 h 6211920"/>
              <a:gd name="connsiteX5777" fmla="*/ 6189339 w 9635294"/>
              <a:gd name="connsiteY5777" fmla="*/ 144990 h 6211920"/>
              <a:gd name="connsiteX5778" fmla="*/ 6164447 w 9635294"/>
              <a:gd name="connsiteY5778" fmla="*/ 140170 h 6211920"/>
              <a:gd name="connsiteX5779" fmla="*/ 3468212 w 9635294"/>
              <a:gd name="connsiteY5779" fmla="*/ 136843 h 6211920"/>
              <a:gd name="connsiteX5780" fmla="*/ 3468810 w 9635294"/>
              <a:gd name="connsiteY5780" fmla="*/ 139967 h 6211920"/>
              <a:gd name="connsiteX5781" fmla="*/ 3443916 w 9635294"/>
              <a:gd name="connsiteY5781" fmla="*/ 144774 h 6211920"/>
              <a:gd name="connsiteX5782" fmla="*/ 3443309 w 9635294"/>
              <a:gd name="connsiteY5782" fmla="*/ 141662 h 6211920"/>
              <a:gd name="connsiteX5783" fmla="*/ 3442093 w 9635294"/>
              <a:gd name="connsiteY5783" fmla="*/ 135425 h 6211920"/>
              <a:gd name="connsiteX5784" fmla="*/ 3443309 w 9635294"/>
              <a:gd name="connsiteY5784" fmla="*/ 141662 h 6211920"/>
              <a:gd name="connsiteX5785" fmla="*/ 3443307 w 9635294"/>
              <a:gd name="connsiteY5785" fmla="*/ 141662 h 6211920"/>
              <a:gd name="connsiteX5786" fmla="*/ 3442088 w 9635294"/>
              <a:gd name="connsiteY5786" fmla="*/ 135426 h 6211920"/>
              <a:gd name="connsiteX5787" fmla="*/ 6166225 w 9635294"/>
              <a:gd name="connsiteY5787" fmla="*/ 130816 h 6211920"/>
              <a:gd name="connsiteX5788" fmla="*/ 6166256 w 9635294"/>
              <a:gd name="connsiteY5788" fmla="*/ 130822 h 6211920"/>
              <a:gd name="connsiteX5789" fmla="*/ 6165049 w 9635294"/>
              <a:gd name="connsiteY5789" fmla="*/ 137058 h 6211920"/>
              <a:gd name="connsiteX5790" fmla="*/ 6165019 w 9635294"/>
              <a:gd name="connsiteY5790" fmla="*/ 137052 h 6211920"/>
              <a:gd name="connsiteX5791" fmla="*/ 3467018 w 9635294"/>
              <a:gd name="connsiteY5791" fmla="*/ 130607 h 6211920"/>
              <a:gd name="connsiteX5792" fmla="*/ 3468213 w 9635294"/>
              <a:gd name="connsiteY5792" fmla="*/ 136843 h 6211920"/>
              <a:gd name="connsiteX5793" fmla="*/ 3468212 w 9635294"/>
              <a:gd name="connsiteY5793" fmla="*/ 136843 h 6211920"/>
              <a:gd name="connsiteX5794" fmla="*/ 3467018 w 9635294"/>
              <a:gd name="connsiteY5794" fmla="*/ 130607 h 6211920"/>
              <a:gd name="connsiteX5795" fmla="*/ 3492410 w 9635294"/>
              <a:gd name="connsiteY5795" fmla="*/ 128593 h 6211920"/>
              <a:gd name="connsiteX5796" fmla="*/ 3493076 w 9635294"/>
              <a:gd name="connsiteY5796" fmla="*/ 132131 h 6211920"/>
              <a:gd name="connsiteX5797" fmla="*/ 3493073 w 9635294"/>
              <a:gd name="connsiteY5797" fmla="*/ 132131 h 6211920"/>
              <a:gd name="connsiteX5798" fmla="*/ 6166860 w 9635294"/>
              <a:gd name="connsiteY5798" fmla="*/ 127699 h 6211920"/>
              <a:gd name="connsiteX5799" fmla="*/ 6191815 w 9635294"/>
              <a:gd name="connsiteY5799" fmla="*/ 132524 h 6211920"/>
              <a:gd name="connsiteX5800" fmla="*/ 6190595 w 9635294"/>
              <a:gd name="connsiteY5800" fmla="*/ 138670 h 6211920"/>
              <a:gd name="connsiteX5801" fmla="*/ 6191181 w 9635294"/>
              <a:gd name="connsiteY5801" fmla="*/ 135642 h 6211920"/>
              <a:gd name="connsiteX5802" fmla="*/ 6166256 w 9635294"/>
              <a:gd name="connsiteY5802" fmla="*/ 130822 h 6211920"/>
              <a:gd name="connsiteX5803" fmla="*/ 6115235 w 9635294"/>
              <a:gd name="connsiteY5803" fmla="*/ 127692 h 6211920"/>
              <a:gd name="connsiteX5804" fmla="*/ 6140127 w 9635294"/>
              <a:gd name="connsiteY5804" fmla="*/ 132328 h 6211920"/>
              <a:gd name="connsiteX5805" fmla="*/ 6140752 w 9635294"/>
              <a:gd name="connsiteY5805" fmla="*/ 129095 h 6211920"/>
              <a:gd name="connsiteX5806" fmla="*/ 6139555 w 9635294"/>
              <a:gd name="connsiteY5806" fmla="*/ 135452 h 6211920"/>
              <a:gd name="connsiteX5807" fmla="*/ 6114663 w 9635294"/>
              <a:gd name="connsiteY5807" fmla="*/ 130816 h 6211920"/>
              <a:gd name="connsiteX5808" fmla="*/ 3517968 w 9635294"/>
              <a:gd name="connsiteY5808" fmla="*/ 127503 h 6211920"/>
              <a:gd name="connsiteX5809" fmla="*/ 3518543 w 9635294"/>
              <a:gd name="connsiteY5809" fmla="*/ 130626 h 6211920"/>
              <a:gd name="connsiteX5810" fmla="*/ 3493663 w 9635294"/>
              <a:gd name="connsiteY5810" fmla="*/ 135249 h 6211920"/>
              <a:gd name="connsiteX5811" fmla="*/ 3493076 w 9635294"/>
              <a:gd name="connsiteY5811" fmla="*/ 132131 h 6211920"/>
              <a:gd name="connsiteX5812" fmla="*/ 3466422 w 9635294"/>
              <a:gd name="connsiteY5812" fmla="*/ 127489 h 6211920"/>
              <a:gd name="connsiteX5813" fmla="*/ 3467018 w 9635294"/>
              <a:gd name="connsiteY5813" fmla="*/ 130607 h 6211920"/>
              <a:gd name="connsiteX5814" fmla="*/ 3442093 w 9635294"/>
              <a:gd name="connsiteY5814" fmla="*/ 135425 h 6211920"/>
              <a:gd name="connsiteX5815" fmla="*/ 3441485 w 9635294"/>
              <a:gd name="connsiteY5815" fmla="*/ 132309 h 6211920"/>
              <a:gd name="connsiteX5816" fmla="*/ 3466422 w 9635294"/>
              <a:gd name="connsiteY5816" fmla="*/ 127489 h 6211920"/>
              <a:gd name="connsiteX5817" fmla="*/ 6141319 w 9635294"/>
              <a:gd name="connsiteY5817" fmla="*/ 126084 h 6211920"/>
              <a:gd name="connsiteX5818" fmla="*/ 6141333 w 9635294"/>
              <a:gd name="connsiteY5818" fmla="*/ 126086 h 6211920"/>
              <a:gd name="connsiteX5819" fmla="*/ 6140752 w 9635294"/>
              <a:gd name="connsiteY5819" fmla="*/ 129095 h 6211920"/>
              <a:gd name="connsiteX5820" fmla="*/ 6115789 w 9635294"/>
              <a:gd name="connsiteY5820" fmla="*/ 124663 h 6211920"/>
              <a:gd name="connsiteX5821" fmla="*/ 6115235 w 9635294"/>
              <a:gd name="connsiteY5821" fmla="*/ 127692 h 6211920"/>
              <a:gd name="connsiteX5822" fmla="*/ 6115234 w 9635294"/>
              <a:gd name="connsiteY5822" fmla="*/ 127692 h 6211920"/>
              <a:gd name="connsiteX5823" fmla="*/ 3516822 w 9635294"/>
              <a:gd name="connsiteY5823" fmla="*/ 121260 h 6211920"/>
              <a:gd name="connsiteX5824" fmla="*/ 3517971 w 9635294"/>
              <a:gd name="connsiteY5824" fmla="*/ 127502 h 6211920"/>
              <a:gd name="connsiteX5825" fmla="*/ 3517968 w 9635294"/>
              <a:gd name="connsiteY5825" fmla="*/ 127503 h 6211920"/>
              <a:gd name="connsiteX5826" fmla="*/ 3516819 w 9635294"/>
              <a:gd name="connsiteY5826" fmla="*/ 121261 h 6211920"/>
              <a:gd name="connsiteX5827" fmla="*/ 6090851 w 9635294"/>
              <a:gd name="connsiteY5827" fmla="*/ 120019 h 6211920"/>
              <a:gd name="connsiteX5828" fmla="*/ 6090279 w 9635294"/>
              <a:gd name="connsiteY5828" fmla="*/ 123146 h 6211920"/>
              <a:gd name="connsiteX5829" fmla="*/ 6090279 w 9635294"/>
              <a:gd name="connsiteY5829" fmla="*/ 123146 h 6211920"/>
              <a:gd name="connsiteX5830" fmla="*/ 6116949 w 9635294"/>
              <a:gd name="connsiteY5830" fmla="*/ 118326 h 6211920"/>
              <a:gd name="connsiteX5831" fmla="*/ 6141905 w 9635294"/>
              <a:gd name="connsiteY5831" fmla="*/ 122968 h 6211920"/>
              <a:gd name="connsiteX5832" fmla="*/ 6141319 w 9635294"/>
              <a:gd name="connsiteY5832" fmla="*/ 126084 h 6211920"/>
              <a:gd name="connsiteX5833" fmla="*/ 6116378 w 9635294"/>
              <a:gd name="connsiteY5833" fmla="*/ 121450 h 6211920"/>
              <a:gd name="connsiteX5834" fmla="*/ 6115789 w 9635294"/>
              <a:gd name="connsiteY5834" fmla="*/ 124663 h 6211920"/>
              <a:gd name="connsiteX5835" fmla="*/ 3516244 w 9635294"/>
              <a:gd name="connsiteY5835" fmla="*/ 118135 h 6211920"/>
              <a:gd name="connsiteX5836" fmla="*/ 3516819 w 9635294"/>
              <a:gd name="connsiteY5836" fmla="*/ 121261 h 6211920"/>
              <a:gd name="connsiteX5837" fmla="*/ 3491904 w 9635294"/>
              <a:gd name="connsiteY5837" fmla="*/ 125889 h 6211920"/>
              <a:gd name="connsiteX5838" fmla="*/ 3492410 w 9635294"/>
              <a:gd name="connsiteY5838" fmla="*/ 128593 h 6211920"/>
              <a:gd name="connsiteX5839" fmla="*/ 3491314 w 9635294"/>
              <a:gd name="connsiteY5839" fmla="*/ 122771 h 6211920"/>
              <a:gd name="connsiteX5840" fmla="*/ 3516244 w 9635294"/>
              <a:gd name="connsiteY5840" fmla="*/ 118135 h 6211920"/>
              <a:gd name="connsiteX5841" fmla="*/ 6065864 w 9635294"/>
              <a:gd name="connsiteY5841" fmla="*/ 115551 h 6211920"/>
              <a:gd name="connsiteX5842" fmla="*/ 6065323 w 9635294"/>
              <a:gd name="connsiteY5842" fmla="*/ 118682 h 6211920"/>
              <a:gd name="connsiteX5843" fmla="*/ 6090279 w 9635294"/>
              <a:gd name="connsiteY5843" fmla="*/ 123146 h 6211920"/>
              <a:gd name="connsiteX5844" fmla="*/ 6089707 w 9635294"/>
              <a:gd name="connsiteY5844" fmla="*/ 126270 h 6211920"/>
              <a:gd name="connsiteX5845" fmla="*/ 6064752 w 9635294"/>
              <a:gd name="connsiteY5845" fmla="*/ 121806 h 6211920"/>
              <a:gd name="connsiteX5846" fmla="*/ 6066403 w 9635294"/>
              <a:gd name="connsiteY5846" fmla="*/ 112427 h 6211920"/>
              <a:gd name="connsiteX5847" fmla="*/ 6066419 w 9635294"/>
              <a:gd name="connsiteY5847" fmla="*/ 112430 h 6211920"/>
              <a:gd name="connsiteX5848" fmla="*/ 6065864 w 9635294"/>
              <a:gd name="connsiteY5848" fmla="*/ 115551 h 6211920"/>
              <a:gd name="connsiteX5849" fmla="*/ 3566746 w 9635294"/>
              <a:gd name="connsiteY5849" fmla="*/ 112249 h 6211920"/>
              <a:gd name="connsiteX5850" fmla="*/ 3567850 w 9635294"/>
              <a:gd name="connsiteY5850" fmla="*/ 118504 h 6211920"/>
              <a:gd name="connsiteX5851" fmla="*/ 3567845 w 9635294"/>
              <a:gd name="connsiteY5851" fmla="*/ 118505 h 6211920"/>
              <a:gd name="connsiteX5852" fmla="*/ 3566739 w 9635294"/>
              <a:gd name="connsiteY5852" fmla="*/ 112250 h 6211920"/>
              <a:gd name="connsiteX5853" fmla="*/ 6066974 w 9635294"/>
              <a:gd name="connsiteY5853" fmla="*/ 109303 h 6211920"/>
              <a:gd name="connsiteX5854" fmla="*/ 6091994 w 9635294"/>
              <a:gd name="connsiteY5854" fmla="*/ 113767 h 6211920"/>
              <a:gd name="connsiteX5855" fmla="*/ 6090851 w 9635294"/>
              <a:gd name="connsiteY5855" fmla="*/ 120019 h 6211920"/>
              <a:gd name="connsiteX5856" fmla="*/ 6091422 w 9635294"/>
              <a:gd name="connsiteY5856" fmla="*/ 116891 h 6211920"/>
              <a:gd name="connsiteX5857" fmla="*/ 6066419 w 9635294"/>
              <a:gd name="connsiteY5857" fmla="*/ 112430 h 6211920"/>
              <a:gd name="connsiteX5858" fmla="*/ 3566186 w 9635294"/>
              <a:gd name="connsiteY5858" fmla="*/ 109125 h 6211920"/>
              <a:gd name="connsiteX5859" fmla="*/ 3566739 w 9635294"/>
              <a:gd name="connsiteY5859" fmla="*/ 112250 h 6211920"/>
              <a:gd name="connsiteX5860" fmla="*/ 3541765 w 9635294"/>
              <a:gd name="connsiteY5860" fmla="*/ 116713 h 6211920"/>
              <a:gd name="connsiteX5861" fmla="*/ 3542895 w 9635294"/>
              <a:gd name="connsiteY5861" fmla="*/ 122961 h 6211920"/>
              <a:gd name="connsiteX5862" fmla="*/ 3567845 w 9635294"/>
              <a:gd name="connsiteY5862" fmla="*/ 118505 h 6211920"/>
              <a:gd name="connsiteX5863" fmla="*/ 3568397 w 9635294"/>
              <a:gd name="connsiteY5863" fmla="*/ 121628 h 6211920"/>
              <a:gd name="connsiteX5864" fmla="*/ 3543453 w 9635294"/>
              <a:gd name="connsiteY5864" fmla="*/ 126086 h 6211920"/>
              <a:gd name="connsiteX5865" fmla="*/ 3541199 w 9635294"/>
              <a:gd name="connsiteY5865" fmla="*/ 113589 h 6211920"/>
              <a:gd name="connsiteX5866" fmla="*/ 3566186 w 9635294"/>
              <a:gd name="connsiteY5866" fmla="*/ 109125 h 6211920"/>
              <a:gd name="connsiteX5867" fmla="*/ 6015836 w 9635294"/>
              <a:gd name="connsiteY5867" fmla="*/ 106820 h 6211920"/>
              <a:gd name="connsiteX5868" fmla="*/ 6015301 w 9635294"/>
              <a:gd name="connsiteY5868" fmla="*/ 110017 h 6211920"/>
              <a:gd name="connsiteX5869" fmla="*/ 6015285 w 9635294"/>
              <a:gd name="connsiteY5869" fmla="*/ 110014 h 6211920"/>
              <a:gd name="connsiteX5870" fmla="*/ 3642492 w 9635294"/>
              <a:gd name="connsiteY5870" fmla="*/ 103616 h 6211920"/>
              <a:gd name="connsiteX5871" fmla="*/ 3642831 w 9635294"/>
              <a:gd name="connsiteY5871" fmla="*/ 105664 h 6211920"/>
              <a:gd name="connsiteX5872" fmla="*/ 3642831 w 9635294"/>
              <a:gd name="connsiteY5872" fmla="*/ 105664 h 6211920"/>
              <a:gd name="connsiteX5873" fmla="*/ 3616783 w 9635294"/>
              <a:gd name="connsiteY5873" fmla="*/ 103594 h 6211920"/>
              <a:gd name="connsiteX5874" fmla="*/ 3591751 w 9635294"/>
              <a:gd name="connsiteY5874" fmla="*/ 107880 h 6211920"/>
              <a:gd name="connsiteX5875" fmla="*/ 3592831 w 9635294"/>
              <a:gd name="connsiteY5875" fmla="*/ 114135 h 6211920"/>
              <a:gd name="connsiteX5876" fmla="*/ 3617844 w 9635294"/>
              <a:gd name="connsiteY5876" fmla="*/ 109855 h 6211920"/>
              <a:gd name="connsiteX5877" fmla="*/ 5965312 w 9635294"/>
              <a:gd name="connsiteY5877" fmla="*/ 101721 h 6211920"/>
              <a:gd name="connsiteX5878" fmla="*/ 5990267 w 9635294"/>
              <a:gd name="connsiteY5878" fmla="*/ 105823 h 6211920"/>
              <a:gd name="connsiteX5879" fmla="*/ 5990791 w 9635294"/>
              <a:gd name="connsiteY5879" fmla="*/ 102782 h 6211920"/>
              <a:gd name="connsiteX5880" fmla="*/ 5989758 w 9635294"/>
              <a:gd name="connsiteY5880" fmla="*/ 108953 h 6211920"/>
              <a:gd name="connsiteX5881" fmla="*/ 5964803 w 9635294"/>
              <a:gd name="connsiteY5881" fmla="*/ 104858 h 6211920"/>
              <a:gd name="connsiteX5882" fmla="*/ 3667807 w 9635294"/>
              <a:gd name="connsiteY5882" fmla="*/ 101576 h 6211920"/>
              <a:gd name="connsiteX5883" fmla="*/ 3668314 w 9635294"/>
              <a:gd name="connsiteY5883" fmla="*/ 104712 h 6211920"/>
              <a:gd name="connsiteX5884" fmla="*/ 3643351 w 9635294"/>
              <a:gd name="connsiteY5884" fmla="*/ 108801 h 6211920"/>
              <a:gd name="connsiteX5885" fmla="*/ 3642831 w 9635294"/>
              <a:gd name="connsiteY5885" fmla="*/ 105664 h 6211920"/>
              <a:gd name="connsiteX5886" fmla="*/ 6016873 w 9635294"/>
              <a:gd name="connsiteY5886" fmla="*/ 100622 h 6211920"/>
              <a:gd name="connsiteX5887" fmla="*/ 6041956 w 9635294"/>
              <a:gd name="connsiteY5887" fmla="*/ 104921 h 6211920"/>
              <a:gd name="connsiteX5888" fmla="*/ 6039796 w 9635294"/>
              <a:gd name="connsiteY5888" fmla="*/ 117431 h 6211920"/>
              <a:gd name="connsiteX5889" fmla="*/ 6014778 w 9635294"/>
              <a:gd name="connsiteY5889" fmla="*/ 113144 h 6211920"/>
              <a:gd name="connsiteX5890" fmla="*/ 6015301 w 9635294"/>
              <a:gd name="connsiteY5890" fmla="*/ 110017 h 6211920"/>
              <a:gd name="connsiteX5891" fmla="*/ 6040305 w 9635294"/>
              <a:gd name="connsiteY5891" fmla="*/ 114306 h 6211920"/>
              <a:gd name="connsiteX5892" fmla="*/ 6041384 w 9635294"/>
              <a:gd name="connsiteY5892" fmla="*/ 108045 h 6211920"/>
              <a:gd name="connsiteX5893" fmla="*/ 6016365 w 9635294"/>
              <a:gd name="connsiteY5893" fmla="*/ 103753 h 6211920"/>
              <a:gd name="connsiteX5894" fmla="*/ 6015836 w 9635294"/>
              <a:gd name="connsiteY5894" fmla="*/ 106820 h 6211920"/>
              <a:gd name="connsiteX5895" fmla="*/ 3616256 w 9635294"/>
              <a:gd name="connsiteY5895" fmla="*/ 100463 h 6211920"/>
              <a:gd name="connsiteX5896" fmla="*/ 3618376 w 9635294"/>
              <a:gd name="connsiteY5896" fmla="*/ 112986 h 6211920"/>
              <a:gd name="connsiteX5897" fmla="*/ 3593371 w 9635294"/>
              <a:gd name="connsiteY5897" fmla="*/ 117265 h 6211920"/>
              <a:gd name="connsiteX5898" fmla="*/ 3591205 w 9635294"/>
              <a:gd name="connsiteY5898" fmla="*/ 104750 h 6211920"/>
              <a:gd name="connsiteX5899" fmla="*/ 3616256 w 9635294"/>
              <a:gd name="connsiteY5899" fmla="*/ 100463 h 6211920"/>
              <a:gd name="connsiteX5900" fmla="*/ 5991331 w 9635294"/>
              <a:gd name="connsiteY5900" fmla="*/ 99553 h 6211920"/>
              <a:gd name="connsiteX5901" fmla="*/ 5991346 w 9635294"/>
              <a:gd name="connsiteY5901" fmla="*/ 99555 h 6211920"/>
              <a:gd name="connsiteX5902" fmla="*/ 5990791 w 9635294"/>
              <a:gd name="connsiteY5902" fmla="*/ 102782 h 6211920"/>
              <a:gd name="connsiteX5903" fmla="*/ 5966327 w 9635294"/>
              <a:gd name="connsiteY5903" fmla="*/ 95453 h 6211920"/>
              <a:gd name="connsiteX5904" fmla="*/ 5966328 w 9635294"/>
              <a:gd name="connsiteY5904" fmla="*/ 95453 h 6211920"/>
              <a:gd name="connsiteX5905" fmla="*/ 5965312 w 9635294"/>
              <a:gd name="connsiteY5905" fmla="*/ 101721 h 6211920"/>
              <a:gd name="connsiteX5906" fmla="*/ 5965311 w 9635294"/>
              <a:gd name="connsiteY5906" fmla="*/ 101721 h 6211920"/>
              <a:gd name="connsiteX5907" fmla="*/ 3666796 w 9635294"/>
              <a:gd name="connsiteY5907" fmla="*/ 95307 h 6211920"/>
              <a:gd name="connsiteX5908" fmla="*/ 3667812 w 9635294"/>
              <a:gd name="connsiteY5908" fmla="*/ 101575 h 6211920"/>
              <a:gd name="connsiteX5909" fmla="*/ 3667807 w 9635294"/>
              <a:gd name="connsiteY5909" fmla="*/ 101576 h 6211920"/>
              <a:gd name="connsiteX5910" fmla="*/ 3666794 w 9635294"/>
              <a:gd name="connsiteY5910" fmla="*/ 95307 h 6211920"/>
              <a:gd name="connsiteX5911" fmla="*/ 3717848 w 9635294"/>
              <a:gd name="connsiteY5911" fmla="*/ 93650 h 6211920"/>
              <a:gd name="connsiteX5912" fmla="*/ 3718333 w 9635294"/>
              <a:gd name="connsiteY5912" fmla="*/ 96787 h 6211920"/>
              <a:gd name="connsiteX5913" fmla="*/ 3693313 w 9635294"/>
              <a:gd name="connsiteY5913" fmla="*/ 100705 h 6211920"/>
              <a:gd name="connsiteX5914" fmla="*/ 3692816 w 9635294"/>
              <a:gd name="connsiteY5914" fmla="*/ 97568 h 6211920"/>
              <a:gd name="connsiteX5915" fmla="*/ 5966835 w 9635294"/>
              <a:gd name="connsiteY5915" fmla="*/ 92323 h 6211920"/>
              <a:gd name="connsiteX5916" fmla="*/ 5991854 w 9635294"/>
              <a:gd name="connsiteY5916" fmla="*/ 96425 h 6211920"/>
              <a:gd name="connsiteX5917" fmla="*/ 5991331 w 9635294"/>
              <a:gd name="connsiteY5917" fmla="*/ 99553 h 6211920"/>
              <a:gd name="connsiteX5918" fmla="*/ 5966328 w 9635294"/>
              <a:gd name="connsiteY5918" fmla="*/ 95453 h 6211920"/>
              <a:gd name="connsiteX5919" fmla="*/ 3666287 w 9635294"/>
              <a:gd name="connsiteY5919" fmla="*/ 92170 h 6211920"/>
              <a:gd name="connsiteX5920" fmla="*/ 3666794 w 9635294"/>
              <a:gd name="connsiteY5920" fmla="*/ 95307 h 6211920"/>
              <a:gd name="connsiteX5921" fmla="*/ 3641796 w 9635294"/>
              <a:gd name="connsiteY5921" fmla="*/ 99403 h 6211920"/>
              <a:gd name="connsiteX5922" fmla="*/ 3642492 w 9635294"/>
              <a:gd name="connsiteY5922" fmla="*/ 103616 h 6211920"/>
              <a:gd name="connsiteX5923" fmla="*/ 3641275 w 9635294"/>
              <a:gd name="connsiteY5923" fmla="*/ 96272 h 6211920"/>
              <a:gd name="connsiteX5924" fmla="*/ 3666287 w 9635294"/>
              <a:gd name="connsiteY5924" fmla="*/ 92170 h 6211920"/>
              <a:gd name="connsiteX5925" fmla="*/ 3691822 w 9635294"/>
              <a:gd name="connsiteY5925" fmla="*/ 91294 h 6211920"/>
              <a:gd name="connsiteX5926" fmla="*/ 3692816 w 9635294"/>
              <a:gd name="connsiteY5926" fmla="*/ 97568 h 6211920"/>
              <a:gd name="connsiteX5927" fmla="*/ 3692812 w 9635294"/>
              <a:gd name="connsiteY5927" fmla="*/ 97568 h 6211920"/>
              <a:gd name="connsiteX5928" fmla="*/ 3691822 w 9635294"/>
              <a:gd name="connsiteY5928" fmla="*/ 91294 h 6211920"/>
              <a:gd name="connsiteX5929" fmla="*/ 3717364 w 9635294"/>
              <a:gd name="connsiteY5929" fmla="*/ 90513 h 6211920"/>
              <a:gd name="connsiteX5930" fmla="*/ 3717850 w 9635294"/>
              <a:gd name="connsiteY5930" fmla="*/ 93650 h 6211920"/>
              <a:gd name="connsiteX5931" fmla="*/ 3717848 w 9635294"/>
              <a:gd name="connsiteY5931" fmla="*/ 93650 h 6211920"/>
              <a:gd name="connsiteX5932" fmla="*/ 5916162 w 9635294"/>
              <a:gd name="connsiteY5932" fmla="*/ 87509 h 6211920"/>
              <a:gd name="connsiteX5933" fmla="*/ 5916178 w 9635294"/>
              <a:gd name="connsiteY5933" fmla="*/ 87512 h 6211920"/>
              <a:gd name="connsiteX5934" fmla="*/ 5915672 w 9635294"/>
              <a:gd name="connsiteY5934" fmla="*/ 90736 h 6211920"/>
              <a:gd name="connsiteX5935" fmla="*/ 5864997 w 9635294"/>
              <a:gd name="connsiteY5935" fmla="*/ 86197 h 6211920"/>
              <a:gd name="connsiteX5936" fmla="*/ 5890096 w 9635294"/>
              <a:gd name="connsiteY5936" fmla="*/ 89944 h 6211920"/>
              <a:gd name="connsiteX5937" fmla="*/ 5889619 w 9635294"/>
              <a:gd name="connsiteY5937" fmla="*/ 93085 h 6211920"/>
              <a:gd name="connsiteX5938" fmla="*/ 5864536 w 9635294"/>
              <a:gd name="connsiteY5938" fmla="*/ 89338 h 6211920"/>
              <a:gd name="connsiteX5939" fmla="*/ 3768009 w 9635294"/>
              <a:gd name="connsiteY5939" fmla="*/ 86074 h 6211920"/>
              <a:gd name="connsiteX5940" fmla="*/ 3768472 w 9635294"/>
              <a:gd name="connsiteY5940" fmla="*/ 89211 h 6211920"/>
              <a:gd name="connsiteX5941" fmla="*/ 3743389 w 9635294"/>
              <a:gd name="connsiteY5941" fmla="*/ 92958 h 6211920"/>
              <a:gd name="connsiteX5942" fmla="*/ 3742914 w 9635294"/>
              <a:gd name="connsiteY5942" fmla="*/ 89814 h 6211920"/>
              <a:gd name="connsiteX5943" fmla="*/ 3742282 w 9635294"/>
              <a:gd name="connsiteY5943" fmla="*/ 85632 h 6211920"/>
              <a:gd name="connsiteX5944" fmla="*/ 3742914 w 9635294"/>
              <a:gd name="connsiteY5944" fmla="*/ 89814 h 6211920"/>
              <a:gd name="connsiteX5945" fmla="*/ 3742912 w 9635294"/>
              <a:gd name="connsiteY5945" fmla="*/ 89814 h 6211920"/>
              <a:gd name="connsiteX5946" fmla="*/ 5916670 w 9635294"/>
              <a:gd name="connsiteY5946" fmla="*/ 84372 h 6211920"/>
              <a:gd name="connsiteX5947" fmla="*/ 5941753 w 9635294"/>
              <a:gd name="connsiteY5947" fmla="*/ 88303 h 6211920"/>
              <a:gd name="connsiteX5948" fmla="*/ 5939784 w 9635294"/>
              <a:gd name="connsiteY5948" fmla="*/ 100844 h 6211920"/>
              <a:gd name="connsiteX5949" fmla="*/ 5914702 w 9635294"/>
              <a:gd name="connsiteY5949" fmla="*/ 96920 h 6211920"/>
              <a:gd name="connsiteX5950" fmla="*/ 5915672 w 9635294"/>
              <a:gd name="connsiteY5950" fmla="*/ 90736 h 6211920"/>
              <a:gd name="connsiteX5951" fmla="*/ 5915209 w 9635294"/>
              <a:gd name="connsiteY5951" fmla="*/ 93783 h 6211920"/>
              <a:gd name="connsiteX5952" fmla="*/ 5940229 w 9635294"/>
              <a:gd name="connsiteY5952" fmla="*/ 97707 h 6211920"/>
              <a:gd name="connsiteX5953" fmla="*/ 5941244 w 9635294"/>
              <a:gd name="connsiteY5953" fmla="*/ 91440 h 6211920"/>
              <a:gd name="connsiteX5954" fmla="*/ 5916178 w 9635294"/>
              <a:gd name="connsiteY5954" fmla="*/ 87512 h 6211920"/>
              <a:gd name="connsiteX5955" fmla="*/ 3716395 w 9635294"/>
              <a:gd name="connsiteY5955" fmla="*/ 84239 h 6211920"/>
              <a:gd name="connsiteX5956" fmla="*/ 3717364 w 9635294"/>
              <a:gd name="connsiteY5956" fmla="*/ 90513 h 6211920"/>
              <a:gd name="connsiteX5957" fmla="*/ 3716878 w 9635294"/>
              <a:gd name="connsiteY5957" fmla="*/ 87376 h 6211920"/>
              <a:gd name="connsiteX5958" fmla="*/ 3691822 w 9635294"/>
              <a:gd name="connsiteY5958" fmla="*/ 91294 h 6211920"/>
              <a:gd name="connsiteX5959" fmla="*/ 3691325 w 9635294"/>
              <a:gd name="connsiteY5959" fmla="*/ 88163 h 6211920"/>
              <a:gd name="connsiteX5960" fmla="*/ 3716395 w 9635294"/>
              <a:gd name="connsiteY5960" fmla="*/ 84239 h 6211920"/>
              <a:gd name="connsiteX5961" fmla="*/ 5891049 w 9635294"/>
              <a:gd name="connsiteY5961" fmla="*/ 83664 h 6211920"/>
              <a:gd name="connsiteX5962" fmla="*/ 5891080 w 9635294"/>
              <a:gd name="connsiteY5962" fmla="*/ 83668 h 6211920"/>
              <a:gd name="connsiteX5963" fmla="*/ 5890127 w 9635294"/>
              <a:gd name="connsiteY5963" fmla="*/ 89948 h 6211920"/>
              <a:gd name="connsiteX5964" fmla="*/ 5890096 w 9635294"/>
              <a:gd name="connsiteY5964" fmla="*/ 89944 h 6211920"/>
              <a:gd name="connsiteX5965" fmla="*/ 5865455 w 9635294"/>
              <a:gd name="connsiteY5965" fmla="*/ 83069 h 6211920"/>
              <a:gd name="connsiteX5966" fmla="*/ 5864997 w 9635294"/>
              <a:gd name="connsiteY5966" fmla="*/ 86197 h 6211920"/>
              <a:gd name="connsiteX5967" fmla="*/ 5864981 w 9635294"/>
              <a:gd name="connsiteY5967" fmla="*/ 86195 h 6211920"/>
              <a:gd name="connsiteX5968" fmla="*/ 3767082 w 9635294"/>
              <a:gd name="connsiteY5968" fmla="*/ 79788 h 6211920"/>
              <a:gd name="connsiteX5969" fmla="*/ 3768009 w 9635294"/>
              <a:gd name="connsiteY5969" fmla="*/ 86074 h 6211920"/>
              <a:gd name="connsiteX5970" fmla="*/ 3768009 w 9635294"/>
              <a:gd name="connsiteY5970" fmla="*/ 86074 h 6211920"/>
              <a:gd name="connsiteX5971" fmla="*/ 3767081 w 9635294"/>
              <a:gd name="connsiteY5971" fmla="*/ 79788 h 6211920"/>
              <a:gd name="connsiteX5972" fmla="*/ 3818179 w 9635294"/>
              <a:gd name="connsiteY5972" fmla="*/ 78861 h 6211920"/>
              <a:gd name="connsiteX5973" fmla="*/ 3818619 w 9635294"/>
              <a:gd name="connsiteY5973" fmla="*/ 82004 h 6211920"/>
              <a:gd name="connsiteX5974" fmla="*/ 3793580 w 9635294"/>
              <a:gd name="connsiteY5974" fmla="*/ 85560 h 6211920"/>
              <a:gd name="connsiteX5975" fmla="*/ 3792830 w 9635294"/>
              <a:gd name="connsiteY5975" fmla="*/ 80347 h 6211920"/>
              <a:gd name="connsiteX5976" fmla="*/ 3793128 w 9635294"/>
              <a:gd name="connsiteY5976" fmla="*/ 82417 h 6211920"/>
              <a:gd name="connsiteX5977" fmla="*/ 5866378 w 9635294"/>
              <a:gd name="connsiteY5977" fmla="*/ 76771 h 6211920"/>
              <a:gd name="connsiteX5978" fmla="*/ 5891524 w 9635294"/>
              <a:gd name="connsiteY5978" fmla="*/ 80531 h 6211920"/>
              <a:gd name="connsiteX5979" fmla="*/ 5891049 w 9635294"/>
              <a:gd name="connsiteY5979" fmla="*/ 83664 h 6211920"/>
              <a:gd name="connsiteX5980" fmla="*/ 5865933 w 9635294"/>
              <a:gd name="connsiteY5980" fmla="*/ 79915 h 6211920"/>
              <a:gd name="connsiteX5981" fmla="*/ 5865455 w 9635294"/>
              <a:gd name="connsiteY5981" fmla="*/ 83069 h 6211920"/>
              <a:gd name="connsiteX5982" fmla="*/ 3766617 w 9635294"/>
              <a:gd name="connsiteY5982" fmla="*/ 76651 h 6211920"/>
              <a:gd name="connsiteX5983" fmla="*/ 3767081 w 9635294"/>
              <a:gd name="connsiteY5983" fmla="*/ 79788 h 6211920"/>
              <a:gd name="connsiteX5984" fmla="*/ 3741967 w 9635294"/>
              <a:gd name="connsiteY5984" fmla="*/ 83541 h 6211920"/>
              <a:gd name="connsiteX5985" fmla="*/ 3742282 w 9635294"/>
              <a:gd name="connsiteY5985" fmla="*/ 85632 h 6211920"/>
              <a:gd name="connsiteX5986" fmla="*/ 3741490 w 9635294"/>
              <a:gd name="connsiteY5986" fmla="*/ 80397 h 6211920"/>
              <a:gd name="connsiteX5987" fmla="*/ 3766617 w 9635294"/>
              <a:gd name="connsiteY5987" fmla="*/ 76651 h 6211920"/>
              <a:gd name="connsiteX5988" fmla="*/ 5840772 w 9635294"/>
              <a:gd name="connsiteY5988" fmla="*/ 76242 h 6211920"/>
              <a:gd name="connsiteX5989" fmla="*/ 5840788 w 9635294"/>
              <a:gd name="connsiteY5989" fmla="*/ 76244 h 6211920"/>
              <a:gd name="connsiteX5990" fmla="*/ 5840312 w 9635294"/>
              <a:gd name="connsiteY5990" fmla="*/ 79384 h 6211920"/>
              <a:gd name="connsiteX5991" fmla="*/ 3792223 w 9635294"/>
              <a:gd name="connsiteY5991" fmla="*/ 76130 h 6211920"/>
              <a:gd name="connsiteX5992" fmla="*/ 3792830 w 9635294"/>
              <a:gd name="connsiteY5992" fmla="*/ 80347 h 6211920"/>
              <a:gd name="connsiteX5993" fmla="*/ 3792221 w 9635294"/>
              <a:gd name="connsiteY5993" fmla="*/ 76130 h 6211920"/>
              <a:gd name="connsiteX5994" fmla="*/ 3817749 w 9635294"/>
              <a:gd name="connsiteY5994" fmla="*/ 75788 h 6211920"/>
              <a:gd name="connsiteX5995" fmla="*/ 3818180 w 9635294"/>
              <a:gd name="connsiteY5995" fmla="*/ 78861 h 6211920"/>
              <a:gd name="connsiteX5996" fmla="*/ 3818179 w 9635294"/>
              <a:gd name="connsiteY5996" fmla="*/ 78861 h 6211920"/>
              <a:gd name="connsiteX5997" fmla="*/ 3868303 w 9635294"/>
              <a:gd name="connsiteY5997" fmla="*/ 71599 h 6211920"/>
              <a:gd name="connsiteX5998" fmla="*/ 3868777 w 9635294"/>
              <a:gd name="connsiteY5998" fmla="*/ 75152 h 6211920"/>
              <a:gd name="connsiteX5999" fmla="*/ 3843681 w 9635294"/>
              <a:gd name="connsiteY5999" fmla="*/ 78537 h 6211920"/>
              <a:gd name="connsiteX6000" fmla="*/ 3842751 w 9635294"/>
              <a:gd name="connsiteY6000" fmla="*/ 71709 h 6211920"/>
              <a:gd name="connsiteX6001" fmla="*/ 3843255 w 9635294"/>
              <a:gd name="connsiteY6001" fmla="*/ 75387 h 6211920"/>
              <a:gd name="connsiteX6002" fmla="*/ 3868358 w 9635294"/>
              <a:gd name="connsiteY6002" fmla="*/ 72009 h 6211920"/>
              <a:gd name="connsiteX6003" fmla="*/ 5816086 w 9635294"/>
              <a:gd name="connsiteY6003" fmla="*/ 69539 h 6211920"/>
              <a:gd name="connsiteX6004" fmla="*/ 5841232 w 9635294"/>
              <a:gd name="connsiteY6004" fmla="*/ 73101 h 6211920"/>
              <a:gd name="connsiteX6005" fmla="*/ 5840772 w 9635294"/>
              <a:gd name="connsiteY6005" fmla="*/ 76242 h 6211920"/>
              <a:gd name="connsiteX6006" fmla="*/ 5815705 w 9635294"/>
              <a:gd name="connsiteY6006" fmla="*/ 72682 h 6211920"/>
              <a:gd name="connsiteX6007" fmla="*/ 5814816 w 9635294"/>
              <a:gd name="connsiteY6007" fmla="*/ 78969 h 6211920"/>
              <a:gd name="connsiteX6008" fmla="*/ 5839835 w 9635294"/>
              <a:gd name="connsiteY6008" fmla="*/ 82531 h 6211920"/>
              <a:gd name="connsiteX6009" fmla="*/ 5840312 w 9635294"/>
              <a:gd name="connsiteY6009" fmla="*/ 79384 h 6211920"/>
              <a:gd name="connsiteX6010" fmla="*/ 5839391 w 9635294"/>
              <a:gd name="connsiteY6010" fmla="*/ 85674 h 6211920"/>
              <a:gd name="connsiteX6011" fmla="*/ 5814371 w 9635294"/>
              <a:gd name="connsiteY6011" fmla="*/ 82112 h 6211920"/>
              <a:gd name="connsiteX6012" fmla="*/ 3816859 w 9635294"/>
              <a:gd name="connsiteY6012" fmla="*/ 69425 h 6211920"/>
              <a:gd name="connsiteX6013" fmla="*/ 3817749 w 9635294"/>
              <a:gd name="connsiteY6013" fmla="*/ 75788 h 6211920"/>
              <a:gd name="connsiteX6014" fmla="*/ 3817298 w 9635294"/>
              <a:gd name="connsiteY6014" fmla="*/ 72568 h 6211920"/>
              <a:gd name="connsiteX6015" fmla="*/ 3792223 w 9635294"/>
              <a:gd name="connsiteY6015" fmla="*/ 76130 h 6211920"/>
              <a:gd name="connsiteX6016" fmla="*/ 3791771 w 9635294"/>
              <a:gd name="connsiteY6016" fmla="*/ 72987 h 6211920"/>
              <a:gd name="connsiteX6017" fmla="*/ 3816859 w 9635294"/>
              <a:gd name="connsiteY6017" fmla="*/ 69425 h 6211920"/>
              <a:gd name="connsiteX6018" fmla="*/ 3842395 w 9635294"/>
              <a:gd name="connsiteY6018" fmla="*/ 69094 h 6211920"/>
              <a:gd name="connsiteX6019" fmla="*/ 3842751 w 9635294"/>
              <a:gd name="connsiteY6019" fmla="*/ 71709 h 6211920"/>
              <a:gd name="connsiteX6020" fmla="*/ 3842392 w 9635294"/>
              <a:gd name="connsiteY6020" fmla="*/ 69094 h 6211920"/>
              <a:gd name="connsiteX6021" fmla="*/ 5765413 w 9635294"/>
              <a:gd name="connsiteY6021" fmla="*/ 65811 h 6211920"/>
              <a:gd name="connsiteX6022" fmla="*/ 5765429 w 9635294"/>
              <a:gd name="connsiteY6022" fmla="*/ 65813 h 6211920"/>
              <a:gd name="connsiteX6023" fmla="*/ 5765011 w 9635294"/>
              <a:gd name="connsiteY6023" fmla="*/ 68879 h 6211920"/>
              <a:gd name="connsiteX6024" fmla="*/ 3867520 w 9635294"/>
              <a:gd name="connsiteY6024" fmla="*/ 65710 h 6211920"/>
              <a:gd name="connsiteX6025" fmla="*/ 3868303 w 9635294"/>
              <a:gd name="connsiteY6025" fmla="*/ 71599 h 6211920"/>
              <a:gd name="connsiteX6026" fmla="*/ 3867518 w 9635294"/>
              <a:gd name="connsiteY6026" fmla="*/ 65710 h 6211920"/>
              <a:gd name="connsiteX6027" fmla="*/ 5714248 w 9635294"/>
              <a:gd name="connsiteY6027" fmla="*/ 65598 h 6211920"/>
              <a:gd name="connsiteX6028" fmla="*/ 5739410 w 9635294"/>
              <a:gd name="connsiteY6028" fmla="*/ 68805 h 6211920"/>
              <a:gd name="connsiteX6029" fmla="*/ 5738997 w 9635294"/>
              <a:gd name="connsiteY6029" fmla="*/ 71958 h 6211920"/>
              <a:gd name="connsiteX6030" fmla="*/ 5713851 w 9635294"/>
              <a:gd name="connsiteY6030" fmla="*/ 68745 h 6211920"/>
              <a:gd name="connsiteX6031" fmla="*/ 3892989 w 9635294"/>
              <a:gd name="connsiteY6031" fmla="*/ 64876 h 6211920"/>
              <a:gd name="connsiteX6032" fmla="*/ 3893485 w 9635294"/>
              <a:gd name="connsiteY6032" fmla="*/ 68713 h 6211920"/>
              <a:gd name="connsiteX6033" fmla="*/ 3918641 w 9635294"/>
              <a:gd name="connsiteY6033" fmla="*/ 65507 h 6211920"/>
              <a:gd name="connsiteX6034" fmla="*/ 3919036 w 9635294"/>
              <a:gd name="connsiteY6034" fmla="*/ 68656 h 6211920"/>
              <a:gd name="connsiteX6035" fmla="*/ 3893891 w 9635294"/>
              <a:gd name="connsiteY6035" fmla="*/ 71863 h 6211920"/>
              <a:gd name="connsiteX6036" fmla="*/ 3918375 w 9635294"/>
              <a:gd name="connsiteY6036" fmla="*/ 63385 h 6211920"/>
              <a:gd name="connsiteX6037" fmla="*/ 3918642 w 9635294"/>
              <a:gd name="connsiteY6037" fmla="*/ 65507 h 6211920"/>
              <a:gd name="connsiteX6038" fmla="*/ 3918641 w 9635294"/>
              <a:gd name="connsiteY6038" fmla="*/ 65507 h 6211920"/>
              <a:gd name="connsiteX6039" fmla="*/ 5765857 w 9635294"/>
              <a:gd name="connsiteY6039" fmla="*/ 62668 h 6211920"/>
              <a:gd name="connsiteX6040" fmla="*/ 5791004 w 9635294"/>
              <a:gd name="connsiteY6040" fmla="*/ 66059 h 6211920"/>
              <a:gd name="connsiteX6041" fmla="*/ 5789289 w 9635294"/>
              <a:gd name="connsiteY6041" fmla="*/ 78638 h 6211920"/>
              <a:gd name="connsiteX6042" fmla="*/ 5764143 w 9635294"/>
              <a:gd name="connsiteY6042" fmla="*/ 75254 h 6211920"/>
              <a:gd name="connsiteX6043" fmla="*/ 5765011 w 9635294"/>
              <a:gd name="connsiteY6043" fmla="*/ 68879 h 6211920"/>
              <a:gd name="connsiteX6044" fmla="*/ 5764588 w 9635294"/>
              <a:gd name="connsiteY6044" fmla="*/ 72111 h 6211920"/>
              <a:gd name="connsiteX6045" fmla="*/ 5789670 w 9635294"/>
              <a:gd name="connsiteY6045" fmla="*/ 75495 h 6211920"/>
              <a:gd name="connsiteX6046" fmla="*/ 5790559 w 9635294"/>
              <a:gd name="connsiteY6046" fmla="*/ 69202 h 6211920"/>
              <a:gd name="connsiteX6047" fmla="*/ 5765429 w 9635294"/>
              <a:gd name="connsiteY6047" fmla="*/ 65813 h 6211920"/>
              <a:gd name="connsiteX6048" fmla="*/ 3867100 w 9635294"/>
              <a:gd name="connsiteY6048" fmla="*/ 62567 h 6211920"/>
              <a:gd name="connsiteX6049" fmla="*/ 3867518 w 9635294"/>
              <a:gd name="connsiteY6049" fmla="*/ 65710 h 6211920"/>
              <a:gd name="connsiteX6050" fmla="*/ 3842395 w 9635294"/>
              <a:gd name="connsiteY6050" fmla="*/ 69094 h 6211920"/>
              <a:gd name="connsiteX6051" fmla="*/ 3841966 w 9635294"/>
              <a:gd name="connsiteY6051" fmla="*/ 65951 h 6211920"/>
              <a:gd name="connsiteX6052" fmla="*/ 3867100 w 9635294"/>
              <a:gd name="connsiteY6052" fmla="*/ 62567 h 6211920"/>
              <a:gd name="connsiteX6053" fmla="*/ 5740236 w 9635294"/>
              <a:gd name="connsiteY6053" fmla="*/ 62505 h 6211920"/>
              <a:gd name="connsiteX6054" fmla="*/ 5740267 w 9635294"/>
              <a:gd name="connsiteY6054" fmla="*/ 62509 h 6211920"/>
              <a:gd name="connsiteX6055" fmla="*/ 5739442 w 9635294"/>
              <a:gd name="connsiteY6055" fmla="*/ 68809 h 6211920"/>
              <a:gd name="connsiteX6056" fmla="*/ 5739410 w 9635294"/>
              <a:gd name="connsiteY6056" fmla="*/ 68805 h 6211920"/>
              <a:gd name="connsiteX6057" fmla="*/ 3892672 w 9635294"/>
              <a:gd name="connsiteY6057" fmla="*/ 62414 h 6211920"/>
              <a:gd name="connsiteX6058" fmla="*/ 3892989 w 9635294"/>
              <a:gd name="connsiteY6058" fmla="*/ 64876 h 6211920"/>
              <a:gd name="connsiteX6059" fmla="*/ 3892671 w 9635294"/>
              <a:gd name="connsiteY6059" fmla="*/ 62414 h 6211920"/>
              <a:gd name="connsiteX6060" fmla="*/ 5714656 w 9635294"/>
              <a:gd name="connsiteY6060" fmla="*/ 62358 h 6211920"/>
              <a:gd name="connsiteX6061" fmla="*/ 5714248 w 9635294"/>
              <a:gd name="connsiteY6061" fmla="*/ 65598 h 6211920"/>
              <a:gd name="connsiteX6062" fmla="*/ 5714232 w 9635294"/>
              <a:gd name="connsiteY6062" fmla="*/ 65596 h 6211920"/>
              <a:gd name="connsiteX6063" fmla="*/ 3969007 w 9635294"/>
              <a:gd name="connsiteY6063" fmla="*/ 59361 h 6211920"/>
              <a:gd name="connsiteX6064" fmla="*/ 3969380 w 9635294"/>
              <a:gd name="connsiteY6064" fmla="*/ 62509 h 6211920"/>
              <a:gd name="connsiteX6065" fmla="*/ 3944214 w 9635294"/>
              <a:gd name="connsiteY6065" fmla="*/ 65538 h 6211920"/>
              <a:gd name="connsiteX6066" fmla="*/ 3943828 w 9635294"/>
              <a:gd name="connsiteY6066" fmla="*/ 62382 h 6211920"/>
              <a:gd name="connsiteX6067" fmla="*/ 3943443 w 9635294"/>
              <a:gd name="connsiteY6067" fmla="*/ 59233 h 6211920"/>
              <a:gd name="connsiteX6068" fmla="*/ 3943828 w 9635294"/>
              <a:gd name="connsiteY6068" fmla="*/ 62382 h 6211920"/>
              <a:gd name="connsiteX6069" fmla="*/ 3943828 w 9635294"/>
              <a:gd name="connsiteY6069" fmla="*/ 62382 h 6211920"/>
              <a:gd name="connsiteX6070" fmla="*/ 5715439 w 9635294"/>
              <a:gd name="connsiteY6070" fmla="*/ 56147 h 6211920"/>
              <a:gd name="connsiteX6071" fmla="*/ 5740648 w 9635294"/>
              <a:gd name="connsiteY6071" fmla="*/ 59360 h 6211920"/>
              <a:gd name="connsiteX6072" fmla="*/ 5740236 w 9635294"/>
              <a:gd name="connsiteY6072" fmla="*/ 62505 h 6211920"/>
              <a:gd name="connsiteX6073" fmla="*/ 5715057 w 9635294"/>
              <a:gd name="connsiteY6073" fmla="*/ 59296 h 6211920"/>
              <a:gd name="connsiteX6074" fmla="*/ 5714656 w 9635294"/>
              <a:gd name="connsiteY6074" fmla="*/ 62358 h 6211920"/>
              <a:gd name="connsiteX6075" fmla="*/ 3917455 w 9635294"/>
              <a:gd name="connsiteY6075" fmla="*/ 56051 h 6211920"/>
              <a:gd name="connsiteX6076" fmla="*/ 3918375 w 9635294"/>
              <a:gd name="connsiteY6076" fmla="*/ 63385 h 6211920"/>
              <a:gd name="connsiteX6077" fmla="*/ 3917849 w 9635294"/>
              <a:gd name="connsiteY6077" fmla="*/ 59207 h 6211920"/>
              <a:gd name="connsiteX6078" fmla="*/ 3892672 w 9635294"/>
              <a:gd name="connsiteY6078" fmla="*/ 62414 h 6211920"/>
              <a:gd name="connsiteX6079" fmla="*/ 3892265 w 9635294"/>
              <a:gd name="connsiteY6079" fmla="*/ 59265 h 6211920"/>
              <a:gd name="connsiteX6080" fmla="*/ 3917455 w 9635294"/>
              <a:gd name="connsiteY6080" fmla="*/ 56051 h 6211920"/>
              <a:gd name="connsiteX6081" fmla="*/ 5664575 w 9635294"/>
              <a:gd name="connsiteY6081" fmla="*/ 53130 h 6211920"/>
              <a:gd name="connsiteX6082" fmla="*/ 5664591 w 9635294"/>
              <a:gd name="connsiteY6082" fmla="*/ 53132 h 6211920"/>
              <a:gd name="connsiteX6083" fmla="*/ 5663860 w 9635294"/>
              <a:gd name="connsiteY6083" fmla="*/ 59442 h 6211920"/>
              <a:gd name="connsiteX6084" fmla="*/ 5663813 w 9635294"/>
              <a:gd name="connsiteY6084" fmla="*/ 59436 h 6211920"/>
              <a:gd name="connsiteX6085" fmla="*/ 3968262 w 9635294"/>
              <a:gd name="connsiteY6085" fmla="*/ 53048 h 6211920"/>
              <a:gd name="connsiteX6086" fmla="*/ 3969012 w 9635294"/>
              <a:gd name="connsiteY6086" fmla="*/ 59360 h 6211920"/>
              <a:gd name="connsiteX6087" fmla="*/ 3969007 w 9635294"/>
              <a:gd name="connsiteY6087" fmla="*/ 59361 h 6211920"/>
              <a:gd name="connsiteX6088" fmla="*/ 3968260 w 9635294"/>
              <a:gd name="connsiteY6088" fmla="*/ 53049 h 6211920"/>
              <a:gd name="connsiteX6089" fmla="*/ 4019043 w 9635294"/>
              <a:gd name="connsiteY6089" fmla="*/ 51308 h 6211920"/>
              <a:gd name="connsiteX6090" fmla="*/ 4019297 w 9635294"/>
              <a:gd name="connsiteY6090" fmla="*/ 53581 h 6211920"/>
              <a:gd name="connsiteX6091" fmla="*/ 4019295 w 9635294"/>
              <a:gd name="connsiteY6091" fmla="*/ 53581 h 6211920"/>
              <a:gd name="connsiteX6092" fmla="*/ 5664956 w 9635294"/>
              <a:gd name="connsiteY6092" fmla="*/ 49981 h 6211920"/>
              <a:gd name="connsiteX6093" fmla="*/ 5690229 w 9635294"/>
              <a:gd name="connsiteY6093" fmla="*/ 53016 h 6211920"/>
              <a:gd name="connsiteX6094" fmla="*/ 5688642 w 9635294"/>
              <a:gd name="connsiteY6094" fmla="*/ 65621 h 6211920"/>
              <a:gd name="connsiteX6095" fmla="*/ 5663495 w 9635294"/>
              <a:gd name="connsiteY6095" fmla="*/ 62592 h 6211920"/>
              <a:gd name="connsiteX6096" fmla="*/ 5663860 w 9635294"/>
              <a:gd name="connsiteY6096" fmla="*/ 59442 h 6211920"/>
              <a:gd name="connsiteX6097" fmla="*/ 5689022 w 9635294"/>
              <a:gd name="connsiteY6097" fmla="*/ 62471 h 6211920"/>
              <a:gd name="connsiteX6098" fmla="*/ 5689784 w 9635294"/>
              <a:gd name="connsiteY6098" fmla="*/ 56166 h 6211920"/>
              <a:gd name="connsiteX6099" fmla="*/ 5664591 w 9635294"/>
              <a:gd name="connsiteY6099" fmla="*/ 53132 h 6211920"/>
              <a:gd name="connsiteX6100" fmla="*/ 3967888 w 9635294"/>
              <a:gd name="connsiteY6100" fmla="*/ 49898 h 6211920"/>
              <a:gd name="connsiteX6101" fmla="*/ 3968260 w 9635294"/>
              <a:gd name="connsiteY6101" fmla="*/ 53049 h 6211920"/>
              <a:gd name="connsiteX6102" fmla="*/ 3943059 w 9635294"/>
              <a:gd name="connsiteY6102" fmla="*/ 56083 h 6211920"/>
              <a:gd name="connsiteX6103" fmla="*/ 3943443 w 9635294"/>
              <a:gd name="connsiteY6103" fmla="*/ 59233 h 6211920"/>
              <a:gd name="connsiteX6104" fmla="*/ 3942672 w 9635294"/>
              <a:gd name="connsiteY6104" fmla="*/ 52927 h 6211920"/>
              <a:gd name="connsiteX6105" fmla="*/ 3967888 w 9635294"/>
              <a:gd name="connsiteY6105" fmla="*/ 49898 h 6211920"/>
              <a:gd name="connsiteX6106" fmla="*/ 5614219 w 9635294"/>
              <a:gd name="connsiteY6106" fmla="*/ 47339 h 6211920"/>
              <a:gd name="connsiteX6107" fmla="*/ 5614236 w 9635294"/>
              <a:gd name="connsiteY6107" fmla="*/ 47341 h 6211920"/>
              <a:gd name="connsiteX6108" fmla="*/ 5613858 w 9635294"/>
              <a:gd name="connsiteY6108" fmla="*/ 50606 h 6211920"/>
              <a:gd name="connsiteX6109" fmla="*/ 5563357 w 9635294"/>
              <a:gd name="connsiteY6109" fmla="*/ 45684 h 6211920"/>
              <a:gd name="connsiteX6110" fmla="*/ 5563102 w 9635294"/>
              <a:gd name="connsiteY6110" fmla="*/ 48216 h 6211920"/>
              <a:gd name="connsiteX6111" fmla="*/ 5588311 w 9635294"/>
              <a:gd name="connsiteY6111" fmla="*/ 50889 h 6211920"/>
              <a:gd name="connsiteX6112" fmla="*/ 5588673 w 9635294"/>
              <a:gd name="connsiteY6112" fmla="*/ 47618 h 6211920"/>
              <a:gd name="connsiteX6113" fmla="*/ 5587994 w 9635294"/>
              <a:gd name="connsiteY6113" fmla="*/ 54045 h 6211920"/>
              <a:gd name="connsiteX6114" fmla="*/ 5562784 w 9635294"/>
              <a:gd name="connsiteY6114" fmla="*/ 51371 h 6211920"/>
              <a:gd name="connsiteX6115" fmla="*/ 5588995 w 9635294"/>
              <a:gd name="connsiteY6115" fmla="*/ 44576 h 6211920"/>
              <a:gd name="connsiteX6116" fmla="*/ 5589010 w 9635294"/>
              <a:gd name="connsiteY6116" fmla="*/ 44577 h 6211920"/>
              <a:gd name="connsiteX6117" fmla="*/ 5588673 w 9635294"/>
              <a:gd name="connsiteY6117" fmla="*/ 47618 h 6211920"/>
              <a:gd name="connsiteX6118" fmla="*/ 5614601 w 9635294"/>
              <a:gd name="connsiteY6118" fmla="*/ 44183 h 6211920"/>
              <a:gd name="connsiteX6119" fmla="*/ 5639810 w 9635294"/>
              <a:gd name="connsiteY6119" fmla="*/ 47041 h 6211920"/>
              <a:gd name="connsiteX6120" fmla="*/ 5638349 w 9635294"/>
              <a:gd name="connsiteY6120" fmla="*/ 59652 h 6211920"/>
              <a:gd name="connsiteX6121" fmla="*/ 5613140 w 9635294"/>
              <a:gd name="connsiteY6121" fmla="*/ 56807 h 6211920"/>
              <a:gd name="connsiteX6122" fmla="*/ 5613858 w 9635294"/>
              <a:gd name="connsiteY6122" fmla="*/ 50606 h 6211920"/>
              <a:gd name="connsiteX6123" fmla="*/ 5613521 w 9635294"/>
              <a:gd name="connsiteY6123" fmla="*/ 53651 h 6211920"/>
              <a:gd name="connsiteX6124" fmla="*/ 5638667 w 9635294"/>
              <a:gd name="connsiteY6124" fmla="*/ 56502 h 6211920"/>
              <a:gd name="connsiteX6125" fmla="*/ 5639429 w 9635294"/>
              <a:gd name="connsiteY6125" fmla="*/ 50190 h 6211920"/>
              <a:gd name="connsiteX6126" fmla="*/ 5614236 w 9635294"/>
              <a:gd name="connsiteY6126" fmla="*/ 47341 h 6211920"/>
              <a:gd name="connsiteX6127" fmla="*/ 4018242 w 9635294"/>
              <a:gd name="connsiteY6127" fmla="*/ 44113 h 6211920"/>
              <a:gd name="connsiteX6128" fmla="*/ 4019043 w 9635294"/>
              <a:gd name="connsiteY6128" fmla="*/ 51308 h 6211920"/>
              <a:gd name="connsiteX6129" fmla="*/ 4018591 w 9635294"/>
              <a:gd name="connsiteY6129" fmla="*/ 47269 h 6211920"/>
              <a:gd name="connsiteX6130" fmla="*/ 3993415 w 9635294"/>
              <a:gd name="connsiteY6130" fmla="*/ 50114 h 6211920"/>
              <a:gd name="connsiteX6131" fmla="*/ 3994138 w 9635294"/>
              <a:gd name="connsiteY6131" fmla="*/ 56426 h 6211920"/>
              <a:gd name="connsiteX6132" fmla="*/ 4019295 w 9635294"/>
              <a:gd name="connsiteY6132" fmla="*/ 53581 h 6211920"/>
              <a:gd name="connsiteX6133" fmla="*/ 4019646 w 9635294"/>
              <a:gd name="connsiteY6133" fmla="*/ 56737 h 6211920"/>
              <a:gd name="connsiteX6134" fmla="*/ 3994501 w 9635294"/>
              <a:gd name="connsiteY6134" fmla="*/ 59582 h 6211920"/>
              <a:gd name="connsiteX6135" fmla="*/ 3993052 w 9635294"/>
              <a:gd name="connsiteY6135" fmla="*/ 46965 h 6211920"/>
              <a:gd name="connsiteX6136" fmla="*/ 4018242 w 9635294"/>
              <a:gd name="connsiteY6136" fmla="*/ 44113 h 6211920"/>
              <a:gd name="connsiteX6137" fmla="*/ 5563737 w 9635294"/>
              <a:gd name="connsiteY6137" fmla="*/ 41897 h 6211920"/>
              <a:gd name="connsiteX6138" fmla="*/ 5563738 w 9635294"/>
              <a:gd name="connsiteY6138" fmla="*/ 41897 h 6211920"/>
              <a:gd name="connsiteX6139" fmla="*/ 5563357 w 9635294"/>
              <a:gd name="connsiteY6139" fmla="*/ 45684 h 6211920"/>
              <a:gd name="connsiteX6140" fmla="*/ 4069030 w 9635294"/>
              <a:gd name="connsiteY6140" fmla="*/ 41840 h 6211920"/>
              <a:gd name="connsiteX6141" fmla="*/ 4043802 w 9635294"/>
              <a:gd name="connsiteY6141" fmla="*/ 44507 h 6211920"/>
              <a:gd name="connsiteX6142" fmla="*/ 4044481 w 9635294"/>
              <a:gd name="connsiteY6142" fmla="*/ 50825 h 6211920"/>
              <a:gd name="connsiteX6143" fmla="*/ 4069690 w 9635294"/>
              <a:gd name="connsiteY6143" fmla="*/ 48152 h 6211920"/>
              <a:gd name="connsiteX6144" fmla="*/ 5512842 w 9635294"/>
              <a:gd name="connsiteY6144" fmla="*/ 39972 h 6211920"/>
              <a:gd name="connsiteX6145" fmla="*/ 5512556 w 9635294"/>
              <a:gd name="connsiteY6145" fmla="*/ 43129 h 6211920"/>
              <a:gd name="connsiteX6146" fmla="*/ 5537829 w 9635294"/>
              <a:gd name="connsiteY6146" fmla="*/ 45631 h 6211920"/>
              <a:gd name="connsiteX6147" fmla="*/ 5537511 w 9635294"/>
              <a:gd name="connsiteY6147" fmla="*/ 48787 h 6211920"/>
              <a:gd name="connsiteX6148" fmla="*/ 5512239 w 9635294"/>
              <a:gd name="connsiteY6148" fmla="*/ 46291 h 6211920"/>
              <a:gd name="connsiteX6149" fmla="*/ 5538464 w 9635294"/>
              <a:gd name="connsiteY6149" fmla="*/ 39313 h 6211920"/>
              <a:gd name="connsiteX6150" fmla="*/ 5538464 w 9635294"/>
              <a:gd name="connsiteY6150" fmla="*/ 39313 h 6211920"/>
              <a:gd name="connsiteX6151" fmla="*/ 5537829 w 9635294"/>
              <a:gd name="connsiteY6151" fmla="*/ 45631 h 6211920"/>
              <a:gd name="connsiteX6152" fmla="*/ 5537829 w 9635294"/>
              <a:gd name="connsiteY6152" fmla="*/ 45631 h 6211920"/>
              <a:gd name="connsiteX6153" fmla="*/ 4094291 w 9635294"/>
              <a:gd name="connsiteY6153" fmla="*/ 39256 h 6211920"/>
              <a:gd name="connsiteX6154" fmla="*/ 4094926 w 9635294"/>
              <a:gd name="connsiteY6154" fmla="*/ 45574 h 6211920"/>
              <a:gd name="connsiteX6155" fmla="*/ 4094926 w 9635294"/>
              <a:gd name="connsiteY6155" fmla="*/ 45574 h 6211920"/>
              <a:gd name="connsiteX6156" fmla="*/ 4094291 w 9635294"/>
              <a:gd name="connsiteY6156" fmla="*/ 39256 h 6211920"/>
              <a:gd name="connsiteX6157" fmla="*/ 5564055 w 9635294"/>
              <a:gd name="connsiteY6157" fmla="*/ 38741 h 6211920"/>
              <a:gd name="connsiteX6158" fmla="*/ 5589328 w 9635294"/>
              <a:gd name="connsiteY6158" fmla="*/ 41421 h 6211920"/>
              <a:gd name="connsiteX6159" fmla="*/ 5588995 w 9635294"/>
              <a:gd name="connsiteY6159" fmla="*/ 44576 h 6211920"/>
              <a:gd name="connsiteX6160" fmla="*/ 5563738 w 9635294"/>
              <a:gd name="connsiteY6160" fmla="*/ 41897 h 6211920"/>
              <a:gd name="connsiteX6161" fmla="*/ 4068707 w 9635294"/>
              <a:gd name="connsiteY6161" fmla="*/ 38678 h 6211920"/>
              <a:gd name="connsiteX6162" fmla="*/ 4070021 w 9635294"/>
              <a:gd name="connsiteY6162" fmla="*/ 51314 h 6211920"/>
              <a:gd name="connsiteX6163" fmla="*/ 4044818 w 9635294"/>
              <a:gd name="connsiteY6163" fmla="*/ 53981 h 6211920"/>
              <a:gd name="connsiteX6164" fmla="*/ 4043459 w 9635294"/>
              <a:gd name="connsiteY6164" fmla="*/ 41351 h 6211920"/>
              <a:gd name="connsiteX6165" fmla="*/ 4068707 w 9635294"/>
              <a:gd name="connsiteY6165" fmla="*/ 38678 h 6211920"/>
              <a:gd name="connsiteX6166" fmla="*/ 5487601 w 9635294"/>
              <a:gd name="connsiteY6166" fmla="*/ 37567 h 6211920"/>
              <a:gd name="connsiteX6167" fmla="*/ 5487029 w 9635294"/>
              <a:gd name="connsiteY6167" fmla="*/ 43891 h 6211920"/>
              <a:gd name="connsiteX6168" fmla="*/ 5461819 w 9635294"/>
              <a:gd name="connsiteY6168" fmla="*/ 41580 h 6211920"/>
              <a:gd name="connsiteX6169" fmla="*/ 5462105 w 9635294"/>
              <a:gd name="connsiteY6169" fmla="*/ 38421 h 6211920"/>
              <a:gd name="connsiteX6170" fmla="*/ 5487283 w 9635294"/>
              <a:gd name="connsiteY6170" fmla="*/ 40729 h 6211920"/>
              <a:gd name="connsiteX6171" fmla="*/ 5513128 w 9635294"/>
              <a:gd name="connsiteY6171" fmla="*/ 36811 h 6211920"/>
              <a:gd name="connsiteX6172" fmla="*/ 5513143 w 9635294"/>
              <a:gd name="connsiteY6172" fmla="*/ 36813 h 6211920"/>
              <a:gd name="connsiteX6173" fmla="*/ 5512842 w 9635294"/>
              <a:gd name="connsiteY6173" fmla="*/ 39972 h 6211920"/>
              <a:gd name="connsiteX6174" fmla="*/ 5487887 w 9635294"/>
              <a:gd name="connsiteY6174" fmla="*/ 34401 h 6211920"/>
              <a:gd name="connsiteX6175" fmla="*/ 5487918 w 9635294"/>
              <a:gd name="connsiteY6175" fmla="*/ 34404 h 6211920"/>
              <a:gd name="connsiteX6176" fmla="*/ 5487601 w 9635294"/>
              <a:gd name="connsiteY6176" fmla="*/ 37567 h 6211920"/>
              <a:gd name="connsiteX6177" fmla="*/ 5411592 w 9635294"/>
              <a:gd name="connsiteY6177" fmla="*/ 34055 h 6211920"/>
              <a:gd name="connsiteX6178" fmla="*/ 5436832 w 9635294"/>
              <a:gd name="connsiteY6178" fmla="*/ 36193 h 6211920"/>
              <a:gd name="connsiteX6179" fmla="*/ 5436546 w 9635294"/>
              <a:gd name="connsiteY6179" fmla="*/ 39357 h 6211920"/>
              <a:gd name="connsiteX6180" fmla="*/ 5411337 w 9635294"/>
              <a:gd name="connsiteY6180" fmla="*/ 37224 h 6211920"/>
              <a:gd name="connsiteX6181" fmla="*/ 5513445 w 9635294"/>
              <a:gd name="connsiteY6181" fmla="*/ 33649 h 6211920"/>
              <a:gd name="connsiteX6182" fmla="*/ 5538782 w 9635294"/>
              <a:gd name="connsiteY6182" fmla="*/ 36151 h 6211920"/>
              <a:gd name="connsiteX6183" fmla="*/ 5538464 w 9635294"/>
              <a:gd name="connsiteY6183" fmla="*/ 39313 h 6211920"/>
              <a:gd name="connsiteX6184" fmla="*/ 5513143 w 9635294"/>
              <a:gd name="connsiteY6184" fmla="*/ 36813 h 6211920"/>
              <a:gd name="connsiteX6185" fmla="*/ 4119272 w 9635294"/>
              <a:gd name="connsiteY6185" fmla="*/ 33598 h 6211920"/>
              <a:gd name="connsiteX6186" fmla="*/ 4120496 w 9635294"/>
              <a:gd name="connsiteY6186" fmla="*/ 46241 h 6211920"/>
              <a:gd name="connsiteX6187" fmla="*/ 4095243 w 9635294"/>
              <a:gd name="connsiteY6187" fmla="*/ 48730 h 6211920"/>
              <a:gd name="connsiteX6188" fmla="*/ 4094926 w 9635294"/>
              <a:gd name="connsiteY6188" fmla="*/ 45574 h 6211920"/>
              <a:gd name="connsiteX6189" fmla="*/ 4120186 w 9635294"/>
              <a:gd name="connsiteY6189" fmla="*/ 43078 h 6211920"/>
              <a:gd name="connsiteX6190" fmla="*/ 4119577 w 9635294"/>
              <a:gd name="connsiteY6190" fmla="*/ 36760 h 6211920"/>
              <a:gd name="connsiteX6191" fmla="*/ 4094291 w 9635294"/>
              <a:gd name="connsiteY6191" fmla="*/ 39256 h 6211920"/>
              <a:gd name="connsiteX6192" fmla="*/ 4093973 w 9635294"/>
              <a:gd name="connsiteY6192" fmla="*/ 36093 h 6211920"/>
              <a:gd name="connsiteX6193" fmla="*/ 4119272 w 9635294"/>
              <a:gd name="connsiteY6193" fmla="*/ 33598 h 6211920"/>
              <a:gd name="connsiteX6194" fmla="*/ 5437118 w 9635294"/>
              <a:gd name="connsiteY6194" fmla="*/ 33030 h 6211920"/>
              <a:gd name="connsiteX6195" fmla="*/ 5436864 w 9635294"/>
              <a:gd name="connsiteY6195" fmla="*/ 36195 h 6211920"/>
              <a:gd name="connsiteX6196" fmla="*/ 5436832 w 9635294"/>
              <a:gd name="connsiteY6196" fmla="*/ 36193 h 6211920"/>
              <a:gd name="connsiteX6197" fmla="*/ 5462645 w 9635294"/>
              <a:gd name="connsiteY6197" fmla="*/ 32093 h 6211920"/>
              <a:gd name="connsiteX6198" fmla="*/ 5462677 w 9635294"/>
              <a:gd name="connsiteY6198" fmla="*/ 32096 h 6211920"/>
              <a:gd name="connsiteX6199" fmla="*/ 5462105 w 9635294"/>
              <a:gd name="connsiteY6199" fmla="*/ 38421 h 6211920"/>
              <a:gd name="connsiteX6200" fmla="*/ 5462073 w 9635294"/>
              <a:gd name="connsiteY6200" fmla="*/ 38418 h 6211920"/>
              <a:gd name="connsiteX6201" fmla="*/ 4170040 w 9635294"/>
              <a:gd name="connsiteY6201" fmla="*/ 32048 h 6211920"/>
              <a:gd name="connsiteX6202" fmla="*/ 4170320 w 9635294"/>
              <a:gd name="connsiteY6202" fmla="*/ 35192 h 6211920"/>
              <a:gd name="connsiteX6203" fmla="*/ 4170038 w 9635294"/>
              <a:gd name="connsiteY6203" fmla="*/ 32048 h 6211920"/>
              <a:gd name="connsiteX6204" fmla="*/ 5411917 w 9635294"/>
              <a:gd name="connsiteY6204" fmla="*/ 30001 h 6211920"/>
              <a:gd name="connsiteX6205" fmla="*/ 5411592 w 9635294"/>
              <a:gd name="connsiteY6205" fmla="*/ 34055 h 6211920"/>
              <a:gd name="connsiteX6206" fmla="*/ 5411591 w 9635294"/>
              <a:gd name="connsiteY6206" fmla="*/ 34055 h 6211920"/>
              <a:gd name="connsiteX6207" fmla="*/ 4195281 w 9635294"/>
              <a:gd name="connsiteY6207" fmla="*/ 29826 h 6211920"/>
              <a:gd name="connsiteX6208" fmla="*/ 4195827 w 9635294"/>
              <a:gd name="connsiteY6208" fmla="*/ 36151 h 6211920"/>
              <a:gd name="connsiteX6209" fmla="*/ 4195827 w 9635294"/>
              <a:gd name="connsiteY6209" fmla="*/ 36151 h 6211920"/>
              <a:gd name="connsiteX6210" fmla="*/ 4195281 w 9635294"/>
              <a:gd name="connsiteY6210" fmla="*/ 29826 h 6211920"/>
              <a:gd name="connsiteX6211" fmla="*/ 5462963 w 9635294"/>
              <a:gd name="connsiteY6211" fmla="*/ 28931 h 6211920"/>
              <a:gd name="connsiteX6212" fmla="*/ 5488172 w 9635294"/>
              <a:gd name="connsiteY6212" fmla="*/ 31242 h 6211920"/>
              <a:gd name="connsiteX6213" fmla="*/ 5487887 w 9635294"/>
              <a:gd name="connsiteY6213" fmla="*/ 34401 h 6211920"/>
              <a:gd name="connsiteX6214" fmla="*/ 5462677 w 9635294"/>
              <a:gd name="connsiteY6214" fmla="*/ 32096 h 6211920"/>
              <a:gd name="connsiteX6215" fmla="*/ 4169754 w 9635294"/>
              <a:gd name="connsiteY6215" fmla="*/ 28886 h 6211920"/>
              <a:gd name="connsiteX6216" fmla="*/ 4170038 w 9635294"/>
              <a:gd name="connsiteY6216" fmla="*/ 32048 h 6211920"/>
              <a:gd name="connsiteX6217" fmla="*/ 4144818 w 9635294"/>
              <a:gd name="connsiteY6217" fmla="*/ 34354 h 6211920"/>
              <a:gd name="connsiteX6218" fmla="*/ 4145408 w 9635294"/>
              <a:gd name="connsiteY6218" fmla="*/ 40678 h 6211920"/>
              <a:gd name="connsiteX6219" fmla="*/ 4170605 w 9635294"/>
              <a:gd name="connsiteY6219" fmla="*/ 38373 h 6211920"/>
              <a:gd name="connsiteX6220" fmla="*/ 4170320 w 9635294"/>
              <a:gd name="connsiteY6220" fmla="*/ 35192 h 6211920"/>
              <a:gd name="connsiteX6221" fmla="*/ 4170891 w 9635294"/>
              <a:gd name="connsiteY6221" fmla="*/ 41535 h 6211920"/>
              <a:gd name="connsiteX6222" fmla="*/ 4145701 w 9635294"/>
              <a:gd name="connsiteY6222" fmla="*/ 43840 h 6211920"/>
              <a:gd name="connsiteX6223" fmla="*/ 4144520 w 9635294"/>
              <a:gd name="connsiteY6223" fmla="*/ 31191 h 6211920"/>
              <a:gd name="connsiteX6224" fmla="*/ 4169754 w 9635294"/>
              <a:gd name="connsiteY6224" fmla="*/ 28886 h 6211920"/>
              <a:gd name="connsiteX6225" fmla="*/ 5361204 w 9635294"/>
              <a:gd name="connsiteY6225" fmla="*/ 26891 h 6211920"/>
              <a:gd name="connsiteX6226" fmla="*/ 5360982 w 9635294"/>
              <a:gd name="connsiteY6226" fmla="*/ 30048 h 6211920"/>
              <a:gd name="connsiteX6227" fmla="*/ 5386255 w 9635294"/>
              <a:gd name="connsiteY6227" fmla="*/ 32010 h 6211920"/>
              <a:gd name="connsiteX6228" fmla="*/ 5386001 w 9635294"/>
              <a:gd name="connsiteY6228" fmla="*/ 35173 h 6211920"/>
              <a:gd name="connsiteX6229" fmla="*/ 5360728 w 9635294"/>
              <a:gd name="connsiteY6229" fmla="*/ 33217 h 6211920"/>
              <a:gd name="connsiteX6230" fmla="*/ 4271409 w 9635294"/>
              <a:gd name="connsiteY6230" fmla="*/ 26819 h 6211920"/>
              <a:gd name="connsiteX6231" fmla="*/ 4271653 w 9635294"/>
              <a:gd name="connsiteY6231" fmla="*/ 30016 h 6211920"/>
              <a:gd name="connsiteX6232" fmla="*/ 4271649 w 9635294"/>
              <a:gd name="connsiteY6232" fmla="*/ 30017 h 6211920"/>
              <a:gd name="connsiteX6233" fmla="*/ 5386763 w 9635294"/>
              <a:gd name="connsiteY6233" fmla="*/ 25679 h 6211920"/>
              <a:gd name="connsiteX6234" fmla="*/ 5386763 w 9635294"/>
              <a:gd name="connsiteY6234" fmla="*/ 25679 h 6211920"/>
              <a:gd name="connsiteX6235" fmla="*/ 5386255 w 9635294"/>
              <a:gd name="connsiteY6235" fmla="*/ 32010 h 6211920"/>
              <a:gd name="connsiteX6236" fmla="*/ 5386255 w 9635294"/>
              <a:gd name="connsiteY6236" fmla="*/ 32010 h 6211920"/>
              <a:gd name="connsiteX6237" fmla="*/ 5412353 w 9635294"/>
              <a:gd name="connsiteY6237" fmla="*/ 24562 h 6211920"/>
              <a:gd name="connsiteX6238" fmla="*/ 5437690 w 9635294"/>
              <a:gd name="connsiteY6238" fmla="*/ 26702 h 6211920"/>
              <a:gd name="connsiteX6239" fmla="*/ 5437118 w 9635294"/>
              <a:gd name="connsiteY6239" fmla="*/ 33030 h 6211920"/>
              <a:gd name="connsiteX6240" fmla="*/ 5437372 w 9635294"/>
              <a:gd name="connsiteY6240" fmla="*/ 29864 h 6211920"/>
              <a:gd name="connsiteX6241" fmla="*/ 5412099 w 9635294"/>
              <a:gd name="connsiteY6241" fmla="*/ 27730 h 6211920"/>
              <a:gd name="connsiteX6242" fmla="*/ 5411917 w 9635294"/>
              <a:gd name="connsiteY6242" fmla="*/ 30001 h 6211920"/>
              <a:gd name="connsiteX6243" fmla="*/ 4220293 w 9635294"/>
              <a:gd name="connsiteY6243" fmla="*/ 24524 h 6211920"/>
              <a:gd name="connsiteX6244" fmla="*/ 4221342 w 9635294"/>
              <a:gd name="connsiteY6244" fmla="*/ 37179 h 6211920"/>
              <a:gd name="connsiteX6245" fmla="*/ 4196101 w 9635294"/>
              <a:gd name="connsiteY6245" fmla="*/ 39313 h 6211920"/>
              <a:gd name="connsiteX6246" fmla="*/ 4195827 w 9635294"/>
              <a:gd name="connsiteY6246" fmla="*/ 36151 h 6211920"/>
              <a:gd name="connsiteX6247" fmla="*/ 4221074 w 9635294"/>
              <a:gd name="connsiteY6247" fmla="*/ 34017 h 6211920"/>
              <a:gd name="connsiteX6248" fmla="*/ 4220554 w 9635294"/>
              <a:gd name="connsiteY6248" fmla="*/ 27686 h 6211920"/>
              <a:gd name="connsiteX6249" fmla="*/ 4195281 w 9635294"/>
              <a:gd name="connsiteY6249" fmla="*/ 29826 h 6211920"/>
              <a:gd name="connsiteX6250" fmla="*/ 4195007 w 9635294"/>
              <a:gd name="connsiteY6250" fmla="*/ 26657 h 6211920"/>
              <a:gd name="connsiteX6251" fmla="*/ 4220293 w 9635294"/>
              <a:gd name="connsiteY6251" fmla="*/ 24524 h 6211920"/>
              <a:gd name="connsiteX6252" fmla="*/ 5361426 w 9635294"/>
              <a:gd name="connsiteY6252" fmla="*/ 23717 h 6211920"/>
              <a:gd name="connsiteX6253" fmla="*/ 5361442 w 9635294"/>
              <a:gd name="connsiteY6253" fmla="*/ 23718 h 6211920"/>
              <a:gd name="connsiteX6254" fmla="*/ 5361204 w 9635294"/>
              <a:gd name="connsiteY6254" fmla="*/ 26891 h 6211920"/>
              <a:gd name="connsiteX6255" fmla="*/ 4322013 w 9635294"/>
              <a:gd name="connsiteY6255" fmla="*/ 23420 h 6211920"/>
              <a:gd name="connsiteX6256" fmla="*/ 4322218 w 9635294"/>
              <a:gd name="connsiteY6256" fmla="*/ 26378 h 6211920"/>
              <a:gd name="connsiteX6257" fmla="*/ 4322216 w 9635294"/>
              <a:gd name="connsiteY6257" fmla="*/ 26378 h 6211920"/>
              <a:gd name="connsiteX6258" fmla="*/ 5259779 w 9635294"/>
              <a:gd name="connsiteY6258" fmla="*/ 23115 h 6211920"/>
              <a:gd name="connsiteX6259" fmla="*/ 5285099 w 9635294"/>
              <a:gd name="connsiteY6259" fmla="*/ 24714 h 6211920"/>
              <a:gd name="connsiteX6260" fmla="*/ 5284908 w 9635294"/>
              <a:gd name="connsiteY6260" fmla="*/ 27883 h 6211920"/>
              <a:gd name="connsiteX6261" fmla="*/ 5259572 w 9635294"/>
              <a:gd name="connsiteY6261" fmla="*/ 26283 h 6211920"/>
              <a:gd name="connsiteX6262" fmla="*/ 5336058 w 9635294"/>
              <a:gd name="connsiteY6262" fmla="*/ 21842 h 6211920"/>
              <a:gd name="connsiteX6263" fmla="*/ 5336090 w 9635294"/>
              <a:gd name="connsiteY6263" fmla="*/ 21844 h 6211920"/>
              <a:gd name="connsiteX6264" fmla="*/ 5335645 w 9635294"/>
              <a:gd name="connsiteY6264" fmla="*/ 28175 h 6211920"/>
              <a:gd name="connsiteX6265" fmla="*/ 5335614 w 9635294"/>
              <a:gd name="connsiteY6265" fmla="*/ 28173 h 6211920"/>
              <a:gd name="connsiteX6266" fmla="*/ 4372606 w 9635294"/>
              <a:gd name="connsiteY6266" fmla="*/ 20938 h 6211920"/>
              <a:gd name="connsiteX6267" fmla="*/ 4372935 w 9635294"/>
              <a:gd name="connsiteY6267" fmla="*/ 26264 h 6211920"/>
              <a:gd name="connsiteX6268" fmla="*/ 4347674 w 9635294"/>
              <a:gd name="connsiteY6268" fmla="*/ 27857 h 6211920"/>
              <a:gd name="connsiteX6269" fmla="*/ 4347468 w 9635294"/>
              <a:gd name="connsiteY6269" fmla="*/ 24689 h 6211920"/>
              <a:gd name="connsiteX6270" fmla="*/ 4372738 w 9635294"/>
              <a:gd name="connsiteY6270" fmla="*/ 23095 h 6211920"/>
              <a:gd name="connsiteX6271" fmla="*/ 5361680 w 9635294"/>
              <a:gd name="connsiteY6271" fmla="*/ 20549 h 6211920"/>
              <a:gd name="connsiteX6272" fmla="*/ 5387017 w 9635294"/>
              <a:gd name="connsiteY6272" fmla="*/ 22511 h 6211920"/>
              <a:gd name="connsiteX6273" fmla="*/ 5386763 w 9635294"/>
              <a:gd name="connsiteY6273" fmla="*/ 25679 h 6211920"/>
              <a:gd name="connsiteX6274" fmla="*/ 5361442 w 9635294"/>
              <a:gd name="connsiteY6274" fmla="*/ 23718 h 6211920"/>
              <a:gd name="connsiteX6275" fmla="*/ 4270935 w 9635294"/>
              <a:gd name="connsiteY6275" fmla="*/ 20517 h 6211920"/>
              <a:gd name="connsiteX6276" fmla="*/ 4271409 w 9635294"/>
              <a:gd name="connsiteY6276" fmla="*/ 26819 h 6211920"/>
              <a:gd name="connsiteX6277" fmla="*/ 4271170 w 9635294"/>
              <a:gd name="connsiteY6277" fmla="*/ 23685 h 6211920"/>
              <a:gd name="connsiteX6278" fmla="*/ 4245852 w 9635294"/>
              <a:gd name="connsiteY6278" fmla="*/ 25641 h 6211920"/>
              <a:gd name="connsiteX6279" fmla="*/ 4246353 w 9635294"/>
              <a:gd name="connsiteY6279" fmla="*/ 31972 h 6211920"/>
              <a:gd name="connsiteX6280" fmla="*/ 4271649 w 9635294"/>
              <a:gd name="connsiteY6280" fmla="*/ 30017 h 6211920"/>
              <a:gd name="connsiteX6281" fmla="*/ 4271888 w 9635294"/>
              <a:gd name="connsiteY6281" fmla="*/ 33185 h 6211920"/>
              <a:gd name="connsiteX6282" fmla="*/ 4246601 w 9635294"/>
              <a:gd name="connsiteY6282" fmla="*/ 35141 h 6211920"/>
              <a:gd name="connsiteX6283" fmla="*/ 4245599 w 9635294"/>
              <a:gd name="connsiteY6283" fmla="*/ 22479 h 6211920"/>
              <a:gd name="connsiteX6284" fmla="*/ 4270935 w 9635294"/>
              <a:gd name="connsiteY6284" fmla="*/ 20517 h 6211920"/>
              <a:gd name="connsiteX6285" fmla="*/ 4423360 w 9635294"/>
              <a:gd name="connsiteY6285" fmla="*/ 20168 h 6211920"/>
              <a:gd name="connsiteX6286" fmla="*/ 4423532 w 9635294"/>
              <a:gd name="connsiteY6286" fmla="*/ 23336 h 6211920"/>
              <a:gd name="connsiteX6287" fmla="*/ 4398221 w 9635294"/>
              <a:gd name="connsiteY6287" fmla="*/ 24759 h 6211920"/>
              <a:gd name="connsiteX6288" fmla="*/ 4398038 w 9635294"/>
              <a:gd name="connsiteY6288" fmla="*/ 21584 h 6211920"/>
              <a:gd name="connsiteX6289" fmla="*/ 5259979 w 9635294"/>
              <a:gd name="connsiteY6289" fmla="*/ 20031 h 6211920"/>
              <a:gd name="connsiteX6290" fmla="*/ 5259779 w 9635294"/>
              <a:gd name="connsiteY6290" fmla="*/ 23115 h 6211920"/>
              <a:gd name="connsiteX6291" fmla="*/ 5259763 w 9635294"/>
              <a:gd name="connsiteY6291" fmla="*/ 23114 h 6211920"/>
              <a:gd name="connsiteX6292" fmla="*/ 4397878 w 9635294"/>
              <a:gd name="connsiteY6292" fmla="*/ 18815 h 6211920"/>
              <a:gd name="connsiteX6293" fmla="*/ 4398038 w 9635294"/>
              <a:gd name="connsiteY6293" fmla="*/ 21584 h 6211920"/>
              <a:gd name="connsiteX6294" fmla="*/ 4398036 w 9635294"/>
              <a:gd name="connsiteY6294" fmla="*/ 21584 h 6211920"/>
              <a:gd name="connsiteX6295" fmla="*/ 5285480 w 9635294"/>
              <a:gd name="connsiteY6295" fmla="*/ 18377 h 6211920"/>
              <a:gd name="connsiteX6296" fmla="*/ 5285480 w 9635294"/>
              <a:gd name="connsiteY6296" fmla="*/ 18377 h 6211920"/>
              <a:gd name="connsiteX6297" fmla="*/ 5285099 w 9635294"/>
              <a:gd name="connsiteY6297" fmla="*/ 24714 h 6211920"/>
              <a:gd name="connsiteX6298" fmla="*/ 5285099 w 9635294"/>
              <a:gd name="connsiteY6298" fmla="*/ 24714 h 6211920"/>
              <a:gd name="connsiteX6299" fmla="*/ 5234652 w 9635294"/>
              <a:gd name="connsiteY6299" fmla="*/ 18358 h 6211920"/>
              <a:gd name="connsiteX6300" fmla="*/ 5234490 w 9635294"/>
              <a:gd name="connsiteY6300" fmla="*/ 21603 h 6211920"/>
              <a:gd name="connsiteX6301" fmla="*/ 5234474 w 9635294"/>
              <a:gd name="connsiteY6301" fmla="*/ 21602 h 6211920"/>
              <a:gd name="connsiteX6302" fmla="*/ 4347055 w 9635294"/>
              <a:gd name="connsiteY6302" fmla="*/ 18351 h 6211920"/>
              <a:gd name="connsiteX6303" fmla="*/ 4347468 w 9635294"/>
              <a:gd name="connsiteY6303" fmla="*/ 24689 h 6211920"/>
              <a:gd name="connsiteX6304" fmla="*/ 4347465 w 9635294"/>
              <a:gd name="connsiteY6304" fmla="*/ 24689 h 6211920"/>
              <a:gd name="connsiteX6305" fmla="*/ 4347053 w 9635294"/>
              <a:gd name="connsiteY6305" fmla="*/ 18351 h 6211920"/>
              <a:gd name="connsiteX6306" fmla="*/ 5209312 w 9635294"/>
              <a:gd name="connsiteY6306" fmla="*/ 17016 h 6211920"/>
              <a:gd name="connsiteX6307" fmla="*/ 5209153 w 9635294"/>
              <a:gd name="connsiteY6307" fmla="*/ 20180 h 6211920"/>
              <a:gd name="connsiteX6308" fmla="*/ 5234474 w 9635294"/>
              <a:gd name="connsiteY6308" fmla="*/ 21602 h 6211920"/>
              <a:gd name="connsiteX6309" fmla="*/ 5234299 w 9635294"/>
              <a:gd name="connsiteY6309" fmla="*/ 24778 h 6211920"/>
              <a:gd name="connsiteX6310" fmla="*/ 5208963 w 9635294"/>
              <a:gd name="connsiteY6310" fmla="*/ 23355 h 6211920"/>
              <a:gd name="connsiteX6311" fmla="*/ 5311007 w 9635294"/>
              <a:gd name="connsiteY6311" fmla="*/ 16897 h 6211920"/>
              <a:gd name="connsiteX6312" fmla="*/ 5336280 w 9635294"/>
              <a:gd name="connsiteY6312" fmla="*/ 18675 h 6211920"/>
              <a:gd name="connsiteX6313" fmla="*/ 5336058 w 9635294"/>
              <a:gd name="connsiteY6313" fmla="*/ 21842 h 6211920"/>
              <a:gd name="connsiteX6314" fmla="*/ 5310817 w 9635294"/>
              <a:gd name="connsiteY6314" fmla="*/ 20066 h 6211920"/>
              <a:gd name="connsiteX6315" fmla="*/ 5310372 w 9635294"/>
              <a:gd name="connsiteY6315" fmla="*/ 26403 h 6211920"/>
              <a:gd name="connsiteX6316" fmla="*/ 5335614 w 9635294"/>
              <a:gd name="connsiteY6316" fmla="*/ 28173 h 6211920"/>
              <a:gd name="connsiteX6317" fmla="*/ 5335391 w 9635294"/>
              <a:gd name="connsiteY6317" fmla="*/ 31344 h 6211920"/>
              <a:gd name="connsiteX6318" fmla="*/ 5310118 w 9635294"/>
              <a:gd name="connsiteY6318" fmla="*/ 29572 h 6211920"/>
              <a:gd name="connsiteX6319" fmla="*/ 4321564 w 9635294"/>
              <a:gd name="connsiteY6319" fmla="*/ 16872 h 6211920"/>
              <a:gd name="connsiteX6320" fmla="*/ 4322013 w 9635294"/>
              <a:gd name="connsiteY6320" fmla="*/ 23420 h 6211920"/>
              <a:gd name="connsiteX6321" fmla="*/ 4321780 w 9635294"/>
              <a:gd name="connsiteY6321" fmla="*/ 20041 h 6211920"/>
              <a:gd name="connsiteX6322" fmla="*/ 4296519 w 9635294"/>
              <a:gd name="connsiteY6322" fmla="*/ 21812 h 6211920"/>
              <a:gd name="connsiteX6323" fmla="*/ 4296977 w 9635294"/>
              <a:gd name="connsiteY6323" fmla="*/ 28150 h 6211920"/>
              <a:gd name="connsiteX6324" fmla="*/ 4322216 w 9635294"/>
              <a:gd name="connsiteY6324" fmla="*/ 26378 h 6211920"/>
              <a:gd name="connsiteX6325" fmla="*/ 4322433 w 9635294"/>
              <a:gd name="connsiteY6325" fmla="*/ 29540 h 6211920"/>
              <a:gd name="connsiteX6326" fmla="*/ 4297198 w 9635294"/>
              <a:gd name="connsiteY6326" fmla="*/ 31312 h 6211920"/>
              <a:gd name="connsiteX6327" fmla="*/ 4296291 w 9635294"/>
              <a:gd name="connsiteY6327" fmla="*/ 18650 h 6211920"/>
              <a:gd name="connsiteX6328" fmla="*/ 4321564 w 9635294"/>
              <a:gd name="connsiteY6328" fmla="*/ 16872 h 6211920"/>
              <a:gd name="connsiteX6329" fmla="*/ 4372351 w 9635294"/>
              <a:gd name="connsiteY6329" fmla="*/ 16758 h 6211920"/>
              <a:gd name="connsiteX6330" fmla="*/ 4372606 w 9635294"/>
              <a:gd name="connsiteY6330" fmla="*/ 20938 h 6211920"/>
              <a:gd name="connsiteX6331" fmla="*/ 4372349 w 9635294"/>
              <a:gd name="connsiteY6331" fmla="*/ 16758 h 6211920"/>
              <a:gd name="connsiteX6332" fmla="*/ 4448545 w 9635294"/>
              <a:gd name="connsiteY6332" fmla="*/ 15684 h 6211920"/>
              <a:gd name="connsiteX6333" fmla="*/ 4448706 w 9635294"/>
              <a:gd name="connsiteY6333" fmla="*/ 18834 h 6211920"/>
              <a:gd name="connsiteX6334" fmla="*/ 4448702 w 9635294"/>
              <a:gd name="connsiteY6334" fmla="*/ 18834 h 6211920"/>
              <a:gd name="connsiteX6335" fmla="*/ 4473961 w 9635294"/>
              <a:gd name="connsiteY6335" fmla="*/ 15519 h 6211920"/>
              <a:gd name="connsiteX6336" fmla="*/ 4474211 w 9635294"/>
              <a:gd name="connsiteY6336" fmla="*/ 20765 h 6211920"/>
              <a:gd name="connsiteX6337" fmla="*/ 4448868 w 9635294"/>
              <a:gd name="connsiteY6337" fmla="*/ 22003 h 6211920"/>
              <a:gd name="connsiteX6338" fmla="*/ 4448706 w 9635294"/>
              <a:gd name="connsiteY6338" fmla="*/ 18834 h 6211920"/>
              <a:gd name="connsiteX6339" fmla="*/ 4474059 w 9635294"/>
              <a:gd name="connsiteY6339" fmla="*/ 17590 h 6211920"/>
              <a:gd name="connsiteX6340" fmla="*/ 5209471 w 9635294"/>
              <a:gd name="connsiteY6340" fmla="*/ 13843 h 6211920"/>
              <a:gd name="connsiteX6341" fmla="*/ 5209487 w 9635294"/>
              <a:gd name="connsiteY6341" fmla="*/ 13844 h 6211920"/>
              <a:gd name="connsiteX6342" fmla="*/ 5209312 w 9635294"/>
              <a:gd name="connsiteY6342" fmla="*/ 17016 h 6211920"/>
              <a:gd name="connsiteX6343" fmla="*/ 4423017 w 9635294"/>
              <a:gd name="connsiteY6343" fmla="*/ 13824 h 6211920"/>
              <a:gd name="connsiteX6344" fmla="*/ 4423360 w 9635294"/>
              <a:gd name="connsiteY6344" fmla="*/ 20168 h 6211920"/>
              <a:gd name="connsiteX6345" fmla="*/ 4423360 w 9635294"/>
              <a:gd name="connsiteY6345" fmla="*/ 20168 h 6211920"/>
              <a:gd name="connsiteX6346" fmla="*/ 4423017 w 9635294"/>
              <a:gd name="connsiteY6346" fmla="*/ 13824 h 6211920"/>
              <a:gd name="connsiteX6347" fmla="*/ 5260397 w 9635294"/>
              <a:gd name="connsiteY6347" fmla="*/ 13608 h 6211920"/>
              <a:gd name="connsiteX6348" fmla="*/ 5285670 w 9635294"/>
              <a:gd name="connsiteY6348" fmla="*/ 15208 h 6211920"/>
              <a:gd name="connsiteX6349" fmla="*/ 5285480 w 9635294"/>
              <a:gd name="connsiteY6349" fmla="*/ 18377 h 6211920"/>
              <a:gd name="connsiteX6350" fmla="*/ 5260207 w 9635294"/>
              <a:gd name="connsiteY6350" fmla="*/ 16777 h 6211920"/>
              <a:gd name="connsiteX6351" fmla="*/ 5259979 w 9635294"/>
              <a:gd name="connsiteY6351" fmla="*/ 20031 h 6211920"/>
              <a:gd name="connsiteX6352" fmla="*/ 4372154 w 9635294"/>
              <a:gd name="connsiteY6352" fmla="*/ 13589 h 6211920"/>
              <a:gd name="connsiteX6353" fmla="*/ 4372349 w 9635294"/>
              <a:gd name="connsiteY6353" fmla="*/ 16758 h 6211920"/>
              <a:gd name="connsiteX6354" fmla="*/ 4347055 w 9635294"/>
              <a:gd name="connsiteY6354" fmla="*/ 18351 h 6211920"/>
              <a:gd name="connsiteX6355" fmla="*/ 4346848 w 9635294"/>
              <a:gd name="connsiteY6355" fmla="*/ 15183 h 6211920"/>
              <a:gd name="connsiteX6356" fmla="*/ 4372154 w 9635294"/>
              <a:gd name="connsiteY6356" fmla="*/ 13589 h 6211920"/>
              <a:gd name="connsiteX6357" fmla="*/ 5057112 w 9635294"/>
              <a:gd name="connsiteY6357" fmla="*/ 13526 h 6211920"/>
              <a:gd name="connsiteX6358" fmla="*/ 5082455 w 9635294"/>
              <a:gd name="connsiteY6358" fmla="*/ 14415 h 6211920"/>
              <a:gd name="connsiteX6359" fmla="*/ 5082344 w 9635294"/>
              <a:gd name="connsiteY6359" fmla="*/ 17583 h 6211920"/>
              <a:gd name="connsiteX6360" fmla="*/ 5057007 w 9635294"/>
              <a:gd name="connsiteY6360" fmla="*/ 16701 h 6211920"/>
              <a:gd name="connsiteX6361" fmla="*/ 5133239 w 9635294"/>
              <a:gd name="connsiteY6361" fmla="*/ 13284 h 6211920"/>
              <a:gd name="connsiteX6362" fmla="*/ 5132953 w 9635294"/>
              <a:gd name="connsiteY6362" fmla="*/ 19621 h 6211920"/>
              <a:gd name="connsiteX6363" fmla="*/ 5107680 w 9635294"/>
              <a:gd name="connsiteY6363" fmla="*/ 18561 h 6211920"/>
              <a:gd name="connsiteX6364" fmla="*/ 5107807 w 9635294"/>
              <a:gd name="connsiteY6364" fmla="*/ 15386 h 6211920"/>
              <a:gd name="connsiteX6365" fmla="*/ 5133080 w 9635294"/>
              <a:gd name="connsiteY6365" fmla="*/ 16453 h 6211920"/>
              <a:gd name="connsiteX6366" fmla="*/ 5158671 w 9635294"/>
              <a:gd name="connsiteY6366" fmla="*/ 11259 h 6211920"/>
              <a:gd name="connsiteX6367" fmla="*/ 5158702 w 9635294"/>
              <a:gd name="connsiteY6367" fmla="*/ 11261 h 6211920"/>
              <a:gd name="connsiteX6368" fmla="*/ 5158544 w 9635294"/>
              <a:gd name="connsiteY6368" fmla="*/ 14432 h 6211920"/>
              <a:gd name="connsiteX6369" fmla="*/ 4473760 w 9635294"/>
              <a:gd name="connsiteY6369" fmla="*/ 11246 h 6211920"/>
              <a:gd name="connsiteX6370" fmla="*/ 4473961 w 9635294"/>
              <a:gd name="connsiteY6370" fmla="*/ 15519 h 6211920"/>
              <a:gd name="connsiteX6371" fmla="*/ 4473758 w 9635294"/>
              <a:gd name="connsiteY6371" fmla="*/ 11246 h 6211920"/>
              <a:gd name="connsiteX6372" fmla="*/ 4955658 w 9635294"/>
              <a:gd name="connsiteY6372" fmla="*/ 10865 h 6211920"/>
              <a:gd name="connsiteX6373" fmla="*/ 4980963 w 9635294"/>
              <a:gd name="connsiteY6373" fmla="*/ 11398 h 6211920"/>
              <a:gd name="connsiteX6374" fmla="*/ 4980890 w 9635294"/>
              <a:gd name="connsiteY6374" fmla="*/ 14567 h 6211920"/>
              <a:gd name="connsiteX6375" fmla="*/ 4955597 w 9635294"/>
              <a:gd name="connsiteY6375" fmla="*/ 14040 h 6211920"/>
              <a:gd name="connsiteX6376" fmla="*/ 5209661 w 9635294"/>
              <a:gd name="connsiteY6376" fmla="*/ 10674 h 6211920"/>
              <a:gd name="connsiteX6377" fmla="*/ 5234997 w 9635294"/>
              <a:gd name="connsiteY6377" fmla="*/ 12097 h 6211920"/>
              <a:gd name="connsiteX6378" fmla="*/ 5234652 w 9635294"/>
              <a:gd name="connsiteY6378" fmla="*/ 18358 h 6211920"/>
              <a:gd name="connsiteX6379" fmla="*/ 5234807 w 9635294"/>
              <a:gd name="connsiteY6379" fmla="*/ 15265 h 6211920"/>
              <a:gd name="connsiteX6380" fmla="*/ 5209487 w 9635294"/>
              <a:gd name="connsiteY6380" fmla="*/ 13844 h 6211920"/>
              <a:gd name="connsiteX6381" fmla="*/ 4422846 w 9635294"/>
              <a:gd name="connsiteY6381" fmla="*/ 10655 h 6211920"/>
              <a:gd name="connsiteX6382" fmla="*/ 4423017 w 9635294"/>
              <a:gd name="connsiteY6382" fmla="*/ 13824 h 6211920"/>
              <a:gd name="connsiteX6383" fmla="*/ 4397675 w 9635294"/>
              <a:gd name="connsiteY6383" fmla="*/ 15246 h 6211920"/>
              <a:gd name="connsiteX6384" fmla="*/ 4397878 w 9635294"/>
              <a:gd name="connsiteY6384" fmla="*/ 18815 h 6211920"/>
              <a:gd name="connsiteX6385" fmla="*/ 4397490 w 9635294"/>
              <a:gd name="connsiteY6385" fmla="*/ 12078 h 6211920"/>
              <a:gd name="connsiteX6386" fmla="*/ 4422846 w 9635294"/>
              <a:gd name="connsiteY6386" fmla="*/ 10655 h 6211920"/>
              <a:gd name="connsiteX6387" fmla="*/ 5057221 w 9635294"/>
              <a:gd name="connsiteY6387" fmla="*/ 10234 h 6211920"/>
              <a:gd name="connsiteX6388" fmla="*/ 5057112 w 9635294"/>
              <a:gd name="connsiteY6388" fmla="*/ 13526 h 6211920"/>
              <a:gd name="connsiteX6389" fmla="*/ 5057109 w 9635294"/>
              <a:gd name="connsiteY6389" fmla="*/ 13526 h 6211920"/>
              <a:gd name="connsiteX6390" fmla="*/ 5133381 w 9635294"/>
              <a:gd name="connsiteY6390" fmla="*/ 10109 h 6211920"/>
              <a:gd name="connsiteX6391" fmla="*/ 5133397 w 9635294"/>
              <a:gd name="connsiteY6391" fmla="*/ 10109 h 6211920"/>
              <a:gd name="connsiteX6392" fmla="*/ 5133239 w 9635294"/>
              <a:gd name="connsiteY6392" fmla="*/ 13284 h 6211920"/>
              <a:gd name="connsiteX6393" fmla="*/ 4575136 w 9635294"/>
              <a:gd name="connsiteY6393" fmla="*/ 10016 h 6211920"/>
              <a:gd name="connsiteX6394" fmla="*/ 4575361 w 9635294"/>
              <a:gd name="connsiteY6394" fmla="*/ 16694 h 6211920"/>
              <a:gd name="connsiteX6395" fmla="*/ 4550037 w 9635294"/>
              <a:gd name="connsiteY6395" fmla="*/ 17577 h 6211920"/>
              <a:gd name="connsiteX6396" fmla="*/ 4549849 w 9635294"/>
              <a:gd name="connsiteY6396" fmla="*/ 12452 h 6211920"/>
              <a:gd name="connsiteX6397" fmla="*/ 4549921 w 9635294"/>
              <a:gd name="connsiteY6397" fmla="*/ 14402 h 6211920"/>
              <a:gd name="connsiteX6398" fmla="*/ 4575253 w 9635294"/>
              <a:gd name="connsiteY6398" fmla="*/ 13519 h 6211920"/>
              <a:gd name="connsiteX6399" fmla="*/ 4816089 w 9635294"/>
              <a:gd name="connsiteY6399" fmla="*/ 9525 h 6211920"/>
              <a:gd name="connsiteX6400" fmla="*/ 4828801 w 9635294"/>
              <a:gd name="connsiteY6400" fmla="*/ 9538 h 6211920"/>
              <a:gd name="connsiteX6401" fmla="*/ 4828794 w 9635294"/>
              <a:gd name="connsiteY6401" fmla="*/ 12713 h 6211920"/>
              <a:gd name="connsiteX6402" fmla="*/ 4816089 w 9635294"/>
              <a:gd name="connsiteY6402" fmla="*/ 12700 h 6211920"/>
              <a:gd name="connsiteX6403" fmla="*/ 4803383 w 9635294"/>
              <a:gd name="connsiteY6403" fmla="*/ 12713 h 6211920"/>
              <a:gd name="connsiteX6404" fmla="*/ 4803376 w 9635294"/>
              <a:gd name="connsiteY6404" fmla="*/ 9538 h 6211920"/>
              <a:gd name="connsiteX6405" fmla="*/ 5108061 w 9635294"/>
              <a:gd name="connsiteY6405" fmla="*/ 9042 h 6211920"/>
              <a:gd name="connsiteX6406" fmla="*/ 5108062 w 9635294"/>
              <a:gd name="connsiteY6406" fmla="*/ 9042 h 6211920"/>
              <a:gd name="connsiteX6407" fmla="*/ 5107807 w 9635294"/>
              <a:gd name="connsiteY6407" fmla="*/ 15386 h 6211920"/>
              <a:gd name="connsiteX6408" fmla="*/ 5107807 w 9635294"/>
              <a:gd name="connsiteY6408" fmla="*/ 15386 h 6211920"/>
              <a:gd name="connsiteX6409" fmla="*/ 4524356 w 9635294"/>
              <a:gd name="connsiteY6409" fmla="*/ 9036 h 6211920"/>
              <a:gd name="connsiteX6410" fmla="*/ 4499046 w 9635294"/>
              <a:gd name="connsiteY6410" fmla="*/ 10096 h 6211920"/>
              <a:gd name="connsiteX6411" fmla="*/ 4499326 w 9635294"/>
              <a:gd name="connsiteY6411" fmla="*/ 16440 h 6211920"/>
              <a:gd name="connsiteX6412" fmla="*/ 4524611 w 9635294"/>
              <a:gd name="connsiteY6412" fmla="*/ 15380 h 6211920"/>
              <a:gd name="connsiteX6413" fmla="*/ 4981026 w 9635294"/>
              <a:gd name="connsiteY6413" fmla="*/ 8684 h 6211920"/>
              <a:gd name="connsiteX6414" fmla="*/ 4980966 w 9635294"/>
              <a:gd name="connsiteY6414" fmla="*/ 11398 h 6211920"/>
              <a:gd name="connsiteX6415" fmla="*/ 4980963 w 9635294"/>
              <a:gd name="connsiteY6415" fmla="*/ 11398 h 6211920"/>
              <a:gd name="connsiteX6416" fmla="*/ 4955706 w 9635294"/>
              <a:gd name="connsiteY6416" fmla="*/ 8312 h 6211920"/>
              <a:gd name="connsiteX6417" fmla="*/ 4955658 w 9635294"/>
              <a:gd name="connsiteY6417" fmla="*/ 10865 h 6211920"/>
              <a:gd name="connsiteX6418" fmla="*/ 4955655 w 9635294"/>
              <a:gd name="connsiteY6418" fmla="*/ 10865 h 6211920"/>
              <a:gd name="connsiteX6419" fmla="*/ 4651268 w 9635294"/>
              <a:gd name="connsiteY6419" fmla="*/ 8215 h 6211920"/>
              <a:gd name="connsiteX6420" fmla="*/ 4651341 w 9635294"/>
              <a:gd name="connsiteY6420" fmla="*/ 11392 h 6211920"/>
              <a:gd name="connsiteX6421" fmla="*/ 4651337 w 9635294"/>
              <a:gd name="connsiteY6421" fmla="*/ 11392 h 6211920"/>
              <a:gd name="connsiteX6422" fmla="*/ 5158861 w 9635294"/>
              <a:gd name="connsiteY6422" fmla="*/ 8090 h 6211920"/>
              <a:gd name="connsiteX6423" fmla="*/ 5184261 w 9635294"/>
              <a:gd name="connsiteY6423" fmla="*/ 9335 h 6211920"/>
              <a:gd name="connsiteX6424" fmla="*/ 5183626 w 9635294"/>
              <a:gd name="connsiteY6424" fmla="*/ 22022 h 6211920"/>
              <a:gd name="connsiteX6425" fmla="*/ 5158226 w 9635294"/>
              <a:gd name="connsiteY6425" fmla="*/ 20777 h 6211920"/>
              <a:gd name="connsiteX6426" fmla="*/ 5158544 w 9635294"/>
              <a:gd name="connsiteY6426" fmla="*/ 14432 h 6211920"/>
              <a:gd name="connsiteX6427" fmla="*/ 5158416 w 9635294"/>
              <a:gd name="connsiteY6427" fmla="*/ 17602 h 6211920"/>
              <a:gd name="connsiteX6428" fmla="*/ 5183753 w 9635294"/>
              <a:gd name="connsiteY6428" fmla="*/ 18847 h 6211920"/>
              <a:gd name="connsiteX6429" fmla="*/ 5184071 w 9635294"/>
              <a:gd name="connsiteY6429" fmla="*/ 12510 h 6211920"/>
              <a:gd name="connsiteX6430" fmla="*/ 5158702 w 9635294"/>
              <a:gd name="connsiteY6430" fmla="*/ 11261 h 6211920"/>
              <a:gd name="connsiteX6431" fmla="*/ 4473608 w 9635294"/>
              <a:gd name="connsiteY6431" fmla="*/ 8077 h 6211920"/>
              <a:gd name="connsiteX6432" fmla="*/ 4473758 w 9635294"/>
              <a:gd name="connsiteY6432" fmla="*/ 11246 h 6211920"/>
              <a:gd name="connsiteX6433" fmla="*/ 4448386 w 9635294"/>
              <a:gd name="connsiteY6433" fmla="*/ 12490 h 6211920"/>
              <a:gd name="connsiteX6434" fmla="*/ 4448545 w 9635294"/>
              <a:gd name="connsiteY6434" fmla="*/ 15684 h 6211920"/>
              <a:gd name="connsiteX6435" fmla="*/ 4448221 w 9635294"/>
              <a:gd name="connsiteY6435" fmla="*/ 9322 h 6211920"/>
              <a:gd name="connsiteX6436" fmla="*/ 4473608 w 9635294"/>
              <a:gd name="connsiteY6436" fmla="*/ 8077 h 6211920"/>
              <a:gd name="connsiteX6437" fmla="*/ 5082677 w 9635294"/>
              <a:gd name="connsiteY6437" fmla="*/ 8064 h 6211920"/>
              <a:gd name="connsiteX6438" fmla="*/ 5082724 w 9635294"/>
              <a:gd name="connsiteY6438" fmla="*/ 8065 h 6211920"/>
              <a:gd name="connsiteX6439" fmla="*/ 5082471 w 9635294"/>
              <a:gd name="connsiteY6439" fmla="*/ 14415 h 6211920"/>
              <a:gd name="connsiteX6440" fmla="*/ 5082455 w 9635294"/>
              <a:gd name="connsiteY6440" fmla="*/ 14415 h 6211920"/>
              <a:gd name="connsiteX6441" fmla="*/ 4549689 w 9635294"/>
              <a:gd name="connsiteY6441" fmla="*/ 8058 h 6211920"/>
              <a:gd name="connsiteX6442" fmla="*/ 4549849 w 9635294"/>
              <a:gd name="connsiteY6442" fmla="*/ 12452 h 6211920"/>
              <a:gd name="connsiteX6443" fmla="*/ 4549686 w 9635294"/>
              <a:gd name="connsiteY6443" fmla="*/ 8058 h 6211920"/>
              <a:gd name="connsiteX6444" fmla="*/ 4930379 w 9635294"/>
              <a:gd name="connsiteY6444" fmla="*/ 7248 h 6211920"/>
              <a:gd name="connsiteX6445" fmla="*/ 4930331 w 9635294"/>
              <a:gd name="connsiteY6445" fmla="*/ 10420 h 6211920"/>
              <a:gd name="connsiteX6446" fmla="*/ 4930330 w 9635294"/>
              <a:gd name="connsiteY6446" fmla="*/ 10420 h 6211920"/>
              <a:gd name="connsiteX6447" fmla="*/ 4575042 w 9635294"/>
              <a:gd name="connsiteY6447" fmla="*/ 7176 h 6211920"/>
              <a:gd name="connsiteX6448" fmla="*/ 4575136 w 9635294"/>
              <a:gd name="connsiteY6448" fmla="*/ 10016 h 6211920"/>
              <a:gd name="connsiteX6449" fmla="*/ 4575041 w 9635294"/>
              <a:gd name="connsiteY6449" fmla="*/ 7176 h 6211920"/>
              <a:gd name="connsiteX6450" fmla="*/ 4854230 w 9635294"/>
              <a:gd name="connsiteY6450" fmla="*/ 7016 h 6211920"/>
              <a:gd name="connsiteX6451" fmla="*/ 4854217 w 9635294"/>
              <a:gd name="connsiteY6451" fmla="*/ 9627 h 6211920"/>
              <a:gd name="connsiteX6452" fmla="*/ 4854214 w 9635294"/>
              <a:gd name="connsiteY6452" fmla="*/ 9627 h 6211920"/>
              <a:gd name="connsiteX6453" fmla="*/ 4777967 w 9635294"/>
              <a:gd name="connsiteY6453" fmla="*/ 6453 h 6211920"/>
              <a:gd name="connsiteX6454" fmla="*/ 4778002 w 9635294"/>
              <a:gd name="connsiteY6454" fmla="*/ 12802 h 6211920"/>
              <a:gd name="connsiteX6455" fmla="*/ 4752639 w 9635294"/>
              <a:gd name="connsiteY6455" fmla="*/ 12979 h 6211920"/>
              <a:gd name="connsiteX6456" fmla="*/ 4752586 w 9635294"/>
              <a:gd name="connsiteY6456" fmla="*/ 6628 h 6211920"/>
              <a:gd name="connsiteX6457" fmla="*/ 4752615 w 9635294"/>
              <a:gd name="connsiteY6457" fmla="*/ 9804 h 6211920"/>
              <a:gd name="connsiteX6458" fmla="*/ 4777983 w 9635294"/>
              <a:gd name="connsiteY6458" fmla="*/ 9627 h 6211920"/>
              <a:gd name="connsiteX6459" fmla="*/ 5108188 w 9635294"/>
              <a:gd name="connsiteY6459" fmla="*/ 5874 h 6211920"/>
              <a:gd name="connsiteX6460" fmla="*/ 5133524 w 9635294"/>
              <a:gd name="connsiteY6460" fmla="*/ 6934 h 6211920"/>
              <a:gd name="connsiteX6461" fmla="*/ 5133381 w 9635294"/>
              <a:gd name="connsiteY6461" fmla="*/ 10109 h 6211920"/>
              <a:gd name="connsiteX6462" fmla="*/ 5108062 w 9635294"/>
              <a:gd name="connsiteY6462" fmla="*/ 9042 h 6211920"/>
              <a:gd name="connsiteX6463" fmla="*/ 4524230 w 9635294"/>
              <a:gd name="connsiteY6463" fmla="*/ 5861 h 6211920"/>
              <a:gd name="connsiteX6464" fmla="*/ 4524737 w 9635294"/>
              <a:gd name="connsiteY6464" fmla="*/ 18548 h 6211920"/>
              <a:gd name="connsiteX6465" fmla="*/ 4499464 w 9635294"/>
              <a:gd name="connsiteY6465" fmla="*/ 19615 h 6211920"/>
              <a:gd name="connsiteX6466" fmla="*/ 4498906 w 9635294"/>
              <a:gd name="connsiteY6466" fmla="*/ 6928 h 6211920"/>
              <a:gd name="connsiteX6467" fmla="*/ 4524230 w 9635294"/>
              <a:gd name="connsiteY6467" fmla="*/ 5861 h 6211920"/>
              <a:gd name="connsiteX6468" fmla="*/ 4879644 w 9635294"/>
              <a:gd name="connsiteY6468" fmla="*/ 5720 h 6211920"/>
              <a:gd name="connsiteX6469" fmla="*/ 4879582 w 9635294"/>
              <a:gd name="connsiteY6469" fmla="*/ 12979 h 6211920"/>
              <a:gd name="connsiteX6470" fmla="*/ 4854201 w 9635294"/>
              <a:gd name="connsiteY6470" fmla="*/ 12802 h 6211920"/>
              <a:gd name="connsiteX6471" fmla="*/ 4854217 w 9635294"/>
              <a:gd name="connsiteY6471" fmla="*/ 9627 h 6211920"/>
              <a:gd name="connsiteX6472" fmla="*/ 4879607 w 9635294"/>
              <a:gd name="connsiteY6472" fmla="*/ 9804 h 6211920"/>
              <a:gd name="connsiteX6473" fmla="*/ 5006505 w 9635294"/>
              <a:gd name="connsiteY6473" fmla="*/ 5671 h 6211920"/>
              <a:gd name="connsiteX6474" fmla="*/ 5006506 w 9635294"/>
              <a:gd name="connsiteY6474" fmla="*/ 5671 h 6211920"/>
              <a:gd name="connsiteX6475" fmla="*/ 5006341 w 9635294"/>
              <a:gd name="connsiteY6475" fmla="*/ 12014 h 6211920"/>
              <a:gd name="connsiteX6476" fmla="*/ 5006340 w 9635294"/>
              <a:gd name="connsiteY6476" fmla="*/ 12014 h 6211920"/>
              <a:gd name="connsiteX6477" fmla="*/ 4625818 w 9635294"/>
              <a:gd name="connsiteY6477" fmla="*/ 5664 h 6211920"/>
              <a:gd name="connsiteX6478" fmla="*/ 4625983 w 9635294"/>
              <a:gd name="connsiteY6478" fmla="*/ 12014 h 6211920"/>
              <a:gd name="connsiteX6479" fmla="*/ 4625982 w 9635294"/>
              <a:gd name="connsiteY6479" fmla="*/ 12014 h 6211920"/>
              <a:gd name="connsiteX6480" fmla="*/ 4625817 w 9635294"/>
              <a:gd name="connsiteY6480" fmla="*/ 5664 h 6211920"/>
              <a:gd name="connsiteX6481" fmla="*/ 4727204 w 9635294"/>
              <a:gd name="connsiteY6481" fmla="*/ 5362 h 6211920"/>
              <a:gd name="connsiteX6482" fmla="*/ 4727265 w 9635294"/>
              <a:gd name="connsiteY6482" fmla="*/ 10065 h 6211920"/>
              <a:gd name="connsiteX6483" fmla="*/ 4727263 w 9635294"/>
              <a:gd name="connsiteY6483" fmla="*/ 10065 h 6211920"/>
              <a:gd name="connsiteX6484" fmla="*/ 5057426 w 9635294"/>
              <a:gd name="connsiteY6484" fmla="*/ 4007 h 6211920"/>
              <a:gd name="connsiteX6485" fmla="*/ 5082788 w 9635294"/>
              <a:gd name="connsiteY6485" fmla="*/ 4896 h 6211920"/>
              <a:gd name="connsiteX6486" fmla="*/ 5082677 w 9635294"/>
              <a:gd name="connsiteY6486" fmla="*/ 8064 h 6211920"/>
              <a:gd name="connsiteX6487" fmla="*/ 5057324 w 9635294"/>
              <a:gd name="connsiteY6487" fmla="*/ 7176 h 6211920"/>
              <a:gd name="connsiteX6488" fmla="*/ 5057221 w 9635294"/>
              <a:gd name="connsiteY6488" fmla="*/ 10234 h 6211920"/>
              <a:gd name="connsiteX6489" fmla="*/ 4574935 w 9635294"/>
              <a:gd name="connsiteY6489" fmla="*/ 4001 h 6211920"/>
              <a:gd name="connsiteX6490" fmla="*/ 4575041 w 9635294"/>
              <a:gd name="connsiteY6490" fmla="*/ 7176 h 6211920"/>
              <a:gd name="connsiteX6491" fmla="*/ 4549689 w 9635294"/>
              <a:gd name="connsiteY6491" fmla="*/ 8058 h 6211920"/>
              <a:gd name="connsiteX6492" fmla="*/ 4549572 w 9635294"/>
              <a:gd name="connsiteY6492" fmla="*/ 4883 h 6211920"/>
              <a:gd name="connsiteX6493" fmla="*/ 4574935 w 9635294"/>
              <a:gd name="connsiteY6493" fmla="*/ 4001 h 6211920"/>
              <a:gd name="connsiteX6494" fmla="*/ 4879663 w 9635294"/>
              <a:gd name="connsiteY6494" fmla="*/ 3454 h 6211920"/>
              <a:gd name="connsiteX6495" fmla="*/ 4879664 w 9635294"/>
              <a:gd name="connsiteY6495" fmla="*/ 3454 h 6211920"/>
              <a:gd name="connsiteX6496" fmla="*/ 4879644 w 9635294"/>
              <a:gd name="connsiteY6496" fmla="*/ 5720 h 6211920"/>
              <a:gd name="connsiteX6497" fmla="*/ 4752559 w 9635294"/>
              <a:gd name="connsiteY6497" fmla="*/ 3454 h 6211920"/>
              <a:gd name="connsiteX6498" fmla="*/ 4752586 w 9635294"/>
              <a:gd name="connsiteY6498" fmla="*/ 6628 h 6211920"/>
              <a:gd name="connsiteX6499" fmla="*/ 4752556 w 9635294"/>
              <a:gd name="connsiteY6499" fmla="*/ 3454 h 6211920"/>
              <a:gd name="connsiteX6500" fmla="*/ 4777951 w 9635294"/>
              <a:gd name="connsiteY6500" fmla="*/ 3277 h 6211920"/>
              <a:gd name="connsiteX6501" fmla="*/ 4777967 w 9635294"/>
              <a:gd name="connsiteY6501" fmla="*/ 6453 h 6211920"/>
              <a:gd name="connsiteX6502" fmla="*/ 4777949 w 9635294"/>
              <a:gd name="connsiteY6502" fmla="*/ 3277 h 6211920"/>
              <a:gd name="connsiteX6503" fmla="*/ 4803363 w 9635294"/>
              <a:gd name="connsiteY6503" fmla="*/ 3188 h 6211920"/>
              <a:gd name="connsiteX6504" fmla="*/ 4803376 w 9635294"/>
              <a:gd name="connsiteY6504" fmla="*/ 9538 h 6211920"/>
              <a:gd name="connsiteX6505" fmla="*/ 4803375 w 9635294"/>
              <a:gd name="connsiteY6505" fmla="*/ 9538 h 6211920"/>
              <a:gd name="connsiteX6506" fmla="*/ 4803363 w 9635294"/>
              <a:gd name="connsiteY6506" fmla="*/ 3188 h 6211920"/>
              <a:gd name="connsiteX6507" fmla="*/ 4828814 w 9635294"/>
              <a:gd name="connsiteY6507" fmla="*/ 3188 h 6211920"/>
              <a:gd name="connsiteX6508" fmla="*/ 4828814 w 9635294"/>
              <a:gd name="connsiteY6508" fmla="*/ 3188 h 6211920"/>
              <a:gd name="connsiteX6509" fmla="*/ 4828801 w 9635294"/>
              <a:gd name="connsiteY6509" fmla="*/ 9538 h 6211920"/>
              <a:gd name="connsiteX6510" fmla="*/ 4828801 w 9635294"/>
              <a:gd name="connsiteY6510" fmla="*/ 9538 h 6211920"/>
              <a:gd name="connsiteX6511" fmla="*/ 5006588 w 9635294"/>
              <a:gd name="connsiteY6511" fmla="*/ 2496 h 6211920"/>
              <a:gd name="connsiteX6512" fmla="*/ 5032020 w 9635294"/>
              <a:gd name="connsiteY6512" fmla="*/ 3207 h 6211920"/>
              <a:gd name="connsiteX6513" fmla="*/ 5031639 w 9635294"/>
              <a:gd name="connsiteY6513" fmla="*/ 15900 h 6211920"/>
              <a:gd name="connsiteX6514" fmla="*/ 5006258 w 9635294"/>
              <a:gd name="connsiteY6514" fmla="*/ 15189 h 6211920"/>
              <a:gd name="connsiteX6515" fmla="*/ 5006341 w 9635294"/>
              <a:gd name="connsiteY6515" fmla="*/ 12014 h 6211920"/>
              <a:gd name="connsiteX6516" fmla="*/ 5031734 w 9635294"/>
              <a:gd name="connsiteY6516" fmla="*/ 12725 h 6211920"/>
              <a:gd name="connsiteX6517" fmla="*/ 5031924 w 9635294"/>
              <a:gd name="connsiteY6517" fmla="*/ 6382 h 6211920"/>
              <a:gd name="connsiteX6518" fmla="*/ 5006506 w 9635294"/>
              <a:gd name="connsiteY6518" fmla="*/ 5671 h 6211920"/>
              <a:gd name="connsiteX6519" fmla="*/ 4625735 w 9635294"/>
              <a:gd name="connsiteY6519" fmla="*/ 2489 h 6211920"/>
              <a:gd name="connsiteX6520" fmla="*/ 4625817 w 9635294"/>
              <a:gd name="connsiteY6520" fmla="*/ 5664 h 6211920"/>
              <a:gd name="connsiteX6521" fmla="*/ 4600417 w 9635294"/>
              <a:gd name="connsiteY6521" fmla="*/ 6375 h 6211920"/>
              <a:gd name="connsiteX6522" fmla="*/ 4600608 w 9635294"/>
              <a:gd name="connsiteY6522" fmla="*/ 12719 h 6211920"/>
              <a:gd name="connsiteX6523" fmla="*/ 4625982 w 9635294"/>
              <a:gd name="connsiteY6523" fmla="*/ 12014 h 6211920"/>
              <a:gd name="connsiteX6524" fmla="*/ 4626064 w 9635294"/>
              <a:gd name="connsiteY6524" fmla="*/ 15183 h 6211920"/>
              <a:gd name="connsiteX6525" fmla="*/ 4600703 w 9635294"/>
              <a:gd name="connsiteY6525" fmla="*/ 15894 h 6211920"/>
              <a:gd name="connsiteX6526" fmla="*/ 4600322 w 9635294"/>
              <a:gd name="connsiteY6526" fmla="*/ 3200 h 6211920"/>
              <a:gd name="connsiteX6527" fmla="*/ 4625735 w 9635294"/>
              <a:gd name="connsiteY6527" fmla="*/ 2489 h 6211920"/>
              <a:gd name="connsiteX6528" fmla="*/ 4955839 w 9635294"/>
              <a:gd name="connsiteY6528" fmla="*/ 1340 h 6211920"/>
              <a:gd name="connsiteX6529" fmla="*/ 4981182 w 9635294"/>
              <a:gd name="connsiteY6529" fmla="*/ 1873 h 6211920"/>
              <a:gd name="connsiteX6530" fmla="*/ 4981026 w 9635294"/>
              <a:gd name="connsiteY6530" fmla="*/ 8684 h 6211920"/>
              <a:gd name="connsiteX6531" fmla="*/ 4981105 w 9635294"/>
              <a:gd name="connsiteY6531" fmla="*/ 5048 h 6211920"/>
              <a:gd name="connsiteX6532" fmla="*/ 4955782 w 9635294"/>
              <a:gd name="connsiteY6532" fmla="*/ 4515 h 6211920"/>
              <a:gd name="connsiteX6533" fmla="*/ 4955706 w 9635294"/>
              <a:gd name="connsiteY6533" fmla="*/ 8312 h 6211920"/>
              <a:gd name="connsiteX6534" fmla="*/ 4676446 w 9635294"/>
              <a:gd name="connsiteY6534" fmla="*/ 1340 h 6211920"/>
              <a:gd name="connsiteX6535" fmla="*/ 4676687 w 9635294"/>
              <a:gd name="connsiteY6535" fmla="*/ 14040 h 6211920"/>
              <a:gd name="connsiteX6536" fmla="*/ 4651414 w 9635294"/>
              <a:gd name="connsiteY6536" fmla="*/ 14567 h 6211920"/>
              <a:gd name="connsiteX6537" fmla="*/ 4651341 w 9635294"/>
              <a:gd name="connsiteY6537" fmla="*/ 11392 h 6211920"/>
              <a:gd name="connsiteX6538" fmla="*/ 4676624 w 9635294"/>
              <a:gd name="connsiteY6538" fmla="*/ 10865 h 6211920"/>
              <a:gd name="connsiteX6539" fmla="*/ 4676503 w 9635294"/>
              <a:gd name="connsiteY6539" fmla="*/ 4515 h 6211920"/>
              <a:gd name="connsiteX6540" fmla="*/ 4651199 w 9635294"/>
              <a:gd name="connsiteY6540" fmla="*/ 5042 h 6211920"/>
              <a:gd name="connsiteX6541" fmla="*/ 4651268 w 9635294"/>
              <a:gd name="connsiteY6541" fmla="*/ 8215 h 6211920"/>
              <a:gd name="connsiteX6542" fmla="*/ 4651122 w 9635294"/>
              <a:gd name="connsiteY6542" fmla="*/ 1867 h 6211920"/>
              <a:gd name="connsiteX6543" fmla="*/ 4676446 w 9635294"/>
              <a:gd name="connsiteY6543" fmla="*/ 1340 h 6211920"/>
              <a:gd name="connsiteX6544" fmla="*/ 4905096 w 9635294"/>
              <a:gd name="connsiteY6544" fmla="*/ 546 h 6211920"/>
              <a:gd name="connsiteX6545" fmla="*/ 4930477 w 9635294"/>
              <a:gd name="connsiteY6545" fmla="*/ 895 h 6211920"/>
              <a:gd name="connsiteX6546" fmla="*/ 4930379 w 9635294"/>
              <a:gd name="connsiteY6546" fmla="*/ 7248 h 6211920"/>
              <a:gd name="connsiteX6547" fmla="*/ 4930426 w 9635294"/>
              <a:gd name="connsiteY6547" fmla="*/ 4070 h 6211920"/>
              <a:gd name="connsiteX6548" fmla="*/ 4905058 w 9635294"/>
              <a:gd name="connsiteY6548" fmla="*/ 3721 h 6211920"/>
              <a:gd name="connsiteX6549" fmla="*/ 4904982 w 9635294"/>
              <a:gd name="connsiteY6549" fmla="*/ 10071 h 6211920"/>
              <a:gd name="connsiteX6550" fmla="*/ 4930330 w 9635294"/>
              <a:gd name="connsiteY6550" fmla="*/ 10420 h 6211920"/>
              <a:gd name="connsiteX6551" fmla="*/ 4930280 w 9635294"/>
              <a:gd name="connsiteY6551" fmla="*/ 13595 h 6211920"/>
              <a:gd name="connsiteX6552" fmla="*/ 4904937 w 9635294"/>
              <a:gd name="connsiteY6552" fmla="*/ 13240 h 6211920"/>
              <a:gd name="connsiteX6553" fmla="*/ 4727143 w 9635294"/>
              <a:gd name="connsiteY6553" fmla="*/ 546 h 6211920"/>
              <a:gd name="connsiteX6554" fmla="*/ 4727204 w 9635294"/>
              <a:gd name="connsiteY6554" fmla="*/ 5362 h 6211920"/>
              <a:gd name="connsiteX6555" fmla="*/ 4727183 w 9635294"/>
              <a:gd name="connsiteY6555" fmla="*/ 3715 h 6211920"/>
              <a:gd name="connsiteX6556" fmla="*/ 4701833 w 9635294"/>
              <a:gd name="connsiteY6556" fmla="*/ 4070 h 6211920"/>
              <a:gd name="connsiteX6557" fmla="*/ 4701935 w 9635294"/>
              <a:gd name="connsiteY6557" fmla="*/ 10420 h 6211920"/>
              <a:gd name="connsiteX6558" fmla="*/ 4727263 w 9635294"/>
              <a:gd name="connsiteY6558" fmla="*/ 10065 h 6211920"/>
              <a:gd name="connsiteX6559" fmla="*/ 4727303 w 9635294"/>
              <a:gd name="connsiteY6559" fmla="*/ 13240 h 6211920"/>
              <a:gd name="connsiteX6560" fmla="*/ 4701985 w 9635294"/>
              <a:gd name="connsiteY6560" fmla="*/ 13595 h 6211920"/>
              <a:gd name="connsiteX6561" fmla="*/ 4701782 w 9635294"/>
              <a:gd name="connsiteY6561" fmla="*/ 895 h 6211920"/>
              <a:gd name="connsiteX6562" fmla="*/ 4727143 w 9635294"/>
              <a:gd name="connsiteY6562" fmla="*/ 546 h 6211920"/>
              <a:gd name="connsiteX6563" fmla="*/ 4854264 w 9635294"/>
              <a:gd name="connsiteY6563" fmla="*/ 102 h 6211920"/>
              <a:gd name="connsiteX6564" fmla="*/ 4879690 w 9635294"/>
              <a:gd name="connsiteY6564" fmla="*/ 279 h 6211920"/>
              <a:gd name="connsiteX6565" fmla="*/ 4879663 w 9635294"/>
              <a:gd name="connsiteY6565" fmla="*/ 3454 h 6211920"/>
              <a:gd name="connsiteX6566" fmla="*/ 4854252 w 9635294"/>
              <a:gd name="connsiteY6566" fmla="*/ 3277 h 6211920"/>
              <a:gd name="connsiteX6567" fmla="*/ 4854230 w 9635294"/>
              <a:gd name="connsiteY6567" fmla="*/ 7016 h 6211920"/>
              <a:gd name="connsiteX6568" fmla="*/ 4777931 w 9635294"/>
              <a:gd name="connsiteY6568" fmla="*/ 102 h 6211920"/>
              <a:gd name="connsiteX6569" fmla="*/ 4777949 w 9635294"/>
              <a:gd name="connsiteY6569" fmla="*/ 3277 h 6211920"/>
              <a:gd name="connsiteX6570" fmla="*/ 4752559 w 9635294"/>
              <a:gd name="connsiteY6570" fmla="*/ 3454 h 6211920"/>
              <a:gd name="connsiteX6571" fmla="*/ 4752532 w 9635294"/>
              <a:gd name="connsiteY6571" fmla="*/ 279 h 6211920"/>
              <a:gd name="connsiteX6572" fmla="*/ 4777931 w 9635294"/>
              <a:gd name="connsiteY6572" fmla="*/ 102 h 6211920"/>
              <a:gd name="connsiteX6573" fmla="*/ 4816089 w 9635294"/>
              <a:gd name="connsiteY6573" fmla="*/ 0 h 6211920"/>
              <a:gd name="connsiteX6574" fmla="*/ 4828820 w 9635294"/>
              <a:gd name="connsiteY6574" fmla="*/ 13 h 6211920"/>
              <a:gd name="connsiteX6575" fmla="*/ 4828814 w 9635294"/>
              <a:gd name="connsiteY6575" fmla="*/ 3188 h 6211920"/>
              <a:gd name="connsiteX6576" fmla="*/ 4816089 w 9635294"/>
              <a:gd name="connsiteY6576" fmla="*/ 3175 h 6211920"/>
              <a:gd name="connsiteX6577" fmla="*/ 4803363 w 9635294"/>
              <a:gd name="connsiteY6577" fmla="*/ 3188 h 6211920"/>
              <a:gd name="connsiteX6578" fmla="*/ 4803356 w 9635294"/>
              <a:gd name="connsiteY6578" fmla="*/ 13 h 6211920"/>
              <a:gd name="connsiteX6579" fmla="*/ 4816089 w 9635294"/>
              <a:gd name="connsiteY6579" fmla="*/ 0 h 6211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  <a:cxn ang="0">
                <a:pos x="connsiteX4642" y="connsiteY4642"/>
              </a:cxn>
              <a:cxn ang="0">
                <a:pos x="connsiteX4643" y="connsiteY4643"/>
              </a:cxn>
              <a:cxn ang="0">
                <a:pos x="connsiteX4644" y="connsiteY4644"/>
              </a:cxn>
              <a:cxn ang="0">
                <a:pos x="connsiteX4645" y="connsiteY4645"/>
              </a:cxn>
              <a:cxn ang="0">
                <a:pos x="connsiteX4646" y="connsiteY4646"/>
              </a:cxn>
              <a:cxn ang="0">
                <a:pos x="connsiteX4647" y="connsiteY4647"/>
              </a:cxn>
              <a:cxn ang="0">
                <a:pos x="connsiteX4648" y="connsiteY4648"/>
              </a:cxn>
              <a:cxn ang="0">
                <a:pos x="connsiteX4649" y="connsiteY4649"/>
              </a:cxn>
              <a:cxn ang="0">
                <a:pos x="connsiteX4650" y="connsiteY4650"/>
              </a:cxn>
              <a:cxn ang="0">
                <a:pos x="connsiteX4651" y="connsiteY4651"/>
              </a:cxn>
              <a:cxn ang="0">
                <a:pos x="connsiteX4652" y="connsiteY4652"/>
              </a:cxn>
              <a:cxn ang="0">
                <a:pos x="connsiteX4653" y="connsiteY4653"/>
              </a:cxn>
              <a:cxn ang="0">
                <a:pos x="connsiteX4654" y="connsiteY4654"/>
              </a:cxn>
              <a:cxn ang="0">
                <a:pos x="connsiteX4655" y="connsiteY4655"/>
              </a:cxn>
              <a:cxn ang="0">
                <a:pos x="connsiteX4656" y="connsiteY4656"/>
              </a:cxn>
              <a:cxn ang="0">
                <a:pos x="connsiteX4657" y="connsiteY4657"/>
              </a:cxn>
              <a:cxn ang="0">
                <a:pos x="connsiteX4658" y="connsiteY4658"/>
              </a:cxn>
              <a:cxn ang="0">
                <a:pos x="connsiteX4659" y="connsiteY4659"/>
              </a:cxn>
              <a:cxn ang="0">
                <a:pos x="connsiteX4660" y="connsiteY4660"/>
              </a:cxn>
              <a:cxn ang="0">
                <a:pos x="connsiteX4661" y="connsiteY4661"/>
              </a:cxn>
              <a:cxn ang="0">
                <a:pos x="connsiteX4662" y="connsiteY4662"/>
              </a:cxn>
              <a:cxn ang="0">
                <a:pos x="connsiteX4663" y="connsiteY4663"/>
              </a:cxn>
              <a:cxn ang="0">
                <a:pos x="connsiteX4664" y="connsiteY4664"/>
              </a:cxn>
              <a:cxn ang="0">
                <a:pos x="connsiteX4665" y="connsiteY4665"/>
              </a:cxn>
              <a:cxn ang="0">
                <a:pos x="connsiteX4666" y="connsiteY4666"/>
              </a:cxn>
              <a:cxn ang="0">
                <a:pos x="connsiteX4667" y="connsiteY4667"/>
              </a:cxn>
              <a:cxn ang="0">
                <a:pos x="connsiteX4668" y="connsiteY4668"/>
              </a:cxn>
              <a:cxn ang="0">
                <a:pos x="connsiteX4669" y="connsiteY4669"/>
              </a:cxn>
              <a:cxn ang="0">
                <a:pos x="connsiteX4670" y="connsiteY4670"/>
              </a:cxn>
              <a:cxn ang="0">
                <a:pos x="connsiteX4671" y="connsiteY4671"/>
              </a:cxn>
              <a:cxn ang="0">
                <a:pos x="connsiteX4672" y="connsiteY4672"/>
              </a:cxn>
              <a:cxn ang="0">
                <a:pos x="connsiteX4673" y="connsiteY4673"/>
              </a:cxn>
              <a:cxn ang="0">
                <a:pos x="connsiteX4674" y="connsiteY4674"/>
              </a:cxn>
              <a:cxn ang="0">
                <a:pos x="connsiteX4675" y="connsiteY4675"/>
              </a:cxn>
              <a:cxn ang="0">
                <a:pos x="connsiteX4676" y="connsiteY4676"/>
              </a:cxn>
              <a:cxn ang="0">
                <a:pos x="connsiteX4677" y="connsiteY4677"/>
              </a:cxn>
              <a:cxn ang="0">
                <a:pos x="connsiteX4678" y="connsiteY4678"/>
              </a:cxn>
              <a:cxn ang="0">
                <a:pos x="connsiteX4679" y="connsiteY4679"/>
              </a:cxn>
              <a:cxn ang="0">
                <a:pos x="connsiteX4680" y="connsiteY4680"/>
              </a:cxn>
              <a:cxn ang="0">
                <a:pos x="connsiteX4681" y="connsiteY4681"/>
              </a:cxn>
              <a:cxn ang="0">
                <a:pos x="connsiteX4682" y="connsiteY4682"/>
              </a:cxn>
              <a:cxn ang="0">
                <a:pos x="connsiteX4683" y="connsiteY4683"/>
              </a:cxn>
              <a:cxn ang="0">
                <a:pos x="connsiteX4684" y="connsiteY4684"/>
              </a:cxn>
              <a:cxn ang="0">
                <a:pos x="connsiteX4685" y="connsiteY4685"/>
              </a:cxn>
              <a:cxn ang="0">
                <a:pos x="connsiteX4686" y="connsiteY4686"/>
              </a:cxn>
              <a:cxn ang="0">
                <a:pos x="connsiteX4687" y="connsiteY4687"/>
              </a:cxn>
              <a:cxn ang="0">
                <a:pos x="connsiteX4688" y="connsiteY4688"/>
              </a:cxn>
              <a:cxn ang="0">
                <a:pos x="connsiteX4689" y="connsiteY4689"/>
              </a:cxn>
              <a:cxn ang="0">
                <a:pos x="connsiteX4690" y="connsiteY4690"/>
              </a:cxn>
              <a:cxn ang="0">
                <a:pos x="connsiteX4691" y="connsiteY4691"/>
              </a:cxn>
              <a:cxn ang="0">
                <a:pos x="connsiteX4692" y="connsiteY4692"/>
              </a:cxn>
              <a:cxn ang="0">
                <a:pos x="connsiteX4693" y="connsiteY4693"/>
              </a:cxn>
              <a:cxn ang="0">
                <a:pos x="connsiteX4694" y="connsiteY4694"/>
              </a:cxn>
              <a:cxn ang="0">
                <a:pos x="connsiteX4695" y="connsiteY4695"/>
              </a:cxn>
              <a:cxn ang="0">
                <a:pos x="connsiteX4696" y="connsiteY4696"/>
              </a:cxn>
              <a:cxn ang="0">
                <a:pos x="connsiteX4697" y="connsiteY4697"/>
              </a:cxn>
              <a:cxn ang="0">
                <a:pos x="connsiteX4698" y="connsiteY4698"/>
              </a:cxn>
              <a:cxn ang="0">
                <a:pos x="connsiteX4699" y="connsiteY4699"/>
              </a:cxn>
              <a:cxn ang="0">
                <a:pos x="connsiteX4700" y="connsiteY4700"/>
              </a:cxn>
              <a:cxn ang="0">
                <a:pos x="connsiteX4701" y="connsiteY4701"/>
              </a:cxn>
              <a:cxn ang="0">
                <a:pos x="connsiteX4702" y="connsiteY4702"/>
              </a:cxn>
              <a:cxn ang="0">
                <a:pos x="connsiteX4703" y="connsiteY4703"/>
              </a:cxn>
              <a:cxn ang="0">
                <a:pos x="connsiteX4704" y="connsiteY4704"/>
              </a:cxn>
              <a:cxn ang="0">
                <a:pos x="connsiteX4705" y="connsiteY4705"/>
              </a:cxn>
              <a:cxn ang="0">
                <a:pos x="connsiteX4706" y="connsiteY4706"/>
              </a:cxn>
              <a:cxn ang="0">
                <a:pos x="connsiteX4707" y="connsiteY4707"/>
              </a:cxn>
              <a:cxn ang="0">
                <a:pos x="connsiteX4708" y="connsiteY4708"/>
              </a:cxn>
              <a:cxn ang="0">
                <a:pos x="connsiteX4709" y="connsiteY4709"/>
              </a:cxn>
              <a:cxn ang="0">
                <a:pos x="connsiteX4710" y="connsiteY4710"/>
              </a:cxn>
              <a:cxn ang="0">
                <a:pos x="connsiteX4711" y="connsiteY4711"/>
              </a:cxn>
              <a:cxn ang="0">
                <a:pos x="connsiteX4712" y="connsiteY4712"/>
              </a:cxn>
              <a:cxn ang="0">
                <a:pos x="connsiteX4713" y="connsiteY4713"/>
              </a:cxn>
              <a:cxn ang="0">
                <a:pos x="connsiteX4714" y="connsiteY4714"/>
              </a:cxn>
              <a:cxn ang="0">
                <a:pos x="connsiteX4715" y="connsiteY4715"/>
              </a:cxn>
              <a:cxn ang="0">
                <a:pos x="connsiteX4716" y="connsiteY4716"/>
              </a:cxn>
              <a:cxn ang="0">
                <a:pos x="connsiteX4717" y="connsiteY4717"/>
              </a:cxn>
              <a:cxn ang="0">
                <a:pos x="connsiteX4718" y="connsiteY4718"/>
              </a:cxn>
              <a:cxn ang="0">
                <a:pos x="connsiteX4719" y="connsiteY4719"/>
              </a:cxn>
              <a:cxn ang="0">
                <a:pos x="connsiteX4720" y="connsiteY4720"/>
              </a:cxn>
              <a:cxn ang="0">
                <a:pos x="connsiteX4721" y="connsiteY4721"/>
              </a:cxn>
              <a:cxn ang="0">
                <a:pos x="connsiteX4722" y="connsiteY4722"/>
              </a:cxn>
              <a:cxn ang="0">
                <a:pos x="connsiteX4723" y="connsiteY4723"/>
              </a:cxn>
              <a:cxn ang="0">
                <a:pos x="connsiteX4724" y="connsiteY4724"/>
              </a:cxn>
              <a:cxn ang="0">
                <a:pos x="connsiteX4725" y="connsiteY4725"/>
              </a:cxn>
              <a:cxn ang="0">
                <a:pos x="connsiteX4726" y="connsiteY4726"/>
              </a:cxn>
              <a:cxn ang="0">
                <a:pos x="connsiteX4727" y="connsiteY4727"/>
              </a:cxn>
              <a:cxn ang="0">
                <a:pos x="connsiteX4728" y="connsiteY4728"/>
              </a:cxn>
              <a:cxn ang="0">
                <a:pos x="connsiteX4729" y="connsiteY4729"/>
              </a:cxn>
              <a:cxn ang="0">
                <a:pos x="connsiteX4730" y="connsiteY4730"/>
              </a:cxn>
              <a:cxn ang="0">
                <a:pos x="connsiteX4731" y="connsiteY4731"/>
              </a:cxn>
              <a:cxn ang="0">
                <a:pos x="connsiteX4732" y="connsiteY4732"/>
              </a:cxn>
              <a:cxn ang="0">
                <a:pos x="connsiteX4733" y="connsiteY4733"/>
              </a:cxn>
              <a:cxn ang="0">
                <a:pos x="connsiteX4734" y="connsiteY4734"/>
              </a:cxn>
              <a:cxn ang="0">
                <a:pos x="connsiteX4735" y="connsiteY4735"/>
              </a:cxn>
              <a:cxn ang="0">
                <a:pos x="connsiteX4736" y="connsiteY4736"/>
              </a:cxn>
              <a:cxn ang="0">
                <a:pos x="connsiteX4737" y="connsiteY4737"/>
              </a:cxn>
              <a:cxn ang="0">
                <a:pos x="connsiteX4738" y="connsiteY4738"/>
              </a:cxn>
              <a:cxn ang="0">
                <a:pos x="connsiteX4739" y="connsiteY4739"/>
              </a:cxn>
              <a:cxn ang="0">
                <a:pos x="connsiteX4740" y="connsiteY4740"/>
              </a:cxn>
              <a:cxn ang="0">
                <a:pos x="connsiteX4741" y="connsiteY4741"/>
              </a:cxn>
              <a:cxn ang="0">
                <a:pos x="connsiteX4742" y="connsiteY4742"/>
              </a:cxn>
              <a:cxn ang="0">
                <a:pos x="connsiteX4743" y="connsiteY4743"/>
              </a:cxn>
              <a:cxn ang="0">
                <a:pos x="connsiteX4744" y="connsiteY4744"/>
              </a:cxn>
              <a:cxn ang="0">
                <a:pos x="connsiteX4745" y="connsiteY4745"/>
              </a:cxn>
              <a:cxn ang="0">
                <a:pos x="connsiteX4746" y="connsiteY4746"/>
              </a:cxn>
              <a:cxn ang="0">
                <a:pos x="connsiteX4747" y="connsiteY4747"/>
              </a:cxn>
              <a:cxn ang="0">
                <a:pos x="connsiteX4748" y="connsiteY4748"/>
              </a:cxn>
              <a:cxn ang="0">
                <a:pos x="connsiteX4749" y="connsiteY4749"/>
              </a:cxn>
              <a:cxn ang="0">
                <a:pos x="connsiteX4750" y="connsiteY4750"/>
              </a:cxn>
              <a:cxn ang="0">
                <a:pos x="connsiteX4751" y="connsiteY4751"/>
              </a:cxn>
              <a:cxn ang="0">
                <a:pos x="connsiteX4752" y="connsiteY4752"/>
              </a:cxn>
              <a:cxn ang="0">
                <a:pos x="connsiteX4753" y="connsiteY4753"/>
              </a:cxn>
              <a:cxn ang="0">
                <a:pos x="connsiteX4754" y="connsiteY4754"/>
              </a:cxn>
              <a:cxn ang="0">
                <a:pos x="connsiteX4755" y="connsiteY4755"/>
              </a:cxn>
              <a:cxn ang="0">
                <a:pos x="connsiteX4756" y="connsiteY4756"/>
              </a:cxn>
              <a:cxn ang="0">
                <a:pos x="connsiteX4757" y="connsiteY4757"/>
              </a:cxn>
              <a:cxn ang="0">
                <a:pos x="connsiteX4758" y="connsiteY4758"/>
              </a:cxn>
              <a:cxn ang="0">
                <a:pos x="connsiteX4759" y="connsiteY4759"/>
              </a:cxn>
              <a:cxn ang="0">
                <a:pos x="connsiteX4760" y="connsiteY4760"/>
              </a:cxn>
              <a:cxn ang="0">
                <a:pos x="connsiteX4761" y="connsiteY4761"/>
              </a:cxn>
              <a:cxn ang="0">
                <a:pos x="connsiteX4762" y="connsiteY4762"/>
              </a:cxn>
              <a:cxn ang="0">
                <a:pos x="connsiteX4763" y="connsiteY4763"/>
              </a:cxn>
              <a:cxn ang="0">
                <a:pos x="connsiteX4764" y="connsiteY4764"/>
              </a:cxn>
              <a:cxn ang="0">
                <a:pos x="connsiteX4765" y="connsiteY4765"/>
              </a:cxn>
              <a:cxn ang="0">
                <a:pos x="connsiteX4766" y="connsiteY4766"/>
              </a:cxn>
              <a:cxn ang="0">
                <a:pos x="connsiteX4767" y="connsiteY4767"/>
              </a:cxn>
              <a:cxn ang="0">
                <a:pos x="connsiteX4768" y="connsiteY4768"/>
              </a:cxn>
              <a:cxn ang="0">
                <a:pos x="connsiteX4769" y="connsiteY4769"/>
              </a:cxn>
              <a:cxn ang="0">
                <a:pos x="connsiteX4770" y="connsiteY4770"/>
              </a:cxn>
              <a:cxn ang="0">
                <a:pos x="connsiteX4771" y="connsiteY4771"/>
              </a:cxn>
              <a:cxn ang="0">
                <a:pos x="connsiteX4772" y="connsiteY4772"/>
              </a:cxn>
              <a:cxn ang="0">
                <a:pos x="connsiteX4773" y="connsiteY4773"/>
              </a:cxn>
              <a:cxn ang="0">
                <a:pos x="connsiteX4774" y="connsiteY4774"/>
              </a:cxn>
              <a:cxn ang="0">
                <a:pos x="connsiteX4775" y="connsiteY4775"/>
              </a:cxn>
              <a:cxn ang="0">
                <a:pos x="connsiteX4776" y="connsiteY4776"/>
              </a:cxn>
              <a:cxn ang="0">
                <a:pos x="connsiteX4777" y="connsiteY4777"/>
              </a:cxn>
              <a:cxn ang="0">
                <a:pos x="connsiteX4778" y="connsiteY4778"/>
              </a:cxn>
              <a:cxn ang="0">
                <a:pos x="connsiteX4779" y="connsiteY4779"/>
              </a:cxn>
              <a:cxn ang="0">
                <a:pos x="connsiteX4780" y="connsiteY4780"/>
              </a:cxn>
              <a:cxn ang="0">
                <a:pos x="connsiteX4781" y="connsiteY4781"/>
              </a:cxn>
              <a:cxn ang="0">
                <a:pos x="connsiteX4782" y="connsiteY4782"/>
              </a:cxn>
              <a:cxn ang="0">
                <a:pos x="connsiteX4783" y="connsiteY4783"/>
              </a:cxn>
              <a:cxn ang="0">
                <a:pos x="connsiteX4784" y="connsiteY4784"/>
              </a:cxn>
              <a:cxn ang="0">
                <a:pos x="connsiteX4785" y="connsiteY4785"/>
              </a:cxn>
              <a:cxn ang="0">
                <a:pos x="connsiteX4786" y="connsiteY4786"/>
              </a:cxn>
              <a:cxn ang="0">
                <a:pos x="connsiteX4787" y="connsiteY4787"/>
              </a:cxn>
              <a:cxn ang="0">
                <a:pos x="connsiteX4788" y="connsiteY4788"/>
              </a:cxn>
              <a:cxn ang="0">
                <a:pos x="connsiteX4789" y="connsiteY4789"/>
              </a:cxn>
              <a:cxn ang="0">
                <a:pos x="connsiteX4790" y="connsiteY4790"/>
              </a:cxn>
              <a:cxn ang="0">
                <a:pos x="connsiteX4791" y="connsiteY4791"/>
              </a:cxn>
              <a:cxn ang="0">
                <a:pos x="connsiteX4792" y="connsiteY4792"/>
              </a:cxn>
              <a:cxn ang="0">
                <a:pos x="connsiteX4793" y="connsiteY4793"/>
              </a:cxn>
              <a:cxn ang="0">
                <a:pos x="connsiteX4794" y="connsiteY4794"/>
              </a:cxn>
              <a:cxn ang="0">
                <a:pos x="connsiteX4795" y="connsiteY4795"/>
              </a:cxn>
              <a:cxn ang="0">
                <a:pos x="connsiteX4796" y="connsiteY4796"/>
              </a:cxn>
              <a:cxn ang="0">
                <a:pos x="connsiteX4797" y="connsiteY4797"/>
              </a:cxn>
              <a:cxn ang="0">
                <a:pos x="connsiteX4798" y="connsiteY4798"/>
              </a:cxn>
              <a:cxn ang="0">
                <a:pos x="connsiteX4799" y="connsiteY4799"/>
              </a:cxn>
              <a:cxn ang="0">
                <a:pos x="connsiteX4800" y="connsiteY4800"/>
              </a:cxn>
              <a:cxn ang="0">
                <a:pos x="connsiteX4801" y="connsiteY4801"/>
              </a:cxn>
              <a:cxn ang="0">
                <a:pos x="connsiteX4802" y="connsiteY4802"/>
              </a:cxn>
              <a:cxn ang="0">
                <a:pos x="connsiteX4803" y="connsiteY4803"/>
              </a:cxn>
              <a:cxn ang="0">
                <a:pos x="connsiteX4804" y="connsiteY4804"/>
              </a:cxn>
              <a:cxn ang="0">
                <a:pos x="connsiteX4805" y="connsiteY4805"/>
              </a:cxn>
              <a:cxn ang="0">
                <a:pos x="connsiteX4806" y="connsiteY4806"/>
              </a:cxn>
              <a:cxn ang="0">
                <a:pos x="connsiteX4807" y="connsiteY4807"/>
              </a:cxn>
              <a:cxn ang="0">
                <a:pos x="connsiteX4808" y="connsiteY4808"/>
              </a:cxn>
              <a:cxn ang="0">
                <a:pos x="connsiteX4809" y="connsiteY4809"/>
              </a:cxn>
              <a:cxn ang="0">
                <a:pos x="connsiteX4810" y="connsiteY4810"/>
              </a:cxn>
              <a:cxn ang="0">
                <a:pos x="connsiteX4811" y="connsiteY4811"/>
              </a:cxn>
              <a:cxn ang="0">
                <a:pos x="connsiteX4812" y="connsiteY4812"/>
              </a:cxn>
              <a:cxn ang="0">
                <a:pos x="connsiteX4813" y="connsiteY4813"/>
              </a:cxn>
              <a:cxn ang="0">
                <a:pos x="connsiteX4814" y="connsiteY4814"/>
              </a:cxn>
              <a:cxn ang="0">
                <a:pos x="connsiteX4815" y="connsiteY4815"/>
              </a:cxn>
              <a:cxn ang="0">
                <a:pos x="connsiteX4816" y="connsiteY4816"/>
              </a:cxn>
              <a:cxn ang="0">
                <a:pos x="connsiteX4817" y="connsiteY4817"/>
              </a:cxn>
              <a:cxn ang="0">
                <a:pos x="connsiteX4818" y="connsiteY4818"/>
              </a:cxn>
              <a:cxn ang="0">
                <a:pos x="connsiteX4819" y="connsiteY4819"/>
              </a:cxn>
              <a:cxn ang="0">
                <a:pos x="connsiteX4820" y="connsiteY4820"/>
              </a:cxn>
              <a:cxn ang="0">
                <a:pos x="connsiteX4821" y="connsiteY4821"/>
              </a:cxn>
              <a:cxn ang="0">
                <a:pos x="connsiteX4822" y="connsiteY4822"/>
              </a:cxn>
              <a:cxn ang="0">
                <a:pos x="connsiteX4823" y="connsiteY4823"/>
              </a:cxn>
              <a:cxn ang="0">
                <a:pos x="connsiteX4824" y="connsiteY4824"/>
              </a:cxn>
              <a:cxn ang="0">
                <a:pos x="connsiteX4825" y="connsiteY4825"/>
              </a:cxn>
              <a:cxn ang="0">
                <a:pos x="connsiteX4826" y="connsiteY4826"/>
              </a:cxn>
              <a:cxn ang="0">
                <a:pos x="connsiteX4827" y="connsiteY4827"/>
              </a:cxn>
              <a:cxn ang="0">
                <a:pos x="connsiteX4828" y="connsiteY4828"/>
              </a:cxn>
              <a:cxn ang="0">
                <a:pos x="connsiteX4829" y="connsiteY4829"/>
              </a:cxn>
              <a:cxn ang="0">
                <a:pos x="connsiteX4830" y="connsiteY4830"/>
              </a:cxn>
              <a:cxn ang="0">
                <a:pos x="connsiteX4831" y="connsiteY4831"/>
              </a:cxn>
              <a:cxn ang="0">
                <a:pos x="connsiteX4832" y="connsiteY4832"/>
              </a:cxn>
              <a:cxn ang="0">
                <a:pos x="connsiteX4833" y="connsiteY4833"/>
              </a:cxn>
              <a:cxn ang="0">
                <a:pos x="connsiteX4834" y="connsiteY4834"/>
              </a:cxn>
              <a:cxn ang="0">
                <a:pos x="connsiteX4835" y="connsiteY4835"/>
              </a:cxn>
              <a:cxn ang="0">
                <a:pos x="connsiteX4836" y="connsiteY4836"/>
              </a:cxn>
              <a:cxn ang="0">
                <a:pos x="connsiteX4837" y="connsiteY4837"/>
              </a:cxn>
              <a:cxn ang="0">
                <a:pos x="connsiteX4838" y="connsiteY4838"/>
              </a:cxn>
              <a:cxn ang="0">
                <a:pos x="connsiteX4839" y="connsiteY4839"/>
              </a:cxn>
              <a:cxn ang="0">
                <a:pos x="connsiteX4840" y="connsiteY4840"/>
              </a:cxn>
              <a:cxn ang="0">
                <a:pos x="connsiteX4841" y="connsiteY4841"/>
              </a:cxn>
              <a:cxn ang="0">
                <a:pos x="connsiteX4842" y="connsiteY4842"/>
              </a:cxn>
              <a:cxn ang="0">
                <a:pos x="connsiteX4843" y="connsiteY4843"/>
              </a:cxn>
              <a:cxn ang="0">
                <a:pos x="connsiteX4844" y="connsiteY4844"/>
              </a:cxn>
              <a:cxn ang="0">
                <a:pos x="connsiteX4845" y="connsiteY4845"/>
              </a:cxn>
              <a:cxn ang="0">
                <a:pos x="connsiteX4846" y="connsiteY4846"/>
              </a:cxn>
              <a:cxn ang="0">
                <a:pos x="connsiteX4847" y="connsiteY4847"/>
              </a:cxn>
              <a:cxn ang="0">
                <a:pos x="connsiteX4848" y="connsiteY4848"/>
              </a:cxn>
              <a:cxn ang="0">
                <a:pos x="connsiteX4849" y="connsiteY4849"/>
              </a:cxn>
              <a:cxn ang="0">
                <a:pos x="connsiteX4850" y="connsiteY4850"/>
              </a:cxn>
              <a:cxn ang="0">
                <a:pos x="connsiteX4851" y="connsiteY4851"/>
              </a:cxn>
              <a:cxn ang="0">
                <a:pos x="connsiteX4852" y="connsiteY4852"/>
              </a:cxn>
              <a:cxn ang="0">
                <a:pos x="connsiteX4853" y="connsiteY4853"/>
              </a:cxn>
              <a:cxn ang="0">
                <a:pos x="connsiteX4854" y="connsiteY4854"/>
              </a:cxn>
              <a:cxn ang="0">
                <a:pos x="connsiteX4855" y="connsiteY4855"/>
              </a:cxn>
              <a:cxn ang="0">
                <a:pos x="connsiteX4856" y="connsiteY4856"/>
              </a:cxn>
              <a:cxn ang="0">
                <a:pos x="connsiteX4857" y="connsiteY4857"/>
              </a:cxn>
              <a:cxn ang="0">
                <a:pos x="connsiteX4858" y="connsiteY4858"/>
              </a:cxn>
              <a:cxn ang="0">
                <a:pos x="connsiteX4859" y="connsiteY4859"/>
              </a:cxn>
              <a:cxn ang="0">
                <a:pos x="connsiteX4860" y="connsiteY4860"/>
              </a:cxn>
              <a:cxn ang="0">
                <a:pos x="connsiteX4861" y="connsiteY4861"/>
              </a:cxn>
              <a:cxn ang="0">
                <a:pos x="connsiteX4862" y="connsiteY4862"/>
              </a:cxn>
              <a:cxn ang="0">
                <a:pos x="connsiteX4863" y="connsiteY4863"/>
              </a:cxn>
              <a:cxn ang="0">
                <a:pos x="connsiteX4864" y="connsiteY4864"/>
              </a:cxn>
              <a:cxn ang="0">
                <a:pos x="connsiteX4865" y="connsiteY4865"/>
              </a:cxn>
              <a:cxn ang="0">
                <a:pos x="connsiteX4866" y="connsiteY4866"/>
              </a:cxn>
              <a:cxn ang="0">
                <a:pos x="connsiteX4867" y="connsiteY4867"/>
              </a:cxn>
              <a:cxn ang="0">
                <a:pos x="connsiteX4868" y="connsiteY4868"/>
              </a:cxn>
              <a:cxn ang="0">
                <a:pos x="connsiteX4869" y="connsiteY4869"/>
              </a:cxn>
              <a:cxn ang="0">
                <a:pos x="connsiteX4870" y="connsiteY4870"/>
              </a:cxn>
              <a:cxn ang="0">
                <a:pos x="connsiteX4871" y="connsiteY4871"/>
              </a:cxn>
              <a:cxn ang="0">
                <a:pos x="connsiteX4872" y="connsiteY4872"/>
              </a:cxn>
              <a:cxn ang="0">
                <a:pos x="connsiteX4873" y="connsiteY4873"/>
              </a:cxn>
              <a:cxn ang="0">
                <a:pos x="connsiteX4874" y="connsiteY4874"/>
              </a:cxn>
              <a:cxn ang="0">
                <a:pos x="connsiteX4875" y="connsiteY4875"/>
              </a:cxn>
              <a:cxn ang="0">
                <a:pos x="connsiteX4876" y="connsiteY4876"/>
              </a:cxn>
              <a:cxn ang="0">
                <a:pos x="connsiteX4877" y="connsiteY4877"/>
              </a:cxn>
              <a:cxn ang="0">
                <a:pos x="connsiteX4878" y="connsiteY4878"/>
              </a:cxn>
              <a:cxn ang="0">
                <a:pos x="connsiteX4879" y="connsiteY4879"/>
              </a:cxn>
              <a:cxn ang="0">
                <a:pos x="connsiteX4880" y="connsiteY4880"/>
              </a:cxn>
              <a:cxn ang="0">
                <a:pos x="connsiteX4881" y="connsiteY4881"/>
              </a:cxn>
              <a:cxn ang="0">
                <a:pos x="connsiteX4882" y="connsiteY4882"/>
              </a:cxn>
              <a:cxn ang="0">
                <a:pos x="connsiteX4883" y="connsiteY4883"/>
              </a:cxn>
              <a:cxn ang="0">
                <a:pos x="connsiteX4884" y="connsiteY4884"/>
              </a:cxn>
              <a:cxn ang="0">
                <a:pos x="connsiteX4885" y="connsiteY4885"/>
              </a:cxn>
              <a:cxn ang="0">
                <a:pos x="connsiteX4886" y="connsiteY4886"/>
              </a:cxn>
              <a:cxn ang="0">
                <a:pos x="connsiteX4887" y="connsiteY4887"/>
              </a:cxn>
              <a:cxn ang="0">
                <a:pos x="connsiteX4888" y="connsiteY4888"/>
              </a:cxn>
              <a:cxn ang="0">
                <a:pos x="connsiteX4889" y="connsiteY4889"/>
              </a:cxn>
              <a:cxn ang="0">
                <a:pos x="connsiteX4890" y="connsiteY4890"/>
              </a:cxn>
              <a:cxn ang="0">
                <a:pos x="connsiteX4891" y="connsiteY4891"/>
              </a:cxn>
              <a:cxn ang="0">
                <a:pos x="connsiteX4892" y="connsiteY4892"/>
              </a:cxn>
              <a:cxn ang="0">
                <a:pos x="connsiteX4893" y="connsiteY4893"/>
              </a:cxn>
              <a:cxn ang="0">
                <a:pos x="connsiteX4894" y="connsiteY4894"/>
              </a:cxn>
              <a:cxn ang="0">
                <a:pos x="connsiteX4895" y="connsiteY4895"/>
              </a:cxn>
              <a:cxn ang="0">
                <a:pos x="connsiteX4896" y="connsiteY4896"/>
              </a:cxn>
              <a:cxn ang="0">
                <a:pos x="connsiteX4897" y="connsiteY4897"/>
              </a:cxn>
              <a:cxn ang="0">
                <a:pos x="connsiteX4898" y="connsiteY4898"/>
              </a:cxn>
              <a:cxn ang="0">
                <a:pos x="connsiteX4899" y="connsiteY4899"/>
              </a:cxn>
              <a:cxn ang="0">
                <a:pos x="connsiteX4900" y="connsiteY4900"/>
              </a:cxn>
              <a:cxn ang="0">
                <a:pos x="connsiteX4901" y="connsiteY4901"/>
              </a:cxn>
              <a:cxn ang="0">
                <a:pos x="connsiteX4902" y="connsiteY4902"/>
              </a:cxn>
              <a:cxn ang="0">
                <a:pos x="connsiteX4903" y="connsiteY4903"/>
              </a:cxn>
              <a:cxn ang="0">
                <a:pos x="connsiteX4904" y="connsiteY4904"/>
              </a:cxn>
              <a:cxn ang="0">
                <a:pos x="connsiteX4905" y="connsiteY4905"/>
              </a:cxn>
              <a:cxn ang="0">
                <a:pos x="connsiteX4906" y="connsiteY4906"/>
              </a:cxn>
              <a:cxn ang="0">
                <a:pos x="connsiteX4907" y="connsiteY4907"/>
              </a:cxn>
              <a:cxn ang="0">
                <a:pos x="connsiteX4908" y="connsiteY4908"/>
              </a:cxn>
              <a:cxn ang="0">
                <a:pos x="connsiteX4909" y="connsiteY4909"/>
              </a:cxn>
              <a:cxn ang="0">
                <a:pos x="connsiteX4910" y="connsiteY4910"/>
              </a:cxn>
              <a:cxn ang="0">
                <a:pos x="connsiteX4911" y="connsiteY4911"/>
              </a:cxn>
              <a:cxn ang="0">
                <a:pos x="connsiteX4912" y="connsiteY4912"/>
              </a:cxn>
              <a:cxn ang="0">
                <a:pos x="connsiteX4913" y="connsiteY4913"/>
              </a:cxn>
              <a:cxn ang="0">
                <a:pos x="connsiteX4914" y="connsiteY4914"/>
              </a:cxn>
              <a:cxn ang="0">
                <a:pos x="connsiteX4915" y="connsiteY4915"/>
              </a:cxn>
              <a:cxn ang="0">
                <a:pos x="connsiteX4916" y="connsiteY4916"/>
              </a:cxn>
              <a:cxn ang="0">
                <a:pos x="connsiteX4917" y="connsiteY4917"/>
              </a:cxn>
              <a:cxn ang="0">
                <a:pos x="connsiteX4918" y="connsiteY4918"/>
              </a:cxn>
              <a:cxn ang="0">
                <a:pos x="connsiteX4919" y="connsiteY4919"/>
              </a:cxn>
              <a:cxn ang="0">
                <a:pos x="connsiteX4920" y="connsiteY4920"/>
              </a:cxn>
              <a:cxn ang="0">
                <a:pos x="connsiteX4921" y="connsiteY4921"/>
              </a:cxn>
              <a:cxn ang="0">
                <a:pos x="connsiteX4922" y="connsiteY4922"/>
              </a:cxn>
              <a:cxn ang="0">
                <a:pos x="connsiteX4923" y="connsiteY4923"/>
              </a:cxn>
              <a:cxn ang="0">
                <a:pos x="connsiteX4924" y="connsiteY4924"/>
              </a:cxn>
              <a:cxn ang="0">
                <a:pos x="connsiteX4925" y="connsiteY4925"/>
              </a:cxn>
              <a:cxn ang="0">
                <a:pos x="connsiteX4926" y="connsiteY4926"/>
              </a:cxn>
              <a:cxn ang="0">
                <a:pos x="connsiteX4927" y="connsiteY4927"/>
              </a:cxn>
              <a:cxn ang="0">
                <a:pos x="connsiteX4928" y="connsiteY4928"/>
              </a:cxn>
              <a:cxn ang="0">
                <a:pos x="connsiteX4929" y="connsiteY4929"/>
              </a:cxn>
              <a:cxn ang="0">
                <a:pos x="connsiteX4930" y="connsiteY4930"/>
              </a:cxn>
              <a:cxn ang="0">
                <a:pos x="connsiteX4931" y="connsiteY4931"/>
              </a:cxn>
              <a:cxn ang="0">
                <a:pos x="connsiteX4932" y="connsiteY4932"/>
              </a:cxn>
              <a:cxn ang="0">
                <a:pos x="connsiteX4933" y="connsiteY4933"/>
              </a:cxn>
              <a:cxn ang="0">
                <a:pos x="connsiteX4934" y="connsiteY4934"/>
              </a:cxn>
              <a:cxn ang="0">
                <a:pos x="connsiteX4935" y="connsiteY4935"/>
              </a:cxn>
              <a:cxn ang="0">
                <a:pos x="connsiteX4936" y="connsiteY4936"/>
              </a:cxn>
              <a:cxn ang="0">
                <a:pos x="connsiteX4937" y="connsiteY4937"/>
              </a:cxn>
              <a:cxn ang="0">
                <a:pos x="connsiteX4938" y="connsiteY4938"/>
              </a:cxn>
              <a:cxn ang="0">
                <a:pos x="connsiteX4939" y="connsiteY4939"/>
              </a:cxn>
              <a:cxn ang="0">
                <a:pos x="connsiteX4940" y="connsiteY4940"/>
              </a:cxn>
              <a:cxn ang="0">
                <a:pos x="connsiteX4941" y="connsiteY4941"/>
              </a:cxn>
              <a:cxn ang="0">
                <a:pos x="connsiteX4942" y="connsiteY4942"/>
              </a:cxn>
              <a:cxn ang="0">
                <a:pos x="connsiteX4943" y="connsiteY4943"/>
              </a:cxn>
              <a:cxn ang="0">
                <a:pos x="connsiteX4944" y="connsiteY4944"/>
              </a:cxn>
              <a:cxn ang="0">
                <a:pos x="connsiteX4945" y="connsiteY4945"/>
              </a:cxn>
              <a:cxn ang="0">
                <a:pos x="connsiteX4946" y="connsiteY4946"/>
              </a:cxn>
              <a:cxn ang="0">
                <a:pos x="connsiteX4947" y="connsiteY4947"/>
              </a:cxn>
              <a:cxn ang="0">
                <a:pos x="connsiteX4948" y="connsiteY4948"/>
              </a:cxn>
              <a:cxn ang="0">
                <a:pos x="connsiteX4949" y="connsiteY4949"/>
              </a:cxn>
              <a:cxn ang="0">
                <a:pos x="connsiteX4950" y="connsiteY4950"/>
              </a:cxn>
              <a:cxn ang="0">
                <a:pos x="connsiteX4951" y="connsiteY4951"/>
              </a:cxn>
              <a:cxn ang="0">
                <a:pos x="connsiteX4952" y="connsiteY4952"/>
              </a:cxn>
              <a:cxn ang="0">
                <a:pos x="connsiteX4953" y="connsiteY4953"/>
              </a:cxn>
              <a:cxn ang="0">
                <a:pos x="connsiteX4954" y="connsiteY4954"/>
              </a:cxn>
              <a:cxn ang="0">
                <a:pos x="connsiteX4955" y="connsiteY4955"/>
              </a:cxn>
              <a:cxn ang="0">
                <a:pos x="connsiteX4956" y="connsiteY4956"/>
              </a:cxn>
              <a:cxn ang="0">
                <a:pos x="connsiteX4957" y="connsiteY4957"/>
              </a:cxn>
              <a:cxn ang="0">
                <a:pos x="connsiteX4958" y="connsiteY4958"/>
              </a:cxn>
              <a:cxn ang="0">
                <a:pos x="connsiteX4959" y="connsiteY4959"/>
              </a:cxn>
              <a:cxn ang="0">
                <a:pos x="connsiteX4960" y="connsiteY4960"/>
              </a:cxn>
              <a:cxn ang="0">
                <a:pos x="connsiteX4961" y="connsiteY4961"/>
              </a:cxn>
              <a:cxn ang="0">
                <a:pos x="connsiteX4962" y="connsiteY4962"/>
              </a:cxn>
              <a:cxn ang="0">
                <a:pos x="connsiteX4963" y="connsiteY4963"/>
              </a:cxn>
              <a:cxn ang="0">
                <a:pos x="connsiteX4964" y="connsiteY4964"/>
              </a:cxn>
              <a:cxn ang="0">
                <a:pos x="connsiteX4965" y="connsiteY4965"/>
              </a:cxn>
              <a:cxn ang="0">
                <a:pos x="connsiteX4966" y="connsiteY4966"/>
              </a:cxn>
              <a:cxn ang="0">
                <a:pos x="connsiteX4967" y="connsiteY4967"/>
              </a:cxn>
              <a:cxn ang="0">
                <a:pos x="connsiteX4968" y="connsiteY4968"/>
              </a:cxn>
              <a:cxn ang="0">
                <a:pos x="connsiteX4969" y="connsiteY4969"/>
              </a:cxn>
              <a:cxn ang="0">
                <a:pos x="connsiteX4970" y="connsiteY4970"/>
              </a:cxn>
              <a:cxn ang="0">
                <a:pos x="connsiteX4971" y="connsiteY4971"/>
              </a:cxn>
              <a:cxn ang="0">
                <a:pos x="connsiteX4972" y="connsiteY4972"/>
              </a:cxn>
              <a:cxn ang="0">
                <a:pos x="connsiteX4973" y="connsiteY4973"/>
              </a:cxn>
              <a:cxn ang="0">
                <a:pos x="connsiteX4974" y="connsiteY4974"/>
              </a:cxn>
              <a:cxn ang="0">
                <a:pos x="connsiteX4975" y="connsiteY4975"/>
              </a:cxn>
              <a:cxn ang="0">
                <a:pos x="connsiteX4976" y="connsiteY4976"/>
              </a:cxn>
              <a:cxn ang="0">
                <a:pos x="connsiteX4977" y="connsiteY4977"/>
              </a:cxn>
              <a:cxn ang="0">
                <a:pos x="connsiteX4978" y="connsiteY4978"/>
              </a:cxn>
              <a:cxn ang="0">
                <a:pos x="connsiteX4979" y="connsiteY4979"/>
              </a:cxn>
              <a:cxn ang="0">
                <a:pos x="connsiteX4980" y="connsiteY4980"/>
              </a:cxn>
              <a:cxn ang="0">
                <a:pos x="connsiteX4981" y="connsiteY4981"/>
              </a:cxn>
              <a:cxn ang="0">
                <a:pos x="connsiteX4982" y="connsiteY4982"/>
              </a:cxn>
              <a:cxn ang="0">
                <a:pos x="connsiteX4983" y="connsiteY4983"/>
              </a:cxn>
              <a:cxn ang="0">
                <a:pos x="connsiteX4984" y="connsiteY4984"/>
              </a:cxn>
              <a:cxn ang="0">
                <a:pos x="connsiteX4985" y="connsiteY4985"/>
              </a:cxn>
              <a:cxn ang="0">
                <a:pos x="connsiteX4986" y="connsiteY4986"/>
              </a:cxn>
              <a:cxn ang="0">
                <a:pos x="connsiteX4987" y="connsiteY4987"/>
              </a:cxn>
              <a:cxn ang="0">
                <a:pos x="connsiteX4988" y="connsiteY4988"/>
              </a:cxn>
              <a:cxn ang="0">
                <a:pos x="connsiteX4989" y="connsiteY4989"/>
              </a:cxn>
              <a:cxn ang="0">
                <a:pos x="connsiteX4990" y="connsiteY4990"/>
              </a:cxn>
              <a:cxn ang="0">
                <a:pos x="connsiteX4991" y="connsiteY4991"/>
              </a:cxn>
              <a:cxn ang="0">
                <a:pos x="connsiteX4992" y="connsiteY4992"/>
              </a:cxn>
              <a:cxn ang="0">
                <a:pos x="connsiteX4993" y="connsiteY4993"/>
              </a:cxn>
              <a:cxn ang="0">
                <a:pos x="connsiteX4994" y="connsiteY4994"/>
              </a:cxn>
              <a:cxn ang="0">
                <a:pos x="connsiteX4995" y="connsiteY4995"/>
              </a:cxn>
              <a:cxn ang="0">
                <a:pos x="connsiteX4996" y="connsiteY4996"/>
              </a:cxn>
              <a:cxn ang="0">
                <a:pos x="connsiteX4997" y="connsiteY4997"/>
              </a:cxn>
              <a:cxn ang="0">
                <a:pos x="connsiteX4998" y="connsiteY4998"/>
              </a:cxn>
              <a:cxn ang="0">
                <a:pos x="connsiteX4999" y="connsiteY4999"/>
              </a:cxn>
              <a:cxn ang="0">
                <a:pos x="connsiteX5000" y="connsiteY5000"/>
              </a:cxn>
              <a:cxn ang="0">
                <a:pos x="connsiteX5001" y="connsiteY5001"/>
              </a:cxn>
              <a:cxn ang="0">
                <a:pos x="connsiteX5002" y="connsiteY5002"/>
              </a:cxn>
              <a:cxn ang="0">
                <a:pos x="connsiteX5003" y="connsiteY5003"/>
              </a:cxn>
              <a:cxn ang="0">
                <a:pos x="connsiteX5004" y="connsiteY5004"/>
              </a:cxn>
              <a:cxn ang="0">
                <a:pos x="connsiteX5005" y="connsiteY5005"/>
              </a:cxn>
              <a:cxn ang="0">
                <a:pos x="connsiteX5006" y="connsiteY5006"/>
              </a:cxn>
              <a:cxn ang="0">
                <a:pos x="connsiteX5007" y="connsiteY5007"/>
              </a:cxn>
              <a:cxn ang="0">
                <a:pos x="connsiteX5008" y="connsiteY5008"/>
              </a:cxn>
              <a:cxn ang="0">
                <a:pos x="connsiteX5009" y="connsiteY5009"/>
              </a:cxn>
              <a:cxn ang="0">
                <a:pos x="connsiteX5010" y="connsiteY5010"/>
              </a:cxn>
              <a:cxn ang="0">
                <a:pos x="connsiteX5011" y="connsiteY5011"/>
              </a:cxn>
              <a:cxn ang="0">
                <a:pos x="connsiteX5012" y="connsiteY5012"/>
              </a:cxn>
              <a:cxn ang="0">
                <a:pos x="connsiteX5013" y="connsiteY5013"/>
              </a:cxn>
              <a:cxn ang="0">
                <a:pos x="connsiteX5014" y="connsiteY5014"/>
              </a:cxn>
              <a:cxn ang="0">
                <a:pos x="connsiteX5015" y="connsiteY5015"/>
              </a:cxn>
              <a:cxn ang="0">
                <a:pos x="connsiteX5016" y="connsiteY5016"/>
              </a:cxn>
              <a:cxn ang="0">
                <a:pos x="connsiteX5017" y="connsiteY5017"/>
              </a:cxn>
              <a:cxn ang="0">
                <a:pos x="connsiteX5018" y="connsiteY5018"/>
              </a:cxn>
              <a:cxn ang="0">
                <a:pos x="connsiteX5019" y="connsiteY5019"/>
              </a:cxn>
              <a:cxn ang="0">
                <a:pos x="connsiteX5020" y="connsiteY5020"/>
              </a:cxn>
              <a:cxn ang="0">
                <a:pos x="connsiteX5021" y="connsiteY5021"/>
              </a:cxn>
              <a:cxn ang="0">
                <a:pos x="connsiteX5022" y="connsiteY5022"/>
              </a:cxn>
              <a:cxn ang="0">
                <a:pos x="connsiteX5023" y="connsiteY5023"/>
              </a:cxn>
              <a:cxn ang="0">
                <a:pos x="connsiteX5024" y="connsiteY5024"/>
              </a:cxn>
              <a:cxn ang="0">
                <a:pos x="connsiteX5025" y="connsiteY5025"/>
              </a:cxn>
              <a:cxn ang="0">
                <a:pos x="connsiteX5026" y="connsiteY5026"/>
              </a:cxn>
              <a:cxn ang="0">
                <a:pos x="connsiteX5027" y="connsiteY5027"/>
              </a:cxn>
              <a:cxn ang="0">
                <a:pos x="connsiteX5028" y="connsiteY5028"/>
              </a:cxn>
              <a:cxn ang="0">
                <a:pos x="connsiteX5029" y="connsiteY5029"/>
              </a:cxn>
              <a:cxn ang="0">
                <a:pos x="connsiteX5030" y="connsiteY5030"/>
              </a:cxn>
              <a:cxn ang="0">
                <a:pos x="connsiteX5031" y="connsiteY5031"/>
              </a:cxn>
              <a:cxn ang="0">
                <a:pos x="connsiteX5032" y="connsiteY5032"/>
              </a:cxn>
              <a:cxn ang="0">
                <a:pos x="connsiteX5033" y="connsiteY5033"/>
              </a:cxn>
              <a:cxn ang="0">
                <a:pos x="connsiteX5034" y="connsiteY5034"/>
              </a:cxn>
              <a:cxn ang="0">
                <a:pos x="connsiteX5035" y="connsiteY5035"/>
              </a:cxn>
              <a:cxn ang="0">
                <a:pos x="connsiteX5036" y="connsiteY5036"/>
              </a:cxn>
              <a:cxn ang="0">
                <a:pos x="connsiteX5037" y="connsiteY5037"/>
              </a:cxn>
              <a:cxn ang="0">
                <a:pos x="connsiteX5038" y="connsiteY5038"/>
              </a:cxn>
              <a:cxn ang="0">
                <a:pos x="connsiteX5039" y="connsiteY5039"/>
              </a:cxn>
              <a:cxn ang="0">
                <a:pos x="connsiteX5040" y="connsiteY5040"/>
              </a:cxn>
              <a:cxn ang="0">
                <a:pos x="connsiteX5041" y="connsiteY5041"/>
              </a:cxn>
              <a:cxn ang="0">
                <a:pos x="connsiteX5042" y="connsiteY5042"/>
              </a:cxn>
              <a:cxn ang="0">
                <a:pos x="connsiteX5043" y="connsiteY5043"/>
              </a:cxn>
              <a:cxn ang="0">
                <a:pos x="connsiteX5044" y="connsiteY5044"/>
              </a:cxn>
              <a:cxn ang="0">
                <a:pos x="connsiteX5045" y="connsiteY5045"/>
              </a:cxn>
              <a:cxn ang="0">
                <a:pos x="connsiteX5046" y="connsiteY5046"/>
              </a:cxn>
              <a:cxn ang="0">
                <a:pos x="connsiteX5047" y="connsiteY5047"/>
              </a:cxn>
              <a:cxn ang="0">
                <a:pos x="connsiteX5048" y="connsiteY5048"/>
              </a:cxn>
              <a:cxn ang="0">
                <a:pos x="connsiteX5049" y="connsiteY5049"/>
              </a:cxn>
              <a:cxn ang="0">
                <a:pos x="connsiteX5050" y="connsiteY5050"/>
              </a:cxn>
              <a:cxn ang="0">
                <a:pos x="connsiteX5051" y="connsiteY5051"/>
              </a:cxn>
              <a:cxn ang="0">
                <a:pos x="connsiteX5052" y="connsiteY5052"/>
              </a:cxn>
              <a:cxn ang="0">
                <a:pos x="connsiteX5053" y="connsiteY5053"/>
              </a:cxn>
              <a:cxn ang="0">
                <a:pos x="connsiteX5054" y="connsiteY5054"/>
              </a:cxn>
              <a:cxn ang="0">
                <a:pos x="connsiteX5055" y="connsiteY5055"/>
              </a:cxn>
              <a:cxn ang="0">
                <a:pos x="connsiteX5056" y="connsiteY5056"/>
              </a:cxn>
              <a:cxn ang="0">
                <a:pos x="connsiteX5057" y="connsiteY5057"/>
              </a:cxn>
              <a:cxn ang="0">
                <a:pos x="connsiteX5058" y="connsiteY5058"/>
              </a:cxn>
              <a:cxn ang="0">
                <a:pos x="connsiteX5059" y="connsiteY5059"/>
              </a:cxn>
              <a:cxn ang="0">
                <a:pos x="connsiteX5060" y="connsiteY5060"/>
              </a:cxn>
              <a:cxn ang="0">
                <a:pos x="connsiteX5061" y="connsiteY5061"/>
              </a:cxn>
              <a:cxn ang="0">
                <a:pos x="connsiteX5062" y="connsiteY5062"/>
              </a:cxn>
              <a:cxn ang="0">
                <a:pos x="connsiteX5063" y="connsiteY5063"/>
              </a:cxn>
              <a:cxn ang="0">
                <a:pos x="connsiteX5064" y="connsiteY5064"/>
              </a:cxn>
              <a:cxn ang="0">
                <a:pos x="connsiteX5065" y="connsiteY5065"/>
              </a:cxn>
              <a:cxn ang="0">
                <a:pos x="connsiteX5066" y="connsiteY5066"/>
              </a:cxn>
              <a:cxn ang="0">
                <a:pos x="connsiteX5067" y="connsiteY5067"/>
              </a:cxn>
              <a:cxn ang="0">
                <a:pos x="connsiteX5068" y="connsiteY5068"/>
              </a:cxn>
              <a:cxn ang="0">
                <a:pos x="connsiteX5069" y="connsiteY5069"/>
              </a:cxn>
              <a:cxn ang="0">
                <a:pos x="connsiteX5070" y="connsiteY5070"/>
              </a:cxn>
              <a:cxn ang="0">
                <a:pos x="connsiteX5071" y="connsiteY5071"/>
              </a:cxn>
              <a:cxn ang="0">
                <a:pos x="connsiteX5072" y="connsiteY5072"/>
              </a:cxn>
              <a:cxn ang="0">
                <a:pos x="connsiteX5073" y="connsiteY5073"/>
              </a:cxn>
              <a:cxn ang="0">
                <a:pos x="connsiteX5074" y="connsiteY5074"/>
              </a:cxn>
              <a:cxn ang="0">
                <a:pos x="connsiteX5075" y="connsiteY5075"/>
              </a:cxn>
              <a:cxn ang="0">
                <a:pos x="connsiteX5076" y="connsiteY5076"/>
              </a:cxn>
              <a:cxn ang="0">
                <a:pos x="connsiteX5077" y="connsiteY5077"/>
              </a:cxn>
              <a:cxn ang="0">
                <a:pos x="connsiteX5078" y="connsiteY5078"/>
              </a:cxn>
              <a:cxn ang="0">
                <a:pos x="connsiteX5079" y="connsiteY5079"/>
              </a:cxn>
              <a:cxn ang="0">
                <a:pos x="connsiteX5080" y="connsiteY5080"/>
              </a:cxn>
              <a:cxn ang="0">
                <a:pos x="connsiteX5081" y="connsiteY5081"/>
              </a:cxn>
              <a:cxn ang="0">
                <a:pos x="connsiteX5082" y="connsiteY5082"/>
              </a:cxn>
              <a:cxn ang="0">
                <a:pos x="connsiteX5083" y="connsiteY5083"/>
              </a:cxn>
              <a:cxn ang="0">
                <a:pos x="connsiteX5084" y="connsiteY5084"/>
              </a:cxn>
              <a:cxn ang="0">
                <a:pos x="connsiteX5085" y="connsiteY5085"/>
              </a:cxn>
              <a:cxn ang="0">
                <a:pos x="connsiteX5086" y="connsiteY5086"/>
              </a:cxn>
              <a:cxn ang="0">
                <a:pos x="connsiteX5087" y="connsiteY5087"/>
              </a:cxn>
              <a:cxn ang="0">
                <a:pos x="connsiteX5088" y="connsiteY5088"/>
              </a:cxn>
              <a:cxn ang="0">
                <a:pos x="connsiteX5089" y="connsiteY5089"/>
              </a:cxn>
              <a:cxn ang="0">
                <a:pos x="connsiteX5090" y="connsiteY5090"/>
              </a:cxn>
              <a:cxn ang="0">
                <a:pos x="connsiteX5091" y="connsiteY5091"/>
              </a:cxn>
              <a:cxn ang="0">
                <a:pos x="connsiteX5092" y="connsiteY5092"/>
              </a:cxn>
              <a:cxn ang="0">
                <a:pos x="connsiteX5093" y="connsiteY5093"/>
              </a:cxn>
              <a:cxn ang="0">
                <a:pos x="connsiteX5094" y="connsiteY5094"/>
              </a:cxn>
              <a:cxn ang="0">
                <a:pos x="connsiteX5095" y="connsiteY5095"/>
              </a:cxn>
              <a:cxn ang="0">
                <a:pos x="connsiteX5096" y="connsiteY5096"/>
              </a:cxn>
              <a:cxn ang="0">
                <a:pos x="connsiteX5097" y="connsiteY5097"/>
              </a:cxn>
              <a:cxn ang="0">
                <a:pos x="connsiteX5098" y="connsiteY5098"/>
              </a:cxn>
              <a:cxn ang="0">
                <a:pos x="connsiteX5099" y="connsiteY5099"/>
              </a:cxn>
              <a:cxn ang="0">
                <a:pos x="connsiteX5100" y="connsiteY5100"/>
              </a:cxn>
              <a:cxn ang="0">
                <a:pos x="connsiteX5101" y="connsiteY5101"/>
              </a:cxn>
              <a:cxn ang="0">
                <a:pos x="connsiteX5102" y="connsiteY5102"/>
              </a:cxn>
              <a:cxn ang="0">
                <a:pos x="connsiteX5103" y="connsiteY5103"/>
              </a:cxn>
              <a:cxn ang="0">
                <a:pos x="connsiteX5104" y="connsiteY5104"/>
              </a:cxn>
              <a:cxn ang="0">
                <a:pos x="connsiteX5105" y="connsiteY5105"/>
              </a:cxn>
              <a:cxn ang="0">
                <a:pos x="connsiteX5106" y="connsiteY5106"/>
              </a:cxn>
              <a:cxn ang="0">
                <a:pos x="connsiteX5107" y="connsiteY5107"/>
              </a:cxn>
              <a:cxn ang="0">
                <a:pos x="connsiteX5108" y="connsiteY5108"/>
              </a:cxn>
              <a:cxn ang="0">
                <a:pos x="connsiteX5109" y="connsiteY5109"/>
              </a:cxn>
              <a:cxn ang="0">
                <a:pos x="connsiteX5110" y="connsiteY5110"/>
              </a:cxn>
              <a:cxn ang="0">
                <a:pos x="connsiteX5111" y="connsiteY5111"/>
              </a:cxn>
              <a:cxn ang="0">
                <a:pos x="connsiteX5112" y="connsiteY5112"/>
              </a:cxn>
              <a:cxn ang="0">
                <a:pos x="connsiteX5113" y="connsiteY5113"/>
              </a:cxn>
              <a:cxn ang="0">
                <a:pos x="connsiteX5114" y="connsiteY5114"/>
              </a:cxn>
              <a:cxn ang="0">
                <a:pos x="connsiteX5115" y="connsiteY5115"/>
              </a:cxn>
              <a:cxn ang="0">
                <a:pos x="connsiteX5116" y="connsiteY5116"/>
              </a:cxn>
              <a:cxn ang="0">
                <a:pos x="connsiteX5117" y="connsiteY5117"/>
              </a:cxn>
              <a:cxn ang="0">
                <a:pos x="connsiteX5118" y="connsiteY5118"/>
              </a:cxn>
              <a:cxn ang="0">
                <a:pos x="connsiteX5119" y="connsiteY5119"/>
              </a:cxn>
              <a:cxn ang="0">
                <a:pos x="connsiteX5120" y="connsiteY5120"/>
              </a:cxn>
              <a:cxn ang="0">
                <a:pos x="connsiteX5121" y="connsiteY5121"/>
              </a:cxn>
              <a:cxn ang="0">
                <a:pos x="connsiteX5122" y="connsiteY5122"/>
              </a:cxn>
              <a:cxn ang="0">
                <a:pos x="connsiteX5123" y="connsiteY5123"/>
              </a:cxn>
              <a:cxn ang="0">
                <a:pos x="connsiteX5124" y="connsiteY5124"/>
              </a:cxn>
              <a:cxn ang="0">
                <a:pos x="connsiteX5125" y="connsiteY5125"/>
              </a:cxn>
              <a:cxn ang="0">
                <a:pos x="connsiteX5126" y="connsiteY5126"/>
              </a:cxn>
              <a:cxn ang="0">
                <a:pos x="connsiteX5127" y="connsiteY5127"/>
              </a:cxn>
              <a:cxn ang="0">
                <a:pos x="connsiteX5128" y="connsiteY5128"/>
              </a:cxn>
              <a:cxn ang="0">
                <a:pos x="connsiteX5129" y="connsiteY5129"/>
              </a:cxn>
              <a:cxn ang="0">
                <a:pos x="connsiteX5130" y="connsiteY5130"/>
              </a:cxn>
              <a:cxn ang="0">
                <a:pos x="connsiteX5131" y="connsiteY5131"/>
              </a:cxn>
              <a:cxn ang="0">
                <a:pos x="connsiteX5132" y="connsiteY5132"/>
              </a:cxn>
              <a:cxn ang="0">
                <a:pos x="connsiteX5133" y="connsiteY5133"/>
              </a:cxn>
              <a:cxn ang="0">
                <a:pos x="connsiteX5134" y="connsiteY5134"/>
              </a:cxn>
              <a:cxn ang="0">
                <a:pos x="connsiteX5135" y="connsiteY5135"/>
              </a:cxn>
              <a:cxn ang="0">
                <a:pos x="connsiteX5136" y="connsiteY5136"/>
              </a:cxn>
              <a:cxn ang="0">
                <a:pos x="connsiteX5137" y="connsiteY5137"/>
              </a:cxn>
              <a:cxn ang="0">
                <a:pos x="connsiteX5138" y="connsiteY5138"/>
              </a:cxn>
              <a:cxn ang="0">
                <a:pos x="connsiteX5139" y="connsiteY5139"/>
              </a:cxn>
              <a:cxn ang="0">
                <a:pos x="connsiteX5140" y="connsiteY5140"/>
              </a:cxn>
              <a:cxn ang="0">
                <a:pos x="connsiteX5141" y="connsiteY5141"/>
              </a:cxn>
              <a:cxn ang="0">
                <a:pos x="connsiteX5142" y="connsiteY5142"/>
              </a:cxn>
              <a:cxn ang="0">
                <a:pos x="connsiteX5143" y="connsiteY5143"/>
              </a:cxn>
              <a:cxn ang="0">
                <a:pos x="connsiteX5144" y="connsiteY5144"/>
              </a:cxn>
              <a:cxn ang="0">
                <a:pos x="connsiteX5145" y="connsiteY5145"/>
              </a:cxn>
              <a:cxn ang="0">
                <a:pos x="connsiteX5146" y="connsiteY5146"/>
              </a:cxn>
              <a:cxn ang="0">
                <a:pos x="connsiteX5147" y="connsiteY5147"/>
              </a:cxn>
              <a:cxn ang="0">
                <a:pos x="connsiteX5148" y="connsiteY5148"/>
              </a:cxn>
              <a:cxn ang="0">
                <a:pos x="connsiteX5149" y="connsiteY5149"/>
              </a:cxn>
              <a:cxn ang="0">
                <a:pos x="connsiteX5150" y="connsiteY5150"/>
              </a:cxn>
              <a:cxn ang="0">
                <a:pos x="connsiteX5151" y="connsiteY5151"/>
              </a:cxn>
              <a:cxn ang="0">
                <a:pos x="connsiteX5152" y="connsiteY5152"/>
              </a:cxn>
              <a:cxn ang="0">
                <a:pos x="connsiteX5153" y="connsiteY5153"/>
              </a:cxn>
              <a:cxn ang="0">
                <a:pos x="connsiteX5154" y="connsiteY5154"/>
              </a:cxn>
              <a:cxn ang="0">
                <a:pos x="connsiteX5155" y="connsiteY5155"/>
              </a:cxn>
              <a:cxn ang="0">
                <a:pos x="connsiteX5156" y="connsiteY5156"/>
              </a:cxn>
              <a:cxn ang="0">
                <a:pos x="connsiteX5157" y="connsiteY5157"/>
              </a:cxn>
              <a:cxn ang="0">
                <a:pos x="connsiteX5158" y="connsiteY5158"/>
              </a:cxn>
              <a:cxn ang="0">
                <a:pos x="connsiteX5159" y="connsiteY5159"/>
              </a:cxn>
              <a:cxn ang="0">
                <a:pos x="connsiteX5160" y="connsiteY5160"/>
              </a:cxn>
              <a:cxn ang="0">
                <a:pos x="connsiteX5161" y="connsiteY5161"/>
              </a:cxn>
              <a:cxn ang="0">
                <a:pos x="connsiteX5162" y="connsiteY5162"/>
              </a:cxn>
              <a:cxn ang="0">
                <a:pos x="connsiteX5163" y="connsiteY5163"/>
              </a:cxn>
              <a:cxn ang="0">
                <a:pos x="connsiteX5164" y="connsiteY5164"/>
              </a:cxn>
              <a:cxn ang="0">
                <a:pos x="connsiteX5165" y="connsiteY5165"/>
              </a:cxn>
              <a:cxn ang="0">
                <a:pos x="connsiteX5166" y="connsiteY5166"/>
              </a:cxn>
              <a:cxn ang="0">
                <a:pos x="connsiteX5167" y="connsiteY5167"/>
              </a:cxn>
              <a:cxn ang="0">
                <a:pos x="connsiteX5168" y="connsiteY5168"/>
              </a:cxn>
              <a:cxn ang="0">
                <a:pos x="connsiteX5169" y="connsiteY5169"/>
              </a:cxn>
              <a:cxn ang="0">
                <a:pos x="connsiteX5170" y="connsiteY5170"/>
              </a:cxn>
              <a:cxn ang="0">
                <a:pos x="connsiteX5171" y="connsiteY5171"/>
              </a:cxn>
              <a:cxn ang="0">
                <a:pos x="connsiteX5172" y="connsiteY5172"/>
              </a:cxn>
              <a:cxn ang="0">
                <a:pos x="connsiteX5173" y="connsiteY5173"/>
              </a:cxn>
              <a:cxn ang="0">
                <a:pos x="connsiteX5174" y="connsiteY5174"/>
              </a:cxn>
              <a:cxn ang="0">
                <a:pos x="connsiteX5175" y="connsiteY5175"/>
              </a:cxn>
              <a:cxn ang="0">
                <a:pos x="connsiteX5176" y="connsiteY5176"/>
              </a:cxn>
              <a:cxn ang="0">
                <a:pos x="connsiteX5177" y="connsiteY5177"/>
              </a:cxn>
              <a:cxn ang="0">
                <a:pos x="connsiteX5178" y="connsiteY5178"/>
              </a:cxn>
              <a:cxn ang="0">
                <a:pos x="connsiteX5179" y="connsiteY5179"/>
              </a:cxn>
              <a:cxn ang="0">
                <a:pos x="connsiteX5180" y="connsiteY5180"/>
              </a:cxn>
              <a:cxn ang="0">
                <a:pos x="connsiteX5181" y="connsiteY5181"/>
              </a:cxn>
              <a:cxn ang="0">
                <a:pos x="connsiteX5182" y="connsiteY5182"/>
              </a:cxn>
              <a:cxn ang="0">
                <a:pos x="connsiteX5183" y="connsiteY5183"/>
              </a:cxn>
              <a:cxn ang="0">
                <a:pos x="connsiteX5184" y="connsiteY5184"/>
              </a:cxn>
              <a:cxn ang="0">
                <a:pos x="connsiteX5185" y="connsiteY5185"/>
              </a:cxn>
              <a:cxn ang="0">
                <a:pos x="connsiteX5186" y="connsiteY5186"/>
              </a:cxn>
              <a:cxn ang="0">
                <a:pos x="connsiteX5187" y="connsiteY5187"/>
              </a:cxn>
              <a:cxn ang="0">
                <a:pos x="connsiteX5188" y="connsiteY5188"/>
              </a:cxn>
              <a:cxn ang="0">
                <a:pos x="connsiteX5189" y="connsiteY5189"/>
              </a:cxn>
              <a:cxn ang="0">
                <a:pos x="connsiteX5190" y="connsiteY5190"/>
              </a:cxn>
              <a:cxn ang="0">
                <a:pos x="connsiteX5191" y="connsiteY5191"/>
              </a:cxn>
              <a:cxn ang="0">
                <a:pos x="connsiteX5192" y="connsiteY5192"/>
              </a:cxn>
              <a:cxn ang="0">
                <a:pos x="connsiteX5193" y="connsiteY5193"/>
              </a:cxn>
              <a:cxn ang="0">
                <a:pos x="connsiteX5194" y="connsiteY5194"/>
              </a:cxn>
              <a:cxn ang="0">
                <a:pos x="connsiteX5195" y="connsiteY5195"/>
              </a:cxn>
              <a:cxn ang="0">
                <a:pos x="connsiteX5196" y="connsiteY5196"/>
              </a:cxn>
              <a:cxn ang="0">
                <a:pos x="connsiteX5197" y="connsiteY5197"/>
              </a:cxn>
              <a:cxn ang="0">
                <a:pos x="connsiteX5198" y="connsiteY5198"/>
              </a:cxn>
              <a:cxn ang="0">
                <a:pos x="connsiteX5199" y="connsiteY5199"/>
              </a:cxn>
              <a:cxn ang="0">
                <a:pos x="connsiteX5200" y="connsiteY5200"/>
              </a:cxn>
              <a:cxn ang="0">
                <a:pos x="connsiteX5201" y="connsiteY5201"/>
              </a:cxn>
              <a:cxn ang="0">
                <a:pos x="connsiteX5202" y="connsiteY5202"/>
              </a:cxn>
              <a:cxn ang="0">
                <a:pos x="connsiteX5203" y="connsiteY5203"/>
              </a:cxn>
              <a:cxn ang="0">
                <a:pos x="connsiteX5204" y="connsiteY5204"/>
              </a:cxn>
              <a:cxn ang="0">
                <a:pos x="connsiteX5205" y="connsiteY5205"/>
              </a:cxn>
              <a:cxn ang="0">
                <a:pos x="connsiteX5206" y="connsiteY5206"/>
              </a:cxn>
              <a:cxn ang="0">
                <a:pos x="connsiteX5207" y="connsiteY5207"/>
              </a:cxn>
              <a:cxn ang="0">
                <a:pos x="connsiteX5208" y="connsiteY5208"/>
              </a:cxn>
              <a:cxn ang="0">
                <a:pos x="connsiteX5209" y="connsiteY5209"/>
              </a:cxn>
              <a:cxn ang="0">
                <a:pos x="connsiteX5210" y="connsiteY5210"/>
              </a:cxn>
              <a:cxn ang="0">
                <a:pos x="connsiteX5211" y="connsiteY5211"/>
              </a:cxn>
              <a:cxn ang="0">
                <a:pos x="connsiteX5212" y="connsiteY5212"/>
              </a:cxn>
              <a:cxn ang="0">
                <a:pos x="connsiteX5213" y="connsiteY5213"/>
              </a:cxn>
              <a:cxn ang="0">
                <a:pos x="connsiteX5214" y="connsiteY5214"/>
              </a:cxn>
              <a:cxn ang="0">
                <a:pos x="connsiteX5215" y="connsiteY5215"/>
              </a:cxn>
              <a:cxn ang="0">
                <a:pos x="connsiteX5216" y="connsiteY5216"/>
              </a:cxn>
              <a:cxn ang="0">
                <a:pos x="connsiteX5217" y="connsiteY5217"/>
              </a:cxn>
              <a:cxn ang="0">
                <a:pos x="connsiteX5218" y="connsiteY5218"/>
              </a:cxn>
              <a:cxn ang="0">
                <a:pos x="connsiteX5219" y="connsiteY5219"/>
              </a:cxn>
              <a:cxn ang="0">
                <a:pos x="connsiteX5220" y="connsiteY5220"/>
              </a:cxn>
              <a:cxn ang="0">
                <a:pos x="connsiteX5221" y="connsiteY5221"/>
              </a:cxn>
              <a:cxn ang="0">
                <a:pos x="connsiteX5222" y="connsiteY5222"/>
              </a:cxn>
              <a:cxn ang="0">
                <a:pos x="connsiteX5223" y="connsiteY5223"/>
              </a:cxn>
              <a:cxn ang="0">
                <a:pos x="connsiteX5224" y="connsiteY5224"/>
              </a:cxn>
              <a:cxn ang="0">
                <a:pos x="connsiteX5225" y="connsiteY5225"/>
              </a:cxn>
              <a:cxn ang="0">
                <a:pos x="connsiteX5226" y="connsiteY5226"/>
              </a:cxn>
              <a:cxn ang="0">
                <a:pos x="connsiteX5227" y="connsiteY5227"/>
              </a:cxn>
              <a:cxn ang="0">
                <a:pos x="connsiteX5228" y="connsiteY5228"/>
              </a:cxn>
              <a:cxn ang="0">
                <a:pos x="connsiteX5229" y="connsiteY5229"/>
              </a:cxn>
              <a:cxn ang="0">
                <a:pos x="connsiteX5230" y="connsiteY5230"/>
              </a:cxn>
              <a:cxn ang="0">
                <a:pos x="connsiteX5231" y="connsiteY5231"/>
              </a:cxn>
              <a:cxn ang="0">
                <a:pos x="connsiteX5232" y="connsiteY5232"/>
              </a:cxn>
              <a:cxn ang="0">
                <a:pos x="connsiteX5233" y="connsiteY5233"/>
              </a:cxn>
              <a:cxn ang="0">
                <a:pos x="connsiteX5234" y="connsiteY5234"/>
              </a:cxn>
              <a:cxn ang="0">
                <a:pos x="connsiteX5235" y="connsiteY5235"/>
              </a:cxn>
              <a:cxn ang="0">
                <a:pos x="connsiteX5236" y="connsiteY5236"/>
              </a:cxn>
              <a:cxn ang="0">
                <a:pos x="connsiteX5237" y="connsiteY5237"/>
              </a:cxn>
              <a:cxn ang="0">
                <a:pos x="connsiteX5238" y="connsiteY5238"/>
              </a:cxn>
              <a:cxn ang="0">
                <a:pos x="connsiteX5239" y="connsiteY5239"/>
              </a:cxn>
              <a:cxn ang="0">
                <a:pos x="connsiteX5240" y="connsiteY5240"/>
              </a:cxn>
              <a:cxn ang="0">
                <a:pos x="connsiteX5241" y="connsiteY5241"/>
              </a:cxn>
              <a:cxn ang="0">
                <a:pos x="connsiteX5242" y="connsiteY5242"/>
              </a:cxn>
              <a:cxn ang="0">
                <a:pos x="connsiteX5243" y="connsiteY5243"/>
              </a:cxn>
              <a:cxn ang="0">
                <a:pos x="connsiteX5244" y="connsiteY5244"/>
              </a:cxn>
              <a:cxn ang="0">
                <a:pos x="connsiteX5245" y="connsiteY5245"/>
              </a:cxn>
              <a:cxn ang="0">
                <a:pos x="connsiteX5246" y="connsiteY5246"/>
              </a:cxn>
              <a:cxn ang="0">
                <a:pos x="connsiteX5247" y="connsiteY5247"/>
              </a:cxn>
              <a:cxn ang="0">
                <a:pos x="connsiteX5248" y="connsiteY5248"/>
              </a:cxn>
              <a:cxn ang="0">
                <a:pos x="connsiteX5249" y="connsiteY5249"/>
              </a:cxn>
              <a:cxn ang="0">
                <a:pos x="connsiteX5250" y="connsiteY5250"/>
              </a:cxn>
              <a:cxn ang="0">
                <a:pos x="connsiteX5251" y="connsiteY5251"/>
              </a:cxn>
              <a:cxn ang="0">
                <a:pos x="connsiteX5252" y="connsiteY5252"/>
              </a:cxn>
              <a:cxn ang="0">
                <a:pos x="connsiteX5253" y="connsiteY5253"/>
              </a:cxn>
              <a:cxn ang="0">
                <a:pos x="connsiteX5254" y="connsiteY5254"/>
              </a:cxn>
              <a:cxn ang="0">
                <a:pos x="connsiteX5255" y="connsiteY5255"/>
              </a:cxn>
              <a:cxn ang="0">
                <a:pos x="connsiteX5256" y="connsiteY5256"/>
              </a:cxn>
              <a:cxn ang="0">
                <a:pos x="connsiteX5257" y="connsiteY5257"/>
              </a:cxn>
              <a:cxn ang="0">
                <a:pos x="connsiteX5258" y="connsiteY5258"/>
              </a:cxn>
              <a:cxn ang="0">
                <a:pos x="connsiteX5259" y="connsiteY5259"/>
              </a:cxn>
              <a:cxn ang="0">
                <a:pos x="connsiteX5260" y="connsiteY5260"/>
              </a:cxn>
              <a:cxn ang="0">
                <a:pos x="connsiteX5261" y="connsiteY5261"/>
              </a:cxn>
              <a:cxn ang="0">
                <a:pos x="connsiteX5262" y="connsiteY5262"/>
              </a:cxn>
              <a:cxn ang="0">
                <a:pos x="connsiteX5263" y="connsiteY5263"/>
              </a:cxn>
              <a:cxn ang="0">
                <a:pos x="connsiteX5264" y="connsiteY5264"/>
              </a:cxn>
              <a:cxn ang="0">
                <a:pos x="connsiteX5265" y="connsiteY5265"/>
              </a:cxn>
              <a:cxn ang="0">
                <a:pos x="connsiteX5266" y="connsiteY5266"/>
              </a:cxn>
              <a:cxn ang="0">
                <a:pos x="connsiteX5267" y="connsiteY5267"/>
              </a:cxn>
              <a:cxn ang="0">
                <a:pos x="connsiteX5268" y="connsiteY5268"/>
              </a:cxn>
              <a:cxn ang="0">
                <a:pos x="connsiteX5269" y="connsiteY5269"/>
              </a:cxn>
              <a:cxn ang="0">
                <a:pos x="connsiteX5270" y="connsiteY5270"/>
              </a:cxn>
              <a:cxn ang="0">
                <a:pos x="connsiteX5271" y="connsiteY5271"/>
              </a:cxn>
              <a:cxn ang="0">
                <a:pos x="connsiteX5272" y="connsiteY5272"/>
              </a:cxn>
              <a:cxn ang="0">
                <a:pos x="connsiteX5273" y="connsiteY5273"/>
              </a:cxn>
              <a:cxn ang="0">
                <a:pos x="connsiteX5274" y="connsiteY5274"/>
              </a:cxn>
              <a:cxn ang="0">
                <a:pos x="connsiteX5275" y="connsiteY5275"/>
              </a:cxn>
              <a:cxn ang="0">
                <a:pos x="connsiteX5276" y="connsiteY5276"/>
              </a:cxn>
              <a:cxn ang="0">
                <a:pos x="connsiteX5277" y="connsiteY5277"/>
              </a:cxn>
              <a:cxn ang="0">
                <a:pos x="connsiteX5278" y="connsiteY5278"/>
              </a:cxn>
              <a:cxn ang="0">
                <a:pos x="connsiteX5279" y="connsiteY5279"/>
              </a:cxn>
              <a:cxn ang="0">
                <a:pos x="connsiteX5280" y="connsiteY5280"/>
              </a:cxn>
              <a:cxn ang="0">
                <a:pos x="connsiteX5281" y="connsiteY5281"/>
              </a:cxn>
              <a:cxn ang="0">
                <a:pos x="connsiteX5282" y="connsiteY5282"/>
              </a:cxn>
              <a:cxn ang="0">
                <a:pos x="connsiteX5283" y="connsiteY5283"/>
              </a:cxn>
              <a:cxn ang="0">
                <a:pos x="connsiteX5284" y="connsiteY5284"/>
              </a:cxn>
              <a:cxn ang="0">
                <a:pos x="connsiteX5285" y="connsiteY5285"/>
              </a:cxn>
              <a:cxn ang="0">
                <a:pos x="connsiteX5286" y="connsiteY5286"/>
              </a:cxn>
              <a:cxn ang="0">
                <a:pos x="connsiteX5287" y="connsiteY5287"/>
              </a:cxn>
              <a:cxn ang="0">
                <a:pos x="connsiteX5288" y="connsiteY5288"/>
              </a:cxn>
              <a:cxn ang="0">
                <a:pos x="connsiteX5289" y="connsiteY5289"/>
              </a:cxn>
              <a:cxn ang="0">
                <a:pos x="connsiteX5290" y="connsiteY5290"/>
              </a:cxn>
              <a:cxn ang="0">
                <a:pos x="connsiteX5291" y="connsiteY5291"/>
              </a:cxn>
              <a:cxn ang="0">
                <a:pos x="connsiteX5292" y="connsiteY5292"/>
              </a:cxn>
              <a:cxn ang="0">
                <a:pos x="connsiteX5293" y="connsiteY5293"/>
              </a:cxn>
              <a:cxn ang="0">
                <a:pos x="connsiteX5294" y="connsiteY5294"/>
              </a:cxn>
              <a:cxn ang="0">
                <a:pos x="connsiteX5295" y="connsiteY5295"/>
              </a:cxn>
              <a:cxn ang="0">
                <a:pos x="connsiteX5296" y="connsiteY5296"/>
              </a:cxn>
              <a:cxn ang="0">
                <a:pos x="connsiteX5297" y="connsiteY5297"/>
              </a:cxn>
              <a:cxn ang="0">
                <a:pos x="connsiteX5298" y="connsiteY5298"/>
              </a:cxn>
              <a:cxn ang="0">
                <a:pos x="connsiteX5299" y="connsiteY5299"/>
              </a:cxn>
              <a:cxn ang="0">
                <a:pos x="connsiteX5300" y="connsiteY5300"/>
              </a:cxn>
              <a:cxn ang="0">
                <a:pos x="connsiteX5301" y="connsiteY5301"/>
              </a:cxn>
              <a:cxn ang="0">
                <a:pos x="connsiteX5302" y="connsiteY5302"/>
              </a:cxn>
              <a:cxn ang="0">
                <a:pos x="connsiteX5303" y="connsiteY5303"/>
              </a:cxn>
              <a:cxn ang="0">
                <a:pos x="connsiteX5304" y="connsiteY5304"/>
              </a:cxn>
              <a:cxn ang="0">
                <a:pos x="connsiteX5305" y="connsiteY5305"/>
              </a:cxn>
              <a:cxn ang="0">
                <a:pos x="connsiteX5306" y="connsiteY5306"/>
              </a:cxn>
              <a:cxn ang="0">
                <a:pos x="connsiteX5307" y="connsiteY5307"/>
              </a:cxn>
              <a:cxn ang="0">
                <a:pos x="connsiteX5308" y="connsiteY5308"/>
              </a:cxn>
              <a:cxn ang="0">
                <a:pos x="connsiteX5309" y="connsiteY5309"/>
              </a:cxn>
              <a:cxn ang="0">
                <a:pos x="connsiteX5310" y="connsiteY5310"/>
              </a:cxn>
              <a:cxn ang="0">
                <a:pos x="connsiteX5311" y="connsiteY5311"/>
              </a:cxn>
              <a:cxn ang="0">
                <a:pos x="connsiteX5312" y="connsiteY5312"/>
              </a:cxn>
              <a:cxn ang="0">
                <a:pos x="connsiteX5313" y="connsiteY5313"/>
              </a:cxn>
              <a:cxn ang="0">
                <a:pos x="connsiteX5314" y="connsiteY5314"/>
              </a:cxn>
              <a:cxn ang="0">
                <a:pos x="connsiteX5315" y="connsiteY5315"/>
              </a:cxn>
              <a:cxn ang="0">
                <a:pos x="connsiteX5316" y="connsiteY5316"/>
              </a:cxn>
              <a:cxn ang="0">
                <a:pos x="connsiteX5317" y="connsiteY5317"/>
              </a:cxn>
              <a:cxn ang="0">
                <a:pos x="connsiteX5318" y="connsiteY5318"/>
              </a:cxn>
              <a:cxn ang="0">
                <a:pos x="connsiteX5319" y="connsiteY5319"/>
              </a:cxn>
              <a:cxn ang="0">
                <a:pos x="connsiteX5320" y="connsiteY5320"/>
              </a:cxn>
              <a:cxn ang="0">
                <a:pos x="connsiteX5321" y="connsiteY5321"/>
              </a:cxn>
              <a:cxn ang="0">
                <a:pos x="connsiteX5322" y="connsiteY5322"/>
              </a:cxn>
              <a:cxn ang="0">
                <a:pos x="connsiteX5323" y="connsiteY5323"/>
              </a:cxn>
              <a:cxn ang="0">
                <a:pos x="connsiteX5324" y="connsiteY5324"/>
              </a:cxn>
              <a:cxn ang="0">
                <a:pos x="connsiteX5325" y="connsiteY5325"/>
              </a:cxn>
              <a:cxn ang="0">
                <a:pos x="connsiteX5326" y="connsiteY5326"/>
              </a:cxn>
              <a:cxn ang="0">
                <a:pos x="connsiteX5327" y="connsiteY5327"/>
              </a:cxn>
              <a:cxn ang="0">
                <a:pos x="connsiteX5328" y="connsiteY5328"/>
              </a:cxn>
              <a:cxn ang="0">
                <a:pos x="connsiteX5329" y="connsiteY5329"/>
              </a:cxn>
              <a:cxn ang="0">
                <a:pos x="connsiteX5330" y="connsiteY5330"/>
              </a:cxn>
              <a:cxn ang="0">
                <a:pos x="connsiteX5331" y="connsiteY5331"/>
              </a:cxn>
              <a:cxn ang="0">
                <a:pos x="connsiteX5332" y="connsiteY5332"/>
              </a:cxn>
              <a:cxn ang="0">
                <a:pos x="connsiteX5333" y="connsiteY5333"/>
              </a:cxn>
              <a:cxn ang="0">
                <a:pos x="connsiteX5334" y="connsiteY5334"/>
              </a:cxn>
              <a:cxn ang="0">
                <a:pos x="connsiteX5335" y="connsiteY5335"/>
              </a:cxn>
              <a:cxn ang="0">
                <a:pos x="connsiteX5336" y="connsiteY5336"/>
              </a:cxn>
              <a:cxn ang="0">
                <a:pos x="connsiteX5337" y="connsiteY5337"/>
              </a:cxn>
              <a:cxn ang="0">
                <a:pos x="connsiteX5338" y="connsiteY5338"/>
              </a:cxn>
              <a:cxn ang="0">
                <a:pos x="connsiteX5339" y="connsiteY5339"/>
              </a:cxn>
              <a:cxn ang="0">
                <a:pos x="connsiteX5340" y="connsiteY5340"/>
              </a:cxn>
              <a:cxn ang="0">
                <a:pos x="connsiteX5341" y="connsiteY5341"/>
              </a:cxn>
              <a:cxn ang="0">
                <a:pos x="connsiteX5342" y="connsiteY5342"/>
              </a:cxn>
              <a:cxn ang="0">
                <a:pos x="connsiteX5343" y="connsiteY5343"/>
              </a:cxn>
              <a:cxn ang="0">
                <a:pos x="connsiteX5344" y="connsiteY5344"/>
              </a:cxn>
              <a:cxn ang="0">
                <a:pos x="connsiteX5345" y="connsiteY5345"/>
              </a:cxn>
              <a:cxn ang="0">
                <a:pos x="connsiteX5346" y="connsiteY5346"/>
              </a:cxn>
              <a:cxn ang="0">
                <a:pos x="connsiteX5347" y="connsiteY5347"/>
              </a:cxn>
              <a:cxn ang="0">
                <a:pos x="connsiteX5348" y="connsiteY5348"/>
              </a:cxn>
              <a:cxn ang="0">
                <a:pos x="connsiteX5349" y="connsiteY5349"/>
              </a:cxn>
              <a:cxn ang="0">
                <a:pos x="connsiteX5350" y="connsiteY5350"/>
              </a:cxn>
              <a:cxn ang="0">
                <a:pos x="connsiteX5351" y="connsiteY5351"/>
              </a:cxn>
              <a:cxn ang="0">
                <a:pos x="connsiteX5352" y="connsiteY5352"/>
              </a:cxn>
              <a:cxn ang="0">
                <a:pos x="connsiteX5353" y="connsiteY5353"/>
              </a:cxn>
              <a:cxn ang="0">
                <a:pos x="connsiteX5354" y="connsiteY5354"/>
              </a:cxn>
              <a:cxn ang="0">
                <a:pos x="connsiteX5355" y="connsiteY5355"/>
              </a:cxn>
              <a:cxn ang="0">
                <a:pos x="connsiteX5356" y="connsiteY5356"/>
              </a:cxn>
              <a:cxn ang="0">
                <a:pos x="connsiteX5357" y="connsiteY5357"/>
              </a:cxn>
              <a:cxn ang="0">
                <a:pos x="connsiteX5358" y="connsiteY5358"/>
              </a:cxn>
              <a:cxn ang="0">
                <a:pos x="connsiteX5359" y="connsiteY5359"/>
              </a:cxn>
              <a:cxn ang="0">
                <a:pos x="connsiteX5360" y="connsiteY5360"/>
              </a:cxn>
              <a:cxn ang="0">
                <a:pos x="connsiteX5361" y="connsiteY5361"/>
              </a:cxn>
              <a:cxn ang="0">
                <a:pos x="connsiteX5362" y="connsiteY5362"/>
              </a:cxn>
              <a:cxn ang="0">
                <a:pos x="connsiteX5363" y="connsiteY5363"/>
              </a:cxn>
              <a:cxn ang="0">
                <a:pos x="connsiteX5364" y="connsiteY5364"/>
              </a:cxn>
              <a:cxn ang="0">
                <a:pos x="connsiteX5365" y="connsiteY5365"/>
              </a:cxn>
              <a:cxn ang="0">
                <a:pos x="connsiteX5366" y="connsiteY5366"/>
              </a:cxn>
              <a:cxn ang="0">
                <a:pos x="connsiteX5367" y="connsiteY5367"/>
              </a:cxn>
              <a:cxn ang="0">
                <a:pos x="connsiteX5368" y="connsiteY5368"/>
              </a:cxn>
              <a:cxn ang="0">
                <a:pos x="connsiteX5369" y="connsiteY5369"/>
              </a:cxn>
              <a:cxn ang="0">
                <a:pos x="connsiteX5370" y="connsiteY5370"/>
              </a:cxn>
              <a:cxn ang="0">
                <a:pos x="connsiteX5371" y="connsiteY5371"/>
              </a:cxn>
              <a:cxn ang="0">
                <a:pos x="connsiteX5372" y="connsiteY5372"/>
              </a:cxn>
              <a:cxn ang="0">
                <a:pos x="connsiteX5373" y="connsiteY5373"/>
              </a:cxn>
              <a:cxn ang="0">
                <a:pos x="connsiteX5374" y="connsiteY5374"/>
              </a:cxn>
              <a:cxn ang="0">
                <a:pos x="connsiteX5375" y="connsiteY5375"/>
              </a:cxn>
              <a:cxn ang="0">
                <a:pos x="connsiteX5376" y="connsiteY5376"/>
              </a:cxn>
              <a:cxn ang="0">
                <a:pos x="connsiteX5377" y="connsiteY5377"/>
              </a:cxn>
              <a:cxn ang="0">
                <a:pos x="connsiteX5378" y="connsiteY5378"/>
              </a:cxn>
              <a:cxn ang="0">
                <a:pos x="connsiteX5379" y="connsiteY5379"/>
              </a:cxn>
              <a:cxn ang="0">
                <a:pos x="connsiteX5380" y="connsiteY5380"/>
              </a:cxn>
              <a:cxn ang="0">
                <a:pos x="connsiteX5381" y="connsiteY5381"/>
              </a:cxn>
              <a:cxn ang="0">
                <a:pos x="connsiteX5382" y="connsiteY5382"/>
              </a:cxn>
              <a:cxn ang="0">
                <a:pos x="connsiteX5383" y="connsiteY5383"/>
              </a:cxn>
              <a:cxn ang="0">
                <a:pos x="connsiteX5384" y="connsiteY5384"/>
              </a:cxn>
              <a:cxn ang="0">
                <a:pos x="connsiteX5385" y="connsiteY5385"/>
              </a:cxn>
              <a:cxn ang="0">
                <a:pos x="connsiteX5386" y="connsiteY5386"/>
              </a:cxn>
              <a:cxn ang="0">
                <a:pos x="connsiteX5387" y="connsiteY5387"/>
              </a:cxn>
              <a:cxn ang="0">
                <a:pos x="connsiteX5388" y="connsiteY5388"/>
              </a:cxn>
              <a:cxn ang="0">
                <a:pos x="connsiteX5389" y="connsiteY5389"/>
              </a:cxn>
              <a:cxn ang="0">
                <a:pos x="connsiteX5390" y="connsiteY5390"/>
              </a:cxn>
              <a:cxn ang="0">
                <a:pos x="connsiteX5391" y="connsiteY5391"/>
              </a:cxn>
              <a:cxn ang="0">
                <a:pos x="connsiteX5392" y="connsiteY5392"/>
              </a:cxn>
              <a:cxn ang="0">
                <a:pos x="connsiteX5393" y="connsiteY5393"/>
              </a:cxn>
              <a:cxn ang="0">
                <a:pos x="connsiteX5394" y="connsiteY5394"/>
              </a:cxn>
              <a:cxn ang="0">
                <a:pos x="connsiteX5395" y="connsiteY5395"/>
              </a:cxn>
              <a:cxn ang="0">
                <a:pos x="connsiteX5396" y="connsiteY5396"/>
              </a:cxn>
              <a:cxn ang="0">
                <a:pos x="connsiteX5397" y="connsiteY5397"/>
              </a:cxn>
              <a:cxn ang="0">
                <a:pos x="connsiteX5398" y="connsiteY5398"/>
              </a:cxn>
              <a:cxn ang="0">
                <a:pos x="connsiteX5399" y="connsiteY5399"/>
              </a:cxn>
              <a:cxn ang="0">
                <a:pos x="connsiteX5400" y="connsiteY5400"/>
              </a:cxn>
              <a:cxn ang="0">
                <a:pos x="connsiteX5401" y="connsiteY5401"/>
              </a:cxn>
              <a:cxn ang="0">
                <a:pos x="connsiteX5402" y="connsiteY5402"/>
              </a:cxn>
              <a:cxn ang="0">
                <a:pos x="connsiteX5403" y="connsiteY5403"/>
              </a:cxn>
              <a:cxn ang="0">
                <a:pos x="connsiteX5404" y="connsiteY5404"/>
              </a:cxn>
              <a:cxn ang="0">
                <a:pos x="connsiteX5405" y="connsiteY5405"/>
              </a:cxn>
              <a:cxn ang="0">
                <a:pos x="connsiteX5406" y="connsiteY5406"/>
              </a:cxn>
              <a:cxn ang="0">
                <a:pos x="connsiteX5407" y="connsiteY5407"/>
              </a:cxn>
              <a:cxn ang="0">
                <a:pos x="connsiteX5408" y="connsiteY5408"/>
              </a:cxn>
              <a:cxn ang="0">
                <a:pos x="connsiteX5409" y="connsiteY5409"/>
              </a:cxn>
              <a:cxn ang="0">
                <a:pos x="connsiteX5410" y="connsiteY5410"/>
              </a:cxn>
              <a:cxn ang="0">
                <a:pos x="connsiteX5411" y="connsiteY5411"/>
              </a:cxn>
              <a:cxn ang="0">
                <a:pos x="connsiteX5412" y="connsiteY5412"/>
              </a:cxn>
              <a:cxn ang="0">
                <a:pos x="connsiteX5413" y="connsiteY5413"/>
              </a:cxn>
              <a:cxn ang="0">
                <a:pos x="connsiteX5414" y="connsiteY5414"/>
              </a:cxn>
              <a:cxn ang="0">
                <a:pos x="connsiteX5415" y="connsiteY5415"/>
              </a:cxn>
              <a:cxn ang="0">
                <a:pos x="connsiteX5416" y="connsiteY5416"/>
              </a:cxn>
              <a:cxn ang="0">
                <a:pos x="connsiteX5417" y="connsiteY5417"/>
              </a:cxn>
              <a:cxn ang="0">
                <a:pos x="connsiteX5418" y="connsiteY5418"/>
              </a:cxn>
              <a:cxn ang="0">
                <a:pos x="connsiteX5419" y="connsiteY5419"/>
              </a:cxn>
              <a:cxn ang="0">
                <a:pos x="connsiteX5420" y="connsiteY5420"/>
              </a:cxn>
              <a:cxn ang="0">
                <a:pos x="connsiteX5421" y="connsiteY5421"/>
              </a:cxn>
              <a:cxn ang="0">
                <a:pos x="connsiteX5422" y="connsiteY5422"/>
              </a:cxn>
              <a:cxn ang="0">
                <a:pos x="connsiteX5423" y="connsiteY5423"/>
              </a:cxn>
              <a:cxn ang="0">
                <a:pos x="connsiteX5424" y="connsiteY5424"/>
              </a:cxn>
              <a:cxn ang="0">
                <a:pos x="connsiteX5425" y="connsiteY5425"/>
              </a:cxn>
              <a:cxn ang="0">
                <a:pos x="connsiteX5426" y="connsiteY5426"/>
              </a:cxn>
              <a:cxn ang="0">
                <a:pos x="connsiteX5427" y="connsiteY5427"/>
              </a:cxn>
              <a:cxn ang="0">
                <a:pos x="connsiteX5428" y="connsiteY5428"/>
              </a:cxn>
              <a:cxn ang="0">
                <a:pos x="connsiteX5429" y="connsiteY5429"/>
              </a:cxn>
              <a:cxn ang="0">
                <a:pos x="connsiteX5430" y="connsiteY5430"/>
              </a:cxn>
              <a:cxn ang="0">
                <a:pos x="connsiteX5431" y="connsiteY5431"/>
              </a:cxn>
              <a:cxn ang="0">
                <a:pos x="connsiteX5432" y="connsiteY5432"/>
              </a:cxn>
              <a:cxn ang="0">
                <a:pos x="connsiteX5433" y="connsiteY5433"/>
              </a:cxn>
              <a:cxn ang="0">
                <a:pos x="connsiteX5434" y="connsiteY5434"/>
              </a:cxn>
              <a:cxn ang="0">
                <a:pos x="connsiteX5435" y="connsiteY5435"/>
              </a:cxn>
              <a:cxn ang="0">
                <a:pos x="connsiteX5436" y="connsiteY5436"/>
              </a:cxn>
              <a:cxn ang="0">
                <a:pos x="connsiteX5437" y="connsiteY5437"/>
              </a:cxn>
              <a:cxn ang="0">
                <a:pos x="connsiteX5438" y="connsiteY5438"/>
              </a:cxn>
              <a:cxn ang="0">
                <a:pos x="connsiteX5439" y="connsiteY5439"/>
              </a:cxn>
              <a:cxn ang="0">
                <a:pos x="connsiteX5440" y="connsiteY5440"/>
              </a:cxn>
              <a:cxn ang="0">
                <a:pos x="connsiteX5441" y="connsiteY5441"/>
              </a:cxn>
              <a:cxn ang="0">
                <a:pos x="connsiteX5442" y="connsiteY5442"/>
              </a:cxn>
              <a:cxn ang="0">
                <a:pos x="connsiteX5443" y="connsiteY5443"/>
              </a:cxn>
              <a:cxn ang="0">
                <a:pos x="connsiteX5444" y="connsiteY5444"/>
              </a:cxn>
              <a:cxn ang="0">
                <a:pos x="connsiteX5445" y="connsiteY5445"/>
              </a:cxn>
              <a:cxn ang="0">
                <a:pos x="connsiteX5446" y="connsiteY5446"/>
              </a:cxn>
              <a:cxn ang="0">
                <a:pos x="connsiteX5447" y="connsiteY5447"/>
              </a:cxn>
              <a:cxn ang="0">
                <a:pos x="connsiteX5448" y="connsiteY5448"/>
              </a:cxn>
              <a:cxn ang="0">
                <a:pos x="connsiteX5449" y="connsiteY5449"/>
              </a:cxn>
              <a:cxn ang="0">
                <a:pos x="connsiteX5450" y="connsiteY5450"/>
              </a:cxn>
              <a:cxn ang="0">
                <a:pos x="connsiteX5451" y="connsiteY5451"/>
              </a:cxn>
              <a:cxn ang="0">
                <a:pos x="connsiteX5452" y="connsiteY5452"/>
              </a:cxn>
              <a:cxn ang="0">
                <a:pos x="connsiteX5453" y="connsiteY5453"/>
              </a:cxn>
              <a:cxn ang="0">
                <a:pos x="connsiteX5454" y="connsiteY5454"/>
              </a:cxn>
              <a:cxn ang="0">
                <a:pos x="connsiteX5455" y="connsiteY5455"/>
              </a:cxn>
              <a:cxn ang="0">
                <a:pos x="connsiteX5456" y="connsiteY5456"/>
              </a:cxn>
              <a:cxn ang="0">
                <a:pos x="connsiteX5457" y="connsiteY5457"/>
              </a:cxn>
              <a:cxn ang="0">
                <a:pos x="connsiteX5458" y="connsiteY5458"/>
              </a:cxn>
              <a:cxn ang="0">
                <a:pos x="connsiteX5459" y="connsiteY5459"/>
              </a:cxn>
              <a:cxn ang="0">
                <a:pos x="connsiteX5460" y="connsiteY5460"/>
              </a:cxn>
              <a:cxn ang="0">
                <a:pos x="connsiteX5461" y="connsiteY5461"/>
              </a:cxn>
              <a:cxn ang="0">
                <a:pos x="connsiteX5462" y="connsiteY5462"/>
              </a:cxn>
              <a:cxn ang="0">
                <a:pos x="connsiteX5463" y="connsiteY5463"/>
              </a:cxn>
              <a:cxn ang="0">
                <a:pos x="connsiteX5464" y="connsiteY5464"/>
              </a:cxn>
              <a:cxn ang="0">
                <a:pos x="connsiteX5465" y="connsiteY5465"/>
              </a:cxn>
              <a:cxn ang="0">
                <a:pos x="connsiteX5466" y="connsiteY5466"/>
              </a:cxn>
              <a:cxn ang="0">
                <a:pos x="connsiteX5467" y="connsiteY5467"/>
              </a:cxn>
              <a:cxn ang="0">
                <a:pos x="connsiteX5468" y="connsiteY5468"/>
              </a:cxn>
              <a:cxn ang="0">
                <a:pos x="connsiteX5469" y="connsiteY5469"/>
              </a:cxn>
              <a:cxn ang="0">
                <a:pos x="connsiteX5470" y="connsiteY5470"/>
              </a:cxn>
              <a:cxn ang="0">
                <a:pos x="connsiteX5471" y="connsiteY5471"/>
              </a:cxn>
              <a:cxn ang="0">
                <a:pos x="connsiteX5472" y="connsiteY5472"/>
              </a:cxn>
              <a:cxn ang="0">
                <a:pos x="connsiteX5473" y="connsiteY5473"/>
              </a:cxn>
              <a:cxn ang="0">
                <a:pos x="connsiteX5474" y="connsiteY5474"/>
              </a:cxn>
              <a:cxn ang="0">
                <a:pos x="connsiteX5475" y="connsiteY5475"/>
              </a:cxn>
              <a:cxn ang="0">
                <a:pos x="connsiteX5476" y="connsiteY5476"/>
              </a:cxn>
              <a:cxn ang="0">
                <a:pos x="connsiteX5477" y="connsiteY5477"/>
              </a:cxn>
              <a:cxn ang="0">
                <a:pos x="connsiteX5478" y="connsiteY5478"/>
              </a:cxn>
              <a:cxn ang="0">
                <a:pos x="connsiteX5479" y="connsiteY5479"/>
              </a:cxn>
              <a:cxn ang="0">
                <a:pos x="connsiteX5480" y="connsiteY5480"/>
              </a:cxn>
              <a:cxn ang="0">
                <a:pos x="connsiteX5481" y="connsiteY5481"/>
              </a:cxn>
              <a:cxn ang="0">
                <a:pos x="connsiteX5482" y="connsiteY5482"/>
              </a:cxn>
              <a:cxn ang="0">
                <a:pos x="connsiteX5483" y="connsiteY5483"/>
              </a:cxn>
              <a:cxn ang="0">
                <a:pos x="connsiteX5484" y="connsiteY5484"/>
              </a:cxn>
              <a:cxn ang="0">
                <a:pos x="connsiteX5485" y="connsiteY5485"/>
              </a:cxn>
              <a:cxn ang="0">
                <a:pos x="connsiteX5486" y="connsiteY5486"/>
              </a:cxn>
              <a:cxn ang="0">
                <a:pos x="connsiteX5487" y="connsiteY5487"/>
              </a:cxn>
              <a:cxn ang="0">
                <a:pos x="connsiteX5488" y="connsiteY5488"/>
              </a:cxn>
              <a:cxn ang="0">
                <a:pos x="connsiteX5489" y="connsiteY5489"/>
              </a:cxn>
              <a:cxn ang="0">
                <a:pos x="connsiteX5490" y="connsiteY5490"/>
              </a:cxn>
              <a:cxn ang="0">
                <a:pos x="connsiteX5491" y="connsiteY5491"/>
              </a:cxn>
              <a:cxn ang="0">
                <a:pos x="connsiteX5492" y="connsiteY5492"/>
              </a:cxn>
              <a:cxn ang="0">
                <a:pos x="connsiteX5493" y="connsiteY5493"/>
              </a:cxn>
              <a:cxn ang="0">
                <a:pos x="connsiteX5494" y="connsiteY5494"/>
              </a:cxn>
              <a:cxn ang="0">
                <a:pos x="connsiteX5495" y="connsiteY5495"/>
              </a:cxn>
              <a:cxn ang="0">
                <a:pos x="connsiteX5496" y="connsiteY5496"/>
              </a:cxn>
              <a:cxn ang="0">
                <a:pos x="connsiteX5497" y="connsiteY5497"/>
              </a:cxn>
              <a:cxn ang="0">
                <a:pos x="connsiteX5498" y="connsiteY5498"/>
              </a:cxn>
              <a:cxn ang="0">
                <a:pos x="connsiteX5499" y="connsiteY5499"/>
              </a:cxn>
              <a:cxn ang="0">
                <a:pos x="connsiteX5500" y="connsiteY5500"/>
              </a:cxn>
              <a:cxn ang="0">
                <a:pos x="connsiteX5501" y="connsiteY5501"/>
              </a:cxn>
              <a:cxn ang="0">
                <a:pos x="connsiteX5502" y="connsiteY5502"/>
              </a:cxn>
              <a:cxn ang="0">
                <a:pos x="connsiteX5503" y="connsiteY5503"/>
              </a:cxn>
              <a:cxn ang="0">
                <a:pos x="connsiteX5504" y="connsiteY5504"/>
              </a:cxn>
              <a:cxn ang="0">
                <a:pos x="connsiteX5505" y="connsiteY5505"/>
              </a:cxn>
              <a:cxn ang="0">
                <a:pos x="connsiteX5506" y="connsiteY5506"/>
              </a:cxn>
              <a:cxn ang="0">
                <a:pos x="connsiteX5507" y="connsiteY5507"/>
              </a:cxn>
              <a:cxn ang="0">
                <a:pos x="connsiteX5508" y="connsiteY5508"/>
              </a:cxn>
              <a:cxn ang="0">
                <a:pos x="connsiteX5509" y="connsiteY5509"/>
              </a:cxn>
              <a:cxn ang="0">
                <a:pos x="connsiteX5510" y="connsiteY5510"/>
              </a:cxn>
              <a:cxn ang="0">
                <a:pos x="connsiteX5511" y="connsiteY5511"/>
              </a:cxn>
              <a:cxn ang="0">
                <a:pos x="connsiteX5512" y="connsiteY5512"/>
              </a:cxn>
              <a:cxn ang="0">
                <a:pos x="connsiteX5513" y="connsiteY5513"/>
              </a:cxn>
              <a:cxn ang="0">
                <a:pos x="connsiteX5514" y="connsiteY5514"/>
              </a:cxn>
              <a:cxn ang="0">
                <a:pos x="connsiteX5515" y="connsiteY5515"/>
              </a:cxn>
              <a:cxn ang="0">
                <a:pos x="connsiteX5516" y="connsiteY5516"/>
              </a:cxn>
              <a:cxn ang="0">
                <a:pos x="connsiteX5517" y="connsiteY5517"/>
              </a:cxn>
              <a:cxn ang="0">
                <a:pos x="connsiteX5518" y="connsiteY5518"/>
              </a:cxn>
              <a:cxn ang="0">
                <a:pos x="connsiteX5519" y="connsiteY5519"/>
              </a:cxn>
              <a:cxn ang="0">
                <a:pos x="connsiteX5520" y="connsiteY5520"/>
              </a:cxn>
              <a:cxn ang="0">
                <a:pos x="connsiteX5521" y="connsiteY5521"/>
              </a:cxn>
              <a:cxn ang="0">
                <a:pos x="connsiteX5522" y="connsiteY5522"/>
              </a:cxn>
              <a:cxn ang="0">
                <a:pos x="connsiteX5523" y="connsiteY5523"/>
              </a:cxn>
              <a:cxn ang="0">
                <a:pos x="connsiteX5524" y="connsiteY5524"/>
              </a:cxn>
              <a:cxn ang="0">
                <a:pos x="connsiteX5525" y="connsiteY5525"/>
              </a:cxn>
              <a:cxn ang="0">
                <a:pos x="connsiteX5526" y="connsiteY5526"/>
              </a:cxn>
              <a:cxn ang="0">
                <a:pos x="connsiteX5527" y="connsiteY5527"/>
              </a:cxn>
              <a:cxn ang="0">
                <a:pos x="connsiteX5528" y="connsiteY5528"/>
              </a:cxn>
              <a:cxn ang="0">
                <a:pos x="connsiteX5529" y="connsiteY5529"/>
              </a:cxn>
              <a:cxn ang="0">
                <a:pos x="connsiteX5530" y="connsiteY5530"/>
              </a:cxn>
              <a:cxn ang="0">
                <a:pos x="connsiteX5531" y="connsiteY5531"/>
              </a:cxn>
              <a:cxn ang="0">
                <a:pos x="connsiteX5532" y="connsiteY5532"/>
              </a:cxn>
              <a:cxn ang="0">
                <a:pos x="connsiteX5533" y="connsiteY5533"/>
              </a:cxn>
              <a:cxn ang="0">
                <a:pos x="connsiteX5534" y="connsiteY5534"/>
              </a:cxn>
              <a:cxn ang="0">
                <a:pos x="connsiteX5535" y="connsiteY5535"/>
              </a:cxn>
              <a:cxn ang="0">
                <a:pos x="connsiteX5536" y="connsiteY5536"/>
              </a:cxn>
              <a:cxn ang="0">
                <a:pos x="connsiteX5537" y="connsiteY5537"/>
              </a:cxn>
              <a:cxn ang="0">
                <a:pos x="connsiteX5538" y="connsiteY5538"/>
              </a:cxn>
              <a:cxn ang="0">
                <a:pos x="connsiteX5539" y="connsiteY5539"/>
              </a:cxn>
              <a:cxn ang="0">
                <a:pos x="connsiteX5540" y="connsiteY5540"/>
              </a:cxn>
              <a:cxn ang="0">
                <a:pos x="connsiteX5541" y="connsiteY5541"/>
              </a:cxn>
              <a:cxn ang="0">
                <a:pos x="connsiteX5542" y="connsiteY5542"/>
              </a:cxn>
              <a:cxn ang="0">
                <a:pos x="connsiteX5543" y="connsiteY5543"/>
              </a:cxn>
              <a:cxn ang="0">
                <a:pos x="connsiteX5544" y="connsiteY5544"/>
              </a:cxn>
              <a:cxn ang="0">
                <a:pos x="connsiteX5545" y="connsiteY5545"/>
              </a:cxn>
              <a:cxn ang="0">
                <a:pos x="connsiteX5546" y="connsiteY5546"/>
              </a:cxn>
              <a:cxn ang="0">
                <a:pos x="connsiteX5547" y="connsiteY5547"/>
              </a:cxn>
              <a:cxn ang="0">
                <a:pos x="connsiteX5548" y="connsiteY5548"/>
              </a:cxn>
              <a:cxn ang="0">
                <a:pos x="connsiteX5549" y="connsiteY5549"/>
              </a:cxn>
              <a:cxn ang="0">
                <a:pos x="connsiteX5550" y="connsiteY5550"/>
              </a:cxn>
              <a:cxn ang="0">
                <a:pos x="connsiteX5551" y="connsiteY5551"/>
              </a:cxn>
              <a:cxn ang="0">
                <a:pos x="connsiteX5552" y="connsiteY5552"/>
              </a:cxn>
              <a:cxn ang="0">
                <a:pos x="connsiteX5553" y="connsiteY5553"/>
              </a:cxn>
              <a:cxn ang="0">
                <a:pos x="connsiteX5554" y="connsiteY5554"/>
              </a:cxn>
              <a:cxn ang="0">
                <a:pos x="connsiteX5555" y="connsiteY5555"/>
              </a:cxn>
              <a:cxn ang="0">
                <a:pos x="connsiteX5556" y="connsiteY5556"/>
              </a:cxn>
              <a:cxn ang="0">
                <a:pos x="connsiteX5557" y="connsiteY5557"/>
              </a:cxn>
              <a:cxn ang="0">
                <a:pos x="connsiteX5558" y="connsiteY5558"/>
              </a:cxn>
              <a:cxn ang="0">
                <a:pos x="connsiteX5559" y="connsiteY5559"/>
              </a:cxn>
              <a:cxn ang="0">
                <a:pos x="connsiteX5560" y="connsiteY5560"/>
              </a:cxn>
              <a:cxn ang="0">
                <a:pos x="connsiteX5561" y="connsiteY5561"/>
              </a:cxn>
              <a:cxn ang="0">
                <a:pos x="connsiteX5562" y="connsiteY5562"/>
              </a:cxn>
              <a:cxn ang="0">
                <a:pos x="connsiteX5563" y="connsiteY5563"/>
              </a:cxn>
              <a:cxn ang="0">
                <a:pos x="connsiteX5564" y="connsiteY5564"/>
              </a:cxn>
              <a:cxn ang="0">
                <a:pos x="connsiteX5565" y="connsiteY5565"/>
              </a:cxn>
              <a:cxn ang="0">
                <a:pos x="connsiteX5566" y="connsiteY5566"/>
              </a:cxn>
              <a:cxn ang="0">
                <a:pos x="connsiteX5567" y="connsiteY5567"/>
              </a:cxn>
              <a:cxn ang="0">
                <a:pos x="connsiteX5568" y="connsiteY5568"/>
              </a:cxn>
              <a:cxn ang="0">
                <a:pos x="connsiteX5569" y="connsiteY5569"/>
              </a:cxn>
              <a:cxn ang="0">
                <a:pos x="connsiteX5570" y="connsiteY5570"/>
              </a:cxn>
              <a:cxn ang="0">
                <a:pos x="connsiteX5571" y="connsiteY5571"/>
              </a:cxn>
              <a:cxn ang="0">
                <a:pos x="connsiteX5572" y="connsiteY5572"/>
              </a:cxn>
              <a:cxn ang="0">
                <a:pos x="connsiteX5573" y="connsiteY5573"/>
              </a:cxn>
              <a:cxn ang="0">
                <a:pos x="connsiteX5574" y="connsiteY5574"/>
              </a:cxn>
              <a:cxn ang="0">
                <a:pos x="connsiteX5575" y="connsiteY5575"/>
              </a:cxn>
              <a:cxn ang="0">
                <a:pos x="connsiteX5576" y="connsiteY5576"/>
              </a:cxn>
              <a:cxn ang="0">
                <a:pos x="connsiteX5577" y="connsiteY5577"/>
              </a:cxn>
              <a:cxn ang="0">
                <a:pos x="connsiteX5578" y="connsiteY5578"/>
              </a:cxn>
              <a:cxn ang="0">
                <a:pos x="connsiteX5579" y="connsiteY5579"/>
              </a:cxn>
              <a:cxn ang="0">
                <a:pos x="connsiteX5580" y="connsiteY5580"/>
              </a:cxn>
              <a:cxn ang="0">
                <a:pos x="connsiteX5581" y="connsiteY5581"/>
              </a:cxn>
              <a:cxn ang="0">
                <a:pos x="connsiteX5582" y="connsiteY5582"/>
              </a:cxn>
              <a:cxn ang="0">
                <a:pos x="connsiteX5583" y="connsiteY5583"/>
              </a:cxn>
              <a:cxn ang="0">
                <a:pos x="connsiteX5584" y="connsiteY5584"/>
              </a:cxn>
              <a:cxn ang="0">
                <a:pos x="connsiteX5585" y="connsiteY5585"/>
              </a:cxn>
              <a:cxn ang="0">
                <a:pos x="connsiteX5586" y="connsiteY5586"/>
              </a:cxn>
              <a:cxn ang="0">
                <a:pos x="connsiteX5587" y="connsiteY5587"/>
              </a:cxn>
              <a:cxn ang="0">
                <a:pos x="connsiteX5588" y="connsiteY5588"/>
              </a:cxn>
              <a:cxn ang="0">
                <a:pos x="connsiteX5589" y="connsiteY5589"/>
              </a:cxn>
              <a:cxn ang="0">
                <a:pos x="connsiteX5590" y="connsiteY5590"/>
              </a:cxn>
              <a:cxn ang="0">
                <a:pos x="connsiteX5591" y="connsiteY5591"/>
              </a:cxn>
              <a:cxn ang="0">
                <a:pos x="connsiteX5592" y="connsiteY5592"/>
              </a:cxn>
              <a:cxn ang="0">
                <a:pos x="connsiteX5593" y="connsiteY5593"/>
              </a:cxn>
              <a:cxn ang="0">
                <a:pos x="connsiteX5594" y="connsiteY5594"/>
              </a:cxn>
              <a:cxn ang="0">
                <a:pos x="connsiteX5595" y="connsiteY5595"/>
              </a:cxn>
              <a:cxn ang="0">
                <a:pos x="connsiteX5596" y="connsiteY5596"/>
              </a:cxn>
              <a:cxn ang="0">
                <a:pos x="connsiteX5597" y="connsiteY5597"/>
              </a:cxn>
              <a:cxn ang="0">
                <a:pos x="connsiteX5598" y="connsiteY5598"/>
              </a:cxn>
              <a:cxn ang="0">
                <a:pos x="connsiteX5599" y="connsiteY5599"/>
              </a:cxn>
              <a:cxn ang="0">
                <a:pos x="connsiteX5600" y="connsiteY5600"/>
              </a:cxn>
              <a:cxn ang="0">
                <a:pos x="connsiteX5601" y="connsiteY5601"/>
              </a:cxn>
              <a:cxn ang="0">
                <a:pos x="connsiteX5602" y="connsiteY5602"/>
              </a:cxn>
              <a:cxn ang="0">
                <a:pos x="connsiteX5603" y="connsiteY5603"/>
              </a:cxn>
              <a:cxn ang="0">
                <a:pos x="connsiteX5604" y="connsiteY5604"/>
              </a:cxn>
              <a:cxn ang="0">
                <a:pos x="connsiteX5605" y="connsiteY5605"/>
              </a:cxn>
              <a:cxn ang="0">
                <a:pos x="connsiteX5606" y="connsiteY5606"/>
              </a:cxn>
              <a:cxn ang="0">
                <a:pos x="connsiteX5607" y="connsiteY5607"/>
              </a:cxn>
              <a:cxn ang="0">
                <a:pos x="connsiteX5608" y="connsiteY5608"/>
              </a:cxn>
              <a:cxn ang="0">
                <a:pos x="connsiteX5609" y="connsiteY5609"/>
              </a:cxn>
              <a:cxn ang="0">
                <a:pos x="connsiteX5610" y="connsiteY5610"/>
              </a:cxn>
              <a:cxn ang="0">
                <a:pos x="connsiteX5611" y="connsiteY5611"/>
              </a:cxn>
              <a:cxn ang="0">
                <a:pos x="connsiteX5612" y="connsiteY5612"/>
              </a:cxn>
              <a:cxn ang="0">
                <a:pos x="connsiteX5613" y="connsiteY5613"/>
              </a:cxn>
              <a:cxn ang="0">
                <a:pos x="connsiteX5614" y="connsiteY5614"/>
              </a:cxn>
              <a:cxn ang="0">
                <a:pos x="connsiteX5615" y="connsiteY5615"/>
              </a:cxn>
              <a:cxn ang="0">
                <a:pos x="connsiteX5616" y="connsiteY5616"/>
              </a:cxn>
              <a:cxn ang="0">
                <a:pos x="connsiteX5617" y="connsiteY5617"/>
              </a:cxn>
              <a:cxn ang="0">
                <a:pos x="connsiteX5618" y="connsiteY5618"/>
              </a:cxn>
              <a:cxn ang="0">
                <a:pos x="connsiteX5619" y="connsiteY5619"/>
              </a:cxn>
              <a:cxn ang="0">
                <a:pos x="connsiteX5620" y="connsiteY5620"/>
              </a:cxn>
              <a:cxn ang="0">
                <a:pos x="connsiteX5621" y="connsiteY5621"/>
              </a:cxn>
              <a:cxn ang="0">
                <a:pos x="connsiteX5622" y="connsiteY5622"/>
              </a:cxn>
              <a:cxn ang="0">
                <a:pos x="connsiteX5623" y="connsiteY5623"/>
              </a:cxn>
              <a:cxn ang="0">
                <a:pos x="connsiteX5624" y="connsiteY5624"/>
              </a:cxn>
              <a:cxn ang="0">
                <a:pos x="connsiteX5625" y="connsiteY5625"/>
              </a:cxn>
              <a:cxn ang="0">
                <a:pos x="connsiteX5626" y="connsiteY5626"/>
              </a:cxn>
              <a:cxn ang="0">
                <a:pos x="connsiteX5627" y="connsiteY5627"/>
              </a:cxn>
              <a:cxn ang="0">
                <a:pos x="connsiteX5628" y="connsiteY5628"/>
              </a:cxn>
              <a:cxn ang="0">
                <a:pos x="connsiteX5629" y="connsiteY5629"/>
              </a:cxn>
              <a:cxn ang="0">
                <a:pos x="connsiteX5630" y="connsiteY5630"/>
              </a:cxn>
              <a:cxn ang="0">
                <a:pos x="connsiteX5631" y="connsiteY5631"/>
              </a:cxn>
              <a:cxn ang="0">
                <a:pos x="connsiteX5632" y="connsiteY5632"/>
              </a:cxn>
              <a:cxn ang="0">
                <a:pos x="connsiteX5633" y="connsiteY5633"/>
              </a:cxn>
              <a:cxn ang="0">
                <a:pos x="connsiteX5634" y="connsiteY5634"/>
              </a:cxn>
              <a:cxn ang="0">
                <a:pos x="connsiteX5635" y="connsiteY5635"/>
              </a:cxn>
              <a:cxn ang="0">
                <a:pos x="connsiteX5636" y="connsiteY5636"/>
              </a:cxn>
              <a:cxn ang="0">
                <a:pos x="connsiteX5637" y="connsiteY5637"/>
              </a:cxn>
              <a:cxn ang="0">
                <a:pos x="connsiteX5638" y="connsiteY5638"/>
              </a:cxn>
              <a:cxn ang="0">
                <a:pos x="connsiteX5639" y="connsiteY5639"/>
              </a:cxn>
              <a:cxn ang="0">
                <a:pos x="connsiteX5640" y="connsiteY5640"/>
              </a:cxn>
              <a:cxn ang="0">
                <a:pos x="connsiteX5641" y="connsiteY5641"/>
              </a:cxn>
              <a:cxn ang="0">
                <a:pos x="connsiteX5642" y="connsiteY5642"/>
              </a:cxn>
              <a:cxn ang="0">
                <a:pos x="connsiteX5643" y="connsiteY5643"/>
              </a:cxn>
              <a:cxn ang="0">
                <a:pos x="connsiteX5644" y="connsiteY5644"/>
              </a:cxn>
              <a:cxn ang="0">
                <a:pos x="connsiteX5645" y="connsiteY5645"/>
              </a:cxn>
              <a:cxn ang="0">
                <a:pos x="connsiteX5646" y="connsiteY5646"/>
              </a:cxn>
              <a:cxn ang="0">
                <a:pos x="connsiteX5647" y="connsiteY5647"/>
              </a:cxn>
              <a:cxn ang="0">
                <a:pos x="connsiteX5648" y="connsiteY5648"/>
              </a:cxn>
              <a:cxn ang="0">
                <a:pos x="connsiteX5649" y="connsiteY5649"/>
              </a:cxn>
              <a:cxn ang="0">
                <a:pos x="connsiteX5650" y="connsiteY5650"/>
              </a:cxn>
              <a:cxn ang="0">
                <a:pos x="connsiteX5651" y="connsiteY5651"/>
              </a:cxn>
              <a:cxn ang="0">
                <a:pos x="connsiteX5652" y="connsiteY5652"/>
              </a:cxn>
              <a:cxn ang="0">
                <a:pos x="connsiteX5653" y="connsiteY5653"/>
              </a:cxn>
              <a:cxn ang="0">
                <a:pos x="connsiteX5654" y="connsiteY5654"/>
              </a:cxn>
              <a:cxn ang="0">
                <a:pos x="connsiteX5655" y="connsiteY5655"/>
              </a:cxn>
              <a:cxn ang="0">
                <a:pos x="connsiteX5656" y="connsiteY5656"/>
              </a:cxn>
              <a:cxn ang="0">
                <a:pos x="connsiteX5657" y="connsiteY5657"/>
              </a:cxn>
              <a:cxn ang="0">
                <a:pos x="connsiteX5658" y="connsiteY5658"/>
              </a:cxn>
              <a:cxn ang="0">
                <a:pos x="connsiteX5659" y="connsiteY5659"/>
              </a:cxn>
              <a:cxn ang="0">
                <a:pos x="connsiteX5660" y="connsiteY5660"/>
              </a:cxn>
              <a:cxn ang="0">
                <a:pos x="connsiteX5661" y="connsiteY5661"/>
              </a:cxn>
              <a:cxn ang="0">
                <a:pos x="connsiteX5662" y="connsiteY5662"/>
              </a:cxn>
              <a:cxn ang="0">
                <a:pos x="connsiteX5663" y="connsiteY5663"/>
              </a:cxn>
              <a:cxn ang="0">
                <a:pos x="connsiteX5664" y="connsiteY5664"/>
              </a:cxn>
              <a:cxn ang="0">
                <a:pos x="connsiteX5665" y="connsiteY5665"/>
              </a:cxn>
              <a:cxn ang="0">
                <a:pos x="connsiteX5666" y="connsiteY5666"/>
              </a:cxn>
              <a:cxn ang="0">
                <a:pos x="connsiteX5667" y="connsiteY5667"/>
              </a:cxn>
              <a:cxn ang="0">
                <a:pos x="connsiteX5668" y="connsiteY5668"/>
              </a:cxn>
              <a:cxn ang="0">
                <a:pos x="connsiteX5669" y="connsiteY5669"/>
              </a:cxn>
              <a:cxn ang="0">
                <a:pos x="connsiteX5670" y="connsiteY5670"/>
              </a:cxn>
              <a:cxn ang="0">
                <a:pos x="connsiteX5671" y="connsiteY5671"/>
              </a:cxn>
              <a:cxn ang="0">
                <a:pos x="connsiteX5672" y="connsiteY5672"/>
              </a:cxn>
              <a:cxn ang="0">
                <a:pos x="connsiteX5673" y="connsiteY5673"/>
              </a:cxn>
              <a:cxn ang="0">
                <a:pos x="connsiteX5674" y="connsiteY5674"/>
              </a:cxn>
              <a:cxn ang="0">
                <a:pos x="connsiteX5675" y="connsiteY5675"/>
              </a:cxn>
              <a:cxn ang="0">
                <a:pos x="connsiteX5676" y="connsiteY5676"/>
              </a:cxn>
              <a:cxn ang="0">
                <a:pos x="connsiteX5677" y="connsiteY5677"/>
              </a:cxn>
              <a:cxn ang="0">
                <a:pos x="connsiteX5678" y="connsiteY5678"/>
              </a:cxn>
              <a:cxn ang="0">
                <a:pos x="connsiteX5679" y="connsiteY5679"/>
              </a:cxn>
              <a:cxn ang="0">
                <a:pos x="connsiteX5680" y="connsiteY5680"/>
              </a:cxn>
              <a:cxn ang="0">
                <a:pos x="connsiteX5681" y="connsiteY5681"/>
              </a:cxn>
              <a:cxn ang="0">
                <a:pos x="connsiteX5682" y="connsiteY5682"/>
              </a:cxn>
              <a:cxn ang="0">
                <a:pos x="connsiteX5683" y="connsiteY5683"/>
              </a:cxn>
              <a:cxn ang="0">
                <a:pos x="connsiteX5684" y="connsiteY5684"/>
              </a:cxn>
              <a:cxn ang="0">
                <a:pos x="connsiteX5685" y="connsiteY5685"/>
              </a:cxn>
              <a:cxn ang="0">
                <a:pos x="connsiteX5686" y="connsiteY5686"/>
              </a:cxn>
              <a:cxn ang="0">
                <a:pos x="connsiteX5687" y="connsiteY5687"/>
              </a:cxn>
              <a:cxn ang="0">
                <a:pos x="connsiteX5688" y="connsiteY5688"/>
              </a:cxn>
              <a:cxn ang="0">
                <a:pos x="connsiteX5689" y="connsiteY5689"/>
              </a:cxn>
              <a:cxn ang="0">
                <a:pos x="connsiteX5690" y="connsiteY5690"/>
              </a:cxn>
              <a:cxn ang="0">
                <a:pos x="connsiteX5691" y="connsiteY5691"/>
              </a:cxn>
              <a:cxn ang="0">
                <a:pos x="connsiteX5692" y="connsiteY5692"/>
              </a:cxn>
              <a:cxn ang="0">
                <a:pos x="connsiteX5693" y="connsiteY5693"/>
              </a:cxn>
              <a:cxn ang="0">
                <a:pos x="connsiteX5694" y="connsiteY5694"/>
              </a:cxn>
              <a:cxn ang="0">
                <a:pos x="connsiteX5695" y="connsiteY5695"/>
              </a:cxn>
              <a:cxn ang="0">
                <a:pos x="connsiteX5696" y="connsiteY5696"/>
              </a:cxn>
              <a:cxn ang="0">
                <a:pos x="connsiteX5697" y="connsiteY5697"/>
              </a:cxn>
              <a:cxn ang="0">
                <a:pos x="connsiteX5698" y="connsiteY5698"/>
              </a:cxn>
              <a:cxn ang="0">
                <a:pos x="connsiteX5699" y="connsiteY5699"/>
              </a:cxn>
              <a:cxn ang="0">
                <a:pos x="connsiteX5700" y="connsiteY5700"/>
              </a:cxn>
              <a:cxn ang="0">
                <a:pos x="connsiteX5701" y="connsiteY5701"/>
              </a:cxn>
              <a:cxn ang="0">
                <a:pos x="connsiteX5702" y="connsiteY5702"/>
              </a:cxn>
              <a:cxn ang="0">
                <a:pos x="connsiteX5703" y="connsiteY5703"/>
              </a:cxn>
              <a:cxn ang="0">
                <a:pos x="connsiteX5704" y="connsiteY5704"/>
              </a:cxn>
              <a:cxn ang="0">
                <a:pos x="connsiteX5705" y="connsiteY5705"/>
              </a:cxn>
              <a:cxn ang="0">
                <a:pos x="connsiteX5706" y="connsiteY5706"/>
              </a:cxn>
              <a:cxn ang="0">
                <a:pos x="connsiteX5707" y="connsiteY5707"/>
              </a:cxn>
              <a:cxn ang="0">
                <a:pos x="connsiteX5708" y="connsiteY5708"/>
              </a:cxn>
              <a:cxn ang="0">
                <a:pos x="connsiteX5709" y="connsiteY5709"/>
              </a:cxn>
              <a:cxn ang="0">
                <a:pos x="connsiteX5710" y="connsiteY5710"/>
              </a:cxn>
              <a:cxn ang="0">
                <a:pos x="connsiteX5711" y="connsiteY5711"/>
              </a:cxn>
              <a:cxn ang="0">
                <a:pos x="connsiteX5712" y="connsiteY5712"/>
              </a:cxn>
              <a:cxn ang="0">
                <a:pos x="connsiteX5713" y="connsiteY5713"/>
              </a:cxn>
              <a:cxn ang="0">
                <a:pos x="connsiteX5714" y="connsiteY5714"/>
              </a:cxn>
              <a:cxn ang="0">
                <a:pos x="connsiteX5715" y="connsiteY5715"/>
              </a:cxn>
              <a:cxn ang="0">
                <a:pos x="connsiteX5716" y="connsiteY5716"/>
              </a:cxn>
              <a:cxn ang="0">
                <a:pos x="connsiteX5717" y="connsiteY5717"/>
              </a:cxn>
              <a:cxn ang="0">
                <a:pos x="connsiteX5718" y="connsiteY5718"/>
              </a:cxn>
              <a:cxn ang="0">
                <a:pos x="connsiteX5719" y="connsiteY5719"/>
              </a:cxn>
              <a:cxn ang="0">
                <a:pos x="connsiteX5720" y="connsiteY5720"/>
              </a:cxn>
              <a:cxn ang="0">
                <a:pos x="connsiteX5721" y="connsiteY5721"/>
              </a:cxn>
              <a:cxn ang="0">
                <a:pos x="connsiteX5722" y="connsiteY5722"/>
              </a:cxn>
              <a:cxn ang="0">
                <a:pos x="connsiteX5723" y="connsiteY5723"/>
              </a:cxn>
              <a:cxn ang="0">
                <a:pos x="connsiteX5724" y="connsiteY5724"/>
              </a:cxn>
              <a:cxn ang="0">
                <a:pos x="connsiteX5725" y="connsiteY5725"/>
              </a:cxn>
              <a:cxn ang="0">
                <a:pos x="connsiteX5726" y="connsiteY5726"/>
              </a:cxn>
              <a:cxn ang="0">
                <a:pos x="connsiteX5727" y="connsiteY5727"/>
              </a:cxn>
              <a:cxn ang="0">
                <a:pos x="connsiteX5728" y="connsiteY5728"/>
              </a:cxn>
              <a:cxn ang="0">
                <a:pos x="connsiteX5729" y="connsiteY5729"/>
              </a:cxn>
              <a:cxn ang="0">
                <a:pos x="connsiteX5730" y="connsiteY5730"/>
              </a:cxn>
              <a:cxn ang="0">
                <a:pos x="connsiteX5731" y="connsiteY5731"/>
              </a:cxn>
              <a:cxn ang="0">
                <a:pos x="connsiteX5732" y="connsiteY5732"/>
              </a:cxn>
              <a:cxn ang="0">
                <a:pos x="connsiteX5733" y="connsiteY5733"/>
              </a:cxn>
              <a:cxn ang="0">
                <a:pos x="connsiteX5734" y="connsiteY5734"/>
              </a:cxn>
              <a:cxn ang="0">
                <a:pos x="connsiteX5735" y="connsiteY5735"/>
              </a:cxn>
              <a:cxn ang="0">
                <a:pos x="connsiteX5736" y="connsiteY5736"/>
              </a:cxn>
              <a:cxn ang="0">
                <a:pos x="connsiteX5737" y="connsiteY5737"/>
              </a:cxn>
              <a:cxn ang="0">
                <a:pos x="connsiteX5738" y="connsiteY5738"/>
              </a:cxn>
              <a:cxn ang="0">
                <a:pos x="connsiteX5739" y="connsiteY5739"/>
              </a:cxn>
              <a:cxn ang="0">
                <a:pos x="connsiteX5740" y="connsiteY5740"/>
              </a:cxn>
              <a:cxn ang="0">
                <a:pos x="connsiteX5741" y="connsiteY5741"/>
              </a:cxn>
              <a:cxn ang="0">
                <a:pos x="connsiteX5742" y="connsiteY5742"/>
              </a:cxn>
              <a:cxn ang="0">
                <a:pos x="connsiteX5743" y="connsiteY5743"/>
              </a:cxn>
              <a:cxn ang="0">
                <a:pos x="connsiteX5744" y="connsiteY5744"/>
              </a:cxn>
              <a:cxn ang="0">
                <a:pos x="connsiteX5745" y="connsiteY5745"/>
              </a:cxn>
              <a:cxn ang="0">
                <a:pos x="connsiteX5746" y="connsiteY5746"/>
              </a:cxn>
              <a:cxn ang="0">
                <a:pos x="connsiteX5747" y="connsiteY5747"/>
              </a:cxn>
              <a:cxn ang="0">
                <a:pos x="connsiteX5748" y="connsiteY5748"/>
              </a:cxn>
              <a:cxn ang="0">
                <a:pos x="connsiteX5749" y="connsiteY5749"/>
              </a:cxn>
              <a:cxn ang="0">
                <a:pos x="connsiteX5750" y="connsiteY5750"/>
              </a:cxn>
              <a:cxn ang="0">
                <a:pos x="connsiteX5751" y="connsiteY5751"/>
              </a:cxn>
              <a:cxn ang="0">
                <a:pos x="connsiteX5752" y="connsiteY5752"/>
              </a:cxn>
              <a:cxn ang="0">
                <a:pos x="connsiteX5753" y="connsiteY5753"/>
              </a:cxn>
              <a:cxn ang="0">
                <a:pos x="connsiteX5754" y="connsiteY5754"/>
              </a:cxn>
              <a:cxn ang="0">
                <a:pos x="connsiteX5755" y="connsiteY5755"/>
              </a:cxn>
              <a:cxn ang="0">
                <a:pos x="connsiteX5756" y="connsiteY5756"/>
              </a:cxn>
              <a:cxn ang="0">
                <a:pos x="connsiteX5757" y="connsiteY5757"/>
              </a:cxn>
              <a:cxn ang="0">
                <a:pos x="connsiteX5758" y="connsiteY5758"/>
              </a:cxn>
              <a:cxn ang="0">
                <a:pos x="connsiteX5759" y="connsiteY5759"/>
              </a:cxn>
              <a:cxn ang="0">
                <a:pos x="connsiteX5760" y="connsiteY5760"/>
              </a:cxn>
              <a:cxn ang="0">
                <a:pos x="connsiteX5761" y="connsiteY5761"/>
              </a:cxn>
              <a:cxn ang="0">
                <a:pos x="connsiteX5762" y="connsiteY5762"/>
              </a:cxn>
              <a:cxn ang="0">
                <a:pos x="connsiteX5763" y="connsiteY5763"/>
              </a:cxn>
              <a:cxn ang="0">
                <a:pos x="connsiteX5764" y="connsiteY5764"/>
              </a:cxn>
              <a:cxn ang="0">
                <a:pos x="connsiteX5765" y="connsiteY5765"/>
              </a:cxn>
              <a:cxn ang="0">
                <a:pos x="connsiteX5766" y="connsiteY5766"/>
              </a:cxn>
              <a:cxn ang="0">
                <a:pos x="connsiteX5767" y="connsiteY5767"/>
              </a:cxn>
              <a:cxn ang="0">
                <a:pos x="connsiteX5768" y="connsiteY5768"/>
              </a:cxn>
              <a:cxn ang="0">
                <a:pos x="connsiteX5769" y="connsiteY5769"/>
              </a:cxn>
              <a:cxn ang="0">
                <a:pos x="connsiteX5770" y="connsiteY5770"/>
              </a:cxn>
              <a:cxn ang="0">
                <a:pos x="connsiteX5771" y="connsiteY5771"/>
              </a:cxn>
              <a:cxn ang="0">
                <a:pos x="connsiteX5772" y="connsiteY5772"/>
              </a:cxn>
              <a:cxn ang="0">
                <a:pos x="connsiteX5773" y="connsiteY5773"/>
              </a:cxn>
              <a:cxn ang="0">
                <a:pos x="connsiteX5774" y="connsiteY5774"/>
              </a:cxn>
              <a:cxn ang="0">
                <a:pos x="connsiteX5775" y="connsiteY5775"/>
              </a:cxn>
              <a:cxn ang="0">
                <a:pos x="connsiteX5776" y="connsiteY5776"/>
              </a:cxn>
              <a:cxn ang="0">
                <a:pos x="connsiteX5777" y="connsiteY5777"/>
              </a:cxn>
              <a:cxn ang="0">
                <a:pos x="connsiteX5778" y="connsiteY5778"/>
              </a:cxn>
              <a:cxn ang="0">
                <a:pos x="connsiteX5779" y="connsiteY5779"/>
              </a:cxn>
              <a:cxn ang="0">
                <a:pos x="connsiteX5780" y="connsiteY5780"/>
              </a:cxn>
              <a:cxn ang="0">
                <a:pos x="connsiteX5781" y="connsiteY5781"/>
              </a:cxn>
              <a:cxn ang="0">
                <a:pos x="connsiteX5782" y="connsiteY5782"/>
              </a:cxn>
              <a:cxn ang="0">
                <a:pos x="connsiteX5783" y="connsiteY5783"/>
              </a:cxn>
              <a:cxn ang="0">
                <a:pos x="connsiteX5784" y="connsiteY5784"/>
              </a:cxn>
              <a:cxn ang="0">
                <a:pos x="connsiteX5785" y="connsiteY5785"/>
              </a:cxn>
              <a:cxn ang="0">
                <a:pos x="connsiteX5786" y="connsiteY5786"/>
              </a:cxn>
              <a:cxn ang="0">
                <a:pos x="connsiteX5787" y="connsiteY5787"/>
              </a:cxn>
              <a:cxn ang="0">
                <a:pos x="connsiteX5788" y="connsiteY5788"/>
              </a:cxn>
              <a:cxn ang="0">
                <a:pos x="connsiteX5789" y="connsiteY5789"/>
              </a:cxn>
              <a:cxn ang="0">
                <a:pos x="connsiteX5790" y="connsiteY5790"/>
              </a:cxn>
              <a:cxn ang="0">
                <a:pos x="connsiteX5791" y="connsiteY5791"/>
              </a:cxn>
              <a:cxn ang="0">
                <a:pos x="connsiteX5792" y="connsiteY5792"/>
              </a:cxn>
              <a:cxn ang="0">
                <a:pos x="connsiteX5793" y="connsiteY5793"/>
              </a:cxn>
              <a:cxn ang="0">
                <a:pos x="connsiteX5794" y="connsiteY5794"/>
              </a:cxn>
              <a:cxn ang="0">
                <a:pos x="connsiteX5795" y="connsiteY5795"/>
              </a:cxn>
              <a:cxn ang="0">
                <a:pos x="connsiteX5796" y="connsiteY5796"/>
              </a:cxn>
              <a:cxn ang="0">
                <a:pos x="connsiteX5797" y="connsiteY5797"/>
              </a:cxn>
              <a:cxn ang="0">
                <a:pos x="connsiteX5798" y="connsiteY5798"/>
              </a:cxn>
              <a:cxn ang="0">
                <a:pos x="connsiteX5799" y="connsiteY5799"/>
              </a:cxn>
              <a:cxn ang="0">
                <a:pos x="connsiteX5800" y="connsiteY5800"/>
              </a:cxn>
              <a:cxn ang="0">
                <a:pos x="connsiteX5801" y="connsiteY5801"/>
              </a:cxn>
              <a:cxn ang="0">
                <a:pos x="connsiteX5802" y="connsiteY5802"/>
              </a:cxn>
              <a:cxn ang="0">
                <a:pos x="connsiteX5803" y="connsiteY5803"/>
              </a:cxn>
              <a:cxn ang="0">
                <a:pos x="connsiteX5804" y="connsiteY5804"/>
              </a:cxn>
              <a:cxn ang="0">
                <a:pos x="connsiteX5805" y="connsiteY5805"/>
              </a:cxn>
              <a:cxn ang="0">
                <a:pos x="connsiteX5806" y="connsiteY5806"/>
              </a:cxn>
              <a:cxn ang="0">
                <a:pos x="connsiteX5807" y="connsiteY5807"/>
              </a:cxn>
              <a:cxn ang="0">
                <a:pos x="connsiteX5808" y="connsiteY5808"/>
              </a:cxn>
              <a:cxn ang="0">
                <a:pos x="connsiteX5809" y="connsiteY5809"/>
              </a:cxn>
              <a:cxn ang="0">
                <a:pos x="connsiteX5810" y="connsiteY5810"/>
              </a:cxn>
              <a:cxn ang="0">
                <a:pos x="connsiteX5811" y="connsiteY5811"/>
              </a:cxn>
              <a:cxn ang="0">
                <a:pos x="connsiteX5812" y="connsiteY5812"/>
              </a:cxn>
              <a:cxn ang="0">
                <a:pos x="connsiteX5813" y="connsiteY5813"/>
              </a:cxn>
              <a:cxn ang="0">
                <a:pos x="connsiteX5814" y="connsiteY5814"/>
              </a:cxn>
              <a:cxn ang="0">
                <a:pos x="connsiteX5815" y="connsiteY5815"/>
              </a:cxn>
              <a:cxn ang="0">
                <a:pos x="connsiteX5816" y="connsiteY5816"/>
              </a:cxn>
              <a:cxn ang="0">
                <a:pos x="connsiteX5817" y="connsiteY5817"/>
              </a:cxn>
              <a:cxn ang="0">
                <a:pos x="connsiteX5818" y="connsiteY5818"/>
              </a:cxn>
              <a:cxn ang="0">
                <a:pos x="connsiteX5819" y="connsiteY5819"/>
              </a:cxn>
              <a:cxn ang="0">
                <a:pos x="connsiteX5820" y="connsiteY5820"/>
              </a:cxn>
              <a:cxn ang="0">
                <a:pos x="connsiteX5821" y="connsiteY5821"/>
              </a:cxn>
              <a:cxn ang="0">
                <a:pos x="connsiteX5822" y="connsiteY5822"/>
              </a:cxn>
              <a:cxn ang="0">
                <a:pos x="connsiteX5823" y="connsiteY5823"/>
              </a:cxn>
              <a:cxn ang="0">
                <a:pos x="connsiteX5824" y="connsiteY5824"/>
              </a:cxn>
              <a:cxn ang="0">
                <a:pos x="connsiteX5825" y="connsiteY5825"/>
              </a:cxn>
              <a:cxn ang="0">
                <a:pos x="connsiteX5826" y="connsiteY5826"/>
              </a:cxn>
              <a:cxn ang="0">
                <a:pos x="connsiteX5827" y="connsiteY5827"/>
              </a:cxn>
              <a:cxn ang="0">
                <a:pos x="connsiteX5828" y="connsiteY5828"/>
              </a:cxn>
              <a:cxn ang="0">
                <a:pos x="connsiteX5829" y="connsiteY5829"/>
              </a:cxn>
              <a:cxn ang="0">
                <a:pos x="connsiteX5830" y="connsiteY5830"/>
              </a:cxn>
              <a:cxn ang="0">
                <a:pos x="connsiteX5831" y="connsiteY5831"/>
              </a:cxn>
              <a:cxn ang="0">
                <a:pos x="connsiteX5832" y="connsiteY5832"/>
              </a:cxn>
              <a:cxn ang="0">
                <a:pos x="connsiteX5833" y="connsiteY5833"/>
              </a:cxn>
              <a:cxn ang="0">
                <a:pos x="connsiteX5834" y="connsiteY5834"/>
              </a:cxn>
              <a:cxn ang="0">
                <a:pos x="connsiteX5835" y="connsiteY5835"/>
              </a:cxn>
              <a:cxn ang="0">
                <a:pos x="connsiteX5836" y="connsiteY5836"/>
              </a:cxn>
              <a:cxn ang="0">
                <a:pos x="connsiteX5837" y="connsiteY5837"/>
              </a:cxn>
              <a:cxn ang="0">
                <a:pos x="connsiteX5838" y="connsiteY5838"/>
              </a:cxn>
              <a:cxn ang="0">
                <a:pos x="connsiteX5839" y="connsiteY5839"/>
              </a:cxn>
              <a:cxn ang="0">
                <a:pos x="connsiteX5840" y="connsiteY5840"/>
              </a:cxn>
              <a:cxn ang="0">
                <a:pos x="connsiteX5841" y="connsiteY5841"/>
              </a:cxn>
              <a:cxn ang="0">
                <a:pos x="connsiteX5842" y="connsiteY5842"/>
              </a:cxn>
              <a:cxn ang="0">
                <a:pos x="connsiteX5843" y="connsiteY5843"/>
              </a:cxn>
              <a:cxn ang="0">
                <a:pos x="connsiteX5844" y="connsiteY5844"/>
              </a:cxn>
              <a:cxn ang="0">
                <a:pos x="connsiteX5845" y="connsiteY5845"/>
              </a:cxn>
              <a:cxn ang="0">
                <a:pos x="connsiteX5846" y="connsiteY5846"/>
              </a:cxn>
              <a:cxn ang="0">
                <a:pos x="connsiteX5847" y="connsiteY5847"/>
              </a:cxn>
              <a:cxn ang="0">
                <a:pos x="connsiteX5848" y="connsiteY5848"/>
              </a:cxn>
              <a:cxn ang="0">
                <a:pos x="connsiteX5849" y="connsiteY5849"/>
              </a:cxn>
              <a:cxn ang="0">
                <a:pos x="connsiteX5850" y="connsiteY5850"/>
              </a:cxn>
              <a:cxn ang="0">
                <a:pos x="connsiteX5851" y="connsiteY5851"/>
              </a:cxn>
              <a:cxn ang="0">
                <a:pos x="connsiteX5852" y="connsiteY5852"/>
              </a:cxn>
              <a:cxn ang="0">
                <a:pos x="connsiteX5853" y="connsiteY5853"/>
              </a:cxn>
              <a:cxn ang="0">
                <a:pos x="connsiteX5854" y="connsiteY5854"/>
              </a:cxn>
              <a:cxn ang="0">
                <a:pos x="connsiteX5855" y="connsiteY5855"/>
              </a:cxn>
              <a:cxn ang="0">
                <a:pos x="connsiteX5856" y="connsiteY5856"/>
              </a:cxn>
              <a:cxn ang="0">
                <a:pos x="connsiteX5857" y="connsiteY5857"/>
              </a:cxn>
              <a:cxn ang="0">
                <a:pos x="connsiteX5858" y="connsiteY5858"/>
              </a:cxn>
              <a:cxn ang="0">
                <a:pos x="connsiteX5859" y="connsiteY5859"/>
              </a:cxn>
              <a:cxn ang="0">
                <a:pos x="connsiteX5860" y="connsiteY5860"/>
              </a:cxn>
              <a:cxn ang="0">
                <a:pos x="connsiteX5861" y="connsiteY5861"/>
              </a:cxn>
              <a:cxn ang="0">
                <a:pos x="connsiteX5862" y="connsiteY5862"/>
              </a:cxn>
              <a:cxn ang="0">
                <a:pos x="connsiteX5863" y="connsiteY5863"/>
              </a:cxn>
              <a:cxn ang="0">
                <a:pos x="connsiteX5864" y="connsiteY5864"/>
              </a:cxn>
              <a:cxn ang="0">
                <a:pos x="connsiteX5865" y="connsiteY5865"/>
              </a:cxn>
              <a:cxn ang="0">
                <a:pos x="connsiteX5866" y="connsiteY5866"/>
              </a:cxn>
              <a:cxn ang="0">
                <a:pos x="connsiteX5867" y="connsiteY5867"/>
              </a:cxn>
              <a:cxn ang="0">
                <a:pos x="connsiteX5868" y="connsiteY5868"/>
              </a:cxn>
              <a:cxn ang="0">
                <a:pos x="connsiteX5869" y="connsiteY5869"/>
              </a:cxn>
              <a:cxn ang="0">
                <a:pos x="connsiteX5870" y="connsiteY5870"/>
              </a:cxn>
              <a:cxn ang="0">
                <a:pos x="connsiteX5871" y="connsiteY5871"/>
              </a:cxn>
              <a:cxn ang="0">
                <a:pos x="connsiteX5872" y="connsiteY5872"/>
              </a:cxn>
              <a:cxn ang="0">
                <a:pos x="connsiteX5873" y="connsiteY5873"/>
              </a:cxn>
              <a:cxn ang="0">
                <a:pos x="connsiteX5874" y="connsiteY5874"/>
              </a:cxn>
              <a:cxn ang="0">
                <a:pos x="connsiteX5875" y="connsiteY5875"/>
              </a:cxn>
              <a:cxn ang="0">
                <a:pos x="connsiteX5876" y="connsiteY5876"/>
              </a:cxn>
              <a:cxn ang="0">
                <a:pos x="connsiteX5877" y="connsiteY5877"/>
              </a:cxn>
              <a:cxn ang="0">
                <a:pos x="connsiteX5878" y="connsiteY5878"/>
              </a:cxn>
              <a:cxn ang="0">
                <a:pos x="connsiteX5879" y="connsiteY5879"/>
              </a:cxn>
              <a:cxn ang="0">
                <a:pos x="connsiteX5880" y="connsiteY5880"/>
              </a:cxn>
              <a:cxn ang="0">
                <a:pos x="connsiteX5881" y="connsiteY5881"/>
              </a:cxn>
              <a:cxn ang="0">
                <a:pos x="connsiteX5882" y="connsiteY5882"/>
              </a:cxn>
              <a:cxn ang="0">
                <a:pos x="connsiteX5883" y="connsiteY5883"/>
              </a:cxn>
              <a:cxn ang="0">
                <a:pos x="connsiteX5884" y="connsiteY5884"/>
              </a:cxn>
              <a:cxn ang="0">
                <a:pos x="connsiteX5885" y="connsiteY5885"/>
              </a:cxn>
              <a:cxn ang="0">
                <a:pos x="connsiteX5886" y="connsiteY5886"/>
              </a:cxn>
              <a:cxn ang="0">
                <a:pos x="connsiteX5887" y="connsiteY5887"/>
              </a:cxn>
              <a:cxn ang="0">
                <a:pos x="connsiteX5888" y="connsiteY5888"/>
              </a:cxn>
              <a:cxn ang="0">
                <a:pos x="connsiteX5889" y="connsiteY5889"/>
              </a:cxn>
              <a:cxn ang="0">
                <a:pos x="connsiteX5890" y="connsiteY5890"/>
              </a:cxn>
              <a:cxn ang="0">
                <a:pos x="connsiteX5891" y="connsiteY5891"/>
              </a:cxn>
              <a:cxn ang="0">
                <a:pos x="connsiteX5892" y="connsiteY5892"/>
              </a:cxn>
              <a:cxn ang="0">
                <a:pos x="connsiteX5893" y="connsiteY5893"/>
              </a:cxn>
              <a:cxn ang="0">
                <a:pos x="connsiteX5894" y="connsiteY5894"/>
              </a:cxn>
              <a:cxn ang="0">
                <a:pos x="connsiteX5895" y="connsiteY5895"/>
              </a:cxn>
              <a:cxn ang="0">
                <a:pos x="connsiteX5896" y="connsiteY5896"/>
              </a:cxn>
              <a:cxn ang="0">
                <a:pos x="connsiteX5897" y="connsiteY5897"/>
              </a:cxn>
              <a:cxn ang="0">
                <a:pos x="connsiteX5898" y="connsiteY5898"/>
              </a:cxn>
              <a:cxn ang="0">
                <a:pos x="connsiteX5899" y="connsiteY5899"/>
              </a:cxn>
              <a:cxn ang="0">
                <a:pos x="connsiteX5900" y="connsiteY5900"/>
              </a:cxn>
              <a:cxn ang="0">
                <a:pos x="connsiteX5901" y="connsiteY5901"/>
              </a:cxn>
              <a:cxn ang="0">
                <a:pos x="connsiteX5902" y="connsiteY5902"/>
              </a:cxn>
              <a:cxn ang="0">
                <a:pos x="connsiteX5903" y="connsiteY5903"/>
              </a:cxn>
              <a:cxn ang="0">
                <a:pos x="connsiteX5904" y="connsiteY5904"/>
              </a:cxn>
              <a:cxn ang="0">
                <a:pos x="connsiteX5905" y="connsiteY5905"/>
              </a:cxn>
              <a:cxn ang="0">
                <a:pos x="connsiteX5906" y="connsiteY5906"/>
              </a:cxn>
              <a:cxn ang="0">
                <a:pos x="connsiteX5907" y="connsiteY5907"/>
              </a:cxn>
              <a:cxn ang="0">
                <a:pos x="connsiteX5908" y="connsiteY5908"/>
              </a:cxn>
              <a:cxn ang="0">
                <a:pos x="connsiteX5909" y="connsiteY5909"/>
              </a:cxn>
              <a:cxn ang="0">
                <a:pos x="connsiteX5910" y="connsiteY5910"/>
              </a:cxn>
              <a:cxn ang="0">
                <a:pos x="connsiteX5911" y="connsiteY5911"/>
              </a:cxn>
              <a:cxn ang="0">
                <a:pos x="connsiteX5912" y="connsiteY5912"/>
              </a:cxn>
              <a:cxn ang="0">
                <a:pos x="connsiteX5913" y="connsiteY5913"/>
              </a:cxn>
              <a:cxn ang="0">
                <a:pos x="connsiteX5914" y="connsiteY5914"/>
              </a:cxn>
              <a:cxn ang="0">
                <a:pos x="connsiteX5915" y="connsiteY5915"/>
              </a:cxn>
              <a:cxn ang="0">
                <a:pos x="connsiteX5916" y="connsiteY5916"/>
              </a:cxn>
              <a:cxn ang="0">
                <a:pos x="connsiteX5917" y="connsiteY5917"/>
              </a:cxn>
              <a:cxn ang="0">
                <a:pos x="connsiteX5918" y="connsiteY5918"/>
              </a:cxn>
              <a:cxn ang="0">
                <a:pos x="connsiteX5919" y="connsiteY5919"/>
              </a:cxn>
              <a:cxn ang="0">
                <a:pos x="connsiteX5920" y="connsiteY5920"/>
              </a:cxn>
              <a:cxn ang="0">
                <a:pos x="connsiteX5921" y="connsiteY5921"/>
              </a:cxn>
              <a:cxn ang="0">
                <a:pos x="connsiteX5922" y="connsiteY5922"/>
              </a:cxn>
              <a:cxn ang="0">
                <a:pos x="connsiteX5923" y="connsiteY5923"/>
              </a:cxn>
              <a:cxn ang="0">
                <a:pos x="connsiteX5924" y="connsiteY5924"/>
              </a:cxn>
              <a:cxn ang="0">
                <a:pos x="connsiteX5925" y="connsiteY5925"/>
              </a:cxn>
              <a:cxn ang="0">
                <a:pos x="connsiteX5926" y="connsiteY5926"/>
              </a:cxn>
              <a:cxn ang="0">
                <a:pos x="connsiteX5927" y="connsiteY5927"/>
              </a:cxn>
              <a:cxn ang="0">
                <a:pos x="connsiteX5928" y="connsiteY5928"/>
              </a:cxn>
              <a:cxn ang="0">
                <a:pos x="connsiteX5929" y="connsiteY5929"/>
              </a:cxn>
              <a:cxn ang="0">
                <a:pos x="connsiteX5930" y="connsiteY5930"/>
              </a:cxn>
              <a:cxn ang="0">
                <a:pos x="connsiteX5931" y="connsiteY5931"/>
              </a:cxn>
              <a:cxn ang="0">
                <a:pos x="connsiteX5932" y="connsiteY5932"/>
              </a:cxn>
              <a:cxn ang="0">
                <a:pos x="connsiteX5933" y="connsiteY5933"/>
              </a:cxn>
              <a:cxn ang="0">
                <a:pos x="connsiteX5934" y="connsiteY5934"/>
              </a:cxn>
              <a:cxn ang="0">
                <a:pos x="connsiteX5935" y="connsiteY5935"/>
              </a:cxn>
              <a:cxn ang="0">
                <a:pos x="connsiteX5936" y="connsiteY5936"/>
              </a:cxn>
              <a:cxn ang="0">
                <a:pos x="connsiteX5937" y="connsiteY5937"/>
              </a:cxn>
              <a:cxn ang="0">
                <a:pos x="connsiteX5938" y="connsiteY5938"/>
              </a:cxn>
              <a:cxn ang="0">
                <a:pos x="connsiteX5939" y="connsiteY5939"/>
              </a:cxn>
              <a:cxn ang="0">
                <a:pos x="connsiteX5940" y="connsiteY5940"/>
              </a:cxn>
              <a:cxn ang="0">
                <a:pos x="connsiteX5941" y="connsiteY5941"/>
              </a:cxn>
              <a:cxn ang="0">
                <a:pos x="connsiteX5942" y="connsiteY5942"/>
              </a:cxn>
              <a:cxn ang="0">
                <a:pos x="connsiteX5943" y="connsiteY5943"/>
              </a:cxn>
              <a:cxn ang="0">
                <a:pos x="connsiteX5944" y="connsiteY5944"/>
              </a:cxn>
              <a:cxn ang="0">
                <a:pos x="connsiteX5945" y="connsiteY5945"/>
              </a:cxn>
              <a:cxn ang="0">
                <a:pos x="connsiteX5946" y="connsiteY5946"/>
              </a:cxn>
              <a:cxn ang="0">
                <a:pos x="connsiteX5947" y="connsiteY5947"/>
              </a:cxn>
              <a:cxn ang="0">
                <a:pos x="connsiteX5948" y="connsiteY5948"/>
              </a:cxn>
              <a:cxn ang="0">
                <a:pos x="connsiteX5949" y="connsiteY5949"/>
              </a:cxn>
              <a:cxn ang="0">
                <a:pos x="connsiteX5950" y="connsiteY5950"/>
              </a:cxn>
              <a:cxn ang="0">
                <a:pos x="connsiteX5951" y="connsiteY5951"/>
              </a:cxn>
              <a:cxn ang="0">
                <a:pos x="connsiteX5952" y="connsiteY5952"/>
              </a:cxn>
              <a:cxn ang="0">
                <a:pos x="connsiteX5953" y="connsiteY5953"/>
              </a:cxn>
              <a:cxn ang="0">
                <a:pos x="connsiteX5954" y="connsiteY5954"/>
              </a:cxn>
              <a:cxn ang="0">
                <a:pos x="connsiteX5955" y="connsiteY5955"/>
              </a:cxn>
              <a:cxn ang="0">
                <a:pos x="connsiteX5956" y="connsiteY5956"/>
              </a:cxn>
              <a:cxn ang="0">
                <a:pos x="connsiteX5957" y="connsiteY5957"/>
              </a:cxn>
              <a:cxn ang="0">
                <a:pos x="connsiteX5958" y="connsiteY5958"/>
              </a:cxn>
              <a:cxn ang="0">
                <a:pos x="connsiteX5959" y="connsiteY5959"/>
              </a:cxn>
              <a:cxn ang="0">
                <a:pos x="connsiteX5960" y="connsiteY5960"/>
              </a:cxn>
              <a:cxn ang="0">
                <a:pos x="connsiteX5961" y="connsiteY5961"/>
              </a:cxn>
              <a:cxn ang="0">
                <a:pos x="connsiteX5962" y="connsiteY5962"/>
              </a:cxn>
              <a:cxn ang="0">
                <a:pos x="connsiteX5963" y="connsiteY5963"/>
              </a:cxn>
              <a:cxn ang="0">
                <a:pos x="connsiteX5964" y="connsiteY5964"/>
              </a:cxn>
              <a:cxn ang="0">
                <a:pos x="connsiteX5965" y="connsiteY5965"/>
              </a:cxn>
              <a:cxn ang="0">
                <a:pos x="connsiteX5966" y="connsiteY5966"/>
              </a:cxn>
              <a:cxn ang="0">
                <a:pos x="connsiteX5967" y="connsiteY5967"/>
              </a:cxn>
              <a:cxn ang="0">
                <a:pos x="connsiteX5968" y="connsiteY5968"/>
              </a:cxn>
              <a:cxn ang="0">
                <a:pos x="connsiteX5969" y="connsiteY5969"/>
              </a:cxn>
              <a:cxn ang="0">
                <a:pos x="connsiteX5970" y="connsiteY5970"/>
              </a:cxn>
              <a:cxn ang="0">
                <a:pos x="connsiteX5971" y="connsiteY5971"/>
              </a:cxn>
              <a:cxn ang="0">
                <a:pos x="connsiteX5972" y="connsiteY5972"/>
              </a:cxn>
              <a:cxn ang="0">
                <a:pos x="connsiteX5973" y="connsiteY5973"/>
              </a:cxn>
              <a:cxn ang="0">
                <a:pos x="connsiteX5974" y="connsiteY5974"/>
              </a:cxn>
              <a:cxn ang="0">
                <a:pos x="connsiteX5975" y="connsiteY5975"/>
              </a:cxn>
              <a:cxn ang="0">
                <a:pos x="connsiteX5976" y="connsiteY5976"/>
              </a:cxn>
              <a:cxn ang="0">
                <a:pos x="connsiteX5977" y="connsiteY5977"/>
              </a:cxn>
              <a:cxn ang="0">
                <a:pos x="connsiteX5978" y="connsiteY5978"/>
              </a:cxn>
              <a:cxn ang="0">
                <a:pos x="connsiteX5979" y="connsiteY5979"/>
              </a:cxn>
              <a:cxn ang="0">
                <a:pos x="connsiteX5980" y="connsiteY5980"/>
              </a:cxn>
              <a:cxn ang="0">
                <a:pos x="connsiteX5981" y="connsiteY5981"/>
              </a:cxn>
              <a:cxn ang="0">
                <a:pos x="connsiteX5982" y="connsiteY5982"/>
              </a:cxn>
              <a:cxn ang="0">
                <a:pos x="connsiteX5983" y="connsiteY5983"/>
              </a:cxn>
              <a:cxn ang="0">
                <a:pos x="connsiteX5984" y="connsiteY5984"/>
              </a:cxn>
              <a:cxn ang="0">
                <a:pos x="connsiteX5985" y="connsiteY5985"/>
              </a:cxn>
              <a:cxn ang="0">
                <a:pos x="connsiteX5986" y="connsiteY5986"/>
              </a:cxn>
              <a:cxn ang="0">
                <a:pos x="connsiteX5987" y="connsiteY5987"/>
              </a:cxn>
              <a:cxn ang="0">
                <a:pos x="connsiteX5988" y="connsiteY5988"/>
              </a:cxn>
              <a:cxn ang="0">
                <a:pos x="connsiteX5989" y="connsiteY5989"/>
              </a:cxn>
              <a:cxn ang="0">
                <a:pos x="connsiteX5990" y="connsiteY5990"/>
              </a:cxn>
              <a:cxn ang="0">
                <a:pos x="connsiteX5991" y="connsiteY5991"/>
              </a:cxn>
              <a:cxn ang="0">
                <a:pos x="connsiteX5992" y="connsiteY5992"/>
              </a:cxn>
              <a:cxn ang="0">
                <a:pos x="connsiteX5993" y="connsiteY5993"/>
              </a:cxn>
              <a:cxn ang="0">
                <a:pos x="connsiteX5994" y="connsiteY5994"/>
              </a:cxn>
              <a:cxn ang="0">
                <a:pos x="connsiteX5995" y="connsiteY5995"/>
              </a:cxn>
              <a:cxn ang="0">
                <a:pos x="connsiteX5996" y="connsiteY5996"/>
              </a:cxn>
              <a:cxn ang="0">
                <a:pos x="connsiteX5997" y="connsiteY5997"/>
              </a:cxn>
              <a:cxn ang="0">
                <a:pos x="connsiteX5998" y="connsiteY5998"/>
              </a:cxn>
              <a:cxn ang="0">
                <a:pos x="connsiteX5999" y="connsiteY5999"/>
              </a:cxn>
              <a:cxn ang="0">
                <a:pos x="connsiteX6000" y="connsiteY6000"/>
              </a:cxn>
              <a:cxn ang="0">
                <a:pos x="connsiteX6001" y="connsiteY6001"/>
              </a:cxn>
              <a:cxn ang="0">
                <a:pos x="connsiteX6002" y="connsiteY6002"/>
              </a:cxn>
              <a:cxn ang="0">
                <a:pos x="connsiteX6003" y="connsiteY6003"/>
              </a:cxn>
              <a:cxn ang="0">
                <a:pos x="connsiteX6004" y="connsiteY6004"/>
              </a:cxn>
              <a:cxn ang="0">
                <a:pos x="connsiteX6005" y="connsiteY6005"/>
              </a:cxn>
              <a:cxn ang="0">
                <a:pos x="connsiteX6006" y="connsiteY6006"/>
              </a:cxn>
              <a:cxn ang="0">
                <a:pos x="connsiteX6007" y="connsiteY6007"/>
              </a:cxn>
              <a:cxn ang="0">
                <a:pos x="connsiteX6008" y="connsiteY6008"/>
              </a:cxn>
              <a:cxn ang="0">
                <a:pos x="connsiteX6009" y="connsiteY6009"/>
              </a:cxn>
              <a:cxn ang="0">
                <a:pos x="connsiteX6010" y="connsiteY6010"/>
              </a:cxn>
              <a:cxn ang="0">
                <a:pos x="connsiteX6011" y="connsiteY6011"/>
              </a:cxn>
              <a:cxn ang="0">
                <a:pos x="connsiteX6012" y="connsiteY6012"/>
              </a:cxn>
              <a:cxn ang="0">
                <a:pos x="connsiteX6013" y="connsiteY6013"/>
              </a:cxn>
              <a:cxn ang="0">
                <a:pos x="connsiteX6014" y="connsiteY6014"/>
              </a:cxn>
              <a:cxn ang="0">
                <a:pos x="connsiteX6015" y="connsiteY6015"/>
              </a:cxn>
              <a:cxn ang="0">
                <a:pos x="connsiteX6016" y="connsiteY6016"/>
              </a:cxn>
              <a:cxn ang="0">
                <a:pos x="connsiteX6017" y="connsiteY6017"/>
              </a:cxn>
              <a:cxn ang="0">
                <a:pos x="connsiteX6018" y="connsiteY6018"/>
              </a:cxn>
              <a:cxn ang="0">
                <a:pos x="connsiteX6019" y="connsiteY6019"/>
              </a:cxn>
              <a:cxn ang="0">
                <a:pos x="connsiteX6020" y="connsiteY6020"/>
              </a:cxn>
              <a:cxn ang="0">
                <a:pos x="connsiteX6021" y="connsiteY6021"/>
              </a:cxn>
              <a:cxn ang="0">
                <a:pos x="connsiteX6022" y="connsiteY6022"/>
              </a:cxn>
              <a:cxn ang="0">
                <a:pos x="connsiteX6023" y="connsiteY6023"/>
              </a:cxn>
              <a:cxn ang="0">
                <a:pos x="connsiteX6024" y="connsiteY6024"/>
              </a:cxn>
              <a:cxn ang="0">
                <a:pos x="connsiteX6025" y="connsiteY6025"/>
              </a:cxn>
              <a:cxn ang="0">
                <a:pos x="connsiteX6026" y="connsiteY6026"/>
              </a:cxn>
              <a:cxn ang="0">
                <a:pos x="connsiteX6027" y="connsiteY6027"/>
              </a:cxn>
              <a:cxn ang="0">
                <a:pos x="connsiteX6028" y="connsiteY6028"/>
              </a:cxn>
              <a:cxn ang="0">
                <a:pos x="connsiteX6029" y="connsiteY6029"/>
              </a:cxn>
              <a:cxn ang="0">
                <a:pos x="connsiteX6030" y="connsiteY6030"/>
              </a:cxn>
              <a:cxn ang="0">
                <a:pos x="connsiteX6031" y="connsiteY6031"/>
              </a:cxn>
              <a:cxn ang="0">
                <a:pos x="connsiteX6032" y="connsiteY6032"/>
              </a:cxn>
              <a:cxn ang="0">
                <a:pos x="connsiteX6033" y="connsiteY6033"/>
              </a:cxn>
              <a:cxn ang="0">
                <a:pos x="connsiteX6034" y="connsiteY6034"/>
              </a:cxn>
              <a:cxn ang="0">
                <a:pos x="connsiteX6035" y="connsiteY6035"/>
              </a:cxn>
              <a:cxn ang="0">
                <a:pos x="connsiteX6036" y="connsiteY6036"/>
              </a:cxn>
              <a:cxn ang="0">
                <a:pos x="connsiteX6037" y="connsiteY6037"/>
              </a:cxn>
              <a:cxn ang="0">
                <a:pos x="connsiteX6038" y="connsiteY6038"/>
              </a:cxn>
              <a:cxn ang="0">
                <a:pos x="connsiteX6039" y="connsiteY6039"/>
              </a:cxn>
              <a:cxn ang="0">
                <a:pos x="connsiteX6040" y="connsiteY6040"/>
              </a:cxn>
              <a:cxn ang="0">
                <a:pos x="connsiteX6041" y="connsiteY6041"/>
              </a:cxn>
              <a:cxn ang="0">
                <a:pos x="connsiteX6042" y="connsiteY6042"/>
              </a:cxn>
              <a:cxn ang="0">
                <a:pos x="connsiteX6043" y="connsiteY6043"/>
              </a:cxn>
              <a:cxn ang="0">
                <a:pos x="connsiteX6044" y="connsiteY6044"/>
              </a:cxn>
              <a:cxn ang="0">
                <a:pos x="connsiteX6045" y="connsiteY6045"/>
              </a:cxn>
              <a:cxn ang="0">
                <a:pos x="connsiteX6046" y="connsiteY6046"/>
              </a:cxn>
              <a:cxn ang="0">
                <a:pos x="connsiteX6047" y="connsiteY6047"/>
              </a:cxn>
              <a:cxn ang="0">
                <a:pos x="connsiteX6048" y="connsiteY6048"/>
              </a:cxn>
              <a:cxn ang="0">
                <a:pos x="connsiteX6049" y="connsiteY6049"/>
              </a:cxn>
              <a:cxn ang="0">
                <a:pos x="connsiteX6050" y="connsiteY6050"/>
              </a:cxn>
              <a:cxn ang="0">
                <a:pos x="connsiteX6051" y="connsiteY6051"/>
              </a:cxn>
              <a:cxn ang="0">
                <a:pos x="connsiteX6052" y="connsiteY6052"/>
              </a:cxn>
              <a:cxn ang="0">
                <a:pos x="connsiteX6053" y="connsiteY6053"/>
              </a:cxn>
              <a:cxn ang="0">
                <a:pos x="connsiteX6054" y="connsiteY6054"/>
              </a:cxn>
              <a:cxn ang="0">
                <a:pos x="connsiteX6055" y="connsiteY6055"/>
              </a:cxn>
              <a:cxn ang="0">
                <a:pos x="connsiteX6056" y="connsiteY6056"/>
              </a:cxn>
              <a:cxn ang="0">
                <a:pos x="connsiteX6057" y="connsiteY6057"/>
              </a:cxn>
              <a:cxn ang="0">
                <a:pos x="connsiteX6058" y="connsiteY6058"/>
              </a:cxn>
              <a:cxn ang="0">
                <a:pos x="connsiteX6059" y="connsiteY6059"/>
              </a:cxn>
              <a:cxn ang="0">
                <a:pos x="connsiteX6060" y="connsiteY6060"/>
              </a:cxn>
              <a:cxn ang="0">
                <a:pos x="connsiteX6061" y="connsiteY6061"/>
              </a:cxn>
              <a:cxn ang="0">
                <a:pos x="connsiteX6062" y="connsiteY6062"/>
              </a:cxn>
              <a:cxn ang="0">
                <a:pos x="connsiteX6063" y="connsiteY6063"/>
              </a:cxn>
              <a:cxn ang="0">
                <a:pos x="connsiteX6064" y="connsiteY6064"/>
              </a:cxn>
              <a:cxn ang="0">
                <a:pos x="connsiteX6065" y="connsiteY6065"/>
              </a:cxn>
              <a:cxn ang="0">
                <a:pos x="connsiteX6066" y="connsiteY6066"/>
              </a:cxn>
              <a:cxn ang="0">
                <a:pos x="connsiteX6067" y="connsiteY6067"/>
              </a:cxn>
              <a:cxn ang="0">
                <a:pos x="connsiteX6068" y="connsiteY6068"/>
              </a:cxn>
              <a:cxn ang="0">
                <a:pos x="connsiteX6069" y="connsiteY6069"/>
              </a:cxn>
              <a:cxn ang="0">
                <a:pos x="connsiteX6070" y="connsiteY6070"/>
              </a:cxn>
              <a:cxn ang="0">
                <a:pos x="connsiteX6071" y="connsiteY6071"/>
              </a:cxn>
              <a:cxn ang="0">
                <a:pos x="connsiteX6072" y="connsiteY6072"/>
              </a:cxn>
              <a:cxn ang="0">
                <a:pos x="connsiteX6073" y="connsiteY6073"/>
              </a:cxn>
              <a:cxn ang="0">
                <a:pos x="connsiteX6074" y="connsiteY6074"/>
              </a:cxn>
              <a:cxn ang="0">
                <a:pos x="connsiteX6075" y="connsiteY6075"/>
              </a:cxn>
              <a:cxn ang="0">
                <a:pos x="connsiteX6076" y="connsiteY6076"/>
              </a:cxn>
              <a:cxn ang="0">
                <a:pos x="connsiteX6077" y="connsiteY6077"/>
              </a:cxn>
              <a:cxn ang="0">
                <a:pos x="connsiteX6078" y="connsiteY6078"/>
              </a:cxn>
              <a:cxn ang="0">
                <a:pos x="connsiteX6079" y="connsiteY6079"/>
              </a:cxn>
              <a:cxn ang="0">
                <a:pos x="connsiteX6080" y="connsiteY6080"/>
              </a:cxn>
              <a:cxn ang="0">
                <a:pos x="connsiteX6081" y="connsiteY6081"/>
              </a:cxn>
              <a:cxn ang="0">
                <a:pos x="connsiteX6082" y="connsiteY6082"/>
              </a:cxn>
              <a:cxn ang="0">
                <a:pos x="connsiteX6083" y="connsiteY6083"/>
              </a:cxn>
              <a:cxn ang="0">
                <a:pos x="connsiteX6084" y="connsiteY6084"/>
              </a:cxn>
              <a:cxn ang="0">
                <a:pos x="connsiteX6085" y="connsiteY6085"/>
              </a:cxn>
              <a:cxn ang="0">
                <a:pos x="connsiteX6086" y="connsiteY6086"/>
              </a:cxn>
              <a:cxn ang="0">
                <a:pos x="connsiteX6087" y="connsiteY6087"/>
              </a:cxn>
              <a:cxn ang="0">
                <a:pos x="connsiteX6088" y="connsiteY6088"/>
              </a:cxn>
              <a:cxn ang="0">
                <a:pos x="connsiteX6089" y="connsiteY6089"/>
              </a:cxn>
              <a:cxn ang="0">
                <a:pos x="connsiteX6090" y="connsiteY6090"/>
              </a:cxn>
              <a:cxn ang="0">
                <a:pos x="connsiteX6091" y="connsiteY6091"/>
              </a:cxn>
              <a:cxn ang="0">
                <a:pos x="connsiteX6092" y="connsiteY6092"/>
              </a:cxn>
              <a:cxn ang="0">
                <a:pos x="connsiteX6093" y="connsiteY6093"/>
              </a:cxn>
              <a:cxn ang="0">
                <a:pos x="connsiteX6094" y="connsiteY6094"/>
              </a:cxn>
              <a:cxn ang="0">
                <a:pos x="connsiteX6095" y="connsiteY6095"/>
              </a:cxn>
              <a:cxn ang="0">
                <a:pos x="connsiteX6096" y="connsiteY6096"/>
              </a:cxn>
              <a:cxn ang="0">
                <a:pos x="connsiteX6097" y="connsiteY6097"/>
              </a:cxn>
              <a:cxn ang="0">
                <a:pos x="connsiteX6098" y="connsiteY6098"/>
              </a:cxn>
              <a:cxn ang="0">
                <a:pos x="connsiteX6099" y="connsiteY6099"/>
              </a:cxn>
              <a:cxn ang="0">
                <a:pos x="connsiteX6100" y="connsiteY6100"/>
              </a:cxn>
              <a:cxn ang="0">
                <a:pos x="connsiteX6101" y="connsiteY6101"/>
              </a:cxn>
              <a:cxn ang="0">
                <a:pos x="connsiteX6102" y="connsiteY6102"/>
              </a:cxn>
              <a:cxn ang="0">
                <a:pos x="connsiteX6103" y="connsiteY6103"/>
              </a:cxn>
              <a:cxn ang="0">
                <a:pos x="connsiteX6104" y="connsiteY6104"/>
              </a:cxn>
              <a:cxn ang="0">
                <a:pos x="connsiteX6105" y="connsiteY6105"/>
              </a:cxn>
              <a:cxn ang="0">
                <a:pos x="connsiteX6106" y="connsiteY6106"/>
              </a:cxn>
              <a:cxn ang="0">
                <a:pos x="connsiteX6107" y="connsiteY6107"/>
              </a:cxn>
              <a:cxn ang="0">
                <a:pos x="connsiteX6108" y="connsiteY6108"/>
              </a:cxn>
              <a:cxn ang="0">
                <a:pos x="connsiteX6109" y="connsiteY6109"/>
              </a:cxn>
              <a:cxn ang="0">
                <a:pos x="connsiteX6110" y="connsiteY6110"/>
              </a:cxn>
              <a:cxn ang="0">
                <a:pos x="connsiteX6111" y="connsiteY6111"/>
              </a:cxn>
              <a:cxn ang="0">
                <a:pos x="connsiteX6112" y="connsiteY6112"/>
              </a:cxn>
              <a:cxn ang="0">
                <a:pos x="connsiteX6113" y="connsiteY6113"/>
              </a:cxn>
              <a:cxn ang="0">
                <a:pos x="connsiteX6114" y="connsiteY6114"/>
              </a:cxn>
              <a:cxn ang="0">
                <a:pos x="connsiteX6115" y="connsiteY6115"/>
              </a:cxn>
              <a:cxn ang="0">
                <a:pos x="connsiteX6116" y="connsiteY6116"/>
              </a:cxn>
              <a:cxn ang="0">
                <a:pos x="connsiteX6117" y="connsiteY6117"/>
              </a:cxn>
              <a:cxn ang="0">
                <a:pos x="connsiteX6118" y="connsiteY6118"/>
              </a:cxn>
              <a:cxn ang="0">
                <a:pos x="connsiteX6119" y="connsiteY6119"/>
              </a:cxn>
              <a:cxn ang="0">
                <a:pos x="connsiteX6120" y="connsiteY6120"/>
              </a:cxn>
              <a:cxn ang="0">
                <a:pos x="connsiteX6121" y="connsiteY6121"/>
              </a:cxn>
              <a:cxn ang="0">
                <a:pos x="connsiteX6122" y="connsiteY6122"/>
              </a:cxn>
              <a:cxn ang="0">
                <a:pos x="connsiteX6123" y="connsiteY6123"/>
              </a:cxn>
              <a:cxn ang="0">
                <a:pos x="connsiteX6124" y="connsiteY6124"/>
              </a:cxn>
              <a:cxn ang="0">
                <a:pos x="connsiteX6125" y="connsiteY6125"/>
              </a:cxn>
              <a:cxn ang="0">
                <a:pos x="connsiteX6126" y="connsiteY6126"/>
              </a:cxn>
              <a:cxn ang="0">
                <a:pos x="connsiteX6127" y="connsiteY6127"/>
              </a:cxn>
              <a:cxn ang="0">
                <a:pos x="connsiteX6128" y="connsiteY6128"/>
              </a:cxn>
              <a:cxn ang="0">
                <a:pos x="connsiteX6129" y="connsiteY6129"/>
              </a:cxn>
              <a:cxn ang="0">
                <a:pos x="connsiteX6130" y="connsiteY6130"/>
              </a:cxn>
              <a:cxn ang="0">
                <a:pos x="connsiteX6131" y="connsiteY6131"/>
              </a:cxn>
              <a:cxn ang="0">
                <a:pos x="connsiteX6132" y="connsiteY6132"/>
              </a:cxn>
              <a:cxn ang="0">
                <a:pos x="connsiteX6133" y="connsiteY6133"/>
              </a:cxn>
              <a:cxn ang="0">
                <a:pos x="connsiteX6134" y="connsiteY6134"/>
              </a:cxn>
              <a:cxn ang="0">
                <a:pos x="connsiteX6135" y="connsiteY6135"/>
              </a:cxn>
              <a:cxn ang="0">
                <a:pos x="connsiteX6136" y="connsiteY6136"/>
              </a:cxn>
              <a:cxn ang="0">
                <a:pos x="connsiteX6137" y="connsiteY6137"/>
              </a:cxn>
              <a:cxn ang="0">
                <a:pos x="connsiteX6138" y="connsiteY6138"/>
              </a:cxn>
              <a:cxn ang="0">
                <a:pos x="connsiteX6139" y="connsiteY6139"/>
              </a:cxn>
              <a:cxn ang="0">
                <a:pos x="connsiteX6140" y="connsiteY6140"/>
              </a:cxn>
              <a:cxn ang="0">
                <a:pos x="connsiteX6141" y="connsiteY6141"/>
              </a:cxn>
              <a:cxn ang="0">
                <a:pos x="connsiteX6142" y="connsiteY6142"/>
              </a:cxn>
              <a:cxn ang="0">
                <a:pos x="connsiteX6143" y="connsiteY6143"/>
              </a:cxn>
              <a:cxn ang="0">
                <a:pos x="connsiteX6144" y="connsiteY6144"/>
              </a:cxn>
              <a:cxn ang="0">
                <a:pos x="connsiteX6145" y="connsiteY6145"/>
              </a:cxn>
              <a:cxn ang="0">
                <a:pos x="connsiteX6146" y="connsiteY6146"/>
              </a:cxn>
              <a:cxn ang="0">
                <a:pos x="connsiteX6147" y="connsiteY6147"/>
              </a:cxn>
              <a:cxn ang="0">
                <a:pos x="connsiteX6148" y="connsiteY6148"/>
              </a:cxn>
              <a:cxn ang="0">
                <a:pos x="connsiteX6149" y="connsiteY6149"/>
              </a:cxn>
              <a:cxn ang="0">
                <a:pos x="connsiteX6150" y="connsiteY6150"/>
              </a:cxn>
              <a:cxn ang="0">
                <a:pos x="connsiteX6151" y="connsiteY6151"/>
              </a:cxn>
              <a:cxn ang="0">
                <a:pos x="connsiteX6152" y="connsiteY6152"/>
              </a:cxn>
              <a:cxn ang="0">
                <a:pos x="connsiteX6153" y="connsiteY6153"/>
              </a:cxn>
              <a:cxn ang="0">
                <a:pos x="connsiteX6154" y="connsiteY6154"/>
              </a:cxn>
              <a:cxn ang="0">
                <a:pos x="connsiteX6155" y="connsiteY6155"/>
              </a:cxn>
              <a:cxn ang="0">
                <a:pos x="connsiteX6156" y="connsiteY6156"/>
              </a:cxn>
              <a:cxn ang="0">
                <a:pos x="connsiteX6157" y="connsiteY6157"/>
              </a:cxn>
              <a:cxn ang="0">
                <a:pos x="connsiteX6158" y="connsiteY6158"/>
              </a:cxn>
              <a:cxn ang="0">
                <a:pos x="connsiteX6159" y="connsiteY6159"/>
              </a:cxn>
              <a:cxn ang="0">
                <a:pos x="connsiteX6160" y="connsiteY6160"/>
              </a:cxn>
              <a:cxn ang="0">
                <a:pos x="connsiteX6161" y="connsiteY6161"/>
              </a:cxn>
              <a:cxn ang="0">
                <a:pos x="connsiteX6162" y="connsiteY6162"/>
              </a:cxn>
              <a:cxn ang="0">
                <a:pos x="connsiteX6163" y="connsiteY6163"/>
              </a:cxn>
              <a:cxn ang="0">
                <a:pos x="connsiteX6164" y="connsiteY6164"/>
              </a:cxn>
              <a:cxn ang="0">
                <a:pos x="connsiteX6165" y="connsiteY6165"/>
              </a:cxn>
              <a:cxn ang="0">
                <a:pos x="connsiteX6166" y="connsiteY6166"/>
              </a:cxn>
              <a:cxn ang="0">
                <a:pos x="connsiteX6167" y="connsiteY6167"/>
              </a:cxn>
              <a:cxn ang="0">
                <a:pos x="connsiteX6168" y="connsiteY6168"/>
              </a:cxn>
              <a:cxn ang="0">
                <a:pos x="connsiteX6169" y="connsiteY6169"/>
              </a:cxn>
              <a:cxn ang="0">
                <a:pos x="connsiteX6170" y="connsiteY6170"/>
              </a:cxn>
              <a:cxn ang="0">
                <a:pos x="connsiteX6171" y="connsiteY6171"/>
              </a:cxn>
              <a:cxn ang="0">
                <a:pos x="connsiteX6172" y="connsiteY6172"/>
              </a:cxn>
              <a:cxn ang="0">
                <a:pos x="connsiteX6173" y="connsiteY6173"/>
              </a:cxn>
              <a:cxn ang="0">
                <a:pos x="connsiteX6174" y="connsiteY6174"/>
              </a:cxn>
              <a:cxn ang="0">
                <a:pos x="connsiteX6175" y="connsiteY6175"/>
              </a:cxn>
              <a:cxn ang="0">
                <a:pos x="connsiteX6176" y="connsiteY6176"/>
              </a:cxn>
              <a:cxn ang="0">
                <a:pos x="connsiteX6177" y="connsiteY6177"/>
              </a:cxn>
              <a:cxn ang="0">
                <a:pos x="connsiteX6178" y="connsiteY6178"/>
              </a:cxn>
              <a:cxn ang="0">
                <a:pos x="connsiteX6179" y="connsiteY6179"/>
              </a:cxn>
              <a:cxn ang="0">
                <a:pos x="connsiteX6180" y="connsiteY6180"/>
              </a:cxn>
              <a:cxn ang="0">
                <a:pos x="connsiteX6181" y="connsiteY6181"/>
              </a:cxn>
              <a:cxn ang="0">
                <a:pos x="connsiteX6182" y="connsiteY6182"/>
              </a:cxn>
              <a:cxn ang="0">
                <a:pos x="connsiteX6183" y="connsiteY6183"/>
              </a:cxn>
              <a:cxn ang="0">
                <a:pos x="connsiteX6184" y="connsiteY6184"/>
              </a:cxn>
              <a:cxn ang="0">
                <a:pos x="connsiteX6185" y="connsiteY6185"/>
              </a:cxn>
              <a:cxn ang="0">
                <a:pos x="connsiteX6186" y="connsiteY6186"/>
              </a:cxn>
              <a:cxn ang="0">
                <a:pos x="connsiteX6187" y="connsiteY6187"/>
              </a:cxn>
              <a:cxn ang="0">
                <a:pos x="connsiteX6188" y="connsiteY6188"/>
              </a:cxn>
              <a:cxn ang="0">
                <a:pos x="connsiteX6189" y="connsiteY6189"/>
              </a:cxn>
              <a:cxn ang="0">
                <a:pos x="connsiteX6190" y="connsiteY6190"/>
              </a:cxn>
              <a:cxn ang="0">
                <a:pos x="connsiteX6191" y="connsiteY6191"/>
              </a:cxn>
              <a:cxn ang="0">
                <a:pos x="connsiteX6192" y="connsiteY6192"/>
              </a:cxn>
              <a:cxn ang="0">
                <a:pos x="connsiteX6193" y="connsiteY6193"/>
              </a:cxn>
              <a:cxn ang="0">
                <a:pos x="connsiteX6194" y="connsiteY6194"/>
              </a:cxn>
              <a:cxn ang="0">
                <a:pos x="connsiteX6195" y="connsiteY6195"/>
              </a:cxn>
              <a:cxn ang="0">
                <a:pos x="connsiteX6196" y="connsiteY6196"/>
              </a:cxn>
              <a:cxn ang="0">
                <a:pos x="connsiteX6197" y="connsiteY6197"/>
              </a:cxn>
              <a:cxn ang="0">
                <a:pos x="connsiteX6198" y="connsiteY6198"/>
              </a:cxn>
              <a:cxn ang="0">
                <a:pos x="connsiteX6199" y="connsiteY6199"/>
              </a:cxn>
              <a:cxn ang="0">
                <a:pos x="connsiteX6200" y="connsiteY6200"/>
              </a:cxn>
              <a:cxn ang="0">
                <a:pos x="connsiteX6201" y="connsiteY6201"/>
              </a:cxn>
              <a:cxn ang="0">
                <a:pos x="connsiteX6202" y="connsiteY6202"/>
              </a:cxn>
              <a:cxn ang="0">
                <a:pos x="connsiteX6203" y="connsiteY6203"/>
              </a:cxn>
              <a:cxn ang="0">
                <a:pos x="connsiteX6204" y="connsiteY6204"/>
              </a:cxn>
              <a:cxn ang="0">
                <a:pos x="connsiteX6205" y="connsiteY6205"/>
              </a:cxn>
              <a:cxn ang="0">
                <a:pos x="connsiteX6206" y="connsiteY6206"/>
              </a:cxn>
              <a:cxn ang="0">
                <a:pos x="connsiteX6207" y="connsiteY6207"/>
              </a:cxn>
              <a:cxn ang="0">
                <a:pos x="connsiteX6208" y="connsiteY6208"/>
              </a:cxn>
              <a:cxn ang="0">
                <a:pos x="connsiteX6209" y="connsiteY6209"/>
              </a:cxn>
              <a:cxn ang="0">
                <a:pos x="connsiteX6210" y="connsiteY6210"/>
              </a:cxn>
              <a:cxn ang="0">
                <a:pos x="connsiteX6211" y="connsiteY6211"/>
              </a:cxn>
              <a:cxn ang="0">
                <a:pos x="connsiteX6212" y="connsiteY6212"/>
              </a:cxn>
              <a:cxn ang="0">
                <a:pos x="connsiteX6213" y="connsiteY6213"/>
              </a:cxn>
              <a:cxn ang="0">
                <a:pos x="connsiteX6214" y="connsiteY6214"/>
              </a:cxn>
              <a:cxn ang="0">
                <a:pos x="connsiteX6215" y="connsiteY6215"/>
              </a:cxn>
              <a:cxn ang="0">
                <a:pos x="connsiteX6216" y="connsiteY6216"/>
              </a:cxn>
              <a:cxn ang="0">
                <a:pos x="connsiteX6217" y="connsiteY6217"/>
              </a:cxn>
              <a:cxn ang="0">
                <a:pos x="connsiteX6218" y="connsiteY6218"/>
              </a:cxn>
              <a:cxn ang="0">
                <a:pos x="connsiteX6219" y="connsiteY6219"/>
              </a:cxn>
              <a:cxn ang="0">
                <a:pos x="connsiteX6220" y="connsiteY6220"/>
              </a:cxn>
              <a:cxn ang="0">
                <a:pos x="connsiteX6221" y="connsiteY6221"/>
              </a:cxn>
              <a:cxn ang="0">
                <a:pos x="connsiteX6222" y="connsiteY6222"/>
              </a:cxn>
              <a:cxn ang="0">
                <a:pos x="connsiteX6223" y="connsiteY6223"/>
              </a:cxn>
              <a:cxn ang="0">
                <a:pos x="connsiteX6224" y="connsiteY6224"/>
              </a:cxn>
              <a:cxn ang="0">
                <a:pos x="connsiteX6225" y="connsiteY6225"/>
              </a:cxn>
              <a:cxn ang="0">
                <a:pos x="connsiteX6226" y="connsiteY6226"/>
              </a:cxn>
              <a:cxn ang="0">
                <a:pos x="connsiteX6227" y="connsiteY6227"/>
              </a:cxn>
              <a:cxn ang="0">
                <a:pos x="connsiteX6228" y="connsiteY6228"/>
              </a:cxn>
              <a:cxn ang="0">
                <a:pos x="connsiteX6229" y="connsiteY6229"/>
              </a:cxn>
              <a:cxn ang="0">
                <a:pos x="connsiteX6230" y="connsiteY6230"/>
              </a:cxn>
              <a:cxn ang="0">
                <a:pos x="connsiteX6231" y="connsiteY6231"/>
              </a:cxn>
              <a:cxn ang="0">
                <a:pos x="connsiteX6232" y="connsiteY6232"/>
              </a:cxn>
              <a:cxn ang="0">
                <a:pos x="connsiteX6233" y="connsiteY6233"/>
              </a:cxn>
              <a:cxn ang="0">
                <a:pos x="connsiteX6234" y="connsiteY6234"/>
              </a:cxn>
              <a:cxn ang="0">
                <a:pos x="connsiteX6235" y="connsiteY6235"/>
              </a:cxn>
              <a:cxn ang="0">
                <a:pos x="connsiteX6236" y="connsiteY6236"/>
              </a:cxn>
              <a:cxn ang="0">
                <a:pos x="connsiteX6237" y="connsiteY6237"/>
              </a:cxn>
              <a:cxn ang="0">
                <a:pos x="connsiteX6238" y="connsiteY6238"/>
              </a:cxn>
              <a:cxn ang="0">
                <a:pos x="connsiteX6239" y="connsiteY6239"/>
              </a:cxn>
              <a:cxn ang="0">
                <a:pos x="connsiteX6240" y="connsiteY6240"/>
              </a:cxn>
              <a:cxn ang="0">
                <a:pos x="connsiteX6241" y="connsiteY6241"/>
              </a:cxn>
              <a:cxn ang="0">
                <a:pos x="connsiteX6242" y="connsiteY6242"/>
              </a:cxn>
              <a:cxn ang="0">
                <a:pos x="connsiteX6243" y="connsiteY6243"/>
              </a:cxn>
              <a:cxn ang="0">
                <a:pos x="connsiteX6244" y="connsiteY6244"/>
              </a:cxn>
              <a:cxn ang="0">
                <a:pos x="connsiteX6245" y="connsiteY6245"/>
              </a:cxn>
              <a:cxn ang="0">
                <a:pos x="connsiteX6246" y="connsiteY6246"/>
              </a:cxn>
              <a:cxn ang="0">
                <a:pos x="connsiteX6247" y="connsiteY6247"/>
              </a:cxn>
              <a:cxn ang="0">
                <a:pos x="connsiteX6248" y="connsiteY6248"/>
              </a:cxn>
              <a:cxn ang="0">
                <a:pos x="connsiteX6249" y="connsiteY6249"/>
              </a:cxn>
              <a:cxn ang="0">
                <a:pos x="connsiteX6250" y="connsiteY6250"/>
              </a:cxn>
              <a:cxn ang="0">
                <a:pos x="connsiteX6251" y="connsiteY6251"/>
              </a:cxn>
              <a:cxn ang="0">
                <a:pos x="connsiteX6252" y="connsiteY6252"/>
              </a:cxn>
              <a:cxn ang="0">
                <a:pos x="connsiteX6253" y="connsiteY6253"/>
              </a:cxn>
              <a:cxn ang="0">
                <a:pos x="connsiteX6254" y="connsiteY6254"/>
              </a:cxn>
              <a:cxn ang="0">
                <a:pos x="connsiteX6255" y="connsiteY6255"/>
              </a:cxn>
              <a:cxn ang="0">
                <a:pos x="connsiteX6256" y="connsiteY6256"/>
              </a:cxn>
              <a:cxn ang="0">
                <a:pos x="connsiteX6257" y="connsiteY6257"/>
              </a:cxn>
              <a:cxn ang="0">
                <a:pos x="connsiteX6258" y="connsiteY6258"/>
              </a:cxn>
              <a:cxn ang="0">
                <a:pos x="connsiteX6259" y="connsiteY6259"/>
              </a:cxn>
              <a:cxn ang="0">
                <a:pos x="connsiteX6260" y="connsiteY6260"/>
              </a:cxn>
              <a:cxn ang="0">
                <a:pos x="connsiteX6261" y="connsiteY6261"/>
              </a:cxn>
              <a:cxn ang="0">
                <a:pos x="connsiteX6262" y="connsiteY6262"/>
              </a:cxn>
              <a:cxn ang="0">
                <a:pos x="connsiteX6263" y="connsiteY6263"/>
              </a:cxn>
              <a:cxn ang="0">
                <a:pos x="connsiteX6264" y="connsiteY6264"/>
              </a:cxn>
              <a:cxn ang="0">
                <a:pos x="connsiteX6265" y="connsiteY6265"/>
              </a:cxn>
              <a:cxn ang="0">
                <a:pos x="connsiteX6266" y="connsiteY6266"/>
              </a:cxn>
              <a:cxn ang="0">
                <a:pos x="connsiteX6267" y="connsiteY6267"/>
              </a:cxn>
              <a:cxn ang="0">
                <a:pos x="connsiteX6268" y="connsiteY6268"/>
              </a:cxn>
              <a:cxn ang="0">
                <a:pos x="connsiteX6269" y="connsiteY6269"/>
              </a:cxn>
              <a:cxn ang="0">
                <a:pos x="connsiteX6270" y="connsiteY6270"/>
              </a:cxn>
              <a:cxn ang="0">
                <a:pos x="connsiteX6271" y="connsiteY6271"/>
              </a:cxn>
              <a:cxn ang="0">
                <a:pos x="connsiteX6272" y="connsiteY6272"/>
              </a:cxn>
              <a:cxn ang="0">
                <a:pos x="connsiteX6273" y="connsiteY6273"/>
              </a:cxn>
              <a:cxn ang="0">
                <a:pos x="connsiteX6274" y="connsiteY6274"/>
              </a:cxn>
              <a:cxn ang="0">
                <a:pos x="connsiteX6275" y="connsiteY6275"/>
              </a:cxn>
              <a:cxn ang="0">
                <a:pos x="connsiteX6276" y="connsiteY6276"/>
              </a:cxn>
              <a:cxn ang="0">
                <a:pos x="connsiteX6277" y="connsiteY6277"/>
              </a:cxn>
              <a:cxn ang="0">
                <a:pos x="connsiteX6278" y="connsiteY6278"/>
              </a:cxn>
              <a:cxn ang="0">
                <a:pos x="connsiteX6279" y="connsiteY6279"/>
              </a:cxn>
              <a:cxn ang="0">
                <a:pos x="connsiteX6280" y="connsiteY6280"/>
              </a:cxn>
              <a:cxn ang="0">
                <a:pos x="connsiteX6281" y="connsiteY6281"/>
              </a:cxn>
              <a:cxn ang="0">
                <a:pos x="connsiteX6282" y="connsiteY6282"/>
              </a:cxn>
              <a:cxn ang="0">
                <a:pos x="connsiteX6283" y="connsiteY6283"/>
              </a:cxn>
              <a:cxn ang="0">
                <a:pos x="connsiteX6284" y="connsiteY6284"/>
              </a:cxn>
              <a:cxn ang="0">
                <a:pos x="connsiteX6285" y="connsiteY6285"/>
              </a:cxn>
              <a:cxn ang="0">
                <a:pos x="connsiteX6286" y="connsiteY6286"/>
              </a:cxn>
              <a:cxn ang="0">
                <a:pos x="connsiteX6287" y="connsiteY6287"/>
              </a:cxn>
              <a:cxn ang="0">
                <a:pos x="connsiteX6288" y="connsiteY6288"/>
              </a:cxn>
              <a:cxn ang="0">
                <a:pos x="connsiteX6289" y="connsiteY6289"/>
              </a:cxn>
              <a:cxn ang="0">
                <a:pos x="connsiteX6290" y="connsiteY6290"/>
              </a:cxn>
              <a:cxn ang="0">
                <a:pos x="connsiteX6291" y="connsiteY6291"/>
              </a:cxn>
              <a:cxn ang="0">
                <a:pos x="connsiteX6292" y="connsiteY6292"/>
              </a:cxn>
              <a:cxn ang="0">
                <a:pos x="connsiteX6293" y="connsiteY6293"/>
              </a:cxn>
              <a:cxn ang="0">
                <a:pos x="connsiteX6294" y="connsiteY6294"/>
              </a:cxn>
              <a:cxn ang="0">
                <a:pos x="connsiteX6295" y="connsiteY6295"/>
              </a:cxn>
              <a:cxn ang="0">
                <a:pos x="connsiteX6296" y="connsiteY6296"/>
              </a:cxn>
              <a:cxn ang="0">
                <a:pos x="connsiteX6297" y="connsiteY6297"/>
              </a:cxn>
              <a:cxn ang="0">
                <a:pos x="connsiteX6298" y="connsiteY6298"/>
              </a:cxn>
              <a:cxn ang="0">
                <a:pos x="connsiteX6299" y="connsiteY6299"/>
              </a:cxn>
              <a:cxn ang="0">
                <a:pos x="connsiteX6300" y="connsiteY6300"/>
              </a:cxn>
              <a:cxn ang="0">
                <a:pos x="connsiteX6301" y="connsiteY6301"/>
              </a:cxn>
              <a:cxn ang="0">
                <a:pos x="connsiteX6302" y="connsiteY6302"/>
              </a:cxn>
              <a:cxn ang="0">
                <a:pos x="connsiteX6303" y="connsiteY6303"/>
              </a:cxn>
              <a:cxn ang="0">
                <a:pos x="connsiteX6304" y="connsiteY6304"/>
              </a:cxn>
              <a:cxn ang="0">
                <a:pos x="connsiteX6305" y="connsiteY6305"/>
              </a:cxn>
              <a:cxn ang="0">
                <a:pos x="connsiteX6306" y="connsiteY6306"/>
              </a:cxn>
              <a:cxn ang="0">
                <a:pos x="connsiteX6307" y="connsiteY6307"/>
              </a:cxn>
              <a:cxn ang="0">
                <a:pos x="connsiteX6308" y="connsiteY6308"/>
              </a:cxn>
              <a:cxn ang="0">
                <a:pos x="connsiteX6309" y="connsiteY6309"/>
              </a:cxn>
              <a:cxn ang="0">
                <a:pos x="connsiteX6310" y="connsiteY6310"/>
              </a:cxn>
              <a:cxn ang="0">
                <a:pos x="connsiteX6311" y="connsiteY6311"/>
              </a:cxn>
              <a:cxn ang="0">
                <a:pos x="connsiteX6312" y="connsiteY6312"/>
              </a:cxn>
              <a:cxn ang="0">
                <a:pos x="connsiteX6313" y="connsiteY6313"/>
              </a:cxn>
              <a:cxn ang="0">
                <a:pos x="connsiteX6314" y="connsiteY6314"/>
              </a:cxn>
              <a:cxn ang="0">
                <a:pos x="connsiteX6315" y="connsiteY6315"/>
              </a:cxn>
              <a:cxn ang="0">
                <a:pos x="connsiteX6316" y="connsiteY6316"/>
              </a:cxn>
              <a:cxn ang="0">
                <a:pos x="connsiteX6317" y="connsiteY6317"/>
              </a:cxn>
              <a:cxn ang="0">
                <a:pos x="connsiteX6318" y="connsiteY6318"/>
              </a:cxn>
              <a:cxn ang="0">
                <a:pos x="connsiteX6319" y="connsiteY6319"/>
              </a:cxn>
              <a:cxn ang="0">
                <a:pos x="connsiteX6320" y="connsiteY6320"/>
              </a:cxn>
              <a:cxn ang="0">
                <a:pos x="connsiteX6321" y="connsiteY6321"/>
              </a:cxn>
              <a:cxn ang="0">
                <a:pos x="connsiteX6322" y="connsiteY6322"/>
              </a:cxn>
              <a:cxn ang="0">
                <a:pos x="connsiteX6323" y="connsiteY6323"/>
              </a:cxn>
              <a:cxn ang="0">
                <a:pos x="connsiteX6324" y="connsiteY6324"/>
              </a:cxn>
              <a:cxn ang="0">
                <a:pos x="connsiteX6325" y="connsiteY6325"/>
              </a:cxn>
              <a:cxn ang="0">
                <a:pos x="connsiteX6326" y="connsiteY6326"/>
              </a:cxn>
              <a:cxn ang="0">
                <a:pos x="connsiteX6327" y="connsiteY6327"/>
              </a:cxn>
              <a:cxn ang="0">
                <a:pos x="connsiteX6328" y="connsiteY6328"/>
              </a:cxn>
              <a:cxn ang="0">
                <a:pos x="connsiteX6329" y="connsiteY6329"/>
              </a:cxn>
              <a:cxn ang="0">
                <a:pos x="connsiteX6330" y="connsiteY6330"/>
              </a:cxn>
              <a:cxn ang="0">
                <a:pos x="connsiteX6331" y="connsiteY6331"/>
              </a:cxn>
              <a:cxn ang="0">
                <a:pos x="connsiteX6332" y="connsiteY6332"/>
              </a:cxn>
              <a:cxn ang="0">
                <a:pos x="connsiteX6333" y="connsiteY6333"/>
              </a:cxn>
              <a:cxn ang="0">
                <a:pos x="connsiteX6334" y="connsiteY6334"/>
              </a:cxn>
              <a:cxn ang="0">
                <a:pos x="connsiteX6335" y="connsiteY6335"/>
              </a:cxn>
              <a:cxn ang="0">
                <a:pos x="connsiteX6336" y="connsiteY6336"/>
              </a:cxn>
              <a:cxn ang="0">
                <a:pos x="connsiteX6337" y="connsiteY6337"/>
              </a:cxn>
              <a:cxn ang="0">
                <a:pos x="connsiteX6338" y="connsiteY6338"/>
              </a:cxn>
              <a:cxn ang="0">
                <a:pos x="connsiteX6339" y="connsiteY6339"/>
              </a:cxn>
              <a:cxn ang="0">
                <a:pos x="connsiteX6340" y="connsiteY6340"/>
              </a:cxn>
              <a:cxn ang="0">
                <a:pos x="connsiteX6341" y="connsiteY6341"/>
              </a:cxn>
              <a:cxn ang="0">
                <a:pos x="connsiteX6342" y="connsiteY6342"/>
              </a:cxn>
              <a:cxn ang="0">
                <a:pos x="connsiteX6343" y="connsiteY6343"/>
              </a:cxn>
              <a:cxn ang="0">
                <a:pos x="connsiteX6344" y="connsiteY6344"/>
              </a:cxn>
              <a:cxn ang="0">
                <a:pos x="connsiteX6345" y="connsiteY6345"/>
              </a:cxn>
              <a:cxn ang="0">
                <a:pos x="connsiteX6346" y="connsiteY6346"/>
              </a:cxn>
              <a:cxn ang="0">
                <a:pos x="connsiteX6347" y="connsiteY6347"/>
              </a:cxn>
              <a:cxn ang="0">
                <a:pos x="connsiteX6348" y="connsiteY6348"/>
              </a:cxn>
              <a:cxn ang="0">
                <a:pos x="connsiteX6349" y="connsiteY6349"/>
              </a:cxn>
              <a:cxn ang="0">
                <a:pos x="connsiteX6350" y="connsiteY6350"/>
              </a:cxn>
              <a:cxn ang="0">
                <a:pos x="connsiteX6351" y="connsiteY6351"/>
              </a:cxn>
              <a:cxn ang="0">
                <a:pos x="connsiteX6352" y="connsiteY6352"/>
              </a:cxn>
              <a:cxn ang="0">
                <a:pos x="connsiteX6353" y="connsiteY6353"/>
              </a:cxn>
              <a:cxn ang="0">
                <a:pos x="connsiteX6354" y="connsiteY6354"/>
              </a:cxn>
              <a:cxn ang="0">
                <a:pos x="connsiteX6355" y="connsiteY6355"/>
              </a:cxn>
              <a:cxn ang="0">
                <a:pos x="connsiteX6356" y="connsiteY6356"/>
              </a:cxn>
              <a:cxn ang="0">
                <a:pos x="connsiteX6357" y="connsiteY6357"/>
              </a:cxn>
              <a:cxn ang="0">
                <a:pos x="connsiteX6358" y="connsiteY6358"/>
              </a:cxn>
              <a:cxn ang="0">
                <a:pos x="connsiteX6359" y="connsiteY6359"/>
              </a:cxn>
              <a:cxn ang="0">
                <a:pos x="connsiteX6360" y="connsiteY6360"/>
              </a:cxn>
              <a:cxn ang="0">
                <a:pos x="connsiteX6361" y="connsiteY6361"/>
              </a:cxn>
              <a:cxn ang="0">
                <a:pos x="connsiteX6362" y="connsiteY6362"/>
              </a:cxn>
              <a:cxn ang="0">
                <a:pos x="connsiteX6363" y="connsiteY6363"/>
              </a:cxn>
              <a:cxn ang="0">
                <a:pos x="connsiteX6364" y="connsiteY6364"/>
              </a:cxn>
              <a:cxn ang="0">
                <a:pos x="connsiteX6365" y="connsiteY6365"/>
              </a:cxn>
              <a:cxn ang="0">
                <a:pos x="connsiteX6366" y="connsiteY6366"/>
              </a:cxn>
              <a:cxn ang="0">
                <a:pos x="connsiteX6367" y="connsiteY6367"/>
              </a:cxn>
              <a:cxn ang="0">
                <a:pos x="connsiteX6368" y="connsiteY6368"/>
              </a:cxn>
              <a:cxn ang="0">
                <a:pos x="connsiteX6369" y="connsiteY6369"/>
              </a:cxn>
              <a:cxn ang="0">
                <a:pos x="connsiteX6370" y="connsiteY6370"/>
              </a:cxn>
              <a:cxn ang="0">
                <a:pos x="connsiteX6371" y="connsiteY6371"/>
              </a:cxn>
              <a:cxn ang="0">
                <a:pos x="connsiteX6372" y="connsiteY6372"/>
              </a:cxn>
              <a:cxn ang="0">
                <a:pos x="connsiteX6373" y="connsiteY6373"/>
              </a:cxn>
              <a:cxn ang="0">
                <a:pos x="connsiteX6374" y="connsiteY6374"/>
              </a:cxn>
              <a:cxn ang="0">
                <a:pos x="connsiteX6375" y="connsiteY6375"/>
              </a:cxn>
              <a:cxn ang="0">
                <a:pos x="connsiteX6376" y="connsiteY6376"/>
              </a:cxn>
              <a:cxn ang="0">
                <a:pos x="connsiteX6377" y="connsiteY6377"/>
              </a:cxn>
              <a:cxn ang="0">
                <a:pos x="connsiteX6378" y="connsiteY6378"/>
              </a:cxn>
              <a:cxn ang="0">
                <a:pos x="connsiteX6379" y="connsiteY6379"/>
              </a:cxn>
              <a:cxn ang="0">
                <a:pos x="connsiteX6380" y="connsiteY6380"/>
              </a:cxn>
              <a:cxn ang="0">
                <a:pos x="connsiteX6381" y="connsiteY6381"/>
              </a:cxn>
              <a:cxn ang="0">
                <a:pos x="connsiteX6382" y="connsiteY6382"/>
              </a:cxn>
              <a:cxn ang="0">
                <a:pos x="connsiteX6383" y="connsiteY6383"/>
              </a:cxn>
              <a:cxn ang="0">
                <a:pos x="connsiteX6384" y="connsiteY6384"/>
              </a:cxn>
              <a:cxn ang="0">
                <a:pos x="connsiteX6385" y="connsiteY6385"/>
              </a:cxn>
              <a:cxn ang="0">
                <a:pos x="connsiteX6386" y="connsiteY6386"/>
              </a:cxn>
              <a:cxn ang="0">
                <a:pos x="connsiteX6387" y="connsiteY6387"/>
              </a:cxn>
              <a:cxn ang="0">
                <a:pos x="connsiteX6388" y="connsiteY6388"/>
              </a:cxn>
              <a:cxn ang="0">
                <a:pos x="connsiteX6389" y="connsiteY6389"/>
              </a:cxn>
              <a:cxn ang="0">
                <a:pos x="connsiteX6390" y="connsiteY6390"/>
              </a:cxn>
              <a:cxn ang="0">
                <a:pos x="connsiteX6391" y="connsiteY6391"/>
              </a:cxn>
              <a:cxn ang="0">
                <a:pos x="connsiteX6392" y="connsiteY6392"/>
              </a:cxn>
              <a:cxn ang="0">
                <a:pos x="connsiteX6393" y="connsiteY6393"/>
              </a:cxn>
              <a:cxn ang="0">
                <a:pos x="connsiteX6394" y="connsiteY6394"/>
              </a:cxn>
              <a:cxn ang="0">
                <a:pos x="connsiteX6395" y="connsiteY6395"/>
              </a:cxn>
              <a:cxn ang="0">
                <a:pos x="connsiteX6396" y="connsiteY6396"/>
              </a:cxn>
              <a:cxn ang="0">
                <a:pos x="connsiteX6397" y="connsiteY6397"/>
              </a:cxn>
              <a:cxn ang="0">
                <a:pos x="connsiteX6398" y="connsiteY6398"/>
              </a:cxn>
              <a:cxn ang="0">
                <a:pos x="connsiteX6399" y="connsiteY6399"/>
              </a:cxn>
              <a:cxn ang="0">
                <a:pos x="connsiteX6400" y="connsiteY6400"/>
              </a:cxn>
              <a:cxn ang="0">
                <a:pos x="connsiteX6401" y="connsiteY6401"/>
              </a:cxn>
              <a:cxn ang="0">
                <a:pos x="connsiteX6402" y="connsiteY6402"/>
              </a:cxn>
              <a:cxn ang="0">
                <a:pos x="connsiteX6403" y="connsiteY6403"/>
              </a:cxn>
              <a:cxn ang="0">
                <a:pos x="connsiteX6404" y="connsiteY6404"/>
              </a:cxn>
              <a:cxn ang="0">
                <a:pos x="connsiteX6405" y="connsiteY6405"/>
              </a:cxn>
              <a:cxn ang="0">
                <a:pos x="connsiteX6406" y="connsiteY6406"/>
              </a:cxn>
              <a:cxn ang="0">
                <a:pos x="connsiteX6407" y="connsiteY6407"/>
              </a:cxn>
              <a:cxn ang="0">
                <a:pos x="connsiteX6408" y="connsiteY6408"/>
              </a:cxn>
              <a:cxn ang="0">
                <a:pos x="connsiteX6409" y="connsiteY6409"/>
              </a:cxn>
              <a:cxn ang="0">
                <a:pos x="connsiteX6410" y="connsiteY6410"/>
              </a:cxn>
              <a:cxn ang="0">
                <a:pos x="connsiteX6411" y="connsiteY6411"/>
              </a:cxn>
              <a:cxn ang="0">
                <a:pos x="connsiteX6412" y="connsiteY6412"/>
              </a:cxn>
              <a:cxn ang="0">
                <a:pos x="connsiteX6413" y="connsiteY6413"/>
              </a:cxn>
              <a:cxn ang="0">
                <a:pos x="connsiteX6414" y="connsiteY6414"/>
              </a:cxn>
              <a:cxn ang="0">
                <a:pos x="connsiteX6415" y="connsiteY6415"/>
              </a:cxn>
              <a:cxn ang="0">
                <a:pos x="connsiteX6416" y="connsiteY6416"/>
              </a:cxn>
              <a:cxn ang="0">
                <a:pos x="connsiteX6417" y="connsiteY6417"/>
              </a:cxn>
              <a:cxn ang="0">
                <a:pos x="connsiteX6418" y="connsiteY6418"/>
              </a:cxn>
              <a:cxn ang="0">
                <a:pos x="connsiteX6419" y="connsiteY6419"/>
              </a:cxn>
              <a:cxn ang="0">
                <a:pos x="connsiteX6420" y="connsiteY6420"/>
              </a:cxn>
              <a:cxn ang="0">
                <a:pos x="connsiteX6421" y="connsiteY6421"/>
              </a:cxn>
              <a:cxn ang="0">
                <a:pos x="connsiteX6422" y="connsiteY6422"/>
              </a:cxn>
              <a:cxn ang="0">
                <a:pos x="connsiteX6423" y="connsiteY6423"/>
              </a:cxn>
              <a:cxn ang="0">
                <a:pos x="connsiteX6424" y="connsiteY6424"/>
              </a:cxn>
              <a:cxn ang="0">
                <a:pos x="connsiteX6425" y="connsiteY6425"/>
              </a:cxn>
              <a:cxn ang="0">
                <a:pos x="connsiteX6426" y="connsiteY6426"/>
              </a:cxn>
              <a:cxn ang="0">
                <a:pos x="connsiteX6427" y="connsiteY6427"/>
              </a:cxn>
              <a:cxn ang="0">
                <a:pos x="connsiteX6428" y="connsiteY6428"/>
              </a:cxn>
              <a:cxn ang="0">
                <a:pos x="connsiteX6429" y="connsiteY6429"/>
              </a:cxn>
              <a:cxn ang="0">
                <a:pos x="connsiteX6430" y="connsiteY6430"/>
              </a:cxn>
              <a:cxn ang="0">
                <a:pos x="connsiteX6431" y="connsiteY6431"/>
              </a:cxn>
              <a:cxn ang="0">
                <a:pos x="connsiteX6432" y="connsiteY6432"/>
              </a:cxn>
              <a:cxn ang="0">
                <a:pos x="connsiteX6433" y="connsiteY6433"/>
              </a:cxn>
              <a:cxn ang="0">
                <a:pos x="connsiteX6434" y="connsiteY6434"/>
              </a:cxn>
              <a:cxn ang="0">
                <a:pos x="connsiteX6435" y="connsiteY6435"/>
              </a:cxn>
              <a:cxn ang="0">
                <a:pos x="connsiteX6436" y="connsiteY6436"/>
              </a:cxn>
              <a:cxn ang="0">
                <a:pos x="connsiteX6437" y="connsiteY6437"/>
              </a:cxn>
              <a:cxn ang="0">
                <a:pos x="connsiteX6438" y="connsiteY6438"/>
              </a:cxn>
              <a:cxn ang="0">
                <a:pos x="connsiteX6439" y="connsiteY6439"/>
              </a:cxn>
              <a:cxn ang="0">
                <a:pos x="connsiteX6440" y="connsiteY6440"/>
              </a:cxn>
              <a:cxn ang="0">
                <a:pos x="connsiteX6441" y="connsiteY6441"/>
              </a:cxn>
              <a:cxn ang="0">
                <a:pos x="connsiteX6442" y="connsiteY6442"/>
              </a:cxn>
              <a:cxn ang="0">
                <a:pos x="connsiteX6443" y="connsiteY6443"/>
              </a:cxn>
              <a:cxn ang="0">
                <a:pos x="connsiteX6444" y="connsiteY6444"/>
              </a:cxn>
              <a:cxn ang="0">
                <a:pos x="connsiteX6445" y="connsiteY6445"/>
              </a:cxn>
              <a:cxn ang="0">
                <a:pos x="connsiteX6446" y="connsiteY6446"/>
              </a:cxn>
              <a:cxn ang="0">
                <a:pos x="connsiteX6447" y="connsiteY6447"/>
              </a:cxn>
              <a:cxn ang="0">
                <a:pos x="connsiteX6448" y="connsiteY6448"/>
              </a:cxn>
              <a:cxn ang="0">
                <a:pos x="connsiteX6449" y="connsiteY6449"/>
              </a:cxn>
              <a:cxn ang="0">
                <a:pos x="connsiteX6450" y="connsiteY6450"/>
              </a:cxn>
              <a:cxn ang="0">
                <a:pos x="connsiteX6451" y="connsiteY6451"/>
              </a:cxn>
              <a:cxn ang="0">
                <a:pos x="connsiteX6452" y="connsiteY6452"/>
              </a:cxn>
              <a:cxn ang="0">
                <a:pos x="connsiteX6453" y="connsiteY6453"/>
              </a:cxn>
              <a:cxn ang="0">
                <a:pos x="connsiteX6454" y="connsiteY6454"/>
              </a:cxn>
              <a:cxn ang="0">
                <a:pos x="connsiteX6455" y="connsiteY6455"/>
              </a:cxn>
              <a:cxn ang="0">
                <a:pos x="connsiteX6456" y="connsiteY6456"/>
              </a:cxn>
              <a:cxn ang="0">
                <a:pos x="connsiteX6457" y="connsiteY6457"/>
              </a:cxn>
              <a:cxn ang="0">
                <a:pos x="connsiteX6458" y="connsiteY6458"/>
              </a:cxn>
              <a:cxn ang="0">
                <a:pos x="connsiteX6459" y="connsiteY6459"/>
              </a:cxn>
              <a:cxn ang="0">
                <a:pos x="connsiteX6460" y="connsiteY6460"/>
              </a:cxn>
              <a:cxn ang="0">
                <a:pos x="connsiteX6461" y="connsiteY6461"/>
              </a:cxn>
              <a:cxn ang="0">
                <a:pos x="connsiteX6462" y="connsiteY6462"/>
              </a:cxn>
              <a:cxn ang="0">
                <a:pos x="connsiteX6463" y="connsiteY6463"/>
              </a:cxn>
              <a:cxn ang="0">
                <a:pos x="connsiteX6464" y="connsiteY6464"/>
              </a:cxn>
              <a:cxn ang="0">
                <a:pos x="connsiteX6465" y="connsiteY6465"/>
              </a:cxn>
              <a:cxn ang="0">
                <a:pos x="connsiteX6466" y="connsiteY6466"/>
              </a:cxn>
              <a:cxn ang="0">
                <a:pos x="connsiteX6467" y="connsiteY6467"/>
              </a:cxn>
              <a:cxn ang="0">
                <a:pos x="connsiteX6468" y="connsiteY6468"/>
              </a:cxn>
              <a:cxn ang="0">
                <a:pos x="connsiteX6469" y="connsiteY6469"/>
              </a:cxn>
              <a:cxn ang="0">
                <a:pos x="connsiteX6470" y="connsiteY6470"/>
              </a:cxn>
              <a:cxn ang="0">
                <a:pos x="connsiteX6471" y="connsiteY6471"/>
              </a:cxn>
              <a:cxn ang="0">
                <a:pos x="connsiteX6472" y="connsiteY6472"/>
              </a:cxn>
              <a:cxn ang="0">
                <a:pos x="connsiteX6473" y="connsiteY6473"/>
              </a:cxn>
              <a:cxn ang="0">
                <a:pos x="connsiteX6474" y="connsiteY6474"/>
              </a:cxn>
              <a:cxn ang="0">
                <a:pos x="connsiteX6475" y="connsiteY6475"/>
              </a:cxn>
              <a:cxn ang="0">
                <a:pos x="connsiteX6476" y="connsiteY6476"/>
              </a:cxn>
              <a:cxn ang="0">
                <a:pos x="connsiteX6477" y="connsiteY6477"/>
              </a:cxn>
              <a:cxn ang="0">
                <a:pos x="connsiteX6478" y="connsiteY6478"/>
              </a:cxn>
              <a:cxn ang="0">
                <a:pos x="connsiteX6479" y="connsiteY6479"/>
              </a:cxn>
              <a:cxn ang="0">
                <a:pos x="connsiteX6480" y="connsiteY6480"/>
              </a:cxn>
              <a:cxn ang="0">
                <a:pos x="connsiteX6481" y="connsiteY6481"/>
              </a:cxn>
              <a:cxn ang="0">
                <a:pos x="connsiteX6482" y="connsiteY6482"/>
              </a:cxn>
              <a:cxn ang="0">
                <a:pos x="connsiteX6483" y="connsiteY6483"/>
              </a:cxn>
              <a:cxn ang="0">
                <a:pos x="connsiteX6484" y="connsiteY6484"/>
              </a:cxn>
              <a:cxn ang="0">
                <a:pos x="connsiteX6485" y="connsiteY6485"/>
              </a:cxn>
              <a:cxn ang="0">
                <a:pos x="connsiteX6486" y="connsiteY6486"/>
              </a:cxn>
              <a:cxn ang="0">
                <a:pos x="connsiteX6487" y="connsiteY6487"/>
              </a:cxn>
              <a:cxn ang="0">
                <a:pos x="connsiteX6488" y="connsiteY6488"/>
              </a:cxn>
              <a:cxn ang="0">
                <a:pos x="connsiteX6489" y="connsiteY6489"/>
              </a:cxn>
              <a:cxn ang="0">
                <a:pos x="connsiteX6490" y="connsiteY6490"/>
              </a:cxn>
              <a:cxn ang="0">
                <a:pos x="connsiteX6491" y="connsiteY6491"/>
              </a:cxn>
              <a:cxn ang="0">
                <a:pos x="connsiteX6492" y="connsiteY6492"/>
              </a:cxn>
              <a:cxn ang="0">
                <a:pos x="connsiteX6493" y="connsiteY6493"/>
              </a:cxn>
              <a:cxn ang="0">
                <a:pos x="connsiteX6494" y="connsiteY6494"/>
              </a:cxn>
              <a:cxn ang="0">
                <a:pos x="connsiteX6495" y="connsiteY6495"/>
              </a:cxn>
              <a:cxn ang="0">
                <a:pos x="connsiteX6496" y="connsiteY6496"/>
              </a:cxn>
              <a:cxn ang="0">
                <a:pos x="connsiteX6497" y="connsiteY6497"/>
              </a:cxn>
              <a:cxn ang="0">
                <a:pos x="connsiteX6498" y="connsiteY6498"/>
              </a:cxn>
              <a:cxn ang="0">
                <a:pos x="connsiteX6499" y="connsiteY6499"/>
              </a:cxn>
              <a:cxn ang="0">
                <a:pos x="connsiteX6500" y="connsiteY6500"/>
              </a:cxn>
              <a:cxn ang="0">
                <a:pos x="connsiteX6501" y="connsiteY6501"/>
              </a:cxn>
              <a:cxn ang="0">
                <a:pos x="connsiteX6502" y="connsiteY6502"/>
              </a:cxn>
              <a:cxn ang="0">
                <a:pos x="connsiteX6503" y="connsiteY6503"/>
              </a:cxn>
              <a:cxn ang="0">
                <a:pos x="connsiteX6504" y="connsiteY6504"/>
              </a:cxn>
              <a:cxn ang="0">
                <a:pos x="connsiteX6505" y="connsiteY6505"/>
              </a:cxn>
              <a:cxn ang="0">
                <a:pos x="connsiteX6506" y="connsiteY6506"/>
              </a:cxn>
              <a:cxn ang="0">
                <a:pos x="connsiteX6507" y="connsiteY6507"/>
              </a:cxn>
              <a:cxn ang="0">
                <a:pos x="connsiteX6508" y="connsiteY6508"/>
              </a:cxn>
              <a:cxn ang="0">
                <a:pos x="connsiteX6509" y="connsiteY6509"/>
              </a:cxn>
              <a:cxn ang="0">
                <a:pos x="connsiteX6510" y="connsiteY6510"/>
              </a:cxn>
              <a:cxn ang="0">
                <a:pos x="connsiteX6511" y="connsiteY6511"/>
              </a:cxn>
              <a:cxn ang="0">
                <a:pos x="connsiteX6512" y="connsiteY6512"/>
              </a:cxn>
              <a:cxn ang="0">
                <a:pos x="connsiteX6513" y="connsiteY6513"/>
              </a:cxn>
              <a:cxn ang="0">
                <a:pos x="connsiteX6514" y="connsiteY6514"/>
              </a:cxn>
              <a:cxn ang="0">
                <a:pos x="connsiteX6515" y="connsiteY6515"/>
              </a:cxn>
              <a:cxn ang="0">
                <a:pos x="connsiteX6516" y="connsiteY6516"/>
              </a:cxn>
              <a:cxn ang="0">
                <a:pos x="connsiteX6517" y="connsiteY6517"/>
              </a:cxn>
              <a:cxn ang="0">
                <a:pos x="connsiteX6518" y="connsiteY6518"/>
              </a:cxn>
              <a:cxn ang="0">
                <a:pos x="connsiteX6519" y="connsiteY6519"/>
              </a:cxn>
              <a:cxn ang="0">
                <a:pos x="connsiteX6520" y="connsiteY6520"/>
              </a:cxn>
              <a:cxn ang="0">
                <a:pos x="connsiteX6521" y="connsiteY6521"/>
              </a:cxn>
              <a:cxn ang="0">
                <a:pos x="connsiteX6522" y="connsiteY6522"/>
              </a:cxn>
              <a:cxn ang="0">
                <a:pos x="connsiteX6523" y="connsiteY6523"/>
              </a:cxn>
              <a:cxn ang="0">
                <a:pos x="connsiteX6524" y="connsiteY6524"/>
              </a:cxn>
              <a:cxn ang="0">
                <a:pos x="connsiteX6525" y="connsiteY6525"/>
              </a:cxn>
              <a:cxn ang="0">
                <a:pos x="connsiteX6526" y="connsiteY6526"/>
              </a:cxn>
              <a:cxn ang="0">
                <a:pos x="connsiteX6527" y="connsiteY6527"/>
              </a:cxn>
              <a:cxn ang="0">
                <a:pos x="connsiteX6528" y="connsiteY6528"/>
              </a:cxn>
              <a:cxn ang="0">
                <a:pos x="connsiteX6529" y="connsiteY6529"/>
              </a:cxn>
              <a:cxn ang="0">
                <a:pos x="connsiteX6530" y="connsiteY6530"/>
              </a:cxn>
              <a:cxn ang="0">
                <a:pos x="connsiteX6531" y="connsiteY6531"/>
              </a:cxn>
              <a:cxn ang="0">
                <a:pos x="connsiteX6532" y="connsiteY6532"/>
              </a:cxn>
              <a:cxn ang="0">
                <a:pos x="connsiteX6533" y="connsiteY6533"/>
              </a:cxn>
              <a:cxn ang="0">
                <a:pos x="connsiteX6534" y="connsiteY6534"/>
              </a:cxn>
              <a:cxn ang="0">
                <a:pos x="connsiteX6535" y="connsiteY6535"/>
              </a:cxn>
              <a:cxn ang="0">
                <a:pos x="connsiteX6536" y="connsiteY6536"/>
              </a:cxn>
              <a:cxn ang="0">
                <a:pos x="connsiteX6537" y="connsiteY6537"/>
              </a:cxn>
              <a:cxn ang="0">
                <a:pos x="connsiteX6538" y="connsiteY6538"/>
              </a:cxn>
              <a:cxn ang="0">
                <a:pos x="connsiteX6539" y="connsiteY6539"/>
              </a:cxn>
              <a:cxn ang="0">
                <a:pos x="connsiteX6540" y="connsiteY6540"/>
              </a:cxn>
              <a:cxn ang="0">
                <a:pos x="connsiteX6541" y="connsiteY6541"/>
              </a:cxn>
              <a:cxn ang="0">
                <a:pos x="connsiteX6542" y="connsiteY6542"/>
              </a:cxn>
              <a:cxn ang="0">
                <a:pos x="connsiteX6543" y="connsiteY6543"/>
              </a:cxn>
              <a:cxn ang="0">
                <a:pos x="connsiteX6544" y="connsiteY6544"/>
              </a:cxn>
              <a:cxn ang="0">
                <a:pos x="connsiteX6545" y="connsiteY6545"/>
              </a:cxn>
              <a:cxn ang="0">
                <a:pos x="connsiteX6546" y="connsiteY6546"/>
              </a:cxn>
              <a:cxn ang="0">
                <a:pos x="connsiteX6547" y="connsiteY6547"/>
              </a:cxn>
              <a:cxn ang="0">
                <a:pos x="connsiteX6548" y="connsiteY6548"/>
              </a:cxn>
              <a:cxn ang="0">
                <a:pos x="connsiteX6549" y="connsiteY6549"/>
              </a:cxn>
              <a:cxn ang="0">
                <a:pos x="connsiteX6550" y="connsiteY6550"/>
              </a:cxn>
              <a:cxn ang="0">
                <a:pos x="connsiteX6551" y="connsiteY6551"/>
              </a:cxn>
              <a:cxn ang="0">
                <a:pos x="connsiteX6552" y="connsiteY6552"/>
              </a:cxn>
              <a:cxn ang="0">
                <a:pos x="connsiteX6553" y="connsiteY6553"/>
              </a:cxn>
              <a:cxn ang="0">
                <a:pos x="connsiteX6554" y="connsiteY6554"/>
              </a:cxn>
              <a:cxn ang="0">
                <a:pos x="connsiteX6555" y="connsiteY6555"/>
              </a:cxn>
              <a:cxn ang="0">
                <a:pos x="connsiteX6556" y="connsiteY6556"/>
              </a:cxn>
              <a:cxn ang="0">
                <a:pos x="connsiteX6557" y="connsiteY6557"/>
              </a:cxn>
              <a:cxn ang="0">
                <a:pos x="connsiteX6558" y="connsiteY6558"/>
              </a:cxn>
              <a:cxn ang="0">
                <a:pos x="connsiteX6559" y="connsiteY6559"/>
              </a:cxn>
              <a:cxn ang="0">
                <a:pos x="connsiteX6560" y="connsiteY6560"/>
              </a:cxn>
              <a:cxn ang="0">
                <a:pos x="connsiteX6561" y="connsiteY6561"/>
              </a:cxn>
              <a:cxn ang="0">
                <a:pos x="connsiteX6562" y="connsiteY6562"/>
              </a:cxn>
              <a:cxn ang="0">
                <a:pos x="connsiteX6563" y="connsiteY6563"/>
              </a:cxn>
              <a:cxn ang="0">
                <a:pos x="connsiteX6564" y="connsiteY6564"/>
              </a:cxn>
              <a:cxn ang="0">
                <a:pos x="connsiteX6565" y="connsiteY6565"/>
              </a:cxn>
              <a:cxn ang="0">
                <a:pos x="connsiteX6566" y="connsiteY6566"/>
              </a:cxn>
              <a:cxn ang="0">
                <a:pos x="connsiteX6567" y="connsiteY6567"/>
              </a:cxn>
              <a:cxn ang="0">
                <a:pos x="connsiteX6568" y="connsiteY6568"/>
              </a:cxn>
              <a:cxn ang="0">
                <a:pos x="connsiteX6569" y="connsiteY6569"/>
              </a:cxn>
              <a:cxn ang="0">
                <a:pos x="connsiteX6570" y="connsiteY6570"/>
              </a:cxn>
              <a:cxn ang="0">
                <a:pos x="connsiteX6571" y="connsiteY6571"/>
              </a:cxn>
              <a:cxn ang="0">
                <a:pos x="connsiteX6572" y="connsiteY6572"/>
              </a:cxn>
              <a:cxn ang="0">
                <a:pos x="connsiteX6573" y="connsiteY6573"/>
              </a:cxn>
              <a:cxn ang="0">
                <a:pos x="connsiteX6574" y="connsiteY6574"/>
              </a:cxn>
              <a:cxn ang="0">
                <a:pos x="connsiteX6575" y="connsiteY6575"/>
              </a:cxn>
              <a:cxn ang="0">
                <a:pos x="connsiteX6576" y="connsiteY6576"/>
              </a:cxn>
              <a:cxn ang="0">
                <a:pos x="connsiteX6577" y="connsiteY6577"/>
              </a:cxn>
              <a:cxn ang="0">
                <a:pos x="connsiteX6578" y="connsiteY6578"/>
              </a:cxn>
              <a:cxn ang="0">
                <a:pos x="connsiteX6579" y="connsiteY6579"/>
              </a:cxn>
            </a:cxnLst>
            <a:rect l="l" t="t" r="r" b="b"/>
            <a:pathLst>
              <a:path w="9635294" h="6211920">
                <a:moveTo>
                  <a:pt x="5718423" y="6194553"/>
                </a:moveTo>
                <a:lnTo>
                  <a:pt x="5721598" y="6194553"/>
                </a:lnTo>
                <a:lnTo>
                  <a:pt x="5721598" y="6211920"/>
                </a:lnTo>
                <a:lnTo>
                  <a:pt x="5718423" y="6211920"/>
                </a:lnTo>
                <a:close/>
                <a:moveTo>
                  <a:pt x="5708898" y="6194553"/>
                </a:moveTo>
                <a:lnTo>
                  <a:pt x="5712073" y="6194553"/>
                </a:lnTo>
                <a:lnTo>
                  <a:pt x="5712073" y="6211920"/>
                </a:lnTo>
                <a:lnTo>
                  <a:pt x="5708898" y="6211920"/>
                </a:lnTo>
                <a:close/>
                <a:moveTo>
                  <a:pt x="3928727" y="6194553"/>
                </a:moveTo>
                <a:lnTo>
                  <a:pt x="3931901" y="6194553"/>
                </a:lnTo>
                <a:lnTo>
                  <a:pt x="3931901" y="6211920"/>
                </a:lnTo>
                <a:lnTo>
                  <a:pt x="3928727" y="6211920"/>
                </a:lnTo>
                <a:close/>
                <a:moveTo>
                  <a:pt x="3919202" y="6194553"/>
                </a:moveTo>
                <a:lnTo>
                  <a:pt x="3922376" y="6194553"/>
                </a:lnTo>
                <a:lnTo>
                  <a:pt x="3922376" y="6211920"/>
                </a:lnTo>
                <a:lnTo>
                  <a:pt x="3919202" y="6211920"/>
                </a:lnTo>
                <a:close/>
                <a:moveTo>
                  <a:pt x="5718423" y="6143880"/>
                </a:moveTo>
                <a:lnTo>
                  <a:pt x="5721598" y="6143880"/>
                </a:lnTo>
                <a:lnTo>
                  <a:pt x="5721598" y="6169217"/>
                </a:lnTo>
                <a:lnTo>
                  <a:pt x="5718423" y="6169217"/>
                </a:lnTo>
                <a:close/>
                <a:moveTo>
                  <a:pt x="5708898" y="6143880"/>
                </a:moveTo>
                <a:lnTo>
                  <a:pt x="5712073" y="6143880"/>
                </a:lnTo>
                <a:lnTo>
                  <a:pt x="5712073" y="6169217"/>
                </a:lnTo>
                <a:lnTo>
                  <a:pt x="5708898" y="6169217"/>
                </a:lnTo>
                <a:close/>
                <a:moveTo>
                  <a:pt x="3928727" y="6143880"/>
                </a:moveTo>
                <a:lnTo>
                  <a:pt x="3931901" y="6143880"/>
                </a:lnTo>
                <a:lnTo>
                  <a:pt x="3931901" y="6169217"/>
                </a:lnTo>
                <a:lnTo>
                  <a:pt x="3928727" y="6169217"/>
                </a:lnTo>
                <a:close/>
                <a:moveTo>
                  <a:pt x="3919202" y="6143880"/>
                </a:moveTo>
                <a:lnTo>
                  <a:pt x="3922376" y="6143880"/>
                </a:lnTo>
                <a:lnTo>
                  <a:pt x="3922376" y="6169217"/>
                </a:lnTo>
                <a:lnTo>
                  <a:pt x="3919202" y="6169217"/>
                </a:lnTo>
                <a:close/>
                <a:moveTo>
                  <a:pt x="5718423" y="6093208"/>
                </a:moveTo>
                <a:lnTo>
                  <a:pt x="5721598" y="6093208"/>
                </a:lnTo>
                <a:lnTo>
                  <a:pt x="5721598" y="6118544"/>
                </a:lnTo>
                <a:lnTo>
                  <a:pt x="5718423" y="6118544"/>
                </a:lnTo>
                <a:close/>
                <a:moveTo>
                  <a:pt x="5708898" y="6093208"/>
                </a:moveTo>
                <a:lnTo>
                  <a:pt x="5712073" y="6093208"/>
                </a:lnTo>
                <a:lnTo>
                  <a:pt x="5712073" y="6118544"/>
                </a:lnTo>
                <a:lnTo>
                  <a:pt x="5708898" y="6118544"/>
                </a:lnTo>
                <a:close/>
                <a:moveTo>
                  <a:pt x="3928727" y="6093208"/>
                </a:moveTo>
                <a:lnTo>
                  <a:pt x="3931901" y="6093208"/>
                </a:lnTo>
                <a:lnTo>
                  <a:pt x="3931901" y="6118544"/>
                </a:lnTo>
                <a:lnTo>
                  <a:pt x="3928727" y="6118544"/>
                </a:lnTo>
                <a:close/>
                <a:moveTo>
                  <a:pt x="3919202" y="6093208"/>
                </a:moveTo>
                <a:lnTo>
                  <a:pt x="3922376" y="6093208"/>
                </a:lnTo>
                <a:lnTo>
                  <a:pt x="3922376" y="6118544"/>
                </a:lnTo>
                <a:lnTo>
                  <a:pt x="3919202" y="6118544"/>
                </a:lnTo>
                <a:close/>
                <a:moveTo>
                  <a:pt x="5718423" y="6042533"/>
                </a:moveTo>
                <a:lnTo>
                  <a:pt x="5721598" y="6042533"/>
                </a:lnTo>
                <a:lnTo>
                  <a:pt x="5721598" y="6067869"/>
                </a:lnTo>
                <a:lnTo>
                  <a:pt x="5718423" y="6067869"/>
                </a:lnTo>
                <a:close/>
                <a:moveTo>
                  <a:pt x="5708898" y="6042533"/>
                </a:moveTo>
                <a:lnTo>
                  <a:pt x="5712073" y="6042533"/>
                </a:lnTo>
                <a:lnTo>
                  <a:pt x="5712073" y="6067869"/>
                </a:lnTo>
                <a:lnTo>
                  <a:pt x="5708898" y="6067869"/>
                </a:lnTo>
                <a:close/>
                <a:moveTo>
                  <a:pt x="3928727" y="6042533"/>
                </a:moveTo>
                <a:lnTo>
                  <a:pt x="3931901" y="6042533"/>
                </a:lnTo>
                <a:lnTo>
                  <a:pt x="3931901" y="6067869"/>
                </a:lnTo>
                <a:lnTo>
                  <a:pt x="3928727" y="6067869"/>
                </a:lnTo>
                <a:close/>
                <a:moveTo>
                  <a:pt x="3919202" y="6042533"/>
                </a:moveTo>
                <a:lnTo>
                  <a:pt x="3922376" y="6042533"/>
                </a:lnTo>
                <a:lnTo>
                  <a:pt x="3922376" y="6067869"/>
                </a:lnTo>
                <a:lnTo>
                  <a:pt x="3919202" y="6067869"/>
                </a:lnTo>
                <a:close/>
                <a:moveTo>
                  <a:pt x="5718423" y="5991860"/>
                </a:moveTo>
                <a:lnTo>
                  <a:pt x="5721598" y="5991860"/>
                </a:lnTo>
                <a:lnTo>
                  <a:pt x="5721598" y="6017197"/>
                </a:lnTo>
                <a:lnTo>
                  <a:pt x="5718423" y="6017197"/>
                </a:lnTo>
                <a:close/>
                <a:moveTo>
                  <a:pt x="5708898" y="5991860"/>
                </a:moveTo>
                <a:lnTo>
                  <a:pt x="5712073" y="5991860"/>
                </a:lnTo>
                <a:lnTo>
                  <a:pt x="5712073" y="6017197"/>
                </a:lnTo>
                <a:lnTo>
                  <a:pt x="5708898" y="6017197"/>
                </a:lnTo>
                <a:close/>
                <a:moveTo>
                  <a:pt x="3928727" y="5991860"/>
                </a:moveTo>
                <a:lnTo>
                  <a:pt x="3931901" y="5991860"/>
                </a:lnTo>
                <a:lnTo>
                  <a:pt x="3931901" y="6017197"/>
                </a:lnTo>
                <a:lnTo>
                  <a:pt x="3928727" y="6017197"/>
                </a:lnTo>
                <a:close/>
                <a:moveTo>
                  <a:pt x="3919202" y="5991860"/>
                </a:moveTo>
                <a:lnTo>
                  <a:pt x="3922376" y="5991860"/>
                </a:lnTo>
                <a:lnTo>
                  <a:pt x="3922376" y="6017197"/>
                </a:lnTo>
                <a:lnTo>
                  <a:pt x="3919202" y="6017197"/>
                </a:lnTo>
                <a:close/>
                <a:moveTo>
                  <a:pt x="5718423" y="5941187"/>
                </a:moveTo>
                <a:lnTo>
                  <a:pt x="5721598" y="5941187"/>
                </a:lnTo>
                <a:lnTo>
                  <a:pt x="5721598" y="5966524"/>
                </a:lnTo>
                <a:lnTo>
                  <a:pt x="5718423" y="5966524"/>
                </a:lnTo>
                <a:close/>
                <a:moveTo>
                  <a:pt x="5708898" y="5941187"/>
                </a:moveTo>
                <a:lnTo>
                  <a:pt x="5712073" y="5941187"/>
                </a:lnTo>
                <a:lnTo>
                  <a:pt x="5712073" y="5966524"/>
                </a:lnTo>
                <a:lnTo>
                  <a:pt x="5708898" y="5966524"/>
                </a:lnTo>
                <a:close/>
                <a:moveTo>
                  <a:pt x="3928727" y="5941187"/>
                </a:moveTo>
                <a:lnTo>
                  <a:pt x="3931901" y="5941187"/>
                </a:lnTo>
                <a:lnTo>
                  <a:pt x="3931901" y="5966524"/>
                </a:lnTo>
                <a:lnTo>
                  <a:pt x="3928727" y="5966524"/>
                </a:lnTo>
                <a:close/>
                <a:moveTo>
                  <a:pt x="3919202" y="5941187"/>
                </a:moveTo>
                <a:lnTo>
                  <a:pt x="3922376" y="5941187"/>
                </a:lnTo>
                <a:lnTo>
                  <a:pt x="3922376" y="5966524"/>
                </a:lnTo>
                <a:lnTo>
                  <a:pt x="3919202" y="5966524"/>
                </a:lnTo>
                <a:close/>
                <a:moveTo>
                  <a:pt x="5718423" y="5890515"/>
                </a:moveTo>
                <a:lnTo>
                  <a:pt x="5721598" y="5890515"/>
                </a:lnTo>
                <a:lnTo>
                  <a:pt x="5721598" y="5915851"/>
                </a:lnTo>
                <a:lnTo>
                  <a:pt x="5718423" y="5915851"/>
                </a:lnTo>
                <a:close/>
                <a:moveTo>
                  <a:pt x="5708898" y="5890515"/>
                </a:moveTo>
                <a:lnTo>
                  <a:pt x="5712073" y="5890515"/>
                </a:lnTo>
                <a:lnTo>
                  <a:pt x="5712073" y="5915851"/>
                </a:lnTo>
                <a:lnTo>
                  <a:pt x="5708898" y="5915851"/>
                </a:lnTo>
                <a:close/>
                <a:moveTo>
                  <a:pt x="3928727" y="5890515"/>
                </a:moveTo>
                <a:lnTo>
                  <a:pt x="3931901" y="5890515"/>
                </a:lnTo>
                <a:lnTo>
                  <a:pt x="3931901" y="5915851"/>
                </a:lnTo>
                <a:lnTo>
                  <a:pt x="3928727" y="5915851"/>
                </a:lnTo>
                <a:close/>
                <a:moveTo>
                  <a:pt x="3919202" y="5890515"/>
                </a:moveTo>
                <a:lnTo>
                  <a:pt x="3922376" y="5890515"/>
                </a:lnTo>
                <a:lnTo>
                  <a:pt x="3922376" y="5915851"/>
                </a:lnTo>
                <a:lnTo>
                  <a:pt x="3919202" y="5915851"/>
                </a:lnTo>
                <a:close/>
                <a:moveTo>
                  <a:pt x="5718423" y="5839842"/>
                </a:moveTo>
                <a:lnTo>
                  <a:pt x="5721598" y="5839842"/>
                </a:lnTo>
                <a:lnTo>
                  <a:pt x="5721598" y="5865178"/>
                </a:lnTo>
                <a:lnTo>
                  <a:pt x="5718423" y="5865178"/>
                </a:lnTo>
                <a:close/>
                <a:moveTo>
                  <a:pt x="5708898" y="5839842"/>
                </a:moveTo>
                <a:lnTo>
                  <a:pt x="5712073" y="5839842"/>
                </a:lnTo>
                <a:lnTo>
                  <a:pt x="5712073" y="5865178"/>
                </a:lnTo>
                <a:lnTo>
                  <a:pt x="5708898" y="5865178"/>
                </a:lnTo>
                <a:close/>
                <a:moveTo>
                  <a:pt x="3928727" y="5839842"/>
                </a:moveTo>
                <a:lnTo>
                  <a:pt x="3931901" y="5839842"/>
                </a:lnTo>
                <a:lnTo>
                  <a:pt x="3931901" y="5865178"/>
                </a:lnTo>
                <a:lnTo>
                  <a:pt x="3928727" y="5865178"/>
                </a:lnTo>
                <a:close/>
                <a:moveTo>
                  <a:pt x="3919202" y="5839842"/>
                </a:moveTo>
                <a:lnTo>
                  <a:pt x="3922376" y="5839842"/>
                </a:lnTo>
                <a:lnTo>
                  <a:pt x="3922376" y="5865178"/>
                </a:lnTo>
                <a:lnTo>
                  <a:pt x="3919202" y="5865178"/>
                </a:lnTo>
                <a:close/>
                <a:moveTo>
                  <a:pt x="5718423" y="5789170"/>
                </a:moveTo>
                <a:lnTo>
                  <a:pt x="5721598" y="5789170"/>
                </a:lnTo>
                <a:lnTo>
                  <a:pt x="5721598" y="5814506"/>
                </a:lnTo>
                <a:lnTo>
                  <a:pt x="5718423" y="5814506"/>
                </a:lnTo>
                <a:close/>
                <a:moveTo>
                  <a:pt x="5708898" y="5789170"/>
                </a:moveTo>
                <a:lnTo>
                  <a:pt x="5712073" y="5789170"/>
                </a:lnTo>
                <a:lnTo>
                  <a:pt x="5712073" y="5814506"/>
                </a:lnTo>
                <a:lnTo>
                  <a:pt x="5708898" y="5814506"/>
                </a:lnTo>
                <a:close/>
                <a:moveTo>
                  <a:pt x="3928727" y="5789170"/>
                </a:moveTo>
                <a:lnTo>
                  <a:pt x="3931901" y="5789170"/>
                </a:lnTo>
                <a:lnTo>
                  <a:pt x="3931901" y="5814506"/>
                </a:lnTo>
                <a:lnTo>
                  <a:pt x="3928727" y="5814506"/>
                </a:lnTo>
                <a:close/>
                <a:moveTo>
                  <a:pt x="3919202" y="5789170"/>
                </a:moveTo>
                <a:lnTo>
                  <a:pt x="3922376" y="5789170"/>
                </a:lnTo>
                <a:lnTo>
                  <a:pt x="3922376" y="5814506"/>
                </a:lnTo>
                <a:lnTo>
                  <a:pt x="3919202" y="5814506"/>
                </a:lnTo>
                <a:close/>
                <a:moveTo>
                  <a:pt x="5718423" y="5738495"/>
                </a:moveTo>
                <a:lnTo>
                  <a:pt x="5721598" y="5738495"/>
                </a:lnTo>
                <a:lnTo>
                  <a:pt x="5721598" y="5763831"/>
                </a:lnTo>
                <a:lnTo>
                  <a:pt x="5718423" y="5763831"/>
                </a:lnTo>
                <a:close/>
                <a:moveTo>
                  <a:pt x="5708898" y="5738495"/>
                </a:moveTo>
                <a:lnTo>
                  <a:pt x="5712073" y="5738495"/>
                </a:lnTo>
                <a:lnTo>
                  <a:pt x="5712073" y="5763831"/>
                </a:lnTo>
                <a:lnTo>
                  <a:pt x="5708898" y="5763831"/>
                </a:lnTo>
                <a:close/>
                <a:moveTo>
                  <a:pt x="3928727" y="5738495"/>
                </a:moveTo>
                <a:lnTo>
                  <a:pt x="3931901" y="5738495"/>
                </a:lnTo>
                <a:lnTo>
                  <a:pt x="3931901" y="5763831"/>
                </a:lnTo>
                <a:lnTo>
                  <a:pt x="3928727" y="5763831"/>
                </a:lnTo>
                <a:close/>
                <a:moveTo>
                  <a:pt x="3919202" y="5738495"/>
                </a:moveTo>
                <a:lnTo>
                  <a:pt x="3922376" y="5738495"/>
                </a:lnTo>
                <a:lnTo>
                  <a:pt x="3922376" y="5763831"/>
                </a:lnTo>
                <a:lnTo>
                  <a:pt x="3919202" y="5763831"/>
                </a:lnTo>
                <a:close/>
                <a:moveTo>
                  <a:pt x="5718423" y="5687822"/>
                </a:moveTo>
                <a:lnTo>
                  <a:pt x="5721598" y="5687822"/>
                </a:lnTo>
                <a:lnTo>
                  <a:pt x="5721598" y="5713159"/>
                </a:lnTo>
                <a:lnTo>
                  <a:pt x="5718423" y="5713159"/>
                </a:lnTo>
                <a:close/>
                <a:moveTo>
                  <a:pt x="5708898" y="5687822"/>
                </a:moveTo>
                <a:lnTo>
                  <a:pt x="5712073" y="5687822"/>
                </a:lnTo>
                <a:lnTo>
                  <a:pt x="5712073" y="5713159"/>
                </a:lnTo>
                <a:lnTo>
                  <a:pt x="5708898" y="5713159"/>
                </a:lnTo>
                <a:close/>
                <a:moveTo>
                  <a:pt x="3928727" y="5687822"/>
                </a:moveTo>
                <a:lnTo>
                  <a:pt x="3931901" y="5687822"/>
                </a:lnTo>
                <a:lnTo>
                  <a:pt x="3931901" y="5713159"/>
                </a:lnTo>
                <a:lnTo>
                  <a:pt x="3928727" y="5713159"/>
                </a:lnTo>
                <a:close/>
                <a:moveTo>
                  <a:pt x="3919202" y="5687822"/>
                </a:moveTo>
                <a:lnTo>
                  <a:pt x="3922376" y="5687822"/>
                </a:lnTo>
                <a:lnTo>
                  <a:pt x="3922376" y="5713159"/>
                </a:lnTo>
                <a:lnTo>
                  <a:pt x="3919202" y="5713159"/>
                </a:lnTo>
                <a:close/>
                <a:moveTo>
                  <a:pt x="5718423" y="5637149"/>
                </a:moveTo>
                <a:lnTo>
                  <a:pt x="5721598" y="5637149"/>
                </a:lnTo>
                <a:lnTo>
                  <a:pt x="5721598" y="5662486"/>
                </a:lnTo>
                <a:lnTo>
                  <a:pt x="5718423" y="5662486"/>
                </a:lnTo>
                <a:close/>
                <a:moveTo>
                  <a:pt x="5708898" y="5637149"/>
                </a:moveTo>
                <a:lnTo>
                  <a:pt x="5712073" y="5637149"/>
                </a:lnTo>
                <a:lnTo>
                  <a:pt x="5712073" y="5662486"/>
                </a:lnTo>
                <a:lnTo>
                  <a:pt x="5708898" y="5662486"/>
                </a:lnTo>
                <a:close/>
                <a:moveTo>
                  <a:pt x="3928727" y="5637149"/>
                </a:moveTo>
                <a:lnTo>
                  <a:pt x="3931901" y="5637149"/>
                </a:lnTo>
                <a:lnTo>
                  <a:pt x="3931901" y="5662486"/>
                </a:lnTo>
                <a:lnTo>
                  <a:pt x="3928727" y="5662486"/>
                </a:lnTo>
                <a:close/>
                <a:moveTo>
                  <a:pt x="3919202" y="5637149"/>
                </a:moveTo>
                <a:lnTo>
                  <a:pt x="3922376" y="5637149"/>
                </a:lnTo>
                <a:lnTo>
                  <a:pt x="3922376" y="5662486"/>
                </a:lnTo>
                <a:lnTo>
                  <a:pt x="3919202" y="5662486"/>
                </a:lnTo>
                <a:close/>
                <a:moveTo>
                  <a:pt x="5718423" y="5586476"/>
                </a:moveTo>
                <a:lnTo>
                  <a:pt x="5721598" y="5586476"/>
                </a:lnTo>
                <a:lnTo>
                  <a:pt x="5721598" y="5611813"/>
                </a:lnTo>
                <a:lnTo>
                  <a:pt x="5718423" y="5611813"/>
                </a:lnTo>
                <a:close/>
                <a:moveTo>
                  <a:pt x="5708898" y="5586476"/>
                </a:moveTo>
                <a:lnTo>
                  <a:pt x="5712073" y="5586476"/>
                </a:lnTo>
                <a:lnTo>
                  <a:pt x="5712073" y="5611813"/>
                </a:lnTo>
                <a:lnTo>
                  <a:pt x="5708898" y="5611813"/>
                </a:lnTo>
                <a:close/>
                <a:moveTo>
                  <a:pt x="3928727" y="5586476"/>
                </a:moveTo>
                <a:lnTo>
                  <a:pt x="3931901" y="5586476"/>
                </a:lnTo>
                <a:lnTo>
                  <a:pt x="3931901" y="5611813"/>
                </a:lnTo>
                <a:lnTo>
                  <a:pt x="3928727" y="5611813"/>
                </a:lnTo>
                <a:close/>
                <a:moveTo>
                  <a:pt x="3919202" y="5586476"/>
                </a:moveTo>
                <a:lnTo>
                  <a:pt x="3922376" y="5586476"/>
                </a:lnTo>
                <a:lnTo>
                  <a:pt x="3922376" y="5611813"/>
                </a:lnTo>
                <a:lnTo>
                  <a:pt x="3919202" y="5611813"/>
                </a:lnTo>
                <a:close/>
                <a:moveTo>
                  <a:pt x="5718423" y="5535804"/>
                </a:moveTo>
                <a:lnTo>
                  <a:pt x="5721598" y="5535804"/>
                </a:lnTo>
                <a:lnTo>
                  <a:pt x="5721598" y="5561140"/>
                </a:lnTo>
                <a:lnTo>
                  <a:pt x="5718423" y="5561140"/>
                </a:lnTo>
                <a:close/>
                <a:moveTo>
                  <a:pt x="5708898" y="5535804"/>
                </a:moveTo>
                <a:lnTo>
                  <a:pt x="5712073" y="5535804"/>
                </a:lnTo>
                <a:lnTo>
                  <a:pt x="5712073" y="5561140"/>
                </a:lnTo>
                <a:lnTo>
                  <a:pt x="5708898" y="5561140"/>
                </a:lnTo>
                <a:close/>
                <a:moveTo>
                  <a:pt x="3928727" y="5535804"/>
                </a:moveTo>
                <a:lnTo>
                  <a:pt x="3931901" y="5535804"/>
                </a:lnTo>
                <a:lnTo>
                  <a:pt x="3931901" y="5561140"/>
                </a:lnTo>
                <a:lnTo>
                  <a:pt x="3928727" y="5561140"/>
                </a:lnTo>
                <a:close/>
                <a:moveTo>
                  <a:pt x="3919202" y="5535804"/>
                </a:moveTo>
                <a:lnTo>
                  <a:pt x="3922376" y="5535804"/>
                </a:lnTo>
                <a:lnTo>
                  <a:pt x="3922376" y="5561140"/>
                </a:lnTo>
                <a:lnTo>
                  <a:pt x="3919202" y="5561140"/>
                </a:lnTo>
                <a:close/>
                <a:moveTo>
                  <a:pt x="5718423" y="5485131"/>
                </a:moveTo>
                <a:lnTo>
                  <a:pt x="5721598" y="5485131"/>
                </a:lnTo>
                <a:lnTo>
                  <a:pt x="5721598" y="5510468"/>
                </a:lnTo>
                <a:lnTo>
                  <a:pt x="5718423" y="5510468"/>
                </a:lnTo>
                <a:close/>
                <a:moveTo>
                  <a:pt x="5708898" y="5485131"/>
                </a:moveTo>
                <a:lnTo>
                  <a:pt x="5712073" y="5485131"/>
                </a:lnTo>
                <a:lnTo>
                  <a:pt x="5712073" y="5510468"/>
                </a:lnTo>
                <a:lnTo>
                  <a:pt x="5708898" y="5510468"/>
                </a:lnTo>
                <a:close/>
                <a:moveTo>
                  <a:pt x="3928727" y="5485131"/>
                </a:moveTo>
                <a:lnTo>
                  <a:pt x="3931901" y="5485131"/>
                </a:lnTo>
                <a:lnTo>
                  <a:pt x="3931901" y="5510468"/>
                </a:lnTo>
                <a:lnTo>
                  <a:pt x="3928727" y="5510468"/>
                </a:lnTo>
                <a:close/>
                <a:moveTo>
                  <a:pt x="3919202" y="5485131"/>
                </a:moveTo>
                <a:lnTo>
                  <a:pt x="3922376" y="5485131"/>
                </a:lnTo>
                <a:lnTo>
                  <a:pt x="3922376" y="5510468"/>
                </a:lnTo>
                <a:lnTo>
                  <a:pt x="3919202" y="5510468"/>
                </a:lnTo>
                <a:close/>
                <a:moveTo>
                  <a:pt x="5718423" y="5434457"/>
                </a:moveTo>
                <a:lnTo>
                  <a:pt x="5721598" y="5434457"/>
                </a:lnTo>
                <a:lnTo>
                  <a:pt x="5721598" y="5459795"/>
                </a:lnTo>
                <a:lnTo>
                  <a:pt x="5718423" y="5459795"/>
                </a:lnTo>
                <a:close/>
                <a:moveTo>
                  <a:pt x="5708898" y="5434457"/>
                </a:moveTo>
                <a:lnTo>
                  <a:pt x="5712073" y="5434457"/>
                </a:lnTo>
                <a:lnTo>
                  <a:pt x="5712073" y="5459795"/>
                </a:lnTo>
                <a:lnTo>
                  <a:pt x="5708898" y="5459795"/>
                </a:lnTo>
                <a:close/>
                <a:moveTo>
                  <a:pt x="3928727" y="5434457"/>
                </a:moveTo>
                <a:lnTo>
                  <a:pt x="3931901" y="5434457"/>
                </a:lnTo>
                <a:lnTo>
                  <a:pt x="3931901" y="5459795"/>
                </a:lnTo>
                <a:lnTo>
                  <a:pt x="3928727" y="5459795"/>
                </a:lnTo>
                <a:close/>
                <a:moveTo>
                  <a:pt x="3919202" y="5434457"/>
                </a:moveTo>
                <a:lnTo>
                  <a:pt x="3922376" y="5434457"/>
                </a:lnTo>
                <a:lnTo>
                  <a:pt x="3922376" y="5459795"/>
                </a:lnTo>
                <a:lnTo>
                  <a:pt x="3919202" y="5459795"/>
                </a:lnTo>
                <a:close/>
                <a:moveTo>
                  <a:pt x="5718423" y="5383784"/>
                </a:moveTo>
                <a:lnTo>
                  <a:pt x="5721598" y="5383784"/>
                </a:lnTo>
                <a:lnTo>
                  <a:pt x="5721598" y="5409122"/>
                </a:lnTo>
                <a:lnTo>
                  <a:pt x="5718423" y="5409122"/>
                </a:lnTo>
                <a:close/>
                <a:moveTo>
                  <a:pt x="5708898" y="5383784"/>
                </a:moveTo>
                <a:lnTo>
                  <a:pt x="5712073" y="5383784"/>
                </a:lnTo>
                <a:lnTo>
                  <a:pt x="5712073" y="5409122"/>
                </a:lnTo>
                <a:lnTo>
                  <a:pt x="5708898" y="5409122"/>
                </a:lnTo>
                <a:close/>
                <a:moveTo>
                  <a:pt x="3928727" y="5383784"/>
                </a:moveTo>
                <a:lnTo>
                  <a:pt x="3931901" y="5383784"/>
                </a:lnTo>
                <a:lnTo>
                  <a:pt x="3931901" y="5409122"/>
                </a:lnTo>
                <a:lnTo>
                  <a:pt x="3928727" y="5409122"/>
                </a:lnTo>
                <a:close/>
                <a:moveTo>
                  <a:pt x="3919202" y="5383784"/>
                </a:moveTo>
                <a:lnTo>
                  <a:pt x="3922376" y="5383784"/>
                </a:lnTo>
                <a:lnTo>
                  <a:pt x="3922376" y="5409122"/>
                </a:lnTo>
                <a:lnTo>
                  <a:pt x="3919202" y="5409122"/>
                </a:lnTo>
                <a:close/>
                <a:moveTo>
                  <a:pt x="5718423" y="5333092"/>
                </a:moveTo>
                <a:lnTo>
                  <a:pt x="5721598" y="5333092"/>
                </a:lnTo>
                <a:lnTo>
                  <a:pt x="5721598" y="5358429"/>
                </a:lnTo>
                <a:lnTo>
                  <a:pt x="5718423" y="5358429"/>
                </a:lnTo>
                <a:close/>
                <a:moveTo>
                  <a:pt x="5708898" y="5333092"/>
                </a:moveTo>
                <a:lnTo>
                  <a:pt x="5712073" y="5333092"/>
                </a:lnTo>
                <a:lnTo>
                  <a:pt x="5712073" y="5358429"/>
                </a:lnTo>
                <a:lnTo>
                  <a:pt x="5708898" y="5358429"/>
                </a:lnTo>
                <a:close/>
                <a:moveTo>
                  <a:pt x="3928727" y="5333092"/>
                </a:moveTo>
                <a:lnTo>
                  <a:pt x="3931901" y="5333092"/>
                </a:lnTo>
                <a:lnTo>
                  <a:pt x="3931901" y="5358429"/>
                </a:lnTo>
                <a:lnTo>
                  <a:pt x="3928727" y="5358429"/>
                </a:lnTo>
                <a:close/>
                <a:moveTo>
                  <a:pt x="3919202" y="5333092"/>
                </a:moveTo>
                <a:lnTo>
                  <a:pt x="3922376" y="5333092"/>
                </a:lnTo>
                <a:lnTo>
                  <a:pt x="3922376" y="5358429"/>
                </a:lnTo>
                <a:lnTo>
                  <a:pt x="3919202" y="5358429"/>
                </a:lnTo>
                <a:close/>
                <a:moveTo>
                  <a:pt x="5721598" y="5297000"/>
                </a:moveTo>
                <a:lnTo>
                  <a:pt x="5721598" y="5307756"/>
                </a:lnTo>
                <a:lnTo>
                  <a:pt x="5718423" y="5307756"/>
                </a:lnTo>
                <a:lnTo>
                  <a:pt x="5718423" y="5297160"/>
                </a:lnTo>
                <a:lnTo>
                  <a:pt x="5720582" y="5298568"/>
                </a:lnTo>
                <a:close/>
                <a:moveTo>
                  <a:pt x="3919202" y="5296984"/>
                </a:moveTo>
                <a:lnTo>
                  <a:pt x="3920237" y="5298568"/>
                </a:lnTo>
                <a:lnTo>
                  <a:pt x="3922376" y="5297168"/>
                </a:lnTo>
                <a:lnTo>
                  <a:pt x="3922376" y="5307762"/>
                </a:lnTo>
                <a:lnTo>
                  <a:pt x="3919202" y="5307762"/>
                </a:lnTo>
                <a:close/>
                <a:moveTo>
                  <a:pt x="5718423" y="5295088"/>
                </a:moveTo>
                <a:lnTo>
                  <a:pt x="5719043" y="5295088"/>
                </a:lnTo>
                <a:lnTo>
                  <a:pt x="5718423" y="5296044"/>
                </a:lnTo>
                <a:close/>
                <a:moveTo>
                  <a:pt x="3921756" y="5295088"/>
                </a:moveTo>
                <a:lnTo>
                  <a:pt x="3922376" y="5295088"/>
                </a:lnTo>
                <a:lnTo>
                  <a:pt x="3922376" y="5296038"/>
                </a:lnTo>
                <a:close/>
                <a:moveTo>
                  <a:pt x="5715085" y="5294984"/>
                </a:moveTo>
                <a:lnTo>
                  <a:pt x="5715244" y="5295088"/>
                </a:lnTo>
                <a:lnTo>
                  <a:pt x="5717915" y="5296827"/>
                </a:lnTo>
                <a:lnTo>
                  <a:pt x="5718423" y="5296044"/>
                </a:lnTo>
                <a:lnTo>
                  <a:pt x="5718423" y="5297160"/>
                </a:lnTo>
                <a:lnTo>
                  <a:pt x="5715244" y="5295088"/>
                </a:lnTo>
                <a:close/>
                <a:moveTo>
                  <a:pt x="5712581" y="5293354"/>
                </a:moveTo>
                <a:lnTo>
                  <a:pt x="5713647" y="5294047"/>
                </a:lnTo>
                <a:lnTo>
                  <a:pt x="5715085" y="5294984"/>
                </a:lnTo>
                <a:close/>
                <a:moveTo>
                  <a:pt x="3928206" y="5293354"/>
                </a:moveTo>
                <a:lnTo>
                  <a:pt x="3928207" y="5293355"/>
                </a:lnTo>
                <a:lnTo>
                  <a:pt x="3925556" y="5295088"/>
                </a:lnTo>
                <a:lnTo>
                  <a:pt x="3922376" y="5297168"/>
                </a:lnTo>
                <a:lnTo>
                  <a:pt x="3922376" y="5296038"/>
                </a:lnTo>
                <a:lnTo>
                  <a:pt x="3922892" y="5296827"/>
                </a:lnTo>
                <a:lnTo>
                  <a:pt x="3925553" y="5295088"/>
                </a:lnTo>
                <a:close/>
                <a:moveTo>
                  <a:pt x="3928206" y="5293354"/>
                </a:moveTo>
                <a:lnTo>
                  <a:pt x="3928206" y="5293354"/>
                </a:lnTo>
                <a:lnTo>
                  <a:pt x="3925552" y="5295088"/>
                </a:lnTo>
                <a:close/>
                <a:moveTo>
                  <a:pt x="5712583" y="5293352"/>
                </a:moveTo>
                <a:lnTo>
                  <a:pt x="5715248" y="5295088"/>
                </a:lnTo>
                <a:lnTo>
                  <a:pt x="5713647" y="5294047"/>
                </a:lnTo>
                <a:lnTo>
                  <a:pt x="5712582" y="5293353"/>
                </a:lnTo>
                <a:close/>
                <a:moveTo>
                  <a:pt x="5709914" y="5291615"/>
                </a:moveTo>
                <a:lnTo>
                  <a:pt x="5712582" y="5293353"/>
                </a:lnTo>
                <a:lnTo>
                  <a:pt x="5712581" y="5293354"/>
                </a:lnTo>
                <a:lnTo>
                  <a:pt x="5712073" y="5294149"/>
                </a:lnTo>
                <a:lnTo>
                  <a:pt x="5712073" y="5295088"/>
                </a:lnTo>
                <a:lnTo>
                  <a:pt x="5712073" y="5307756"/>
                </a:lnTo>
                <a:lnTo>
                  <a:pt x="5708898" y="5307756"/>
                </a:lnTo>
                <a:lnTo>
                  <a:pt x="5708898" y="5295088"/>
                </a:lnTo>
                <a:lnTo>
                  <a:pt x="5708898" y="5293203"/>
                </a:lnTo>
                <a:close/>
                <a:moveTo>
                  <a:pt x="3930866" y="5291615"/>
                </a:moveTo>
                <a:lnTo>
                  <a:pt x="3931901" y="5293203"/>
                </a:lnTo>
                <a:lnTo>
                  <a:pt x="3931901" y="5295088"/>
                </a:lnTo>
                <a:lnTo>
                  <a:pt x="3931901" y="5307762"/>
                </a:lnTo>
                <a:lnTo>
                  <a:pt x="3928727" y="5307762"/>
                </a:lnTo>
                <a:lnTo>
                  <a:pt x="3928727" y="5295088"/>
                </a:lnTo>
                <a:lnTo>
                  <a:pt x="3928727" y="5294149"/>
                </a:lnTo>
                <a:lnTo>
                  <a:pt x="3928207" y="5293355"/>
                </a:lnTo>
                <a:close/>
                <a:moveTo>
                  <a:pt x="3919310" y="5291343"/>
                </a:moveTo>
                <a:lnTo>
                  <a:pt x="3921756" y="5295088"/>
                </a:lnTo>
                <a:lnTo>
                  <a:pt x="3919202" y="5295088"/>
                </a:lnTo>
                <a:lnTo>
                  <a:pt x="3919202" y="5296984"/>
                </a:lnTo>
                <a:lnTo>
                  <a:pt x="3916650" y="5293082"/>
                </a:lnTo>
                <a:close/>
                <a:moveTo>
                  <a:pt x="5719768" y="5290219"/>
                </a:moveTo>
                <a:lnTo>
                  <a:pt x="5724138" y="5293082"/>
                </a:lnTo>
                <a:lnTo>
                  <a:pt x="5721598" y="5297000"/>
                </a:lnTo>
                <a:lnTo>
                  <a:pt x="5721598" y="5295088"/>
                </a:lnTo>
                <a:lnTo>
                  <a:pt x="5719043" y="5295088"/>
                </a:lnTo>
                <a:lnTo>
                  <a:pt x="5721471" y="5291341"/>
                </a:lnTo>
                <a:close/>
                <a:moveTo>
                  <a:pt x="5716201" y="5287868"/>
                </a:moveTo>
                <a:lnTo>
                  <a:pt x="5719768" y="5290219"/>
                </a:lnTo>
                <a:lnTo>
                  <a:pt x="5716194" y="5287878"/>
                </a:lnTo>
                <a:close/>
                <a:moveTo>
                  <a:pt x="3924624" y="5287868"/>
                </a:moveTo>
                <a:lnTo>
                  <a:pt x="3924625" y="5287869"/>
                </a:lnTo>
                <a:lnTo>
                  <a:pt x="3919310" y="5291343"/>
                </a:lnTo>
                <a:lnTo>
                  <a:pt x="3919310" y="5291341"/>
                </a:lnTo>
                <a:close/>
                <a:moveTo>
                  <a:pt x="5713533" y="5286134"/>
                </a:moveTo>
                <a:lnTo>
                  <a:pt x="5716194" y="5287878"/>
                </a:lnTo>
                <a:lnTo>
                  <a:pt x="5712583" y="5293352"/>
                </a:lnTo>
                <a:lnTo>
                  <a:pt x="5709914" y="5291615"/>
                </a:lnTo>
                <a:close/>
                <a:moveTo>
                  <a:pt x="3927280" y="5286134"/>
                </a:moveTo>
                <a:lnTo>
                  <a:pt x="3930866" y="5291615"/>
                </a:lnTo>
                <a:lnTo>
                  <a:pt x="3928206" y="5293354"/>
                </a:lnTo>
                <a:lnTo>
                  <a:pt x="3924625" y="5287869"/>
                </a:lnTo>
                <a:close/>
                <a:moveTo>
                  <a:pt x="5725900" y="5278565"/>
                </a:moveTo>
                <a:lnTo>
                  <a:pt x="5728650" y="5280368"/>
                </a:lnTo>
                <a:lnTo>
                  <a:pt x="5728646" y="5280374"/>
                </a:lnTo>
                <a:close/>
                <a:moveTo>
                  <a:pt x="3917454" y="5276899"/>
                </a:moveTo>
                <a:lnTo>
                  <a:pt x="3917455" y="5276901"/>
                </a:lnTo>
                <a:lnTo>
                  <a:pt x="3912141" y="5280374"/>
                </a:lnTo>
                <a:lnTo>
                  <a:pt x="3912140" y="5280374"/>
                </a:lnTo>
                <a:close/>
                <a:moveTo>
                  <a:pt x="5739173" y="5264358"/>
                </a:moveTo>
                <a:lnTo>
                  <a:pt x="5741791" y="5266082"/>
                </a:lnTo>
                <a:cubicBezTo>
                  <a:pt x="5739505" y="5269598"/>
                  <a:pt x="5737219" y="5273117"/>
                  <a:pt x="5734933" y="5276628"/>
                </a:cubicBezTo>
                <a:lnTo>
                  <a:pt x="5731314" y="5282114"/>
                </a:lnTo>
                <a:lnTo>
                  <a:pt x="5728650" y="5280368"/>
                </a:lnTo>
                <a:lnTo>
                  <a:pt x="5732265" y="5274891"/>
                </a:lnTo>
                <a:lnTo>
                  <a:pt x="5732265" y="5274891"/>
                </a:lnTo>
                <a:lnTo>
                  <a:pt x="5732266" y="5274888"/>
                </a:lnTo>
                <a:close/>
                <a:moveTo>
                  <a:pt x="3901638" y="5264342"/>
                </a:moveTo>
                <a:lnTo>
                  <a:pt x="3908553" y="5274888"/>
                </a:lnTo>
                <a:lnTo>
                  <a:pt x="3908555" y="5274892"/>
                </a:lnTo>
                <a:lnTo>
                  <a:pt x="3908555" y="5274892"/>
                </a:lnTo>
                <a:lnTo>
                  <a:pt x="3912140" y="5280374"/>
                </a:lnTo>
                <a:lnTo>
                  <a:pt x="3909479" y="5282114"/>
                </a:lnTo>
                <a:lnTo>
                  <a:pt x="3905899" y="5276628"/>
                </a:lnTo>
                <a:cubicBezTo>
                  <a:pt x="3903600" y="5273117"/>
                  <a:pt x="3901295" y="5269606"/>
                  <a:pt x="3898984" y="5266088"/>
                </a:cubicBezTo>
                <a:close/>
                <a:moveTo>
                  <a:pt x="5733854" y="5260849"/>
                </a:moveTo>
                <a:lnTo>
                  <a:pt x="5739188" y="5264335"/>
                </a:lnTo>
                <a:lnTo>
                  <a:pt x="5739173" y="5264358"/>
                </a:lnTo>
                <a:lnTo>
                  <a:pt x="5733850" y="5260855"/>
                </a:lnTo>
                <a:close/>
                <a:moveTo>
                  <a:pt x="3906940" y="5260849"/>
                </a:moveTo>
                <a:lnTo>
                  <a:pt x="3906943" y="5260852"/>
                </a:lnTo>
                <a:lnTo>
                  <a:pt x="3901638" y="5264342"/>
                </a:lnTo>
                <a:lnTo>
                  <a:pt x="3901638" y="5264341"/>
                </a:lnTo>
                <a:close/>
                <a:moveTo>
                  <a:pt x="3909594" y="5259108"/>
                </a:moveTo>
                <a:cubicBezTo>
                  <a:pt x="3911912" y="5262634"/>
                  <a:pt x="3914223" y="5266158"/>
                  <a:pt x="3916528" y="5269681"/>
                </a:cubicBezTo>
                <a:lnTo>
                  <a:pt x="3920110" y="5275162"/>
                </a:lnTo>
                <a:lnTo>
                  <a:pt x="3917454" y="5276899"/>
                </a:lnTo>
                <a:lnTo>
                  <a:pt x="3913870" y="5271419"/>
                </a:lnTo>
                <a:lnTo>
                  <a:pt x="3913868" y="5271415"/>
                </a:lnTo>
                <a:lnTo>
                  <a:pt x="3906943" y="5260852"/>
                </a:lnTo>
                <a:close/>
                <a:moveTo>
                  <a:pt x="5731186" y="5259102"/>
                </a:moveTo>
                <a:lnTo>
                  <a:pt x="5733850" y="5260855"/>
                </a:lnTo>
                <a:lnTo>
                  <a:pt x="5726932" y="5271415"/>
                </a:lnTo>
                <a:lnTo>
                  <a:pt x="5726931" y="5271417"/>
                </a:lnTo>
                <a:lnTo>
                  <a:pt x="5723376" y="5276901"/>
                </a:lnTo>
                <a:lnTo>
                  <a:pt x="5725900" y="5278565"/>
                </a:lnTo>
                <a:lnTo>
                  <a:pt x="5720709" y="5275162"/>
                </a:lnTo>
                <a:lnTo>
                  <a:pt x="5724265" y="5269681"/>
                </a:lnTo>
                <a:cubicBezTo>
                  <a:pt x="5726551" y="5266158"/>
                  <a:pt x="5728901" y="5262634"/>
                  <a:pt x="5731186" y="5259102"/>
                </a:cubicBezTo>
                <a:close/>
                <a:moveTo>
                  <a:pt x="5749811" y="5240950"/>
                </a:moveTo>
                <a:lnTo>
                  <a:pt x="5753165" y="5243173"/>
                </a:lnTo>
                <a:lnTo>
                  <a:pt x="5753157" y="5243184"/>
                </a:lnTo>
                <a:close/>
                <a:moveTo>
                  <a:pt x="5767373" y="5221963"/>
                </a:moveTo>
                <a:lnTo>
                  <a:pt x="5769985" y="5223721"/>
                </a:lnTo>
                <a:cubicBezTo>
                  <a:pt x="5765222" y="5230807"/>
                  <a:pt x="5760523" y="5237881"/>
                  <a:pt x="5755824" y="5244936"/>
                </a:cubicBezTo>
                <a:lnTo>
                  <a:pt x="5753165" y="5243173"/>
                </a:lnTo>
                <a:close/>
                <a:moveTo>
                  <a:pt x="3878702" y="5218405"/>
                </a:moveTo>
                <a:lnTo>
                  <a:pt x="3873431" y="5221949"/>
                </a:lnTo>
                <a:cubicBezTo>
                  <a:pt x="3878207" y="5229041"/>
                  <a:pt x="3882943" y="5236115"/>
                  <a:pt x="3887643" y="5243184"/>
                </a:cubicBezTo>
                <a:lnTo>
                  <a:pt x="3892925" y="5239665"/>
                </a:lnTo>
                <a:cubicBezTo>
                  <a:pt x="3888221" y="5232591"/>
                  <a:pt x="3883477" y="5225505"/>
                  <a:pt x="3878702" y="5218405"/>
                </a:cubicBezTo>
                <a:close/>
                <a:moveTo>
                  <a:pt x="5762111" y="5218399"/>
                </a:moveTo>
                <a:lnTo>
                  <a:pt x="5767382" y="5221949"/>
                </a:lnTo>
                <a:lnTo>
                  <a:pt x="5767373" y="5221963"/>
                </a:lnTo>
                <a:lnTo>
                  <a:pt x="5762100" y="5218415"/>
                </a:lnTo>
                <a:close/>
                <a:moveTo>
                  <a:pt x="5759444" y="5216627"/>
                </a:moveTo>
                <a:lnTo>
                  <a:pt x="5762100" y="5218415"/>
                </a:lnTo>
                <a:lnTo>
                  <a:pt x="5747887" y="5239665"/>
                </a:lnTo>
                <a:lnTo>
                  <a:pt x="5749811" y="5240950"/>
                </a:lnTo>
                <a:lnTo>
                  <a:pt x="5745220" y="5237907"/>
                </a:lnTo>
                <a:cubicBezTo>
                  <a:pt x="5749919" y="5230827"/>
                  <a:pt x="5754682" y="5223734"/>
                  <a:pt x="5759444" y="5216627"/>
                </a:cubicBezTo>
                <a:close/>
                <a:moveTo>
                  <a:pt x="3881336" y="5216627"/>
                </a:moveTo>
                <a:cubicBezTo>
                  <a:pt x="3886119" y="5223734"/>
                  <a:pt x="3890861" y="5230827"/>
                  <a:pt x="3895573" y="5237907"/>
                </a:cubicBezTo>
                <a:lnTo>
                  <a:pt x="3885001" y="5244942"/>
                </a:lnTo>
                <a:cubicBezTo>
                  <a:pt x="3880301" y="5237881"/>
                  <a:pt x="3875565" y="5230807"/>
                  <a:pt x="3870796" y="5223721"/>
                </a:cubicBezTo>
                <a:close/>
                <a:moveTo>
                  <a:pt x="5778989" y="5199225"/>
                </a:moveTo>
                <a:lnTo>
                  <a:pt x="5781551" y="5200962"/>
                </a:lnTo>
                <a:lnTo>
                  <a:pt x="5781542" y="5200975"/>
                </a:lnTo>
                <a:close/>
                <a:moveTo>
                  <a:pt x="3847870" y="5177935"/>
                </a:moveTo>
                <a:lnTo>
                  <a:pt x="3844883" y="5179990"/>
                </a:lnTo>
                <a:lnTo>
                  <a:pt x="3844882" y="5179988"/>
                </a:lnTo>
                <a:close/>
                <a:moveTo>
                  <a:pt x="5788082" y="5174591"/>
                </a:moveTo>
                <a:lnTo>
                  <a:pt x="5798560" y="5181784"/>
                </a:lnTo>
                <a:cubicBezTo>
                  <a:pt x="5793734" y="5188789"/>
                  <a:pt x="5788908" y="5195780"/>
                  <a:pt x="5784209" y="5202766"/>
                </a:cubicBezTo>
                <a:lnTo>
                  <a:pt x="5781551" y="5200962"/>
                </a:lnTo>
                <a:lnTo>
                  <a:pt x="5795893" y="5179988"/>
                </a:lnTo>
                <a:lnTo>
                  <a:pt x="5790686" y="5176387"/>
                </a:lnTo>
                <a:cubicBezTo>
                  <a:pt x="5785860" y="5183405"/>
                  <a:pt x="5781097" y="5190409"/>
                  <a:pt x="5776335" y="5197406"/>
                </a:cubicBezTo>
                <a:lnTo>
                  <a:pt x="5778989" y="5199225"/>
                </a:lnTo>
                <a:lnTo>
                  <a:pt x="5773668" y="5195616"/>
                </a:lnTo>
                <a:cubicBezTo>
                  <a:pt x="5778431" y="5188617"/>
                  <a:pt x="5783257" y="5181606"/>
                  <a:pt x="5788082" y="5174591"/>
                </a:cubicBezTo>
                <a:close/>
                <a:moveTo>
                  <a:pt x="3852729" y="5174591"/>
                </a:moveTo>
                <a:cubicBezTo>
                  <a:pt x="3857556" y="5181614"/>
                  <a:pt x="3862351" y="5188624"/>
                  <a:pt x="3867113" y="5195621"/>
                </a:cubicBezTo>
                <a:lnTo>
                  <a:pt x="3856617" y="5202766"/>
                </a:lnTo>
                <a:cubicBezTo>
                  <a:pt x="3851867" y="5195786"/>
                  <a:pt x="3847084" y="5188796"/>
                  <a:pt x="3842266" y="5181792"/>
                </a:cubicBezTo>
                <a:lnTo>
                  <a:pt x="3844883" y="5179990"/>
                </a:lnTo>
                <a:lnTo>
                  <a:pt x="3859239" y="5200981"/>
                </a:lnTo>
                <a:lnTo>
                  <a:pt x="3864490" y="5197406"/>
                </a:lnTo>
                <a:cubicBezTo>
                  <a:pt x="3859735" y="5190415"/>
                  <a:pt x="3854940" y="5183405"/>
                  <a:pt x="3850113" y="5176394"/>
                </a:cubicBezTo>
                <a:lnTo>
                  <a:pt x="3847870" y="5177935"/>
                </a:lnTo>
                <a:close/>
                <a:moveTo>
                  <a:pt x="3832869" y="5157260"/>
                </a:moveTo>
                <a:lnTo>
                  <a:pt x="3830365" y="5159001"/>
                </a:lnTo>
                <a:lnTo>
                  <a:pt x="3830364" y="5158999"/>
                </a:lnTo>
                <a:close/>
                <a:moveTo>
                  <a:pt x="5805230" y="5155373"/>
                </a:moveTo>
                <a:lnTo>
                  <a:pt x="5807831" y="5157185"/>
                </a:lnTo>
                <a:lnTo>
                  <a:pt x="5805228" y="5155375"/>
                </a:lnTo>
                <a:close/>
                <a:moveTo>
                  <a:pt x="5822376" y="5136445"/>
                </a:moveTo>
                <a:lnTo>
                  <a:pt x="5827516" y="5140071"/>
                </a:lnTo>
                <a:cubicBezTo>
                  <a:pt x="5822690" y="5146994"/>
                  <a:pt x="5817864" y="5153908"/>
                  <a:pt x="5813038" y="5160810"/>
                </a:cubicBezTo>
                <a:lnTo>
                  <a:pt x="5807831" y="5157185"/>
                </a:lnTo>
                <a:lnTo>
                  <a:pt x="5810434" y="5158994"/>
                </a:lnTo>
                <a:cubicBezTo>
                  <a:pt x="5815260" y="5152093"/>
                  <a:pt x="5820086" y="5145170"/>
                  <a:pt x="5824913" y="5138242"/>
                </a:cubicBezTo>
                <a:close/>
                <a:moveTo>
                  <a:pt x="5819769" y="5134598"/>
                </a:moveTo>
                <a:lnTo>
                  <a:pt x="5822376" y="5136445"/>
                </a:lnTo>
                <a:lnTo>
                  <a:pt x="5819766" y="5134604"/>
                </a:lnTo>
                <a:close/>
                <a:moveTo>
                  <a:pt x="3823659" y="5132775"/>
                </a:moveTo>
                <a:cubicBezTo>
                  <a:pt x="3828537" y="5139716"/>
                  <a:pt x="3833375" y="5146643"/>
                  <a:pt x="3838188" y="5153566"/>
                </a:cubicBezTo>
                <a:lnTo>
                  <a:pt x="3832869" y="5157260"/>
                </a:lnTo>
                <a:lnTo>
                  <a:pt x="3835578" y="5155375"/>
                </a:lnTo>
                <a:cubicBezTo>
                  <a:pt x="3830771" y="5148460"/>
                  <a:pt x="3825934" y="5141532"/>
                  <a:pt x="3821062" y="5134598"/>
                </a:cubicBezTo>
                <a:lnTo>
                  <a:pt x="3815863" y="5138250"/>
                </a:lnTo>
                <a:lnTo>
                  <a:pt x="3830364" y="5158999"/>
                </a:lnTo>
                <a:lnTo>
                  <a:pt x="3827756" y="5160810"/>
                </a:lnTo>
                <a:cubicBezTo>
                  <a:pt x="3822961" y="5153908"/>
                  <a:pt x="3818129" y="5146994"/>
                  <a:pt x="3813265" y="5140071"/>
                </a:cubicBezTo>
                <a:close/>
                <a:moveTo>
                  <a:pt x="5817166" y="5132770"/>
                </a:moveTo>
                <a:lnTo>
                  <a:pt x="5819766" y="5134604"/>
                </a:lnTo>
                <a:lnTo>
                  <a:pt x="5805230" y="5155373"/>
                </a:lnTo>
                <a:lnTo>
                  <a:pt x="5802624" y="5153559"/>
                </a:lnTo>
                <a:cubicBezTo>
                  <a:pt x="5807450" y="5146643"/>
                  <a:pt x="5812276" y="5139710"/>
                  <a:pt x="5817166" y="5132770"/>
                </a:cubicBezTo>
                <a:close/>
                <a:moveTo>
                  <a:pt x="3806355" y="5113757"/>
                </a:moveTo>
                <a:lnTo>
                  <a:pt x="3806356" y="5113758"/>
                </a:lnTo>
                <a:lnTo>
                  <a:pt x="3805027" y="5114698"/>
                </a:lnTo>
                <a:close/>
                <a:moveTo>
                  <a:pt x="5834441" y="5113754"/>
                </a:moveTo>
                <a:lnTo>
                  <a:pt x="5839645" y="5117426"/>
                </a:lnTo>
                <a:lnTo>
                  <a:pt x="5839644" y="5117427"/>
                </a:lnTo>
                <a:lnTo>
                  <a:pt x="5834438" y="5113758"/>
                </a:lnTo>
                <a:close/>
                <a:moveTo>
                  <a:pt x="3786408" y="5096712"/>
                </a:moveTo>
                <a:lnTo>
                  <a:pt x="3801174" y="5117427"/>
                </a:lnTo>
                <a:lnTo>
                  <a:pt x="3805027" y="5114698"/>
                </a:lnTo>
                <a:lnTo>
                  <a:pt x="3798584" y="5119269"/>
                </a:lnTo>
                <a:cubicBezTo>
                  <a:pt x="3793694" y="5112374"/>
                  <a:pt x="3788773" y="5105471"/>
                  <a:pt x="3783826" y="5098561"/>
                </a:cubicBezTo>
                <a:close/>
                <a:moveTo>
                  <a:pt x="5851885" y="5094917"/>
                </a:moveTo>
                <a:lnTo>
                  <a:pt x="5856980" y="5098555"/>
                </a:lnTo>
                <a:cubicBezTo>
                  <a:pt x="5852027" y="5105471"/>
                  <a:pt x="5847138" y="5112374"/>
                  <a:pt x="5842248" y="5119263"/>
                </a:cubicBezTo>
                <a:lnTo>
                  <a:pt x="5839645" y="5117426"/>
                </a:lnTo>
                <a:lnTo>
                  <a:pt x="5854377" y="5096708"/>
                </a:lnTo>
                <a:close/>
                <a:moveTo>
                  <a:pt x="5849233" y="5093011"/>
                </a:moveTo>
                <a:lnTo>
                  <a:pt x="5851885" y="5094917"/>
                </a:lnTo>
                <a:lnTo>
                  <a:pt x="5849228" y="5093019"/>
                </a:lnTo>
                <a:close/>
                <a:moveTo>
                  <a:pt x="3791567" y="5093011"/>
                </a:moveTo>
                <a:lnTo>
                  <a:pt x="3791569" y="5093015"/>
                </a:lnTo>
                <a:lnTo>
                  <a:pt x="3786408" y="5096712"/>
                </a:lnTo>
                <a:lnTo>
                  <a:pt x="3786405" y="5096708"/>
                </a:lnTo>
                <a:close/>
                <a:moveTo>
                  <a:pt x="5846630" y="5091164"/>
                </a:moveTo>
                <a:lnTo>
                  <a:pt x="5849228" y="5093019"/>
                </a:lnTo>
                <a:lnTo>
                  <a:pt x="5834441" y="5113754"/>
                </a:lnTo>
                <a:lnTo>
                  <a:pt x="5831834" y="5111915"/>
                </a:lnTo>
                <a:cubicBezTo>
                  <a:pt x="5836787" y="5105006"/>
                  <a:pt x="5841677" y="5098091"/>
                  <a:pt x="5846630" y="5091164"/>
                </a:cubicBezTo>
                <a:close/>
                <a:moveTo>
                  <a:pt x="3794151" y="5091164"/>
                </a:moveTo>
                <a:cubicBezTo>
                  <a:pt x="3799110" y="5098091"/>
                  <a:pt x="3804045" y="5105014"/>
                  <a:pt x="3808941" y="5111922"/>
                </a:cubicBezTo>
                <a:lnTo>
                  <a:pt x="3806355" y="5113757"/>
                </a:lnTo>
                <a:lnTo>
                  <a:pt x="3791569" y="5093015"/>
                </a:lnTo>
                <a:close/>
                <a:moveTo>
                  <a:pt x="3776738" y="5072405"/>
                </a:moveTo>
                <a:lnTo>
                  <a:pt x="3776740" y="5072407"/>
                </a:lnTo>
                <a:lnTo>
                  <a:pt x="3771597" y="5076120"/>
                </a:lnTo>
                <a:lnTo>
                  <a:pt x="3771596" y="5076119"/>
                </a:lnTo>
                <a:close/>
                <a:moveTo>
                  <a:pt x="3756600" y="5055481"/>
                </a:moveTo>
                <a:lnTo>
                  <a:pt x="3771596" y="5076119"/>
                </a:lnTo>
                <a:lnTo>
                  <a:pt x="3769018" y="5077982"/>
                </a:lnTo>
                <a:cubicBezTo>
                  <a:pt x="3764058" y="5071117"/>
                  <a:pt x="3759062" y="5064241"/>
                  <a:pt x="3754038" y="5057350"/>
                </a:cubicBezTo>
                <a:close/>
                <a:moveTo>
                  <a:pt x="5881650" y="5053607"/>
                </a:moveTo>
                <a:lnTo>
                  <a:pt x="5884221" y="5055477"/>
                </a:lnTo>
                <a:lnTo>
                  <a:pt x="5884215" y="5055486"/>
                </a:lnTo>
                <a:close/>
                <a:moveTo>
                  <a:pt x="3761306" y="5052044"/>
                </a:moveTo>
                <a:lnTo>
                  <a:pt x="3756600" y="5055481"/>
                </a:lnTo>
                <a:lnTo>
                  <a:pt x="3756597" y="5055477"/>
                </a:lnTo>
                <a:close/>
                <a:moveTo>
                  <a:pt x="5876538" y="5049864"/>
                </a:moveTo>
                <a:lnTo>
                  <a:pt x="5881650" y="5053607"/>
                </a:lnTo>
                <a:lnTo>
                  <a:pt x="5879078" y="5051737"/>
                </a:lnTo>
                <a:cubicBezTo>
                  <a:pt x="5874061" y="5058634"/>
                  <a:pt x="5869045" y="5065523"/>
                  <a:pt x="5864092" y="5072399"/>
                </a:cubicBezTo>
                <a:lnTo>
                  <a:pt x="5869235" y="5076120"/>
                </a:lnTo>
                <a:lnTo>
                  <a:pt x="5884215" y="5055486"/>
                </a:lnTo>
                <a:lnTo>
                  <a:pt x="5886761" y="5057350"/>
                </a:lnTo>
                <a:cubicBezTo>
                  <a:pt x="5881745" y="5064233"/>
                  <a:pt x="5876729" y="5071117"/>
                  <a:pt x="5871776" y="5077982"/>
                </a:cubicBezTo>
                <a:lnTo>
                  <a:pt x="5861489" y="5070539"/>
                </a:lnTo>
                <a:cubicBezTo>
                  <a:pt x="5866442" y="5063656"/>
                  <a:pt x="5871458" y="5056766"/>
                  <a:pt x="5876538" y="5049864"/>
                </a:cubicBezTo>
                <a:close/>
                <a:moveTo>
                  <a:pt x="3764294" y="5049864"/>
                </a:moveTo>
                <a:cubicBezTo>
                  <a:pt x="3769330" y="5056766"/>
                  <a:pt x="3774340" y="5063663"/>
                  <a:pt x="3779312" y="5070545"/>
                </a:cubicBezTo>
                <a:lnTo>
                  <a:pt x="3776738" y="5072405"/>
                </a:lnTo>
                <a:lnTo>
                  <a:pt x="3761729" y="5051737"/>
                </a:lnTo>
                <a:lnTo>
                  <a:pt x="3761306" y="5052044"/>
                </a:lnTo>
                <a:close/>
                <a:moveTo>
                  <a:pt x="3746710" y="5031238"/>
                </a:moveTo>
                <a:lnTo>
                  <a:pt x="3746711" y="5031239"/>
                </a:lnTo>
                <a:lnTo>
                  <a:pt x="3744302" y="5033011"/>
                </a:lnTo>
                <a:close/>
                <a:moveTo>
                  <a:pt x="3729390" y="5012435"/>
                </a:moveTo>
                <a:lnTo>
                  <a:pt x="3726498" y="5014583"/>
                </a:lnTo>
                <a:cubicBezTo>
                  <a:pt x="3731559" y="5021402"/>
                  <a:pt x="3736589" y="5028210"/>
                  <a:pt x="3741593" y="5035005"/>
                </a:cubicBezTo>
                <a:lnTo>
                  <a:pt x="3744302" y="5033011"/>
                </a:lnTo>
                <a:lnTo>
                  <a:pt x="3739040" y="5036884"/>
                </a:lnTo>
                <a:cubicBezTo>
                  <a:pt x="3734036" y="5030097"/>
                  <a:pt x="3729006" y="5023288"/>
                  <a:pt x="3723946" y="5016475"/>
                </a:cubicBezTo>
                <a:close/>
                <a:moveTo>
                  <a:pt x="5909241" y="5010798"/>
                </a:moveTo>
                <a:lnTo>
                  <a:pt x="5914320" y="5014583"/>
                </a:lnTo>
                <a:lnTo>
                  <a:pt x="5914315" y="5014591"/>
                </a:lnTo>
                <a:lnTo>
                  <a:pt x="5909224" y="5010822"/>
                </a:lnTo>
                <a:close/>
                <a:moveTo>
                  <a:pt x="3731592" y="5010798"/>
                </a:moveTo>
                <a:lnTo>
                  <a:pt x="3731593" y="5010800"/>
                </a:lnTo>
                <a:lnTo>
                  <a:pt x="3729390" y="5012435"/>
                </a:lnTo>
                <a:close/>
                <a:moveTo>
                  <a:pt x="5906637" y="5008906"/>
                </a:moveTo>
                <a:lnTo>
                  <a:pt x="5909224" y="5010822"/>
                </a:lnTo>
                <a:lnTo>
                  <a:pt x="5894128" y="5031239"/>
                </a:lnTo>
                <a:lnTo>
                  <a:pt x="5899207" y="5035005"/>
                </a:lnTo>
                <a:lnTo>
                  <a:pt x="5914315" y="5014591"/>
                </a:lnTo>
                <a:lnTo>
                  <a:pt x="5916860" y="5016475"/>
                </a:lnTo>
                <a:cubicBezTo>
                  <a:pt x="5911781" y="5023288"/>
                  <a:pt x="5906764" y="5030089"/>
                  <a:pt x="5901747" y="5036884"/>
                </a:cubicBezTo>
                <a:lnTo>
                  <a:pt x="5891524" y="5029353"/>
                </a:lnTo>
                <a:cubicBezTo>
                  <a:pt x="5896541" y="5022546"/>
                  <a:pt x="5901620" y="5015732"/>
                  <a:pt x="5906637" y="5008906"/>
                </a:cubicBezTo>
                <a:close/>
                <a:moveTo>
                  <a:pt x="3734144" y="5008906"/>
                </a:moveTo>
                <a:cubicBezTo>
                  <a:pt x="3739211" y="5015732"/>
                  <a:pt x="3744253" y="5022552"/>
                  <a:pt x="3749263" y="5029360"/>
                </a:cubicBezTo>
                <a:lnTo>
                  <a:pt x="3746710" y="5031238"/>
                </a:lnTo>
                <a:lnTo>
                  <a:pt x="3731593" y="5010800"/>
                </a:lnTo>
                <a:close/>
                <a:moveTo>
                  <a:pt x="5924482" y="4990306"/>
                </a:moveTo>
                <a:lnTo>
                  <a:pt x="5926939" y="4992148"/>
                </a:lnTo>
                <a:lnTo>
                  <a:pt x="5924481" y="4990307"/>
                </a:lnTo>
                <a:close/>
                <a:moveTo>
                  <a:pt x="3716312" y="4990305"/>
                </a:moveTo>
                <a:lnTo>
                  <a:pt x="3716314" y="4990307"/>
                </a:lnTo>
                <a:lnTo>
                  <a:pt x="3711227" y="4994116"/>
                </a:lnTo>
                <a:lnTo>
                  <a:pt x="3711225" y="4994114"/>
                </a:lnTo>
                <a:close/>
                <a:moveTo>
                  <a:pt x="3699046" y="4971554"/>
                </a:moveTo>
                <a:lnTo>
                  <a:pt x="3695992" y="4973860"/>
                </a:lnTo>
                <a:lnTo>
                  <a:pt x="3711225" y="4994114"/>
                </a:lnTo>
                <a:lnTo>
                  <a:pt x="3708686" y="4996016"/>
                </a:lnTo>
                <a:cubicBezTo>
                  <a:pt x="3703638" y="4989278"/>
                  <a:pt x="3698565" y="4982529"/>
                  <a:pt x="3693459" y="4975771"/>
                </a:cubicBezTo>
                <a:close/>
                <a:moveTo>
                  <a:pt x="3701061" y="4970032"/>
                </a:moveTo>
                <a:lnTo>
                  <a:pt x="3701061" y="4970032"/>
                </a:lnTo>
                <a:lnTo>
                  <a:pt x="3699046" y="4971554"/>
                </a:lnTo>
                <a:close/>
                <a:moveTo>
                  <a:pt x="5937181" y="4968119"/>
                </a:moveTo>
                <a:lnTo>
                  <a:pt x="5947341" y="4975771"/>
                </a:lnTo>
                <a:cubicBezTo>
                  <a:pt x="5942260" y="4982529"/>
                  <a:pt x="5937181" y="4989278"/>
                  <a:pt x="5932101" y="4996016"/>
                </a:cubicBezTo>
                <a:lnTo>
                  <a:pt x="5926939" y="4992148"/>
                </a:lnTo>
                <a:lnTo>
                  <a:pt x="5929560" y="4994111"/>
                </a:lnTo>
                <a:cubicBezTo>
                  <a:pt x="5934641" y="4987367"/>
                  <a:pt x="5939720" y="4980617"/>
                  <a:pt x="5944801" y="4973860"/>
                </a:cubicBezTo>
                <a:lnTo>
                  <a:pt x="5939720" y="4970032"/>
                </a:lnTo>
                <a:lnTo>
                  <a:pt x="5924482" y="4990306"/>
                </a:lnTo>
                <a:lnTo>
                  <a:pt x="5921941" y="4988402"/>
                </a:lnTo>
                <a:cubicBezTo>
                  <a:pt x="5927020" y="4981652"/>
                  <a:pt x="5932101" y="4974890"/>
                  <a:pt x="5937181" y="4968119"/>
                </a:cubicBezTo>
                <a:close/>
                <a:moveTo>
                  <a:pt x="3703595" y="4968119"/>
                </a:moveTo>
                <a:cubicBezTo>
                  <a:pt x="3708706" y="4974890"/>
                  <a:pt x="3713792" y="4981652"/>
                  <a:pt x="3718852" y="4988402"/>
                </a:cubicBezTo>
                <a:lnTo>
                  <a:pt x="3716312" y="4990305"/>
                </a:lnTo>
                <a:lnTo>
                  <a:pt x="3701061" y="4970032"/>
                </a:lnTo>
                <a:close/>
                <a:moveTo>
                  <a:pt x="3685687" y="4949762"/>
                </a:moveTo>
                <a:lnTo>
                  <a:pt x="3685688" y="4949763"/>
                </a:lnTo>
                <a:lnTo>
                  <a:pt x="3680633" y="4953610"/>
                </a:lnTo>
                <a:lnTo>
                  <a:pt x="3680632" y="4953610"/>
                </a:lnTo>
                <a:close/>
                <a:moveTo>
                  <a:pt x="5955106" y="4949739"/>
                </a:moveTo>
                <a:lnTo>
                  <a:pt x="5960173" y="4953598"/>
                </a:lnTo>
                <a:lnTo>
                  <a:pt x="5960168" y="4953604"/>
                </a:lnTo>
                <a:lnTo>
                  <a:pt x="5955088" y="4949763"/>
                </a:lnTo>
                <a:close/>
                <a:moveTo>
                  <a:pt x="3668263" y="4930891"/>
                </a:moveTo>
                <a:lnTo>
                  <a:pt x="3665114" y="4933310"/>
                </a:lnTo>
                <a:lnTo>
                  <a:pt x="3680632" y="4953610"/>
                </a:lnTo>
                <a:lnTo>
                  <a:pt x="3678105" y="4955534"/>
                </a:lnTo>
                <a:cubicBezTo>
                  <a:pt x="3672961" y="4948779"/>
                  <a:pt x="3667792" y="4942016"/>
                  <a:pt x="3662592" y="4935240"/>
                </a:cubicBezTo>
                <a:close/>
                <a:moveTo>
                  <a:pt x="5972351" y="4930758"/>
                </a:moveTo>
                <a:lnTo>
                  <a:pt x="5978202" y="4935240"/>
                </a:lnTo>
                <a:cubicBezTo>
                  <a:pt x="5972994" y="4942008"/>
                  <a:pt x="5967851" y="4948779"/>
                  <a:pt x="5962707" y="4955528"/>
                </a:cubicBezTo>
                <a:lnTo>
                  <a:pt x="5960173" y="4953598"/>
                </a:lnTo>
                <a:lnTo>
                  <a:pt x="5975661" y="4933310"/>
                </a:lnTo>
                <a:close/>
                <a:moveTo>
                  <a:pt x="5970645" y="4929442"/>
                </a:moveTo>
                <a:lnTo>
                  <a:pt x="5972351" y="4930758"/>
                </a:lnTo>
                <a:lnTo>
                  <a:pt x="5970641" y="4929448"/>
                </a:lnTo>
                <a:close/>
                <a:moveTo>
                  <a:pt x="3670148" y="4929442"/>
                </a:moveTo>
                <a:lnTo>
                  <a:pt x="3670150" y="4929444"/>
                </a:lnTo>
                <a:lnTo>
                  <a:pt x="3668263" y="4930891"/>
                </a:lnTo>
                <a:close/>
                <a:moveTo>
                  <a:pt x="3672670" y="4927512"/>
                </a:moveTo>
                <a:cubicBezTo>
                  <a:pt x="3677877" y="4934294"/>
                  <a:pt x="3683058" y="4941068"/>
                  <a:pt x="3688214" y="4947838"/>
                </a:cubicBezTo>
                <a:lnTo>
                  <a:pt x="3685687" y="4949762"/>
                </a:lnTo>
                <a:lnTo>
                  <a:pt x="3670150" y="4929444"/>
                </a:lnTo>
                <a:close/>
                <a:moveTo>
                  <a:pt x="5968105" y="4927505"/>
                </a:moveTo>
                <a:lnTo>
                  <a:pt x="5970641" y="4929448"/>
                </a:lnTo>
                <a:lnTo>
                  <a:pt x="5955106" y="4949739"/>
                </a:lnTo>
                <a:lnTo>
                  <a:pt x="5952611" y="4947838"/>
                </a:lnTo>
                <a:cubicBezTo>
                  <a:pt x="5957755" y="4941068"/>
                  <a:pt x="5962898" y="4934294"/>
                  <a:pt x="5968105" y="4927505"/>
                </a:cubicBezTo>
                <a:close/>
                <a:moveTo>
                  <a:pt x="3654684" y="4909373"/>
                </a:moveTo>
                <a:lnTo>
                  <a:pt x="3654686" y="4909377"/>
                </a:lnTo>
                <a:lnTo>
                  <a:pt x="3649664" y="4913256"/>
                </a:lnTo>
                <a:lnTo>
                  <a:pt x="3649663" y="4913255"/>
                </a:lnTo>
                <a:close/>
                <a:moveTo>
                  <a:pt x="3636567" y="4891219"/>
                </a:moveTo>
                <a:lnTo>
                  <a:pt x="3634062" y="4893172"/>
                </a:lnTo>
                <a:lnTo>
                  <a:pt x="3649663" y="4913255"/>
                </a:lnTo>
                <a:lnTo>
                  <a:pt x="3647149" y="4915199"/>
                </a:lnTo>
                <a:cubicBezTo>
                  <a:pt x="3641979" y="4908519"/>
                  <a:pt x="3636780" y="4901825"/>
                  <a:pt x="3631560" y="4895120"/>
                </a:cubicBezTo>
                <a:close/>
                <a:moveTo>
                  <a:pt x="6001760" y="4889266"/>
                </a:moveTo>
                <a:lnTo>
                  <a:pt x="6004226" y="4891210"/>
                </a:lnTo>
                <a:lnTo>
                  <a:pt x="6001747" y="4889282"/>
                </a:lnTo>
                <a:close/>
                <a:moveTo>
                  <a:pt x="3639072" y="4889266"/>
                </a:moveTo>
                <a:lnTo>
                  <a:pt x="3639072" y="4889266"/>
                </a:lnTo>
                <a:lnTo>
                  <a:pt x="3636567" y="4891219"/>
                </a:lnTo>
                <a:close/>
                <a:moveTo>
                  <a:pt x="5999220" y="4887317"/>
                </a:moveTo>
                <a:lnTo>
                  <a:pt x="6001747" y="4889282"/>
                </a:lnTo>
                <a:lnTo>
                  <a:pt x="5986139" y="4909370"/>
                </a:lnTo>
                <a:lnTo>
                  <a:pt x="5991156" y="4913256"/>
                </a:lnTo>
                <a:cubicBezTo>
                  <a:pt x="5996299" y="4906569"/>
                  <a:pt x="6001506" y="4899870"/>
                  <a:pt x="6006713" y="4893172"/>
                </a:cubicBezTo>
                <a:lnTo>
                  <a:pt x="6004226" y="4891210"/>
                </a:lnTo>
                <a:lnTo>
                  <a:pt x="6009253" y="4895120"/>
                </a:lnTo>
                <a:cubicBezTo>
                  <a:pt x="6004046" y="4901819"/>
                  <a:pt x="5998839" y="4908512"/>
                  <a:pt x="5993632" y="4915199"/>
                </a:cubicBezTo>
                <a:lnTo>
                  <a:pt x="5983599" y="4907426"/>
                </a:lnTo>
                <a:cubicBezTo>
                  <a:pt x="5988806" y="4900727"/>
                  <a:pt x="5994013" y="4894029"/>
                  <a:pt x="5999220" y="4887317"/>
                </a:cubicBezTo>
                <a:close/>
                <a:moveTo>
                  <a:pt x="3641574" y="4887317"/>
                </a:moveTo>
                <a:cubicBezTo>
                  <a:pt x="3646807" y="4894029"/>
                  <a:pt x="3652014" y="4900733"/>
                  <a:pt x="3657194" y="4907432"/>
                </a:cubicBezTo>
                <a:lnTo>
                  <a:pt x="3654684" y="4909373"/>
                </a:lnTo>
                <a:lnTo>
                  <a:pt x="3639072" y="4889266"/>
                </a:lnTo>
                <a:close/>
                <a:moveTo>
                  <a:pt x="3620558" y="4871306"/>
                </a:moveTo>
                <a:lnTo>
                  <a:pt x="3618327" y="4873061"/>
                </a:lnTo>
                <a:lnTo>
                  <a:pt x="3618325" y="4873059"/>
                </a:lnTo>
                <a:close/>
                <a:moveTo>
                  <a:pt x="6019974" y="4871090"/>
                </a:moveTo>
                <a:lnTo>
                  <a:pt x="6022473" y="4873045"/>
                </a:lnTo>
                <a:lnTo>
                  <a:pt x="6022461" y="4873061"/>
                </a:lnTo>
                <a:close/>
                <a:moveTo>
                  <a:pt x="6038143" y="4853175"/>
                </a:moveTo>
                <a:lnTo>
                  <a:pt x="6040622" y="4855148"/>
                </a:lnTo>
                <a:cubicBezTo>
                  <a:pt x="6035415" y="4861777"/>
                  <a:pt x="6030208" y="4868400"/>
                  <a:pt x="6025001" y="4875023"/>
                </a:cubicBezTo>
                <a:lnTo>
                  <a:pt x="6022473" y="4873045"/>
                </a:lnTo>
                <a:close/>
                <a:moveTo>
                  <a:pt x="3605134" y="4851210"/>
                </a:moveTo>
                <a:lnTo>
                  <a:pt x="3602648" y="4853178"/>
                </a:lnTo>
                <a:lnTo>
                  <a:pt x="3618325" y="4873059"/>
                </a:lnTo>
                <a:lnTo>
                  <a:pt x="3615825" y="4875023"/>
                </a:lnTo>
                <a:cubicBezTo>
                  <a:pt x="3610630" y="4868405"/>
                  <a:pt x="3605404" y="4861777"/>
                  <a:pt x="3600158" y="4855148"/>
                </a:cubicBezTo>
                <a:close/>
                <a:moveTo>
                  <a:pt x="6033193" y="4849235"/>
                </a:moveTo>
                <a:lnTo>
                  <a:pt x="6038145" y="4853173"/>
                </a:lnTo>
                <a:lnTo>
                  <a:pt x="6038143" y="4853175"/>
                </a:lnTo>
                <a:lnTo>
                  <a:pt x="6033192" y="4849237"/>
                </a:lnTo>
                <a:close/>
                <a:moveTo>
                  <a:pt x="3607627" y="4849235"/>
                </a:moveTo>
                <a:lnTo>
                  <a:pt x="3607627" y="4849236"/>
                </a:lnTo>
                <a:lnTo>
                  <a:pt x="3605134" y="4851210"/>
                </a:lnTo>
                <a:close/>
                <a:moveTo>
                  <a:pt x="6030716" y="4847267"/>
                </a:moveTo>
                <a:lnTo>
                  <a:pt x="6033192" y="4849237"/>
                </a:lnTo>
                <a:lnTo>
                  <a:pt x="6017508" y="4869136"/>
                </a:lnTo>
                <a:lnTo>
                  <a:pt x="6019974" y="4871090"/>
                </a:lnTo>
                <a:lnTo>
                  <a:pt x="6014968" y="4867174"/>
                </a:lnTo>
                <a:cubicBezTo>
                  <a:pt x="6020175" y="4860544"/>
                  <a:pt x="6025445" y="4853909"/>
                  <a:pt x="6030716" y="4847267"/>
                </a:cubicBezTo>
                <a:close/>
                <a:moveTo>
                  <a:pt x="3610115" y="4847267"/>
                </a:moveTo>
                <a:cubicBezTo>
                  <a:pt x="3615373" y="4853909"/>
                  <a:pt x="3620606" y="4860544"/>
                  <a:pt x="3625813" y="4867180"/>
                </a:cubicBezTo>
                <a:lnTo>
                  <a:pt x="3620558" y="4871306"/>
                </a:lnTo>
                <a:lnTo>
                  <a:pt x="3623317" y="4869136"/>
                </a:lnTo>
                <a:lnTo>
                  <a:pt x="3607627" y="4849236"/>
                </a:lnTo>
                <a:close/>
                <a:moveTo>
                  <a:pt x="6051481" y="4831272"/>
                </a:moveTo>
                <a:lnTo>
                  <a:pt x="6053959" y="4833251"/>
                </a:lnTo>
                <a:lnTo>
                  <a:pt x="6053957" y="4833253"/>
                </a:lnTo>
                <a:close/>
                <a:moveTo>
                  <a:pt x="3591789" y="4829296"/>
                </a:moveTo>
                <a:lnTo>
                  <a:pt x="3591790" y="4829296"/>
                </a:lnTo>
                <a:lnTo>
                  <a:pt x="3589307" y="4831274"/>
                </a:lnTo>
                <a:close/>
                <a:moveTo>
                  <a:pt x="3570879" y="4813320"/>
                </a:moveTo>
                <a:lnTo>
                  <a:pt x="3586824" y="4833253"/>
                </a:lnTo>
                <a:lnTo>
                  <a:pt x="3589307" y="4831274"/>
                </a:lnTo>
                <a:lnTo>
                  <a:pt x="3584341" y="4835233"/>
                </a:lnTo>
                <a:cubicBezTo>
                  <a:pt x="3579051" y="4828597"/>
                  <a:pt x="3573742" y="4821955"/>
                  <a:pt x="3568403" y="4815308"/>
                </a:cubicBezTo>
                <a:close/>
                <a:moveTo>
                  <a:pt x="6069894" y="4813318"/>
                </a:moveTo>
                <a:lnTo>
                  <a:pt x="6072372" y="4815308"/>
                </a:lnTo>
                <a:cubicBezTo>
                  <a:pt x="6067038" y="4821955"/>
                  <a:pt x="6061768" y="4828597"/>
                  <a:pt x="6056433" y="4835228"/>
                </a:cubicBezTo>
                <a:lnTo>
                  <a:pt x="6053959" y="4833251"/>
                </a:lnTo>
                <a:lnTo>
                  <a:pt x="6069895" y="4813319"/>
                </a:lnTo>
                <a:close/>
                <a:moveTo>
                  <a:pt x="3575831" y="4809346"/>
                </a:moveTo>
                <a:lnTo>
                  <a:pt x="3570879" y="4813320"/>
                </a:lnTo>
                <a:lnTo>
                  <a:pt x="3570879" y="4813319"/>
                </a:lnTo>
                <a:close/>
                <a:moveTo>
                  <a:pt x="6064943" y="4809344"/>
                </a:moveTo>
                <a:lnTo>
                  <a:pt x="6069894" y="4813318"/>
                </a:lnTo>
                <a:lnTo>
                  <a:pt x="6064943" y="4809345"/>
                </a:lnTo>
                <a:close/>
                <a:moveTo>
                  <a:pt x="6062466" y="4807357"/>
                </a:moveTo>
                <a:lnTo>
                  <a:pt x="6064943" y="4809345"/>
                </a:lnTo>
                <a:lnTo>
                  <a:pt x="6049004" y="4829291"/>
                </a:lnTo>
                <a:lnTo>
                  <a:pt x="6051481" y="4831272"/>
                </a:lnTo>
                <a:lnTo>
                  <a:pt x="6046528" y="4827315"/>
                </a:lnTo>
                <a:cubicBezTo>
                  <a:pt x="6051798" y="4820666"/>
                  <a:pt x="6057132" y="4814018"/>
                  <a:pt x="6062466" y="4807357"/>
                </a:cubicBezTo>
                <a:close/>
                <a:moveTo>
                  <a:pt x="3578308" y="4807357"/>
                </a:moveTo>
                <a:cubicBezTo>
                  <a:pt x="3583655" y="4814018"/>
                  <a:pt x="3588977" y="4820673"/>
                  <a:pt x="3594273" y="4827315"/>
                </a:cubicBezTo>
                <a:lnTo>
                  <a:pt x="3591789" y="4829296"/>
                </a:lnTo>
                <a:lnTo>
                  <a:pt x="3575833" y="4809344"/>
                </a:lnTo>
                <a:lnTo>
                  <a:pt x="3575831" y="4809346"/>
                </a:lnTo>
                <a:close/>
                <a:moveTo>
                  <a:pt x="3557569" y="4791510"/>
                </a:moveTo>
                <a:lnTo>
                  <a:pt x="3554991" y="4793596"/>
                </a:lnTo>
                <a:lnTo>
                  <a:pt x="3554990" y="4793595"/>
                </a:lnTo>
                <a:close/>
                <a:moveTo>
                  <a:pt x="3538961" y="4773833"/>
                </a:moveTo>
                <a:lnTo>
                  <a:pt x="3554990" y="4793595"/>
                </a:lnTo>
                <a:lnTo>
                  <a:pt x="3552521" y="4795590"/>
                </a:lnTo>
                <a:cubicBezTo>
                  <a:pt x="3547199" y="4789012"/>
                  <a:pt x="3541860" y="4782427"/>
                  <a:pt x="3536499" y="4775836"/>
                </a:cubicBezTo>
                <a:close/>
                <a:moveTo>
                  <a:pt x="6096946" y="4769823"/>
                </a:moveTo>
                <a:lnTo>
                  <a:pt x="6099165" y="4771641"/>
                </a:lnTo>
                <a:lnTo>
                  <a:pt x="6096941" y="4769829"/>
                </a:lnTo>
                <a:close/>
                <a:moveTo>
                  <a:pt x="3543885" y="4769823"/>
                </a:moveTo>
                <a:lnTo>
                  <a:pt x="3543887" y="4769825"/>
                </a:lnTo>
                <a:lnTo>
                  <a:pt x="3538961" y="4773833"/>
                </a:lnTo>
                <a:lnTo>
                  <a:pt x="3538958" y="4773829"/>
                </a:lnTo>
                <a:close/>
                <a:moveTo>
                  <a:pt x="3546349" y="4767823"/>
                </a:moveTo>
                <a:cubicBezTo>
                  <a:pt x="3551722" y="4774419"/>
                  <a:pt x="3557067" y="4781018"/>
                  <a:pt x="3562395" y="4787609"/>
                </a:cubicBezTo>
                <a:lnTo>
                  <a:pt x="3557569" y="4791510"/>
                </a:lnTo>
                <a:lnTo>
                  <a:pt x="3559926" y="4789603"/>
                </a:lnTo>
                <a:lnTo>
                  <a:pt x="3543887" y="4769825"/>
                </a:lnTo>
                <a:close/>
                <a:moveTo>
                  <a:pt x="6094470" y="4767815"/>
                </a:moveTo>
                <a:lnTo>
                  <a:pt x="6096941" y="4769829"/>
                </a:lnTo>
                <a:lnTo>
                  <a:pt x="6080881" y="4789603"/>
                </a:lnTo>
                <a:lnTo>
                  <a:pt x="6085834" y="4793590"/>
                </a:lnTo>
                <a:cubicBezTo>
                  <a:pt x="6091105" y="4787012"/>
                  <a:pt x="6096502" y="4780427"/>
                  <a:pt x="6101836" y="4773829"/>
                </a:cubicBezTo>
                <a:lnTo>
                  <a:pt x="6099165" y="4771641"/>
                </a:lnTo>
                <a:lnTo>
                  <a:pt x="6104313" y="4775836"/>
                </a:lnTo>
                <a:cubicBezTo>
                  <a:pt x="6098915" y="4782427"/>
                  <a:pt x="6093581" y="4789012"/>
                  <a:pt x="6088310" y="4795590"/>
                </a:cubicBezTo>
                <a:lnTo>
                  <a:pt x="6078405" y="4787609"/>
                </a:lnTo>
                <a:cubicBezTo>
                  <a:pt x="6083739" y="4781018"/>
                  <a:pt x="6089072" y="4774419"/>
                  <a:pt x="6094470" y="4767815"/>
                </a:cubicBezTo>
                <a:close/>
                <a:moveTo>
                  <a:pt x="6115521" y="4752055"/>
                </a:moveTo>
                <a:lnTo>
                  <a:pt x="6117972" y="4754060"/>
                </a:lnTo>
                <a:lnTo>
                  <a:pt x="6117965" y="4754067"/>
                </a:lnTo>
                <a:close/>
                <a:moveTo>
                  <a:pt x="3526090" y="4751388"/>
                </a:moveTo>
                <a:lnTo>
                  <a:pt x="3522822" y="4754067"/>
                </a:lnTo>
                <a:lnTo>
                  <a:pt x="3522822" y="4754067"/>
                </a:lnTo>
                <a:close/>
                <a:moveTo>
                  <a:pt x="6134082" y="4734512"/>
                </a:moveTo>
                <a:lnTo>
                  <a:pt x="6136507" y="4736517"/>
                </a:lnTo>
                <a:cubicBezTo>
                  <a:pt x="6131109" y="4743044"/>
                  <a:pt x="6125776" y="4749565"/>
                  <a:pt x="6120442" y="4756080"/>
                </a:cubicBezTo>
                <a:lnTo>
                  <a:pt x="6117972" y="4754060"/>
                </a:lnTo>
                <a:close/>
                <a:moveTo>
                  <a:pt x="3509180" y="4732475"/>
                </a:moveTo>
                <a:lnTo>
                  <a:pt x="3506731" y="4734498"/>
                </a:lnTo>
                <a:lnTo>
                  <a:pt x="3522822" y="4754067"/>
                </a:lnTo>
                <a:lnTo>
                  <a:pt x="3520365" y="4756080"/>
                </a:lnTo>
                <a:cubicBezTo>
                  <a:pt x="3515024" y="4749565"/>
                  <a:pt x="3509665" y="4743044"/>
                  <a:pt x="3504280" y="4736517"/>
                </a:cubicBezTo>
                <a:close/>
                <a:moveTo>
                  <a:pt x="6129205" y="4730453"/>
                </a:moveTo>
                <a:lnTo>
                  <a:pt x="6134094" y="4734498"/>
                </a:lnTo>
                <a:lnTo>
                  <a:pt x="6134082" y="4734512"/>
                </a:lnTo>
                <a:lnTo>
                  <a:pt x="6129191" y="4730470"/>
                </a:lnTo>
                <a:close/>
                <a:moveTo>
                  <a:pt x="3511628" y="4730453"/>
                </a:moveTo>
                <a:lnTo>
                  <a:pt x="3511629" y="4730454"/>
                </a:lnTo>
                <a:lnTo>
                  <a:pt x="3509180" y="4732475"/>
                </a:lnTo>
                <a:close/>
                <a:moveTo>
                  <a:pt x="6126728" y="4728434"/>
                </a:moveTo>
                <a:lnTo>
                  <a:pt x="6129191" y="4730470"/>
                </a:lnTo>
                <a:lnTo>
                  <a:pt x="6113076" y="4750043"/>
                </a:lnTo>
                <a:lnTo>
                  <a:pt x="6115521" y="4752055"/>
                </a:lnTo>
                <a:lnTo>
                  <a:pt x="6110599" y="4748029"/>
                </a:lnTo>
                <a:cubicBezTo>
                  <a:pt x="6115933" y="4741501"/>
                  <a:pt x="6121331" y="4734974"/>
                  <a:pt x="6126728" y="4728434"/>
                </a:cubicBezTo>
                <a:close/>
                <a:moveTo>
                  <a:pt x="3514079" y="4728434"/>
                </a:moveTo>
                <a:cubicBezTo>
                  <a:pt x="3519470" y="4734974"/>
                  <a:pt x="3524841" y="4741501"/>
                  <a:pt x="3530188" y="4748029"/>
                </a:cubicBezTo>
                <a:lnTo>
                  <a:pt x="3526090" y="4751388"/>
                </a:lnTo>
                <a:lnTo>
                  <a:pt x="3527731" y="4750043"/>
                </a:lnTo>
                <a:lnTo>
                  <a:pt x="3511629" y="4730454"/>
                </a:lnTo>
                <a:close/>
                <a:moveTo>
                  <a:pt x="3495396" y="4710836"/>
                </a:moveTo>
                <a:lnTo>
                  <a:pt x="3495396" y="4710837"/>
                </a:lnTo>
                <a:lnTo>
                  <a:pt x="3490514" y="4714895"/>
                </a:lnTo>
                <a:lnTo>
                  <a:pt x="3490511" y="4714892"/>
                </a:lnTo>
                <a:close/>
                <a:moveTo>
                  <a:pt x="6145412" y="4710820"/>
                </a:moveTo>
                <a:lnTo>
                  <a:pt x="6150298" y="4714875"/>
                </a:lnTo>
                <a:lnTo>
                  <a:pt x="6150286" y="4714888"/>
                </a:lnTo>
                <a:lnTo>
                  <a:pt x="6145397" y="4710837"/>
                </a:lnTo>
                <a:close/>
                <a:moveTo>
                  <a:pt x="3474182" y="4695280"/>
                </a:moveTo>
                <a:lnTo>
                  <a:pt x="3490511" y="4714892"/>
                </a:lnTo>
                <a:lnTo>
                  <a:pt x="3488069" y="4716920"/>
                </a:lnTo>
                <a:cubicBezTo>
                  <a:pt x="3482645" y="4710393"/>
                  <a:pt x="3477204" y="4703859"/>
                  <a:pt x="3471742" y="4697317"/>
                </a:cubicBezTo>
                <a:close/>
                <a:moveTo>
                  <a:pt x="6164182" y="4693235"/>
                </a:moveTo>
                <a:lnTo>
                  <a:pt x="6169082" y="4697317"/>
                </a:lnTo>
                <a:cubicBezTo>
                  <a:pt x="6163621" y="4703859"/>
                  <a:pt x="6158160" y="4710393"/>
                  <a:pt x="6152763" y="4716920"/>
                </a:cubicBezTo>
                <a:lnTo>
                  <a:pt x="6150298" y="4714875"/>
                </a:lnTo>
                <a:lnTo>
                  <a:pt x="6166606" y="4695279"/>
                </a:lnTo>
                <a:close/>
                <a:moveTo>
                  <a:pt x="6161780" y="4691210"/>
                </a:moveTo>
                <a:lnTo>
                  <a:pt x="6164182" y="4693235"/>
                </a:lnTo>
                <a:lnTo>
                  <a:pt x="6161768" y="4691224"/>
                </a:lnTo>
                <a:close/>
                <a:moveTo>
                  <a:pt x="3479051" y="4691210"/>
                </a:moveTo>
                <a:lnTo>
                  <a:pt x="3479054" y="4691212"/>
                </a:lnTo>
                <a:lnTo>
                  <a:pt x="3474182" y="4695280"/>
                </a:lnTo>
                <a:lnTo>
                  <a:pt x="3474181" y="4695279"/>
                </a:lnTo>
                <a:close/>
                <a:moveTo>
                  <a:pt x="3481490" y="4689178"/>
                </a:moveTo>
                <a:cubicBezTo>
                  <a:pt x="3486957" y="4695725"/>
                  <a:pt x="3492411" y="4702271"/>
                  <a:pt x="3497841" y="4708805"/>
                </a:cubicBezTo>
                <a:lnTo>
                  <a:pt x="3495396" y="4710836"/>
                </a:lnTo>
                <a:lnTo>
                  <a:pt x="3479054" y="4691212"/>
                </a:lnTo>
                <a:close/>
                <a:moveTo>
                  <a:pt x="6159304" y="4689172"/>
                </a:moveTo>
                <a:lnTo>
                  <a:pt x="6161768" y="4691224"/>
                </a:lnTo>
                <a:lnTo>
                  <a:pt x="6145412" y="4710820"/>
                </a:lnTo>
                <a:lnTo>
                  <a:pt x="6142984" y="4708805"/>
                </a:lnTo>
                <a:cubicBezTo>
                  <a:pt x="6148382" y="4702265"/>
                  <a:pt x="6153843" y="4695725"/>
                  <a:pt x="6159304" y="4689172"/>
                </a:cubicBezTo>
                <a:close/>
                <a:moveTo>
                  <a:pt x="3458069" y="4675724"/>
                </a:moveTo>
                <a:lnTo>
                  <a:pt x="3457905" y="4675862"/>
                </a:lnTo>
                <a:lnTo>
                  <a:pt x="3457905" y="4675861"/>
                </a:lnTo>
                <a:close/>
                <a:moveTo>
                  <a:pt x="6178040" y="4671767"/>
                </a:moveTo>
                <a:lnTo>
                  <a:pt x="6179831" y="4673273"/>
                </a:lnTo>
                <a:lnTo>
                  <a:pt x="6178036" y="4671771"/>
                </a:lnTo>
                <a:close/>
                <a:moveTo>
                  <a:pt x="6199301" y="4656420"/>
                </a:moveTo>
                <a:lnTo>
                  <a:pt x="6201721" y="4658463"/>
                </a:lnTo>
                <a:cubicBezTo>
                  <a:pt x="6196260" y="4664946"/>
                  <a:pt x="6190799" y="4671429"/>
                  <a:pt x="6185338" y="4677905"/>
                </a:cubicBezTo>
                <a:lnTo>
                  <a:pt x="6179831" y="4673273"/>
                </a:lnTo>
                <a:lnTo>
                  <a:pt x="6182925" y="4675862"/>
                </a:lnTo>
                <a:close/>
                <a:moveTo>
                  <a:pt x="6196276" y="4653867"/>
                </a:moveTo>
                <a:lnTo>
                  <a:pt x="6199308" y="4656412"/>
                </a:lnTo>
                <a:lnTo>
                  <a:pt x="6199301" y="4656420"/>
                </a:lnTo>
                <a:close/>
                <a:moveTo>
                  <a:pt x="6192006" y="4650265"/>
                </a:moveTo>
                <a:lnTo>
                  <a:pt x="6196276" y="4653867"/>
                </a:lnTo>
                <a:lnTo>
                  <a:pt x="6194419" y="4652310"/>
                </a:lnTo>
                <a:lnTo>
                  <a:pt x="6178040" y="4671767"/>
                </a:lnTo>
                <a:lnTo>
                  <a:pt x="6175623" y="4669733"/>
                </a:lnTo>
                <a:cubicBezTo>
                  <a:pt x="6181084" y="4663245"/>
                  <a:pt x="6186544" y="4656754"/>
                  <a:pt x="6192006" y="4650265"/>
                </a:cubicBezTo>
                <a:close/>
                <a:moveTo>
                  <a:pt x="3448774" y="4650265"/>
                </a:moveTo>
                <a:cubicBezTo>
                  <a:pt x="3454267" y="4656754"/>
                  <a:pt x="3459742" y="4663245"/>
                  <a:pt x="3465196" y="4669733"/>
                </a:cubicBezTo>
                <a:lnTo>
                  <a:pt x="3458069" y="4675724"/>
                </a:lnTo>
                <a:lnTo>
                  <a:pt x="3462763" y="4671771"/>
                </a:lnTo>
                <a:cubicBezTo>
                  <a:pt x="3457315" y="4665295"/>
                  <a:pt x="3451842" y="4658805"/>
                  <a:pt x="3446355" y="4652315"/>
                </a:cubicBezTo>
                <a:lnTo>
                  <a:pt x="3441505" y="4656412"/>
                </a:lnTo>
                <a:lnTo>
                  <a:pt x="3457905" y="4675861"/>
                </a:lnTo>
                <a:lnTo>
                  <a:pt x="3455474" y="4677905"/>
                </a:lnTo>
                <a:cubicBezTo>
                  <a:pt x="3450032" y="4671429"/>
                  <a:pt x="3444565" y="4664952"/>
                  <a:pt x="3439079" y="4658463"/>
                </a:cubicBezTo>
                <a:close/>
                <a:moveTo>
                  <a:pt x="6213251" y="4634755"/>
                </a:moveTo>
                <a:lnTo>
                  <a:pt x="6215820" y="4636947"/>
                </a:lnTo>
                <a:lnTo>
                  <a:pt x="6215819" y="4636949"/>
                </a:lnTo>
                <a:close/>
                <a:moveTo>
                  <a:pt x="3429819" y="4632832"/>
                </a:moveTo>
                <a:lnTo>
                  <a:pt x="3429821" y="4632833"/>
                </a:lnTo>
                <a:lnTo>
                  <a:pt x="3424988" y="4636949"/>
                </a:lnTo>
                <a:lnTo>
                  <a:pt x="3424986" y="4636947"/>
                </a:lnTo>
                <a:close/>
                <a:moveTo>
                  <a:pt x="3408536" y="4617678"/>
                </a:moveTo>
                <a:lnTo>
                  <a:pt x="3424986" y="4636947"/>
                </a:lnTo>
                <a:lnTo>
                  <a:pt x="3422569" y="4639005"/>
                </a:lnTo>
                <a:cubicBezTo>
                  <a:pt x="3417107" y="4632586"/>
                  <a:pt x="3411628" y="4626167"/>
                  <a:pt x="3406129" y="4619741"/>
                </a:cubicBezTo>
                <a:close/>
                <a:moveTo>
                  <a:pt x="6229852" y="4615609"/>
                </a:moveTo>
                <a:lnTo>
                  <a:pt x="6234678" y="4619741"/>
                </a:lnTo>
                <a:cubicBezTo>
                  <a:pt x="6229153" y="4626167"/>
                  <a:pt x="6223693" y="4632586"/>
                  <a:pt x="6218232" y="4639005"/>
                </a:cubicBezTo>
                <a:lnTo>
                  <a:pt x="6215820" y="4636947"/>
                </a:lnTo>
                <a:lnTo>
                  <a:pt x="6232265" y="4617676"/>
                </a:lnTo>
                <a:close/>
                <a:moveTo>
                  <a:pt x="3411328" y="4615287"/>
                </a:moveTo>
                <a:lnTo>
                  <a:pt x="3408536" y="4617678"/>
                </a:lnTo>
                <a:lnTo>
                  <a:pt x="3408535" y="4617676"/>
                </a:lnTo>
                <a:close/>
                <a:moveTo>
                  <a:pt x="6227439" y="4613542"/>
                </a:moveTo>
                <a:lnTo>
                  <a:pt x="6229852" y="4615609"/>
                </a:lnTo>
                <a:lnTo>
                  <a:pt x="6227439" y="4613543"/>
                </a:lnTo>
                <a:close/>
                <a:moveTo>
                  <a:pt x="6225026" y="4611478"/>
                </a:moveTo>
                <a:lnTo>
                  <a:pt x="6227439" y="4613543"/>
                </a:lnTo>
                <a:lnTo>
                  <a:pt x="6210993" y="4632828"/>
                </a:lnTo>
                <a:lnTo>
                  <a:pt x="6213251" y="4634755"/>
                </a:lnTo>
                <a:lnTo>
                  <a:pt x="6208580" y="4630770"/>
                </a:lnTo>
                <a:cubicBezTo>
                  <a:pt x="6214040" y="4624343"/>
                  <a:pt x="6219501" y="4617918"/>
                  <a:pt x="6225026" y="4611478"/>
                </a:cubicBezTo>
                <a:close/>
                <a:moveTo>
                  <a:pt x="3415775" y="4611478"/>
                </a:moveTo>
                <a:cubicBezTo>
                  <a:pt x="3421279" y="4617918"/>
                  <a:pt x="3426773" y="4624343"/>
                  <a:pt x="3432240" y="4630770"/>
                </a:cubicBezTo>
                <a:lnTo>
                  <a:pt x="3429819" y="4632832"/>
                </a:lnTo>
                <a:lnTo>
                  <a:pt x="3413361" y="4613548"/>
                </a:lnTo>
                <a:lnTo>
                  <a:pt x="3411328" y="4615287"/>
                </a:lnTo>
                <a:close/>
                <a:moveTo>
                  <a:pt x="6260713" y="4574909"/>
                </a:moveTo>
                <a:lnTo>
                  <a:pt x="6265539" y="4579068"/>
                </a:lnTo>
                <a:lnTo>
                  <a:pt x="6265520" y="4579090"/>
                </a:lnTo>
                <a:lnTo>
                  <a:pt x="6260708" y="4574915"/>
                </a:lnTo>
                <a:close/>
                <a:moveTo>
                  <a:pt x="3380087" y="4574909"/>
                </a:moveTo>
                <a:lnTo>
                  <a:pt x="3380087" y="4574910"/>
                </a:lnTo>
                <a:lnTo>
                  <a:pt x="3378461" y="4576318"/>
                </a:lnTo>
                <a:close/>
                <a:moveTo>
                  <a:pt x="3382487" y="4572832"/>
                </a:moveTo>
                <a:cubicBezTo>
                  <a:pt x="3388075" y="4579277"/>
                  <a:pt x="3393637" y="4585723"/>
                  <a:pt x="3399187" y="4592168"/>
                </a:cubicBezTo>
                <a:lnTo>
                  <a:pt x="3389567" y="4600455"/>
                </a:lnTo>
                <a:cubicBezTo>
                  <a:pt x="3384025" y="4594023"/>
                  <a:pt x="3378467" y="4587583"/>
                  <a:pt x="3372885" y="4581145"/>
                </a:cubicBezTo>
                <a:lnTo>
                  <a:pt x="3378461" y="4576318"/>
                </a:lnTo>
                <a:lnTo>
                  <a:pt x="3375287" y="4579068"/>
                </a:lnTo>
                <a:cubicBezTo>
                  <a:pt x="3380868" y="4585507"/>
                  <a:pt x="3386430" y="4591947"/>
                  <a:pt x="3391967" y="4598385"/>
                </a:cubicBezTo>
                <a:lnTo>
                  <a:pt x="3396781" y="4594238"/>
                </a:lnTo>
                <a:lnTo>
                  <a:pt x="3380087" y="4574910"/>
                </a:lnTo>
                <a:close/>
                <a:moveTo>
                  <a:pt x="6258300" y="4572826"/>
                </a:moveTo>
                <a:lnTo>
                  <a:pt x="6260708" y="4574915"/>
                </a:lnTo>
                <a:lnTo>
                  <a:pt x="6244012" y="4594238"/>
                </a:lnTo>
                <a:lnTo>
                  <a:pt x="6248838" y="4598378"/>
                </a:lnTo>
                <a:lnTo>
                  <a:pt x="6265520" y="4579090"/>
                </a:lnTo>
                <a:lnTo>
                  <a:pt x="6267888" y="4581145"/>
                </a:lnTo>
                <a:cubicBezTo>
                  <a:pt x="6262364" y="4587583"/>
                  <a:pt x="6256776" y="4594023"/>
                  <a:pt x="6251251" y="4600455"/>
                </a:cubicBezTo>
                <a:lnTo>
                  <a:pt x="6241599" y="4592168"/>
                </a:lnTo>
                <a:cubicBezTo>
                  <a:pt x="6247187" y="4585723"/>
                  <a:pt x="6252712" y="4579277"/>
                  <a:pt x="6258300" y="4572826"/>
                </a:cubicBezTo>
                <a:close/>
                <a:moveTo>
                  <a:pt x="3346711" y="4536599"/>
                </a:moveTo>
                <a:lnTo>
                  <a:pt x="3341936" y="4540784"/>
                </a:lnTo>
                <a:cubicBezTo>
                  <a:pt x="3347531" y="4547165"/>
                  <a:pt x="3353106" y="4553548"/>
                  <a:pt x="3358663" y="4559924"/>
                </a:cubicBezTo>
                <a:lnTo>
                  <a:pt x="3363449" y="4555750"/>
                </a:lnTo>
                <a:cubicBezTo>
                  <a:pt x="3357887" y="4549369"/>
                  <a:pt x="3352305" y="4542987"/>
                  <a:pt x="3346711" y="4536599"/>
                </a:cubicBezTo>
                <a:close/>
                <a:moveTo>
                  <a:pt x="6294114" y="4536593"/>
                </a:moveTo>
                <a:lnTo>
                  <a:pt x="6298876" y="4540778"/>
                </a:lnTo>
                <a:lnTo>
                  <a:pt x="6298861" y="4540795"/>
                </a:lnTo>
                <a:lnTo>
                  <a:pt x="6294099" y="4536611"/>
                </a:lnTo>
                <a:close/>
                <a:moveTo>
                  <a:pt x="6291701" y="4534504"/>
                </a:moveTo>
                <a:lnTo>
                  <a:pt x="6294099" y="4536611"/>
                </a:lnTo>
                <a:lnTo>
                  <a:pt x="6277350" y="4555750"/>
                </a:lnTo>
                <a:lnTo>
                  <a:pt x="6282176" y="4559924"/>
                </a:lnTo>
                <a:lnTo>
                  <a:pt x="6298861" y="4540795"/>
                </a:lnTo>
                <a:lnTo>
                  <a:pt x="6301226" y="4542874"/>
                </a:lnTo>
                <a:cubicBezTo>
                  <a:pt x="6295638" y="4549255"/>
                  <a:pt x="6290113" y="4555636"/>
                  <a:pt x="6284525" y="4562012"/>
                </a:cubicBezTo>
                <a:lnTo>
                  <a:pt x="6274937" y="4553669"/>
                </a:lnTo>
                <a:cubicBezTo>
                  <a:pt x="6280525" y="4547280"/>
                  <a:pt x="6286113" y="4540893"/>
                  <a:pt x="6291701" y="4534504"/>
                </a:cubicBezTo>
                <a:close/>
                <a:moveTo>
                  <a:pt x="3349099" y="4534504"/>
                </a:moveTo>
                <a:cubicBezTo>
                  <a:pt x="3354700" y="4540899"/>
                  <a:pt x="3360282" y="4547286"/>
                  <a:pt x="3365844" y="4553669"/>
                </a:cubicBezTo>
                <a:lnTo>
                  <a:pt x="3356268" y="4562012"/>
                </a:lnTo>
                <a:cubicBezTo>
                  <a:pt x="3350712" y="4555636"/>
                  <a:pt x="3345136" y="4549255"/>
                  <a:pt x="3339548" y="4542874"/>
                </a:cubicBezTo>
                <a:close/>
                <a:moveTo>
                  <a:pt x="6312877" y="4519128"/>
                </a:moveTo>
                <a:lnTo>
                  <a:pt x="6315713" y="4521610"/>
                </a:lnTo>
                <a:lnTo>
                  <a:pt x="6315704" y="4521619"/>
                </a:lnTo>
                <a:close/>
                <a:moveTo>
                  <a:pt x="3329862" y="4517420"/>
                </a:moveTo>
                <a:lnTo>
                  <a:pt x="3329865" y="4517422"/>
                </a:lnTo>
                <a:lnTo>
                  <a:pt x="3325096" y="4521619"/>
                </a:lnTo>
                <a:lnTo>
                  <a:pt x="3325095" y="4521619"/>
                </a:lnTo>
                <a:close/>
                <a:moveTo>
                  <a:pt x="6332520" y="4502610"/>
                </a:moveTo>
                <a:lnTo>
                  <a:pt x="6334881" y="4504698"/>
                </a:lnTo>
                <a:cubicBezTo>
                  <a:pt x="6329293" y="4511041"/>
                  <a:pt x="6323642" y="4517379"/>
                  <a:pt x="6318117" y="4523715"/>
                </a:cubicBezTo>
                <a:lnTo>
                  <a:pt x="6315713" y="4521610"/>
                </a:lnTo>
                <a:close/>
                <a:moveTo>
                  <a:pt x="6327769" y="4498386"/>
                </a:moveTo>
                <a:lnTo>
                  <a:pt x="6332532" y="4502596"/>
                </a:lnTo>
                <a:lnTo>
                  <a:pt x="6332520" y="4502610"/>
                </a:lnTo>
                <a:lnTo>
                  <a:pt x="6327757" y="4498400"/>
                </a:lnTo>
                <a:close/>
                <a:moveTo>
                  <a:pt x="6325356" y="4496277"/>
                </a:moveTo>
                <a:lnTo>
                  <a:pt x="6327757" y="4498400"/>
                </a:lnTo>
                <a:lnTo>
                  <a:pt x="6310942" y="4517422"/>
                </a:lnTo>
                <a:lnTo>
                  <a:pt x="6312877" y="4519128"/>
                </a:lnTo>
                <a:lnTo>
                  <a:pt x="6308528" y="4515320"/>
                </a:lnTo>
                <a:cubicBezTo>
                  <a:pt x="6314117" y="4508977"/>
                  <a:pt x="6319768" y="4502628"/>
                  <a:pt x="6325356" y="4496277"/>
                </a:cubicBezTo>
                <a:close/>
                <a:moveTo>
                  <a:pt x="3315425" y="4496277"/>
                </a:moveTo>
                <a:cubicBezTo>
                  <a:pt x="3321044" y="4502628"/>
                  <a:pt x="3326658" y="4508977"/>
                  <a:pt x="3332245" y="4515320"/>
                </a:cubicBezTo>
                <a:lnTo>
                  <a:pt x="3329862" y="4517420"/>
                </a:lnTo>
                <a:lnTo>
                  <a:pt x="3313043" y="4498386"/>
                </a:lnTo>
                <a:lnTo>
                  <a:pt x="3308294" y="4502596"/>
                </a:lnTo>
                <a:lnTo>
                  <a:pt x="3325095" y="4521619"/>
                </a:lnTo>
                <a:lnTo>
                  <a:pt x="3322714" y="4523715"/>
                </a:lnTo>
                <a:cubicBezTo>
                  <a:pt x="3317133" y="4517379"/>
                  <a:pt x="3311533" y="4511041"/>
                  <a:pt x="3305912" y="4504698"/>
                </a:cubicBezTo>
                <a:close/>
                <a:moveTo>
                  <a:pt x="6346980" y="4481458"/>
                </a:moveTo>
                <a:lnTo>
                  <a:pt x="6349373" y="4483581"/>
                </a:lnTo>
                <a:lnTo>
                  <a:pt x="6349359" y="4483596"/>
                </a:lnTo>
                <a:close/>
                <a:moveTo>
                  <a:pt x="6366369" y="4464593"/>
                </a:moveTo>
                <a:lnTo>
                  <a:pt x="6368726" y="4466705"/>
                </a:lnTo>
                <a:cubicBezTo>
                  <a:pt x="6363075" y="4473042"/>
                  <a:pt x="6357423" y="4479373"/>
                  <a:pt x="6351772" y="4485710"/>
                </a:cubicBezTo>
                <a:lnTo>
                  <a:pt x="6349373" y="4483581"/>
                </a:lnTo>
                <a:close/>
                <a:moveTo>
                  <a:pt x="6363996" y="4462466"/>
                </a:moveTo>
                <a:lnTo>
                  <a:pt x="6366377" y="4464584"/>
                </a:lnTo>
                <a:lnTo>
                  <a:pt x="6366369" y="4464593"/>
                </a:lnTo>
                <a:close/>
                <a:moveTo>
                  <a:pt x="3279172" y="4460348"/>
                </a:moveTo>
                <a:lnTo>
                  <a:pt x="3274442" y="4464584"/>
                </a:lnTo>
                <a:cubicBezTo>
                  <a:pt x="3280119" y="4470927"/>
                  <a:pt x="3285777" y="4477265"/>
                  <a:pt x="3291416" y="4483596"/>
                </a:cubicBezTo>
                <a:lnTo>
                  <a:pt x="3296158" y="4479373"/>
                </a:lnTo>
                <a:cubicBezTo>
                  <a:pt x="3290513" y="4473035"/>
                  <a:pt x="3284850" y="4466693"/>
                  <a:pt x="3279172" y="4460348"/>
                </a:cubicBezTo>
                <a:close/>
                <a:moveTo>
                  <a:pt x="6359265" y="4458227"/>
                </a:moveTo>
                <a:lnTo>
                  <a:pt x="6363996" y="4462466"/>
                </a:lnTo>
                <a:lnTo>
                  <a:pt x="6361614" y="4460348"/>
                </a:lnTo>
                <a:cubicBezTo>
                  <a:pt x="6355963" y="4466693"/>
                  <a:pt x="6350311" y="4473035"/>
                  <a:pt x="6344660" y="4479373"/>
                </a:cubicBezTo>
                <a:lnTo>
                  <a:pt x="6346980" y="4481458"/>
                </a:lnTo>
                <a:lnTo>
                  <a:pt x="6342247" y="4477259"/>
                </a:lnTo>
                <a:cubicBezTo>
                  <a:pt x="6347898" y="4470921"/>
                  <a:pt x="6353613" y="4464578"/>
                  <a:pt x="6359265" y="4458227"/>
                </a:cubicBezTo>
                <a:close/>
                <a:moveTo>
                  <a:pt x="3281534" y="4458227"/>
                </a:moveTo>
                <a:cubicBezTo>
                  <a:pt x="3287218" y="4464578"/>
                  <a:pt x="3292883" y="4470921"/>
                  <a:pt x="3298534" y="4477265"/>
                </a:cubicBezTo>
                <a:lnTo>
                  <a:pt x="3289046" y="4485710"/>
                </a:lnTo>
                <a:cubicBezTo>
                  <a:pt x="3283409" y="4479380"/>
                  <a:pt x="3277751" y="4473042"/>
                  <a:pt x="3272074" y="4466705"/>
                </a:cubicBezTo>
                <a:close/>
                <a:moveTo>
                  <a:pt x="3262177" y="4441422"/>
                </a:moveTo>
                <a:lnTo>
                  <a:pt x="3262180" y="4441425"/>
                </a:lnTo>
                <a:lnTo>
                  <a:pt x="3257456" y="4445674"/>
                </a:lnTo>
                <a:lnTo>
                  <a:pt x="3257455" y="4445673"/>
                </a:lnTo>
                <a:close/>
                <a:moveTo>
                  <a:pt x="6395650" y="4422560"/>
                </a:moveTo>
                <a:cubicBezTo>
                  <a:pt x="6389935" y="4428847"/>
                  <a:pt x="6384284" y="4435140"/>
                  <a:pt x="6378632" y="4441419"/>
                </a:cubicBezTo>
                <a:lnTo>
                  <a:pt x="6383332" y="4445668"/>
                </a:lnTo>
                <a:cubicBezTo>
                  <a:pt x="6388982" y="4439387"/>
                  <a:pt x="6394698" y="4433108"/>
                  <a:pt x="6400349" y="4426821"/>
                </a:cubicBezTo>
                <a:close/>
                <a:moveTo>
                  <a:pt x="6393301" y="4420426"/>
                </a:moveTo>
                <a:lnTo>
                  <a:pt x="6402699" y="4428947"/>
                </a:lnTo>
                <a:cubicBezTo>
                  <a:pt x="6397047" y="4435234"/>
                  <a:pt x="6391332" y="4441514"/>
                  <a:pt x="6385681" y="4447795"/>
                </a:cubicBezTo>
                <a:lnTo>
                  <a:pt x="6376282" y="4439298"/>
                </a:lnTo>
                <a:cubicBezTo>
                  <a:pt x="6381934" y="4433011"/>
                  <a:pt x="6387586" y="4426719"/>
                  <a:pt x="6393301" y="4420426"/>
                </a:cubicBezTo>
                <a:close/>
                <a:moveTo>
                  <a:pt x="3247506" y="4420426"/>
                </a:moveTo>
                <a:cubicBezTo>
                  <a:pt x="3253202" y="4426719"/>
                  <a:pt x="3258878" y="4433011"/>
                  <a:pt x="3264536" y="4439298"/>
                </a:cubicBezTo>
                <a:lnTo>
                  <a:pt x="3262177" y="4441422"/>
                </a:lnTo>
                <a:lnTo>
                  <a:pt x="3245149" y="4422560"/>
                </a:lnTo>
                <a:lnTo>
                  <a:pt x="3240445" y="4426821"/>
                </a:lnTo>
                <a:lnTo>
                  <a:pt x="3257455" y="4445673"/>
                </a:lnTo>
                <a:lnTo>
                  <a:pt x="3255100" y="4447795"/>
                </a:lnTo>
                <a:cubicBezTo>
                  <a:pt x="3249449" y="4441514"/>
                  <a:pt x="3243777" y="4435234"/>
                  <a:pt x="3238087" y="4428947"/>
                </a:cubicBezTo>
                <a:close/>
                <a:moveTo>
                  <a:pt x="3228022" y="4403680"/>
                </a:moveTo>
                <a:lnTo>
                  <a:pt x="3228024" y="4403681"/>
                </a:lnTo>
                <a:lnTo>
                  <a:pt x="3223331" y="4407954"/>
                </a:lnTo>
                <a:lnTo>
                  <a:pt x="3223329" y="4407952"/>
                </a:lnTo>
                <a:close/>
                <a:moveTo>
                  <a:pt x="6412797" y="4403679"/>
                </a:moveTo>
                <a:lnTo>
                  <a:pt x="6415525" y="4406161"/>
                </a:lnTo>
                <a:lnTo>
                  <a:pt x="6412795" y="4403681"/>
                </a:lnTo>
                <a:close/>
                <a:moveTo>
                  <a:pt x="3207969" y="4387509"/>
                </a:moveTo>
                <a:lnTo>
                  <a:pt x="3206180" y="4389147"/>
                </a:lnTo>
                <a:lnTo>
                  <a:pt x="3223329" y="4407952"/>
                </a:lnTo>
                <a:lnTo>
                  <a:pt x="3220981" y="4410089"/>
                </a:lnTo>
                <a:cubicBezTo>
                  <a:pt x="3215279" y="4403821"/>
                  <a:pt x="3209565" y="4397553"/>
                  <a:pt x="3203837" y="4391287"/>
                </a:cubicBezTo>
                <a:close/>
                <a:moveTo>
                  <a:pt x="6432367" y="4387073"/>
                </a:moveTo>
                <a:lnTo>
                  <a:pt x="6436989" y="4391287"/>
                </a:lnTo>
                <a:cubicBezTo>
                  <a:pt x="6431210" y="4397553"/>
                  <a:pt x="6425495" y="4403821"/>
                  <a:pt x="6419844" y="4410089"/>
                </a:cubicBezTo>
                <a:lnTo>
                  <a:pt x="6415525" y="4406161"/>
                </a:lnTo>
                <a:lnTo>
                  <a:pt x="6417494" y="4407949"/>
                </a:lnTo>
                <a:cubicBezTo>
                  <a:pt x="6423146" y="4401687"/>
                  <a:pt x="6428861" y="4395413"/>
                  <a:pt x="6434639" y="4389147"/>
                </a:cubicBezTo>
                <a:close/>
                <a:moveTo>
                  <a:pt x="6429940" y="4384860"/>
                </a:moveTo>
                <a:lnTo>
                  <a:pt x="6432367" y="4387073"/>
                </a:lnTo>
                <a:lnTo>
                  <a:pt x="6429939" y="4384861"/>
                </a:lnTo>
                <a:close/>
                <a:moveTo>
                  <a:pt x="3210866" y="4384860"/>
                </a:moveTo>
                <a:lnTo>
                  <a:pt x="3210867" y="4384861"/>
                </a:lnTo>
                <a:lnTo>
                  <a:pt x="3207969" y="4387509"/>
                </a:lnTo>
                <a:close/>
                <a:moveTo>
                  <a:pt x="6427591" y="4382720"/>
                </a:moveTo>
                <a:lnTo>
                  <a:pt x="6429939" y="4384861"/>
                </a:lnTo>
                <a:lnTo>
                  <a:pt x="6412797" y="4403679"/>
                </a:lnTo>
                <a:lnTo>
                  <a:pt x="6410446" y="4401541"/>
                </a:lnTo>
                <a:cubicBezTo>
                  <a:pt x="6416161" y="4395267"/>
                  <a:pt x="6421876" y="4388994"/>
                  <a:pt x="6427591" y="4382720"/>
                </a:cubicBezTo>
                <a:close/>
                <a:moveTo>
                  <a:pt x="3213209" y="4382720"/>
                </a:moveTo>
                <a:cubicBezTo>
                  <a:pt x="3218950" y="4388994"/>
                  <a:pt x="3224670" y="4395267"/>
                  <a:pt x="3230372" y="4401541"/>
                </a:cubicBezTo>
                <a:lnTo>
                  <a:pt x="3228022" y="4403680"/>
                </a:lnTo>
                <a:lnTo>
                  <a:pt x="3210867" y="4384861"/>
                </a:lnTo>
                <a:close/>
                <a:moveTo>
                  <a:pt x="3189277" y="4370203"/>
                </a:moveTo>
                <a:lnTo>
                  <a:pt x="3189028" y="4370432"/>
                </a:lnTo>
                <a:lnTo>
                  <a:pt x="3189028" y="4370432"/>
                </a:lnTo>
                <a:close/>
                <a:moveTo>
                  <a:pt x="6449070" y="4367949"/>
                </a:moveTo>
                <a:lnTo>
                  <a:pt x="6451785" y="4370431"/>
                </a:lnTo>
                <a:lnTo>
                  <a:pt x="6451784" y="4370432"/>
                </a:lnTo>
                <a:close/>
                <a:moveTo>
                  <a:pt x="3171785" y="4351710"/>
                </a:moveTo>
                <a:lnTo>
                  <a:pt x="3189028" y="4370432"/>
                </a:lnTo>
                <a:lnTo>
                  <a:pt x="3186692" y="4372579"/>
                </a:lnTo>
                <a:cubicBezTo>
                  <a:pt x="3180958" y="4366343"/>
                  <a:pt x="3175211" y="4360101"/>
                  <a:pt x="3169452" y="4353865"/>
                </a:cubicBezTo>
                <a:close/>
                <a:moveTo>
                  <a:pt x="6467202" y="4350043"/>
                </a:moveTo>
                <a:lnTo>
                  <a:pt x="6471343" y="4353865"/>
                </a:lnTo>
                <a:cubicBezTo>
                  <a:pt x="6465564" y="4360101"/>
                  <a:pt x="6459849" y="4366343"/>
                  <a:pt x="6454134" y="4372579"/>
                </a:cubicBezTo>
                <a:lnTo>
                  <a:pt x="6451785" y="4370431"/>
                </a:lnTo>
                <a:lnTo>
                  <a:pt x="6468993" y="4351707"/>
                </a:lnTo>
                <a:close/>
                <a:moveTo>
                  <a:pt x="6464357" y="4347401"/>
                </a:moveTo>
                <a:lnTo>
                  <a:pt x="6467202" y="4350043"/>
                </a:lnTo>
                <a:lnTo>
                  <a:pt x="6464349" y="4347410"/>
                </a:lnTo>
                <a:close/>
                <a:moveTo>
                  <a:pt x="3176449" y="4347401"/>
                </a:moveTo>
                <a:lnTo>
                  <a:pt x="3176449" y="4347402"/>
                </a:lnTo>
                <a:lnTo>
                  <a:pt x="3171785" y="4351710"/>
                </a:lnTo>
                <a:lnTo>
                  <a:pt x="3171782" y="4351707"/>
                </a:lnTo>
                <a:close/>
                <a:moveTo>
                  <a:pt x="6462007" y="4345248"/>
                </a:moveTo>
                <a:lnTo>
                  <a:pt x="6464349" y="4347410"/>
                </a:lnTo>
                <a:lnTo>
                  <a:pt x="6447085" y="4366133"/>
                </a:lnTo>
                <a:lnTo>
                  <a:pt x="6449070" y="4367949"/>
                </a:lnTo>
                <a:lnTo>
                  <a:pt x="6444736" y="4363988"/>
                </a:lnTo>
                <a:cubicBezTo>
                  <a:pt x="6450514" y="4357739"/>
                  <a:pt x="6456230" y="4351497"/>
                  <a:pt x="6462007" y="4345248"/>
                </a:cubicBezTo>
                <a:close/>
                <a:moveTo>
                  <a:pt x="3178779" y="4345248"/>
                </a:moveTo>
                <a:cubicBezTo>
                  <a:pt x="3184552" y="4351497"/>
                  <a:pt x="3190304" y="4357745"/>
                  <a:pt x="3196045" y="4363988"/>
                </a:cubicBezTo>
                <a:lnTo>
                  <a:pt x="3189277" y="4370203"/>
                </a:lnTo>
                <a:lnTo>
                  <a:pt x="3193701" y="4366133"/>
                </a:lnTo>
                <a:lnTo>
                  <a:pt x="3176449" y="4347402"/>
                </a:lnTo>
                <a:close/>
                <a:moveTo>
                  <a:pt x="6483935" y="4330773"/>
                </a:moveTo>
                <a:lnTo>
                  <a:pt x="6486337" y="4332996"/>
                </a:lnTo>
                <a:lnTo>
                  <a:pt x="6486328" y="4333005"/>
                </a:lnTo>
                <a:close/>
                <a:moveTo>
                  <a:pt x="3159119" y="4328687"/>
                </a:moveTo>
                <a:lnTo>
                  <a:pt x="3159120" y="4328688"/>
                </a:lnTo>
                <a:lnTo>
                  <a:pt x="3156417" y="4331195"/>
                </a:lnTo>
                <a:close/>
                <a:moveTo>
                  <a:pt x="3137189" y="4314434"/>
                </a:moveTo>
                <a:lnTo>
                  <a:pt x="3154465" y="4333005"/>
                </a:lnTo>
                <a:lnTo>
                  <a:pt x="3156417" y="4331195"/>
                </a:lnTo>
                <a:lnTo>
                  <a:pt x="3152140" y="4335165"/>
                </a:lnTo>
                <a:cubicBezTo>
                  <a:pt x="3146401" y="4328973"/>
                  <a:pt x="3140642" y="4322782"/>
                  <a:pt x="3134870" y="4316597"/>
                </a:cubicBezTo>
                <a:close/>
                <a:moveTo>
                  <a:pt x="3139863" y="4311938"/>
                </a:moveTo>
                <a:lnTo>
                  <a:pt x="3137189" y="4314434"/>
                </a:lnTo>
                <a:lnTo>
                  <a:pt x="3137187" y="4314431"/>
                </a:lnTo>
                <a:close/>
                <a:moveTo>
                  <a:pt x="3144153" y="4307935"/>
                </a:moveTo>
                <a:cubicBezTo>
                  <a:pt x="3149938" y="4314133"/>
                  <a:pt x="3155697" y="4320331"/>
                  <a:pt x="3161451" y="4326522"/>
                </a:cubicBezTo>
                <a:lnTo>
                  <a:pt x="3159119" y="4328687"/>
                </a:lnTo>
                <a:lnTo>
                  <a:pt x="3141835" y="4310101"/>
                </a:lnTo>
                <a:lnTo>
                  <a:pt x="3139863" y="4311938"/>
                </a:lnTo>
                <a:close/>
                <a:moveTo>
                  <a:pt x="6496679" y="4307929"/>
                </a:moveTo>
                <a:lnTo>
                  <a:pt x="6505950" y="4316592"/>
                </a:lnTo>
                <a:cubicBezTo>
                  <a:pt x="6500171" y="4322782"/>
                  <a:pt x="6494393" y="4328973"/>
                  <a:pt x="6488678" y="4335165"/>
                </a:cubicBezTo>
                <a:lnTo>
                  <a:pt x="6486337" y="4332996"/>
                </a:lnTo>
                <a:lnTo>
                  <a:pt x="6503600" y="4314426"/>
                </a:lnTo>
                <a:lnTo>
                  <a:pt x="6498965" y="4310095"/>
                </a:lnTo>
                <a:cubicBezTo>
                  <a:pt x="6493186" y="4316292"/>
                  <a:pt x="6487407" y="4322490"/>
                  <a:pt x="6481693" y="4328682"/>
                </a:cubicBezTo>
                <a:lnTo>
                  <a:pt x="6483935" y="4330773"/>
                </a:lnTo>
                <a:lnTo>
                  <a:pt x="6479344" y="4326522"/>
                </a:lnTo>
                <a:cubicBezTo>
                  <a:pt x="6485122" y="4320331"/>
                  <a:pt x="6490837" y="4314133"/>
                  <a:pt x="6496679" y="4307929"/>
                </a:cubicBezTo>
                <a:close/>
                <a:moveTo>
                  <a:pt x="6536129" y="4275064"/>
                </a:moveTo>
                <a:lnTo>
                  <a:pt x="6538462" y="4277252"/>
                </a:lnTo>
                <a:lnTo>
                  <a:pt x="6538454" y="4277262"/>
                </a:lnTo>
                <a:close/>
                <a:moveTo>
                  <a:pt x="3105343" y="4274443"/>
                </a:moveTo>
                <a:lnTo>
                  <a:pt x="3102358" y="4277254"/>
                </a:lnTo>
                <a:lnTo>
                  <a:pt x="3102356" y="4277252"/>
                </a:lnTo>
                <a:close/>
                <a:moveTo>
                  <a:pt x="6531540" y="4270725"/>
                </a:moveTo>
                <a:lnTo>
                  <a:pt x="6536129" y="4275064"/>
                </a:lnTo>
                <a:lnTo>
                  <a:pt x="6533826" y="4272903"/>
                </a:lnTo>
                <a:cubicBezTo>
                  <a:pt x="6527984" y="4279101"/>
                  <a:pt x="6522143" y="4285305"/>
                  <a:pt x="6516364" y="4291503"/>
                </a:cubicBezTo>
                <a:lnTo>
                  <a:pt x="6520999" y="4295845"/>
                </a:lnTo>
                <a:lnTo>
                  <a:pt x="6538454" y="4277262"/>
                </a:lnTo>
                <a:lnTo>
                  <a:pt x="6540748" y="4279432"/>
                </a:lnTo>
                <a:cubicBezTo>
                  <a:pt x="6534906" y="4285628"/>
                  <a:pt x="6529127" y="4291820"/>
                  <a:pt x="6523285" y="4298018"/>
                </a:cubicBezTo>
                <a:lnTo>
                  <a:pt x="6514014" y="4289331"/>
                </a:lnTo>
                <a:cubicBezTo>
                  <a:pt x="6519857" y="4283133"/>
                  <a:pt x="6525698" y="4276929"/>
                  <a:pt x="6531540" y="4270725"/>
                </a:cubicBezTo>
                <a:close/>
                <a:moveTo>
                  <a:pt x="3109292" y="4270725"/>
                </a:moveTo>
                <a:cubicBezTo>
                  <a:pt x="3115134" y="4276929"/>
                  <a:pt x="3120963" y="4283133"/>
                  <a:pt x="3126773" y="4289331"/>
                </a:cubicBezTo>
                <a:lnTo>
                  <a:pt x="3117502" y="4298018"/>
                </a:lnTo>
                <a:cubicBezTo>
                  <a:pt x="3111698" y="4291826"/>
                  <a:pt x="3105881" y="4285628"/>
                  <a:pt x="3100045" y="4279432"/>
                </a:cubicBezTo>
                <a:lnTo>
                  <a:pt x="3102358" y="4277254"/>
                </a:lnTo>
                <a:lnTo>
                  <a:pt x="3119819" y="4295845"/>
                </a:lnTo>
                <a:lnTo>
                  <a:pt x="3124454" y="4291503"/>
                </a:lnTo>
                <a:cubicBezTo>
                  <a:pt x="3118644" y="4285305"/>
                  <a:pt x="3112822" y="4279106"/>
                  <a:pt x="3106980" y="4272903"/>
                </a:cubicBezTo>
                <a:lnTo>
                  <a:pt x="3105343" y="4274443"/>
                </a:lnTo>
                <a:close/>
                <a:moveTo>
                  <a:pt x="3089553" y="4254435"/>
                </a:moveTo>
                <a:lnTo>
                  <a:pt x="3089556" y="4254437"/>
                </a:lnTo>
                <a:lnTo>
                  <a:pt x="3084938" y="4258799"/>
                </a:lnTo>
                <a:lnTo>
                  <a:pt x="3084938" y="4258799"/>
                </a:lnTo>
                <a:close/>
                <a:moveTo>
                  <a:pt x="6551235" y="4254427"/>
                </a:moveTo>
                <a:lnTo>
                  <a:pt x="6554099" y="4257141"/>
                </a:lnTo>
                <a:lnTo>
                  <a:pt x="6551225" y="4254437"/>
                </a:lnTo>
                <a:close/>
                <a:moveTo>
                  <a:pt x="3067452" y="4240353"/>
                </a:moveTo>
                <a:lnTo>
                  <a:pt x="3084938" y="4258799"/>
                </a:lnTo>
                <a:lnTo>
                  <a:pt x="3082634" y="4260977"/>
                </a:lnTo>
                <a:cubicBezTo>
                  <a:pt x="3076823" y="4254830"/>
                  <a:pt x="3070995" y="4248685"/>
                  <a:pt x="3065153" y="4242537"/>
                </a:cubicBezTo>
                <a:close/>
                <a:moveTo>
                  <a:pt x="3072055" y="4235977"/>
                </a:moveTo>
                <a:lnTo>
                  <a:pt x="3072057" y="4235980"/>
                </a:lnTo>
                <a:lnTo>
                  <a:pt x="3067452" y="4240353"/>
                </a:lnTo>
                <a:lnTo>
                  <a:pt x="3067452" y="4240352"/>
                </a:lnTo>
                <a:close/>
                <a:moveTo>
                  <a:pt x="3074360" y="4233793"/>
                </a:moveTo>
                <a:cubicBezTo>
                  <a:pt x="3080208" y="4239946"/>
                  <a:pt x="3086044" y="4246099"/>
                  <a:pt x="3091861" y="4252252"/>
                </a:cubicBezTo>
                <a:lnTo>
                  <a:pt x="3089553" y="4254435"/>
                </a:lnTo>
                <a:lnTo>
                  <a:pt x="3072057" y="4235980"/>
                </a:lnTo>
                <a:close/>
                <a:moveTo>
                  <a:pt x="6566465" y="4233786"/>
                </a:moveTo>
                <a:lnTo>
                  <a:pt x="6575673" y="4242537"/>
                </a:lnTo>
                <a:cubicBezTo>
                  <a:pt x="6569831" y="4248685"/>
                  <a:pt x="6563989" y="4254830"/>
                  <a:pt x="6558147" y="4260977"/>
                </a:cubicBezTo>
                <a:lnTo>
                  <a:pt x="6554099" y="4257141"/>
                </a:lnTo>
                <a:lnTo>
                  <a:pt x="6555861" y="4258799"/>
                </a:lnTo>
                <a:cubicBezTo>
                  <a:pt x="6561703" y="4252647"/>
                  <a:pt x="6567482" y="4246499"/>
                  <a:pt x="6573323" y="4240352"/>
                </a:cubicBezTo>
                <a:lnTo>
                  <a:pt x="6568751" y="4235977"/>
                </a:lnTo>
                <a:lnTo>
                  <a:pt x="6551235" y="4254427"/>
                </a:lnTo>
                <a:lnTo>
                  <a:pt x="6548939" y="4252252"/>
                </a:lnTo>
                <a:cubicBezTo>
                  <a:pt x="6554782" y="4246099"/>
                  <a:pt x="6560623" y="4239946"/>
                  <a:pt x="6566465" y="4233786"/>
                </a:cubicBezTo>
                <a:close/>
                <a:moveTo>
                  <a:pt x="6588605" y="4219684"/>
                </a:moveTo>
                <a:lnTo>
                  <a:pt x="6590914" y="4221899"/>
                </a:lnTo>
                <a:lnTo>
                  <a:pt x="6590913" y="4221900"/>
                </a:lnTo>
                <a:close/>
                <a:moveTo>
                  <a:pt x="3054468" y="4217514"/>
                </a:moveTo>
                <a:lnTo>
                  <a:pt x="3054472" y="4217518"/>
                </a:lnTo>
                <a:lnTo>
                  <a:pt x="3049990" y="4221791"/>
                </a:lnTo>
                <a:close/>
                <a:moveTo>
                  <a:pt x="6608500" y="4203532"/>
                </a:moveTo>
                <a:lnTo>
                  <a:pt x="6610788" y="4205732"/>
                </a:lnTo>
                <a:cubicBezTo>
                  <a:pt x="6604946" y="4211855"/>
                  <a:pt x="6599041" y="4217970"/>
                  <a:pt x="6593199" y="4224090"/>
                </a:cubicBezTo>
                <a:lnTo>
                  <a:pt x="6590914" y="4221899"/>
                </a:lnTo>
                <a:close/>
                <a:moveTo>
                  <a:pt x="3035150" y="4200801"/>
                </a:moveTo>
                <a:lnTo>
                  <a:pt x="3032303" y="4203536"/>
                </a:lnTo>
                <a:cubicBezTo>
                  <a:pt x="3038171" y="4209656"/>
                  <a:pt x="3044032" y="4215779"/>
                  <a:pt x="3049875" y="4221900"/>
                </a:cubicBezTo>
                <a:lnTo>
                  <a:pt x="3049990" y="4221791"/>
                </a:lnTo>
                <a:lnTo>
                  <a:pt x="3047581" y="4224090"/>
                </a:lnTo>
                <a:cubicBezTo>
                  <a:pt x="3041739" y="4217975"/>
                  <a:pt x="3035879" y="4211855"/>
                  <a:pt x="3030012" y="4205732"/>
                </a:cubicBezTo>
                <a:close/>
                <a:moveTo>
                  <a:pt x="6603931" y="4199135"/>
                </a:moveTo>
                <a:lnTo>
                  <a:pt x="6608502" y="4203530"/>
                </a:lnTo>
                <a:lnTo>
                  <a:pt x="6608500" y="4203532"/>
                </a:lnTo>
                <a:lnTo>
                  <a:pt x="6603930" y="4199136"/>
                </a:lnTo>
                <a:close/>
                <a:moveTo>
                  <a:pt x="3036883" y="4199135"/>
                </a:moveTo>
                <a:lnTo>
                  <a:pt x="3036884" y="4199136"/>
                </a:lnTo>
                <a:lnTo>
                  <a:pt x="3035150" y="4200801"/>
                </a:lnTo>
                <a:close/>
                <a:moveTo>
                  <a:pt x="6601644" y="4196937"/>
                </a:moveTo>
                <a:lnTo>
                  <a:pt x="6603930" y="4199136"/>
                </a:lnTo>
                <a:lnTo>
                  <a:pt x="6586341" y="4217511"/>
                </a:lnTo>
                <a:lnTo>
                  <a:pt x="6588605" y="4219684"/>
                </a:lnTo>
                <a:lnTo>
                  <a:pt x="6584055" y="4215322"/>
                </a:lnTo>
                <a:cubicBezTo>
                  <a:pt x="6589897" y="4209194"/>
                  <a:pt x="6595739" y="4203065"/>
                  <a:pt x="6601644" y="4196937"/>
                </a:cubicBezTo>
                <a:close/>
                <a:moveTo>
                  <a:pt x="3039174" y="4196937"/>
                </a:moveTo>
                <a:cubicBezTo>
                  <a:pt x="3045054" y="4203065"/>
                  <a:pt x="3050916" y="4209194"/>
                  <a:pt x="3056763" y="4215322"/>
                </a:cubicBezTo>
                <a:lnTo>
                  <a:pt x="3054468" y="4217514"/>
                </a:lnTo>
                <a:lnTo>
                  <a:pt x="3036884" y="4199136"/>
                </a:lnTo>
                <a:close/>
                <a:moveTo>
                  <a:pt x="3019267" y="4180814"/>
                </a:moveTo>
                <a:lnTo>
                  <a:pt x="3019268" y="4180815"/>
                </a:lnTo>
                <a:lnTo>
                  <a:pt x="3014696" y="4185223"/>
                </a:lnTo>
                <a:lnTo>
                  <a:pt x="3014693" y="4185220"/>
                </a:lnTo>
                <a:close/>
                <a:moveTo>
                  <a:pt x="6621521" y="4180814"/>
                </a:moveTo>
                <a:lnTo>
                  <a:pt x="6624175" y="4183371"/>
                </a:lnTo>
                <a:lnTo>
                  <a:pt x="6621519" y="4180815"/>
                </a:lnTo>
                <a:close/>
                <a:moveTo>
                  <a:pt x="2997012" y="4166904"/>
                </a:moveTo>
                <a:lnTo>
                  <a:pt x="3014693" y="4185220"/>
                </a:lnTo>
                <a:lnTo>
                  <a:pt x="3012409" y="4187419"/>
                </a:lnTo>
                <a:cubicBezTo>
                  <a:pt x="3006530" y="4181317"/>
                  <a:pt x="3000636" y="4175214"/>
                  <a:pt x="2994731" y="4169112"/>
                </a:cubicBezTo>
                <a:close/>
                <a:moveTo>
                  <a:pt x="6643807" y="4166903"/>
                </a:moveTo>
                <a:lnTo>
                  <a:pt x="6646094" y="4169112"/>
                </a:lnTo>
                <a:cubicBezTo>
                  <a:pt x="6640189" y="4175214"/>
                  <a:pt x="6634283" y="4181317"/>
                  <a:pt x="6628378" y="4187419"/>
                </a:cubicBezTo>
                <a:lnTo>
                  <a:pt x="6624175" y="4183371"/>
                </a:lnTo>
                <a:lnTo>
                  <a:pt x="6626092" y="4185215"/>
                </a:lnTo>
                <a:close/>
                <a:moveTo>
                  <a:pt x="2999019" y="4164961"/>
                </a:moveTo>
                <a:lnTo>
                  <a:pt x="2997012" y="4166904"/>
                </a:lnTo>
                <a:lnTo>
                  <a:pt x="2997010" y="4166902"/>
                </a:lnTo>
                <a:close/>
                <a:moveTo>
                  <a:pt x="6641522" y="4164696"/>
                </a:moveTo>
                <a:lnTo>
                  <a:pt x="6643808" y="4166902"/>
                </a:lnTo>
                <a:lnTo>
                  <a:pt x="6643807" y="4166903"/>
                </a:lnTo>
                <a:close/>
                <a:moveTo>
                  <a:pt x="6636950" y="4160279"/>
                </a:moveTo>
                <a:lnTo>
                  <a:pt x="6641522" y="4164696"/>
                </a:lnTo>
                <a:lnTo>
                  <a:pt x="6639236" y="4162489"/>
                </a:lnTo>
                <a:lnTo>
                  <a:pt x="6621521" y="4180814"/>
                </a:lnTo>
                <a:lnTo>
                  <a:pt x="6619234" y="4178611"/>
                </a:lnTo>
                <a:cubicBezTo>
                  <a:pt x="6625139" y="4172496"/>
                  <a:pt x="6631044" y="4166389"/>
                  <a:pt x="6636950" y="4160279"/>
                </a:cubicBezTo>
                <a:close/>
                <a:moveTo>
                  <a:pt x="3003856" y="4160279"/>
                </a:moveTo>
                <a:cubicBezTo>
                  <a:pt x="3009767" y="4166389"/>
                  <a:pt x="3015666" y="4172502"/>
                  <a:pt x="3021554" y="4178611"/>
                </a:cubicBezTo>
                <a:lnTo>
                  <a:pt x="3019267" y="4180814"/>
                </a:lnTo>
                <a:lnTo>
                  <a:pt x="3001577" y="4162489"/>
                </a:lnTo>
                <a:lnTo>
                  <a:pt x="2999019" y="4164961"/>
                </a:lnTo>
                <a:close/>
                <a:moveTo>
                  <a:pt x="6659239" y="4146411"/>
                </a:moveTo>
                <a:lnTo>
                  <a:pt x="6661527" y="4148626"/>
                </a:lnTo>
                <a:lnTo>
                  <a:pt x="6661525" y="4148627"/>
                </a:lnTo>
                <a:close/>
                <a:moveTo>
                  <a:pt x="2983831" y="4144198"/>
                </a:moveTo>
                <a:lnTo>
                  <a:pt x="2983834" y="4144202"/>
                </a:lnTo>
                <a:lnTo>
                  <a:pt x="2979281" y="4148627"/>
                </a:lnTo>
                <a:lnTo>
                  <a:pt x="2979278" y="4148624"/>
                </a:lnTo>
                <a:close/>
                <a:moveTo>
                  <a:pt x="2963466" y="4128581"/>
                </a:moveTo>
                <a:lnTo>
                  <a:pt x="2961564" y="4130440"/>
                </a:lnTo>
                <a:lnTo>
                  <a:pt x="2979278" y="4148624"/>
                </a:lnTo>
                <a:lnTo>
                  <a:pt x="2977002" y="4150836"/>
                </a:lnTo>
                <a:cubicBezTo>
                  <a:pt x="2971116" y="4144780"/>
                  <a:pt x="2965210" y="4138722"/>
                  <a:pt x="2959292" y="4132656"/>
                </a:cubicBezTo>
                <a:close/>
                <a:moveTo>
                  <a:pt x="2966105" y="4126001"/>
                </a:moveTo>
                <a:lnTo>
                  <a:pt x="2966107" y="4126003"/>
                </a:lnTo>
                <a:lnTo>
                  <a:pt x="2963466" y="4128581"/>
                </a:lnTo>
                <a:close/>
                <a:moveTo>
                  <a:pt x="6672447" y="4123785"/>
                </a:moveTo>
                <a:lnTo>
                  <a:pt x="6681527" y="4132656"/>
                </a:lnTo>
                <a:cubicBezTo>
                  <a:pt x="6675622" y="4138714"/>
                  <a:pt x="6669717" y="4144780"/>
                  <a:pt x="6663811" y="4150836"/>
                </a:cubicBezTo>
                <a:lnTo>
                  <a:pt x="6661527" y="4148626"/>
                </a:lnTo>
                <a:lnTo>
                  <a:pt x="6679242" y="4130440"/>
                </a:lnTo>
                <a:lnTo>
                  <a:pt x="6674669" y="4126001"/>
                </a:lnTo>
                <a:cubicBezTo>
                  <a:pt x="6668764" y="4132067"/>
                  <a:pt x="6662858" y="4138131"/>
                  <a:pt x="6656953" y="4144194"/>
                </a:cubicBezTo>
                <a:lnTo>
                  <a:pt x="6659239" y="4146411"/>
                </a:lnTo>
                <a:lnTo>
                  <a:pt x="6654667" y="4141985"/>
                </a:lnTo>
                <a:cubicBezTo>
                  <a:pt x="6660572" y="4135921"/>
                  <a:pt x="6666478" y="4129850"/>
                  <a:pt x="6672447" y="4123785"/>
                </a:cubicBezTo>
                <a:close/>
                <a:moveTo>
                  <a:pt x="2968378" y="4123785"/>
                </a:moveTo>
                <a:cubicBezTo>
                  <a:pt x="2974303" y="4129850"/>
                  <a:pt x="2980214" y="4135921"/>
                  <a:pt x="2986107" y="4141985"/>
                </a:cubicBezTo>
                <a:lnTo>
                  <a:pt x="2983831" y="4144198"/>
                </a:lnTo>
                <a:lnTo>
                  <a:pt x="2966107" y="4126003"/>
                </a:lnTo>
                <a:close/>
                <a:moveTo>
                  <a:pt x="6694722" y="4109987"/>
                </a:moveTo>
                <a:lnTo>
                  <a:pt x="6697029" y="4112246"/>
                </a:lnTo>
                <a:lnTo>
                  <a:pt x="6697021" y="4112254"/>
                </a:lnTo>
                <a:close/>
                <a:moveTo>
                  <a:pt x="2948306" y="4107809"/>
                </a:moveTo>
                <a:lnTo>
                  <a:pt x="2948307" y="4107809"/>
                </a:lnTo>
                <a:lnTo>
                  <a:pt x="2943772" y="4112254"/>
                </a:lnTo>
                <a:lnTo>
                  <a:pt x="2943771" y="4112254"/>
                </a:lnTo>
                <a:close/>
                <a:moveTo>
                  <a:pt x="6714913" y="4094090"/>
                </a:moveTo>
                <a:lnTo>
                  <a:pt x="6717151" y="4096302"/>
                </a:lnTo>
                <a:cubicBezTo>
                  <a:pt x="6711181" y="4102362"/>
                  <a:pt x="6705213" y="4108418"/>
                  <a:pt x="6699307" y="4114477"/>
                </a:cubicBezTo>
                <a:lnTo>
                  <a:pt x="6697029" y="4112246"/>
                </a:lnTo>
                <a:close/>
                <a:moveTo>
                  <a:pt x="2925897" y="4094075"/>
                </a:moveTo>
                <a:lnTo>
                  <a:pt x="2943771" y="4112254"/>
                </a:lnTo>
                <a:lnTo>
                  <a:pt x="2941504" y="4114477"/>
                </a:lnTo>
                <a:cubicBezTo>
                  <a:pt x="2935562" y="4108418"/>
                  <a:pt x="2929605" y="4102362"/>
                  <a:pt x="2923637" y="4096302"/>
                </a:cubicBezTo>
                <a:close/>
                <a:moveTo>
                  <a:pt x="2927588" y="4092409"/>
                </a:moveTo>
                <a:lnTo>
                  <a:pt x="2925897" y="4094075"/>
                </a:lnTo>
                <a:lnTo>
                  <a:pt x="2925897" y="4094074"/>
                </a:lnTo>
                <a:close/>
                <a:moveTo>
                  <a:pt x="6712677" y="4091879"/>
                </a:moveTo>
                <a:lnTo>
                  <a:pt x="6714928" y="4094074"/>
                </a:lnTo>
                <a:lnTo>
                  <a:pt x="6714913" y="4094090"/>
                </a:lnTo>
                <a:close/>
                <a:moveTo>
                  <a:pt x="6708134" y="4087388"/>
                </a:moveTo>
                <a:lnTo>
                  <a:pt x="6712677" y="4091879"/>
                </a:lnTo>
                <a:lnTo>
                  <a:pt x="6710357" y="4089616"/>
                </a:lnTo>
                <a:cubicBezTo>
                  <a:pt x="6704387" y="4095680"/>
                  <a:pt x="6698419" y="4101744"/>
                  <a:pt x="6692513" y="4107809"/>
                </a:cubicBezTo>
                <a:lnTo>
                  <a:pt x="6694722" y="4109987"/>
                </a:lnTo>
                <a:lnTo>
                  <a:pt x="6690227" y="4105586"/>
                </a:lnTo>
                <a:cubicBezTo>
                  <a:pt x="6696196" y="4099522"/>
                  <a:pt x="6702165" y="4093452"/>
                  <a:pt x="6708134" y="4087388"/>
                </a:cubicBezTo>
                <a:close/>
                <a:moveTo>
                  <a:pt x="2932685" y="4087388"/>
                </a:moveTo>
                <a:cubicBezTo>
                  <a:pt x="2938661" y="4093458"/>
                  <a:pt x="2944623" y="4099522"/>
                  <a:pt x="2950572" y="4105586"/>
                </a:cubicBezTo>
                <a:lnTo>
                  <a:pt x="2948306" y="4107809"/>
                </a:lnTo>
                <a:lnTo>
                  <a:pt x="2930425" y="4089616"/>
                </a:lnTo>
                <a:lnTo>
                  <a:pt x="2927588" y="4092409"/>
                </a:lnTo>
                <a:close/>
                <a:moveTo>
                  <a:pt x="6728217" y="4071528"/>
                </a:moveTo>
                <a:lnTo>
                  <a:pt x="6732723" y="4075993"/>
                </a:lnTo>
                <a:lnTo>
                  <a:pt x="6732708" y="4076008"/>
                </a:lnTo>
                <a:lnTo>
                  <a:pt x="6728200" y="4071545"/>
                </a:lnTo>
                <a:close/>
                <a:moveTo>
                  <a:pt x="2892419" y="4055717"/>
                </a:moveTo>
                <a:lnTo>
                  <a:pt x="2890166" y="4057956"/>
                </a:lnTo>
                <a:lnTo>
                  <a:pt x="2890166" y="4057955"/>
                </a:lnTo>
                <a:close/>
                <a:moveTo>
                  <a:pt x="6743884" y="4051244"/>
                </a:moveTo>
                <a:lnTo>
                  <a:pt x="6752901" y="4060190"/>
                </a:lnTo>
                <a:cubicBezTo>
                  <a:pt x="6746932" y="4066210"/>
                  <a:pt x="6740963" y="4072223"/>
                  <a:pt x="6734994" y="4078244"/>
                </a:cubicBezTo>
                <a:lnTo>
                  <a:pt x="6732723" y="4075993"/>
                </a:lnTo>
                <a:lnTo>
                  <a:pt x="6750615" y="4057955"/>
                </a:lnTo>
                <a:lnTo>
                  <a:pt x="6746106" y="4053478"/>
                </a:lnTo>
                <a:lnTo>
                  <a:pt x="6728217" y="4071528"/>
                </a:lnTo>
                <a:lnTo>
                  <a:pt x="6725977" y="4069309"/>
                </a:lnTo>
                <a:cubicBezTo>
                  <a:pt x="6731946" y="4063289"/>
                  <a:pt x="6737915" y="4057263"/>
                  <a:pt x="6743884" y="4051244"/>
                </a:cubicBezTo>
                <a:close/>
                <a:moveTo>
                  <a:pt x="2896921" y="4051244"/>
                </a:moveTo>
                <a:cubicBezTo>
                  <a:pt x="2902909" y="4057263"/>
                  <a:pt x="2908879" y="4063289"/>
                  <a:pt x="2914841" y="4069309"/>
                </a:cubicBezTo>
                <a:lnTo>
                  <a:pt x="2905811" y="4078244"/>
                </a:lnTo>
                <a:cubicBezTo>
                  <a:pt x="2899855" y="4072223"/>
                  <a:pt x="2893892" y="4066210"/>
                  <a:pt x="2887918" y="4060190"/>
                </a:cubicBezTo>
                <a:lnTo>
                  <a:pt x="2890166" y="4057956"/>
                </a:lnTo>
                <a:lnTo>
                  <a:pt x="2908065" y="4076008"/>
                </a:lnTo>
                <a:lnTo>
                  <a:pt x="2912580" y="4071545"/>
                </a:lnTo>
                <a:cubicBezTo>
                  <a:pt x="2906624" y="4065525"/>
                  <a:pt x="2900655" y="4059498"/>
                  <a:pt x="2894673" y="4053478"/>
                </a:cubicBezTo>
                <a:lnTo>
                  <a:pt x="2892419" y="4055717"/>
                </a:lnTo>
                <a:close/>
                <a:moveTo>
                  <a:pt x="6766093" y="4037388"/>
                </a:moveTo>
                <a:lnTo>
                  <a:pt x="6768603" y="4039886"/>
                </a:lnTo>
                <a:lnTo>
                  <a:pt x="6768586" y="4039903"/>
                </a:lnTo>
                <a:close/>
                <a:moveTo>
                  <a:pt x="2876690" y="4035419"/>
                </a:moveTo>
                <a:lnTo>
                  <a:pt x="2876690" y="4035420"/>
                </a:lnTo>
                <a:lnTo>
                  <a:pt x="2872194" y="4039903"/>
                </a:lnTo>
                <a:lnTo>
                  <a:pt x="2872194" y="4039902"/>
                </a:lnTo>
                <a:close/>
                <a:moveTo>
                  <a:pt x="2856372" y="4019759"/>
                </a:moveTo>
                <a:lnTo>
                  <a:pt x="2854217" y="4021919"/>
                </a:lnTo>
                <a:lnTo>
                  <a:pt x="2872194" y="4039902"/>
                </a:lnTo>
                <a:lnTo>
                  <a:pt x="2869946" y="4042143"/>
                </a:lnTo>
                <a:cubicBezTo>
                  <a:pt x="2863965" y="4036149"/>
                  <a:pt x="2857977" y="4030162"/>
                  <a:pt x="2851971" y="4024168"/>
                </a:cubicBezTo>
                <a:close/>
                <a:moveTo>
                  <a:pt x="2858702" y="4017424"/>
                </a:moveTo>
                <a:lnTo>
                  <a:pt x="2858703" y="4017425"/>
                </a:lnTo>
                <a:lnTo>
                  <a:pt x="2856372" y="4019759"/>
                </a:lnTo>
                <a:close/>
                <a:moveTo>
                  <a:pt x="2860942" y="4015182"/>
                </a:moveTo>
                <a:cubicBezTo>
                  <a:pt x="2866955" y="4021177"/>
                  <a:pt x="2872950" y="4027176"/>
                  <a:pt x="2878938" y="4033178"/>
                </a:cubicBezTo>
                <a:lnTo>
                  <a:pt x="2876690" y="4035419"/>
                </a:lnTo>
                <a:lnTo>
                  <a:pt x="2858703" y="4017425"/>
                </a:lnTo>
                <a:close/>
                <a:moveTo>
                  <a:pt x="6779889" y="4015175"/>
                </a:moveTo>
                <a:lnTo>
                  <a:pt x="6788843" y="4024168"/>
                </a:lnTo>
                <a:cubicBezTo>
                  <a:pt x="6782810" y="4030162"/>
                  <a:pt x="6776841" y="4036149"/>
                  <a:pt x="6770872" y="4042143"/>
                </a:cubicBezTo>
                <a:lnTo>
                  <a:pt x="6768603" y="4039886"/>
                </a:lnTo>
                <a:lnTo>
                  <a:pt x="6786557" y="4021919"/>
                </a:lnTo>
                <a:lnTo>
                  <a:pt x="6782111" y="4017424"/>
                </a:lnTo>
                <a:cubicBezTo>
                  <a:pt x="6776079" y="4023424"/>
                  <a:pt x="6770110" y="4029418"/>
                  <a:pt x="6764141" y="4035420"/>
                </a:cubicBezTo>
                <a:lnTo>
                  <a:pt x="6766093" y="4037388"/>
                </a:lnTo>
                <a:lnTo>
                  <a:pt x="6761855" y="4033171"/>
                </a:lnTo>
                <a:cubicBezTo>
                  <a:pt x="6767824" y="4027176"/>
                  <a:pt x="6773857" y="4021177"/>
                  <a:pt x="6779889" y="4015175"/>
                </a:cubicBezTo>
                <a:close/>
                <a:moveTo>
                  <a:pt x="2840692" y="3999484"/>
                </a:moveTo>
                <a:lnTo>
                  <a:pt x="2840693" y="3999485"/>
                </a:lnTo>
                <a:lnTo>
                  <a:pt x="2836215" y="4003993"/>
                </a:lnTo>
                <a:lnTo>
                  <a:pt x="2836212" y="4003990"/>
                </a:lnTo>
                <a:close/>
                <a:moveTo>
                  <a:pt x="6800088" y="3999478"/>
                </a:moveTo>
                <a:lnTo>
                  <a:pt x="6801996" y="4001397"/>
                </a:lnTo>
                <a:lnTo>
                  <a:pt x="6800081" y="3999485"/>
                </a:lnTo>
                <a:close/>
                <a:moveTo>
                  <a:pt x="6822681" y="3986075"/>
                </a:moveTo>
                <a:lnTo>
                  <a:pt x="6824910" y="3988322"/>
                </a:lnTo>
                <a:cubicBezTo>
                  <a:pt x="6818878" y="3994297"/>
                  <a:pt x="6812845" y="4000265"/>
                  <a:pt x="6806813" y="4006240"/>
                </a:cubicBezTo>
                <a:lnTo>
                  <a:pt x="6801996" y="4001397"/>
                </a:lnTo>
                <a:lnTo>
                  <a:pt x="6804590" y="4003987"/>
                </a:lnTo>
                <a:close/>
                <a:moveTo>
                  <a:pt x="2820034" y="3984155"/>
                </a:moveTo>
                <a:lnTo>
                  <a:pt x="2818143" y="3986067"/>
                </a:lnTo>
                <a:lnTo>
                  <a:pt x="2836212" y="4003990"/>
                </a:lnTo>
                <a:lnTo>
                  <a:pt x="2833974" y="4006240"/>
                </a:lnTo>
                <a:cubicBezTo>
                  <a:pt x="2827966" y="4000265"/>
                  <a:pt x="2821940" y="3994297"/>
                  <a:pt x="2815908" y="3988322"/>
                </a:cubicBezTo>
                <a:close/>
                <a:moveTo>
                  <a:pt x="6820252" y="3983628"/>
                </a:moveTo>
                <a:lnTo>
                  <a:pt x="6822688" y="3986067"/>
                </a:lnTo>
                <a:lnTo>
                  <a:pt x="6822681" y="3986075"/>
                </a:lnTo>
                <a:close/>
                <a:moveTo>
                  <a:pt x="2822607" y="3981552"/>
                </a:moveTo>
                <a:lnTo>
                  <a:pt x="2822609" y="3981554"/>
                </a:lnTo>
                <a:lnTo>
                  <a:pt x="2820034" y="3984155"/>
                </a:lnTo>
                <a:close/>
                <a:moveTo>
                  <a:pt x="6815956" y="3979299"/>
                </a:moveTo>
                <a:lnTo>
                  <a:pt x="6820252" y="3983628"/>
                </a:lnTo>
                <a:lnTo>
                  <a:pt x="6818180" y="3981552"/>
                </a:lnTo>
                <a:lnTo>
                  <a:pt x="6800088" y="3999478"/>
                </a:lnTo>
                <a:lnTo>
                  <a:pt x="6797859" y="3997236"/>
                </a:lnTo>
                <a:cubicBezTo>
                  <a:pt x="6803892" y="3991255"/>
                  <a:pt x="6809924" y="3985274"/>
                  <a:pt x="6815956" y="3979299"/>
                </a:cubicBezTo>
                <a:close/>
                <a:moveTo>
                  <a:pt x="2824843" y="3979299"/>
                </a:moveTo>
                <a:cubicBezTo>
                  <a:pt x="2830882" y="3985274"/>
                  <a:pt x="2836907" y="3991255"/>
                  <a:pt x="2842927" y="3997236"/>
                </a:cubicBezTo>
                <a:lnTo>
                  <a:pt x="2840692" y="3999484"/>
                </a:lnTo>
                <a:lnTo>
                  <a:pt x="2822609" y="3981554"/>
                </a:lnTo>
                <a:close/>
                <a:moveTo>
                  <a:pt x="2804478" y="3963645"/>
                </a:moveTo>
                <a:lnTo>
                  <a:pt x="2804478" y="3963645"/>
                </a:lnTo>
                <a:lnTo>
                  <a:pt x="2800020" y="3968166"/>
                </a:lnTo>
                <a:lnTo>
                  <a:pt x="2800020" y="3968166"/>
                </a:lnTo>
                <a:close/>
                <a:moveTo>
                  <a:pt x="6836341" y="3963645"/>
                </a:moveTo>
                <a:lnTo>
                  <a:pt x="6840785" y="3968166"/>
                </a:lnTo>
                <a:lnTo>
                  <a:pt x="6840785" y="3968166"/>
                </a:lnTo>
                <a:lnTo>
                  <a:pt x="6836340" y="3963645"/>
                </a:lnTo>
                <a:close/>
                <a:moveTo>
                  <a:pt x="2781918" y="3950363"/>
                </a:moveTo>
                <a:lnTo>
                  <a:pt x="2800020" y="3968166"/>
                </a:lnTo>
                <a:lnTo>
                  <a:pt x="2797791" y="3970426"/>
                </a:lnTo>
                <a:cubicBezTo>
                  <a:pt x="2791772" y="3964497"/>
                  <a:pt x="2785739" y="3958559"/>
                  <a:pt x="2779694" y="3952627"/>
                </a:cubicBezTo>
                <a:close/>
                <a:moveTo>
                  <a:pt x="6854831" y="3946228"/>
                </a:moveTo>
                <a:lnTo>
                  <a:pt x="6861106" y="3952627"/>
                </a:lnTo>
                <a:cubicBezTo>
                  <a:pt x="6855073" y="3958559"/>
                  <a:pt x="6849040" y="3964497"/>
                  <a:pt x="6843007" y="3970426"/>
                </a:cubicBezTo>
                <a:lnTo>
                  <a:pt x="6840785" y="3968166"/>
                </a:lnTo>
                <a:lnTo>
                  <a:pt x="6858882" y="3950361"/>
                </a:lnTo>
                <a:close/>
                <a:moveTo>
                  <a:pt x="6854438" y="3945827"/>
                </a:moveTo>
                <a:lnTo>
                  <a:pt x="6854831" y="3946228"/>
                </a:lnTo>
                <a:lnTo>
                  <a:pt x="6854438" y="3945827"/>
                </a:lnTo>
                <a:close/>
                <a:moveTo>
                  <a:pt x="2786368" y="3945827"/>
                </a:moveTo>
                <a:lnTo>
                  <a:pt x="2786370" y="3945829"/>
                </a:lnTo>
                <a:lnTo>
                  <a:pt x="2781918" y="3950363"/>
                </a:lnTo>
                <a:lnTo>
                  <a:pt x="2781916" y="3950361"/>
                </a:lnTo>
                <a:close/>
                <a:moveTo>
                  <a:pt x="2788590" y="3943566"/>
                </a:moveTo>
                <a:cubicBezTo>
                  <a:pt x="2794643" y="3949503"/>
                  <a:pt x="2800680" y="3955441"/>
                  <a:pt x="2806707" y="3961384"/>
                </a:cubicBezTo>
                <a:lnTo>
                  <a:pt x="2804478" y="3963645"/>
                </a:lnTo>
                <a:lnTo>
                  <a:pt x="2786370" y="3945829"/>
                </a:lnTo>
                <a:close/>
                <a:moveTo>
                  <a:pt x="6852215" y="3943560"/>
                </a:moveTo>
                <a:lnTo>
                  <a:pt x="6854438" y="3945827"/>
                </a:lnTo>
                <a:lnTo>
                  <a:pt x="6836341" y="3963645"/>
                </a:lnTo>
                <a:lnTo>
                  <a:pt x="6834118" y="3961384"/>
                </a:lnTo>
                <a:cubicBezTo>
                  <a:pt x="6840150" y="3955441"/>
                  <a:pt x="6846182" y="3949503"/>
                  <a:pt x="6852215" y="3943560"/>
                </a:cubicBezTo>
                <a:close/>
                <a:moveTo>
                  <a:pt x="6872600" y="3928020"/>
                </a:moveTo>
                <a:lnTo>
                  <a:pt x="6877046" y="3932561"/>
                </a:lnTo>
                <a:lnTo>
                  <a:pt x="6877044" y="3932562"/>
                </a:lnTo>
                <a:lnTo>
                  <a:pt x="6872599" y="3928022"/>
                </a:lnTo>
                <a:close/>
                <a:moveTo>
                  <a:pt x="2768185" y="3928019"/>
                </a:moveTo>
                <a:lnTo>
                  <a:pt x="2768187" y="3928022"/>
                </a:lnTo>
                <a:lnTo>
                  <a:pt x="2763749" y="3932562"/>
                </a:lnTo>
                <a:lnTo>
                  <a:pt x="2763746" y="3932559"/>
                </a:lnTo>
                <a:close/>
                <a:moveTo>
                  <a:pt x="6893118" y="3912534"/>
                </a:moveTo>
                <a:lnTo>
                  <a:pt x="6897491" y="3917042"/>
                </a:lnTo>
                <a:cubicBezTo>
                  <a:pt x="6891394" y="3922966"/>
                  <a:pt x="6885362" y="3928898"/>
                  <a:pt x="6879267" y="3934830"/>
                </a:cubicBezTo>
                <a:lnTo>
                  <a:pt x="6877046" y="3932561"/>
                </a:lnTo>
                <a:lnTo>
                  <a:pt x="6895269" y="3914770"/>
                </a:lnTo>
                <a:close/>
                <a:moveTo>
                  <a:pt x="6890887" y="3910217"/>
                </a:moveTo>
                <a:lnTo>
                  <a:pt x="6893118" y="3912534"/>
                </a:lnTo>
                <a:lnTo>
                  <a:pt x="6890878" y="3910225"/>
                </a:lnTo>
                <a:close/>
                <a:moveTo>
                  <a:pt x="6888664" y="3907943"/>
                </a:moveTo>
                <a:lnTo>
                  <a:pt x="6890878" y="3910225"/>
                </a:lnTo>
                <a:lnTo>
                  <a:pt x="6872600" y="3928020"/>
                </a:lnTo>
                <a:lnTo>
                  <a:pt x="6870376" y="3925748"/>
                </a:lnTo>
                <a:cubicBezTo>
                  <a:pt x="6876472" y="3919811"/>
                  <a:pt x="6882569" y="3913880"/>
                  <a:pt x="6888664" y="3907943"/>
                </a:cubicBezTo>
                <a:close/>
                <a:moveTo>
                  <a:pt x="2752154" y="3907943"/>
                </a:moveTo>
                <a:cubicBezTo>
                  <a:pt x="2758250" y="3913880"/>
                  <a:pt x="2764333" y="3919811"/>
                  <a:pt x="2770404" y="3925748"/>
                </a:cubicBezTo>
                <a:lnTo>
                  <a:pt x="2768185" y="3928019"/>
                </a:lnTo>
                <a:lnTo>
                  <a:pt x="2749944" y="3910217"/>
                </a:lnTo>
                <a:lnTo>
                  <a:pt x="2745512" y="3914770"/>
                </a:lnTo>
                <a:lnTo>
                  <a:pt x="2763746" y="3932559"/>
                </a:lnTo>
                <a:lnTo>
                  <a:pt x="2761527" y="3934830"/>
                </a:lnTo>
                <a:cubicBezTo>
                  <a:pt x="2755462" y="3928898"/>
                  <a:pt x="2749385" y="3922974"/>
                  <a:pt x="2743297" y="3917042"/>
                </a:cubicBezTo>
                <a:close/>
                <a:moveTo>
                  <a:pt x="6911317" y="3894795"/>
                </a:moveTo>
                <a:lnTo>
                  <a:pt x="6913501" y="3897052"/>
                </a:lnTo>
                <a:lnTo>
                  <a:pt x="6913493" y="3897059"/>
                </a:lnTo>
                <a:close/>
                <a:moveTo>
                  <a:pt x="2731713" y="3892499"/>
                </a:moveTo>
                <a:lnTo>
                  <a:pt x="2731713" y="3892499"/>
                </a:lnTo>
                <a:lnTo>
                  <a:pt x="2729761" y="3894511"/>
                </a:lnTo>
                <a:close/>
                <a:moveTo>
                  <a:pt x="6925177" y="3872529"/>
                </a:moveTo>
                <a:lnTo>
                  <a:pt x="6934003" y="3881666"/>
                </a:lnTo>
                <a:cubicBezTo>
                  <a:pt x="6927907" y="3887553"/>
                  <a:pt x="6921811" y="3893445"/>
                  <a:pt x="6915715" y="3899339"/>
                </a:cubicBezTo>
                <a:lnTo>
                  <a:pt x="6913501" y="3897052"/>
                </a:lnTo>
                <a:lnTo>
                  <a:pt x="6931781" y="3879381"/>
                </a:lnTo>
                <a:lnTo>
                  <a:pt x="6927336" y="3874814"/>
                </a:lnTo>
                <a:cubicBezTo>
                  <a:pt x="6921240" y="3880707"/>
                  <a:pt x="6915144" y="3886601"/>
                  <a:pt x="6909111" y="3892499"/>
                </a:cubicBezTo>
                <a:lnTo>
                  <a:pt x="6911317" y="3894795"/>
                </a:lnTo>
                <a:lnTo>
                  <a:pt x="6906889" y="3890221"/>
                </a:lnTo>
                <a:cubicBezTo>
                  <a:pt x="6912985" y="3884321"/>
                  <a:pt x="6919081" y="3878429"/>
                  <a:pt x="6925177" y="3872529"/>
                </a:cubicBezTo>
                <a:close/>
                <a:moveTo>
                  <a:pt x="2715641" y="3872529"/>
                </a:moveTo>
                <a:cubicBezTo>
                  <a:pt x="2721745" y="3878429"/>
                  <a:pt x="2727840" y="3884321"/>
                  <a:pt x="2733924" y="3890221"/>
                </a:cubicBezTo>
                <a:lnTo>
                  <a:pt x="2731713" y="3892499"/>
                </a:lnTo>
                <a:lnTo>
                  <a:pt x="2713438" y="3874814"/>
                </a:lnTo>
                <a:lnTo>
                  <a:pt x="2709025" y="3879381"/>
                </a:lnTo>
                <a:cubicBezTo>
                  <a:pt x="2715122" y="3885273"/>
                  <a:pt x="2721210" y="3891167"/>
                  <a:pt x="2727287" y="3897059"/>
                </a:cubicBezTo>
                <a:lnTo>
                  <a:pt x="2729761" y="3894511"/>
                </a:lnTo>
                <a:lnTo>
                  <a:pt x="2725077" y="3899339"/>
                </a:lnTo>
                <a:cubicBezTo>
                  <a:pt x="2719001" y="3893445"/>
                  <a:pt x="2712917" y="3887553"/>
                  <a:pt x="2706815" y="3881666"/>
                </a:cubicBezTo>
                <a:close/>
                <a:moveTo>
                  <a:pt x="2695099" y="3857136"/>
                </a:moveTo>
                <a:lnTo>
                  <a:pt x="2695100" y="3857136"/>
                </a:lnTo>
                <a:lnTo>
                  <a:pt x="2693462" y="3858837"/>
                </a:lnTo>
                <a:close/>
                <a:moveTo>
                  <a:pt x="6945705" y="3857119"/>
                </a:moveTo>
                <a:lnTo>
                  <a:pt x="6947909" y="3859422"/>
                </a:lnTo>
                <a:lnTo>
                  <a:pt x="6945687" y="3857136"/>
                </a:lnTo>
                <a:close/>
                <a:moveTo>
                  <a:pt x="6968468" y="3844103"/>
                </a:moveTo>
                <a:lnTo>
                  <a:pt x="6970643" y="3846379"/>
                </a:lnTo>
                <a:cubicBezTo>
                  <a:pt x="6964547" y="3852247"/>
                  <a:pt x="6958387" y="3858120"/>
                  <a:pt x="6952292" y="3864001"/>
                </a:cubicBezTo>
                <a:lnTo>
                  <a:pt x="6947909" y="3859422"/>
                </a:lnTo>
                <a:lnTo>
                  <a:pt x="6950132" y="3861708"/>
                </a:lnTo>
                <a:close/>
                <a:moveTo>
                  <a:pt x="6964102" y="3839503"/>
                </a:moveTo>
                <a:lnTo>
                  <a:pt x="6968484" y="3844087"/>
                </a:lnTo>
                <a:lnTo>
                  <a:pt x="6968468" y="3844103"/>
                </a:lnTo>
                <a:lnTo>
                  <a:pt x="6964086" y="3839518"/>
                </a:lnTo>
                <a:close/>
                <a:moveTo>
                  <a:pt x="6961880" y="3837210"/>
                </a:moveTo>
                <a:lnTo>
                  <a:pt x="6964086" y="3839518"/>
                </a:lnTo>
                <a:lnTo>
                  <a:pt x="6945705" y="3857119"/>
                </a:lnTo>
                <a:lnTo>
                  <a:pt x="6943528" y="3854844"/>
                </a:lnTo>
                <a:cubicBezTo>
                  <a:pt x="6949624" y="3848965"/>
                  <a:pt x="6955720" y="3843084"/>
                  <a:pt x="6961880" y="3837210"/>
                </a:cubicBezTo>
                <a:close/>
                <a:moveTo>
                  <a:pt x="2678926" y="3837210"/>
                </a:moveTo>
                <a:cubicBezTo>
                  <a:pt x="2685060" y="3843084"/>
                  <a:pt x="2691188" y="3848965"/>
                  <a:pt x="2697296" y="3854851"/>
                </a:cubicBezTo>
                <a:lnTo>
                  <a:pt x="2695099" y="3857136"/>
                </a:lnTo>
                <a:lnTo>
                  <a:pt x="2676736" y="3839503"/>
                </a:lnTo>
                <a:lnTo>
                  <a:pt x="2672341" y="3844087"/>
                </a:lnTo>
                <a:cubicBezTo>
                  <a:pt x="2678469" y="3849962"/>
                  <a:pt x="2684585" y="3855835"/>
                  <a:pt x="2690692" y="3861714"/>
                </a:cubicBezTo>
                <a:lnTo>
                  <a:pt x="2693462" y="3858837"/>
                </a:lnTo>
                <a:lnTo>
                  <a:pt x="2688495" y="3864001"/>
                </a:lnTo>
                <a:cubicBezTo>
                  <a:pt x="2682387" y="3858128"/>
                  <a:pt x="2676271" y="3852254"/>
                  <a:pt x="2670144" y="3846379"/>
                </a:cubicBezTo>
                <a:close/>
                <a:moveTo>
                  <a:pt x="2658363" y="3821931"/>
                </a:moveTo>
                <a:lnTo>
                  <a:pt x="2658364" y="3821932"/>
                </a:lnTo>
                <a:lnTo>
                  <a:pt x="2655816" y="3824599"/>
                </a:lnTo>
                <a:close/>
                <a:moveTo>
                  <a:pt x="2635556" y="3808979"/>
                </a:moveTo>
                <a:lnTo>
                  <a:pt x="2653977" y="3826523"/>
                </a:lnTo>
                <a:lnTo>
                  <a:pt x="2655816" y="3824599"/>
                </a:lnTo>
                <a:lnTo>
                  <a:pt x="2651786" y="3828821"/>
                </a:lnTo>
                <a:cubicBezTo>
                  <a:pt x="2645658" y="3822973"/>
                  <a:pt x="2639517" y="3817126"/>
                  <a:pt x="2633371" y="3811277"/>
                </a:cubicBezTo>
                <a:close/>
                <a:moveTo>
                  <a:pt x="7003127" y="3806747"/>
                </a:moveTo>
                <a:lnTo>
                  <a:pt x="7005250" y="3808979"/>
                </a:lnTo>
                <a:lnTo>
                  <a:pt x="7005243" y="3808985"/>
                </a:lnTo>
                <a:close/>
                <a:moveTo>
                  <a:pt x="2639931" y="3804375"/>
                </a:moveTo>
                <a:lnTo>
                  <a:pt x="2639933" y="3804377"/>
                </a:lnTo>
                <a:lnTo>
                  <a:pt x="2635556" y="3808979"/>
                </a:lnTo>
                <a:lnTo>
                  <a:pt x="2635556" y="3808979"/>
                </a:lnTo>
                <a:close/>
                <a:moveTo>
                  <a:pt x="6998710" y="3802076"/>
                </a:moveTo>
                <a:lnTo>
                  <a:pt x="7003127" y="3806747"/>
                </a:lnTo>
                <a:lnTo>
                  <a:pt x="7000869" y="3804375"/>
                </a:lnTo>
                <a:cubicBezTo>
                  <a:pt x="6994709" y="3810222"/>
                  <a:pt x="6988550" y="3816078"/>
                  <a:pt x="6982454" y="3821932"/>
                </a:cubicBezTo>
                <a:lnTo>
                  <a:pt x="6986835" y="3826523"/>
                </a:lnTo>
                <a:lnTo>
                  <a:pt x="7005243" y="3808985"/>
                </a:lnTo>
                <a:lnTo>
                  <a:pt x="7007409" y="3811277"/>
                </a:lnTo>
                <a:cubicBezTo>
                  <a:pt x="7001313" y="3817126"/>
                  <a:pt x="6995154" y="3822973"/>
                  <a:pt x="6988994" y="3828821"/>
                </a:cubicBezTo>
                <a:lnTo>
                  <a:pt x="6980232" y="3819634"/>
                </a:lnTo>
                <a:cubicBezTo>
                  <a:pt x="6986391" y="3813778"/>
                  <a:pt x="6992550" y="3807925"/>
                  <a:pt x="6998710" y="3802076"/>
                </a:cubicBezTo>
                <a:close/>
                <a:moveTo>
                  <a:pt x="2642121" y="3802076"/>
                </a:moveTo>
                <a:cubicBezTo>
                  <a:pt x="2648275" y="3807925"/>
                  <a:pt x="2654421" y="3813778"/>
                  <a:pt x="2660555" y="3819634"/>
                </a:cubicBezTo>
                <a:lnTo>
                  <a:pt x="2658363" y="3821931"/>
                </a:lnTo>
                <a:lnTo>
                  <a:pt x="2639933" y="3804377"/>
                </a:lnTo>
                <a:close/>
                <a:moveTo>
                  <a:pt x="2621446" y="3786829"/>
                </a:moveTo>
                <a:lnTo>
                  <a:pt x="2621446" y="3786829"/>
                </a:lnTo>
                <a:lnTo>
                  <a:pt x="2617077" y="3791440"/>
                </a:lnTo>
                <a:lnTo>
                  <a:pt x="2617077" y="3791439"/>
                </a:lnTo>
                <a:close/>
                <a:moveTo>
                  <a:pt x="7019356" y="3786821"/>
                </a:moveTo>
                <a:lnTo>
                  <a:pt x="7021538" y="3789134"/>
                </a:lnTo>
                <a:lnTo>
                  <a:pt x="7019347" y="3786829"/>
                </a:lnTo>
                <a:close/>
                <a:moveTo>
                  <a:pt x="7042198" y="3773998"/>
                </a:moveTo>
                <a:lnTo>
                  <a:pt x="7044367" y="3776302"/>
                </a:lnTo>
                <a:cubicBezTo>
                  <a:pt x="7038206" y="3782111"/>
                  <a:pt x="7032047" y="3787927"/>
                  <a:pt x="7025888" y="3793744"/>
                </a:cubicBezTo>
                <a:lnTo>
                  <a:pt x="7021538" y="3789134"/>
                </a:lnTo>
                <a:lnTo>
                  <a:pt x="7023729" y="3791440"/>
                </a:lnTo>
                <a:close/>
                <a:moveTo>
                  <a:pt x="2598618" y="3773990"/>
                </a:moveTo>
                <a:lnTo>
                  <a:pt x="2617077" y="3791439"/>
                </a:lnTo>
                <a:lnTo>
                  <a:pt x="2614893" y="3793744"/>
                </a:lnTo>
                <a:cubicBezTo>
                  <a:pt x="2608752" y="3787927"/>
                  <a:pt x="2602599" y="3782111"/>
                  <a:pt x="2596439" y="3776302"/>
                </a:cubicBezTo>
                <a:close/>
                <a:moveTo>
                  <a:pt x="2600263" y="3772246"/>
                </a:moveTo>
                <a:lnTo>
                  <a:pt x="2598618" y="3773990"/>
                </a:lnTo>
                <a:lnTo>
                  <a:pt x="2598617" y="3773990"/>
                </a:lnTo>
                <a:close/>
                <a:moveTo>
                  <a:pt x="7040089" y="3771758"/>
                </a:moveTo>
                <a:lnTo>
                  <a:pt x="7042207" y="3773990"/>
                </a:lnTo>
                <a:lnTo>
                  <a:pt x="7042198" y="3773998"/>
                </a:lnTo>
                <a:close/>
                <a:moveTo>
                  <a:pt x="7035667" y="3767061"/>
                </a:moveTo>
                <a:lnTo>
                  <a:pt x="7040089" y="3771758"/>
                </a:lnTo>
                <a:lnTo>
                  <a:pt x="7037826" y="3769373"/>
                </a:lnTo>
                <a:lnTo>
                  <a:pt x="7019356" y="3786821"/>
                </a:lnTo>
                <a:lnTo>
                  <a:pt x="7017188" y="3784524"/>
                </a:lnTo>
                <a:cubicBezTo>
                  <a:pt x="7023348" y="3778702"/>
                  <a:pt x="7029507" y="3772878"/>
                  <a:pt x="7035667" y="3767061"/>
                </a:cubicBezTo>
                <a:close/>
                <a:moveTo>
                  <a:pt x="2605151" y="3767061"/>
                </a:moveTo>
                <a:cubicBezTo>
                  <a:pt x="2611324" y="3772878"/>
                  <a:pt x="2617477" y="3778702"/>
                  <a:pt x="2623630" y="3784524"/>
                </a:cubicBezTo>
                <a:lnTo>
                  <a:pt x="2621446" y="3786829"/>
                </a:lnTo>
                <a:lnTo>
                  <a:pt x="2602974" y="3769373"/>
                </a:lnTo>
                <a:lnTo>
                  <a:pt x="2600263" y="3772246"/>
                </a:lnTo>
                <a:close/>
                <a:moveTo>
                  <a:pt x="2582097" y="3754438"/>
                </a:moveTo>
                <a:lnTo>
                  <a:pt x="2580107" y="3756559"/>
                </a:lnTo>
                <a:lnTo>
                  <a:pt x="2580105" y="3756556"/>
                </a:lnTo>
                <a:close/>
                <a:moveTo>
                  <a:pt x="2563540" y="3737004"/>
                </a:moveTo>
                <a:lnTo>
                  <a:pt x="2561540" y="3739140"/>
                </a:lnTo>
                <a:lnTo>
                  <a:pt x="2580105" y="3756556"/>
                </a:lnTo>
                <a:lnTo>
                  <a:pt x="2577929" y="3758871"/>
                </a:lnTo>
                <a:cubicBezTo>
                  <a:pt x="2571751" y="3753066"/>
                  <a:pt x="2565566" y="3747262"/>
                  <a:pt x="2559369" y="3741459"/>
                </a:cubicBezTo>
                <a:close/>
                <a:moveTo>
                  <a:pt x="7077030" y="3736748"/>
                </a:moveTo>
                <a:lnTo>
                  <a:pt x="7079292" y="3739140"/>
                </a:lnTo>
                <a:lnTo>
                  <a:pt x="7079283" y="3739149"/>
                </a:lnTo>
                <a:close/>
                <a:moveTo>
                  <a:pt x="2565877" y="3734505"/>
                </a:moveTo>
                <a:lnTo>
                  <a:pt x="2565878" y="3734506"/>
                </a:lnTo>
                <a:lnTo>
                  <a:pt x="2563540" y="3737004"/>
                </a:lnTo>
                <a:close/>
                <a:moveTo>
                  <a:pt x="7072751" y="3732188"/>
                </a:moveTo>
                <a:lnTo>
                  <a:pt x="7077030" y="3736748"/>
                </a:lnTo>
                <a:lnTo>
                  <a:pt x="7074910" y="3734505"/>
                </a:lnTo>
                <a:cubicBezTo>
                  <a:pt x="7068750" y="3740309"/>
                  <a:pt x="7062527" y="3746120"/>
                  <a:pt x="7056368" y="3751929"/>
                </a:cubicBezTo>
                <a:lnTo>
                  <a:pt x="7060686" y="3756559"/>
                </a:lnTo>
                <a:lnTo>
                  <a:pt x="7079283" y="3739149"/>
                </a:lnTo>
                <a:lnTo>
                  <a:pt x="7081450" y="3741459"/>
                </a:lnTo>
                <a:cubicBezTo>
                  <a:pt x="7075227" y="3747262"/>
                  <a:pt x="7069068" y="3753066"/>
                  <a:pt x="7062844" y="3758871"/>
                </a:cubicBezTo>
                <a:lnTo>
                  <a:pt x="7054145" y="3749619"/>
                </a:lnTo>
                <a:cubicBezTo>
                  <a:pt x="7060369" y="3743808"/>
                  <a:pt x="7066528" y="3737999"/>
                  <a:pt x="7072751" y="3732188"/>
                </a:cubicBezTo>
                <a:close/>
                <a:moveTo>
                  <a:pt x="2568049" y="3732188"/>
                </a:moveTo>
                <a:cubicBezTo>
                  <a:pt x="2574253" y="3737999"/>
                  <a:pt x="2580444" y="3743808"/>
                  <a:pt x="2586628" y="3749619"/>
                </a:cubicBezTo>
                <a:lnTo>
                  <a:pt x="2582097" y="3754438"/>
                </a:lnTo>
                <a:lnTo>
                  <a:pt x="2584450" y="3751929"/>
                </a:lnTo>
                <a:lnTo>
                  <a:pt x="2565878" y="3734506"/>
                </a:lnTo>
                <a:close/>
                <a:moveTo>
                  <a:pt x="2547277" y="3717131"/>
                </a:moveTo>
                <a:lnTo>
                  <a:pt x="2547277" y="3717131"/>
                </a:lnTo>
                <a:lnTo>
                  <a:pt x="2546443" y="3718025"/>
                </a:lnTo>
                <a:close/>
                <a:moveTo>
                  <a:pt x="7093516" y="3717130"/>
                </a:moveTo>
                <a:lnTo>
                  <a:pt x="7096844" y="3720710"/>
                </a:lnTo>
                <a:lnTo>
                  <a:pt x="7093515" y="3717131"/>
                </a:lnTo>
                <a:close/>
                <a:moveTo>
                  <a:pt x="7114419" y="3702280"/>
                </a:moveTo>
                <a:lnTo>
                  <a:pt x="7118598" y="3706782"/>
                </a:lnTo>
                <a:cubicBezTo>
                  <a:pt x="7112438" y="3712553"/>
                  <a:pt x="7106215" y="3718319"/>
                  <a:pt x="7099993" y="3724097"/>
                </a:cubicBezTo>
                <a:lnTo>
                  <a:pt x="7096844" y="3720710"/>
                </a:lnTo>
                <a:lnTo>
                  <a:pt x="7097833" y="3721773"/>
                </a:lnTo>
                <a:cubicBezTo>
                  <a:pt x="7104057" y="3715996"/>
                  <a:pt x="7110280" y="3710222"/>
                  <a:pt x="7116439" y="3704457"/>
                </a:cubicBezTo>
                <a:close/>
                <a:moveTo>
                  <a:pt x="2526711" y="3701911"/>
                </a:moveTo>
                <a:lnTo>
                  <a:pt x="2524348" y="3704457"/>
                </a:lnTo>
                <a:cubicBezTo>
                  <a:pt x="2530558" y="3710230"/>
                  <a:pt x="2536755" y="3716001"/>
                  <a:pt x="2542947" y="3721773"/>
                </a:cubicBezTo>
                <a:lnTo>
                  <a:pt x="2546443" y="3718025"/>
                </a:lnTo>
                <a:lnTo>
                  <a:pt x="2540782" y="3724097"/>
                </a:lnTo>
                <a:cubicBezTo>
                  <a:pt x="2534590" y="3718319"/>
                  <a:pt x="2528392" y="3712553"/>
                  <a:pt x="2522182" y="3706782"/>
                </a:cubicBezTo>
                <a:close/>
                <a:moveTo>
                  <a:pt x="7112121" y="3699802"/>
                </a:moveTo>
                <a:lnTo>
                  <a:pt x="7114419" y="3702280"/>
                </a:lnTo>
                <a:lnTo>
                  <a:pt x="7112120" y="3699803"/>
                </a:lnTo>
                <a:close/>
                <a:moveTo>
                  <a:pt x="2528666" y="3699802"/>
                </a:moveTo>
                <a:lnTo>
                  <a:pt x="2528669" y="3699805"/>
                </a:lnTo>
                <a:lnTo>
                  <a:pt x="2526711" y="3701911"/>
                </a:lnTo>
                <a:close/>
                <a:moveTo>
                  <a:pt x="7109962" y="3697479"/>
                </a:moveTo>
                <a:lnTo>
                  <a:pt x="7112120" y="3699803"/>
                </a:lnTo>
                <a:lnTo>
                  <a:pt x="7093516" y="3717130"/>
                </a:lnTo>
                <a:lnTo>
                  <a:pt x="7091357" y="3714808"/>
                </a:lnTo>
                <a:cubicBezTo>
                  <a:pt x="7097580" y="3709029"/>
                  <a:pt x="7103739" y="3703250"/>
                  <a:pt x="7109962" y="3697479"/>
                </a:cubicBezTo>
                <a:close/>
                <a:moveTo>
                  <a:pt x="2530831" y="3697479"/>
                </a:moveTo>
                <a:cubicBezTo>
                  <a:pt x="2537042" y="3703250"/>
                  <a:pt x="2543252" y="3709029"/>
                  <a:pt x="2549443" y="3714808"/>
                </a:cubicBezTo>
                <a:lnTo>
                  <a:pt x="2547277" y="3717131"/>
                </a:lnTo>
                <a:lnTo>
                  <a:pt x="2528669" y="3699805"/>
                </a:lnTo>
                <a:close/>
                <a:moveTo>
                  <a:pt x="2508457" y="3684171"/>
                </a:moveTo>
                <a:lnTo>
                  <a:pt x="2505691" y="3687160"/>
                </a:lnTo>
                <a:lnTo>
                  <a:pt x="2505690" y="3687160"/>
                </a:lnTo>
                <a:close/>
                <a:moveTo>
                  <a:pt x="7130791" y="3682498"/>
                </a:moveTo>
                <a:lnTo>
                  <a:pt x="7134461" y="3686457"/>
                </a:lnTo>
                <a:lnTo>
                  <a:pt x="7130790" y="3682499"/>
                </a:lnTo>
                <a:close/>
                <a:moveTo>
                  <a:pt x="2486982" y="3669879"/>
                </a:moveTo>
                <a:lnTo>
                  <a:pt x="2505690" y="3687160"/>
                </a:lnTo>
                <a:lnTo>
                  <a:pt x="2503532" y="3689490"/>
                </a:lnTo>
                <a:cubicBezTo>
                  <a:pt x="2497309" y="3683725"/>
                  <a:pt x="2491075" y="3677965"/>
                  <a:pt x="2484832" y="3672213"/>
                </a:cubicBezTo>
                <a:close/>
                <a:moveTo>
                  <a:pt x="2491284" y="3665208"/>
                </a:moveTo>
                <a:lnTo>
                  <a:pt x="2491284" y="3665208"/>
                </a:lnTo>
                <a:lnTo>
                  <a:pt x="2486982" y="3669879"/>
                </a:lnTo>
                <a:lnTo>
                  <a:pt x="2486978" y="3669875"/>
                </a:lnTo>
                <a:close/>
                <a:moveTo>
                  <a:pt x="7147363" y="3662872"/>
                </a:moveTo>
                <a:lnTo>
                  <a:pt x="7155999" y="3672205"/>
                </a:lnTo>
                <a:cubicBezTo>
                  <a:pt x="7149713" y="3677965"/>
                  <a:pt x="7143490" y="3683725"/>
                  <a:pt x="7137267" y="3689483"/>
                </a:cubicBezTo>
                <a:lnTo>
                  <a:pt x="7134461" y="3686457"/>
                </a:lnTo>
                <a:lnTo>
                  <a:pt x="7135107" y="3687153"/>
                </a:lnTo>
                <a:cubicBezTo>
                  <a:pt x="7141331" y="3681394"/>
                  <a:pt x="7147554" y="3675634"/>
                  <a:pt x="7153840" y="3669875"/>
                </a:cubicBezTo>
                <a:lnTo>
                  <a:pt x="7149522" y="3665208"/>
                </a:lnTo>
                <a:lnTo>
                  <a:pt x="7130791" y="3682498"/>
                </a:lnTo>
                <a:lnTo>
                  <a:pt x="7128631" y="3680169"/>
                </a:lnTo>
                <a:cubicBezTo>
                  <a:pt x="7134854" y="3674396"/>
                  <a:pt x="7141140" y="3668630"/>
                  <a:pt x="7147363" y="3662872"/>
                </a:cubicBezTo>
                <a:close/>
                <a:moveTo>
                  <a:pt x="2493437" y="3662872"/>
                </a:moveTo>
                <a:cubicBezTo>
                  <a:pt x="2499685" y="3668636"/>
                  <a:pt x="2505926" y="3674396"/>
                  <a:pt x="2512162" y="3680169"/>
                </a:cubicBezTo>
                <a:lnTo>
                  <a:pt x="2508457" y="3684171"/>
                </a:lnTo>
                <a:lnTo>
                  <a:pt x="2510003" y="3682499"/>
                </a:lnTo>
                <a:lnTo>
                  <a:pt x="2491284" y="3665208"/>
                </a:lnTo>
                <a:close/>
                <a:moveTo>
                  <a:pt x="2472551" y="3648028"/>
                </a:moveTo>
                <a:lnTo>
                  <a:pt x="2468290" y="3652674"/>
                </a:lnTo>
                <a:lnTo>
                  <a:pt x="2468287" y="3652670"/>
                </a:lnTo>
                <a:close/>
                <a:moveTo>
                  <a:pt x="7168217" y="3647971"/>
                </a:moveTo>
                <a:lnTo>
                  <a:pt x="7172516" y="3652660"/>
                </a:lnTo>
                <a:lnTo>
                  <a:pt x="7172509" y="3652666"/>
                </a:lnTo>
                <a:lnTo>
                  <a:pt x="7168192" y="3647994"/>
                </a:lnTo>
                <a:close/>
                <a:moveTo>
                  <a:pt x="7189057" y="3633077"/>
                </a:moveTo>
                <a:lnTo>
                  <a:pt x="7193401" y="3637826"/>
                </a:lnTo>
                <a:cubicBezTo>
                  <a:pt x="7187178" y="3643547"/>
                  <a:pt x="7180892" y="3649276"/>
                  <a:pt x="7174669" y="3655010"/>
                </a:cubicBezTo>
                <a:lnTo>
                  <a:pt x="7172516" y="3652660"/>
                </a:lnTo>
                <a:lnTo>
                  <a:pt x="7191242" y="3635483"/>
                </a:lnTo>
                <a:close/>
                <a:moveTo>
                  <a:pt x="7186987" y="3630797"/>
                </a:moveTo>
                <a:lnTo>
                  <a:pt x="7189057" y="3633077"/>
                </a:lnTo>
                <a:lnTo>
                  <a:pt x="7186979" y="3630805"/>
                </a:lnTo>
                <a:close/>
                <a:moveTo>
                  <a:pt x="7184828" y="3628453"/>
                </a:moveTo>
                <a:lnTo>
                  <a:pt x="7186979" y="3630805"/>
                </a:lnTo>
                <a:lnTo>
                  <a:pt x="7168217" y="3647971"/>
                </a:lnTo>
                <a:lnTo>
                  <a:pt x="7166096" y="3645656"/>
                </a:lnTo>
                <a:cubicBezTo>
                  <a:pt x="7172319" y="3639917"/>
                  <a:pt x="7178542" y="3634189"/>
                  <a:pt x="7184828" y="3628453"/>
                </a:cubicBezTo>
                <a:close/>
                <a:moveTo>
                  <a:pt x="2455971" y="3628453"/>
                </a:moveTo>
                <a:cubicBezTo>
                  <a:pt x="2462232" y="3634189"/>
                  <a:pt x="2468487" y="3639923"/>
                  <a:pt x="2474730" y="3645656"/>
                </a:cubicBezTo>
                <a:lnTo>
                  <a:pt x="2472551" y="3648028"/>
                </a:lnTo>
                <a:lnTo>
                  <a:pt x="2472582" y="3647994"/>
                </a:lnTo>
                <a:cubicBezTo>
                  <a:pt x="2466340" y="3642258"/>
                  <a:pt x="2460086" y="3636525"/>
                  <a:pt x="2453831" y="3630797"/>
                </a:cubicBezTo>
                <a:lnTo>
                  <a:pt x="2449546" y="3635483"/>
                </a:lnTo>
                <a:lnTo>
                  <a:pt x="2468287" y="3652670"/>
                </a:lnTo>
                <a:lnTo>
                  <a:pt x="2466137" y="3655010"/>
                </a:lnTo>
                <a:cubicBezTo>
                  <a:pt x="2459903" y="3649276"/>
                  <a:pt x="2453653" y="3643547"/>
                  <a:pt x="2447399" y="3637826"/>
                </a:cubicBezTo>
                <a:close/>
                <a:moveTo>
                  <a:pt x="7208258" y="3616350"/>
                </a:moveTo>
                <a:lnTo>
                  <a:pt x="7210045" y="3618307"/>
                </a:lnTo>
                <a:lnTo>
                  <a:pt x="7210038" y="3618314"/>
                </a:lnTo>
                <a:close/>
                <a:moveTo>
                  <a:pt x="2435025" y="3613623"/>
                </a:moveTo>
                <a:lnTo>
                  <a:pt x="2435029" y="3613627"/>
                </a:lnTo>
                <a:lnTo>
                  <a:pt x="2430750" y="3618320"/>
                </a:lnTo>
                <a:lnTo>
                  <a:pt x="2430747" y="3618317"/>
                </a:lnTo>
                <a:close/>
                <a:moveTo>
                  <a:pt x="7228880" y="3601209"/>
                </a:moveTo>
                <a:lnTo>
                  <a:pt x="7230993" y="3603544"/>
                </a:lnTo>
                <a:cubicBezTo>
                  <a:pt x="7224707" y="3609245"/>
                  <a:pt x="7218483" y="3614955"/>
                  <a:pt x="7212197" y="3620662"/>
                </a:cubicBezTo>
                <a:lnTo>
                  <a:pt x="7210045" y="3618307"/>
                </a:lnTo>
                <a:close/>
                <a:moveTo>
                  <a:pt x="2411938" y="3601196"/>
                </a:moveTo>
                <a:lnTo>
                  <a:pt x="2430747" y="3618317"/>
                </a:lnTo>
                <a:lnTo>
                  <a:pt x="2428609" y="3620662"/>
                </a:lnTo>
                <a:cubicBezTo>
                  <a:pt x="2422349" y="3614955"/>
                  <a:pt x="2416081" y="3609251"/>
                  <a:pt x="2409800" y="3603550"/>
                </a:cubicBezTo>
                <a:close/>
                <a:moveTo>
                  <a:pt x="7226703" y="3598805"/>
                </a:moveTo>
                <a:lnTo>
                  <a:pt x="7228897" y="3601193"/>
                </a:lnTo>
                <a:lnTo>
                  <a:pt x="7228880" y="3601209"/>
                </a:lnTo>
                <a:close/>
                <a:moveTo>
                  <a:pt x="2416201" y="3596494"/>
                </a:moveTo>
                <a:lnTo>
                  <a:pt x="2416205" y="3596498"/>
                </a:lnTo>
                <a:lnTo>
                  <a:pt x="2411938" y="3601196"/>
                </a:lnTo>
                <a:lnTo>
                  <a:pt x="2411934" y="3601193"/>
                </a:lnTo>
                <a:close/>
                <a:moveTo>
                  <a:pt x="7222484" y="3594145"/>
                </a:moveTo>
                <a:lnTo>
                  <a:pt x="7226703" y="3598805"/>
                </a:lnTo>
                <a:lnTo>
                  <a:pt x="7224580" y="3596494"/>
                </a:lnTo>
                <a:cubicBezTo>
                  <a:pt x="7218293" y="3602203"/>
                  <a:pt x="7212069" y="3607912"/>
                  <a:pt x="7205783" y="3613621"/>
                </a:cubicBezTo>
                <a:lnTo>
                  <a:pt x="7208258" y="3616350"/>
                </a:lnTo>
                <a:lnTo>
                  <a:pt x="7203624" y="3611278"/>
                </a:lnTo>
                <a:cubicBezTo>
                  <a:pt x="7209911" y="3605563"/>
                  <a:pt x="7216197" y="3599854"/>
                  <a:pt x="7222484" y="3594145"/>
                </a:cubicBezTo>
                <a:close/>
                <a:moveTo>
                  <a:pt x="2418341" y="3594145"/>
                </a:moveTo>
                <a:cubicBezTo>
                  <a:pt x="2424622" y="3599854"/>
                  <a:pt x="2430896" y="3605563"/>
                  <a:pt x="2437162" y="3611278"/>
                </a:cubicBezTo>
                <a:lnTo>
                  <a:pt x="2435025" y="3613623"/>
                </a:lnTo>
                <a:lnTo>
                  <a:pt x="2416205" y="3596498"/>
                </a:lnTo>
                <a:close/>
                <a:moveTo>
                  <a:pt x="2394831" y="3582210"/>
                </a:moveTo>
                <a:lnTo>
                  <a:pt x="2393100" y="3584124"/>
                </a:lnTo>
                <a:lnTo>
                  <a:pt x="2393100" y="3584124"/>
                </a:lnTo>
                <a:close/>
                <a:moveTo>
                  <a:pt x="7245654" y="3581863"/>
                </a:moveTo>
                <a:lnTo>
                  <a:pt x="7247701" y="3584112"/>
                </a:lnTo>
                <a:lnTo>
                  <a:pt x="7247694" y="3584119"/>
                </a:lnTo>
                <a:close/>
                <a:moveTo>
                  <a:pt x="7264458" y="3564709"/>
                </a:moveTo>
                <a:lnTo>
                  <a:pt x="7268712" y="3569424"/>
                </a:lnTo>
                <a:cubicBezTo>
                  <a:pt x="7262425" y="3575101"/>
                  <a:pt x="7256139" y="3580784"/>
                  <a:pt x="7249852" y="3586474"/>
                </a:cubicBezTo>
                <a:lnTo>
                  <a:pt x="7247701" y="3584112"/>
                </a:lnTo>
                <a:lnTo>
                  <a:pt x="7266553" y="3567069"/>
                </a:lnTo>
                <a:close/>
                <a:moveTo>
                  <a:pt x="7262362" y="3562350"/>
                </a:moveTo>
                <a:lnTo>
                  <a:pt x="7264458" y="3564709"/>
                </a:lnTo>
                <a:lnTo>
                  <a:pt x="7262344" y="3562367"/>
                </a:lnTo>
                <a:close/>
                <a:moveTo>
                  <a:pt x="7260203" y="3559995"/>
                </a:moveTo>
                <a:lnTo>
                  <a:pt x="7262344" y="3562367"/>
                </a:lnTo>
                <a:lnTo>
                  <a:pt x="7243439" y="3579413"/>
                </a:lnTo>
                <a:lnTo>
                  <a:pt x="7245654" y="3581863"/>
                </a:lnTo>
                <a:lnTo>
                  <a:pt x="7241280" y="3577058"/>
                </a:lnTo>
                <a:cubicBezTo>
                  <a:pt x="7247630" y="3571367"/>
                  <a:pt x="7253917" y="3565677"/>
                  <a:pt x="7260203" y="3559995"/>
                </a:cubicBezTo>
                <a:close/>
                <a:moveTo>
                  <a:pt x="2380597" y="3559995"/>
                </a:moveTo>
                <a:cubicBezTo>
                  <a:pt x="2386902" y="3565677"/>
                  <a:pt x="2393202" y="3571367"/>
                  <a:pt x="2399494" y="3577058"/>
                </a:cubicBezTo>
                <a:lnTo>
                  <a:pt x="2394831" y="3582210"/>
                </a:lnTo>
                <a:lnTo>
                  <a:pt x="2397360" y="3579413"/>
                </a:lnTo>
                <a:cubicBezTo>
                  <a:pt x="2391074" y="3573723"/>
                  <a:pt x="2384775" y="3568034"/>
                  <a:pt x="2378476" y="3562350"/>
                </a:cubicBezTo>
                <a:lnTo>
                  <a:pt x="2374221" y="3567069"/>
                </a:lnTo>
                <a:lnTo>
                  <a:pt x="2393100" y="3584124"/>
                </a:lnTo>
                <a:lnTo>
                  <a:pt x="2390972" y="3586474"/>
                </a:lnTo>
                <a:cubicBezTo>
                  <a:pt x="2384686" y="3580791"/>
                  <a:pt x="2378393" y="3575107"/>
                  <a:pt x="2372094" y="3569424"/>
                </a:cubicBezTo>
                <a:close/>
                <a:moveTo>
                  <a:pt x="2359540" y="3545313"/>
                </a:moveTo>
                <a:lnTo>
                  <a:pt x="2359540" y="3545313"/>
                </a:lnTo>
                <a:lnTo>
                  <a:pt x="2355298" y="3550037"/>
                </a:lnTo>
                <a:lnTo>
                  <a:pt x="2355296" y="3550036"/>
                </a:lnTo>
                <a:close/>
                <a:moveTo>
                  <a:pt x="7300207" y="3528339"/>
                </a:moveTo>
                <a:lnTo>
                  <a:pt x="7302123" y="3530501"/>
                </a:lnTo>
                <a:lnTo>
                  <a:pt x="7300191" y="3528354"/>
                </a:lnTo>
                <a:close/>
                <a:moveTo>
                  <a:pt x="7298049" y="3525971"/>
                </a:moveTo>
                <a:lnTo>
                  <a:pt x="7300191" y="3528354"/>
                </a:lnTo>
                <a:lnTo>
                  <a:pt x="7281285" y="3545313"/>
                </a:lnTo>
                <a:lnTo>
                  <a:pt x="7285539" y="3550037"/>
                </a:lnTo>
                <a:cubicBezTo>
                  <a:pt x="7291826" y="3544373"/>
                  <a:pt x="7298112" y="3538723"/>
                  <a:pt x="7304399" y="3533070"/>
                </a:cubicBezTo>
                <a:lnTo>
                  <a:pt x="7302123" y="3530501"/>
                </a:lnTo>
                <a:lnTo>
                  <a:pt x="7306557" y="3535433"/>
                </a:lnTo>
                <a:cubicBezTo>
                  <a:pt x="7300207" y="3541085"/>
                  <a:pt x="7293921" y="3546743"/>
                  <a:pt x="7287635" y="3552393"/>
                </a:cubicBezTo>
                <a:lnTo>
                  <a:pt x="7279126" y="3542951"/>
                </a:lnTo>
                <a:cubicBezTo>
                  <a:pt x="7285476" y="3537287"/>
                  <a:pt x="7291762" y="3531629"/>
                  <a:pt x="7298049" y="3525971"/>
                </a:cubicBezTo>
                <a:close/>
                <a:moveTo>
                  <a:pt x="2342725" y="3525971"/>
                </a:moveTo>
                <a:cubicBezTo>
                  <a:pt x="2349043" y="3531629"/>
                  <a:pt x="2355356" y="3537287"/>
                  <a:pt x="2361661" y="3542951"/>
                </a:cubicBezTo>
                <a:lnTo>
                  <a:pt x="2359540" y="3545313"/>
                </a:lnTo>
                <a:lnTo>
                  <a:pt x="2340610" y="3528339"/>
                </a:lnTo>
                <a:lnTo>
                  <a:pt x="2336375" y="3533070"/>
                </a:lnTo>
                <a:lnTo>
                  <a:pt x="2355296" y="3550036"/>
                </a:lnTo>
                <a:lnTo>
                  <a:pt x="2353171" y="3552401"/>
                </a:lnTo>
                <a:cubicBezTo>
                  <a:pt x="2346878" y="3546743"/>
                  <a:pt x="2340566" y="3541085"/>
                  <a:pt x="2334254" y="3535439"/>
                </a:cubicBezTo>
                <a:close/>
                <a:moveTo>
                  <a:pt x="2319519" y="3513757"/>
                </a:moveTo>
                <a:lnTo>
                  <a:pt x="2317408" y="3516129"/>
                </a:lnTo>
                <a:lnTo>
                  <a:pt x="2317406" y="3516128"/>
                </a:lnTo>
                <a:close/>
                <a:moveTo>
                  <a:pt x="2298397" y="3499207"/>
                </a:moveTo>
                <a:lnTo>
                  <a:pt x="2317406" y="3516128"/>
                </a:lnTo>
                <a:lnTo>
                  <a:pt x="2315293" y="3518497"/>
                </a:lnTo>
                <a:cubicBezTo>
                  <a:pt x="2308962" y="3512852"/>
                  <a:pt x="2302631" y="3507213"/>
                  <a:pt x="2296289" y="3501581"/>
                </a:cubicBezTo>
                <a:close/>
                <a:moveTo>
                  <a:pt x="2300342" y="3497017"/>
                </a:moveTo>
                <a:lnTo>
                  <a:pt x="2298397" y="3499207"/>
                </a:lnTo>
                <a:lnTo>
                  <a:pt x="2298396" y="3499207"/>
                </a:lnTo>
                <a:close/>
                <a:moveTo>
                  <a:pt x="7339909" y="3496386"/>
                </a:moveTo>
                <a:lnTo>
                  <a:pt x="7342435" y="3499207"/>
                </a:lnTo>
                <a:lnTo>
                  <a:pt x="7342426" y="3499215"/>
                </a:lnTo>
                <a:close/>
                <a:moveTo>
                  <a:pt x="7336085" y="3492087"/>
                </a:moveTo>
                <a:lnTo>
                  <a:pt x="7339909" y="3496386"/>
                </a:lnTo>
                <a:lnTo>
                  <a:pt x="7338181" y="3494456"/>
                </a:lnTo>
                <a:cubicBezTo>
                  <a:pt x="7331831" y="3500095"/>
                  <a:pt x="7325481" y="3505740"/>
                  <a:pt x="7319194" y="3511386"/>
                </a:cubicBezTo>
                <a:lnTo>
                  <a:pt x="7323385" y="3516123"/>
                </a:lnTo>
                <a:lnTo>
                  <a:pt x="7342426" y="3499215"/>
                </a:lnTo>
                <a:lnTo>
                  <a:pt x="7344531" y="3501581"/>
                </a:lnTo>
                <a:cubicBezTo>
                  <a:pt x="7338181" y="3507213"/>
                  <a:pt x="7331831" y="3512852"/>
                  <a:pt x="7325481" y="3518497"/>
                </a:cubicBezTo>
                <a:lnTo>
                  <a:pt x="7317035" y="3509018"/>
                </a:lnTo>
                <a:cubicBezTo>
                  <a:pt x="7323385" y="3503366"/>
                  <a:pt x="7329735" y="3497727"/>
                  <a:pt x="7336085" y="3492087"/>
                </a:cubicBezTo>
                <a:close/>
                <a:moveTo>
                  <a:pt x="2304720" y="3492087"/>
                </a:moveTo>
                <a:cubicBezTo>
                  <a:pt x="2311070" y="3497727"/>
                  <a:pt x="2317414" y="3503371"/>
                  <a:pt x="2323745" y="3509018"/>
                </a:cubicBezTo>
                <a:lnTo>
                  <a:pt x="2319519" y="3513757"/>
                </a:lnTo>
                <a:lnTo>
                  <a:pt x="2321630" y="3511386"/>
                </a:lnTo>
                <a:cubicBezTo>
                  <a:pt x="2315299" y="3505740"/>
                  <a:pt x="2308962" y="3500101"/>
                  <a:pt x="2302612" y="3494463"/>
                </a:cubicBezTo>
                <a:lnTo>
                  <a:pt x="2300342" y="3497017"/>
                </a:lnTo>
                <a:close/>
                <a:moveTo>
                  <a:pt x="7376281" y="3460731"/>
                </a:moveTo>
                <a:lnTo>
                  <a:pt x="7378830" y="3463628"/>
                </a:lnTo>
                <a:lnTo>
                  <a:pt x="7376281" y="3460732"/>
                </a:lnTo>
                <a:close/>
                <a:moveTo>
                  <a:pt x="2264506" y="3460731"/>
                </a:moveTo>
                <a:lnTo>
                  <a:pt x="2264508" y="3460732"/>
                </a:lnTo>
                <a:lnTo>
                  <a:pt x="2261685" y="3463933"/>
                </a:lnTo>
                <a:close/>
                <a:moveTo>
                  <a:pt x="7374185" y="3458351"/>
                </a:moveTo>
                <a:lnTo>
                  <a:pt x="7376281" y="3460732"/>
                </a:lnTo>
                <a:lnTo>
                  <a:pt x="7357231" y="3477572"/>
                </a:lnTo>
                <a:lnTo>
                  <a:pt x="7361422" y="3482327"/>
                </a:lnTo>
                <a:cubicBezTo>
                  <a:pt x="7367772" y="3476715"/>
                  <a:pt x="7374122" y="3471101"/>
                  <a:pt x="7380472" y="3465494"/>
                </a:cubicBezTo>
                <a:lnTo>
                  <a:pt x="7378830" y="3463628"/>
                </a:lnTo>
                <a:lnTo>
                  <a:pt x="7382568" y="3467875"/>
                </a:lnTo>
                <a:cubicBezTo>
                  <a:pt x="7376218" y="3473482"/>
                  <a:pt x="7369868" y="3479089"/>
                  <a:pt x="7363518" y="3484709"/>
                </a:cubicBezTo>
                <a:lnTo>
                  <a:pt x="7355135" y="3475197"/>
                </a:lnTo>
                <a:cubicBezTo>
                  <a:pt x="7361485" y="3469577"/>
                  <a:pt x="7367835" y="3463964"/>
                  <a:pt x="7374185" y="3458351"/>
                </a:cubicBezTo>
                <a:close/>
                <a:moveTo>
                  <a:pt x="2266608" y="3458351"/>
                </a:moveTo>
                <a:cubicBezTo>
                  <a:pt x="2272970" y="3463964"/>
                  <a:pt x="2279327" y="3469577"/>
                  <a:pt x="2285677" y="3475197"/>
                </a:cubicBezTo>
                <a:lnTo>
                  <a:pt x="2277257" y="3484709"/>
                </a:lnTo>
                <a:cubicBezTo>
                  <a:pt x="2270913" y="3479096"/>
                  <a:pt x="2264563" y="3473482"/>
                  <a:pt x="2258207" y="3467875"/>
                </a:cubicBezTo>
                <a:lnTo>
                  <a:pt x="2261685" y="3463933"/>
                </a:lnTo>
                <a:lnTo>
                  <a:pt x="2260308" y="3465494"/>
                </a:lnTo>
                <a:cubicBezTo>
                  <a:pt x="2266665" y="3471101"/>
                  <a:pt x="2273015" y="3476715"/>
                  <a:pt x="2279365" y="3482327"/>
                </a:cubicBezTo>
                <a:lnTo>
                  <a:pt x="2283568" y="3477578"/>
                </a:lnTo>
                <a:lnTo>
                  <a:pt x="2264508" y="3460732"/>
                </a:lnTo>
                <a:close/>
                <a:moveTo>
                  <a:pt x="2245405" y="3443916"/>
                </a:moveTo>
                <a:lnTo>
                  <a:pt x="2245405" y="3443917"/>
                </a:lnTo>
                <a:lnTo>
                  <a:pt x="2243266" y="3446351"/>
                </a:lnTo>
                <a:close/>
                <a:moveTo>
                  <a:pt x="7395396" y="3443915"/>
                </a:moveTo>
                <a:lnTo>
                  <a:pt x="7399587" y="3448684"/>
                </a:lnTo>
                <a:lnTo>
                  <a:pt x="7399585" y="3448685"/>
                </a:lnTo>
                <a:lnTo>
                  <a:pt x="7395394" y="3443917"/>
                </a:lnTo>
                <a:close/>
                <a:moveTo>
                  <a:pt x="2222076" y="3431903"/>
                </a:moveTo>
                <a:lnTo>
                  <a:pt x="2241214" y="3448685"/>
                </a:lnTo>
                <a:lnTo>
                  <a:pt x="2243266" y="3446351"/>
                </a:lnTo>
                <a:lnTo>
                  <a:pt x="2239118" y="3451073"/>
                </a:lnTo>
                <a:cubicBezTo>
                  <a:pt x="2232743" y="3445473"/>
                  <a:pt x="2226368" y="3439878"/>
                  <a:pt x="2219986" y="3434290"/>
                </a:cubicBezTo>
                <a:close/>
                <a:moveTo>
                  <a:pt x="2222396" y="3431537"/>
                </a:moveTo>
                <a:lnTo>
                  <a:pt x="2222076" y="3431903"/>
                </a:lnTo>
                <a:lnTo>
                  <a:pt x="2222075" y="3431902"/>
                </a:lnTo>
                <a:close/>
                <a:moveTo>
                  <a:pt x="7416666" y="3429547"/>
                </a:moveTo>
                <a:lnTo>
                  <a:pt x="7420794" y="3434290"/>
                </a:lnTo>
                <a:cubicBezTo>
                  <a:pt x="7414444" y="3439878"/>
                  <a:pt x="7408031" y="3445473"/>
                  <a:pt x="7401681" y="3451067"/>
                </a:cubicBezTo>
                <a:lnTo>
                  <a:pt x="7399587" y="3448684"/>
                </a:lnTo>
                <a:lnTo>
                  <a:pt x="7418699" y="3431902"/>
                </a:lnTo>
                <a:close/>
                <a:moveTo>
                  <a:pt x="7414571" y="3427120"/>
                </a:moveTo>
                <a:lnTo>
                  <a:pt x="7416666" y="3429547"/>
                </a:lnTo>
                <a:lnTo>
                  <a:pt x="7414561" y="3427129"/>
                </a:lnTo>
                <a:close/>
                <a:moveTo>
                  <a:pt x="7412476" y="3424733"/>
                </a:moveTo>
                <a:lnTo>
                  <a:pt x="7414561" y="3427129"/>
                </a:lnTo>
                <a:lnTo>
                  <a:pt x="7395396" y="3443915"/>
                </a:lnTo>
                <a:lnTo>
                  <a:pt x="7393299" y="3441530"/>
                </a:lnTo>
                <a:cubicBezTo>
                  <a:pt x="7399712" y="3435929"/>
                  <a:pt x="7406062" y="3430327"/>
                  <a:pt x="7412476" y="3424733"/>
                </a:cubicBezTo>
                <a:close/>
                <a:moveTo>
                  <a:pt x="2228349" y="3424733"/>
                </a:moveTo>
                <a:cubicBezTo>
                  <a:pt x="2234737" y="3430327"/>
                  <a:pt x="2241126" y="3435929"/>
                  <a:pt x="2247500" y="3441530"/>
                </a:cubicBezTo>
                <a:lnTo>
                  <a:pt x="2245405" y="3443916"/>
                </a:lnTo>
                <a:lnTo>
                  <a:pt x="2226260" y="3427128"/>
                </a:lnTo>
                <a:lnTo>
                  <a:pt x="2222396" y="3431537"/>
                </a:lnTo>
                <a:close/>
                <a:moveTo>
                  <a:pt x="7433686" y="3410388"/>
                </a:moveTo>
                <a:lnTo>
                  <a:pt x="7435081" y="3411981"/>
                </a:lnTo>
                <a:lnTo>
                  <a:pt x="7433685" y="3410388"/>
                </a:lnTo>
                <a:close/>
                <a:moveTo>
                  <a:pt x="2207106" y="3410386"/>
                </a:moveTo>
                <a:lnTo>
                  <a:pt x="2207109" y="3410388"/>
                </a:lnTo>
                <a:lnTo>
                  <a:pt x="2202931" y="3415176"/>
                </a:lnTo>
                <a:lnTo>
                  <a:pt x="2202930" y="3415176"/>
                </a:lnTo>
                <a:close/>
                <a:moveTo>
                  <a:pt x="7450830" y="3391282"/>
                </a:moveTo>
                <a:lnTo>
                  <a:pt x="7459148" y="3400870"/>
                </a:lnTo>
                <a:cubicBezTo>
                  <a:pt x="7452735" y="3406426"/>
                  <a:pt x="7446321" y="3411995"/>
                  <a:pt x="7439971" y="3417565"/>
                </a:cubicBezTo>
                <a:lnTo>
                  <a:pt x="7435081" y="3411981"/>
                </a:lnTo>
                <a:lnTo>
                  <a:pt x="7437876" y="3415170"/>
                </a:lnTo>
                <a:cubicBezTo>
                  <a:pt x="7444289" y="3409601"/>
                  <a:pt x="7450639" y="3404032"/>
                  <a:pt x="7457053" y="3398470"/>
                </a:cubicBezTo>
                <a:lnTo>
                  <a:pt x="7452862" y="3393675"/>
                </a:lnTo>
                <a:lnTo>
                  <a:pt x="7433686" y="3410388"/>
                </a:lnTo>
                <a:lnTo>
                  <a:pt x="7431589" y="3407994"/>
                </a:lnTo>
                <a:cubicBezTo>
                  <a:pt x="7438003" y="3402419"/>
                  <a:pt x="7444417" y="3396850"/>
                  <a:pt x="7450830" y="3391282"/>
                </a:cubicBezTo>
                <a:close/>
                <a:moveTo>
                  <a:pt x="2190001" y="3391282"/>
                </a:moveTo>
                <a:cubicBezTo>
                  <a:pt x="2196403" y="3396850"/>
                  <a:pt x="2202803" y="3402419"/>
                  <a:pt x="2209191" y="3407994"/>
                </a:cubicBezTo>
                <a:lnTo>
                  <a:pt x="2207106" y="3410386"/>
                </a:lnTo>
                <a:lnTo>
                  <a:pt x="2187919" y="3393681"/>
                </a:lnTo>
                <a:lnTo>
                  <a:pt x="2183753" y="3398476"/>
                </a:lnTo>
                <a:lnTo>
                  <a:pt x="2202930" y="3415176"/>
                </a:lnTo>
                <a:lnTo>
                  <a:pt x="2200847" y="3417565"/>
                </a:lnTo>
                <a:cubicBezTo>
                  <a:pt x="2194459" y="3411995"/>
                  <a:pt x="2188064" y="3406432"/>
                  <a:pt x="2181670" y="3400870"/>
                </a:cubicBezTo>
                <a:close/>
                <a:moveTo>
                  <a:pt x="2166523" y="3379499"/>
                </a:moveTo>
                <a:lnTo>
                  <a:pt x="2164531" y="3381802"/>
                </a:lnTo>
                <a:lnTo>
                  <a:pt x="2164529" y="3381800"/>
                </a:lnTo>
                <a:close/>
                <a:moveTo>
                  <a:pt x="7472121" y="3376978"/>
                </a:moveTo>
                <a:lnTo>
                  <a:pt x="7474196" y="3379392"/>
                </a:lnTo>
                <a:lnTo>
                  <a:pt x="7472102" y="3376994"/>
                </a:lnTo>
                <a:close/>
                <a:moveTo>
                  <a:pt x="2147193" y="3363107"/>
                </a:moveTo>
                <a:lnTo>
                  <a:pt x="2145361" y="3365234"/>
                </a:lnTo>
                <a:lnTo>
                  <a:pt x="2154905" y="3373469"/>
                </a:lnTo>
                <a:lnTo>
                  <a:pt x="2154905" y="3373469"/>
                </a:lnTo>
                <a:lnTo>
                  <a:pt x="2154905" y="3373470"/>
                </a:lnTo>
                <a:lnTo>
                  <a:pt x="2164529" y="3381800"/>
                </a:lnTo>
                <a:lnTo>
                  <a:pt x="2162449" y="3384202"/>
                </a:lnTo>
                <a:cubicBezTo>
                  <a:pt x="2159243" y="3381420"/>
                  <a:pt x="2156035" y="3378646"/>
                  <a:pt x="2152828" y="3375870"/>
                </a:cubicBezTo>
                <a:cubicBezTo>
                  <a:pt x="2149647" y="3373126"/>
                  <a:pt x="2146472" y="3370378"/>
                  <a:pt x="2143284" y="3367634"/>
                </a:cubicBezTo>
                <a:close/>
                <a:moveTo>
                  <a:pt x="7493386" y="3362896"/>
                </a:moveTo>
                <a:lnTo>
                  <a:pt x="7497502" y="3367653"/>
                </a:lnTo>
                <a:cubicBezTo>
                  <a:pt x="7494327" y="3370390"/>
                  <a:pt x="7491152" y="3373134"/>
                  <a:pt x="7487977" y="3375870"/>
                </a:cubicBezTo>
                <a:cubicBezTo>
                  <a:pt x="7484739" y="3378646"/>
                  <a:pt x="7481564" y="3381420"/>
                  <a:pt x="7478325" y="3384194"/>
                </a:cubicBezTo>
                <a:lnTo>
                  <a:pt x="7474196" y="3379392"/>
                </a:lnTo>
                <a:lnTo>
                  <a:pt x="7476294" y="3381794"/>
                </a:lnTo>
                <a:cubicBezTo>
                  <a:pt x="7479469" y="3379020"/>
                  <a:pt x="7482706" y="3376244"/>
                  <a:pt x="7485881" y="3373470"/>
                </a:cubicBezTo>
                <a:lnTo>
                  <a:pt x="7485891" y="3373461"/>
                </a:lnTo>
                <a:lnTo>
                  <a:pt x="7485899" y="3373454"/>
                </a:lnTo>
                <a:lnTo>
                  <a:pt x="7495406" y="3365253"/>
                </a:lnTo>
                <a:close/>
                <a:moveTo>
                  <a:pt x="7491280" y="3360439"/>
                </a:moveTo>
                <a:lnTo>
                  <a:pt x="7493386" y="3362896"/>
                </a:lnTo>
                <a:lnTo>
                  <a:pt x="7491269" y="3360449"/>
                </a:lnTo>
                <a:close/>
                <a:moveTo>
                  <a:pt x="2149507" y="3360420"/>
                </a:moveTo>
                <a:lnTo>
                  <a:pt x="2149510" y="3360423"/>
                </a:lnTo>
                <a:lnTo>
                  <a:pt x="2147193" y="3363107"/>
                </a:lnTo>
                <a:close/>
                <a:moveTo>
                  <a:pt x="7489184" y="3358039"/>
                </a:moveTo>
                <a:lnTo>
                  <a:pt x="7491269" y="3360449"/>
                </a:lnTo>
                <a:lnTo>
                  <a:pt x="7481755" y="3368669"/>
                </a:lnTo>
                <a:lnTo>
                  <a:pt x="7481748" y="3368675"/>
                </a:lnTo>
                <a:lnTo>
                  <a:pt x="7472121" y="3376978"/>
                </a:lnTo>
                <a:lnTo>
                  <a:pt x="7470070" y="3374593"/>
                </a:lnTo>
                <a:cubicBezTo>
                  <a:pt x="7473245" y="3371819"/>
                  <a:pt x="7476484" y="3369043"/>
                  <a:pt x="7479659" y="3366263"/>
                </a:cubicBezTo>
                <a:cubicBezTo>
                  <a:pt x="7482834" y="3363519"/>
                  <a:pt x="7486009" y="3360777"/>
                  <a:pt x="7489184" y="3358039"/>
                </a:cubicBezTo>
                <a:close/>
                <a:moveTo>
                  <a:pt x="2151585" y="3358020"/>
                </a:moveTo>
                <a:cubicBezTo>
                  <a:pt x="2154771" y="3360769"/>
                  <a:pt x="2157953" y="3363513"/>
                  <a:pt x="2161134" y="3366263"/>
                </a:cubicBezTo>
                <a:cubicBezTo>
                  <a:pt x="2164347" y="3369043"/>
                  <a:pt x="2167554" y="3371819"/>
                  <a:pt x="2170767" y="3374601"/>
                </a:cubicBezTo>
                <a:lnTo>
                  <a:pt x="2166523" y="3379499"/>
                </a:lnTo>
                <a:lnTo>
                  <a:pt x="2168684" y="3377001"/>
                </a:lnTo>
                <a:cubicBezTo>
                  <a:pt x="2165477" y="3374219"/>
                  <a:pt x="2162271" y="3371445"/>
                  <a:pt x="2159058" y="3368669"/>
                </a:cubicBezTo>
                <a:lnTo>
                  <a:pt x="2159056" y="3368667"/>
                </a:lnTo>
                <a:lnTo>
                  <a:pt x="2149510" y="3360423"/>
                </a:lnTo>
                <a:close/>
                <a:moveTo>
                  <a:pt x="7510348" y="3343997"/>
                </a:moveTo>
                <a:lnTo>
                  <a:pt x="7514474" y="3348810"/>
                </a:lnTo>
                <a:lnTo>
                  <a:pt x="7514456" y="3348825"/>
                </a:lnTo>
                <a:lnTo>
                  <a:pt x="7510330" y="3344013"/>
                </a:lnTo>
                <a:close/>
                <a:moveTo>
                  <a:pt x="2130387" y="3343955"/>
                </a:moveTo>
                <a:lnTo>
                  <a:pt x="2130388" y="3343956"/>
                </a:lnTo>
                <a:lnTo>
                  <a:pt x="2128317" y="3346362"/>
                </a:lnTo>
                <a:close/>
                <a:moveTo>
                  <a:pt x="2107098" y="3332336"/>
                </a:moveTo>
                <a:lnTo>
                  <a:pt x="2126247" y="3348768"/>
                </a:lnTo>
                <a:lnTo>
                  <a:pt x="2128317" y="3346362"/>
                </a:lnTo>
                <a:lnTo>
                  <a:pt x="2124177" y="3351176"/>
                </a:lnTo>
                <a:cubicBezTo>
                  <a:pt x="2117802" y="3345695"/>
                  <a:pt x="2111420" y="3340221"/>
                  <a:pt x="2105032" y="3334747"/>
                </a:cubicBezTo>
                <a:close/>
                <a:moveTo>
                  <a:pt x="2108865" y="3330272"/>
                </a:moveTo>
                <a:lnTo>
                  <a:pt x="2107098" y="3332336"/>
                </a:lnTo>
                <a:lnTo>
                  <a:pt x="2107096" y="3332334"/>
                </a:lnTo>
                <a:close/>
                <a:moveTo>
                  <a:pt x="7527411" y="3325197"/>
                </a:moveTo>
                <a:lnTo>
                  <a:pt x="7535666" y="3334842"/>
                </a:lnTo>
                <a:cubicBezTo>
                  <a:pt x="7529316" y="3340303"/>
                  <a:pt x="7522902" y="3345765"/>
                  <a:pt x="7516552" y="3351232"/>
                </a:cubicBezTo>
                <a:lnTo>
                  <a:pt x="7514474" y="3348810"/>
                </a:lnTo>
                <a:lnTo>
                  <a:pt x="7533570" y="3332430"/>
                </a:lnTo>
                <a:lnTo>
                  <a:pt x="7529443" y="3327611"/>
                </a:lnTo>
                <a:lnTo>
                  <a:pt x="7510348" y="3343997"/>
                </a:lnTo>
                <a:lnTo>
                  <a:pt x="7508297" y="3341605"/>
                </a:lnTo>
                <a:cubicBezTo>
                  <a:pt x="7514647" y="3336132"/>
                  <a:pt x="7520997" y="3330664"/>
                  <a:pt x="7527411" y="3325197"/>
                </a:cubicBezTo>
                <a:close/>
                <a:moveTo>
                  <a:pt x="2113293" y="3325101"/>
                </a:moveTo>
                <a:cubicBezTo>
                  <a:pt x="2119688" y="3330581"/>
                  <a:pt x="2126076" y="3336062"/>
                  <a:pt x="2132458" y="3341548"/>
                </a:cubicBezTo>
                <a:lnTo>
                  <a:pt x="2130387" y="3343955"/>
                </a:lnTo>
                <a:lnTo>
                  <a:pt x="2111230" y="3327514"/>
                </a:lnTo>
                <a:lnTo>
                  <a:pt x="2108865" y="3330272"/>
                </a:lnTo>
                <a:close/>
                <a:moveTo>
                  <a:pt x="2089908" y="3313593"/>
                </a:moveTo>
                <a:lnTo>
                  <a:pt x="2087912" y="3315932"/>
                </a:lnTo>
                <a:lnTo>
                  <a:pt x="2087911" y="3315931"/>
                </a:lnTo>
                <a:close/>
                <a:moveTo>
                  <a:pt x="2069259" y="3298929"/>
                </a:moveTo>
                <a:lnTo>
                  <a:pt x="2068710" y="3299574"/>
                </a:lnTo>
                <a:lnTo>
                  <a:pt x="2087911" y="3315931"/>
                </a:lnTo>
                <a:lnTo>
                  <a:pt x="2085848" y="3318346"/>
                </a:lnTo>
                <a:cubicBezTo>
                  <a:pt x="2079460" y="3312892"/>
                  <a:pt x="2073060" y="3307443"/>
                  <a:pt x="2066652" y="3301995"/>
                </a:cubicBezTo>
                <a:close/>
                <a:moveTo>
                  <a:pt x="7567797" y="3294907"/>
                </a:moveTo>
                <a:lnTo>
                  <a:pt x="7569983" y="3297510"/>
                </a:lnTo>
                <a:lnTo>
                  <a:pt x="7567776" y="3294925"/>
                </a:lnTo>
                <a:close/>
                <a:moveTo>
                  <a:pt x="2072824" y="3294736"/>
                </a:moveTo>
                <a:lnTo>
                  <a:pt x="2072824" y="3294736"/>
                </a:lnTo>
                <a:lnTo>
                  <a:pt x="2069259" y="3298929"/>
                </a:lnTo>
                <a:close/>
                <a:moveTo>
                  <a:pt x="7565701" y="3292494"/>
                </a:moveTo>
                <a:lnTo>
                  <a:pt x="7567776" y="3294925"/>
                </a:lnTo>
                <a:lnTo>
                  <a:pt x="7548619" y="3311239"/>
                </a:lnTo>
                <a:lnTo>
                  <a:pt x="7552747" y="3316066"/>
                </a:lnTo>
                <a:cubicBezTo>
                  <a:pt x="7559097" y="3310623"/>
                  <a:pt x="7565511" y="3305181"/>
                  <a:pt x="7571861" y="3299746"/>
                </a:cubicBezTo>
                <a:lnTo>
                  <a:pt x="7569983" y="3297510"/>
                </a:lnTo>
                <a:lnTo>
                  <a:pt x="7573957" y="3302165"/>
                </a:lnTo>
                <a:cubicBezTo>
                  <a:pt x="7567543" y="3307602"/>
                  <a:pt x="7561193" y="3313037"/>
                  <a:pt x="7554780" y="3318478"/>
                </a:cubicBezTo>
                <a:lnTo>
                  <a:pt x="7546524" y="3308820"/>
                </a:lnTo>
                <a:cubicBezTo>
                  <a:pt x="7552938" y="3303372"/>
                  <a:pt x="7559351" y="3297931"/>
                  <a:pt x="7565701" y="3292494"/>
                </a:cubicBezTo>
                <a:close/>
                <a:moveTo>
                  <a:pt x="2074882" y="3292316"/>
                </a:moveTo>
                <a:cubicBezTo>
                  <a:pt x="2081295" y="3297772"/>
                  <a:pt x="2087696" y="3303226"/>
                  <a:pt x="2094097" y="3308688"/>
                </a:cubicBezTo>
                <a:lnTo>
                  <a:pt x="2089908" y="3313593"/>
                </a:lnTo>
                <a:lnTo>
                  <a:pt x="2092033" y="3311100"/>
                </a:lnTo>
                <a:lnTo>
                  <a:pt x="2072824" y="3294736"/>
                </a:lnTo>
                <a:close/>
                <a:moveTo>
                  <a:pt x="7586985" y="3278604"/>
                </a:moveTo>
                <a:lnTo>
                  <a:pt x="7589437" y="3281505"/>
                </a:lnTo>
                <a:lnTo>
                  <a:pt x="7586974" y="3278613"/>
                </a:lnTo>
                <a:close/>
                <a:moveTo>
                  <a:pt x="2034307" y="3262091"/>
                </a:moveTo>
                <a:lnTo>
                  <a:pt x="2030210" y="3266948"/>
                </a:lnTo>
                <a:cubicBezTo>
                  <a:pt x="2036636" y="3272372"/>
                  <a:pt x="2043063" y="3277807"/>
                  <a:pt x="2049477" y="3283242"/>
                </a:cubicBezTo>
                <a:lnTo>
                  <a:pt x="2053584" y="3278398"/>
                </a:lnTo>
                <a:cubicBezTo>
                  <a:pt x="2047164" y="3272963"/>
                  <a:pt x="2040738" y="3267526"/>
                  <a:pt x="2034307" y="3262091"/>
                </a:cubicBezTo>
                <a:close/>
                <a:moveTo>
                  <a:pt x="7604182" y="3259919"/>
                </a:moveTo>
                <a:lnTo>
                  <a:pt x="7612374" y="3269622"/>
                </a:lnTo>
                <a:cubicBezTo>
                  <a:pt x="7605960" y="3275033"/>
                  <a:pt x="7599547" y="3280455"/>
                  <a:pt x="7593133" y="3285878"/>
                </a:cubicBezTo>
                <a:lnTo>
                  <a:pt x="7589437" y="3281505"/>
                </a:lnTo>
                <a:lnTo>
                  <a:pt x="7591101" y="3283459"/>
                </a:lnTo>
                <a:cubicBezTo>
                  <a:pt x="7597451" y="3278030"/>
                  <a:pt x="7603865" y="3272613"/>
                  <a:pt x="7610278" y="3267197"/>
                </a:cubicBezTo>
                <a:lnTo>
                  <a:pt x="7606214" y="3262344"/>
                </a:lnTo>
                <a:lnTo>
                  <a:pt x="7586985" y="3278604"/>
                </a:lnTo>
                <a:lnTo>
                  <a:pt x="7584942" y="3276188"/>
                </a:lnTo>
                <a:cubicBezTo>
                  <a:pt x="7591356" y="3270759"/>
                  <a:pt x="7597706" y="3265335"/>
                  <a:pt x="7604182" y="3259919"/>
                </a:cubicBezTo>
                <a:close/>
                <a:moveTo>
                  <a:pt x="2036350" y="3259666"/>
                </a:moveTo>
                <a:cubicBezTo>
                  <a:pt x="2042783" y="3265101"/>
                  <a:pt x="2049215" y="3270536"/>
                  <a:pt x="2055635" y="3275979"/>
                </a:cubicBezTo>
                <a:lnTo>
                  <a:pt x="2047424" y="3285669"/>
                </a:lnTo>
                <a:cubicBezTo>
                  <a:pt x="2041011" y="3280232"/>
                  <a:pt x="2034585" y="3274797"/>
                  <a:pt x="2028159" y="3269375"/>
                </a:cubicBezTo>
                <a:close/>
                <a:moveTo>
                  <a:pt x="7625465" y="3246106"/>
                </a:moveTo>
                <a:lnTo>
                  <a:pt x="7629546" y="3250949"/>
                </a:lnTo>
                <a:lnTo>
                  <a:pt x="7629519" y="3250971"/>
                </a:lnTo>
                <a:lnTo>
                  <a:pt x="7625455" y="3246114"/>
                </a:lnTo>
                <a:close/>
                <a:moveTo>
                  <a:pt x="7645160" y="3230402"/>
                </a:moveTo>
                <a:lnTo>
                  <a:pt x="7650855" y="3237217"/>
                </a:lnTo>
                <a:cubicBezTo>
                  <a:pt x="7644442" y="3242608"/>
                  <a:pt x="7638028" y="3248000"/>
                  <a:pt x="7631614" y="3253403"/>
                </a:cubicBezTo>
                <a:lnTo>
                  <a:pt x="7629546" y="3250949"/>
                </a:lnTo>
                <a:lnTo>
                  <a:pt x="7648823" y="3234786"/>
                </a:lnTo>
                <a:close/>
                <a:moveTo>
                  <a:pt x="7644759" y="3229921"/>
                </a:moveTo>
                <a:lnTo>
                  <a:pt x="7645160" y="3230402"/>
                </a:lnTo>
                <a:lnTo>
                  <a:pt x="7644759" y="3229922"/>
                </a:lnTo>
                <a:close/>
                <a:moveTo>
                  <a:pt x="1995672" y="3229599"/>
                </a:moveTo>
                <a:lnTo>
                  <a:pt x="1991595" y="3234462"/>
                </a:lnTo>
                <a:cubicBezTo>
                  <a:pt x="1998041" y="3239867"/>
                  <a:pt x="2004479" y="3245269"/>
                  <a:pt x="2010912" y="3250686"/>
                </a:cubicBezTo>
                <a:lnTo>
                  <a:pt x="2015001" y="3245828"/>
                </a:lnTo>
                <a:cubicBezTo>
                  <a:pt x="2008563" y="3240412"/>
                  <a:pt x="2002124" y="3235002"/>
                  <a:pt x="1995672" y="3229599"/>
                </a:cubicBezTo>
                <a:close/>
                <a:moveTo>
                  <a:pt x="7642727" y="3227489"/>
                </a:moveTo>
                <a:lnTo>
                  <a:pt x="7644759" y="3229922"/>
                </a:lnTo>
                <a:lnTo>
                  <a:pt x="7625465" y="3246106"/>
                </a:lnTo>
                <a:lnTo>
                  <a:pt x="7623423" y="3243683"/>
                </a:lnTo>
                <a:cubicBezTo>
                  <a:pt x="7629836" y="3238278"/>
                  <a:pt x="7636250" y="3232881"/>
                  <a:pt x="7642727" y="3227489"/>
                </a:cubicBezTo>
                <a:close/>
                <a:moveTo>
                  <a:pt x="1997711" y="3227159"/>
                </a:moveTo>
                <a:cubicBezTo>
                  <a:pt x="2004162" y="3232569"/>
                  <a:pt x="2010607" y="3237980"/>
                  <a:pt x="2017047" y="3243396"/>
                </a:cubicBezTo>
                <a:lnTo>
                  <a:pt x="2008874" y="3253118"/>
                </a:lnTo>
                <a:cubicBezTo>
                  <a:pt x="2002435" y="3247702"/>
                  <a:pt x="1995996" y="3242299"/>
                  <a:pt x="1989557" y="3236894"/>
                </a:cubicBezTo>
                <a:close/>
                <a:moveTo>
                  <a:pt x="1973118" y="3217218"/>
                </a:moveTo>
                <a:lnTo>
                  <a:pt x="1972240" y="3218269"/>
                </a:lnTo>
                <a:lnTo>
                  <a:pt x="1972240" y="3218269"/>
                </a:lnTo>
                <a:close/>
                <a:moveTo>
                  <a:pt x="7664064" y="3213754"/>
                </a:moveTo>
                <a:lnTo>
                  <a:pt x="7668129" y="3218630"/>
                </a:lnTo>
                <a:lnTo>
                  <a:pt x="7668127" y="3218632"/>
                </a:lnTo>
                <a:lnTo>
                  <a:pt x="7664063" y="3213754"/>
                </a:lnTo>
                <a:close/>
                <a:moveTo>
                  <a:pt x="7686776" y="3201646"/>
                </a:moveTo>
                <a:lnTo>
                  <a:pt x="7689526" y="3204947"/>
                </a:lnTo>
                <a:cubicBezTo>
                  <a:pt x="7683049" y="3210313"/>
                  <a:pt x="7676572" y="3215692"/>
                  <a:pt x="7670159" y="3221063"/>
                </a:cubicBezTo>
                <a:lnTo>
                  <a:pt x="7668129" y="3218630"/>
                </a:lnTo>
                <a:lnTo>
                  <a:pt x="7687494" y="3202508"/>
                </a:lnTo>
                <a:close/>
                <a:moveTo>
                  <a:pt x="1954508" y="3200126"/>
                </a:moveTo>
                <a:lnTo>
                  <a:pt x="1952860" y="3202108"/>
                </a:lnTo>
                <a:lnTo>
                  <a:pt x="1972240" y="3218269"/>
                </a:lnTo>
                <a:lnTo>
                  <a:pt x="1970208" y="3220702"/>
                </a:lnTo>
                <a:cubicBezTo>
                  <a:pt x="1963750" y="3215316"/>
                  <a:pt x="1957292" y="3209925"/>
                  <a:pt x="1950829" y="3204547"/>
                </a:cubicBezTo>
                <a:close/>
                <a:moveTo>
                  <a:pt x="7683431" y="3197625"/>
                </a:moveTo>
                <a:lnTo>
                  <a:pt x="7686776" y="3201646"/>
                </a:lnTo>
                <a:lnTo>
                  <a:pt x="7683429" y="3197627"/>
                </a:lnTo>
                <a:close/>
                <a:moveTo>
                  <a:pt x="1956918" y="3197225"/>
                </a:moveTo>
                <a:lnTo>
                  <a:pt x="1956920" y="3197227"/>
                </a:lnTo>
                <a:lnTo>
                  <a:pt x="1954508" y="3200126"/>
                </a:lnTo>
                <a:close/>
                <a:moveTo>
                  <a:pt x="7681398" y="3195187"/>
                </a:moveTo>
                <a:lnTo>
                  <a:pt x="7683429" y="3197627"/>
                </a:lnTo>
                <a:lnTo>
                  <a:pt x="7664064" y="3213754"/>
                </a:lnTo>
                <a:lnTo>
                  <a:pt x="7662031" y="3211316"/>
                </a:lnTo>
                <a:cubicBezTo>
                  <a:pt x="7668444" y="3205937"/>
                  <a:pt x="7674921" y="3200559"/>
                  <a:pt x="7681398" y="3195187"/>
                </a:cubicBezTo>
                <a:close/>
                <a:moveTo>
                  <a:pt x="1958950" y="3194787"/>
                </a:moveTo>
                <a:cubicBezTo>
                  <a:pt x="1965420" y="3200171"/>
                  <a:pt x="1971885" y="3205563"/>
                  <a:pt x="1978349" y="3210955"/>
                </a:cubicBezTo>
                <a:lnTo>
                  <a:pt x="1973118" y="3217218"/>
                </a:lnTo>
                <a:lnTo>
                  <a:pt x="1976311" y="3213393"/>
                </a:lnTo>
                <a:lnTo>
                  <a:pt x="1956920" y="3197227"/>
                </a:lnTo>
                <a:close/>
                <a:moveTo>
                  <a:pt x="7704746" y="3183916"/>
                </a:moveTo>
                <a:lnTo>
                  <a:pt x="7706808" y="3186416"/>
                </a:lnTo>
                <a:lnTo>
                  <a:pt x="7706798" y="3186424"/>
                </a:lnTo>
                <a:close/>
                <a:moveTo>
                  <a:pt x="1937506" y="3181096"/>
                </a:moveTo>
                <a:lnTo>
                  <a:pt x="1937506" y="3181096"/>
                </a:lnTo>
                <a:lnTo>
                  <a:pt x="1935543" y="3183462"/>
                </a:lnTo>
                <a:close/>
                <a:moveTo>
                  <a:pt x="1914015" y="3169898"/>
                </a:moveTo>
                <a:lnTo>
                  <a:pt x="1933449" y="3185986"/>
                </a:lnTo>
                <a:lnTo>
                  <a:pt x="1935543" y="3183462"/>
                </a:lnTo>
                <a:lnTo>
                  <a:pt x="1931424" y="3188430"/>
                </a:lnTo>
                <a:cubicBezTo>
                  <a:pt x="1924953" y="3183065"/>
                  <a:pt x="1918476" y="3177699"/>
                  <a:pt x="1911992" y="3172346"/>
                </a:cubicBezTo>
                <a:close/>
                <a:moveTo>
                  <a:pt x="7725606" y="3169620"/>
                </a:moveTo>
                <a:lnTo>
                  <a:pt x="7728261" y="3172816"/>
                </a:lnTo>
                <a:cubicBezTo>
                  <a:pt x="7721784" y="3178162"/>
                  <a:pt x="7715307" y="3183509"/>
                  <a:pt x="7708831" y="3188869"/>
                </a:cubicBezTo>
                <a:lnTo>
                  <a:pt x="7706808" y="3186416"/>
                </a:lnTo>
                <a:lnTo>
                  <a:pt x="7726230" y="3170371"/>
                </a:lnTo>
                <a:close/>
                <a:moveTo>
                  <a:pt x="7722165" y="3165475"/>
                </a:moveTo>
                <a:lnTo>
                  <a:pt x="7725606" y="3169620"/>
                </a:lnTo>
                <a:lnTo>
                  <a:pt x="7722164" y="3165476"/>
                </a:lnTo>
                <a:close/>
                <a:moveTo>
                  <a:pt x="1918056" y="3164999"/>
                </a:moveTo>
                <a:lnTo>
                  <a:pt x="1918060" y="3165002"/>
                </a:lnTo>
                <a:lnTo>
                  <a:pt x="1914015" y="3169898"/>
                </a:lnTo>
                <a:lnTo>
                  <a:pt x="1914011" y="3169895"/>
                </a:lnTo>
                <a:close/>
                <a:moveTo>
                  <a:pt x="7720133" y="3163030"/>
                </a:moveTo>
                <a:lnTo>
                  <a:pt x="7722164" y="3165476"/>
                </a:lnTo>
                <a:lnTo>
                  <a:pt x="7702798" y="3181534"/>
                </a:lnTo>
                <a:lnTo>
                  <a:pt x="7704746" y="3183916"/>
                </a:lnTo>
                <a:lnTo>
                  <a:pt x="7700766" y="3179089"/>
                </a:lnTo>
                <a:cubicBezTo>
                  <a:pt x="7707180" y="3173730"/>
                  <a:pt x="7713657" y="3168377"/>
                  <a:pt x="7720133" y="3163030"/>
                </a:cubicBezTo>
                <a:close/>
                <a:moveTo>
                  <a:pt x="1920083" y="3162554"/>
                </a:moveTo>
                <a:cubicBezTo>
                  <a:pt x="1926571" y="3167913"/>
                  <a:pt x="1933055" y="3173279"/>
                  <a:pt x="1939532" y="3178651"/>
                </a:cubicBezTo>
                <a:lnTo>
                  <a:pt x="1937506" y="3181096"/>
                </a:lnTo>
                <a:lnTo>
                  <a:pt x="1918060" y="3165002"/>
                </a:lnTo>
                <a:close/>
                <a:moveTo>
                  <a:pt x="1895919" y="3152176"/>
                </a:moveTo>
                <a:lnTo>
                  <a:pt x="1894548" y="3153842"/>
                </a:lnTo>
                <a:lnTo>
                  <a:pt x="1894548" y="3153842"/>
                </a:lnTo>
                <a:close/>
                <a:moveTo>
                  <a:pt x="7761027" y="3133458"/>
                </a:moveTo>
                <a:cubicBezTo>
                  <a:pt x="7754550" y="3138786"/>
                  <a:pt x="7748073" y="3144114"/>
                  <a:pt x="7741596" y="3149448"/>
                </a:cubicBezTo>
                <a:lnTo>
                  <a:pt x="7745660" y="3154350"/>
                </a:lnTo>
                <a:cubicBezTo>
                  <a:pt x="7752137" y="3149016"/>
                  <a:pt x="7758614" y="3143688"/>
                  <a:pt x="7765092" y="3138367"/>
                </a:cubicBezTo>
                <a:close/>
                <a:moveTo>
                  <a:pt x="7759059" y="3131007"/>
                </a:moveTo>
                <a:lnTo>
                  <a:pt x="7767123" y="3140824"/>
                </a:lnTo>
                <a:cubicBezTo>
                  <a:pt x="7760582" y="3146146"/>
                  <a:pt x="7754106" y="3151473"/>
                  <a:pt x="7747629" y="3156801"/>
                </a:cubicBezTo>
                <a:lnTo>
                  <a:pt x="7739564" y="3146997"/>
                </a:lnTo>
                <a:cubicBezTo>
                  <a:pt x="7746042" y="3141663"/>
                  <a:pt x="7752581" y="3136328"/>
                  <a:pt x="7759059" y="3131007"/>
                </a:cubicBezTo>
                <a:close/>
                <a:moveTo>
                  <a:pt x="1881092" y="3130455"/>
                </a:moveTo>
                <a:cubicBezTo>
                  <a:pt x="1887602" y="3135795"/>
                  <a:pt x="1894104" y="3141136"/>
                  <a:pt x="1900601" y="3146489"/>
                </a:cubicBezTo>
                <a:lnTo>
                  <a:pt x="1895919" y="3152176"/>
                </a:lnTo>
                <a:lnTo>
                  <a:pt x="1898580" y="3148940"/>
                </a:lnTo>
                <a:cubicBezTo>
                  <a:pt x="1892084" y="3143593"/>
                  <a:pt x="1885583" y="3138246"/>
                  <a:pt x="1879080" y="3132912"/>
                </a:cubicBezTo>
                <a:lnTo>
                  <a:pt x="1875054" y="3137821"/>
                </a:lnTo>
                <a:lnTo>
                  <a:pt x="1894548" y="3153842"/>
                </a:lnTo>
                <a:lnTo>
                  <a:pt x="1892529" y="3156293"/>
                </a:lnTo>
                <a:cubicBezTo>
                  <a:pt x="1886033" y="3150946"/>
                  <a:pt x="1879538" y="3145606"/>
                  <a:pt x="1873034" y="3140278"/>
                </a:cubicBezTo>
                <a:close/>
                <a:moveTo>
                  <a:pt x="7780540" y="3117486"/>
                </a:moveTo>
                <a:lnTo>
                  <a:pt x="7782570" y="3119981"/>
                </a:lnTo>
                <a:lnTo>
                  <a:pt x="7780522" y="3117501"/>
                </a:lnTo>
                <a:close/>
                <a:moveTo>
                  <a:pt x="1859547" y="3116917"/>
                </a:moveTo>
                <a:lnTo>
                  <a:pt x="1859547" y="3116917"/>
                </a:lnTo>
                <a:lnTo>
                  <a:pt x="1858296" y="3118449"/>
                </a:lnTo>
                <a:close/>
                <a:moveTo>
                  <a:pt x="7804063" y="3106524"/>
                </a:moveTo>
                <a:lnTo>
                  <a:pt x="7806049" y="3108967"/>
                </a:lnTo>
                <a:cubicBezTo>
                  <a:pt x="7799572" y="3114269"/>
                  <a:pt x="7793094" y="3119571"/>
                  <a:pt x="7786555" y="3124880"/>
                </a:cubicBezTo>
                <a:lnTo>
                  <a:pt x="7782570" y="3119981"/>
                </a:lnTo>
                <a:lnTo>
                  <a:pt x="7784586" y="3122422"/>
                </a:lnTo>
                <a:close/>
                <a:moveTo>
                  <a:pt x="7800080" y="3101581"/>
                </a:moveTo>
                <a:lnTo>
                  <a:pt x="7804081" y="3106509"/>
                </a:lnTo>
                <a:lnTo>
                  <a:pt x="7804063" y="3106524"/>
                </a:lnTo>
                <a:lnTo>
                  <a:pt x="7800059" y="3101598"/>
                </a:lnTo>
                <a:close/>
                <a:moveTo>
                  <a:pt x="7798048" y="3099124"/>
                </a:moveTo>
                <a:lnTo>
                  <a:pt x="7800059" y="3101598"/>
                </a:lnTo>
                <a:lnTo>
                  <a:pt x="7780540" y="3117486"/>
                </a:lnTo>
                <a:lnTo>
                  <a:pt x="7778553" y="3115043"/>
                </a:lnTo>
                <a:cubicBezTo>
                  <a:pt x="7785031" y="3109729"/>
                  <a:pt x="7791507" y="3104426"/>
                  <a:pt x="7798048" y="3099124"/>
                </a:cubicBezTo>
                <a:close/>
                <a:moveTo>
                  <a:pt x="1841989" y="3098502"/>
                </a:moveTo>
                <a:cubicBezTo>
                  <a:pt x="1848517" y="3103816"/>
                  <a:pt x="1855038" y="3109138"/>
                  <a:pt x="1861554" y="3114459"/>
                </a:cubicBezTo>
                <a:lnTo>
                  <a:pt x="1859547" y="3116917"/>
                </a:lnTo>
                <a:lnTo>
                  <a:pt x="1839989" y="3100965"/>
                </a:lnTo>
                <a:lnTo>
                  <a:pt x="1835976" y="3105887"/>
                </a:lnTo>
                <a:cubicBezTo>
                  <a:pt x="1842497" y="3111195"/>
                  <a:pt x="1849012" y="3116516"/>
                  <a:pt x="1855527" y="3121838"/>
                </a:cubicBezTo>
                <a:lnTo>
                  <a:pt x="1858296" y="3118449"/>
                </a:lnTo>
                <a:lnTo>
                  <a:pt x="1853522" y="3124295"/>
                </a:lnTo>
                <a:cubicBezTo>
                  <a:pt x="1847006" y="3118974"/>
                  <a:pt x="1840491" y="3113659"/>
                  <a:pt x="1833969" y="3108351"/>
                </a:cubicBezTo>
                <a:close/>
                <a:moveTo>
                  <a:pt x="7819593" y="3085679"/>
                </a:moveTo>
                <a:lnTo>
                  <a:pt x="7823594" y="3090613"/>
                </a:lnTo>
                <a:lnTo>
                  <a:pt x="7823575" y="3090628"/>
                </a:lnTo>
                <a:lnTo>
                  <a:pt x="7819574" y="3085694"/>
                </a:lnTo>
                <a:close/>
                <a:moveTo>
                  <a:pt x="7840972" y="3072074"/>
                </a:moveTo>
                <a:lnTo>
                  <a:pt x="7845165" y="3077248"/>
                </a:lnTo>
                <a:cubicBezTo>
                  <a:pt x="7838624" y="3082525"/>
                  <a:pt x="7832084" y="3087808"/>
                  <a:pt x="7825606" y="3093092"/>
                </a:cubicBezTo>
                <a:lnTo>
                  <a:pt x="7823594" y="3090613"/>
                </a:lnTo>
                <a:lnTo>
                  <a:pt x="7843132" y="3074785"/>
                </a:lnTo>
                <a:close/>
                <a:moveTo>
                  <a:pt x="7839196" y="3069844"/>
                </a:moveTo>
                <a:lnTo>
                  <a:pt x="7840972" y="3072074"/>
                </a:lnTo>
                <a:lnTo>
                  <a:pt x="7839177" y="3069859"/>
                </a:lnTo>
                <a:close/>
                <a:moveTo>
                  <a:pt x="1800778" y="3069152"/>
                </a:moveTo>
                <a:lnTo>
                  <a:pt x="1796784" y="3074092"/>
                </a:lnTo>
                <a:cubicBezTo>
                  <a:pt x="1803324" y="3079375"/>
                  <a:pt x="1809865" y="3084672"/>
                  <a:pt x="1816392" y="3089974"/>
                </a:cubicBezTo>
                <a:lnTo>
                  <a:pt x="1820394" y="3085040"/>
                </a:lnTo>
                <a:cubicBezTo>
                  <a:pt x="1813860" y="3079737"/>
                  <a:pt x="1807318" y="3074442"/>
                  <a:pt x="1800778" y="3069152"/>
                </a:cubicBezTo>
                <a:close/>
                <a:moveTo>
                  <a:pt x="7837164" y="3067374"/>
                </a:moveTo>
                <a:lnTo>
                  <a:pt x="7839177" y="3069859"/>
                </a:lnTo>
                <a:lnTo>
                  <a:pt x="7819593" y="3085679"/>
                </a:lnTo>
                <a:lnTo>
                  <a:pt x="7817606" y="3083230"/>
                </a:lnTo>
                <a:cubicBezTo>
                  <a:pt x="7824146" y="3077941"/>
                  <a:pt x="7830623" y="3072657"/>
                  <a:pt x="7837164" y="3067374"/>
                </a:cubicBezTo>
                <a:close/>
                <a:moveTo>
                  <a:pt x="1802772" y="3066682"/>
                </a:moveTo>
                <a:cubicBezTo>
                  <a:pt x="1809319" y="3071972"/>
                  <a:pt x="1815859" y="3077274"/>
                  <a:pt x="1822400" y="3082576"/>
                </a:cubicBezTo>
                <a:lnTo>
                  <a:pt x="1814392" y="3092437"/>
                </a:lnTo>
                <a:cubicBezTo>
                  <a:pt x="1807864" y="3087135"/>
                  <a:pt x="1801330" y="3081846"/>
                  <a:pt x="1794790" y="3076556"/>
                </a:cubicBezTo>
                <a:close/>
                <a:moveTo>
                  <a:pt x="7858763" y="3054020"/>
                </a:moveTo>
                <a:lnTo>
                  <a:pt x="7860676" y="3056403"/>
                </a:lnTo>
                <a:lnTo>
                  <a:pt x="7858754" y="3054026"/>
                </a:lnTo>
                <a:close/>
                <a:moveTo>
                  <a:pt x="1781131" y="3053303"/>
                </a:moveTo>
                <a:lnTo>
                  <a:pt x="1781131" y="3053303"/>
                </a:lnTo>
                <a:lnTo>
                  <a:pt x="1779312" y="3055560"/>
                </a:lnTo>
                <a:close/>
                <a:moveTo>
                  <a:pt x="7882365" y="3043209"/>
                </a:moveTo>
                <a:lnTo>
                  <a:pt x="7884344" y="3045676"/>
                </a:lnTo>
                <a:cubicBezTo>
                  <a:pt x="7877804" y="3050927"/>
                  <a:pt x="7871263" y="3056185"/>
                  <a:pt x="7864723" y="3061443"/>
                </a:cubicBezTo>
                <a:lnTo>
                  <a:pt x="7860676" y="3056403"/>
                </a:lnTo>
                <a:lnTo>
                  <a:pt x="7862755" y="3058973"/>
                </a:lnTo>
                <a:close/>
                <a:moveTo>
                  <a:pt x="7880379" y="3040731"/>
                </a:moveTo>
                <a:lnTo>
                  <a:pt x="7882376" y="3043200"/>
                </a:lnTo>
                <a:lnTo>
                  <a:pt x="7882365" y="3043209"/>
                </a:lnTo>
                <a:close/>
                <a:moveTo>
                  <a:pt x="1759433" y="3040013"/>
                </a:moveTo>
                <a:lnTo>
                  <a:pt x="1757490" y="3042438"/>
                </a:lnTo>
                <a:cubicBezTo>
                  <a:pt x="1764044" y="3047702"/>
                  <a:pt x="1770596" y="3052972"/>
                  <a:pt x="1777149" y="3058243"/>
                </a:cubicBezTo>
                <a:lnTo>
                  <a:pt x="1779312" y="3055560"/>
                </a:lnTo>
                <a:lnTo>
                  <a:pt x="1775156" y="3060719"/>
                </a:lnTo>
                <a:cubicBezTo>
                  <a:pt x="1768609" y="3055442"/>
                  <a:pt x="1762055" y="3050178"/>
                  <a:pt x="1755503" y="3044914"/>
                </a:cubicBezTo>
                <a:close/>
                <a:moveTo>
                  <a:pt x="1761458" y="3037484"/>
                </a:moveTo>
                <a:lnTo>
                  <a:pt x="1761460" y="3037486"/>
                </a:lnTo>
                <a:lnTo>
                  <a:pt x="1759433" y="3040013"/>
                </a:lnTo>
                <a:close/>
                <a:moveTo>
                  <a:pt x="7876406" y="3035776"/>
                </a:moveTo>
                <a:lnTo>
                  <a:pt x="7880379" y="3040731"/>
                </a:lnTo>
                <a:lnTo>
                  <a:pt x="7878375" y="3038253"/>
                </a:lnTo>
                <a:lnTo>
                  <a:pt x="7858763" y="3054020"/>
                </a:lnTo>
                <a:lnTo>
                  <a:pt x="7856785" y="3051556"/>
                </a:lnTo>
                <a:cubicBezTo>
                  <a:pt x="7863326" y="3046292"/>
                  <a:pt x="7869867" y="3041028"/>
                  <a:pt x="7876406" y="3035776"/>
                </a:cubicBezTo>
                <a:close/>
                <a:moveTo>
                  <a:pt x="1763446" y="3035008"/>
                </a:moveTo>
                <a:cubicBezTo>
                  <a:pt x="1770012" y="3040279"/>
                  <a:pt x="1776572" y="3045549"/>
                  <a:pt x="1783126" y="3050826"/>
                </a:cubicBezTo>
                <a:lnTo>
                  <a:pt x="1781131" y="3053303"/>
                </a:lnTo>
                <a:lnTo>
                  <a:pt x="1761460" y="3037486"/>
                </a:lnTo>
                <a:close/>
                <a:moveTo>
                  <a:pt x="1719686" y="3008887"/>
                </a:moveTo>
                <a:lnTo>
                  <a:pt x="1718064" y="3010924"/>
                </a:lnTo>
                <a:lnTo>
                  <a:pt x="1718063" y="3010923"/>
                </a:lnTo>
                <a:close/>
                <a:moveTo>
                  <a:pt x="7917745" y="3006789"/>
                </a:moveTo>
                <a:cubicBezTo>
                  <a:pt x="7911142" y="3012021"/>
                  <a:pt x="7904601" y="3017254"/>
                  <a:pt x="7898060" y="3022499"/>
                </a:cubicBezTo>
                <a:lnTo>
                  <a:pt x="7901997" y="3027458"/>
                </a:lnTo>
                <a:cubicBezTo>
                  <a:pt x="7908538" y="3022219"/>
                  <a:pt x="7915142" y="3016980"/>
                  <a:pt x="7921682" y="3011754"/>
                </a:cubicBezTo>
                <a:close/>
                <a:moveTo>
                  <a:pt x="7915777" y="3004306"/>
                </a:moveTo>
                <a:lnTo>
                  <a:pt x="7923651" y="3014237"/>
                </a:lnTo>
                <a:cubicBezTo>
                  <a:pt x="7917110" y="3019463"/>
                  <a:pt x="7910569" y="3024696"/>
                  <a:pt x="7903966" y="3029941"/>
                </a:cubicBezTo>
                <a:lnTo>
                  <a:pt x="7896092" y="3020022"/>
                </a:lnTo>
                <a:cubicBezTo>
                  <a:pt x="7902632" y="3014777"/>
                  <a:pt x="7909173" y="3009538"/>
                  <a:pt x="7915777" y="3004306"/>
                </a:cubicBezTo>
                <a:close/>
                <a:moveTo>
                  <a:pt x="1724000" y="3003468"/>
                </a:moveTo>
                <a:cubicBezTo>
                  <a:pt x="1730585" y="3008713"/>
                  <a:pt x="1737163" y="3013964"/>
                  <a:pt x="1743736" y="3019222"/>
                </a:cubicBezTo>
                <a:lnTo>
                  <a:pt x="1735804" y="3029141"/>
                </a:lnTo>
                <a:cubicBezTo>
                  <a:pt x="1729239" y="3023889"/>
                  <a:pt x="1722667" y="3018644"/>
                  <a:pt x="1716088" y="3013405"/>
                </a:cubicBezTo>
                <a:lnTo>
                  <a:pt x="1718064" y="3010924"/>
                </a:lnTo>
                <a:lnTo>
                  <a:pt x="1737786" y="3026658"/>
                </a:lnTo>
                <a:lnTo>
                  <a:pt x="1741754" y="3021698"/>
                </a:lnTo>
                <a:cubicBezTo>
                  <a:pt x="1735183" y="3016447"/>
                  <a:pt x="1728604" y="3011195"/>
                  <a:pt x="1722026" y="3005950"/>
                </a:cubicBezTo>
                <a:lnTo>
                  <a:pt x="1719686" y="3008887"/>
                </a:lnTo>
                <a:close/>
                <a:moveTo>
                  <a:pt x="7937431" y="2991117"/>
                </a:moveTo>
                <a:lnTo>
                  <a:pt x="7938585" y="2992575"/>
                </a:lnTo>
                <a:lnTo>
                  <a:pt x="7937431" y="2991117"/>
                </a:lnTo>
                <a:close/>
                <a:moveTo>
                  <a:pt x="1702270" y="2990247"/>
                </a:moveTo>
                <a:lnTo>
                  <a:pt x="1702270" y="2990247"/>
                </a:lnTo>
                <a:lnTo>
                  <a:pt x="1700913" y="2991956"/>
                </a:lnTo>
                <a:close/>
                <a:moveTo>
                  <a:pt x="1678543" y="2979550"/>
                </a:moveTo>
                <a:lnTo>
                  <a:pt x="1698321" y="2995219"/>
                </a:lnTo>
                <a:lnTo>
                  <a:pt x="1700913" y="2991956"/>
                </a:lnTo>
                <a:lnTo>
                  <a:pt x="1696346" y="2997708"/>
                </a:lnTo>
                <a:cubicBezTo>
                  <a:pt x="1689762" y="2992476"/>
                  <a:pt x="1683163" y="2987256"/>
                  <a:pt x="1676572" y="2982043"/>
                </a:cubicBezTo>
                <a:close/>
                <a:moveTo>
                  <a:pt x="1682477" y="2974569"/>
                </a:moveTo>
                <a:lnTo>
                  <a:pt x="1682479" y="2974570"/>
                </a:lnTo>
                <a:lnTo>
                  <a:pt x="1678543" y="2979550"/>
                </a:lnTo>
                <a:lnTo>
                  <a:pt x="1678540" y="2979547"/>
                </a:lnTo>
                <a:close/>
                <a:moveTo>
                  <a:pt x="7955210" y="2972981"/>
                </a:moveTo>
                <a:lnTo>
                  <a:pt x="7963084" y="2982944"/>
                </a:lnTo>
                <a:cubicBezTo>
                  <a:pt x="7956481" y="2988151"/>
                  <a:pt x="7949940" y="2993358"/>
                  <a:pt x="7943336" y="2998578"/>
                </a:cubicBezTo>
                <a:lnTo>
                  <a:pt x="7938585" y="2992575"/>
                </a:lnTo>
                <a:lnTo>
                  <a:pt x="7941368" y="2996089"/>
                </a:lnTo>
                <a:cubicBezTo>
                  <a:pt x="7947971" y="2990869"/>
                  <a:pt x="7954512" y="2985662"/>
                  <a:pt x="7961116" y="2980455"/>
                </a:cubicBezTo>
                <a:lnTo>
                  <a:pt x="7957179" y="2975477"/>
                </a:lnTo>
                <a:lnTo>
                  <a:pt x="7937431" y="2991117"/>
                </a:lnTo>
                <a:lnTo>
                  <a:pt x="7935462" y="2988628"/>
                </a:lnTo>
                <a:cubicBezTo>
                  <a:pt x="7942066" y="2983408"/>
                  <a:pt x="7948607" y="2978195"/>
                  <a:pt x="7955210" y="2972981"/>
                </a:cubicBezTo>
                <a:close/>
                <a:moveTo>
                  <a:pt x="1684446" y="2972080"/>
                </a:moveTo>
                <a:cubicBezTo>
                  <a:pt x="1691050" y="2977299"/>
                  <a:pt x="1697647" y="2982525"/>
                  <a:pt x="1704245" y="2987758"/>
                </a:cubicBezTo>
                <a:lnTo>
                  <a:pt x="1702270" y="2990247"/>
                </a:lnTo>
                <a:lnTo>
                  <a:pt x="1682479" y="2974570"/>
                </a:lnTo>
                <a:close/>
                <a:moveTo>
                  <a:pt x="7976928" y="2959868"/>
                </a:moveTo>
                <a:lnTo>
                  <a:pt x="7978437" y="2961780"/>
                </a:lnTo>
                <a:lnTo>
                  <a:pt x="7976927" y="2959868"/>
                </a:lnTo>
                <a:close/>
                <a:moveTo>
                  <a:pt x="1662657" y="2958928"/>
                </a:moveTo>
                <a:lnTo>
                  <a:pt x="1662659" y="2958929"/>
                </a:lnTo>
                <a:lnTo>
                  <a:pt x="1660694" y="2961421"/>
                </a:lnTo>
                <a:close/>
                <a:moveTo>
                  <a:pt x="1640927" y="2945736"/>
                </a:moveTo>
                <a:lnTo>
                  <a:pt x="1638897" y="2948324"/>
                </a:lnTo>
                <a:cubicBezTo>
                  <a:pt x="1645514" y="2953512"/>
                  <a:pt x="1652119" y="2958713"/>
                  <a:pt x="1658728" y="2963913"/>
                </a:cubicBezTo>
                <a:lnTo>
                  <a:pt x="1660694" y="2961421"/>
                </a:lnTo>
                <a:lnTo>
                  <a:pt x="1656766" y="2966409"/>
                </a:lnTo>
                <a:cubicBezTo>
                  <a:pt x="1650156" y="2961208"/>
                  <a:pt x="1643552" y="2956008"/>
                  <a:pt x="1636935" y="2950820"/>
                </a:cubicBezTo>
                <a:close/>
                <a:moveTo>
                  <a:pt x="1642815" y="2943327"/>
                </a:moveTo>
                <a:lnTo>
                  <a:pt x="1642817" y="2943329"/>
                </a:lnTo>
                <a:lnTo>
                  <a:pt x="1640927" y="2945736"/>
                </a:lnTo>
                <a:close/>
                <a:moveTo>
                  <a:pt x="7994771" y="2941803"/>
                </a:moveTo>
                <a:lnTo>
                  <a:pt x="8002644" y="2951791"/>
                </a:lnTo>
                <a:cubicBezTo>
                  <a:pt x="7996041" y="2956973"/>
                  <a:pt x="7989437" y="2962155"/>
                  <a:pt x="7982832" y="2967349"/>
                </a:cubicBezTo>
                <a:lnTo>
                  <a:pt x="7978437" y="2961780"/>
                </a:lnTo>
                <a:lnTo>
                  <a:pt x="7980864" y="2964853"/>
                </a:lnTo>
                <a:cubicBezTo>
                  <a:pt x="7987469" y="2959659"/>
                  <a:pt x="7994072" y="2954477"/>
                  <a:pt x="8000676" y="2949296"/>
                </a:cubicBezTo>
                <a:lnTo>
                  <a:pt x="7996739" y="2944305"/>
                </a:lnTo>
                <a:lnTo>
                  <a:pt x="7976928" y="2959868"/>
                </a:lnTo>
                <a:lnTo>
                  <a:pt x="7974959" y="2957373"/>
                </a:lnTo>
                <a:cubicBezTo>
                  <a:pt x="7981563" y="2952178"/>
                  <a:pt x="7988167" y="2946984"/>
                  <a:pt x="7994771" y="2941803"/>
                </a:cubicBezTo>
                <a:close/>
                <a:moveTo>
                  <a:pt x="1644777" y="2940831"/>
                </a:moveTo>
                <a:cubicBezTo>
                  <a:pt x="1651394" y="2946025"/>
                  <a:pt x="1658011" y="2951226"/>
                  <a:pt x="1664621" y="2956433"/>
                </a:cubicBezTo>
                <a:lnTo>
                  <a:pt x="1662657" y="2958928"/>
                </a:lnTo>
                <a:lnTo>
                  <a:pt x="1642817" y="2943329"/>
                </a:lnTo>
                <a:close/>
                <a:moveTo>
                  <a:pt x="8016552" y="2928773"/>
                </a:moveTo>
                <a:lnTo>
                  <a:pt x="8017945" y="2930543"/>
                </a:lnTo>
                <a:lnTo>
                  <a:pt x="8016551" y="2928773"/>
                </a:lnTo>
                <a:close/>
                <a:moveTo>
                  <a:pt x="8038638" y="2916127"/>
                </a:moveTo>
                <a:lnTo>
                  <a:pt x="8042269" y="2920784"/>
                </a:lnTo>
                <a:cubicBezTo>
                  <a:pt x="8035665" y="2925941"/>
                  <a:pt x="8029061" y="2931103"/>
                  <a:pt x="8022456" y="2936272"/>
                </a:cubicBezTo>
                <a:lnTo>
                  <a:pt x="8017945" y="2930543"/>
                </a:lnTo>
                <a:lnTo>
                  <a:pt x="8020488" y="2933770"/>
                </a:lnTo>
                <a:cubicBezTo>
                  <a:pt x="8027093" y="2928601"/>
                  <a:pt x="8033696" y="2923432"/>
                  <a:pt x="8040300" y="2918276"/>
                </a:cubicBezTo>
                <a:close/>
                <a:moveTo>
                  <a:pt x="8036427" y="2913266"/>
                </a:moveTo>
                <a:lnTo>
                  <a:pt x="8038638" y="2916127"/>
                </a:lnTo>
                <a:lnTo>
                  <a:pt x="8036415" y="2913275"/>
                </a:lnTo>
                <a:close/>
                <a:moveTo>
                  <a:pt x="1603039" y="2912224"/>
                </a:moveTo>
                <a:lnTo>
                  <a:pt x="1603039" y="2912224"/>
                </a:lnTo>
                <a:lnTo>
                  <a:pt x="1599135" y="2917235"/>
                </a:lnTo>
                <a:lnTo>
                  <a:pt x="1599134" y="2917234"/>
                </a:lnTo>
                <a:close/>
                <a:moveTo>
                  <a:pt x="8034458" y="2910764"/>
                </a:moveTo>
                <a:lnTo>
                  <a:pt x="8036415" y="2913275"/>
                </a:lnTo>
                <a:lnTo>
                  <a:pt x="8016552" y="2928773"/>
                </a:lnTo>
                <a:lnTo>
                  <a:pt x="8014582" y="2926271"/>
                </a:lnTo>
                <a:cubicBezTo>
                  <a:pt x="8021250" y="2921095"/>
                  <a:pt x="8027855" y="2915926"/>
                  <a:pt x="8034458" y="2910764"/>
                </a:cubicBezTo>
                <a:close/>
                <a:moveTo>
                  <a:pt x="1604988" y="2909723"/>
                </a:moveTo>
                <a:cubicBezTo>
                  <a:pt x="1611631" y="2914892"/>
                  <a:pt x="1618266" y="2920073"/>
                  <a:pt x="1624902" y="2925261"/>
                </a:cubicBezTo>
                <a:lnTo>
                  <a:pt x="1617079" y="2935269"/>
                </a:lnTo>
                <a:cubicBezTo>
                  <a:pt x="1610450" y="2930081"/>
                  <a:pt x="1603820" y="2924905"/>
                  <a:pt x="1597184" y="2919737"/>
                </a:cubicBezTo>
                <a:lnTo>
                  <a:pt x="1599135" y="2917235"/>
                </a:lnTo>
                <a:lnTo>
                  <a:pt x="1619034" y="2932767"/>
                </a:lnTo>
                <a:lnTo>
                  <a:pt x="1622946" y="2927763"/>
                </a:lnTo>
                <a:lnTo>
                  <a:pt x="1603039" y="2912224"/>
                </a:lnTo>
                <a:close/>
                <a:moveTo>
                  <a:pt x="8058284" y="2900377"/>
                </a:moveTo>
                <a:lnTo>
                  <a:pt x="8060185" y="2902819"/>
                </a:lnTo>
                <a:lnTo>
                  <a:pt x="8060176" y="2902826"/>
                </a:lnTo>
                <a:close/>
                <a:moveTo>
                  <a:pt x="1583111" y="2896729"/>
                </a:moveTo>
                <a:lnTo>
                  <a:pt x="1583113" y="2896730"/>
                </a:lnTo>
                <a:lnTo>
                  <a:pt x="1579221" y="2901747"/>
                </a:lnTo>
                <a:lnTo>
                  <a:pt x="1579218" y="2901746"/>
                </a:lnTo>
                <a:close/>
                <a:moveTo>
                  <a:pt x="8080093" y="2887432"/>
                </a:moveTo>
                <a:lnTo>
                  <a:pt x="8082019" y="2889930"/>
                </a:lnTo>
                <a:cubicBezTo>
                  <a:pt x="8075416" y="2895054"/>
                  <a:pt x="8068748" y="2900191"/>
                  <a:pt x="8062144" y="2905335"/>
                </a:cubicBezTo>
                <a:lnTo>
                  <a:pt x="8060185" y="2902819"/>
                </a:lnTo>
                <a:close/>
                <a:moveTo>
                  <a:pt x="1559283" y="2886305"/>
                </a:moveTo>
                <a:lnTo>
                  <a:pt x="1579218" y="2901746"/>
                </a:lnTo>
                <a:lnTo>
                  <a:pt x="1577271" y="2904255"/>
                </a:lnTo>
                <a:cubicBezTo>
                  <a:pt x="1570628" y="2899105"/>
                  <a:pt x="1563986" y="2893956"/>
                  <a:pt x="1557338" y="2888818"/>
                </a:cubicBezTo>
                <a:close/>
                <a:moveTo>
                  <a:pt x="8077957" y="2884662"/>
                </a:moveTo>
                <a:lnTo>
                  <a:pt x="8080115" y="2887415"/>
                </a:lnTo>
                <a:lnTo>
                  <a:pt x="8080093" y="2887432"/>
                </a:lnTo>
                <a:close/>
                <a:moveTo>
                  <a:pt x="1563167" y="2881281"/>
                </a:moveTo>
                <a:lnTo>
                  <a:pt x="1563169" y="2881282"/>
                </a:lnTo>
                <a:lnTo>
                  <a:pt x="1559283" y="2886305"/>
                </a:lnTo>
                <a:lnTo>
                  <a:pt x="1559281" y="2886304"/>
                </a:lnTo>
                <a:close/>
                <a:moveTo>
                  <a:pt x="8074273" y="2879884"/>
                </a:moveTo>
                <a:lnTo>
                  <a:pt x="8077957" y="2884662"/>
                </a:lnTo>
                <a:lnTo>
                  <a:pt x="8076178" y="2882392"/>
                </a:lnTo>
                <a:cubicBezTo>
                  <a:pt x="8069574" y="2887523"/>
                  <a:pt x="8062907" y="2892660"/>
                  <a:pt x="8056302" y="2897810"/>
                </a:cubicBezTo>
                <a:lnTo>
                  <a:pt x="8058284" y="2900377"/>
                </a:lnTo>
                <a:lnTo>
                  <a:pt x="8054334" y="2895302"/>
                </a:lnTo>
                <a:cubicBezTo>
                  <a:pt x="8061001" y="2890152"/>
                  <a:pt x="8067606" y="2885015"/>
                  <a:pt x="8074273" y="2879884"/>
                </a:cubicBezTo>
                <a:close/>
                <a:moveTo>
                  <a:pt x="1565110" y="2878772"/>
                </a:moveTo>
                <a:cubicBezTo>
                  <a:pt x="1571759" y="2883916"/>
                  <a:pt x="1578413" y="2889066"/>
                  <a:pt x="1585055" y="2894222"/>
                </a:cubicBezTo>
                <a:lnTo>
                  <a:pt x="1583111" y="2896729"/>
                </a:lnTo>
                <a:lnTo>
                  <a:pt x="1563169" y="2881282"/>
                </a:lnTo>
                <a:close/>
                <a:moveTo>
                  <a:pt x="8096136" y="2866979"/>
                </a:moveTo>
                <a:lnTo>
                  <a:pt x="8098057" y="2869475"/>
                </a:lnTo>
                <a:lnTo>
                  <a:pt x="8096117" y="2866993"/>
                </a:lnTo>
                <a:close/>
                <a:moveTo>
                  <a:pt x="8119982" y="2856690"/>
                </a:moveTo>
                <a:lnTo>
                  <a:pt x="8121898" y="2859202"/>
                </a:lnTo>
                <a:cubicBezTo>
                  <a:pt x="8115231" y="2864307"/>
                  <a:pt x="8108626" y="2869419"/>
                  <a:pt x="8101959" y="2874544"/>
                </a:cubicBezTo>
                <a:lnTo>
                  <a:pt x="8098057" y="2869475"/>
                </a:lnTo>
                <a:lnTo>
                  <a:pt x="8100054" y="2872029"/>
                </a:lnTo>
                <a:close/>
                <a:moveTo>
                  <a:pt x="8118016" y="2854112"/>
                </a:moveTo>
                <a:lnTo>
                  <a:pt x="8119993" y="2856681"/>
                </a:lnTo>
                <a:lnTo>
                  <a:pt x="8119982" y="2856690"/>
                </a:lnTo>
                <a:close/>
                <a:moveTo>
                  <a:pt x="1521265" y="2852919"/>
                </a:moveTo>
                <a:lnTo>
                  <a:pt x="1519284" y="2855502"/>
                </a:lnTo>
                <a:lnTo>
                  <a:pt x="1519282" y="2855500"/>
                </a:lnTo>
                <a:close/>
                <a:moveTo>
                  <a:pt x="8114214" y="2849125"/>
                </a:moveTo>
                <a:lnTo>
                  <a:pt x="8118016" y="2854112"/>
                </a:lnTo>
                <a:lnTo>
                  <a:pt x="8116119" y="2851645"/>
                </a:lnTo>
                <a:lnTo>
                  <a:pt x="8096136" y="2866979"/>
                </a:lnTo>
                <a:lnTo>
                  <a:pt x="8094212" y="2864479"/>
                </a:lnTo>
                <a:cubicBezTo>
                  <a:pt x="8100880" y="2859354"/>
                  <a:pt x="8107547" y="2854236"/>
                  <a:pt x="8114214" y="2849125"/>
                </a:cubicBezTo>
                <a:close/>
                <a:moveTo>
                  <a:pt x="1525080" y="2847943"/>
                </a:moveTo>
                <a:cubicBezTo>
                  <a:pt x="1531760" y="2853068"/>
                  <a:pt x="1538434" y="2858199"/>
                  <a:pt x="1545108" y="2863336"/>
                </a:cubicBezTo>
                <a:lnTo>
                  <a:pt x="1537355" y="2873401"/>
                </a:lnTo>
                <a:cubicBezTo>
                  <a:pt x="1530693" y="2868263"/>
                  <a:pt x="1524026" y="2863139"/>
                  <a:pt x="1517352" y="2858021"/>
                </a:cubicBezTo>
                <a:lnTo>
                  <a:pt x="1519284" y="2855502"/>
                </a:lnTo>
                <a:lnTo>
                  <a:pt x="1539291" y="2870880"/>
                </a:lnTo>
                <a:lnTo>
                  <a:pt x="1543165" y="2865850"/>
                </a:lnTo>
                <a:cubicBezTo>
                  <a:pt x="1536497" y="2860713"/>
                  <a:pt x="1529823" y="2855582"/>
                  <a:pt x="1523149" y="2850465"/>
                </a:cubicBezTo>
                <a:lnTo>
                  <a:pt x="1521265" y="2852919"/>
                </a:lnTo>
                <a:close/>
                <a:moveTo>
                  <a:pt x="8138018" y="2838849"/>
                </a:moveTo>
                <a:lnTo>
                  <a:pt x="8139952" y="2841368"/>
                </a:lnTo>
                <a:lnTo>
                  <a:pt x="8139931" y="2841384"/>
                </a:lnTo>
                <a:close/>
                <a:moveTo>
                  <a:pt x="1501478" y="2837268"/>
                </a:moveTo>
                <a:lnTo>
                  <a:pt x="1499261" y="2840171"/>
                </a:lnTo>
                <a:lnTo>
                  <a:pt x="1499259" y="2840170"/>
                </a:lnTo>
                <a:close/>
                <a:moveTo>
                  <a:pt x="8159987" y="2826115"/>
                </a:moveTo>
                <a:lnTo>
                  <a:pt x="8161903" y="2828633"/>
                </a:lnTo>
                <a:cubicBezTo>
                  <a:pt x="8155235" y="2833713"/>
                  <a:pt x="8148568" y="2838806"/>
                  <a:pt x="8141900" y="2843905"/>
                </a:cubicBezTo>
                <a:lnTo>
                  <a:pt x="8139952" y="2841368"/>
                </a:lnTo>
                <a:close/>
                <a:moveTo>
                  <a:pt x="1479196" y="2824862"/>
                </a:moveTo>
                <a:lnTo>
                  <a:pt x="1499259" y="2840170"/>
                </a:lnTo>
                <a:lnTo>
                  <a:pt x="1497330" y="2842692"/>
                </a:lnTo>
                <a:cubicBezTo>
                  <a:pt x="1490650" y="2837587"/>
                  <a:pt x="1483964" y="2832481"/>
                  <a:pt x="1477271" y="2827388"/>
                </a:cubicBezTo>
                <a:close/>
                <a:moveTo>
                  <a:pt x="8158051" y="2823569"/>
                </a:moveTo>
                <a:lnTo>
                  <a:pt x="8159998" y="2826106"/>
                </a:lnTo>
                <a:lnTo>
                  <a:pt x="8159987" y="2826115"/>
                </a:lnTo>
                <a:close/>
                <a:moveTo>
                  <a:pt x="1481119" y="2822337"/>
                </a:moveTo>
                <a:lnTo>
                  <a:pt x="1479196" y="2824862"/>
                </a:lnTo>
                <a:lnTo>
                  <a:pt x="1479195" y="2824861"/>
                </a:lnTo>
                <a:close/>
                <a:moveTo>
                  <a:pt x="8154219" y="2818530"/>
                </a:moveTo>
                <a:lnTo>
                  <a:pt x="8158051" y="2823569"/>
                </a:lnTo>
                <a:lnTo>
                  <a:pt x="8156124" y="2821057"/>
                </a:lnTo>
                <a:cubicBezTo>
                  <a:pt x="8149456" y="2826144"/>
                  <a:pt x="8142789" y="2831237"/>
                  <a:pt x="8136122" y="2836336"/>
                </a:cubicBezTo>
                <a:lnTo>
                  <a:pt x="8138018" y="2838849"/>
                </a:lnTo>
                <a:lnTo>
                  <a:pt x="8134153" y="2833815"/>
                </a:lnTo>
                <a:cubicBezTo>
                  <a:pt x="8140821" y="2828709"/>
                  <a:pt x="8147552" y="2823617"/>
                  <a:pt x="8154219" y="2818530"/>
                </a:cubicBezTo>
                <a:close/>
                <a:moveTo>
                  <a:pt x="1484968" y="2817286"/>
                </a:moveTo>
                <a:cubicBezTo>
                  <a:pt x="1491660" y="2822384"/>
                  <a:pt x="1498353" y="2827490"/>
                  <a:pt x="1505045" y="2832602"/>
                </a:cubicBezTo>
                <a:lnTo>
                  <a:pt x="1501478" y="2837268"/>
                </a:lnTo>
                <a:lnTo>
                  <a:pt x="1503115" y="2835123"/>
                </a:lnTo>
                <a:cubicBezTo>
                  <a:pt x="1496429" y="2830011"/>
                  <a:pt x="1489736" y="2824906"/>
                  <a:pt x="1483043" y="2819813"/>
                </a:cubicBezTo>
                <a:lnTo>
                  <a:pt x="1481119" y="2822337"/>
                </a:lnTo>
                <a:close/>
                <a:moveTo>
                  <a:pt x="8176202" y="2805802"/>
                </a:moveTo>
                <a:lnTo>
                  <a:pt x="8180029" y="2810844"/>
                </a:lnTo>
                <a:lnTo>
                  <a:pt x="8180000" y="2810866"/>
                </a:lnTo>
                <a:lnTo>
                  <a:pt x="8176190" y="2805811"/>
                </a:lnTo>
                <a:close/>
                <a:moveTo>
                  <a:pt x="1462931" y="2804534"/>
                </a:moveTo>
                <a:lnTo>
                  <a:pt x="1462932" y="2804535"/>
                </a:lnTo>
                <a:lnTo>
                  <a:pt x="1461015" y="2807062"/>
                </a:lnTo>
                <a:close/>
                <a:moveTo>
                  <a:pt x="8200066" y="2795677"/>
                </a:moveTo>
                <a:lnTo>
                  <a:pt x="8201971" y="2798210"/>
                </a:lnTo>
                <a:cubicBezTo>
                  <a:pt x="8195304" y="2803265"/>
                  <a:pt x="8188636" y="2808326"/>
                  <a:pt x="8181969" y="2813399"/>
                </a:cubicBezTo>
                <a:lnTo>
                  <a:pt x="8180029" y="2810844"/>
                </a:lnTo>
                <a:close/>
                <a:moveTo>
                  <a:pt x="1440784" y="2791987"/>
                </a:moveTo>
                <a:lnTo>
                  <a:pt x="1438987" y="2794368"/>
                </a:lnTo>
                <a:cubicBezTo>
                  <a:pt x="1445692" y="2799436"/>
                  <a:pt x="1452398" y="2804510"/>
                  <a:pt x="1459098" y="2809589"/>
                </a:cubicBezTo>
                <a:lnTo>
                  <a:pt x="1461015" y="2807062"/>
                </a:lnTo>
                <a:lnTo>
                  <a:pt x="1457179" y="2812123"/>
                </a:lnTo>
                <a:cubicBezTo>
                  <a:pt x="1450480" y="2807037"/>
                  <a:pt x="1443774" y="2801963"/>
                  <a:pt x="1437069" y="2796902"/>
                </a:cubicBezTo>
                <a:close/>
                <a:moveTo>
                  <a:pt x="8196257" y="2790609"/>
                </a:moveTo>
                <a:lnTo>
                  <a:pt x="8200067" y="2795676"/>
                </a:lnTo>
                <a:lnTo>
                  <a:pt x="8200066" y="2795677"/>
                </a:lnTo>
                <a:lnTo>
                  <a:pt x="8196256" y="2790610"/>
                </a:lnTo>
                <a:close/>
                <a:moveTo>
                  <a:pt x="1442810" y="2789301"/>
                </a:moveTo>
                <a:lnTo>
                  <a:pt x="1442812" y="2789303"/>
                </a:lnTo>
                <a:lnTo>
                  <a:pt x="1440784" y="2791987"/>
                </a:lnTo>
                <a:close/>
                <a:moveTo>
                  <a:pt x="8194351" y="2788076"/>
                </a:moveTo>
                <a:lnTo>
                  <a:pt x="8196256" y="2790610"/>
                </a:lnTo>
                <a:lnTo>
                  <a:pt x="8176202" y="2805802"/>
                </a:lnTo>
                <a:lnTo>
                  <a:pt x="8174285" y="2803277"/>
                </a:lnTo>
                <a:cubicBezTo>
                  <a:pt x="8180953" y="2798204"/>
                  <a:pt x="8187620" y="2793137"/>
                  <a:pt x="8194351" y="2788076"/>
                </a:cubicBezTo>
                <a:close/>
                <a:moveTo>
                  <a:pt x="1444727" y="2786768"/>
                </a:moveTo>
                <a:cubicBezTo>
                  <a:pt x="1451440" y="2791835"/>
                  <a:pt x="1458144" y="2796915"/>
                  <a:pt x="1464851" y="2802001"/>
                </a:cubicBezTo>
                <a:lnTo>
                  <a:pt x="1462931" y="2804534"/>
                </a:lnTo>
                <a:lnTo>
                  <a:pt x="1442812" y="2789303"/>
                </a:lnTo>
                <a:close/>
                <a:moveTo>
                  <a:pt x="8216331" y="2775445"/>
                </a:moveTo>
                <a:lnTo>
                  <a:pt x="8218010" y="2777662"/>
                </a:lnTo>
                <a:lnTo>
                  <a:pt x="8216322" y="2775452"/>
                </a:lnTo>
                <a:close/>
                <a:moveTo>
                  <a:pt x="1422326" y="2774567"/>
                </a:moveTo>
                <a:lnTo>
                  <a:pt x="1418851" y="2779186"/>
                </a:lnTo>
                <a:lnTo>
                  <a:pt x="1418851" y="2779186"/>
                </a:lnTo>
                <a:close/>
                <a:moveTo>
                  <a:pt x="8234610" y="2757773"/>
                </a:moveTo>
                <a:lnTo>
                  <a:pt x="8242231" y="2767933"/>
                </a:lnTo>
                <a:cubicBezTo>
                  <a:pt x="8235499" y="2772969"/>
                  <a:pt x="8228769" y="2778011"/>
                  <a:pt x="8222101" y="2783066"/>
                </a:cubicBezTo>
                <a:lnTo>
                  <a:pt x="8218010" y="2777662"/>
                </a:lnTo>
                <a:lnTo>
                  <a:pt x="8220196" y="2780525"/>
                </a:lnTo>
                <a:cubicBezTo>
                  <a:pt x="8226863" y="2775477"/>
                  <a:pt x="8233594" y="2770429"/>
                  <a:pt x="8240325" y="2765393"/>
                </a:cubicBezTo>
                <a:lnTo>
                  <a:pt x="8236515" y="2760313"/>
                </a:lnTo>
                <a:lnTo>
                  <a:pt x="8216331" y="2775445"/>
                </a:lnTo>
                <a:lnTo>
                  <a:pt x="8214418" y="2772918"/>
                </a:lnTo>
                <a:cubicBezTo>
                  <a:pt x="8221148" y="2767863"/>
                  <a:pt x="8227880" y="2762815"/>
                  <a:pt x="8234610" y="2757773"/>
                </a:cubicBezTo>
                <a:close/>
                <a:moveTo>
                  <a:pt x="1404366" y="2756395"/>
                </a:moveTo>
                <a:cubicBezTo>
                  <a:pt x="1411104" y="2761450"/>
                  <a:pt x="1417841" y="2766505"/>
                  <a:pt x="1424578" y="2771572"/>
                </a:cubicBezTo>
                <a:lnTo>
                  <a:pt x="1422326" y="2774567"/>
                </a:lnTo>
                <a:lnTo>
                  <a:pt x="1422667" y="2774112"/>
                </a:lnTo>
                <a:cubicBezTo>
                  <a:pt x="1415936" y="2769045"/>
                  <a:pt x="1409199" y="2763990"/>
                  <a:pt x="1402462" y="2758942"/>
                </a:cubicBezTo>
                <a:lnTo>
                  <a:pt x="1398658" y="2764022"/>
                </a:lnTo>
                <a:lnTo>
                  <a:pt x="1418851" y="2779186"/>
                </a:lnTo>
                <a:lnTo>
                  <a:pt x="1416940" y="2781726"/>
                </a:lnTo>
                <a:cubicBezTo>
                  <a:pt x="1410215" y="2776658"/>
                  <a:pt x="1403484" y="2771604"/>
                  <a:pt x="1396754" y="2766562"/>
                </a:cubicBezTo>
                <a:close/>
                <a:moveTo>
                  <a:pt x="1380449" y="2746231"/>
                </a:moveTo>
                <a:lnTo>
                  <a:pt x="1378453" y="2748909"/>
                </a:lnTo>
                <a:lnTo>
                  <a:pt x="1378451" y="2748908"/>
                </a:lnTo>
                <a:close/>
                <a:moveTo>
                  <a:pt x="8256645" y="2745225"/>
                </a:moveTo>
                <a:lnTo>
                  <a:pt x="8259272" y="2748733"/>
                </a:lnTo>
                <a:lnTo>
                  <a:pt x="8256644" y="2745226"/>
                </a:lnTo>
                <a:close/>
                <a:moveTo>
                  <a:pt x="8280648" y="2735282"/>
                </a:moveTo>
                <a:lnTo>
                  <a:pt x="8282553" y="2737828"/>
                </a:lnTo>
                <a:cubicBezTo>
                  <a:pt x="8275822" y="2742832"/>
                  <a:pt x="8269091" y="2747842"/>
                  <a:pt x="8262360" y="2752858"/>
                </a:cubicBezTo>
                <a:lnTo>
                  <a:pt x="8259272" y="2748733"/>
                </a:lnTo>
                <a:lnTo>
                  <a:pt x="8260455" y="2750312"/>
                </a:lnTo>
                <a:close/>
                <a:moveTo>
                  <a:pt x="1358235" y="2733848"/>
                </a:moveTo>
                <a:lnTo>
                  <a:pt x="1378451" y="2748908"/>
                </a:lnTo>
                <a:lnTo>
                  <a:pt x="1376553" y="2751449"/>
                </a:lnTo>
                <a:cubicBezTo>
                  <a:pt x="1369816" y="2746420"/>
                  <a:pt x="1363080" y="2741403"/>
                  <a:pt x="1356341" y="2736393"/>
                </a:cubicBezTo>
                <a:close/>
                <a:moveTo>
                  <a:pt x="8276838" y="2730189"/>
                </a:moveTo>
                <a:lnTo>
                  <a:pt x="8280648" y="2735282"/>
                </a:lnTo>
                <a:lnTo>
                  <a:pt x="8280648" y="2735282"/>
                </a:lnTo>
                <a:lnTo>
                  <a:pt x="8276837" y="2730190"/>
                </a:lnTo>
                <a:close/>
                <a:moveTo>
                  <a:pt x="1362025" y="2728748"/>
                </a:moveTo>
                <a:lnTo>
                  <a:pt x="1362028" y="2728750"/>
                </a:lnTo>
                <a:lnTo>
                  <a:pt x="1358235" y="2733848"/>
                </a:lnTo>
                <a:lnTo>
                  <a:pt x="1358233" y="2733846"/>
                </a:lnTo>
                <a:close/>
                <a:moveTo>
                  <a:pt x="8274932" y="2727643"/>
                </a:moveTo>
                <a:lnTo>
                  <a:pt x="8276837" y="2730190"/>
                </a:lnTo>
                <a:lnTo>
                  <a:pt x="8256645" y="2745225"/>
                </a:lnTo>
                <a:lnTo>
                  <a:pt x="8254740" y="2742680"/>
                </a:lnTo>
                <a:cubicBezTo>
                  <a:pt x="8261471" y="2737657"/>
                  <a:pt x="8268202" y="2732647"/>
                  <a:pt x="8274932" y="2727643"/>
                </a:cubicBezTo>
                <a:close/>
                <a:moveTo>
                  <a:pt x="1363924" y="2726201"/>
                </a:moveTo>
                <a:cubicBezTo>
                  <a:pt x="1370667" y="2731218"/>
                  <a:pt x="1377412" y="2736240"/>
                  <a:pt x="1384148" y="2741276"/>
                </a:cubicBezTo>
                <a:lnTo>
                  <a:pt x="1380449" y="2746231"/>
                </a:lnTo>
                <a:lnTo>
                  <a:pt x="1382249" y="2743816"/>
                </a:lnTo>
                <a:lnTo>
                  <a:pt x="1362028" y="2728750"/>
                </a:lnTo>
                <a:close/>
                <a:moveTo>
                  <a:pt x="8298935" y="2717670"/>
                </a:moveTo>
                <a:lnTo>
                  <a:pt x="8300851" y="2720257"/>
                </a:lnTo>
                <a:lnTo>
                  <a:pt x="8300841" y="2720264"/>
                </a:lnTo>
                <a:close/>
                <a:moveTo>
                  <a:pt x="8319233" y="2702754"/>
                </a:moveTo>
                <a:lnTo>
                  <a:pt x="8323002" y="2707850"/>
                </a:lnTo>
                <a:cubicBezTo>
                  <a:pt x="8316271" y="2712828"/>
                  <a:pt x="8309477" y="2717819"/>
                  <a:pt x="8302746" y="2722816"/>
                </a:cubicBezTo>
                <a:lnTo>
                  <a:pt x="8300851" y="2720257"/>
                </a:lnTo>
                <a:lnTo>
                  <a:pt x="8321097" y="2705297"/>
                </a:lnTo>
                <a:close/>
                <a:moveTo>
                  <a:pt x="8317351" y="2700185"/>
                </a:moveTo>
                <a:lnTo>
                  <a:pt x="8319233" y="2702754"/>
                </a:lnTo>
                <a:lnTo>
                  <a:pt x="8317340" y="2700193"/>
                </a:lnTo>
                <a:close/>
                <a:moveTo>
                  <a:pt x="1321429" y="2698680"/>
                </a:moveTo>
                <a:lnTo>
                  <a:pt x="1321431" y="2698682"/>
                </a:lnTo>
                <a:lnTo>
                  <a:pt x="1319384" y="2701456"/>
                </a:lnTo>
                <a:close/>
                <a:moveTo>
                  <a:pt x="8315446" y="2697632"/>
                </a:moveTo>
                <a:lnTo>
                  <a:pt x="8317340" y="2700193"/>
                </a:lnTo>
                <a:lnTo>
                  <a:pt x="8297094" y="2715165"/>
                </a:lnTo>
                <a:lnTo>
                  <a:pt x="8298935" y="2717670"/>
                </a:lnTo>
                <a:lnTo>
                  <a:pt x="8295189" y="2712612"/>
                </a:lnTo>
                <a:cubicBezTo>
                  <a:pt x="8301920" y="2707608"/>
                  <a:pt x="8308715" y="2702617"/>
                  <a:pt x="8315446" y="2697632"/>
                </a:cubicBezTo>
                <a:close/>
                <a:moveTo>
                  <a:pt x="1323315" y="2696127"/>
                </a:moveTo>
                <a:cubicBezTo>
                  <a:pt x="1330090" y="2701125"/>
                  <a:pt x="1336859" y="2706129"/>
                  <a:pt x="1343629" y="2711139"/>
                </a:cubicBezTo>
                <a:lnTo>
                  <a:pt x="1336072" y="2721350"/>
                </a:lnTo>
                <a:cubicBezTo>
                  <a:pt x="1329309" y="2716340"/>
                  <a:pt x="1322541" y="2711336"/>
                  <a:pt x="1315778" y="2706345"/>
                </a:cubicBezTo>
                <a:lnTo>
                  <a:pt x="1319384" y="2701456"/>
                </a:lnTo>
                <a:lnTo>
                  <a:pt x="1317663" y="2703792"/>
                </a:lnTo>
                <a:cubicBezTo>
                  <a:pt x="1324432" y="2708783"/>
                  <a:pt x="1331195" y="2713787"/>
                  <a:pt x="1337958" y="2718797"/>
                </a:cubicBezTo>
                <a:lnTo>
                  <a:pt x="1341737" y="2713692"/>
                </a:lnTo>
                <a:lnTo>
                  <a:pt x="1321431" y="2698682"/>
                </a:lnTo>
                <a:close/>
                <a:moveTo>
                  <a:pt x="8339410" y="2687723"/>
                </a:moveTo>
                <a:lnTo>
                  <a:pt x="8341364" y="2690368"/>
                </a:lnTo>
                <a:lnTo>
                  <a:pt x="8341354" y="2690375"/>
                </a:lnTo>
                <a:close/>
                <a:moveTo>
                  <a:pt x="1299236" y="2686285"/>
                </a:moveTo>
                <a:lnTo>
                  <a:pt x="1297357" y="2688844"/>
                </a:lnTo>
                <a:lnTo>
                  <a:pt x="1297356" y="2688844"/>
                </a:lnTo>
                <a:close/>
                <a:moveTo>
                  <a:pt x="8361655" y="2675505"/>
                </a:moveTo>
                <a:lnTo>
                  <a:pt x="8363515" y="2678049"/>
                </a:lnTo>
                <a:cubicBezTo>
                  <a:pt x="8356784" y="2683002"/>
                  <a:pt x="8349990" y="2687962"/>
                  <a:pt x="8343259" y="2692933"/>
                </a:cubicBezTo>
                <a:lnTo>
                  <a:pt x="8341364" y="2690368"/>
                </a:lnTo>
                <a:close/>
                <a:moveTo>
                  <a:pt x="8357927" y="2670366"/>
                </a:moveTo>
                <a:lnTo>
                  <a:pt x="8361674" y="2675490"/>
                </a:lnTo>
                <a:lnTo>
                  <a:pt x="8361655" y="2675505"/>
                </a:lnTo>
                <a:lnTo>
                  <a:pt x="8357908" y="2670380"/>
                </a:lnTo>
                <a:close/>
                <a:moveTo>
                  <a:pt x="1280190" y="2669573"/>
                </a:moveTo>
                <a:lnTo>
                  <a:pt x="1277011" y="2673922"/>
                </a:lnTo>
                <a:lnTo>
                  <a:pt x="1297356" y="2688844"/>
                </a:lnTo>
                <a:lnTo>
                  <a:pt x="1295476" y="2691403"/>
                </a:lnTo>
                <a:cubicBezTo>
                  <a:pt x="1288695" y="2686418"/>
                  <a:pt x="1281913" y="2681447"/>
                  <a:pt x="1275131" y="2676487"/>
                </a:cubicBezTo>
                <a:close/>
                <a:moveTo>
                  <a:pt x="1280757" y="2668797"/>
                </a:moveTo>
                <a:lnTo>
                  <a:pt x="1280758" y="2668798"/>
                </a:lnTo>
                <a:lnTo>
                  <a:pt x="1280190" y="2669573"/>
                </a:lnTo>
                <a:close/>
                <a:moveTo>
                  <a:pt x="8356022" y="2667800"/>
                </a:moveTo>
                <a:lnTo>
                  <a:pt x="8357908" y="2670380"/>
                </a:lnTo>
                <a:lnTo>
                  <a:pt x="8337607" y="2685263"/>
                </a:lnTo>
                <a:lnTo>
                  <a:pt x="8339410" y="2687723"/>
                </a:lnTo>
                <a:lnTo>
                  <a:pt x="8335702" y="2682704"/>
                </a:lnTo>
                <a:cubicBezTo>
                  <a:pt x="8342497" y="2677725"/>
                  <a:pt x="8349228" y="2672759"/>
                  <a:pt x="8356022" y="2667800"/>
                </a:cubicBezTo>
                <a:close/>
                <a:moveTo>
                  <a:pt x="1282630" y="2666238"/>
                </a:moveTo>
                <a:cubicBezTo>
                  <a:pt x="1289425" y="2671204"/>
                  <a:pt x="1296207" y="2676182"/>
                  <a:pt x="1302996" y="2681167"/>
                </a:cubicBezTo>
                <a:lnTo>
                  <a:pt x="1299236" y="2686285"/>
                </a:lnTo>
                <a:lnTo>
                  <a:pt x="1301115" y="2683726"/>
                </a:lnTo>
                <a:lnTo>
                  <a:pt x="1280758" y="2668798"/>
                </a:lnTo>
                <a:close/>
                <a:moveTo>
                  <a:pt x="8378258" y="2655487"/>
                </a:moveTo>
                <a:lnTo>
                  <a:pt x="8380130" y="2658073"/>
                </a:lnTo>
                <a:lnTo>
                  <a:pt x="8378247" y="2655494"/>
                </a:lnTo>
                <a:close/>
                <a:moveTo>
                  <a:pt x="8400472" y="2643255"/>
                </a:moveTo>
                <a:lnTo>
                  <a:pt x="8404219" y="2648395"/>
                </a:lnTo>
                <a:cubicBezTo>
                  <a:pt x="8397424" y="2653316"/>
                  <a:pt x="8390630" y="2658250"/>
                  <a:pt x="8383835" y="2663190"/>
                </a:cubicBezTo>
                <a:lnTo>
                  <a:pt x="8380130" y="2658073"/>
                </a:lnTo>
                <a:lnTo>
                  <a:pt x="8381994" y="2660625"/>
                </a:lnTo>
                <a:cubicBezTo>
                  <a:pt x="8388788" y="2655685"/>
                  <a:pt x="8395582" y="2650750"/>
                  <a:pt x="8402314" y="2645823"/>
                </a:cubicBezTo>
                <a:close/>
                <a:moveTo>
                  <a:pt x="8398631" y="2640686"/>
                </a:moveTo>
                <a:lnTo>
                  <a:pt x="8400472" y="2643255"/>
                </a:lnTo>
                <a:lnTo>
                  <a:pt x="8398611" y="2640701"/>
                </a:lnTo>
                <a:close/>
                <a:moveTo>
                  <a:pt x="1239946" y="2639054"/>
                </a:moveTo>
                <a:lnTo>
                  <a:pt x="1239949" y="2639056"/>
                </a:lnTo>
                <a:lnTo>
                  <a:pt x="1238039" y="2641686"/>
                </a:lnTo>
                <a:close/>
                <a:moveTo>
                  <a:pt x="8396726" y="2638114"/>
                </a:moveTo>
                <a:lnTo>
                  <a:pt x="8398611" y="2640701"/>
                </a:lnTo>
                <a:lnTo>
                  <a:pt x="8378258" y="2655487"/>
                </a:lnTo>
                <a:lnTo>
                  <a:pt x="8376406" y="2652929"/>
                </a:lnTo>
                <a:cubicBezTo>
                  <a:pt x="8383200" y="2647982"/>
                  <a:pt x="8389932" y="2643042"/>
                  <a:pt x="8396726" y="2638114"/>
                </a:cubicBezTo>
                <a:close/>
                <a:moveTo>
                  <a:pt x="1241813" y="2636488"/>
                </a:moveTo>
                <a:cubicBezTo>
                  <a:pt x="1248620" y="2641429"/>
                  <a:pt x="1255421" y="2646375"/>
                  <a:pt x="1262228" y="2651335"/>
                </a:cubicBezTo>
                <a:lnTo>
                  <a:pt x="1254748" y="2661596"/>
                </a:lnTo>
                <a:cubicBezTo>
                  <a:pt x="1247947" y="2656643"/>
                  <a:pt x="1241153" y="2651703"/>
                  <a:pt x="1234351" y="2646763"/>
                </a:cubicBezTo>
                <a:lnTo>
                  <a:pt x="1238039" y="2641686"/>
                </a:lnTo>
                <a:lnTo>
                  <a:pt x="1236218" y="2644197"/>
                </a:lnTo>
                <a:cubicBezTo>
                  <a:pt x="1243020" y="2649131"/>
                  <a:pt x="1249820" y="2654078"/>
                  <a:pt x="1256614" y="2659031"/>
                </a:cubicBezTo>
                <a:lnTo>
                  <a:pt x="1260355" y="2653900"/>
                </a:lnTo>
                <a:lnTo>
                  <a:pt x="1239949" y="2639056"/>
                </a:lnTo>
                <a:close/>
                <a:moveTo>
                  <a:pt x="1219522" y="2624263"/>
                </a:moveTo>
                <a:lnTo>
                  <a:pt x="1219524" y="2624265"/>
                </a:lnTo>
                <a:lnTo>
                  <a:pt x="1216820" y="2628004"/>
                </a:lnTo>
                <a:close/>
                <a:moveTo>
                  <a:pt x="1195313" y="2614633"/>
                </a:moveTo>
                <a:lnTo>
                  <a:pt x="1215803" y="2629408"/>
                </a:lnTo>
                <a:lnTo>
                  <a:pt x="1216820" y="2628004"/>
                </a:lnTo>
                <a:lnTo>
                  <a:pt x="1213942" y="2631986"/>
                </a:lnTo>
                <a:cubicBezTo>
                  <a:pt x="1207116" y="2627046"/>
                  <a:pt x="1200284" y="2622125"/>
                  <a:pt x="1193457" y="2617210"/>
                </a:cubicBezTo>
                <a:close/>
                <a:moveTo>
                  <a:pt x="8439461" y="2611164"/>
                </a:moveTo>
                <a:lnTo>
                  <a:pt x="8443144" y="2616321"/>
                </a:lnTo>
                <a:lnTo>
                  <a:pt x="8443136" y="2616327"/>
                </a:lnTo>
                <a:lnTo>
                  <a:pt x="8439430" y="2611186"/>
                </a:lnTo>
                <a:close/>
                <a:moveTo>
                  <a:pt x="1199020" y="2609475"/>
                </a:moveTo>
                <a:lnTo>
                  <a:pt x="1199023" y="2609477"/>
                </a:lnTo>
                <a:lnTo>
                  <a:pt x="1195313" y="2614633"/>
                </a:lnTo>
                <a:lnTo>
                  <a:pt x="1195312" y="2614632"/>
                </a:lnTo>
                <a:close/>
                <a:moveTo>
                  <a:pt x="8437557" y="2608587"/>
                </a:moveTo>
                <a:lnTo>
                  <a:pt x="8439430" y="2611186"/>
                </a:lnTo>
                <a:lnTo>
                  <a:pt x="8419014" y="2625922"/>
                </a:lnTo>
                <a:lnTo>
                  <a:pt x="8422697" y="2631065"/>
                </a:lnTo>
                <a:lnTo>
                  <a:pt x="8443136" y="2616327"/>
                </a:lnTo>
                <a:lnTo>
                  <a:pt x="8444986" y="2618893"/>
                </a:lnTo>
                <a:cubicBezTo>
                  <a:pt x="8438192" y="2623801"/>
                  <a:pt x="8431397" y="2628716"/>
                  <a:pt x="8424539" y="2633637"/>
                </a:cubicBezTo>
                <a:lnTo>
                  <a:pt x="8417109" y="2623350"/>
                </a:lnTo>
                <a:cubicBezTo>
                  <a:pt x="8423968" y="2618416"/>
                  <a:pt x="8430762" y="2613501"/>
                  <a:pt x="8437557" y="2608587"/>
                </a:cubicBezTo>
                <a:close/>
                <a:moveTo>
                  <a:pt x="1200874" y="2606904"/>
                </a:moveTo>
                <a:cubicBezTo>
                  <a:pt x="1207713" y="2611819"/>
                  <a:pt x="1214546" y="2616752"/>
                  <a:pt x="1221379" y="2621693"/>
                </a:cubicBezTo>
                <a:lnTo>
                  <a:pt x="1219522" y="2624263"/>
                </a:lnTo>
                <a:lnTo>
                  <a:pt x="1199023" y="2609477"/>
                </a:lnTo>
                <a:close/>
                <a:moveTo>
                  <a:pt x="8459910" y="2596470"/>
                </a:moveTo>
                <a:lnTo>
                  <a:pt x="8461692" y="2598968"/>
                </a:lnTo>
                <a:lnTo>
                  <a:pt x="8459908" y="2596471"/>
                </a:lnTo>
                <a:close/>
                <a:moveTo>
                  <a:pt x="1178516" y="2594750"/>
                </a:moveTo>
                <a:lnTo>
                  <a:pt x="1178516" y="2594750"/>
                </a:lnTo>
                <a:lnTo>
                  <a:pt x="1177399" y="2596308"/>
                </a:lnTo>
                <a:close/>
                <a:moveTo>
                  <a:pt x="8484037" y="2586997"/>
                </a:moveTo>
                <a:lnTo>
                  <a:pt x="8485880" y="2589581"/>
                </a:lnTo>
                <a:cubicBezTo>
                  <a:pt x="8479085" y="2594451"/>
                  <a:pt x="8472227" y="2599322"/>
                  <a:pt x="8465432" y="2604211"/>
                </a:cubicBezTo>
                <a:lnTo>
                  <a:pt x="8461692" y="2598968"/>
                </a:lnTo>
                <a:lnTo>
                  <a:pt x="8463592" y="2601627"/>
                </a:lnTo>
                <a:close/>
                <a:moveTo>
                  <a:pt x="1154319" y="2585252"/>
                </a:moveTo>
                <a:lnTo>
                  <a:pt x="1174814" y="2599912"/>
                </a:lnTo>
                <a:lnTo>
                  <a:pt x="1177399" y="2596308"/>
                </a:lnTo>
                <a:lnTo>
                  <a:pt x="1172967" y="2602490"/>
                </a:lnTo>
                <a:cubicBezTo>
                  <a:pt x="1166141" y="2597595"/>
                  <a:pt x="1159307" y="2592712"/>
                  <a:pt x="1152475" y="2587835"/>
                </a:cubicBezTo>
                <a:close/>
                <a:moveTo>
                  <a:pt x="8481512" y="2583455"/>
                </a:moveTo>
                <a:lnTo>
                  <a:pt x="8484038" y="2586996"/>
                </a:lnTo>
                <a:lnTo>
                  <a:pt x="8484037" y="2586997"/>
                </a:lnTo>
                <a:close/>
                <a:moveTo>
                  <a:pt x="1158006" y="2580081"/>
                </a:moveTo>
                <a:lnTo>
                  <a:pt x="1158008" y="2580083"/>
                </a:lnTo>
                <a:lnTo>
                  <a:pt x="1154319" y="2585252"/>
                </a:lnTo>
                <a:lnTo>
                  <a:pt x="1154317" y="2585250"/>
                </a:lnTo>
                <a:close/>
                <a:moveTo>
                  <a:pt x="8478514" y="2579250"/>
                </a:moveTo>
                <a:lnTo>
                  <a:pt x="8481512" y="2583455"/>
                </a:lnTo>
                <a:lnTo>
                  <a:pt x="8480356" y="2581834"/>
                </a:lnTo>
                <a:lnTo>
                  <a:pt x="8459910" y="2596470"/>
                </a:lnTo>
                <a:lnTo>
                  <a:pt x="8458067" y="2593886"/>
                </a:lnTo>
                <a:cubicBezTo>
                  <a:pt x="8464861" y="2588997"/>
                  <a:pt x="8471656" y="2584120"/>
                  <a:pt x="8478514" y="2579250"/>
                </a:cubicBezTo>
                <a:close/>
                <a:moveTo>
                  <a:pt x="1159853" y="2577497"/>
                </a:moveTo>
                <a:cubicBezTo>
                  <a:pt x="1166692" y="2582380"/>
                  <a:pt x="1173531" y="2587269"/>
                  <a:pt x="1180364" y="2592172"/>
                </a:cubicBezTo>
                <a:lnTo>
                  <a:pt x="1178516" y="2594750"/>
                </a:lnTo>
                <a:lnTo>
                  <a:pt x="1158008" y="2580083"/>
                </a:lnTo>
                <a:close/>
                <a:moveTo>
                  <a:pt x="8500867" y="2567203"/>
                </a:moveTo>
                <a:lnTo>
                  <a:pt x="8504550" y="2572378"/>
                </a:lnTo>
                <a:lnTo>
                  <a:pt x="8504549" y="2572379"/>
                </a:lnTo>
                <a:lnTo>
                  <a:pt x="8500866" y="2567204"/>
                </a:lnTo>
                <a:close/>
                <a:moveTo>
                  <a:pt x="1137425" y="2565426"/>
                </a:moveTo>
                <a:lnTo>
                  <a:pt x="1137426" y="2565426"/>
                </a:lnTo>
                <a:lnTo>
                  <a:pt x="1133748" y="2570601"/>
                </a:lnTo>
                <a:lnTo>
                  <a:pt x="1133748" y="2570601"/>
                </a:lnTo>
                <a:close/>
                <a:moveTo>
                  <a:pt x="8525091" y="2557829"/>
                </a:moveTo>
                <a:lnTo>
                  <a:pt x="8526901" y="2560396"/>
                </a:lnTo>
                <a:cubicBezTo>
                  <a:pt x="8520107" y="2565241"/>
                  <a:pt x="8513248" y="2570099"/>
                  <a:pt x="8506390" y="2574963"/>
                </a:cubicBezTo>
                <a:lnTo>
                  <a:pt x="8504550" y="2572378"/>
                </a:lnTo>
                <a:close/>
                <a:moveTo>
                  <a:pt x="1115093" y="2553259"/>
                </a:moveTo>
                <a:lnTo>
                  <a:pt x="1113155" y="2556002"/>
                </a:lnTo>
                <a:lnTo>
                  <a:pt x="1133748" y="2570601"/>
                </a:lnTo>
                <a:lnTo>
                  <a:pt x="1131907" y="2573192"/>
                </a:lnTo>
                <a:cubicBezTo>
                  <a:pt x="1125042" y="2568315"/>
                  <a:pt x="1118185" y="2563444"/>
                  <a:pt x="1111320" y="2558593"/>
                </a:cubicBezTo>
                <a:close/>
                <a:moveTo>
                  <a:pt x="8521440" y="2552624"/>
                </a:moveTo>
                <a:lnTo>
                  <a:pt x="8525123" y="2557806"/>
                </a:lnTo>
                <a:lnTo>
                  <a:pt x="8525091" y="2557829"/>
                </a:lnTo>
                <a:lnTo>
                  <a:pt x="8521429" y="2552632"/>
                </a:lnTo>
                <a:close/>
                <a:moveTo>
                  <a:pt x="1116820" y="2550814"/>
                </a:moveTo>
                <a:lnTo>
                  <a:pt x="1116821" y="2550815"/>
                </a:lnTo>
                <a:lnTo>
                  <a:pt x="1115093" y="2553259"/>
                </a:lnTo>
                <a:close/>
                <a:moveTo>
                  <a:pt x="8519598" y="2550033"/>
                </a:moveTo>
                <a:lnTo>
                  <a:pt x="8521429" y="2552632"/>
                </a:lnTo>
                <a:lnTo>
                  <a:pt x="8500867" y="2567203"/>
                </a:lnTo>
                <a:lnTo>
                  <a:pt x="8499024" y="2564613"/>
                </a:lnTo>
                <a:cubicBezTo>
                  <a:pt x="8505882" y="2559742"/>
                  <a:pt x="8512740" y="2554884"/>
                  <a:pt x="8519598" y="2550033"/>
                </a:cubicBezTo>
                <a:close/>
                <a:moveTo>
                  <a:pt x="1118654" y="2548223"/>
                </a:moveTo>
                <a:cubicBezTo>
                  <a:pt x="1125525" y="2553087"/>
                  <a:pt x="1132396" y="2557958"/>
                  <a:pt x="1139266" y="2562835"/>
                </a:cubicBezTo>
                <a:lnTo>
                  <a:pt x="1137425" y="2565426"/>
                </a:lnTo>
                <a:lnTo>
                  <a:pt x="1116821" y="2550815"/>
                </a:lnTo>
                <a:close/>
                <a:moveTo>
                  <a:pt x="1094391" y="2538864"/>
                </a:moveTo>
                <a:lnTo>
                  <a:pt x="1092563" y="2541461"/>
                </a:lnTo>
                <a:lnTo>
                  <a:pt x="1092561" y="2541460"/>
                </a:lnTo>
                <a:close/>
                <a:moveTo>
                  <a:pt x="8541980" y="2538080"/>
                </a:moveTo>
                <a:lnTo>
                  <a:pt x="8545645" y="2543288"/>
                </a:lnTo>
                <a:lnTo>
                  <a:pt x="8545633" y="2543296"/>
                </a:lnTo>
                <a:lnTo>
                  <a:pt x="8541950" y="2538101"/>
                </a:lnTo>
                <a:close/>
                <a:moveTo>
                  <a:pt x="1071919" y="2526952"/>
                </a:moveTo>
                <a:lnTo>
                  <a:pt x="1092561" y="2541460"/>
                </a:lnTo>
                <a:lnTo>
                  <a:pt x="1090733" y="2544051"/>
                </a:lnTo>
                <a:cubicBezTo>
                  <a:pt x="1083856" y="2539206"/>
                  <a:pt x="1076973" y="2534374"/>
                  <a:pt x="1070096" y="2529548"/>
                </a:cubicBezTo>
                <a:close/>
                <a:moveTo>
                  <a:pt x="8564137" y="2525841"/>
                </a:moveTo>
                <a:lnTo>
                  <a:pt x="8568049" y="2531408"/>
                </a:lnTo>
                <a:cubicBezTo>
                  <a:pt x="8561191" y="2536228"/>
                  <a:pt x="8554332" y="2541054"/>
                  <a:pt x="8547475" y="2545887"/>
                </a:cubicBezTo>
                <a:lnTo>
                  <a:pt x="8545645" y="2543288"/>
                </a:lnTo>
                <a:lnTo>
                  <a:pt x="8566207" y="2528811"/>
                </a:lnTo>
                <a:close/>
                <a:moveTo>
                  <a:pt x="1073744" y="2524351"/>
                </a:moveTo>
                <a:lnTo>
                  <a:pt x="1071919" y="2526952"/>
                </a:lnTo>
                <a:lnTo>
                  <a:pt x="1071918" y="2526951"/>
                </a:lnTo>
                <a:close/>
                <a:moveTo>
                  <a:pt x="8562588" y="2523617"/>
                </a:moveTo>
                <a:lnTo>
                  <a:pt x="8564137" y="2525841"/>
                </a:lnTo>
                <a:lnTo>
                  <a:pt x="8562579" y="2523623"/>
                </a:lnTo>
                <a:close/>
                <a:moveTo>
                  <a:pt x="8560746" y="2521014"/>
                </a:moveTo>
                <a:lnTo>
                  <a:pt x="8562579" y="2523623"/>
                </a:lnTo>
                <a:lnTo>
                  <a:pt x="8541980" y="2538080"/>
                </a:lnTo>
                <a:lnTo>
                  <a:pt x="8540172" y="2535511"/>
                </a:lnTo>
                <a:cubicBezTo>
                  <a:pt x="8547031" y="2530666"/>
                  <a:pt x="8553888" y="2525833"/>
                  <a:pt x="8560746" y="2521014"/>
                </a:cubicBezTo>
                <a:close/>
                <a:moveTo>
                  <a:pt x="1077393" y="2519153"/>
                </a:moveTo>
                <a:cubicBezTo>
                  <a:pt x="1084276" y="2523979"/>
                  <a:pt x="1091159" y="2528824"/>
                  <a:pt x="1098050" y="2533676"/>
                </a:cubicBezTo>
                <a:lnTo>
                  <a:pt x="1094391" y="2538864"/>
                </a:lnTo>
                <a:lnTo>
                  <a:pt x="1096220" y="2536266"/>
                </a:lnTo>
                <a:cubicBezTo>
                  <a:pt x="1089336" y="2531415"/>
                  <a:pt x="1082454" y="2526576"/>
                  <a:pt x="1075571" y="2521750"/>
                </a:cubicBezTo>
                <a:lnTo>
                  <a:pt x="1073744" y="2524351"/>
                </a:lnTo>
                <a:close/>
                <a:moveTo>
                  <a:pt x="8584934" y="2511611"/>
                </a:moveTo>
                <a:lnTo>
                  <a:pt x="8586855" y="2514352"/>
                </a:lnTo>
                <a:lnTo>
                  <a:pt x="8586844" y="2514359"/>
                </a:lnTo>
                <a:close/>
                <a:moveTo>
                  <a:pt x="1052906" y="2510065"/>
                </a:moveTo>
                <a:lnTo>
                  <a:pt x="1051231" y="2512467"/>
                </a:lnTo>
                <a:lnTo>
                  <a:pt x="1051228" y="2512466"/>
                </a:lnTo>
                <a:close/>
                <a:moveTo>
                  <a:pt x="1030539" y="2498049"/>
                </a:moveTo>
                <a:lnTo>
                  <a:pt x="1051228" y="2512466"/>
                </a:lnTo>
                <a:lnTo>
                  <a:pt x="1049408" y="2515070"/>
                </a:lnTo>
                <a:cubicBezTo>
                  <a:pt x="1042518" y="2510250"/>
                  <a:pt x="1035622" y="2505450"/>
                  <a:pt x="1028726" y="2500656"/>
                </a:cubicBezTo>
                <a:close/>
                <a:moveTo>
                  <a:pt x="1034161" y="2492832"/>
                </a:moveTo>
                <a:lnTo>
                  <a:pt x="1034165" y="2492835"/>
                </a:lnTo>
                <a:lnTo>
                  <a:pt x="1030539" y="2498049"/>
                </a:lnTo>
                <a:lnTo>
                  <a:pt x="1030535" y="2498046"/>
                </a:lnTo>
                <a:close/>
                <a:moveTo>
                  <a:pt x="8602085" y="2492153"/>
                </a:moveTo>
                <a:lnTo>
                  <a:pt x="8609324" y="2502573"/>
                </a:lnTo>
                <a:cubicBezTo>
                  <a:pt x="8602466" y="2507361"/>
                  <a:pt x="8595544" y="2512155"/>
                  <a:pt x="8588686" y="2516962"/>
                </a:cubicBezTo>
                <a:lnTo>
                  <a:pt x="8586855" y="2514352"/>
                </a:lnTo>
                <a:lnTo>
                  <a:pt x="8607482" y="2499970"/>
                </a:lnTo>
                <a:lnTo>
                  <a:pt x="8603863" y="2494756"/>
                </a:lnTo>
                <a:cubicBezTo>
                  <a:pt x="8597005" y="2499544"/>
                  <a:pt x="8590083" y="2504345"/>
                  <a:pt x="8583225" y="2509152"/>
                </a:cubicBezTo>
                <a:lnTo>
                  <a:pt x="8584934" y="2511611"/>
                </a:lnTo>
                <a:lnTo>
                  <a:pt x="8581384" y="2506548"/>
                </a:lnTo>
                <a:cubicBezTo>
                  <a:pt x="8588306" y="2501741"/>
                  <a:pt x="8595163" y="2496941"/>
                  <a:pt x="8602085" y="2492153"/>
                </a:cubicBezTo>
                <a:close/>
                <a:moveTo>
                  <a:pt x="1035977" y="2490229"/>
                </a:moveTo>
                <a:cubicBezTo>
                  <a:pt x="1042881" y="2495023"/>
                  <a:pt x="1049782" y="2499836"/>
                  <a:pt x="1056685" y="2504656"/>
                </a:cubicBezTo>
                <a:lnTo>
                  <a:pt x="1052906" y="2510065"/>
                </a:lnTo>
                <a:lnTo>
                  <a:pt x="1054862" y="2507259"/>
                </a:lnTo>
                <a:lnTo>
                  <a:pt x="1034165" y="2492835"/>
                </a:lnTo>
                <a:close/>
                <a:moveTo>
                  <a:pt x="8645265" y="2466067"/>
                </a:moveTo>
                <a:cubicBezTo>
                  <a:pt x="8638406" y="2470836"/>
                  <a:pt x="8631485" y="2475618"/>
                  <a:pt x="8624564" y="2480412"/>
                </a:cubicBezTo>
                <a:lnTo>
                  <a:pt x="8628183" y="2485631"/>
                </a:lnTo>
                <a:cubicBezTo>
                  <a:pt x="8635042" y="2480844"/>
                  <a:pt x="8641963" y="2476062"/>
                  <a:pt x="8648884" y="2471300"/>
                </a:cubicBezTo>
                <a:close/>
                <a:moveTo>
                  <a:pt x="992639" y="2464092"/>
                </a:moveTo>
                <a:lnTo>
                  <a:pt x="992640" y="2464092"/>
                </a:lnTo>
                <a:lnTo>
                  <a:pt x="989039" y="2469318"/>
                </a:lnTo>
                <a:lnTo>
                  <a:pt x="989039" y="2469318"/>
                </a:lnTo>
                <a:close/>
                <a:moveTo>
                  <a:pt x="8643487" y="2463457"/>
                </a:moveTo>
                <a:lnTo>
                  <a:pt x="8650726" y="2473909"/>
                </a:lnTo>
                <a:cubicBezTo>
                  <a:pt x="8643805" y="2478678"/>
                  <a:pt x="8636882" y="2483453"/>
                  <a:pt x="8629961" y="2488241"/>
                </a:cubicBezTo>
                <a:lnTo>
                  <a:pt x="8622722" y="2477802"/>
                </a:lnTo>
                <a:cubicBezTo>
                  <a:pt x="8629644" y="2473008"/>
                  <a:pt x="8636565" y="2468226"/>
                  <a:pt x="8643487" y="2463457"/>
                </a:cubicBezTo>
                <a:close/>
                <a:moveTo>
                  <a:pt x="994442" y="2461476"/>
                </a:moveTo>
                <a:cubicBezTo>
                  <a:pt x="1001376" y="2466258"/>
                  <a:pt x="1008310" y="2471045"/>
                  <a:pt x="1015251" y="2475852"/>
                </a:cubicBezTo>
                <a:lnTo>
                  <a:pt x="1008026" y="2486292"/>
                </a:lnTo>
                <a:cubicBezTo>
                  <a:pt x="1001091" y="2481497"/>
                  <a:pt x="994163" y="2476710"/>
                  <a:pt x="987235" y="2471935"/>
                </a:cubicBezTo>
                <a:lnTo>
                  <a:pt x="989039" y="2469318"/>
                </a:lnTo>
                <a:lnTo>
                  <a:pt x="1009828" y="2483682"/>
                </a:lnTo>
                <a:lnTo>
                  <a:pt x="1013441" y="2478462"/>
                </a:lnTo>
                <a:lnTo>
                  <a:pt x="992640" y="2464092"/>
                </a:lnTo>
                <a:close/>
                <a:moveTo>
                  <a:pt x="969988" y="2452491"/>
                </a:moveTo>
                <a:lnTo>
                  <a:pt x="968248" y="2455031"/>
                </a:lnTo>
                <a:lnTo>
                  <a:pt x="968247" y="2455030"/>
                </a:lnTo>
                <a:close/>
                <a:moveTo>
                  <a:pt x="8666041" y="2451792"/>
                </a:moveTo>
                <a:lnTo>
                  <a:pt x="8667810" y="2454373"/>
                </a:lnTo>
                <a:lnTo>
                  <a:pt x="8666030" y="2451799"/>
                </a:lnTo>
                <a:close/>
                <a:moveTo>
                  <a:pt x="8690349" y="2442833"/>
                </a:moveTo>
                <a:lnTo>
                  <a:pt x="8692128" y="2445455"/>
                </a:lnTo>
                <a:cubicBezTo>
                  <a:pt x="8685269" y="2450179"/>
                  <a:pt x="8678348" y="2454910"/>
                  <a:pt x="8671427" y="2459647"/>
                </a:cubicBezTo>
                <a:lnTo>
                  <a:pt x="8667810" y="2454373"/>
                </a:lnTo>
                <a:lnTo>
                  <a:pt x="8669649" y="2457031"/>
                </a:lnTo>
                <a:close/>
                <a:moveTo>
                  <a:pt x="947460" y="2440801"/>
                </a:moveTo>
                <a:lnTo>
                  <a:pt x="968247" y="2455030"/>
                </a:lnTo>
                <a:lnTo>
                  <a:pt x="966451" y="2457647"/>
                </a:lnTo>
                <a:cubicBezTo>
                  <a:pt x="959523" y="2452897"/>
                  <a:pt x="952595" y="2448154"/>
                  <a:pt x="945668" y="2443423"/>
                </a:cubicBezTo>
                <a:close/>
                <a:moveTo>
                  <a:pt x="8688572" y="2440213"/>
                </a:moveTo>
                <a:lnTo>
                  <a:pt x="8690350" y="2442832"/>
                </a:lnTo>
                <a:lnTo>
                  <a:pt x="8690349" y="2442833"/>
                </a:lnTo>
                <a:close/>
                <a:moveTo>
                  <a:pt x="949926" y="2437192"/>
                </a:moveTo>
                <a:lnTo>
                  <a:pt x="947460" y="2440801"/>
                </a:lnTo>
                <a:lnTo>
                  <a:pt x="947458" y="2440800"/>
                </a:lnTo>
                <a:close/>
                <a:moveTo>
                  <a:pt x="8685016" y="2434971"/>
                </a:moveTo>
                <a:lnTo>
                  <a:pt x="8688572" y="2440213"/>
                </a:lnTo>
                <a:lnTo>
                  <a:pt x="8686794" y="2437594"/>
                </a:lnTo>
                <a:lnTo>
                  <a:pt x="8666041" y="2451792"/>
                </a:lnTo>
                <a:lnTo>
                  <a:pt x="8664251" y="2449182"/>
                </a:lnTo>
                <a:cubicBezTo>
                  <a:pt x="8671173" y="2444433"/>
                  <a:pt x="8678094" y="2439695"/>
                  <a:pt x="8685016" y="2434971"/>
                </a:cubicBezTo>
                <a:close/>
                <a:moveTo>
                  <a:pt x="952831" y="2432939"/>
                </a:moveTo>
                <a:cubicBezTo>
                  <a:pt x="959766" y="2437670"/>
                  <a:pt x="966700" y="2442413"/>
                  <a:pt x="973633" y="2447176"/>
                </a:cubicBezTo>
                <a:lnTo>
                  <a:pt x="969988" y="2452491"/>
                </a:lnTo>
                <a:lnTo>
                  <a:pt x="971836" y="2449792"/>
                </a:lnTo>
                <a:cubicBezTo>
                  <a:pt x="964902" y="2445036"/>
                  <a:pt x="957974" y="2440292"/>
                  <a:pt x="951040" y="2435562"/>
                </a:cubicBezTo>
                <a:lnTo>
                  <a:pt x="949926" y="2437192"/>
                </a:lnTo>
                <a:close/>
                <a:moveTo>
                  <a:pt x="8709303" y="2425866"/>
                </a:moveTo>
                <a:lnTo>
                  <a:pt x="8711179" y="2428634"/>
                </a:lnTo>
                <a:lnTo>
                  <a:pt x="8711178" y="2428634"/>
                </a:lnTo>
                <a:close/>
                <a:moveTo>
                  <a:pt x="930141" y="2421324"/>
                </a:moveTo>
                <a:lnTo>
                  <a:pt x="930142" y="2421325"/>
                </a:lnTo>
                <a:lnTo>
                  <a:pt x="926573" y="2426576"/>
                </a:lnTo>
                <a:lnTo>
                  <a:pt x="926572" y="2426576"/>
                </a:lnTo>
                <a:close/>
                <a:moveTo>
                  <a:pt x="8732059" y="2414506"/>
                </a:moveTo>
                <a:lnTo>
                  <a:pt x="8733847" y="2417128"/>
                </a:lnTo>
                <a:cubicBezTo>
                  <a:pt x="8726862" y="2421827"/>
                  <a:pt x="8719941" y="2426538"/>
                  <a:pt x="8712956" y="2431256"/>
                </a:cubicBezTo>
                <a:lnTo>
                  <a:pt x="8711179" y="2428634"/>
                </a:lnTo>
                <a:close/>
                <a:moveTo>
                  <a:pt x="905683" y="2412410"/>
                </a:moveTo>
                <a:lnTo>
                  <a:pt x="926572" y="2426576"/>
                </a:lnTo>
                <a:lnTo>
                  <a:pt x="924789" y="2429199"/>
                </a:lnTo>
                <a:cubicBezTo>
                  <a:pt x="917823" y="2424468"/>
                  <a:pt x="910863" y="2419750"/>
                  <a:pt x="903905" y="2415038"/>
                </a:cubicBezTo>
                <a:close/>
                <a:moveTo>
                  <a:pt x="8730210" y="2411795"/>
                </a:moveTo>
                <a:lnTo>
                  <a:pt x="8732069" y="2414499"/>
                </a:lnTo>
                <a:lnTo>
                  <a:pt x="8732059" y="2414506"/>
                </a:lnTo>
                <a:close/>
                <a:moveTo>
                  <a:pt x="908582" y="2408123"/>
                </a:moveTo>
                <a:lnTo>
                  <a:pt x="905683" y="2412410"/>
                </a:lnTo>
                <a:lnTo>
                  <a:pt x="905682" y="2412409"/>
                </a:lnTo>
                <a:close/>
                <a:moveTo>
                  <a:pt x="8726672" y="2406606"/>
                </a:moveTo>
                <a:lnTo>
                  <a:pt x="8730210" y="2411795"/>
                </a:lnTo>
                <a:lnTo>
                  <a:pt x="8728450" y="2409234"/>
                </a:lnTo>
                <a:cubicBezTo>
                  <a:pt x="8721528" y="2413940"/>
                  <a:pt x="8714606" y="2418658"/>
                  <a:pt x="8707622" y="2423382"/>
                </a:cubicBezTo>
                <a:lnTo>
                  <a:pt x="8709303" y="2425866"/>
                </a:lnTo>
                <a:lnTo>
                  <a:pt x="8705844" y="2420760"/>
                </a:lnTo>
                <a:cubicBezTo>
                  <a:pt x="8712765" y="2416029"/>
                  <a:pt x="8719750" y="2411311"/>
                  <a:pt x="8726672" y="2406606"/>
                </a:cubicBezTo>
                <a:close/>
                <a:moveTo>
                  <a:pt x="911016" y="2404523"/>
                </a:moveTo>
                <a:cubicBezTo>
                  <a:pt x="917988" y="2409234"/>
                  <a:pt x="924954" y="2413959"/>
                  <a:pt x="931926" y="2418696"/>
                </a:cubicBezTo>
                <a:lnTo>
                  <a:pt x="930141" y="2421324"/>
                </a:lnTo>
                <a:lnTo>
                  <a:pt x="909238" y="2407152"/>
                </a:lnTo>
                <a:lnTo>
                  <a:pt x="908582" y="2408123"/>
                </a:lnTo>
                <a:close/>
                <a:moveTo>
                  <a:pt x="885456" y="2397338"/>
                </a:moveTo>
                <a:lnTo>
                  <a:pt x="884796" y="2398319"/>
                </a:lnTo>
                <a:lnTo>
                  <a:pt x="884796" y="2398319"/>
                </a:lnTo>
                <a:close/>
                <a:moveTo>
                  <a:pt x="863836" y="2384242"/>
                </a:moveTo>
                <a:lnTo>
                  <a:pt x="884796" y="2398319"/>
                </a:lnTo>
                <a:lnTo>
                  <a:pt x="883025" y="2400948"/>
                </a:lnTo>
                <a:cubicBezTo>
                  <a:pt x="876040" y="2396249"/>
                  <a:pt x="869056" y="2391556"/>
                  <a:pt x="862070" y="2386876"/>
                </a:cubicBezTo>
                <a:close/>
                <a:moveTo>
                  <a:pt x="8770232" y="2381104"/>
                </a:moveTo>
                <a:lnTo>
                  <a:pt x="8773789" y="2386375"/>
                </a:lnTo>
                <a:lnTo>
                  <a:pt x="8773787" y="2386377"/>
                </a:lnTo>
                <a:lnTo>
                  <a:pt x="8770232" y="2381104"/>
                </a:lnTo>
                <a:close/>
                <a:moveTo>
                  <a:pt x="867372" y="2378964"/>
                </a:moveTo>
                <a:lnTo>
                  <a:pt x="867372" y="2378964"/>
                </a:lnTo>
                <a:lnTo>
                  <a:pt x="863836" y="2384242"/>
                </a:lnTo>
                <a:lnTo>
                  <a:pt x="863835" y="2384241"/>
                </a:lnTo>
                <a:close/>
                <a:moveTo>
                  <a:pt x="8768455" y="2378469"/>
                </a:moveTo>
                <a:lnTo>
                  <a:pt x="8770232" y="2381104"/>
                </a:lnTo>
                <a:lnTo>
                  <a:pt x="8749342" y="2395163"/>
                </a:lnTo>
                <a:lnTo>
                  <a:pt x="8752897" y="2400427"/>
                </a:lnTo>
                <a:lnTo>
                  <a:pt x="8773787" y="2386377"/>
                </a:lnTo>
                <a:lnTo>
                  <a:pt x="8775567" y="2389016"/>
                </a:lnTo>
                <a:cubicBezTo>
                  <a:pt x="8768581" y="2393683"/>
                  <a:pt x="8761597" y="2398370"/>
                  <a:pt x="8754612" y="2403062"/>
                </a:cubicBezTo>
                <a:lnTo>
                  <a:pt x="8747563" y="2392528"/>
                </a:lnTo>
                <a:cubicBezTo>
                  <a:pt x="8754548" y="2387829"/>
                  <a:pt x="8761469" y="2383142"/>
                  <a:pt x="8768455" y="2378469"/>
                </a:cubicBezTo>
                <a:close/>
                <a:moveTo>
                  <a:pt x="869138" y="2376329"/>
                </a:moveTo>
                <a:cubicBezTo>
                  <a:pt x="876130" y="2381009"/>
                  <a:pt x="883120" y="2385708"/>
                  <a:pt x="890119" y="2390413"/>
                </a:cubicBezTo>
                <a:lnTo>
                  <a:pt x="885456" y="2397338"/>
                </a:lnTo>
                <a:lnTo>
                  <a:pt x="888340" y="2393048"/>
                </a:lnTo>
                <a:lnTo>
                  <a:pt x="867372" y="2378964"/>
                </a:lnTo>
                <a:close/>
                <a:moveTo>
                  <a:pt x="846366" y="2364924"/>
                </a:moveTo>
                <a:lnTo>
                  <a:pt x="846366" y="2364924"/>
                </a:lnTo>
                <a:lnTo>
                  <a:pt x="845065" y="2366876"/>
                </a:lnTo>
                <a:close/>
                <a:moveTo>
                  <a:pt x="821858" y="2356246"/>
                </a:moveTo>
                <a:lnTo>
                  <a:pt x="842842" y="2370207"/>
                </a:lnTo>
                <a:lnTo>
                  <a:pt x="845065" y="2366876"/>
                </a:lnTo>
                <a:lnTo>
                  <a:pt x="841084" y="2372849"/>
                </a:lnTo>
                <a:cubicBezTo>
                  <a:pt x="834085" y="2368182"/>
                  <a:pt x="827095" y="2363534"/>
                  <a:pt x="820103" y="2358892"/>
                </a:cubicBezTo>
                <a:close/>
                <a:moveTo>
                  <a:pt x="8812143" y="2353145"/>
                </a:moveTo>
                <a:lnTo>
                  <a:pt x="8814146" y="2356178"/>
                </a:lnTo>
                <a:lnTo>
                  <a:pt x="8812130" y="2353154"/>
                </a:lnTo>
                <a:close/>
                <a:moveTo>
                  <a:pt x="823964" y="2353068"/>
                </a:moveTo>
                <a:lnTo>
                  <a:pt x="821858" y="2356246"/>
                </a:lnTo>
                <a:lnTo>
                  <a:pt x="821855" y="2356244"/>
                </a:lnTo>
                <a:close/>
                <a:moveTo>
                  <a:pt x="8810365" y="2350504"/>
                </a:moveTo>
                <a:lnTo>
                  <a:pt x="8812130" y="2353154"/>
                </a:lnTo>
                <a:lnTo>
                  <a:pt x="8791188" y="2367090"/>
                </a:lnTo>
                <a:lnTo>
                  <a:pt x="8794744" y="2372373"/>
                </a:lnTo>
                <a:cubicBezTo>
                  <a:pt x="8801665" y="2367712"/>
                  <a:pt x="8808650" y="2363070"/>
                  <a:pt x="8815635" y="2358434"/>
                </a:cubicBezTo>
                <a:lnTo>
                  <a:pt x="8814146" y="2356178"/>
                </a:lnTo>
                <a:lnTo>
                  <a:pt x="8817413" y="2361082"/>
                </a:lnTo>
                <a:cubicBezTo>
                  <a:pt x="8810428" y="2365712"/>
                  <a:pt x="8803444" y="2370354"/>
                  <a:pt x="8796458" y="2375008"/>
                </a:cubicBezTo>
                <a:lnTo>
                  <a:pt x="8789410" y="2364448"/>
                </a:lnTo>
                <a:cubicBezTo>
                  <a:pt x="8796394" y="2359787"/>
                  <a:pt x="8803380" y="2355139"/>
                  <a:pt x="8810365" y="2350504"/>
                </a:cubicBezTo>
                <a:close/>
                <a:moveTo>
                  <a:pt x="827120" y="2348306"/>
                </a:moveTo>
                <a:cubicBezTo>
                  <a:pt x="834124" y="2352955"/>
                  <a:pt x="841121" y="2357609"/>
                  <a:pt x="848125" y="2362283"/>
                </a:cubicBezTo>
                <a:lnTo>
                  <a:pt x="846366" y="2364924"/>
                </a:lnTo>
                <a:lnTo>
                  <a:pt x="825368" y="2350954"/>
                </a:lnTo>
                <a:lnTo>
                  <a:pt x="823964" y="2353068"/>
                </a:lnTo>
                <a:close/>
                <a:moveTo>
                  <a:pt x="8833119" y="2339224"/>
                </a:moveTo>
                <a:lnTo>
                  <a:pt x="8834876" y="2341890"/>
                </a:lnTo>
                <a:lnTo>
                  <a:pt x="8833098" y="2339238"/>
                </a:lnTo>
                <a:close/>
                <a:moveTo>
                  <a:pt x="8857660" y="2330674"/>
                </a:moveTo>
                <a:lnTo>
                  <a:pt x="8859387" y="2333320"/>
                </a:lnTo>
                <a:cubicBezTo>
                  <a:pt x="8852402" y="2337930"/>
                  <a:pt x="8845417" y="2342553"/>
                  <a:pt x="8838369" y="2347189"/>
                </a:cubicBezTo>
                <a:lnTo>
                  <a:pt x="8834876" y="2341890"/>
                </a:lnTo>
                <a:lnTo>
                  <a:pt x="8836654" y="2344541"/>
                </a:lnTo>
                <a:close/>
                <a:moveTo>
                  <a:pt x="8855660" y="2327608"/>
                </a:moveTo>
                <a:lnTo>
                  <a:pt x="8857672" y="2330666"/>
                </a:lnTo>
                <a:lnTo>
                  <a:pt x="8857660" y="2330674"/>
                </a:lnTo>
                <a:close/>
                <a:moveTo>
                  <a:pt x="783209" y="2323116"/>
                </a:moveTo>
                <a:lnTo>
                  <a:pt x="783213" y="2323118"/>
                </a:lnTo>
                <a:lnTo>
                  <a:pt x="780213" y="2327680"/>
                </a:lnTo>
                <a:close/>
                <a:moveTo>
                  <a:pt x="8852465" y="2322710"/>
                </a:moveTo>
                <a:lnTo>
                  <a:pt x="8855660" y="2327608"/>
                </a:lnTo>
                <a:lnTo>
                  <a:pt x="8854180" y="2325357"/>
                </a:lnTo>
                <a:lnTo>
                  <a:pt x="8833119" y="2339224"/>
                </a:lnTo>
                <a:lnTo>
                  <a:pt x="8831383" y="2336590"/>
                </a:lnTo>
                <a:cubicBezTo>
                  <a:pt x="8838369" y="2331949"/>
                  <a:pt x="8845417" y="2327326"/>
                  <a:pt x="8852465" y="2322710"/>
                </a:cubicBezTo>
                <a:close/>
                <a:moveTo>
                  <a:pt x="784955" y="2320468"/>
                </a:moveTo>
                <a:cubicBezTo>
                  <a:pt x="791991" y="2325091"/>
                  <a:pt x="799034" y="2329726"/>
                  <a:pt x="806076" y="2334374"/>
                </a:cubicBezTo>
                <a:lnTo>
                  <a:pt x="799078" y="2344972"/>
                </a:lnTo>
                <a:cubicBezTo>
                  <a:pt x="792042" y="2340331"/>
                  <a:pt x="785013" y="2335695"/>
                  <a:pt x="777977" y="2331079"/>
                </a:cubicBezTo>
                <a:lnTo>
                  <a:pt x="780213" y="2327680"/>
                </a:lnTo>
                <a:lnTo>
                  <a:pt x="779723" y="2328425"/>
                </a:lnTo>
                <a:cubicBezTo>
                  <a:pt x="786753" y="2333047"/>
                  <a:pt x="793788" y="2337676"/>
                  <a:pt x="800824" y="2342325"/>
                </a:cubicBezTo>
                <a:lnTo>
                  <a:pt x="804323" y="2337022"/>
                </a:lnTo>
                <a:lnTo>
                  <a:pt x="783213" y="2323118"/>
                </a:lnTo>
                <a:close/>
                <a:moveTo>
                  <a:pt x="8875222" y="2311544"/>
                </a:moveTo>
                <a:lnTo>
                  <a:pt x="8878712" y="2316855"/>
                </a:lnTo>
                <a:lnTo>
                  <a:pt x="8878691" y="2316868"/>
                </a:lnTo>
                <a:lnTo>
                  <a:pt x="8875198" y="2311559"/>
                </a:lnTo>
                <a:close/>
                <a:moveTo>
                  <a:pt x="762108" y="2309292"/>
                </a:moveTo>
                <a:lnTo>
                  <a:pt x="762108" y="2309292"/>
                </a:lnTo>
                <a:lnTo>
                  <a:pt x="758635" y="2314607"/>
                </a:lnTo>
                <a:lnTo>
                  <a:pt x="758633" y="2314606"/>
                </a:lnTo>
                <a:close/>
                <a:moveTo>
                  <a:pt x="8899762" y="2303140"/>
                </a:moveTo>
                <a:lnTo>
                  <a:pt x="8901487" y="2305793"/>
                </a:lnTo>
                <a:cubicBezTo>
                  <a:pt x="8894502" y="2310359"/>
                  <a:pt x="8887454" y="2314937"/>
                  <a:pt x="8880469" y="2319528"/>
                </a:cubicBezTo>
                <a:lnTo>
                  <a:pt x="8878712" y="2316855"/>
                </a:lnTo>
                <a:close/>
                <a:moveTo>
                  <a:pt x="8897980" y="2300401"/>
                </a:moveTo>
                <a:lnTo>
                  <a:pt x="8899773" y="2303132"/>
                </a:lnTo>
                <a:lnTo>
                  <a:pt x="8899762" y="2303140"/>
                </a:lnTo>
                <a:close/>
                <a:moveTo>
                  <a:pt x="8894566" y="2295150"/>
                </a:moveTo>
                <a:lnTo>
                  <a:pt x="8897980" y="2300401"/>
                </a:lnTo>
                <a:lnTo>
                  <a:pt x="8896281" y="2297811"/>
                </a:lnTo>
                <a:lnTo>
                  <a:pt x="8875222" y="2311544"/>
                </a:lnTo>
                <a:lnTo>
                  <a:pt x="8873484" y="2308898"/>
                </a:lnTo>
                <a:cubicBezTo>
                  <a:pt x="8880532" y="2304301"/>
                  <a:pt x="8887518" y="2299723"/>
                  <a:pt x="8894566" y="2295150"/>
                </a:cubicBezTo>
                <a:close/>
                <a:moveTo>
                  <a:pt x="742722" y="2292858"/>
                </a:moveTo>
                <a:cubicBezTo>
                  <a:pt x="749764" y="2297437"/>
                  <a:pt x="756800" y="2302027"/>
                  <a:pt x="763848" y="2306631"/>
                </a:cubicBezTo>
                <a:lnTo>
                  <a:pt x="762108" y="2309292"/>
                </a:lnTo>
                <a:lnTo>
                  <a:pt x="740994" y="2295519"/>
                </a:lnTo>
                <a:lnTo>
                  <a:pt x="737534" y="2300847"/>
                </a:lnTo>
                <a:lnTo>
                  <a:pt x="758633" y="2314606"/>
                </a:lnTo>
                <a:lnTo>
                  <a:pt x="756895" y="2317261"/>
                </a:lnTo>
                <a:cubicBezTo>
                  <a:pt x="749859" y="2312664"/>
                  <a:pt x="742830" y="2308079"/>
                  <a:pt x="735800" y="2303507"/>
                </a:cubicBezTo>
                <a:close/>
                <a:moveTo>
                  <a:pt x="8917438" y="2284063"/>
                </a:moveTo>
                <a:lnTo>
                  <a:pt x="8919058" y="2286560"/>
                </a:lnTo>
                <a:lnTo>
                  <a:pt x="8917426" y="2284070"/>
                </a:lnTo>
                <a:close/>
                <a:moveTo>
                  <a:pt x="719771" y="2281751"/>
                </a:moveTo>
                <a:lnTo>
                  <a:pt x="719773" y="2281752"/>
                </a:lnTo>
                <a:lnTo>
                  <a:pt x="718325" y="2283988"/>
                </a:lnTo>
                <a:close/>
                <a:moveTo>
                  <a:pt x="8942053" y="2275753"/>
                </a:moveTo>
                <a:lnTo>
                  <a:pt x="8943778" y="2278412"/>
                </a:lnTo>
                <a:cubicBezTo>
                  <a:pt x="8936730" y="2282952"/>
                  <a:pt x="8929682" y="2287499"/>
                  <a:pt x="8922632" y="2292064"/>
                </a:cubicBezTo>
                <a:lnTo>
                  <a:pt x="8919058" y="2286560"/>
                </a:lnTo>
                <a:lnTo>
                  <a:pt x="8920919" y="2289397"/>
                </a:lnTo>
                <a:close/>
                <a:moveTo>
                  <a:pt x="8938635" y="2270405"/>
                </a:moveTo>
                <a:lnTo>
                  <a:pt x="8942064" y="2275745"/>
                </a:lnTo>
                <a:lnTo>
                  <a:pt x="8942053" y="2275753"/>
                </a:lnTo>
                <a:lnTo>
                  <a:pt x="8938600" y="2270428"/>
                </a:lnTo>
                <a:close/>
                <a:moveTo>
                  <a:pt x="8936856" y="2267738"/>
                </a:moveTo>
                <a:lnTo>
                  <a:pt x="8938600" y="2270428"/>
                </a:lnTo>
                <a:lnTo>
                  <a:pt x="8917438" y="2284063"/>
                </a:lnTo>
                <a:lnTo>
                  <a:pt x="8915711" y="2281403"/>
                </a:lnTo>
                <a:cubicBezTo>
                  <a:pt x="8922760" y="2276831"/>
                  <a:pt x="8929808" y="2272278"/>
                  <a:pt x="8936856" y="2267738"/>
                </a:cubicBezTo>
                <a:close/>
                <a:moveTo>
                  <a:pt x="700278" y="2265394"/>
                </a:moveTo>
                <a:cubicBezTo>
                  <a:pt x="707352" y="2269947"/>
                  <a:pt x="714420" y="2274513"/>
                  <a:pt x="721494" y="2279085"/>
                </a:cubicBezTo>
                <a:lnTo>
                  <a:pt x="719771" y="2281751"/>
                </a:lnTo>
                <a:lnTo>
                  <a:pt x="698564" y="2268068"/>
                </a:lnTo>
                <a:lnTo>
                  <a:pt x="695128" y="2273408"/>
                </a:lnTo>
                <a:cubicBezTo>
                  <a:pt x="702190" y="2277954"/>
                  <a:pt x="709251" y="2282514"/>
                  <a:pt x="716318" y="2287086"/>
                </a:cubicBezTo>
                <a:lnTo>
                  <a:pt x="718325" y="2283988"/>
                </a:lnTo>
                <a:lnTo>
                  <a:pt x="714598" y="2289753"/>
                </a:lnTo>
                <a:cubicBezTo>
                  <a:pt x="707530" y="2285181"/>
                  <a:pt x="700469" y="2280622"/>
                  <a:pt x="693408" y="2276075"/>
                </a:cubicBezTo>
                <a:close/>
                <a:moveTo>
                  <a:pt x="8980989" y="2243227"/>
                </a:moveTo>
                <a:cubicBezTo>
                  <a:pt x="8973941" y="2247741"/>
                  <a:pt x="8966829" y="2252275"/>
                  <a:pt x="8959717" y="2256822"/>
                </a:cubicBezTo>
                <a:lnTo>
                  <a:pt x="8963146" y="2262169"/>
                </a:lnTo>
                <a:cubicBezTo>
                  <a:pt x="8970257" y="2257628"/>
                  <a:pt x="8977369" y="2253094"/>
                  <a:pt x="8984419" y="2248580"/>
                </a:cubicBezTo>
                <a:close/>
                <a:moveTo>
                  <a:pt x="656038" y="2240839"/>
                </a:moveTo>
                <a:lnTo>
                  <a:pt x="656040" y="2240840"/>
                </a:lnTo>
                <a:lnTo>
                  <a:pt x="652629" y="2246198"/>
                </a:lnTo>
                <a:lnTo>
                  <a:pt x="652628" y="2246198"/>
                </a:lnTo>
                <a:close/>
                <a:moveTo>
                  <a:pt x="8979338" y="2240547"/>
                </a:moveTo>
                <a:lnTo>
                  <a:pt x="8986132" y="2251259"/>
                </a:lnTo>
                <a:cubicBezTo>
                  <a:pt x="8979084" y="2255774"/>
                  <a:pt x="8971972" y="2260302"/>
                  <a:pt x="8964860" y="2264842"/>
                </a:cubicBezTo>
                <a:lnTo>
                  <a:pt x="8958002" y="2254149"/>
                </a:lnTo>
                <a:cubicBezTo>
                  <a:pt x="8965114" y="2249602"/>
                  <a:pt x="8972226" y="2245068"/>
                  <a:pt x="8979338" y="2240547"/>
                </a:cubicBezTo>
                <a:close/>
                <a:moveTo>
                  <a:pt x="657746" y="2238159"/>
                </a:moveTo>
                <a:cubicBezTo>
                  <a:pt x="664858" y="2242687"/>
                  <a:pt x="671970" y="2247233"/>
                  <a:pt x="679082" y="2251786"/>
                </a:cubicBezTo>
                <a:lnTo>
                  <a:pt x="672237" y="2262480"/>
                </a:lnTo>
                <a:cubicBezTo>
                  <a:pt x="665125" y="2257933"/>
                  <a:pt x="658025" y="2253393"/>
                  <a:pt x="650926" y="2248872"/>
                </a:cubicBezTo>
                <a:lnTo>
                  <a:pt x="652629" y="2246198"/>
                </a:lnTo>
                <a:lnTo>
                  <a:pt x="673945" y="2259806"/>
                </a:lnTo>
                <a:lnTo>
                  <a:pt x="677367" y="2254460"/>
                </a:lnTo>
                <a:lnTo>
                  <a:pt x="656040" y="2240840"/>
                </a:lnTo>
                <a:close/>
                <a:moveTo>
                  <a:pt x="9004339" y="2232958"/>
                </a:moveTo>
                <a:lnTo>
                  <a:pt x="9005692" y="2235073"/>
                </a:lnTo>
                <a:lnTo>
                  <a:pt x="9005691" y="2235073"/>
                </a:lnTo>
                <a:close/>
                <a:moveTo>
                  <a:pt x="9025278" y="2219060"/>
                </a:moveTo>
                <a:lnTo>
                  <a:pt x="9028614" y="2224335"/>
                </a:lnTo>
                <a:cubicBezTo>
                  <a:pt x="9021502" y="2228793"/>
                  <a:pt x="9014454" y="2233263"/>
                  <a:pt x="9007406" y="2237753"/>
                </a:cubicBezTo>
                <a:lnTo>
                  <a:pt x="9005692" y="2235073"/>
                </a:lnTo>
                <a:lnTo>
                  <a:pt x="9026900" y="2221649"/>
                </a:lnTo>
                <a:close/>
                <a:moveTo>
                  <a:pt x="9023534" y="2216277"/>
                </a:moveTo>
                <a:lnTo>
                  <a:pt x="9025278" y="2219060"/>
                </a:lnTo>
                <a:lnTo>
                  <a:pt x="9023522" y="2216285"/>
                </a:lnTo>
                <a:close/>
                <a:moveTo>
                  <a:pt x="613429" y="2213845"/>
                </a:moveTo>
                <a:lnTo>
                  <a:pt x="610045" y="2219217"/>
                </a:lnTo>
                <a:cubicBezTo>
                  <a:pt x="617131" y="2223688"/>
                  <a:pt x="624231" y="2228171"/>
                  <a:pt x="631324" y="2232667"/>
                </a:cubicBezTo>
                <a:lnTo>
                  <a:pt x="634721" y="2227301"/>
                </a:lnTo>
                <a:cubicBezTo>
                  <a:pt x="627621" y="2222799"/>
                  <a:pt x="620522" y="2218315"/>
                  <a:pt x="613429" y="2213845"/>
                </a:cubicBezTo>
                <a:close/>
                <a:moveTo>
                  <a:pt x="9021819" y="2213591"/>
                </a:moveTo>
                <a:lnTo>
                  <a:pt x="9023522" y="2216285"/>
                </a:lnTo>
                <a:lnTo>
                  <a:pt x="9002262" y="2229707"/>
                </a:lnTo>
                <a:lnTo>
                  <a:pt x="9004339" y="2232958"/>
                </a:lnTo>
                <a:lnTo>
                  <a:pt x="9000547" y="2227028"/>
                </a:lnTo>
                <a:cubicBezTo>
                  <a:pt x="9007659" y="2222532"/>
                  <a:pt x="9014771" y="2218055"/>
                  <a:pt x="9021819" y="2213591"/>
                </a:cubicBezTo>
                <a:close/>
                <a:moveTo>
                  <a:pt x="615118" y="2211159"/>
                </a:moveTo>
                <a:cubicBezTo>
                  <a:pt x="622218" y="2215629"/>
                  <a:pt x="629317" y="2220119"/>
                  <a:pt x="636423" y="2224621"/>
                </a:cubicBezTo>
                <a:lnTo>
                  <a:pt x="629628" y="2235346"/>
                </a:lnTo>
                <a:cubicBezTo>
                  <a:pt x="622529" y="2230850"/>
                  <a:pt x="615436" y="2226374"/>
                  <a:pt x="608349" y="2221903"/>
                </a:cubicBezTo>
                <a:close/>
                <a:moveTo>
                  <a:pt x="9044894" y="2202833"/>
                </a:moveTo>
                <a:lnTo>
                  <a:pt x="9048258" y="2208212"/>
                </a:lnTo>
                <a:lnTo>
                  <a:pt x="9048236" y="2208225"/>
                </a:lnTo>
                <a:lnTo>
                  <a:pt x="9044870" y="2202847"/>
                </a:lnTo>
                <a:close/>
                <a:moveTo>
                  <a:pt x="9069613" y="2194885"/>
                </a:moveTo>
                <a:lnTo>
                  <a:pt x="9071286" y="2197564"/>
                </a:lnTo>
                <a:cubicBezTo>
                  <a:pt x="9064174" y="2202002"/>
                  <a:pt x="9057062" y="2206447"/>
                  <a:pt x="9049950" y="2210918"/>
                </a:cubicBezTo>
                <a:lnTo>
                  <a:pt x="9048258" y="2208212"/>
                </a:lnTo>
                <a:close/>
                <a:moveTo>
                  <a:pt x="9066269" y="2189480"/>
                </a:moveTo>
                <a:lnTo>
                  <a:pt x="9069635" y="2194871"/>
                </a:lnTo>
                <a:lnTo>
                  <a:pt x="9069613" y="2194885"/>
                </a:lnTo>
                <a:lnTo>
                  <a:pt x="9066246" y="2189495"/>
                </a:lnTo>
                <a:close/>
                <a:moveTo>
                  <a:pt x="570586" y="2187010"/>
                </a:moveTo>
                <a:lnTo>
                  <a:pt x="570587" y="2187011"/>
                </a:lnTo>
                <a:lnTo>
                  <a:pt x="567230" y="2192397"/>
                </a:lnTo>
                <a:lnTo>
                  <a:pt x="567227" y="2192395"/>
                </a:lnTo>
                <a:close/>
                <a:moveTo>
                  <a:pt x="9064556" y="2186788"/>
                </a:moveTo>
                <a:lnTo>
                  <a:pt x="9066246" y="2189495"/>
                </a:lnTo>
                <a:lnTo>
                  <a:pt x="9044894" y="2202833"/>
                </a:lnTo>
                <a:lnTo>
                  <a:pt x="9043219" y="2200154"/>
                </a:lnTo>
                <a:cubicBezTo>
                  <a:pt x="9050332" y="2195684"/>
                  <a:pt x="9057444" y="2191226"/>
                  <a:pt x="9064556" y="2186788"/>
                </a:cubicBezTo>
                <a:close/>
                <a:moveTo>
                  <a:pt x="572269" y="2184311"/>
                </a:moveTo>
                <a:cubicBezTo>
                  <a:pt x="579406" y="2188763"/>
                  <a:pt x="586550" y="2193227"/>
                  <a:pt x="593700" y="2197703"/>
                </a:cubicBezTo>
                <a:lnTo>
                  <a:pt x="586956" y="2208467"/>
                </a:lnTo>
                <a:cubicBezTo>
                  <a:pt x="579819" y="2203990"/>
                  <a:pt x="572681" y="2199532"/>
                  <a:pt x="565550" y="2195093"/>
                </a:cubicBezTo>
                <a:lnTo>
                  <a:pt x="567230" y="2192397"/>
                </a:lnTo>
                <a:lnTo>
                  <a:pt x="588639" y="2205774"/>
                </a:lnTo>
                <a:lnTo>
                  <a:pt x="592011" y="2200396"/>
                </a:lnTo>
                <a:lnTo>
                  <a:pt x="570587" y="2187011"/>
                </a:lnTo>
                <a:close/>
                <a:moveTo>
                  <a:pt x="9089230" y="2178861"/>
                </a:moveTo>
                <a:lnTo>
                  <a:pt x="9090930" y="2181586"/>
                </a:lnTo>
                <a:lnTo>
                  <a:pt x="9090907" y="2181600"/>
                </a:lnTo>
                <a:close/>
                <a:moveTo>
                  <a:pt x="549185" y="2173713"/>
                </a:moveTo>
                <a:lnTo>
                  <a:pt x="549186" y="2173713"/>
                </a:lnTo>
                <a:lnTo>
                  <a:pt x="547164" y="2176977"/>
                </a:lnTo>
                <a:close/>
                <a:moveTo>
                  <a:pt x="9112361" y="2168360"/>
                </a:moveTo>
                <a:lnTo>
                  <a:pt x="9114022" y="2171052"/>
                </a:lnTo>
                <a:cubicBezTo>
                  <a:pt x="9106910" y="2175453"/>
                  <a:pt x="9099734" y="2179872"/>
                  <a:pt x="9092622" y="2184299"/>
                </a:cubicBezTo>
                <a:lnTo>
                  <a:pt x="9090930" y="2181586"/>
                </a:lnTo>
                <a:close/>
                <a:moveTo>
                  <a:pt x="524354" y="2165841"/>
                </a:moveTo>
                <a:lnTo>
                  <a:pt x="545840" y="2179111"/>
                </a:lnTo>
                <a:lnTo>
                  <a:pt x="547164" y="2176977"/>
                </a:lnTo>
                <a:lnTo>
                  <a:pt x="544170" y="2181809"/>
                </a:lnTo>
                <a:cubicBezTo>
                  <a:pt x="537007" y="2177371"/>
                  <a:pt x="529844" y="2172951"/>
                  <a:pt x="522688" y="2168544"/>
                </a:cubicBezTo>
                <a:close/>
                <a:moveTo>
                  <a:pt x="9110680" y="2165635"/>
                </a:moveTo>
                <a:lnTo>
                  <a:pt x="9112371" y="2168354"/>
                </a:lnTo>
                <a:lnTo>
                  <a:pt x="9112361" y="2168360"/>
                </a:lnTo>
                <a:close/>
                <a:moveTo>
                  <a:pt x="527685" y="2160429"/>
                </a:moveTo>
                <a:lnTo>
                  <a:pt x="527686" y="2160430"/>
                </a:lnTo>
                <a:lnTo>
                  <a:pt x="524354" y="2165841"/>
                </a:lnTo>
                <a:lnTo>
                  <a:pt x="524351" y="2165839"/>
                </a:lnTo>
                <a:close/>
                <a:moveTo>
                  <a:pt x="9107355" y="2160245"/>
                </a:moveTo>
                <a:lnTo>
                  <a:pt x="9110680" y="2165635"/>
                </a:lnTo>
                <a:lnTo>
                  <a:pt x="9109006" y="2162943"/>
                </a:lnTo>
                <a:cubicBezTo>
                  <a:pt x="9101894" y="2167350"/>
                  <a:pt x="9094718" y="2171770"/>
                  <a:pt x="9087606" y="2176209"/>
                </a:cubicBezTo>
                <a:lnTo>
                  <a:pt x="9089230" y="2178861"/>
                </a:lnTo>
                <a:lnTo>
                  <a:pt x="9085892" y="2173510"/>
                </a:lnTo>
                <a:cubicBezTo>
                  <a:pt x="9093067" y="2169071"/>
                  <a:pt x="9100243" y="2164652"/>
                  <a:pt x="9107355" y="2160245"/>
                </a:cubicBezTo>
                <a:close/>
                <a:moveTo>
                  <a:pt x="529349" y="2157730"/>
                </a:moveTo>
                <a:cubicBezTo>
                  <a:pt x="536512" y="2162143"/>
                  <a:pt x="543681" y="2166569"/>
                  <a:pt x="550856" y="2171014"/>
                </a:cubicBezTo>
                <a:lnTo>
                  <a:pt x="549185" y="2173713"/>
                </a:lnTo>
                <a:lnTo>
                  <a:pt x="527686" y="2160430"/>
                </a:lnTo>
                <a:close/>
                <a:moveTo>
                  <a:pt x="9131106" y="2150685"/>
                </a:moveTo>
                <a:lnTo>
                  <a:pt x="9133834" y="2155158"/>
                </a:lnTo>
                <a:lnTo>
                  <a:pt x="9133834" y="2155158"/>
                </a:lnTo>
                <a:close/>
                <a:moveTo>
                  <a:pt x="506145" y="2147207"/>
                </a:moveTo>
                <a:lnTo>
                  <a:pt x="506146" y="2147208"/>
                </a:lnTo>
                <a:lnTo>
                  <a:pt x="504739" y="2149505"/>
                </a:lnTo>
                <a:close/>
                <a:moveTo>
                  <a:pt x="481333" y="2139495"/>
                </a:moveTo>
                <a:lnTo>
                  <a:pt x="502831" y="2152618"/>
                </a:lnTo>
                <a:lnTo>
                  <a:pt x="504739" y="2149505"/>
                </a:lnTo>
                <a:lnTo>
                  <a:pt x="501174" y="2155330"/>
                </a:lnTo>
                <a:cubicBezTo>
                  <a:pt x="494005" y="2150942"/>
                  <a:pt x="486842" y="2146567"/>
                  <a:pt x="479679" y="2142211"/>
                </a:cubicBezTo>
                <a:close/>
                <a:moveTo>
                  <a:pt x="484632" y="2134070"/>
                </a:moveTo>
                <a:lnTo>
                  <a:pt x="484633" y="2134071"/>
                </a:lnTo>
                <a:lnTo>
                  <a:pt x="481333" y="2139495"/>
                </a:lnTo>
                <a:lnTo>
                  <a:pt x="481330" y="2139493"/>
                </a:lnTo>
                <a:close/>
                <a:moveTo>
                  <a:pt x="9150344" y="2133918"/>
                </a:moveTo>
                <a:lnTo>
                  <a:pt x="9156948" y="2144763"/>
                </a:lnTo>
                <a:cubicBezTo>
                  <a:pt x="9149772" y="2149113"/>
                  <a:pt x="9142660" y="2153482"/>
                  <a:pt x="9135485" y="2157864"/>
                </a:cubicBezTo>
                <a:lnTo>
                  <a:pt x="9133834" y="2155158"/>
                </a:lnTo>
                <a:lnTo>
                  <a:pt x="9155297" y="2142052"/>
                </a:lnTo>
                <a:lnTo>
                  <a:pt x="9151994" y="2136629"/>
                </a:lnTo>
                <a:cubicBezTo>
                  <a:pt x="9144819" y="2140985"/>
                  <a:pt x="9137644" y="2145354"/>
                  <a:pt x="9130531" y="2149742"/>
                </a:cubicBezTo>
                <a:lnTo>
                  <a:pt x="9131106" y="2150685"/>
                </a:lnTo>
                <a:lnTo>
                  <a:pt x="9128881" y="2147037"/>
                </a:lnTo>
                <a:cubicBezTo>
                  <a:pt x="9135993" y="2142649"/>
                  <a:pt x="9143169" y="2138274"/>
                  <a:pt x="9150344" y="2133918"/>
                </a:cubicBezTo>
                <a:close/>
                <a:moveTo>
                  <a:pt x="486283" y="2131359"/>
                </a:moveTo>
                <a:cubicBezTo>
                  <a:pt x="493452" y="2135721"/>
                  <a:pt x="500628" y="2140102"/>
                  <a:pt x="507803" y="2144497"/>
                </a:cubicBezTo>
                <a:lnTo>
                  <a:pt x="506145" y="2147207"/>
                </a:lnTo>
                <a:lnTo>
                  <a:pt x="484633" y="2134071"/>
                </a:lnTo>
                <a:close/>
                <a:moveTo>
                  <a:pt x="461249" y="2123940"/>
                </a:moveTo>
                <a:lnTo>
                  <a:pt x="459759" y="2126406"/>
                </a:lnTo>
                <a:lnTo>
                  <a:pt x="459758" y="2126406"/>
                </a:lnTo>
                <a:close/>
                <a:moveTo>
                  <a:pt x="9195111" y="2110505"/>
                </a:moveTo>
                <a:lnTo>
                  <a:pt x="9196724" y="2113215"/>
                </a:lnTo>
                <a:lnTo>
                  <a:pt x="9195099" y="2110513"/>
                </a:lnTo>
                <a:close/>
                <a:moveTo>
                  <a:pt x="9193460" y="2107787"/>
                </a:moveTo>
                <a:lnTo>
                  <a:pt x="9195099" y="2110513"/>
                </a:lnTo>
                <a:lnTo>
                  <a:pt x="9173521" y="2123548"/>
                </a:lnTo>
                <a:lnTo>
                  <a:pt x="9176823" y="2128977"/>
                </a:lnTo>
                <a:cubicBezTo>
                  <a:pt x="9183999" y="2124621"/>
                  <a:pt x="9191174" y="2120271"/>
                  <a:pt x="9198350" y="2115947"/>
                </a:cubicBezTo>
                <a:lnTo>
                  <a:pt x="9196724" y="2113215"/>
                </a:lnTo>
                <a:lnTo>
                  <a:pt x="9200001" y="2118665"/>
                </a:lnTo>
                <a:cubicBezTo>
                  <a:pt x="9192825" y="2122996"/>
                  <a:pt x="9185650" y="2127333"/>
                  <a:pt x="9178411" y="2131695"/>
                </a:cubicBezTo>
                <a:lnTo>
                  <a:pt x="9171870" y="2120830"/>
                </a:lnTo>
                <a:cubicBezTo>
                  <a:pt x="9179046" y="2116468"/>
                  <a:pt x="9186285" y="2112118"/>
                  <a:pt x="9193460" y="2107787"/>
                </a:cubicBezTo>
                <a:close/>
                <a:moveTo>
                  <a:pt x="443033" y="2105190"/>
                </a:moveTo>
                <a:cubicBezTo>
                  <a:pt x="450247" y="2109527"/>
                  <a:pt x="457467" y="2113883"/>
                  <a:pt x="464687" y="2118252"/>
                </a:cubicBezTo>
                <a:lnTo>
                  <a:pt x="461249" y="2123940"/>
                </a:lnTo>
                <a:lnTo>
                  <a:pt x="463042" y="2120970"/>
                </a:lnTo>
                <a:cubicBezTo>
                  <a:pt x="455822" y="2116601"/>
                  <a:pt x="448609" y="2112251"/>
                  <a:pt x="441395" y="2107914"/>
                </a:cubicBezTo>
                <a:lnTo>
                  <a:pt x="438125" y="2113356"/>
                </a:lnTo>
                <a:lnTo>
                  <a:pt x="459758" y="2126406"/>
                </a:lnTo>
                <a:lnTo>
                  <a:pt x="458115" y="2129123"/>
                </a:lnTo>
                <a:cubicBezTo>
                  <a:pt x="450901" y="2124755"/>
                  <a:pt x="443694" y="2120405"/>
                  <a:pt x="436487" y="2116074"/>
                </a:cubicBezTo>
                <a:close/>
                <a:moveTo>
                  <a:pt x="9216661" y="2097551"/>
                </a:moveTo>
                <a:lnTo>
                  <a:pt x="9218259" y="2100239"/>
                </a:lnTo>
                <a:lnTo>
                  <a:pt x="9216638" y="2097564"/>
                </a:lnTo>
                <a:close/>
                <a:moveTo>
                  <a:pt x="419772" y="2094948"/>
                </a:moveTo>
                <a:lnTo>
                  <a:pt x="419773" y="2094948"/>
                </a:lnTo>
                <a:lnTo>
                  <a:pt x="416516" y="2100402"/>
                </a:lnTo>
                <a:lnTo>
                  <a:pt x="416513" y="2100401"/>
                </a:lnTo>
                <a:close/>
                <a:moveTo>
                  <a:pt x="9239955" y="2087470"/>
                </a:moveTo>
                <a:lnTo>
                  <a:pt x="9243181" y="2092852"/>
                </a:lnTo>
                <a:cubicBezTo>
                  <a:pt x="9235942" y="2097132"/>
                  <a:pt x="9228767" y="2101425"/>
                  <a:pt x="9221527" y="2105736"/>
                </a:cubicBezTo>
                <a:lnTo>
                  <a:pt x="9218259" y="2100239"/>
                </a:lnTo>
                <a:lnTo>
                  <a:pt x="9219940" y="2103012"/>
                </a:lnTo>
                <a:cubicBezTo>
                  <a:pt x="9227115" y="2098701"/>
                  <a:pt x="9234355" y="2094401"/>
                  <a:pt x="9241530" y="2090122"/>
                </a:cubicBezTo>
                <a:close/>
                <a:moveTo>
                  <a:pt x="9238292" y="2084667"/>
                </a:moveTo>
                <a:lnTo>
                  <a:pt x="9239955" y="2087470"/>
                </a:lnTo>
                <a:lnTo>
                  <a:pt x="9238280" y="2084674"/>
                </a:lnTo>
                <a:close/>
                <a:moveTo>
                  <a:pt x="396594" y="2084553"/>
                </a:moveTo>
                <a:lnTo>
                  <a:pt x="394850" y="2087493"/>
                </a:lnTo>
                <a:lnTo>
                  <a:pt x="416513" y="2100401"/>
                </a:lnTo>
                <a:lnTo>
                  <a:pt x="414884" y="2103126"/>
                </a:lnTo>
                <a:cubicBezTo>
                  <a:pt x="407658" y="2098808"/>
                  <a:pt x="400438" y="2094509"/>
                  <a:pt x="393224" y="2090223"/>
                </a:cubicBezTo>
                <a:close/>
                <a:moveTo>
                  <a:pt x="398088" y="2082032"/>
                </a:moveTo>
                <a:lnTo>
                  <a:pt x="398091" y="2082034"/>
                </a:lnTo>
                <a:lnTo>
                  <a:pt x="396594" y="2084553"/>
                </a:lnTo>
                <a:close/>
                <a:moveTo>
                  <a:pt x="9236640" y="2081937"/>
                </a:moveTo>
                <a:lnTo>
                  <a:pt x="9238280" y="2084674"/>
                </a:lnTo>
                <a:lnTo>
                  <a:pt x="9216661" y="2097551"/>
                </a:lnTo>
                <a:lnTo>
                  <a:pt x="9215050" y="2094840"/>
                </a:lnTo>
                <a:cubicBezTo>
                  <a:pt x="9222226" y="2090522"/>
                  <a:pt x="9229465" y="2086223"/>
                  <a:pt x="9236640" y="2081937"/>
                </a:cubicBezTo>
                <a:close/>
                <a:moveTo>
                  <a:pt x="399714" y="2079301"/>
                </a:moveTo>
                <a:cubicBezTo>
                  <a:pt x="406934" y="2083594"/>
                  <a:pt x="414166" y="2087899"/>
                  <a:pt x="421399" y="2092224"/>
                </a:cubicBezTo>
                <a:lnTo>
                  <a:pt x="419772" y="2094948"/>
                </a:lnTo>
                <a:lnTo>
                  <a:pt x="398091" y="2082034"/>
                </a:lnTo>
                <a:close/>
                <a:moveTo>
                  <a:pt x="9283123" y="2061503"/>
                </a:moveTo>
                <a:lnTo>
                  <a:pt x="9284900" y="2064506"/>
                </a:lnTo>
                <a:lnTo>
                  <a:pt x="9284887" y="2064514"/>
                </a:lnTo>
                <a:close/>
                <a:moveTo>
                  <a:pt x="354591" y="2056365"/>
                </a:moveTo>
                <a:lnTo>
                  <a:pt x="354591" y="2056366"/>
                </a:lnTo>
                <a:lnTo>
                  <a:pt x="353733" y="2057829"/>
                </a:lnTo>
                <a:close/>
                <a:moveTo>
                  <a:pt x="9280074" y="2056295"/>
                </a:moveTo>
                <a:lnTo>
                  <a:pt x="9283123" y="2061503"/>
                </a:lnTo>
                <a:lnTo>
                  <a:pt x="9281662" y="2059032"/>
                </a:lnTo>
                <a:cubicBezTo>
                  <a:pt x="9274423" y="2063268"/>
                  <a:pt x="9267247" y="2067528"/>
                  <a:pt x="9260008" y="2071796"/>
                </a:cubicBezTo>
                <a:lnTo>
                  <a:pt x="9263247" y="2077263"/>
                </a:lnTo>
                <a:lnTo>
                  <a:pt x="9284887" y="2064514"/>
                </a:lnTo>
                <a:lnTo>
                  <a:pt x="9286488" y="2067249"/>
                </a:lnTo>
                <a:cubicBezTo>
                  <a:pt x="9279249" y="2071478"/>
                  <a:pt x="9272073" y="2075732"/>
                  <a:pt x="9264834" y="2080000"/>
                </a:cubicBezTo>
                <a:lnTo>
                  <a:pt x="9258357" y="2069065"/>
                </a:lnTo>
                <a:cubicBezTo>
                  <a:pt x="9265596" y="2064791"/>
                  <a:pt x="9272835" y="2060537"/>
                  <a:pt x="9280074" y="2056295"/>
                </a:cubicBezTo>
                <a:close/>
                <a:moveTo>
                  <a:pt x="356197" y="2053628"/>
                </a:moveTo>
                <a:cubicBezTo>
                  <a:pt x="363436" y="2057870"/>
                  <a:pt x="370682" y="2062131"/>
                  <a:pt x="377940" y="2066411"/>
                </a:cubicBezTo>
                <a:lnTo>
                  <a:pt x="371482" y="2077352"/>
                </a:lnTo>
                <a:cubicBezTo>
                  <a:pt x="364243" y="2073078"/>
                  <a:pt x="357004" y="2068824"/>
                  <a:pt x="349771" y="2064582"/>
                </a:cubicBezTo>
                <a:lnTo>
                  <a:pt x="353733" y="2057829"/>
                </a:lnTo>
                <a:lnTo>
                  <a:pt x="351377" y="2061845"/>
                </a:lnTo>
                <a:cubicBezTo>
                  <a:pt x="358610" y="2066081"/>
                  <a:pt x="365849" y="2070341"/>
                  <a:pt x="373095" y="2074615"/>
                </a:cubicBezTo>
                <a:lnTo>
                  <a:pt x="376320" y="2069148"/>
                </a:lnTo>
                <a:lnTo>
                  <a:pt x="354591" y="2056366"/>
                </a:lnTo>
                <a:close/>
                <a:moveTo>
                  <a:pt x="9303391" y="2046312"/>
                </a:moveTo>
                <a:lnTo>
                  <a:pt x="9304992" y="2049051"/>
                </a:lnTo>
                <a:lnTo>
                  <a:pt x="9303379" y="2046319"/>
                </a:lnTo>
                <a:close/>
                <a:moveTo>
                  <a:pt x="332808" y="2043639"/>
                </a:moveTo>
                <a:lnTo>
                  <a:pt x="332810" y="2043640"/>
                </a:lnTo>
                <a:lnTo>
                  <a:pt x="331035" y="2046684"/>
                </a:lnTo>
                <a:close/>
                <a:moveTo>
                  <a:pt x="9328397" y="2039132"/>
                </a:moveTo>
                <a:lnTo>
                  <a:pt x="9329985" y="2041881"/>
                </a:lnTo>
                <a:cubicBezTo>
                  <a:pt x="9322746" y="2046084"/>
                  <a:pt x="9315444" y="2050307"/>
                  <a:pt x="9308205" y="2054549"/>
                </a:cubicBezTo>
                <a:lnTo>
                  <a:pt x="9304992" y="2049051"/>
                </a:lnTo>
                <a:lnTo>
                  <a:pt x="9306618" y="2051806"/>
                </a:lnTo>
                <a:close/>
                <a:moveTo>
                  <a:pt x="307749" y="2036433"/>
                </a:moveTo>
                <a:lnTo>
                  <a:pt x="329610" y="2049126"/>
                </a:lnTo>
                <a:lnTo>
                  <a:pt x="331035" y="2046684"/>
                </a:lnTo>
                <a:lnTo>
                  <a:pt x="328016" y="2051869"/>
                </a:lnTo>
                <a:cubicBezTo>
                  <a:pt x="320720" y="2047621"/>
                  <a:pt x="313436" y="2043392"/>
                  <a:pt x="306159" y="2039182"/>
                </a:cubicBezTo>
                <a:close/>
                <a:moveTo>
                  <a:pt x="9325223" y="2033638"/>
                </a:moveTo>
                <a:lnTo>
                  <a:pt x="9328398" y="2039131"/>
                </a:lnTo>
                <a:lnTo>
                  <a:pt x="9328397" y="2039132"/>
                </a:lnTo>
                <a:lnTo>
                  <a:pt x="9325223" y="2033638"/>
                </a:lnTo>
                <a:close/>
                <a:moveTo>
                  <a:pt x="310928" y="2030933"/>
                </a:moveTo>
                <a:lnTo>
                  <a:pt x="310930" y="2030934"/>
                </a:lnTo>
                <a:lnTo>
                  <a:pt x="307749" y="2036433"/>
                </a:lnTo>
                <a:lnTo>
                  <a:pt x="307747" y="2036432"/>
                </a:lnTo>
                <a:close/>
                <a:moveTo>
                  <a:pt x="9323635" y="2030889"/>
                </a:moveTo>
                <a:lnTo>
                  <a:pt x="9325223" y="2033638"/>
                </a:lnTo>
                <a:lnTo>
                  <a:pt x="9303391" y="2046312"/>
                </a:lnTo>
                <a:lnTo>
                  <a:pt x="9301792" y="2043576"/>
                </a:lnTo>
                <a:cubicBezTo>
                  <a:pt x="9309094" y="2039334"/>
                  <a:pt x="9316332" y="2035099"/>
                  <a:pt x="9323635" y="2030889"/>
                </a:cubicBezTo>
                <a:close/>
                <a:moveTo>
                  <a:pt x="312516" y="2028190"/>
                </a:moveTo>
                <a:cubicBezTo>
                  <a:pt x="319805" y="2032406"/>
                  <a:pt x="327101" y="2036642"/>
                  <a:pt x="334404" y="2040896"/>
                </a:cubicBezTo>
                <a:lnTo>
                  <a:pt x="332808" y="2043639"/>
                </a:lnTo>
                <a:lnTo>
                  <a:pt x="310930" y="2030934"/>
                </a:lnTo>
                <a:close/>
                <a:moveTo>
                  <a:pt x="9347005" y="2021058"/>
                </a:moveTo>
                <a:lnTo>
                  <a:pt x="9350180" y="2026564"/>
                </a:lnTo>
                <a:lnTo>
                  <a:pt x="9350178" y="2026565"/>
                </a:lnTo>
                <a:lnTo>
                  <a:pt x="9347003" y="2021059"/>
                </a:lnTo>
                <a:close/>
                <a:moveTo>
                  <a:pt x="289077" y="2018341"/>
                </a:moveTo>
                <a:lnTo>
                  <a:pt x="289078" y="2018341"/>
                </a:lnTo>
                <a:lnTo>
                  <a:pt x="287305" y="2021428"/>
                </a:lnTo>
                <a:close/>
                <a:moveTo>
                  <a:pt x="9370403" y="2011299"/>
                </a:moveTo>
                <a:lnTo>
                  <a:pt x="9373546" y="2016811"/>
                </a:lnTo>
                <a:cubicBezTo>
                  <a:pt x="9366307" y="2020964"/>
                  <a:pt x="9359005" y="2025129"/>
                  <a:pt x="9351766" y="2029314"/>
                </a:cubicBezTo>
                <a:lnTo>
                  <a:pt x="9350180" y="2026564"/>
                </a:lnTo>
                <a:lnTo>
                  <a:pt x="9371959" y="2014055"/>
                </a:lnTo>
                <a:close/>
                <a:moveTo>
                  <a:pt x="9368847" y="2008543"/>
                </a:moveTo>
                <a:lnTo>
                  <a:pt x="9370403" y="2011299"/>
                </a:lnTo>
                <a:lnTo>
                  <a:pt x="9368835" y="2008550"/>
                </a:lnTo>
                <a:close/>
                <a:moveTo>
                  <a:pt x="9367260" y="2005787"/>
                </a:moveTo>
                <a:lnTo>
                  <a:pt x="9368835" y="2008550"/>
                </a:lnTo>
                <a:lnTo>
                  <a:pt x="9347005" y="2021058"/>
                </a:lnTo>
                <a:lnTo>
                  <a:pt x="9345416" y="2018303"/>
                </a:lnTo>
                <a:cubicBezTo>
                  <a:pt x="9352719" y="2014112"/>
                  <a:pt x="9359957" y="2009940"/>
                  <a:pt x="9367260" y="2005787"/>
                </a:cubicBezTo>
                <a:close/>
                <a:moveTo>
                  <a:pt x="268764" y="2003050"/>
                </a:moveTo>
                <a:cubicBezTo>
                  <a:pt x="276060" y="2007210"/>
                  <a:pt x="283356" y="2011388"/>
                  <a:pt x="290659" y="2015585"/>
                </a:cubicBezTo>
                <a:lnTo>
                  <a:pt x="289077" y="2018341"/>
                </a:lnTo>
                <a:lnTo>
                  <a:pt x="267196" y="2005813"/>
                </a:lnTo>
                <a:lnTo>
                  <a:pt x="264046" y="2011324"/>
                </a:lnTo>
                <a:cubicBezTo>
                  <a:pt x="271329" y="2015484"/>
                  <a:pt x="278619" y="2019656"/>
                  <a:pt x="285915" y="2023847"/>
                </a:cubicBezTo>
                <a:lnTo>
                  <a:pt x="287305" y="2021428"/>
                </a:lnTo>
                <a:lnTo>
                  <a:pt x="284334" y="2026603"/>
                </a:lnTo>
                <a:cubicBezTo>
                  <a:pt x="277038" y="2022412"/>
                  <a:pt x="269755" y="2018240"/>
                  <a:pt x="262471" y="2014080"/>
                </a:cubicBezTo>
                <a:close/>
                <a:moveTo>
                  <a:pt x="9392311" y="1998809"/>
                </a:moveTo>
                <a:lnTo>
                  <a:pt x="9393879" y="2001565"/>
                </a:lnTo>
                <a:lnTo>
                  <a:pt x="9393867" y="2001571"/>
                </a:lnTo>
                <a:close/>
                <a:moveTo>
                  <a:pt x="245192" y="1993303"/>
                </a:moveTo>
                <a:lnTo>
                  <a:pt x="245193" y="1993303"/>
                </a:lnTo>
                <a:lnTo>
                  <a:pt x="243481" y="1996326"/>
                </a:lnTo>
                <a:close/>
                <a:moveTo>
                  <a:pt x="9414392" y="1986739"/>
                </a:moveTo>
                <a:lnTo>
                  <a:pt x="9417361" y="1991963"/>
                </a:lnTo>
                <a:cubicBezTo>
                  <a:pt x="9410059" y="1996065"/>
                  <a:pt x="9402757" y="2000193"/>
                  <a:pt x="9395454" y="2004333"/>
                </a:cubicBezTo>
                <a:lnTo>
                  <a:pt x="9393879" y="2001565"/>
                </a:lnTo>
                <a:lnTo>
                  <a:pt x="9415774" y="1989195"/>
                </a:lnTo>
                <a:close/>
                <a:moveTo>
                  <a:pt x="220119" y="1986440"/>
                </a:moveTo>
                <a:lnTo>
                  <a:pt x="242062" y="1998828"/>
                </a:lnTo>
                <a:lnTo>
                  <a:pt x="243481" y="1996326"/>
                </a:lnTo>
                <a:lnTo>
                  <a:pt x="240500" y="2001590"/>
                </a:lnTo>
                <a:cubicBezTo>
                  <a:pt x="233179" y="1997443"/>
                  <a:pt x="225870" y="1993316"/>
                  <a:pt x="218561" y="1989207"/>
                </a:cubicBezTo>
                <a:close/>
                <a:moveTo>
                  <a:pt x="9412662" y="1983664"/>
                </a:moveTo>
                <a:lnTo>
                  <a:pt x="9414392" y="1986739"/>
                </a:lnTo>
                <a:lnTo>
                  <a:pt x="9412649" y="1983672"/>
                </a:lnTo>
                <a:close/>
                <a:moveTo>
                  <a:pt x="222914" y="1981474"/>
                </a:moveTo>
                <a:lnTo>
                  <a:pt x="220119" y="1986440"/>
                </a:lnTo>
                <a:lnTo>
                  <a:pt x="220117" y="1986439"/>
                </a:lnTo>
                <a:close/>
                <a:moveTo>
                  <a:pt x="9411075" y="1980902"/>
                </a:moveTo>
                <a:lnTo>
                  <a:pt x="9412649" y="1983672"/>
                </a:lnTo>
                <a:lnTo>
                  <a:pt x="9390755" y="1996046"/>
                </a:lnTo>
                <a:lnTo>
                  <a:pt x="9392311" y="1998809"/>
                </a:lnTo>
                <a:lnTo>
                  <a:pt x="9389168" y="1993284"/>
                </a:lnTo>
                <a:cubicBezTo>
                  <a:pt x="9396533" y="1989138"/>
                  <a:pt x="9403836" y="1985010"/>
                  <a:pt x="9411075" y="1980902"/>
                </a:cubicBezTo>
                <a:close/>
                <a:moveTo>
                  <a:pt x="224790" y="1978139"/>
                </a:moveTo>
                <a:cubicBezTo>
                  <a:pt x="232106" y="1982254"/>
                  <a:pt x="239427" y="1986388"/>
                  <a:pt x="246755" y="1990541"/>
                </a:cubicBezTo>
                <a:lnTo>
                  <a:pt x="245192" y="1993303"/>
                </a:lnTo>
                <a:lnTo>
                  <a:pt x="223235" y="1980902"/>
                </a:lnTo>
                <a:lnTo>
                  <a:pt x="222914" y="1981474"/>
                </a:lnTo>
                <a:close/>
                <a:moveTo>
                  <a:pt x="9436064" y="1973954"/>
                </a:moveTo>
                <a:lnTo>
                  <a:pt x="9437707" y="1976881"/>
                </a:lnTo>
                <a:lnTo>
                  <a:pt x="9437682" y="1976895"/>
                </a:lnTo>
                <a:close/>
                <a:moveTo>
                  <a:pt x="198774" y="1972982"/>
                </a:moveTo>
                <a:lnTo>
                  <a:pt x="198139" y="1974120"/>
                </a:lnTo>
                <a:lnTo>
                  <a:pt x="198139" y="1974120"/>
                </a:lnTo>
                <a:close/>
                <a:moveTo>
                  <a:pt x="176036" y="1961827"/>
                </a:moveTo>
                <a:lnTo>
                  <a:pt x="198139" y="1974120"/>
                </a:lnTo>
                <a:lnTo>
                  <a:pt x="196590" y="1976895"/>
                </a:lnTo>
                <a:cubicBezTo>
                  <a:pt x="189218" y="1972774"/>
                  <a:pt x="181858" y="1968678"/>
                  <a:pt x="174498" y="1964601"/>
                </a:cubicBezTo>
                <a:close/>
                <a:moveTo>
                  <a:pt x="176476" y="1961033"/>
                </a:moveTo>
                <a:lnTo>
                  <a:pt x="176036" y="1961827"/>
                </a:lnTo>
                <a:lnTo>
                  <a:pt x="176035" y="1961826"/>
                </a:lnTo>
                <a:close/>
                <a:moveTo>
                  <a:pt x="9455144" y="1956283"/>
                </a:moveTo>
                <a:lnTo>
                  <a:pt x="9461303" y="1967389"/>
                </a:lnTo>
                <a:cubicBezTo>
                  <a:pt x="9453937" y="1971459"/>
                  <a:pt x="9446571" y="1975555"/>
                  <a:pt x="9439269" y="1979663"/>
                </a:cubicBezTo>
                <a:lnTo>
                  <a:pt x="9437707" y="1976881"/>
                </a:lnTo>
                <a:lnTo>
                  <a:pt x="9459716" y="1964614"/>
                </a:lnTo>
                <a:lnTo>
                  <a:pt x="9456668" y="1959058"/>
                </a:lnTo>
                <a:cubicBezTo>
                  <a:pt x="9449302" y="1963134"/>
                  <a:pt x="9441936" y="1967236"/>
                  <a:pt x="9434633" y="1971351"/>
                </a:cubicBezTo>
                <a:lnTo>
                  <a:pt x="9436064" y="1973954"/>
                </a:lnTo>
                <a:lnTo>
                  <a:pt x="9433046" y="1968576"/>
                </a:lnTo>
                <a:cubicBezTo>
                  <a:pt x="9440412" y="1964462"/>
                  <a:pt x="9447778" y="1960366"/>
                  <a:pt x="9455144" y="1956283"/>
                </a:cubicBezTo>
                <a:close/>
                <a:moveTo>
                  <a:pt x="180651" y="1953495"/>
                </a:moveTo>
                <a:cubicBezTo>
                  <a:pt x="188024" y="1957578"/>
                  <a:pt x="195396" y="1961680"/>
                  <a:pt x="202781" y="1965801"/>
                </a:cubicBezTo>
                <a:lnTo>
                  <a:pt x="198774" y="1972982"/>
                </a:lnTo>
                <a:lnTo>
                  <a:pt x="201232" y="1968576"/>
                </a:lnTo>
                <a:cubicBezTo>
                  <a:pt x="193853" y="1964455"/>
                  <a:pt x="186481" y="1960353"/>
                  <a:pt x="179115" y="1956270"/>
                </a:cubicBezTo>
                <a:lnTo>
                  <a:pt x="176476" y="1961033"/>
                </a:lnTo>
                <a:close/>
                <a:moveTo>
                  <a:pt x="9500737" y="1934775"/>
                </a:moveTo>
                <a:lnTo>
                  <a:pt x="9502495" y="1937992"/>
                </a:lnTo>
                <a:lnTo>
                  <a:pt x="9500736" y="1934776"/>
                </a:lnTo>
                <a:close/>
                <a:moveTo>
                  <a:pt x="9499213" y="1931994"/>
                </a:moveTo>
                <a:lnTo>
                  <a:pt x="9500736" y="1934776"/>
                </a:lnTo>
                <a:lnTo>
                  <a:pt x="9478702" y="1946885"/>
                </a:lnTo>
                <a:lnTo>
                  <a:pt x="9481750" y="1952447"/>
                </a:lnTo>
                <a:cubicBezTo>
                  <a:pt x="9489117" y="1948396"/>
                  <a:pt x="9496419" y="1944364"/>
                  <a:pt x="9503785" y="1940350"/>
                </a:cubicBezTo>
                <a:lnTo>
                  <a:pt x="9502495" y="1937992"/>
                </a:lnTo>
                <a:lnTo>
                  <a:pt x="9505309" y="1943132"/>
                </a:lnTo>
                <a:cubicBezTo>
                  <a:pt x="9497943" y="1947145"/>
                  <a:pt x="9490640" y="1951177"/>
                  <a:pt x="9483274" y="1955229"/>
                </a:cubicBezTo>
                <a:lnTo>
                  <a:pt x="9477115" y="1944103"/>
                </a:lnTo>
                <a:cubicBezTo>
                  <a:pt x="9484481" y="1940046"/>
                  <a:pt x="9491847" y="1936007"/>
                  <a:pt x="9499213" y="1931994"/>
                </a:cubicBezTo>
                <a:close/>
                <a:moveTo>
                  <a:pt x="134919" y="1931962"/>
                </a:moveTo>
                <a:lnTo>
                  <a:pt x="134922" y="1931964"/>
                </a:lnTo>
                <a:lnTo>
                  <a:pt x="131880" y="1937539"/>
                </a:lnTo>
                <a:lnTo>
                  <a:pt x="131877" y="1937537"/>
                </a:lnTo>
                <a:close/>
                <a:moveTo>
                  <a:pt x="136443" y="1929175"/>
                </a:moveTo>
                <a:cubicBezTo>
                  <a:pt x="143809" y="1933200"/>
                  <a:pt x="151187" y="1937239"/>
                  <a:pt x="158573" y="1941303"/>
                </a:cubicBezTo>
                <a:lnTo>
                  <a:pt x="152451" y="1952428"/>
                </a:lnTo>
                <a:cubicBezTo>
                  <a:pt x="145079" y="1948377"/>
                  <a:pt x="137713" y="1944338"/>
                  <a:pt x="130359" y="1940325"/>
                </a:cubicBezTo>
                <a:lnTo>
                  <a:pt x="131880" y="1937539"/>
                </a:lnTo>
                <a:lnTo>
                  <a:pt x="153981" y="1949647"/>
                </a:lnTo>
                <a:lnTo>
                  <a:pt x="157042" y="1944084"/>
                </a:lnTo>
                <a:lnTo>
                  <a:pt x="134922" y="1931964"/>
                </a:lnTo>
                <a:close/>
                <a:moveTo>
                  <a:pt x="112686" y="1919878"/>
                </a:moveTo>
                <a:lnTo>
                  <a:pt x="112687" y="1919878"/>
                </a:lnTo>
                <a:lnTo>
                  <a:pt x="111538" y="1921996"/>
                </a:lnTo>
                <a:close/>
                <a:moveTo>
                  <a:pt x="87656" y="1913196"/>
                </a:moveTo>
                <a:lnTo>
                  <a:pt x="87491" y="1913503"/>
                </a:lnTo>
                <a:cubicBezTo>
                  <a:pt x="94869" y="1917471"/>
                  <a:pt x="102261" y="1921453"/>
                  <a:pt x="109658" y="1925460"/>
                </a:cubicBezTo>
                <a:lnTo>
                  <a:pt x="111538" y="1921996"/>
                </a:lnTo>
                <a:lnTo>
                  <a:pt x="108147" y="1928254"/>
                </a:lnTo>
                <a:cubicBezTo>
                  <a:pt x="100756" y="1924247"/>
                  <a:pt x="93364" y="1920265"/>
                  <a:pt x="85986" y="1916303"/>
                </a:cubicBezTo>
                <a:close/>
                <a:moveTo>
                  <a:pt x="9545060" y="1910747"/>
                </a:moveTo>
                <a:lnTo>
                  <a:pt x="9546329" y="1913123"/>
                </a:lnTo>
                <a:lnTo>
                  <a:pt x="9545050" y="1910753"/>
                </a:lnTo>
                <a:close/>
                <a:moveTo>
                  <a:pt x="9543536" y="1907946"/>
                </a:moveTo>
                <a:lnTo>
                  <a:pt x="9545050" y="1910753"/>
                </a:lnTo>
                <a:lnTo>
                  <a:pt x="9522898" y="1922697"/>
                </a:lnTo>
                <a:lnTo>
                  <a:pt x="9525946" y="1928279"/>
                </a:lnTo>
                <a:cubicBezTo>
                  <a:pt x="9533312" y="1924279"/>
                  <a:pt x="9540678" y="1920297"/>
                  <a:pt x="9548044" y="1916335"/>
                </a:cubicBezTo>
                <a:lnTo>
                  <a:pt x="9546329" y="1913123"/>
                </a:lnTo>
                <a:lnTo>
                  <a:pt x="9549569" y="1919129"/>
                </a:lnTo>
                <a:cubicBezTo>
                  <a:pt x="9542202" y="1923091"/>
                  <a:pt x="9534836" y="1927073"/>
                  <a:pt x="9527470" y="1931073"/>
                </a:cubicBezTo>
                <a:lnTo>
                  <a:pt x="9521374" y="1919910"/>
                </a:lnTo>
                <a:cubicBezTo>
                  <a:pt x="9528804" y="1915903"/>
                  <a:pt x="9536169" y="1911915"/>
                  <a:pt x="9543536" y="1907946"/>
                </a:cubicBezTo>
                <a:close/>
                <a:moveTo>
                  <a:pt x="90494" y="1907908"/>
                </a:moveTo>
                <a:lnTo>
                  <a:pt x="90497" y="1907910"/>
                </a:lnTo>
                <a:lnTo>
                  <a:pt x="87656" y="1913196"/>
                </a:lnTo>
                <a:close/>
                <a:moveTo>
                  <a:pt x="91999" y="1905114"/>
                </a:moveTo>
                <a:cubicBezTo>
                  <a:pt x="99390" y="1909083"/>
                  <a:pt x="106788" y="1913071"/>
                  <a:pt x="114199" y="1917084"/>
                </a:cubicBezTo>
                <a:lnTo>
                  <a:pt x="112686" y="1919878"/>
                </a:lnTo>
                <a:lnTo>
                  <a:pt x="90497" y="1907910"/>
                </a:lnTo>
                <a:close/>
                <a:moveTo>
                  <a:pt x="9568719" y="1901665"/>
                </a:moveTo>
                <a:lnTo>
                  <a:pt x="9570218" y="1904448"/>
                </a:lnTo>
                <a:lnTo>
                  <a:pt x="9570206" y="1904454"/>
                </a:lnTo>
                <a:close/>
                <a:moveTo>
                  <a:pt x="9592482" y="1892624"/>
                </a:moveTo>
                <a:lnTo>
                  <a:pt x="9593955" y="1895424"/>
                </a:lnTo>
                <a:cubicBezTo>
                  <a:pt x="9586589" y="1899342"/>
                  <a:pt x="9579159" y="1903292"/>
                  <a:pt x="9571730" y="1907254"/>
                </a:cubicBezTo>
                <a:lnTo>
                  <a:pt x="9570218" y="1904448"/>
                </a:lnTo>
                <a:close/>
                <a:moveTo>
                  <a:pt x="9590996" y="1889800"/>
                </a:moveTo>
                <a:lnTo>
                  <a:pt x="9592494" y="1892617"/>
                </a:lnTo>
                <a:lnTo>
                  <a:pt x="9592482" y="1892624"/>
                </a:lnTo>
                <a:close/>
                <a:moveTo>
                  <a:pt x="9588049" y="1884197"/>
                </a:moveTo>
                <a:lnTo>
                  <a:pt x="9590996" y="1889800"/>
                </a:lnTo>
                <a:lnTo>
                  <a:pt x="9589510" y="1887004"/>
                </a:lnTo>
                <a:cubicBezTo>
                  <a:pt x="9582081" y="1890928"/>
                  <a:pt x="9574651" y="1894885"/>
                  <a:pt x="9567221" y="1898853"/>
                </a:cubicBezTo>
                <a:lnTo>
                  <a:pt x="9568719" y="1901665"/>
                </a:lnTo>
                <a:lnTo>
                  <a:pt x="9565697" y="1896053"/>
                </a:lnTo>
                <a:cubicBezTo>
                  <a:pt x="9573190" y="1892078"/>
                  <a:pt x="9580619" y="1888128"/>
                  <a:pt x="9588049" y="1884197"/>
                </a:cubicBezTo>
                <a:close/>
                <a:moveTo>
                  <a:pt x="45892" y="1884147"/>
                </a:moveTo>
                <a:lnTo>
                  <a:pt x="42926" y="1889766"/>
                </a:lnTo>
                <a:cubicBezTo>
                  <a:pt x="50362" y="1893691"/>
                  <a:pt x="57804" y="1897640"/>
                  <a:pt x="65259" y="1901609"/>
                </a:cubicBezTo>
                <a:lnTo>
                  <a:pt x="68244" y="1896009"/>
                </a:lnTo>
                <a:cubicBezTo>
                  <a:pt x="60782" y="1892033"/>
                  <a:pt x="53334" y="1888084"/>
                  <a:pt x="45892" y="1884147"/>
                </a:cubicBezTo>
                <a:close/>
                <a:moveTo>
                  <a:pt x="47371" y="1881340"/>
                </a:moveTo>
                <a:cubicBezTo>
                  <a:pt x="54820" y="1885277"/>
                  <a:pt x="62275" y="1889233"/>
                  <a:pt x="69736" y="1893208"/>
                </a:cubicBezTo>
                <a:lnTo>
                  <a:pt x="63767" y="1904416"/>
                </a:lnTo>
                <a:cubicBezTo>
                  <a:pt x="56318" y="1900447"/>
                  <a:pt x="48876" y="1896497"/>
                  <a:pt x="41440" y="1892573"/>
                </a:cubicBezTo>
                <a:close/>
                <a:moveTo>
                  <a:pt x="9611748" y="1875276"/>
                </a:moveTo>
                <a:lnTo>
                  <a:pt x="9613221" y="1878082"/>
                </a:lnTo>
                <a:lnTo>
                  <a:pt x="9611735" y="1875282"/>
                </a:lnTo>
                <a:close/>
                <a:moveTo>
                  <a:pt x="9625794" y="1875080"/>
                </a:moveTo>
                <a:lnTo>
                  <a:pt x="9627293" y="1877905"/>
                </a:lnTo>
                <a:cubicBezTo>
                  <a:pt x="9623546" y="1879835"/>
                  <a:pt x="9619863" y="1881772"/>
                  <a:pt x="9616180" y="1883715"/>
                </a:cubicBezTo>
                <a:lnTo>
                  <a:pt x="9613221" y="1878082"/>
                </a:lnTo>
                <a:lnTo>
                  <a:pt x="9614719" y="1880902"/>
                </a:lnTo>
                <a:cubicBezTo>
                  <a:pt x="9618402" y="1878959"/>
                  <a:pt x="9622085" y="1877022"/>
                  <a:pt x="9625769" y="1875092"/>
                </a:cubicBezTo>
                <a:close/>
                <a:moveTo>
                  <a:pt x="23584" y="1872418"/>
                </a:moveTo>
                <a:lnTo>
                  <a:pt x="23584" y="1872418"/>
                </a:lnTo>
                <a:lnTo>
                  <a:pt x="20638" y="1878044"/>
                </a:lnTo>
                <a:lnTo>
                  <a:pt x="20638" y="1878044"/>
                </a:lnTo>
                <a:close/>
                <a:moveTo>
                  <a:pt x="9624319" y="1872301"/>
                </a:moveTo>
                <a:lnTo>
                  <a:pt x="9624349" y="1872357"/>
                </a:lnTo>
                <a:lnTo>
                  <a:pt x="9625769" y="1875092"/>
                </a:lnTo>
                <a:lnTo>
                  <a:pt x="9624319" y="1872302"/>
                </a:lnTo>
                <a:close/>
                <a:moveTo>
                  <a:pt x="9624319" y="1872301"/>
                </a:moveTo>
                <a:lnTo>
                  <a:pt x="9624319" y="1872302"/>
                </a:lnTo>
                <a:lnTo>
                  <a:pt x="9622212" y="1874622"/>
                </a:lnTo>
                <a:lnTo>
                  <a:pt x="9622203" y="1874614"/>
                </a:lnTo>
                <a:close/>
                <a:moveTo>
                  <a:pt x="9624319" y="1872301"/>
                </a:moveTo>
                <a:lnTo>
                  <a:pt x="9624320" y="1872301"/>
                </a:lnTo>
                <a:lnTo>
                  <a:pt x="9624319" y="1872301"/>
                </a:lnTo>
                <a:lnTo>
                  <a:pt x="9624319" y="1872301"/>
                </a:lnTo>
                <a:close/>
                <a:moveTo>
                  <a:pt x="9624340" y="1872279"/>
                </a:moveTo>
                <a:lnTo>
                  <a:pt x="9625807" y="1875073"/>
                </a:lnTo>
                <a:lnTo>
                  <a:pt x="9625794" y="1875080"/>
                </a:lnTo>
                <a:lnTo>
                  <a:pt x="9624349" y="1872357"/>
                </a:lnTo>
                <a:lnTo>
                  <a:pt x="9624320" y="1872301"/>
                </a:lnTo>
                <a:close/>
                <a:moveTo>
                  <a:pt x="9624307" y="1872278"/>
                </a:moveTo>
                <a:lnTo>
                  <a:pt x="9624319" y="1872301"/>
                </a:lnTo>
                <a:lnTo>
                  <a:pt x="9624319" y="1872301"/>
                </a:lnTo>
                <a:close/>
                <a:moveTo>
                  <a:pt x="9624308" y="1872278"/>
                </a:moveTo>
                <a:lnTo>
                  <a:pt x="9624308" y="1872278"/>
                </a:lnTo>
                <a:lnTo>
                  <a:pt x="9624307" y="1872278"/>
                </a:lnTo>
                <a:close/>
                <a:moveTo>
                  <a:pt x="9624353" y="1872264"/>
                </a:moveTo>
                <a:lnTo>
                  <a:pt x="9624340" y="1872279"/>
                </a:lnTo>
                <a:lnTo>
                  <a:pt x="9624340" y="1872279"/>
                </a:lnTo>
                <a:close/>
                <a:moveTo>
                  <a:pt x="9624328" y="1872256"/>
                </a:moveTo>
                <a:lnTo>
                  <a:pt x="9624340" y="1872279"/>
                </a:lnTo>
                <a:lnTo>
                  <a:pt x="9624319" y="1872301"/>
                </a:lnTo>
                <a:lnTo>
                  <a:pt x="9624308" y="1872278"/>
                </a:lnTo>
                <a:close/>
                <a:moveTo>
                  <a:pt x="9518" y="1872228"/>
                </a:moveTo>
                <a:lnTo>
                  <a:pt x="9519" y="1872228"/>
                </a:lnTo>
                <a:lnTo>
                  <a:pt x="20638" y="1878044"/>
                </a:lnTo>
                <a:lnTo>
                  <a:pt x="19165" y="1880857"/>
                </a:lnTo>
                <a:cubicBezTo>
                  <a:pt x="15456" y="1878914"/>
                  <a:pt x="11754" y="1876978"/>
                  <a:pt x="8046" y="1875047"/>
                </a:cubicBezTo>
                <a:close/>
                <a:moveTo>
                  <a:pt x="9618845" y="1871560"/>
                </a:moveTo>
                <a:lnTo>
                  <a:pt x="9622203" y="1874614"/>
                </a:lnTo>
                <a:lnTo>
                  <a:pt x="9620053" y="1876965"/>
                </a:lnTo>
                <a:lnTo>
                  <a:pt x="9615840" y="1873133"/>
                </a:lnTo>
                <a:close/>
                <a:moveTo>
                  <a:pt x="9613344" y="1870863"/>
                </a:moveTo>
                <a:lnTo>
                  <a:pt x="9615840" y="1873133"/>
                </a:lnTo>
                <a:lnTo>
                  <a:pt x="9611748" y="1875276"/>
                </a:lnTo>
                <a:lnTo>
                  <a:pt x="9610274" y="1872469"/>
                </a:lnTo>
                <a:close/>
                <a:moveTo>
                  <a:pt x="9626467" y="1869935"/>
                </a:moveTo>
                <a:lnTo>
                  <a:pt x="9626476" y="1869943"/>
                </a:lnTo>
                <a:lnTo>
                  <a:pt x="9624353" y="1872264"/>
                </a:lnTo>
                <a:close/>
                <a:moveTo>
                  <a:pt x="9626467" y="1869935"/>
                </a:moveTo>
                <a:lnTo>
                  <a:pt x="9626467" y="1869935"/>
                </a:lnTo>
                <a:lnTo>
                  <a:pt x="9624328" y="1872256"/>
                </a:lnTo>
                <a:lnTo>
                  <a:pt x="9624328" y="1872256"/>
                </a:lnTo>
                <a:close/>
                <a:moveTo>
                  <a:pt x="10986" y="1869415"/>
                </a:moveTo>
                <a:lnTo>
                  <a:pt x="10986" y="1869415"/>
                </a:lnTo>
                <a:lnTo>
                  <a:pt x="9519" y="1872228"/>
                </a:lnTo>
                <a:lnTo>
                  <a:pt x="10926" y="1869532"/>
                </a:lnTo>
                <a:close/>
                <a:moveTo>
                  <a:pt x="10986" y="1869415"/>
                </a:moveTo>
                <a:lnTo>
                  <a:pt x="10986" y="1869415"/>
                </a:lnTo>
                <a:lnTo>
                  <a:pt x="10986" y="1869415"/>
                </a:lnTo>
                <a:lnTo>
                  <a:pt x="10986" y="1869415"/>
                </a:lnTo>
                <a:close/>
                <a:moveTo>
                  <a:pt x="10986" y="1869415"/>
                </a:moveTo>
                <a:lnTo>
                  <a:pt x="12532" y="1871107"/>
                </a:lnTo>
                <a:lnTo>
                  <a:pt x="10986" y="1869415"/>
                </a:lnTo>
                <a:lnTo>
                  <a:pt x="10986" y="1869415"/>
                </a:lnTo>
                <a:lnTo>
                  <a:pt x="10986" y="1869415"/>
                </a:lnTo>
                <a:close/>
                <a:moveTo>
                  <a:pt x="10984" y="1869413"/>
                </a:moveTo>
                <a:lnTo>
                  <a:pt x="10986" y="1869415"/>
                </a:lnTo>
                <a:lnTo>
                  <a:pt x="10926" y="1869532"/>
                </a:lnTo>
                <a:lnTo>
                  <a:pt x="9518" y="1872228"/>
                </a:lnTo>
                <a:lnTo>
                  <a:pt x="9517" y="1872227"/>
                </a:lnTo>
                <a:close/>
                <a:moveTo>
                  <a:pt x="10984" y="1869413"/>
                </a:moveTo>
                <a:lnTo>
                  <a:pt x="10986" y="1869415"/>
                </a:lnTo>
                <a:lnTo>
                  <a:pt x="10986" y="1869415"/>
                </a:lnTo>
                <a:lnTo>
                  <a:pt x="10984" y="1869413"/>
                </a:lnTo>
                <a:close/>
                <a:moveTo>
                  <a:pt x="16477" y="1868705"/>
                </a:moveTo>
                <a:lnTo>
                  <a:pt x="19472" y="1870270"/>
                </a:lnTo>
                <a:lnTo>
                  <a:pt x="15266" y="1874101"/>
                </a:lnTo>
                <a:lnTo>
                  <a:pt x="12532" y="1871107"/>
                </a:lnTo>
                <a:lnTo>
                  <a:pt x="13126" y="1871758"/>
                </a:lnTo>
                <a:close/>
                <a:moveTo>
                  <a:pt x="21972" y="1867992"/>
                </a:moveTo>
                <a:lnTo>
                  <a:pt x="25057" y="1869605"/>
                </a:lnTo>
                <a:lnTo>
                  <a:pt x="23584" y="1872418"/>
                </a:lnTo>
                <a:lnTo>
                  <a:pt x="19472" y="1870270"/>
                </a:lnTo>
                <a:close/>
                <a:moveTo>
                  <a:pt x="9628626" y="1867592"/>
                </a:moveTo>
                <a:lnTo>
                  <a:pt x="9635294" y="1873707"/>
                </a:lnTo>
                <a:lnTo>
                  <a:pt x="9627293" y="1877905"/>
                </a:lnTo>
                <a:lnTo>
                  <a:pt x="9625807" y="1875073"/>
                </a:lnTo>
                <a:lnTo>
                  <a:pt x="9629832" y="1872996"/>
                </a:lnTo>
                <a:lnTo>
                  <a:pt x="9626476" y="1869943"/>
                </a:lnTo>
                <a:close/>
                <a:moveTo>
                  <a:pt x="8846" y="1867072"/>
                </a:moveTo>
                <a:lnTo>
                  <a:pt x="10984" y="1869413"/>
                </a:lnTo>
                <a:lnTo>
                  <a:pt x="10984" y="1869413"/>
                </a:lnTo>
                <a:close/>
                <a:moveTo>
                  <a:pt x="8846" y="1867072"/>
                </a:moveTo>
                <a:lnTo>
                  <a:pt x="10984" y="1869413"/>
                </a:lnTo>
                <a:lnTo>
                  <a:pt x="10984" y="1869413"/>
                </a:lnTo>
                <a:lnTo>
                  <a:pt x="8846" y="1867072"/>
                </a:lnTo>
                <a:close/>
                <a:moveTo>
                  <a:pt x="9621387" y="1866652"/>
                </a:moveTo>
                <a:lnTo>
                  <a:pt x="9624328" y="1872256"/>
                </a:lnTo>
                <a:lnTo>
                  <a:pt x="9624308" y="1872278"/>
                </a:lnTo>
                <a:lnTo>
                  <a:pt x="9622847" y="1869465"/>
                </a:lnTo>
                <a:lnTo>
                  <a:pt x="9618845" y="1871560"/>
                </a:lnTo>
                <a:lnTo>
                  <a:pt x="9616348" y="1869290"/>
                </a:lnTo>
                <a:close/>
                <a:moveTo>
                  <a:pt x="6700" y="1864722"/>
                </a:moveTo>
                <a:lnTo>
                  <a:pt x="8846" y="1867072"/>
                </a:lnTo>
                <a:lnTo>
                  <a:pt x="8846" y="1867072"/>
                </a:lnTo>
                <a:lnTo>
                  <a:pt x="5493" y="1870132"/>
                </a:lnTo>
                <a:lnTo>
                  <a:pt x="9517" y="1872227"/>
                </a:lnTo>
                <a:lnTo>
                  <a:pt x="8046" y="1875047"/>
                </a:lnTo>
                <a:lnTo>
                  <a:pt x="0" y="1870850"/>
                </a:lnTo>
                <a:close/>
                <a:moveTo>
                  <a:pt x="13920" y="1863782"/>
                </a:moveTo>
                <a:lnTo>
                  <a:pt x="18977" y="1866426"/>
                </a:lnTo>
                <a:lnTo>
                  <a:pt x="16477" y="1868705"/>
                </a:lnTo>
                <a:lnTo>
                  <a:pt x="12453" y="1866602"/>
                </a:lnTo>
                <a:lnTo>
                  <a:pt x="10986" y="1869415"/>
                </a:lnTo>
                <a:lnTo>
                  <a:pt x="10984" y="1869413"/>
                </a:lnTo>
                <a:close/>
                <a:moveTo>
                  <a:pt x="9615294" y="1863340"/>
                </a:moveTo>
                <a:lnTo>
                  <a:pt x="9612814" y="1866075"/>
                </a:lnTo>
                <a:lnTo>
                  <a:pt x="9616348" y="1869290"/>
                </a:lnTo>
                <a:lnTo>
                  <a:pt x="9613344" y="1870863"/>
                </a:lnTo>
                <a:lnTo>
                  <a:pt x="9610656" y="1868418"/>
                </a:lnTo>
                <a:close/>
                <a:moveTo>
                  <a:pt x="22490" y="1863225"/>
                </a:moveTo>
                <a:lnTo>
                  <a:pt x="24626" y="1865573"/>
                </a:lnTo>
                <a:lnTo>
                  <a:pt x="21972" y="1867992"/>
                </a:lnTo>
                <a:lnTo>
                  <a:pt x="18977" y="1866426"/>
                </a:lnTo>
                <a:close/>
                <a:moveTo>
                  <a:pt x="9617069" y="1861382"/>
                </a:moveTo>
                <a:lnTo>
                  <a:pt x="9617076" y="1861389"/>
                </a:lnTo>
                <a:lnTo>
                  <a:pt x="9615294" y="1863340"/>
                </a:lnTo>
                <a:close/>
                <a:moveTo>
                  <a:pt x="20040" y="1860531"/>
                </a:moveTo>
                <a:lnTo>
                  <a:pt x="22492" y="1863223"/>
                </a:lnTo>
                <a:lnTo>
                  <a:pt x="22490" y="1863225"/>
                </a:lnTo>
                <a:close/>
                <a:moveTo>
                  <a:pt x="9619228" y="1859032"/>
                </a:moveTo>
                <a:cubicBezTo>
                  <a:pt x="9622339" y="1861884"/>
                  <a:pt x="9625514" y="1864735"/>
                  <a:pt x="9628626" y="1867592"/>
                </a:cubicBezTo>
                <a:lnTo>
                  <a:pt x="9626467" y="1869935"/>
                </a:lnTo>
                <a:lnTo>
                  <a:pt x="9617076" y="1861389"/>
                </a:lnTo>
                <a:close/>
                <a:moveTo>
                  <a:pt x="16078" y="1856175"/>
                </a:moveTo>
                <a:lnTo>
                  <a:pt x="20040" y="1860531"/>
                </a:lnTo>
                <a:lnTo>
                  <a:pt x="18212" y="1858524"/>
                </a:lnTo>
                <a:lnTo>
                  <a:pt x="8846" y="1867072"/>
                </a:lnTo>
                <a:lnTo>
                  <a:pt x="6700" y="1864722"/>
                </a:lnTo>
                <a:cubicBezTo>
                  <a:pt x="9824" y="1861871"/>
                  <a:pt x="12948" y="1859026"/>
                  <a:pt x="16078" y="1856175"/>
                </a:cubicBezTo>
                <a:close/>
                <a:moveTo>
                  <a:pt x="9579413" y="1827321"/>
                </a:moveTo>
                <a:lnTo>
                  <a:pt x="9579430" y="1827337"/>
                </a:lnTo>
                <a:lnTo>
                  <a:pt x="9577352" y="1829645"/>
                </a:lnTo>
                <a:close/>
                <a:moveTo>
                  <a:pt x="9581572" y="1824958"/>
                </a:moveTo>
                <a:cubicBezTo>
                  <a:pt x="9587859" y="1830616"/>
                  <a:pt x="9594145" y="1836280"/>
                  <a:pt x="9600431" y="1841964"/>
                </a:cubicBezTo>
                <a:lnTo>
                  <a:pt x="9591923" y="1851381"/>
                </a:lnTo>
                <a:cubicBezTo>
                  <a:pt x="9585636" y="1845710"/>
                  <a:pt x="9579350" y="1840052"/>
                  <a:pt x="9573063" y="1834407"/>
                </a:cubicBezTo>
                <a:lnTo>
                  <a:pt x="9577352" y="1829645"/>
                </a:lnTo>
                <a:lnTo>
                  <a:pt x="9575222" y="1832045"/>
                </a:lnTo>
                <a:cubicBezTo>
                  <a:pt x="9581509" y="1837696"/>
                  <a:pt x="9587795" y="1843354"/>
                  <a:pt x="9594019" y="1849025"/>
                </a:cubicBezTo>
                <a:lnTo>
                  <a:pt x="9598273" y="1844319"/>
                </a:lnTo>
                <a:lnTo>
                  <a:pt x="9579430" y="1827337"/>
                </a:lnTo>
                <a:close/>
                <a:moveTo>
                  <a:pt x="55855" y="1824520"/>
                </a:moveTo>
                <a:cubicBezTo>
                  <a:pt x="49562" y="1830165"/>
                  <a:pt x="43276" y="1835823"/>
                  <a:pt x="37008" y="1841487"/>
                </a:cubicBezTo>
                <a:lnTo>
                  <a:pt x="41263" y="1846199"/>
                </a:lnTo>
                <a:cubicBezTo>
                  <a:pt x="47530" y="1840535"/>
                  <a:pt x="53810" y="1834883"/>
                  <a:pt x="60097" y="1829245"/>
                </a:cubicBezTo>
                <a:close/>
                <a:moveTo>
                  <a:pt x="53734" y="1822152"/>
                </a:moveTo>
                <a:lnTo>
                  <a:pt x="62218" y="1831607"/>
                </a:lnTo>
                <a:cubicBezTo>
                  <a:pt x="55931" y="1837245"/>
                  <a:pt x="49657" y="1842897"/>
                  <a:pt x="43390" y="1848555"/>
                </a:cubicBezTo>
                <a:lnTo>
                  <a:pt x="34874" y="1839132"/>
                </a:lnTo>
                <a:cubicBezTo>
                  <a:pt x="41155" y="1833461"/>
                  <a:pt x="47441" y="1827803"/>
                  <a:pt x="53734" y="1822152"/>
                </a:cubicBezTo>
                <a:close/>
                <a:moveTo>
                  <a:pt x="9560545" y="1810383"/>
                </a:moveTo>
                <a:lnTo>
                  <a:pt x="9560554" y="1810391"/>
                </a:lnTo>
                <a:lnTo>
                  <a:pt x="9558493" y="1812686"/>
                </a:lnTo>
                <a:close/>
                <a:moveTo>
                  <a:pt x="74766" y="1807610"/>
                </a:moveTo>
                <a:lnTo>
                  <a:pt x="78991" y="1812352"/>
                </a:lnTo>
                <a:lnTo>
                  <a:pt x="78988" y="1812354"/>
                </a:lnTo>
                <a:lnTo>
                  <a:pt x="74765" y="1807610"/>
                </a:lnTo>
                <a:close/>
                <a:moveTo>
                  <a:pt x="9537321" y="1798290"/>
                </a:moveTo>
                <a:lnTo>
                  <a:pt x="9556299" y="1815128"/>
                </a:lnTo>
                <a:lnTo>
                  <a:pt x="9558493" y="1812686"/>
                </a:lnTo>
                <a:lnTo>
                  <a:pt x="9554204" y="1817497"/>
                </a:lnTo>
                <a:cubicBezTo>
                  <a:pt x="9547854" y="1811877"/>
                  <a:pt x="9541568" y="1806264"/>
                  <a:pt x="9535218" y="1800657"/>
                </a:cubicBezTo>
                <a:close/>
                <a:moveTo>
                  <a:pt x="9539441" y="1795904"/>
                </a:moveTo>
                <a:lnTo>
                  <a:pt x="9537321" y="1798290"/>
                </a:lnTo>
                <a:lnTo>
                  <a:pt x="9537313" y="1798282"/>
                </a:lnTo>
                <a:close/>
                <a:moveTo>
                  <a:pt x="95313" y="1792550"/>
                </a:moveTo>
                <a:lnTo>
                  <a:pt x="100051" y="1797907"/>
                </a:lnTo>
                <a:cubicBezTo>
                  <a:pt x="93726" y="1803502"/>
                  <a:pt x="87408" y="1809109"/>
                  <a:pt x="81102" y="1814722"/>
                </a:cubicBezTo>
                <a:lnTo>
                  <a:pt x="78991" y="1812352"/>
                </a:lnTo>
                <a:lnTo>
                  <a:pt x="97943" y="1795526"/>
                </a:lnTo>
                <a:close/>
                <a:moveTo>
                  <a:pt x="9543663" y="1791151"/>
                </a:moveTo>
                <a:cubicBezTo>
                  <a:pt x="9550013" y="1796764"/>
                  <a:pt x="9556299" y="1802384"/>
                  <a:pt x="9562649" y="1808023"/>
                </a:cubicBezTo>
                <a:lnTo>
                  <a:pt x="9560545" y="1810383"/>
                </a:lnTo>
                <a:lnTo>
                  <a:pt x="9541568" y="1793526"/>
                </a:lnTo>
                <a:lnTo>
                  <a:pt x="9539441" y="1795904"/>
                </a:lnTo>
                <a:close/>
                <a:moveTo>
                  <a:pt x="93739" y="1790770"/>
                </a:moveTo>
                <a:lnTo>
                  <a:pt x="95313" y="1792550"/>
                </a:lnTo>
                <a:lnTo>
                  <a:pt x="93739" y="1790771"/>
                </a:lnTo>
                <a:close/>
                <a:moveTo>
                  <a:pt x="91637" y="1788395"/>
                </a:moveTo>
                <a:lnTo>
                  <a:pt x="93739" y="1790771"/>
                </a:lnTo>
                <a:lnTo>
                  <a:pt x="74766" y="1807610"/>
                </a:lnTo>
                <a:lnTo>
                  <a:pt x="72657" y="1805242"/>
                </a:lnTo>
                <a:cubicBezTo>
                  <a:pt x="78969" y="1799615"/>
                  <a:pt x="85300" y="1794002"/>
                  <a:pt x="91637" y="1788395"/>
                </a:cubicBezTo>
                <a:close/>
                <a:moveTo>
                  <a:pt x="9522517" y="1776730"/>
                </a:moveTo>
                <a:lnTo>
                  <a:pt x="9522518" y="1776730"/>
                </a:lnTo>
                <a:lnTo>
                  <a:pt x="9520922" y="1778546"/>
                </a:lnTo>
                <a:close/>
                <a:moveTo>
                  <a:pt x="112771" y="1774000"/>
                </a:moveTo>
                <a:lnTo>
                  <a:pt x="114328" y="1775772"/>
                </a:lnTo>
                <a:lnTo>
                  <a:pt x="112770" y="1774000"/>
                </a:lnTo>
                <a:close/>
                <a:moveTo>
                  <a:pt x="9499238" y="1764808"/>
                </a:moveTo>
                <a:lnTo>
                  <a:pt x="9518326" y="1781499"/>
                </a:lnTo>
                <a:lnTo>
                  <a:pt x="9520922" y="1778546"/>
                </a:lnTo>
                <a:lnTo>
                  <a:pt x="9516231" y="1783887"/>
                </a:lnTo>
                <a:cubicBezTo>
                  <a:pt x="9509881" y="1778305"/>
                  <a:pt x="9503531" y="1772736"/>
                  <a:pt x="9497181" y="1767173"/>
                </a:cubicBezTo>
                <a:close/>
                <a:moveTo>
                  <a:pt x="136034" y="1762083"/>
                </a:moveTo>
                <a:lnTo>
                  <a:pt x="138119" y="1764475"/>
                </a:lnTo>
                <a:cubicBezTo>
                  <a:pt x="131756" y="1770024"/>
                  <a:pt x="125400" y="1775587"/>
                  <a:pt x="119056" y="1781156"/>
                </a:cubicBezTo>
                <a:lnTo>
                  <a:pt x="114328" y="1775772"/>
                </a:lnTo>
                <a:lnTo>
                  <a:pt x="116961" y="1778768"/>
                </a:lnTo>
                <a:close/>
                <a:moveTo>
                  <a:pt x="9503404" y="1759998"/>
                </a:moveTo>
                <a:lnTo>
                  <a:pt x="9503414" y="1760007"/>
                </a:lnTo>
                <a:lnTo>
                  <a:pt x="9499238" y="1764808"/>
                </a:lnTo>
                <a:lnTo>
                  <a:pt x="9499213" y="1764786"/>
                </a:lnTo>
                <a:close/>
                <a:moveTo>
                  <a:pt x="9505499" y="1757610"/>
                </a:moveTo>
                <a:cubicBezTo>
                  <a:pt x="9511849" y="1763179"/>
                  <a:pt x="9518263" y="1768755"/>
                  <a:pt x="9524613" y="1774343"/>
                </a:cubicBezTo>
                <a:lnTo>
                  <a:pt x="9522517" y="1776730"/>
                </a:lnTo>
                <a:lnTo>
                  <a:pt x="9503414" y="1760007"/>
                </a:lnTo>
                <a:close/>
                <a:moveTo>
                  <a:pt x="131864" y="1757293"/>
                </a:moveTo>
                <a:lnTo>
                  <a:pt x="136036" y="1762081"/>
                </a:lnTo>
                <a:lnTo>
                  <a:pt x="136034" y="1762083"/>
                </a:lnTo>
                <a:lnTo>
                  <a:pt x="131860" y="1757297"/>
                </a:lnTo>
                <a:close/>
                <a:moveTo>
                  <a:pt x="129775" y="1754905"/>
                </a:moveTo>
                <a:lnTo>
                  <a:pt x="131860" y="1757297"/>
                </a:lnTo>
                <a:lnTo>
                  <a:pt x="112771" y="1774000"/>
                </a:lnTo>
                <a:lnTo>
                  <a:pt x="110674" y="1771612"/>
                </a:lnTo>
                <a:cubicBezTo>
                  <a:pt x="117031" y="1766030"/>
                  <a:pt x="123400" y="1760461"/>
                  <a:pt x="129775" y="1754905"/>
                </a:cubicBezTo>
                <a:close/>
                <a:moveTo>
                  <a:pt x="153365" y="1743385"/>
                </a:moveTo>
                <a:lnTo>
                  <a:pt x="155165" y="1745462"/>
                </a:lnTo>
                <a:lnTo>
                  <a:pt x="155163" y="1745463"/>
                </a:lnTo>
                <a:close/>
                <a:moveTo>
                  <a:pt x="9484263" y="1743319"/>
                </a:moveTo>
                <a:lnTo>
                  <a:pt x="9484290" y="1743342"/>
                </a:lnTo>
                <a:lnTo>
                  <a:pt x="9480099" y="1748142"/>
                </a:lnTo>
                <a:lnTo>
                  <a:pt x="9480090" y="1748135"/>
                </a:lnTo>
                <a:close/>
                <a:moveTo>
                  <a:pt x="9463032" y="1729102"/>
                </a:moveTo>
                <a:lnTo>
                  <a:pt x="9460922" y="1731563"/>
                </a:lnTo>
                <a:lnTo>
                  <a:pt x="9480090" y="1748135"/>
                </a:lnTo>
                <a:lnTo>
                  <a:pt x="9478004" y="1750543"/>
                </a:lnTo>
                <a:cubicBezTo>
                  <a:pt x="9471654" y="1745005"/>
                  <a:pt x="9465240" y="1739481"/>
                  <a:pt x="9458827" y="1733969"/>
                </a:cubicBezTo>
                <a:close/>
                <a:moveTo>
                  <a:pt x="174352" y="1728908"/>
                </a:moveTo>
                <a:lnTo>
                  <a:pt x="176422" y="1731315"/>
                </a:lnTo>
                <a:cubicBezTo>
                  <a:pt x="170022" y="1736820"/>
                  <a:pt x="163627" y="1742338"/>
                  <a:pt x="157245" y="1747863"/>
                </a:cubicBezTo>
                <a:lnTo>
                  <a:pt x="155165" y="1745462"/>
                </a:lnTo>
                <a:close/>
                <a:moveTo>
                  <a:pt x="9465050" y="1726749"/>
                </a:moveTo>
                <a:lnTo>
                  <a:pt x="9465059" y="1726757"/>
                </a:lnTo>
                <a:lnTo>
                  <a:pt x="9463032" y="1729102"/>
                </a:lnTo>
                <a:close/>
                <a:moveTo>
                  <a:pt x="172282" y="1726502"/>
                </a:moveTo>
                <a:lnTo>
                  <a:pt x="174352" y="1728908"/>
                </a:lnTo>
                <a:lnTo>
                  <a:pt x="174352" y="1728908"/>
                </a:lnTo>
                <a:close/>
                <a:moveTo>
                  <a:pt x="9467145" y="1724342"/>
                </a:moveTo>
                <a:cubicBezTo>
                  <a:pt x="9473559" y="1729867"/>
                  <a:pt x="9479972" y="1735398"/>
                  <a:pt x="9486322" y="1740941"/>
                </a:cubicBezTo>
                <a:lnTo>
                  <a:pt x="9484263" y="1743319"/>
                </a:lnTo>
                <a:lnTo>
                  <a:pt x="9465059" y="1726757"/>
                </a:lnTo>
                <a:close/>
                <a:moveTo>
                  <a:pt x="168142" y="1721688"/>
                </a:moveTo>
                <a:lnTo>
                  <a:pt x="172282" y="1726502"/>
                </a:lnTo>
                <a:lnTo>
                  <a:pt x="170212" y="1724095"/>
                </a:lnTo>
                <a:cubicBezTo>
                  <a:pt x="163805" y="1729607"/>
                  <a:pt x="157398" y="1735125"/>
                  <a:pt x="151010" y="1740662"/>
                </a:cubicBezTo>
                <a:lnTo>
                  <a:pt x="153365" y="1743385"/>
                </a:lnTo>
                <a:lnTo>
                  <a:pt x="148927" y="1738262"/>
                </a:lnTo>
                <a:cubicBezTo>
                  <a:pt x="155328" y="1732725"/>
                  <a:pt x="161728" y="1727200"/>
                  <a:pt x="168142" y="1721688"/>
                </a:cubicBezTo>
                <a:close/>
                <a:moveTo>
                  <a:pt x="9445791" y="1710211"/>
                </a:moveTo>
                <a:lnTo>
                  <a:pt x="9445809" y="1710226"/>
                </a:lnTo>
                <a:lnTo>
                  <a:pt x="9441681" y="1715053"/>
                </a:lnTo>
                <a:lnTo>
                  <a:pt x="9441663" y="1715038"/>
                </a:lnTo>
                <a:close/>
                <a:moveTo>
                  <a:pt x="189479" y="1707590"/>
                </a:moveTo>
                <a:lnTo>
                  <a:pt x="193602" y="1712422"/>
                </a:lnTo>
                <a:lnTo>
                  <a:pt x="193599" y="1712424"/>
                </a:lnTo>
                <a:lnTo>
                  <a:pt x="189478" y="1707591"/>
                </a:lnTo>
                <a:close/>
                <a:moveTo>
                  <a:pt x="9422323" y="1698620"/>
                </a:moveTo>
                <a:lnTo>
                  <a:pt x="9441663" y="1715038"/>
                </a:lnTo>
                <a:lnTo>
                  <a:pt x="9439586" y="1717466"/>
                </a:lnTo>
                <a:cubicBezTo>
                  <a:pt x="9433173" y="1711979"/>
                  <a:pt x="9426759" y="1706499"/>
                  <a:pt x="9420282" y="1701032"/>
                </a:cubicBezTo>
                <a:close/>
                <a:moveTo>
                  <a:pt x="9424412" y="1696150"/>
                </a:moveTo>
                <a:lnTo>
                  <a:pt x="9422323" y="1698620"/>
                </a:lnTo>
                <a:lnTo>
                  <a:pt x="9422314" y="1698612"/>
                </a:lnTo>
                <a:close/>
                <a:moveTo>
                  <a:pt x="9428474" y="1691348"/>
                </a:moveTo>
                <a:cubicBezTo>
                  <a:pt x="9434951" y="1696828"/>
                  <a:pt x="9441428" y="1702314"/>
                  <a:pt x="9447842" y="1707813"/>
                </a:cubicBezTo>
                <a:lnTo>
                  <a:pt x="9445791" y="1710211"/>
                </a:lnTo>
                <a:lnTo>
                  <a:pt x="9426442" y="1693767"/>
                </a:lnTo>
                <a:lnTo>
                  <a:pt x="9424412" y="1696150"/>
                </a:lnTo>
                <a:close/>
                <a:moveTo>
                  <a:pt x="206750" y="1688738"/>
                </a:moveTo>
                <a:lnTo>
                  <a:pt x="214960" y="1698428"/>
                </a:lnTo>
                <a:cubicBezTo>
                  <a:pt x="208522" y="1703889"/>
                  <a:pt x="202083" y="1709357"/>
                  <a:pt x="195663" y="1714837"/>
                </a:cubicBezTo>
                <a:lnTo>
                  <a:pt x="193602" y="1712422"/>
                </a:lnTo>
                <a:lnTo>
                  <a:pt x="212909" y="1696009"/>
                </a:lnTo>
                <a:lnTo>
                  <a:pt x="208801" y="1691164"/>
                </a:lnTo>
                <a:lnTo>
                  <a:pt x="189479" y="1707590"/>
                </a:lnTo>
                <a:lnTo>
                  <a:pt x="187421" y="1705178"/>
                </a:lnTo>
                <a:cubicBezTo>
                  <a:pt x="193853" y="1699685"/>
                  <a:pt x="200298" y="1694205"/>
                  <a:pt x="206750" y="1688738"/>
                </a:cubicBezTo>
                <a:close/>
                <a:moveTo>
                  <a:pt x="9407067" y="1677372"/>
                </a:moveTo>
                <a:lnTo>
                  <a:pt x="9407074" y="1677378"/>
                </a:lnTo>
                <a:lnTo>
                  <a:pt x="9405418" y="1679328"/>
                </a:lnTo>
                <a:close/>
                <a:moveTo>
                  <a:pt x="229895" y="1676824"/>
                </a:moveTo>
                <a:lnTo>
                  <a:pt x="232279" y="1679657"/>
                </a:lnTo>
                <a:lnTo>
                  <a:pt x="232277" y="1679658"/>
                </a:lnTo>
                <a:close/>
                <a:moveTo>
                  <a:pt x="9383527" y="1665938"/>
                </a:moveTo>
                <a:lnTo>
                  <a:pt x="9402947" y="1682236"/>
                </a:lnTo>
                <a:lnTo>
                  <a:pt x="9405418" y="1679328"/>
                </a:lnTo>
                <a:lnTo>
                  <a:pt x="9400915" y="1684668"/>
                </a:lnTo>
                <a:cubicBezTo>
                  <a:pt x="9394438" y="1679219"/>
                  <a:pt x="9387961" y="1673790"/>
                  <a:pt x="9381484" y="1668367"/>
                </a:cubicBezTo>
                <a:close/>
                <a:moveTo>
                  <a:pt x="251700" y="1663372"/>
                </a:moveTo>
                <a:lnTo>
                  <a:pt x="253734" y="1665808"/>
                </a:lnTo>
                <a:cubicBezTo>
                  <a:pt x="247257" y="1671225"/>
                  <a:pt x="240780" y="1676648"/>
                  <a:pt x="234322" y="1682083"/>
                </a:cubicBezTo>
                <a:lnTo>
                  <a:pt x="232279" y="1679657"/>
                </a:lnTo>
                <a:close/>
                <a:moveTo>
                  <a:pt x="9387580" y="1661059"/>
                </a:moveTo>
                <a:lnTo>
                  <a:pt x="9387609" y="1661084"/>
                </a:lnTo>
                <a:lnTo>
                  <a:pt x="9383527" y="1665938"/>
                </a:lnTo>
                <a:lnTo>
                  <a:pt x="9383516" y="1665929"/>
                </a:lnTo>
                <a:close/>
                <a:moveTo>
                  <a:pt x="9389675" y="1658626"/>
                </a:moveTo>
                <a:cubicBezTo>
                  <a:pt x="9396152" y="1664056"/>
                  <a:pt x="9402630" y="1669498"/>
                  <a:pt x="9409107" y="1674952"/>
                </a:cubicBezTo>
                <a:lnTo>
                  <a:pt x="9407067" y="1677372"/>
                </a:lnTo>
                <a:lnTo>
                  <a:pt x="9387609" y="1661084"/>
                </a:lnTo>
                <a:close/>
                <a:moveTo>
                  <a:pt x="247631" y="1658499"/>
                </a:moveTo>
                <a:lnTo>
                  <a:pt x="251702" y="1663370"/>
                </a:lnTo>
                <a:lnTo>
                  <a:pt x="251700" y="1663372"/>
                </a:lnTo>
                <a:lnTo>
                  <a:pt x="247630" y="1658500"/>
                </a:lnTo>
                <a:close/>
                <a:moveTo>
                  <a:pt x="245593" y="1656061"/>
                </a:moveTo>
                <a:lnTo>
                  <a:pt x="247630" y="1658500"/>
                </a:lnTo>
                <a:lnTo>
                  <a:pt x="228188" y="1674794"/>
                </a:lnTo>
                <a:lnTo>
                  <a:pt x="229895" y="1676824"/>
                </a:lnTo>
                <a:lnTo>
                  <a:pt x="226143" y="1672368"/>
                </a:lnTo>
                <a:cubicBezTo>
                  <a:pt x="232620" y="1666919"/>
                  <a:pt x="239103" y="1661484"/>
                  <a:pt x="245593" y="1656061"/>
                </a:cubicBezTo>
                <a:close/>
                <a:moveTo>
                  <a:pt x="267954" y="1643274"/>
                </a:moveTo>
                <a:lnTo>
                  <a:pt x="271178" y="1647165"/>
                </a:lnTo>
                <a:lnTo>
                  <a:pt x="271177" y="1647165"/>
                </a:lnTo>
                <a:close/>
                <a:moveTo>
                  <a:pt x="290713" y="1631026"/>
                </a:moveTo>
                <a:lnTo>
                  <a:pt x="292729" y="1633474"/>
                </a:lnTo>
                <a:cubicBezTo>
                  <a:pt x="286214" y="1638840"/>
                  <a:pt x="279705" y="1644218"/>
                  <a:pt x="273203" y="1649609"/>
                </a:cubicBezTo>
                <a:lnTo>
                  <a:pt x="271178" y="1647165"/>
                </a:lnTo>
                <a:close/>
                <a:moveTo>
                  <a:pt x="9348527" y="1628635"/>
                </a:moveTo>
                <a:lnTo>
                  <a:pt x="9348536" y="1628643"/>
                </a:lnTo>
                <a:lnTo>
                  <a:pt x="9346584" y="1631013"/>
                </a:lnTo>
                <a:close/>
                <a:moveTo>
                  <a:pt x="9350559" y="1626184"/>
                </a:moveTo>
                <a:cubicBezTo>
                  <a:pt x="9357100" y="1631569"/>
                  <a:pt x="9363640" y="1636960"/>
                  <a:pt x="9370118" y="1642370"/>
                </a:cubicBezTo>
                <a:lnTo>
                  <a:pt x="9362053" y="1652143"/>
                </a:lnTo>
                <a:cubicBezTo>
                  <a:pt x="9355512" y="1646745"/>
                  <a:pt x="9349035" y="1641354"/>
                  <a:pt x="9342494" y="1635982"/>
                </a:cubicBezTo>
                <a:lnTo>
                  <a:pt x="9346584" y="1631013"/>
                </a:lnTo>
                <a:lnTo>
                  <a:pt x="9344527" y="1633531"/>
                </a:lnTo>
                <a:cubicBezTo>
                  <a:pt x="9351004" y="1638910"/>
                  <a:pt x="9357544" y="1644301"/>
                  <a:pt x="9364021" y="1649698"/>
                </a:cubicBezTo>
                <a:lnTo>
                  <a:pt x="9368085" y="1644809"/>
                </a:lnTo>
                <a:lnTo>
                  <a:pt x="9348536" y="1628643"/>
                </a:lnTo>
                <a:close/>
                <a:moveTo>
                  <a:pt x="286677" y="1626121"/>
                </a:moveTo>
                <a:lnTo>
                  <a:pt x="290716" y="1631023"/>
                </a:lnTo>
                <a:lnTo>
                  <a:pt x="290713" y="1631026"/>
                </a:lnTo>
                <a:lnTo>
                  <a:pt x="286677" y="1626122"/>
                </a:lnTo>
                <a:close/>
                <a:moveTo>
                  <a:pt x="284658" y="1623670"/>
                </a:moveTo>
                <a:lnTo>
                  <a:pt x="286677" y="1626122"/>
                </a:lnTo>
                <a:lnTo>
                  <a:pt x="267126" y="1642275"/>
                </a:lnTo>
                <a:lnTo>
                  <a:pt x="267954" y="1643274"/>
                </a:lnTo>
                <a:lnTo>
                  <a:pt x="265100" y="1639830"/>
                </a:lnTo>
                <a:cubicBezTo>
                  <a:pt x="271609" y="1634433"/>
                  <a:pt x="278130" y="1629042"/>
                  <a:pt x="284658" y="1623670"/>
                </a:cubicBezTo>
                <a:close/>
                <a:moveTo>
                  <a:pt x="9326981" y="1614888"/>
                </a:moveTo>
                <a:lnTo>
                  <a:pt x="9324906" y="1617434"/>
                </a:lnTo>
                <a:lnTo>
                  <a:pt x="9324897" y="1617427"/>
                </a:lnTo>
                <a:close/>
                <a:moveTo>
                  <a:pt x="306291" y="1610033"/>
                </a:moveTo>
                <a:lnTo>
                  <a:pt x="310309" y="1614949"/>
                </a:lnTo>
                <a:lnTo>
                  <a:pt x="310306" y="1614951"/>
                </a:lnTo>
                <a:lnTo>
                  <a:pt x="306286" y="1610036"/>
                </a:lnTo>
                <a:close/>
                <a:moveTo>
                  <a:pt x="9305239" y="1601423"/>
                </a:moveTo>
                <a:lnTo>
                  <a:pt x="9324897" y="1617427"/>
                </a:lnTo>
                <a:lnTo>
                  <a:pt x="9322873" y="1619891"/>
                </a:lnTo>
                <a:cubicBezTo>
                  <a:pt x="9316332" y="1614545"/>
                  <a:pt x="9309793" y="1609204"/>
                  <a:pt x="9303252" y="1603870"/>
                </a:cubicBezTo>
                <a:close/>
                <a:moveTo>
                  <a:pt x="329957" y="1598945"/>
                </a:moveTo>
                <a:lnTo>
                  <a:pt x="331959" y="1601413"/>
                </a:lnTo>
                <a:cubicBezTo>
                  <a:pt x="325400" y="1606734"/>
                  <a:pt x="318853" y="1612062"/>
                  <a:pt x="312319" y="1617409"/>
                </a:cubicBezTo>
                <a:lnTo>
                  <a:pt x="310309" y="1614949"/>
                </a:lnTo>
                <a:close/>
                <a:moveTo>
                  <a:pt x="9307259" y="1598935"/>
                </a:moveTo>
                <a:lnTo>
                  <a:pt x="9305239" y="1601423"/>
                </a:lnTo>
                <a:lnTo>
                  <a:pt x="9305220" y="1601407"/>
                </a:lnTo>
                <a:close/>
                <a:moveTo>
                  <a:pt x="9311253" y="1594015"/>
                </a:moveTo>
                <a:cubicBezTo>
                  <a:pt x="9317856" y="1599356"/>
                  <a:pt x="9324397" y="1604702"/>
                  <a:pt x="9330938" y="1610068"/>
                </a:cubicBezTo>
                <a:lnTo>
                  <a:pt x="9326981" y="1614888"/>
                </a:lnTo>
                <a:lnTo>
                  <a:pt x="9328906" y="1612525"/>
                </a:lnTo>
                <a:cubicBezTo>
                  <a:pt x="9322365" y="1607166"/>
                  <a:pt x="9315825" y="1601819"/>
                  <a:pt x="9309284" y="1596479"/>
                </a:cubicBezTo>
                <a:lnTo>
                  <a:pt x="9307259" y="1598935"/>
                </a:lnTo>
                <a:close/>
                <a:moveTo>
                  <a:pt x="325959" y="1594015"/>
                </a:moveTo>
                <a:lnTo>
                  <a:pt x="329959" y="1598943"/>
                </a:lnTo>
                <a:lnTo>
                  <a:pt x="329957" y="1598945"/>
                </a:lnTo>
                <a:lnTo>
                  <a:pt x="325958" y="1594016"/>
                </a:lnTo>
                <a:close/>
                <a:moveTo>
                  <a:pt x="323958" y="1591551"/>
                </a:moveTo>
                <a:lnTo>
                  <a:pt x="325958" y="1594016"/>
                </a:lnTo>
                <a:lnTo>
                  <a:pt x="306291" y="1610033"/>
                </a:lnTo>
                <a:lnTo>
                  <a:pt x="304280" y="1607572"/>
                </a:lnTo>
                <a:cubicBezTo>
                  <a:pt x="310826" y="1602219"/>
                  <a:pt x="317386" y="1596879"/>
                  <a:pt x="323958" y="1591551"/>
                </a:cubicBezTo>
                <a:close/>
                <a:moveTo>
                  <a:pt x="9289527" y="1580502"/>
                </a:moveTo>
                <a:lnTo>
                  <a:pt x="9289536" y="1580509"/>
                </a:lnTo>
                <a:lnTo>
                  <a:pt x="9287589" y="1582914"/>
                </a:lnTo>
                <a:close/>
                <a:moveTo>
                  <a:pt x="345683" y="1578064"/>
                </a:moveTo>
                <a:lnTo>
                  <a:pt x="347676" y="1580538"/>
                </a:lnTo>
                <a:lnTo>
                  <a:pt x="345682" y="1578064"/>
                </a:lnTo>
                <a:close/>
                <a:moveTo>
                  <a:pt x="369435" y="1567145"/>
                </a:moveTo>
                <a:lnTo>
                  <a:pt x="371418" y="1569625"/>
                </a:lnTo>
                <a:cubicBezTo>
                  <a:pt x="364820" y="1574895"/>
                  <a:pt x="358236" y="1580185"/>
                  <a:pt x="351657" y="1585481"/>
                </a:cubicBezTo>
                <a:lnTo>
                  <a:pt x="347676" y="1580538"/>
                </a:lnTo>
                <a:lnTo>
                  <a:pt x="349669" y="1583011"/>
                </a:lnTo>
                <a:close/>
                <a:moveTo>
                  <a:pt x="365468" y="1562183"/>
                </a:moveTo>
                <a:lnTo>
                  <a:pt x="369437" y="1567142"/>
                </a:lnTo>
                <a:lnTo>
                  <a:pt x="369435" y="1567145"/>
                </a:lnTo>
                <a:lnTo>
                  <a:pt x="365468" y="1562184"/>
                </a:lnTo>
                <a:close/>
                <a:moveTo>
                  <a:pt x="9271693" y="1562125"/>
                </a:moveTo>
                <a:cubicBezTo>
                  <a:pt x="9278296" y="1567415"/>
                  <a:pt x="9284900" y="1572724"/>
                  <a:pt x="9291505" y="1578039"/>
                </a:cubicBezTo>
                <a:lnTo>
                  <a:pt x="9289527" y="1580502"/>
                </a:lnTo>
                <a:lnTo>
                  <a:pt x="9269724" y="1564602"/>
                </a:lnTo>
                <a:lnTo>
                  <a:pt x="9265787" y="1569561"/>
                </a:lnTo>
                <a:cubicBezTo>
                  <a:pt x="9272391" y="1574844"/>
                  <a:pt x="9278932" y="1580140"/>
                  <a:pt x="9285535" y="1585449"/>
                </a:cubicBezTo>
                <a:lnTo>
                  <a:pt x="9287589" y="1582914"/>
                </a:lnTo>
                <a:lnTo>
                  <a:pt x="9283567" y="1587919"/>
                </a:lnTo>
                <a:cubicBezTo>
                  <a:pt x="9276963" y="1582617"/>
                  <a:pt x="9270359" y="1577321"/>
                  <a:pt x="9263755" y="1572038"/>
                </a:cubicBezTo>
                <a:close/>
                <a:moveTo>
                  <a:pt x="363487" y="1559706"/>
                </a:moveTo>
                <a:lnTo>
                  <a:pt x="365468" y="1562184"/>
                </a:lnTo>
                <a:lnTo>
                  <a:pt x="345683" y="1578064"/>
                </a:lnTo>
                <a:lnTo>
                  <a:pt x="343694" y="1575594"/>
                </a:lnTo>
                <a:cubicBezTo>
                  <a:pt x="350279" y="1570285"/>
                  <a:pt x="356877" y="1564989"/>
                  <a:pt x="363487" y="1559706"/>
                </a:cubicBezTo>
                <a:close/>
                <a:moveTo>
                  <a:pt x="9249904" y="1548765"/>
                </a:moveTo>
                <a:lnTo>
                  <a:pt x="9249912" y="1548771"/>
                </a:lnTo>
                <a:lnTo>
                  <a:pt x="9248019" y="1551124"/>
                </a:lnTo>
                <a:close/>
                <a:moveTo>
                  <a:pt x="385308" y="1546376"/>
                </a:moveTo>
                <a:lnTo>
                  <a:pt x="389257" y="1551349"/>
                </a:lnTo>
                <a:lnTo>
                  <a:pt x="389255" y="1551350"/>
                </a:lnTo>
                <a:lnTo>
                  <a:pt x="385306" y="1546377"/>
                </a:lnTo>
                <a:close/>
                <a:moveTo>
                  <a:pt x="9226038" y="1537998"/>
                </a:moveTo>
                <a:lnTo>
                  <a:pt x="9245911" y="1553743"/>
                </a:lnTo>
                <a:lnTo>
                  <a:pt x="9248019" y="1551124"/>
                </a:lnTo>
                <a:lnTo>
                  <a:pt x="9243943" y="1556226"/>
                </a:lnTo>
                <a:cubicBezTo>
                  <a:pt x="9237339" y="1550969"/>
                  <a:pt x="9230735" y="1545723"/>
                  <a:pt x="9224068" y="1540491"/>
                </a:cubicBezTo>
                <a:close/>
                <a:moveTo>
                  <a:pt x="9229973" y="1533011"/>
                </a:moveTo>
                <a:lnTo>
                  <a:pt x="9229975" y="1533013"/>
                </a:lnTo>
                <a:lnTo>
                  <a:pt x="9226038" y="1537998"/>
                </a:lnTo>
                <a:lnTo>
                  <a:pt x="9226036" y="1537996"/>
                </a:lnTo>
                <a:close/>
                <a:moveTo>
                  <a:pt x="9231942" y="1530522"/>
                </a:moveTo>
                <a:cubicBezTo>
                  <a:pt x="9238609" y="1535767"/>
                  <a:pt x="9245213" y="1541018"/>
                  <a:pt x="9251881" y="1546289"/>
                </a:cubicBezTo>
                <a:lnTo>
                  <a:pt x="9249904" y="1548765"/>
                </a:lnTo>
                <a:lnTo>
                  <a:pt x="9229975" y="1533013"/>
                </a:lnTo>
                <a:close/>
                <a:moveTo>
                  <a:pt x="403232" y="1528147"/>
                </a:moveTo>
                <a:lnTo>
                  <a:pt x="411093" y="1538122"/>
                </a:lnTo>
                <a:cubicBezTo>
                  <a:pt x="404464" y="1543348"/>
                  <a:pt x="397841" y="1548587"/>
                  <a:pt x="391230" y="1553832"/>
                </a:cubicBezTo>
                <a:lnTo>
                  <a:pt x="389257" y="1551349"/>
                </a:lnTo>
                <a:lnTo>
                  <a:pt x="409124" y="1535627"/>
                </a:lnTo>
                <a:lnTo>
                  <a:pt x="405194" y="1530642"/>
                </a:lnTo>
                <a:lnTo>
                  <a:pt x="385308" y="1546376"/>
                </a:lnTo>
                <a:lnTo>
                  <a:pt x="383331" y="1543888"/>
                </a:lnTo>
                <a:cubicBezTo>
                  <a:pt x="389954" y="1538630"/>
                  <a:pt x="396589" y="1533385"/>
                  <a:pt x="403232" y="1528147"/>
                </a:cubicBezTo>
                <a:close/>
                <a:moveTo>
                  <a:pt x="9210032" y="1517325"/>
                </a:moveTo>
                <a:lnTo>
                  <a:pt x="9210034" y="1517326"/>
                </a:lnTo>
                <a:lnTo>
                  <a:pt x="9206097" y="1522324"/>
                </a:lnTo>
                <a:lnTo>
                  <a:pt x="9206095" y="1522323"/>
                </a:lnTo>
                <a:close/>
                <a:moveTo>
                  <a:pt x="425147" y="1514976"/>
                </a:moveTo>
                <a:lnTo>
                  <a:pt x="427624" y="1518144"/>
                </a:lnTo>
                <a:lnTo>
                  <a:pt x="425145" y="1514977"/>
                </a:lnTo>
                <a:close/>
                <a:moveTo>
                  <a:pt x="9186115" y="1506732"/>
                </a:moveTo>
                <a:lnTo>
                  <a:pt x="9206095" y="1522323"/>
                </a:lnTo>
                <a:lnTo>
                  <a:pt x="9204128" y="1524819"/>
                </a:lnTo>
                <a:cubicBezTo>
                  <a:pt x="9197524" y="1519612"/>
                  <a:pt x="9190856" y="1514412"/>
                  <a:pt x="9184189" y="1509224"/>
                </a:cubicBezTo>
                <a:close/>
                <a:moveTo>
                  <a:pt x="449041" y="1504392"/>
                </a:moveTo>
                <a:lnTo>
                  <a:pt x="450990" y="1506900"/>
                </a:lnTo>
                <a:cubicBezTo>
                  <a:pt x="444322" y="1512081"/>
                  <a:pt x="437661" y="1517275"/>
                  <a:pt x="431013" y="1522476"/>
                </a:cubicBezTo>
                <a:lnTo>
                  <a:pt x="427624" y="1518144"/>
                </a:lnTo>
                <a:lnTo>
                  <a:pt x="429057" y="1519974"/>
                </a:lnTo>
                <a:close/>
                <a:moveTo>
                  <a:pt x="9188064" y="1504209"/>
                </a:moveTo>
                <a:lnTo>
                  <a:pt x="9186115" y="1506732"/>
                </a:lnTo>
                <a:lnTo>
                  <a:pt x="9186094" y="1506715"/>
                </a:lnTo>
                <a:close/>
                <a:moveTo>
                  <a:pt x="445148" y="1499381"/>
                </a:moveTo>
                <a:lnTo>
                  <a:pt x="449041" y="1504391"/>
                </a:lnTo>
                <a:lnTo>
                  <a:pt x="449041" y="1504392"/>
                </a:lnTo>
                <a:lnTo>
                  <a:pt x="445148" y="1499382"/>
                </a:lnTo>
                <a:close/>
                <a:moveTo>
                  <a:pt x="9191936" y="1499197"/>
                </a:moveTo>
                <a:cubicBezTo>
                  <a:pt x="9198668" y="1504398"/>
                  <a:pt x="9205335" y="1509605"/>
                  <a:pt x="9212002" y="1514824"/>
                </a:cubicBezTo>
                <a:lnTo>
                  <a:pt x="9210032" y="1517325"/>
                </a:lnTo>
                <a:lnTo>
                  <a:pt x="9190032" y="1501705"/>
                </a:lnTo>
                <a:lnTo>
                  <a:pt x="9188064" y="1504209"/>
                </a:lnTo>
                <a:close/>
                <a:moveTo>
                  <a:pt x="443198" y="1496873"/>
                </a:moveTo>
                <a:lnTo>
                  <a:pt x="445148" y="1499382"/>
                </a:lnTo>
                <a:lnTo>
                  <a:pt x="425147" y="1514976"/>
                </a:lnTo>
                <a:lnTo>
                  <a:pt x="423190" y="1512475"/>
                </a:lnTo>
                <a:cubicBezTo>
                  <a:pt x="429851" y="1507262"/>
                  <a:pt x="436518" y="1502061"/>
                  <a:pt x="443198" y="1496873"/>
                </a:cubicBezTo>
                <a:close/>
                <a:moveTo>
                  <a:pt x="9169945" y="1486139"/>
                </a:moveTo>
                <a:lnTo>
                  <a:pt x="9169965" y="1486154"/>
                </a:lnTo>
                <a:lnTo>
                  <a:pt x="9166092" y="1491177"/>
                </a:lnTo>
                <a:lnTo>
                  <a:pt x="9166072" y="1491162"/>
                </a:lnTo>
                <a:close/>
                <a:moveTo>
                  <a:pt x="465209" y="1483849"/>
                </a:moveTo>
                <a:lnTo>
                  <a:pt x="466637" y="1485701"/>
                </a:lnTo>
                <a:lnTo>
                  <a:pt x="465208" y="1483849"/>
                </a:lnTo>
                <a:close/>
                <a:moveTo>
                  <a:pt x="9145972" y="1475723"/>
                </a:moveTo>
                <a:lnTo>
                  <a:pt x="9166072" y="1491162"/>
                </a:lnTo>
                <a:lnTo>
                  <a:pt x="9164123" y="1493691"/>
                </a:lnTo>
                <a:cubicBezTo>
                  <a:pt x="9157456" y="1488529"/>
                  <a:pt x="9150725" y="1483373"/>
                  <a:pt x="9144057" y="1478236"/>
                </a:cubicBezTo>
                <a:close/>
                <a:moveTo>
                  <a:pt x="9147899" y="1473194"/>
                </a:moveTo>
                <a:lnTo>
                  <a:pt x="9145972" y="1475723"/>
                </a:lnTo>
                <a:lnTo>
                  <a:pt x="9145962" y="1475715"/>
                </a:lnTo>
                <a:close/>
                <a:moveTo>
                  <a:pt x="9151741" y="1468152"/>
                </a:moveTo>
                <a:cubicBezTo>
                  <a:pt x="9158472" y="1473302"/>
                  <a:pt x="9165203" y="1478464"/>
                  <a:pt x="9171870" y="1483640"/>
                </a:cubicBezTo>
                <a:lnTo>
                  <a:pt x="9169945" y="1486139"/>
                </a:lnTo>
                <a:lnTo>
                  <a:pt x="9149836" y="1470673"/>
                </a:lnTo>
                <a:lnTo>
                  <a:pt x="9147899" y="1473194"/>
                </a:lnTo>
                <a:close/>
                <a:moveTo>
                  <a:pt x="483394" y="1465872"/>
                </a:moveTo>
                <a:lnTo>
                  <a:pt x="491116" y="1475956"/>
                </a:lnTo>
                <a:cubicBezTo>
                  <a:pt x="484410" y="1481093"/>
                  <a:pt x="477711" y="1486237"/>
                  <a:pt x="471024" y="1491393"/>
                </a:cubicBezTo>
                <a:lnTo>
                  <a:pt x="466637" y="1485701"/>
                </a:lnTo>
                <a:lnTo>
                  <a:pt x="469088" y="1488878"/>
                </a:lnTo>
                <a:cubicBezTo>
                  <a:pt x="475774" y="1483722"/>
                  <a:pt x="482480" y="1478572"/>
                  <a:pt x="489185" y="1473435"/>
                </a:cubicBezTo>
                <a:lnTo>
                  <a:pt x="485324" y="1468393"/>
                </a:lnTo>
                <a:lnTo>
                  <a:pt x="465209" y="1483849"/>
                </a:lnTo>
                <a:lnTo>
                  <a:pt x="463271" y="1481334"/>
                </a:lnTo>
                <a:cubicBezTo>
                  <a:pt x="469970" y="1476172"/>
                  <a:pt x="476676" y="1471016"/>
                  <a:pt x="483394" y="1465872"/>
                </a:cubicBezTo>
                <a:close/>
                <a:moveTo>
                  <a:pt x="9129632" y="1455260"/>
                </a:moveTo>
                <a:lnTo>
                  <a:pt x="9129643" y="1455268"/>
                </a:lnTo>
                <a:lnTo>
                  <a:pt x="9127667" y="1457843"/>
                </a:lnTo>
                <a:close/>
                <a:moveTo>
                  <a:pt x="505501" y="1453006"/>
                </a:moveTo>
                <a:lnTo>
                  <a:pt x="509343" y="1458061"/>
                </a:lnTo>
                <a:lnTo>
                  <a:pt x="509340" y="1458062"/>
                </a:lnTo>
                <a:lnTo>
                  <a:pt x="505498" y="1453007"/>
                </a:lnTo>
                <a:close/>
                <a:moveTo>
                  <a:pt x="9105586" y="1445008"/>
                </a:moveTo>
                <a:lnTo>
                  <a:pt x="9125769" y="1460316"/>
                </a:lnTo>
                <a:lnTo>
                  <a:pt x="9127667" y="1457843"/>
                </a:lnTo>
                <a:lnTo>
                  <a:pt x="9123864" y="1462843"/>
                </a:lnTo>
                <a:cubicBezTo>
                  <a:pt x="9117133" y="1457731"/>
                  <a:pt x="9110402" y="1452626"/>
                  <a:pt x="9103671" y="1447533"/>
                </a:cubicBezTo>
                <a:close/>
                <a:moveTo>
                  <a:pt x="9109386" y="1439932"/>
                </a:moveTo>
                <a:lnTo>
                  <a:pt x="9109417" y="1439956"/>
                </a:lnTo>
                <a:lnTo>
                  <a:pt x="9105586" y="1445008"/>
                </a:lnTo>
                <a:lnTo>
                  <a:pt x="9105576" y="1445000"/>
                </a:lnTo>
                <a:close/>
                <a:moveTo>
                  <a:pt x="9111355" y="1437399"/>
                </a:moveTo>
                <a:cubicBezTo>
                  <a:pt x="9118086" y="1442498"/>
                  <a:pt x="9124817" y="1447616"/>
                  <a:pt x="9131548" y="1452740"/>
                </a:cubicBezTo>
                <a:lnTo>
                  <a:pt x="9129632" y="1455260"/>
                </a:lnTo>
                <a:lnTo>
                  <a:pt x="9109417" y="1439956"/>
                </a:lnTo>
                <a:close/>
                <a:moveTo>
                  <a:pt x="523805" y="1435164"/>
                </a:moveTo>
                <a:lnTo>
                  <a:pt x="531451" y="1445304"/>
                </a:lnTo>
                <a:cubicBezTo>
                  <a:pt x="524713" y="1450391"/>
                  <a:pt x="517982" y="1455484"/>
                  <a:pt x="511264" y="1460589"/>
                </a:cubicBezTo>
                <a:lnTo>
                  <a:pt x="509343" y="1458061"/>
                </a:lnTo>
                <a:lnTo>
                  <a:pt x="529539" y="1442771"/>
                </a:lnTo>
                <a:lnTo>
                  <a:pt x="525717" y="1437704"/>
                </a:lnTo>
                <a:lnTo>
                  <a:pt x="505501" y="1453006"/>
                </a:lnTo>
                <a:lnTo>
                  <a:pt x="503581" y="1450480"/>
                </a:lnTo>
                <a:cubicBezTo>
                  <a:pt x="510312" y="1445362"/>
                  <a:pt x="517055" y="1440256"/>
                  <a:pt x="523805" y="1435164"/>
                </a:cubicBezTo>
                <a:close/>
                <a:moveTo>
                  <a:pt x="566325" y="1407293"/>
                </a:moveTo>
                <a:lnTo>
                  <a:pt x="570110" y="1412393"/>
                </a:lnTo>
                <a:lnTo>
                  <a:pt x="570110" y="1412393"/>
                </a:lnTo>
                <a:lnTo>
                  <a:pt x="566321" y="1407297"/>
                </a:lnTo>
                <a:close/>
                <a:moveTo>
                  <a:pt x="9070715" y="1406938"/>
                </a:moveTo>
                <a:cubicBezTo>
                  <a:pt x="9077509" y="1411992"/>
                  <a:pt x="9084240" y="1417053"/>
                  <a:pt x="9091035" y="1422133"/>
                </a:cubicBezTo>
                <a:lnTo>
                  <a:pt x="9089130" y="1424673"/>
                </a:lnTo>
                <a:cubicBezTo>
                  <a:pt x="9082335" y="1419600"/>
                  <a:pt x="9075605" y="1414532"/>
                  <a:pt x="9068810" y="1409484"/>
                </a:cubicBezTo>
                <a:lnTo>
                  <a:pt x="9065000" y="1414577"/>
                </a:lnTo>
                <a:cubicBezTo>
                  <a:pt x="9071794" y="1419625"/>
                  <a:pt x="9078589" y="1424686"/>
                  <a:pt x="9085319" y="1429753"/>
                </a:cubicBezTo>
                <a:lnTo>
                  <a:pt x="9089130" y="1424673"/>
                </a:lnTo>
                <a:lnTo>
                  <a:pt x="9083415" y="1432293"/>
                </a:lnTo>
                <a:cubicBezTo>
                  <a:pt x="9076684" y="1427226"/>
                  <a:pt x="9069889" y="1422171"/>
                  <a:pt x="9063094" y="1417123"/>
                </a:cubicBezTo>
                <a:close/>
                <a:moveTo>
                  <a:pt x="564426" y="1404747"/>
                </a:moveTo>
                <a:lnTo>
                  <a:pt x="566321" y="1407297"/>
                </a:lnTo>
                <a:lnTo>
                  <a:pt x="545992" y="1422464"/>
                </a:lnTo>
                <a:lnTo>
                  <a:pt x="549796" y="1427544"/>
                </a:lnTo>
                <a:lnTo>
                  <a:pt x="570110" y="1412393"/>
                </a:lnTo>
                <a:lnTo>
                  <a:pt x="572002" y="1414939"/>
                </a:lnTo>
                <a:cubicBezTo>
                  <a:pt x="565226" y="1419974"/>
                  <a:pt x="558457" y="1425029"/>
                  <a:pt x="551701" y="1430090"/>
                </a:cubicBezTo>
                <a:lnTo>
                  <a:pt x="544087" y="1419923"/>
                </a:lnTo>
                <a:cubicBezTo>
                  <a:pt x="550856" y="1414850"/>
                  <a:pt x="557638" y="1409795"/>
                  <a:pt x="564426" y="1404747"/>
                </a:cubicBezTo>
                <a:close/>
                <a:moveTo>
                  <a:pt x="9048396" y="1394343"/>
                </a:moveTo>
                <a:lnTo>
                  <a:pt x="9048426" y="1394365"/>
                </a:lnTo>
                <a:lnTo>
                  <a:pt x="9044617" y="1399470"/>
                </a:lnTo>
                <a:lnTo>
                  <a:pt x="9044608" y="1399464"/>
                </a:lnTo>
                <a:close/>
                <a:moveTo>
                  <a:pt x="9024189" y="1384455"/>
                </a:moveTo>
                <a:lnTo>
                  <a:pt x="9044608" y="1399464"/>
                </a:lnTo>
                <a:lnTo>
                  <a:pt x="9042711" y="1402029"/>
                </a:lnTo>
                <a:cubicBezTo>
                  <a:pt x="9035917" y="1397006"/>
                  <a:pt x="9029122" y="1391996"/>
                  <a:pt x="9022328" y="1386999"/>
                </a:cubicBezTo>
                <a:close/>
                <a:moveTo>
                  <a:pt x="9026066" y="1381890"/>
                </a:moveTo>
                <a:lnTo>
                  <a:pt x="9024189" y="1384455"/>
                </a:lnTo>
                <a:lnTo>
                  <a:pt x="9024169" y="1384440"/>
                </a:lnTo>
                <a:close/>
                <a:moveTo>
                  <a:pt x="608837" y="1379477"/>
                </a:moveTo>
                <a:lnTo>
                  <a:pt x="610902" y="1382293"/>
                </a:lnTo>
                <a:lnTo>
                  <a:pt x="610899" y="1382296"/>
                </a:lnTo>
                <a:close/>
                <a:moveTo>
                  <a:pt x="9029821" y="1376756"/>
                </a:moveTo>
                <a:cubicBezTo>
                  <a:pt x="9036679" y="1381760"/>
                  <a:pt x="9043473" y="1386783"/>
                  <a:pt x="9050268" y="1391812"/>
                </a:cubicBezTo>
                <a:lnTo>
                  <a:pt x="9048396" y="1394343"/>
                </a:lnTo>
                <a:lnTo>
                  <a:pt x="9027980" y="1379315"/>
                </a:lnTo>
                <a:lnTo>
                  <a:pt x="9026066" y="1381890"/>
                </a:lnTo>
                <a:close/>
                <a:moveTo>
                  <a:pt x="605276" y="1374610"/>
                </a:moveTo>
                <a:lnTo>
                  <a:pt x="608837" y="1379477"/>
                </a:lnTo>
                <a:lnTo>
                  <a:pt x="607149" y="1377175"/>
                </a:lnTo>
                <a:cubicBezTo>
                  <a:pt x="600329" y="1382173"/>
                  <a:pt x="593516" y="1387177"/>
                  <a:pt x="586708" y="1392199"/>
                </a:cubicBezTo>
                <a:lnTo>
                  <a:pt x="590480" y="1397311"/>
                </a:lnTo>
                <a:lnTo>
                  <a:pt x="610899" y="1382296"/>
                </a:lnTo>
                <a:lnTo>
                  <a:pt x="612775" y="1384859"/>
                </a:lnTo>
                <a:cubicBezTo>
                  <a:pt x="605962" y="1389850"/>
                  <a:pt x="599161" y="1394847"/>
                  <a:pt x="592360" y="1399864"/>
                </a:cubicBezTo>
                <a:lnTo>
                  <a:pt x="584823" y="1389647"/>
                </a:lnTo>
                <a:cubicBezTo>
                  <a:pt x="591630" y="1384624"/>
                  <a:pt x="598450" y="1379614"/>
                  <a:pt x="605276" y="1374610"/>
                </a:cubicBezTo>
                <a:close/>
                <a:moveTo>
                  <a:pt x="9007446" y="1364325"/>
                </a:moveTo>
                <a:lnTo>
                  <a:pt x="9007469" y="1364342"/>
                </a:lnTo>
                <a:lnTo>
                  <a:pt x="9003722" y="1369473"/>
                </a:lnTo>
                <a:lnTo>
                  <a:pt x="9003701" y="1369458"/>
                </a:lnTo>
                <a:close/>
                <a:moveTo>
                  <a:pt x="627649" y="1362220"/>
                </a:moveTo>
                <a:lnTo>
                  <a:pt x="629514" y="1364787"/>
                </a:lnTo>
                <a:lnTo>
                  <a:pt x="627647" y="1362221"/>
                </a:lnTo>
                <a:close/>
                <a:moveTo>
                  <a:pt x="8983157" y="1354596"/>
                </a:moveTo>
                <a:lnTo>
                  <a:pt x="9003701" y="1369458"/>
                </a:lnTo>
                <a:lnTo>
                  <a:pt x="9001818" y="1372038"/>
                </a:lnTo>
                <a:cubicBezTo>
                  <a:pt x="8995023" y="1367072"/>
                  <a:pt x="8988165" y="1362113"/>
                  <a:pt x="8981306" y="1357160"/>
                </a:cubicBezTo>
                <a:close/>
                <a:moveTo>
                  <a:pt x="651904" y="1352494"/>
                </a:moveTo>
                <a:lnTo>
                  <a:pt x="653758" y="1355065"/>
                </a:lnTo>
                <a:cubicBezTo>
                  <a:pt x="646913" y="1360005"/>
                  <a:pt x="640074" y="1364958"/>
                  <a:pt x="633248" y="1369924"/>
                </a:cubicBezTo>
                <a:lnTo>
                  <a:pt x="629514" y="1364787"/>
                </a:lnTo>
                <a:lnTo>
                  <a:pt x="631381" y="1367352"/>
                </a:lnTo>
                <a:close/>
                <a:moveTo>
                  <a:pt x="8984967" y="1352089"/>
                </a:moveTo>
                <a:lnTo>
                  <a:pt x="8983157" y="1354596"/>
                </a:lnTo>
                <a:lnTo>
                  <a:pt x="8983148" y="1354589"/>
                </a:lnTo>
                <a:close/>
                <a:moveTo>
                  <a:pt x="648189" y="1347343"/>
                </a:moveTo>
                <a:lnTo>
                  <a:pt x="651904" y="1352493"/>
                </a:lnTo>
                <a:lnTo>
                  <a:pt x="651904" y="1352494"/>
                </a:lnTo>
                <a:lnTo>
                  <a:pt x="648189" y="1347344"/>
                </a:lnTo>
                <a:close/>
                <a:moveTo>
                  <a:pt x="8988736" y="1346867"/>
                </a:moveTo>
                <a:cubicBezTo>
                  <a:pt x="8995594" y="1351826"/>
                  <a:pt x="9002452" y="1356792"/>
                  <a:pt x="9009310" y="1361770"/>
                </a:cubicBezTo>
                <a:lnTo>
                  <a:pt x="9007446" y="1364325"/>
                </a:lnTo>
                <a:lnTo>
                  <a:pt x="8986894" y="1349439"/>
                </a:lnTo>
                <a:lnTo>
                  <a:pt x="8984967" y="1352089"/>
                </a:lnTo>
                <a:close/>
                <a:moveTo>
                  <a:pt x="646329" y="1344765"/>
                </a:moveTo>
                <a:lnTo>
                  <a:pt x="648189" y="1347344"/>
                </a:lnTo>
                <a:lnTo>
                  <a:pt x="627649" y="1362220"/>
                </a:lnTo>
                <a:lnTo>
                  <a:pt x="625780" y="1359649"/>
                </a:lnTo>
                <a:cubicBezTo>
                  <a:pt x="632619" y="1354677"/>
                  <a:pt x="639471" y="1349718"/>
                  <a:pt x="646329" y="1344765"/>
                </a:cubicBezTo>
                <a:close/>
                <a:moveTo>
                  <a:pt x="8966308" y="1334609"/>
                </a:moveTo>
                <a:lnTo>
                  <a:pt x="8966321" y="1334618"/>
                </a:lnTo>
                <a:lnTo>
                  <a:pt x="8964103" y="1337674"/>
                </a:lnTo>
                <a:close/>
                <a:moveTo>
                  <a:pt x="668784" y="1332540"/>
                </a:moveTo>
                <a:lnTo>
                  <a:pt x="672480" y="1337703"/>
                </a:lnTo>
                <a:lnTo>
                  <a:pt x="672478" y="1337704"/>
                </a:lnTo>
                <a:lnTo>
                  <a:pt x="668782" y="1332541"/>
                </a:lnTo>
                <a:close/>
                <a:moveTo>
                  <a:pt x="8941938" y="1325036"/>
                </a:moveTo>
                <a:lnTo>
                  <a:pt x="8962574" y="1339780"/>
                </a:lnTo>
                <a:lnTo>
                  <a:pt x="8964103" y="1337674"/>
                </a:lnTo>
                <a:lnTo>
                  <a:pt x="8960732" y="1342358"/>
                </a:lnTo>
                <a:cubicBezTo>
                  <a:pt x="8953875" y="1337437"/>
                  <a:pt x="8947017" y="1332522"/>
                  <a:pt x="8940095" y="1327626"/>
                </a:cubicBezTo>
                <a:close/>
                <a:moveTo>
                  <a:pt x="693106" y="1322987"/>
                </a:moveTo>
                <a:lnTo>
                  <a:pt x="694944" y="1325575"/>
                </a:lnTo>
                <a:cubicBezTo>
                  <a:pt x="688061" y="1330465"/>
                  <a:pt x="681190" y="1335367"/>
                  <a:pt x="674326" y="1340282"/>
                </a:cubicBezTo>
                <a:lnTo>
                  <a:pt x="672480" y="1337703"/>
                </a:lnTo>
                <a:close/>
                <a:moveTo>
                  <a:pt x="8943641" y="1322644"/>
                </a:moveTo>
                <a:lnTo>
                  <a:pt x="8941938" y="1325036"/>
                </a:lnTo>
                <a:lnTo>
                  <a:pt x="8941937" y="1325035"/>
                </a:lnTo>
                <a:close/>
                <a:moveTo>
                  <a:pt x="689886" y="1318455"/>
                </a:moveTo>
                <a:lnTo>
                  <a:pt x="693109" y="1322984"/>
                </a:lnTo>
                <a:lnTo>
                  <a:pt x="693106" y="1322987"/>
                </a:lnTo>
                <a:close/>
                <a:moveTo>
                  <a:pt x="8947461" y="1317276"/>
                </a:moveTo>
                <a:cubicBezTo>
                  <a:pt x="8954382" y="1322184"/>
                  <a:pt x="8961241" y="1327106"/>
                  <a:pt x="8968162" y="1332033"/>
                </a:cubicBezTo>
                <a:lnTo>
                  <a:pt x="8966308" y="1334609"/>
                </a:lnTo>
                <a:lnTo>
                  <a:pt x="8945619" y="1319867"/>
                </a:lnTo>
                <a:lnTo>
                  <a:pt x="8943641" y="1322644"/>
                </a:lnTo>
                <a:close/>
                <a:moveTo>
                  <a:pt x="687591" y="1315225"/>
                </a:moveTo>
                <a:lnTo>
                  <a:pt x="689886" y="1318455"/>
                </a:lnTo>
                <a:lnTo>
                  <a:pt x="689426" y="1317809"/>
                </a:lnTo>
                <a:lnTo>
                  <a:pt x="668784" y="1332540"/>
                </a:lnTo>
                <a:lnTo>
                  <a:pt x="666934" y="1329957"/>
                </a:lnTo>
                <a:cubicBezTo>
                  <a:pt x="673805" y="1325035"/>
                  <a:pt x="680695" y="1320121"/>
                  <a:pt x="687591" y="1315225"/>
                </a:cubicBezTo>
                <a:close/>
                <a:moveTo>
                  <a:pt x="710130" y="1303152"/>
                </a:moveTo>
                <a:lnTo>
                  <a:pt x="713792" y="1308341"/>
                </a:lnTo>
                <a:lnTo>
                  <a:pt x="713791" y="1308341"/>
                </a:lnTo>
                <a:lnTo>
                  <a:pt x="710127" y="1303153"/>
                </a:lnTo>
                <a:close/>
                <a:moveTo>
                  <a:pt x="734529" y="1293769"/>
                </a:moveTo>
                <a:lnTo>
                  <a:pt x="736346" y="1296365"/>
                </a:lnTo>
                <a:cubicBezTo>
                  <a:pt x="729431" y="1301210"/>
                  <a:pt x="722522" y="1306068"/>
                  <a:pt x="715620" y="1310932"/>
                </a:cubicBezTo>
                <a:lnTo>
                  <a:pt x="713792" y="1308341"/>
                </a:lnTo>
                <a:close/>
                <a:moveTo>
                  <a:pt x="8904155" y="1290574"/>
                </a:moveTo>
                <a:lnTo>
                  <a:pt x="8904166" y="1290582"/>
                </a:lnTo>
                <a:lnTo>
                  <a:pt x="8902345" y="1293175"/>
                </a:lnTo>
                <a:close/>
                <a:moveTo>
                  <a:pt x="730885" y="1288561"/>
                </a:moveTo>
                <a:lnTo>
                  <a:pt x="734530" y="1293768"/>
                </a:lnTo>
                <a:lnTo>
                  <a:pt x="734529" y="1293769"/>
                </a:lnTo>
                <a:lnTo>
                  <a:pt x="730883" y="1288563"/>
                </a:lnTo>
                <a:close/>
                <a:moveTo>
                  <a:pt x="8905996" y="1287977"/>
                </a:moveTo>
                <a:cubicBezTo>
                  <a:pt x="8912918" y="1292835"/>
                  <a:pt x="8919839" y="1297705"/>
                  <a:pt x="8926760" y="1302588"/>
                </a:cubicBezTo>
                <a:lnTo>
                  <a:pt x="8919457" y="1312964"/>
                </a:lnTo>
                <a:cubicBezTo>
                  <a:pt x="8912536" y="1308087"/>
                  <a:pt x="8905615" y="1303223"/>
                  <a:pt x="8898694" y="1298372"/>
                </a:cubicBezTo>
                <a:lnTo>
                  <a:pt x="8902345" y="1293175"/>
                </a:lnTo>
                <a:lnTo>
                  <a:pt x="8900535" y="1295775"/>
                </a:lnTo>
                <a:cubicBezTo>
                  <a:pt x="8907457" y="1300626"/>
                  <a:pt x="8914378" y="1305490"/>
                  <a:pt x="8921236" y="1310367"/>
                </a:cubicBezTo>
                <a:lnTo>
                  <a:pt x="8924919" y="1305185"/>
                </a:lnTo>
                <a:lnTo>
                  <a:pt x="8904166" y="1290582"/>
                </a:lnTo>
                <a:close/>
                <a:moveTo>
                  <a:pt x="729063" y="1285964"/>
                </a:moveTo>
                <a:lnTo>
                  <a:pt x="730883" y="1288563"/>
                </a:lnTo>
                <a:lnTo>
                  <a:pt x="710130" y="1303152"/>
                </a:lnTo>
                <a:lnTo>
                  <a:pt x="708298" y="1300556"/>
                </a:lnTo>
                <a:cubicBezTo>
                  <a:pt x="715213" y="1295680"/>
                  <a:pt x="722135" y="1290815"/>
                  <a:pt x="729063" y="1285964"/>
                </a:cubicBezTo>
                <a:close/>
                <a:moveTo>
                  <a:pt x="751697" y="1274049"/>
                </a:moveTo>
                <a:lnTo>
                  <a:pt x="755321" y="1279265"/>
                </a:lnTo>
                <a:lnTo>
                  <a:pt x="755320" y="1279265"/>
                </a:lnTo>
                <a:lnTo>
                  <a:pt x="751694" y="1274051"/>
                </a:lnTo>
                <a:close/>
                <a:moveTo>
                  <a:pt x="776157" y="1264841"/>
                </a:moveTo>
                <a:lnTo>
                  <a:pt x="777958" y="1267454"/>
                </a:lnTo>
                <a:cubicBezTo>
                  <a:pt x="771011" y="1272248"/>
                  <a:pt x="764064" y="1277055"/>
                  <a:pt x="757130" y="1281868"/>
                </a:cubicBezTo>
                <a:lnTo>
                  <a:pt x="755321" y="1279265"/>
                </a:lnTo>
                <a:close/>
                <a:moveTo>
                  <a:pt x="8862498" y="1261574"/>
                </a:moveTo>
                <a:lnTo>
                  <a:pt x="8858879" y="1266800"/>
                </a:lnTo>
                <a:cubicBezTo>
                  <a:pt x="8865800" y="1271607"/>
                  <a:pt x="8872785" y="1276420"/>
                  <a:pt x="8879706" y="1281252"/>
                </a:cubicBezTo>
                <a:lnTo>
                  <a:pt x="8883326" y="1276039"/>
                </a:lnTo>
                <a:cubicBezTo>
                  <a:pt x="8876405" y="1271207"/>
                  <a:pt x="8869419" y="1266387"/>
                  <a:pt x="8862498" y="1261574"/>
                </a:cubicBezTo>
                <a:close/>
                <a:moveTo>
                  <a:pt x="772574" y="1259641"/>
                </a:moveTo>
                <a:lnTo>
                  <a:pt x="776161" y="1264838"/>
                </a:lnTo>
                <a:lnTo>
                  <a:pt x="776157" y="1264841"/>
                </a:lnTo>
                <a:close/>
                <a:moveTo>
                  <a:pt x="8864276" y="1258964"/>
                </a:moveTo>
                <a:cubicBezTo>
                  <a:pt x="8871261" y="1263777"/>
                  <a:pt x="8878182" y="1268597"/>
                  <a:pt x="8885168" y="1273429"/>
                </a:cubicBezTo>
                <a:lnTo>
                  <a:pt x="8877929" y="1283856"/>
                </a:lnTo>
                <a:cubicBezTo>
                  <a:pt x="8870944" y="1279030"/>
                  <a:pt x="8864022" y="1274216"/>
                  <a:pt x="8857037" y="1269416"/>
                </a:cubicBezTo>
                <a:close/>
                <a:moveTo>
                  <a:pt x="770751" y="1256995"/>
                </a:moveTo>
                <a:lnTo>
                  <a:pt x="772574" y="1259641"/>
                </a:lnTo>
                <a:lnTo>
                  <a:pt x="772554" y="1259612"/>
                </a:lnTo>
                <a:lnTo>
                  <a:pt x="751697" y="1274049"/>
                </a:lnTo>
                <a:lnTo>
                  <a:pt x="749885" y="1271441"/>
                </a:lnTo>
                <a:cubicBezTo>
                  <a:pt x="756831" y="1266616"/>
                  <a:pt x="763785" y="1261802"/>
                  <a:pt x="770751" y="1256995"/>
                </a:cubicBezTo>
                <a:close/>
                <a:moveTo>
                  <a:pt x="8839878" y="1249651"/>
                </a:moveTo>
                <a:lnTo>
                  <a:pt x="8837987" y="1252436"/>
                </a:lnTo>
                <a:lnTo>
                  <a:pt x="8837964" y="1252421"/>
                </a:lnTo>
                <a:close/>
                <a:moveTo>
                  <a:pt x="793456" y="1245252"/>
                </a:moveTo>
                <a:lnTo>
                  <a:pt x="797044" y="1250491"/>
                </a:lnTo>
                <a:lnTo>
                  <a:pt x="797040" y="1250493"/>
                </a:lnTo>
                <a:lnTo>
                  <a:pt x="793452" y="1245254"/>
                </a:lnTo>
                <a:close/>
                <a:moveTo>
                  <a:pt x="8817034" y="1238138"/>
                </a:moveTo>
                <a:lnTo>
                  <a:pt x="8837964" y="1252421"/>
                </a:lnTo>
                <a:lnTo>
                  <a:pt x="8836146" y="1255052"/>
                </a:lnTo>
                <a:cubicBezTo>
                  <a:pt x="8829224" y="1250277"/>
                  <a:pt x="8822239" y="1245515"/>
                  <a:pt x="8815255" y="1240765"/>
                </a:cubicBezTo>
                <a:close/>
                <a:moveTo>
                  <a:pt x="8820588" y="1232884"/>
                </a:moveTo>
                <a:lnTo>
                  <a:pt x="8820590" y="1232886"/>
                </a:lnTo>
                <a:lnTo>
                  <a:pt x="8817034" y="1238138"/>
                </a:lnTo>
                <a:lnTo>
                  <a:pt x="8817032" y="1238136"/>
                </a:lnTo>
                <a:close/>
                <a:moveTo>
                  <a:pt x="8822367" y="1230262"/>
                </a:moveTo>
                <a:cubicBezTo>
                  <a:pt x="8829351" y="1235018"/>
                  <a:pt x="8836400" y="1239793"/>
                  <a:pt x="8843385" y="1244575"/>
                </a:cubicBezTo>
                <a:lnTo>
                  <a:pt x="8839878" y="1249651"/>
                </a:lnTo>
                <a:lnTo>
                  <a:pt x="8841544" y="1247197"/>
                </a:lnTo>
                <a:lnTo>
                  <a:pt x="8820590" y="1232886"/>
                </a:lnTo>
                <a:close/>
                <a:moveTo>
                  <a:pt x="812622" y="1228338"/>
                </a:moveTo>
                <a:lnTo>
                  <a:pt x="819760" y="1238841"/>
                </a:lnTo>
                <a:cubicBezTo>
                  <a:pt x="812775" y="1243590"/>
                  <a:pt x="805803" y="1248347"/>
                  <a:pt x="798837" y="1253109"/>
                </a:cubicBezTo>
                <a:lnTo>
                  <a:pt x="797044" y="1250491"/>
                </a:lnTo>
                <a:lnTo>
                  <a:pt x="817976" y="1236218"/>
                </a:lnTo>
                <a:lnTo>
                  <a:pt x="814407" y="1230967"/>
                </a:lnTo>
                <a:lnTo>
                  <a:pt x="793456" y="1245252"/>
                </a:lnTo>
                <a:lnTo>
                  <a:pt x="791661" y="1242632"/>
                </a:lnTo>
                <a:cubicBezTo>
                  <a:pt x="798640" y="1237856"/>
                  <a:pt x="805631" y="1233088"/>
                  <a:pt x="812622" y="1228338"/>
                </a:cubicBezTo>
                <a:close/>
                <a:moveTo>
                  <a:pt x="8799568" y="1218654"/>
                </a:moveTo>
                <a:lnTo>
                  <a:pt x="8799569" y="1218654"/>
                </a:lnTo>
                <a:lnTo>
                  <a:pt x="8796014" y="1223918"/>
                </a:lnTo>
                <a:lnTo>
                  <a:pt x="8796013" y="1223917"/>
                </a:lnTo>
                <a:close/>
                <a:moveTo>
                  <a:pt x="8776437" y="1207587"/>
                </a:moveTo>
                <a:lnTo>
                  <a:pt x="8774995" y="1209764"/>
                </a:lnTo>
                <a:lnTo>
                  <a:pt x="8796013" y="1223917"/>
                </a:lnTo>
                <a:lnTo>
                  <a:pt x="8794236" y="1226547"/>
                </a:lnTo>
                <a:cubicBezTo>
                  <a:pt x="8787251" y="1221823"/>
                  <a:pt x="8780202" y="1217105"/>
                  <a:pt x="8773218" y="1212406"/>
                </a:cubicBezTo>
                <a:close/>
                <a:moveTo>
                  <a:pt x="8778488" y="1204487"/>
                </a:moveTo>
                <a:lnTo>
                  <a:pt x="8778501" y="1204496"/>
                </a:lnTo>
                <a:lnTo>
                  <a:pt x="8776437" y="1207587"/>
                </a:lnTo>
                <a:close/>
                <a:moveTo>
                  <a:pt x="856476" y="1202607"/>
                </a:moveTo>
                <a:lnTo>
                  <a:pt x="860006" y="1207884"/>
                </a:lnTo>
                <a:lnTo>
                  <a:pt x="860005" y="1207885"/>
                </a:lnTo>
                <a:lnTo>
                  <a:pt x="856474" y="1202609"/>
                </a:lnTo>
                <a:close/>
                <a:moveTo>
                  <a:pt x="8780266" y="1201852"/>
                </a:moveTo>
                <a:cubicBezTo>
                  <a:pt x="8787314" y="1206564"/>
                  <a:pt x="8794363" y="1211282"/>
                  <a:pt x="8801348" y="1216019"/>
                </a:cubicBezTo>
                <a:lnTo>
                  <a:pt x="8799568" y="1218654"/>
                </a:lnTo>
                <a:lnTo>
                  <a:pt x="8778501" y="1204496"/>
                </a:lnTo>
                <a:close/>
                <a:moveTo>
                  <a:pt x="854710" y="1199972"/>
                </a:moveTo>
                <a:lnTo>
                  <a:pt x="856474" y="1202609"/>
                </a:lnTo>
                <a:lnTo>
                  <a:pt x="835419" y="1216749"/>
                </a:lnTo>
                <a:lnTo>
                  <a:pt x="838969" y="1222013"/>
                </a:lnTo>
                <a:lnTo>
                  <a:pt x="860005" y="1207885"/>
                </a:lnTo>
                <a:lnTo>
                  <a:pt x="861772" y="1210526"/>
                </a:lnTo>
                <a:cubicBezTo>
                  <a:pt x="854755" y="1215219"/>
                  <a:pt x="847744" y="1219930"/>
                  <a:pt x="840741" y="1224648"/>
                </a:cubicBezTo>
                <a:lnTo>
                  <a:pt x="833641" y="1214120"/>
                </a:lnTo>
                <a:cubicBezTo>
                  <a:pt x="840658" y="1209389"/>
                  <a:pt x="847681" y="1204671"/>
                  <a:pt x="854710" y="1199972"/>
                </a:cubicBezTo>
                <a:close/>
                <a:moveTo>
                  <a:pt x="8757385" y="1190383"/>
                </a:moveTo>
                <a:lnTo>
                  <a:pt x="8757406" y="1190396"/>
                </a:lnTo>
                <a:lnTo>
                  <a:pt x="8755732" y="1192887"/>
                </a:lnTo>
                <a:close/>
                <a:moveTo>
                  <a:pt x="8732726" y="1181698"/>
                </a:moveTo>
                <a:lnTo>
                  <a:pt x="8753850" y="1195686"/>
                </a:lnTo>
                <a:lnTo>
                  <a:pt x="8755732" y="1192887"/>
                </a:lnTo>
                <a:lnTo>
                  <a:pt x="8752135" y="1198334"/>
                </a:lnTo>
                <a:cubicBezTo>
                  <a:pt x="8745087" y="1193654"/>
                  <a:pt x="8738038" y="1188987"/>
                  <a:pt x="8730990" y="1184332"/>
                </a:cubicBezTo>
                <a:close/>
                <a:moveTo>
                  <a:pt x="8736197" y="1176382"/>
                </a:moveTo>
                <a:lnTo>
                  <a:pt x="8736220" y="1176398"/>
                </a:lnTo>
                <a:lnTo>
                  <a:pt x="8732726" y="1181698"/>
                </a:lnTo>
                <a:lnTo>
                  <a:pt x="8732705" y="1181684"/>
                </a:lnTo>
                <a:close/>
                <a:moveTo>
                  <a:pt x="898760" y="1174547"/>
                </a:moveTo>
                <a:cubicBezTo>
                  <a:pt x="891693" y="1179195"/>
                  <a:pt x="884638" y="1183862"/>
                  <a:pt x="877597" y="1188542"/>
                </a:cubicBezTo>
                <a:lnTo>
                  <a:pt x="881107" y="1193832"/>
                </a:lnTo>
                <a:cubicBezTo>
                  <a:pt x="888143" y="1189158"/>
                  <a:pt x="895192" y="1184497"/>
                  <a:pt x="902253" y="1179849"/>
                </a:cubicBezTo>
                <a:close/>
                <a:moveTo>
                  <a:pt x="8737975" y="1173734"/>
                </a:moveTo>
                <a:cubicBezTo>
                  <a:pt x="8745023" y="1178395"/>
                  <a:pt x="8752072" y="1183069"/>
                  <a:pt x="8759120" y="1187755"/>
                </a:cubicBezTo>
                <a:lnTo>
                  <a:pt x="8757385" y="1190383"/>
                </a:lnTo>
                <a:lnTo>
                  <a:pt x="8736220" y="1176398"/>
                </a:lnTo>
                <a:close/>
                <a:moveTo>
                  <a:pt x="897014" y="1171892"/>
                </a:moveTo>
                <a:lnTo>
                  <a:pt x="903999" y="1182497"/>
                </a:lnTo>
                <a:cubicBezTo>
                  <a:pt x="896945" y="1187145"/>
                  <a:pt x="889896" y="1191806"/>
                  <a:pt x="882860" y="1196473"/>
                </a:cubicBezTo>
                <a:lnTo>
                  <a:pt x="875837" y="1185894"/>
                </a:lnTo>
                <a:cubicBezTo>
                  <a:pt x="882885" y="1181214"/>
                  <a:pt x="889946" y="1176547"/>
                  <a:pt x="897014" y="1171892"/>
                </a:cubicBezTo>
                <a:close/>
                <a:moveTo>
                  <a:pt x="8714978" y="1162444"/>
                </a:moveTo>
                <a:lnTo>
                  <a:pt x="8714988" y="1162450"/>
                </a:lnTo>
                <a:lnTo>
                  <a:pt x="8713489" y="1164731"/>
                </a:lnTo>
                <a:close/>
                <a:moveTo>
                  <a:pt x="8690658" y="1153344"/>
                </a:moveTo>
                <a:lnTo>
                  <a:pt x="8690286" y="1153922"/>
                </a:lnTo>
                <a:cubicBezTo>
                  <a:pt x="8697335" y="1158526"/>
                  <a:pt x="8704447" y="1163136"/>
                  <a:pt x="8711495" y="1167765"/>
                </a:cubicBezTo>
                <a:lnTo>
                  <a:pt x="8713489" y="1164731"/>
                </a:lnTo>
                <a:lnTo>
                  <a:pt x="8709781" y="1170426"/>
                </a:lnTo>
                <a:cubicBezTo>
                  <a:pt x="8702732" y="1165797"/>
                  <a:pt x="8695620" y="1161187"/>
                  <a:pt x="8688572" y="1156583"/>
                </a:cubicBezTo>
                <a:close/>
                <a:moveTo>
                  <a:pt x="8693715" y="1148594"/>
                </a:moveTo>
                <a:lnTo>
                  <a:pt x="8693716" y="1148595"/>
                </a:lnTo>
                <a:lnTo>
                  <a:pt x="8690658" y="1153344"/>
                </a:lnTo>
                <a:close/>
                <a:moveTo>
                  <a:pt x="941210" y="1146797"/>
                </a:moveTo>
                <a:lnTo>
                  <a:pt x="944671" y="1152125"/>
                </a:lnTo>
                <a:lnTo>
                  <a:pt x="944669" y="1152127"/>
                </a:lnTo>
                <a:lnTo>
                  <a:pt x="941210" y="1146798"/>
                </a:lnTo>
                <a:close/>
                <a:moveTo>
                  <a:pt x="8695430" y="1145934"/>
                </a:moveTo>
                <a:cubicBezTo>
                  <a:pt x="8702542" y="1150538"/>
                  <a:pt x="8709654" y="1155160"/>
                  <a:pt x="8716702" y="1159796"/>
                </a:cubicBezTo>
                <a:lnTo>
                  <a:pt x="8714978" y="1162444"/>
                </a:lnTo>
                <a:lnTo>
                  <a:pt x="8693716" y="1148595"/>
                </a:lnTo>
                <a:close/>
                <a:moveTo>
                  <a:pt x="939483" y="1144137"/>
                </a:moveTo>
                <a:lnTo>
                  <a:pt x="941210" y="1146798"/>
                </a:lnTo>
                <a:lnTo>
                  <a:pt x="919964" y="1160634"/>
                </a:lnTo>
                <a:lnTo>
                  <a:pt x="923436" y="1165949"/>
                </a:lnTo>
                <a:lnTo>
                  <a:pt x="944669" y="1152127"/>
                </a:lnTo>
                <a:lnTo>
                  <a:pt x="946398" y="1154792"/>
                </a:lnTo>
                <a:cubicBezTo>
                  <a:pt x="939312" y="1159383"/>
                  <a:pt x="932237" y="1163993"/>
                  <a:pt x="925171" y="1168610"/>
                </a:cubicBezTo>
                <a:lnTo>
                  <a:pt x="918223" y="1157980"/>
                </a:lnTo>
                <a:cubicBezTo>
                  <a:pt x="925303" y="1153351"/>
                  <a:pt x="932390" y="1148740"/>
                  <a:pt x="939483" y="1144137"/>
                </a:cubicBezTo>
                <a:close/>
                <a:moveTo>
                  <a:pt x="8672432" y="1134802"/>
                </a:moveTo>
                <a:lnTo>
                  <a:pt x="8672443" y="1134809"/>
                </a:lnTo>
                <a:lnTo>
                  <a:pt x="8670697" y="1137479"/>
                </a:lnTo>
                <a:close/>
                <a:moveTo>
                  <a:pt x="983876" y="1119346"/>
                </a:moveTo>
                <a:lnTo>
                  <a:pt x="987292" y="1124699"/>
                </a:lnTo>
                <a:lnTo>
                  <a:pt x="987291" y="1124701"/>
                </a:lnTo>
                <a:lnTo>
                  <a:pt x="983874" y="1119348"/>
                </a:lnTo>
                <a:close/>
                <a:moveTo>
                  <a:pt x="8652757" y="1118426"/>
                </a:moveTo>
                <a:cubicBezTo>
                  <a:pt x="8659869" y="1122985"/>
                  <a:pt x="8667045" y="1127557"/>
                  <a:pt x="8674157" y="1132142"/>
                </a:cubicBezTo>
                <a:lnTo>
                  <a:pt x="8672432" y="1134802"/>
                </a:lnTo>
                <a:lnTo>
                  <a:pt x="8651044" y="1121099"/>
                </a:lnTo>
                <a:lnTo>
                  <a:pt x="8647614" y="1126452"/>
                </a:lnTo>
                <a:cubicBezTo>
                  <a:pt x="8654726" y="1131005"/>
                  <a:pt x="8661838" y="1135570"/>
                  <a:pt x="8668950" y="1140149"/>
                </a:cubicBezTo>
                <a:lnTo>
                  <a:pt x="8670697" y="1137479"/>
                </a:lnTo>
                <a:lnTo>
                  <a:pt x="8667236" y="1142816"/>
                </a:lnTo>
                <a:cubicBezTo>
                  <a:pt x="8660124" y="1138244"/>
                  <a:pt x="8653012" y="1133678"/>
                  <a:pt x="8645900" y="1129125"/>
                </a:cubicBezTo>
                <a:close/>
                <a:moveTo>
                  <a:pt x="982167" y="1116673"/>
                </a:moveTo>
                <a:lnTo>
                  <a:pt x="983874" y="1119348"/>
                </a:lnTo>
                <a:lnTo>
                  <a:pt x="962521" y="1133037"/>
                </a:lnTo>
                <a:lnTo>
                  <a:pt x="965957" y="1138377"/>
                </a:lnTo>
                <a:lnTo>
                  <a:pt x="987291" y="1124701"/>
                </a:lnTo>
                <a:lnTo>
                  <a:pt x="989000" y="1127379"/>
                </a:lnTo>
                <a:cubicBezTo>
                  <a:pt x="981882" y="1131919"/>
                  <a:pt x="974770" y="1136479"/>
                  <a:pt x="967671" y="1141044"/>
                </a:cubicBezTo>
                <a:lnTo>
                  <a:pt x="960801" y="1130370"/>
                </a:lnTo>
                <a:cubicBezTo>
                  <a:pt x="967912" y="1125792"/>
                  <a:pt x="975036" y="1121226"/>
                  <a:pt x="982167" y="1116673"/>
                </a:cubicBezTo>
                <a:close/>
                <a:moveTo>
                  <a:pt x="8629610" y="1107444"/>
                </a:moveTo>
                <a:lnTo>
                  <a:pt x="8629644" y="1107465"/>
                </a:lnTo>
                <a:lnTo>
                  <a:pt x="8626215" y="1112831"/>
                </a:lnTo>
                <a:lnTo>
                  <a:pt x="8626203" y="1112823"/>
                </a:lnTo>
                <a:close/>
                <a:moveTo>
                  <a:pt x="1005283" y="1105731"/>
                </a:moveTo>
                <a:lnTo>
                  <a:pt x="1008682" y="1111097"/>
                </a:lnTo>
                <a:lnTo>
                  <a:pt x="1008679" y="1111098"/>
                </a:lnTo>
                <a:lnTo>
                  <a:pt x="1005281" y="1105732"/>
                </a:lnTo>
                <a:close/>
                <a:moveTo>
                  <a:pt x="8604774" y="1099294"/>
                </a:moveTo>
                <a:lnTo>
                  <a:pt x="8626203" y="1112823"/>
                </a:lnTo>
                <a:lnTo>
                  <a:pt x="8624500" y="1115511"/>
                </a:lnTo>
                <a:cubicBezTo>
                  <a:pt x="8617388" y="1110983"/>
                  <a:pt x="8610213" y="1106469"/>
                  <a:pt x="8603101" y="1101966"/>
                </a:cubicBezTo>
                <a:close/>
                <a:moveTo>
                  <a:pt x="1030122" y="1097567"/>
                </a:moveTo>
                <a:lnTo>
                  <a:pt x="1031812" y="1100258"/>
                </a:lnTo>
                <a:cubicBezTo>
                  <a:pt x="1024663" y="1104754"/>
                  <a:pt x="1017518" y="1109263"/>
                  <a:pt x="1010380" y="1113777"/>
                </a:cubicBezTo>
                <a:lnTo>
                  <a:pt x="1008682" y="1111097"/>
                </a:lnTo>
                <a:close/>
                <a:moveTo>
                  <a:pt x="8606435" y="1096641"/>
                </a:moveTo>
                <a:lnTo>
                  <a:pt x="8604774" y="1099294"/>
                </a:lnTo>
                <a:lnTo>
                  <a:pt x="8604752" y="1099280"/>
                </a:lnTo>
                <a:close/>
                <a:moveTo>
                  <a:pt x="1028652" y="1095227"/>
                </a:moveTo>
                <a:lnTo>
                  <a:pt x="1030123" y="1097566"/>
                </a:lnTo>
                <a:lnTo>
                  <a:pt x="1030122" y="1097567"/>
                </a:lnTo>
                <a:close/>
                <a:moveTo>
                  <a:pt x="8609831" y="1091216"/>
                </a:moveTo>
                <a:cubicBezTo>
                  <a:pt x="8617007" y="1095724"/>
                  <a:pt x="8624182" y="1100252"/>
                  <a:pt x="8631294" y="1104786"/>
                </a:cubicBezTo>
                <a:lnTo>
                  <a:pt x="8629610" y="1107444"/>
                </a:lnTo>
                <a:lnTo>
                  <a:pt x="8608181" y="1093902"/>
                </a:lnTo>
                <a:lnTo>
                  <a:pt x="8606435" y="1096641"/>
                </a:lnTo>
                <a:close/>
                <a:moveTo>
                  <a:pt x="1025055" y="1089501"/>
                </a:moveTo>
                <a:lnTo>
                  <a:pt x="1028652" y="1095227"/>
                </a:lnTo>
                <a:lnTo>
                  <a:pt x="1026745" y="1092194"/>
                </a:lnTo>
                <a:lnTo>
                  <a:pt x="1005283" y="1105731"/>
                </a:lnTo>
                <a:lnTo>
                  <a:pt x="1003586" y="1103052"/>
                </a:lnTo>
                <a:cubicBezTo>
                  <a:pt x="1010730" y="1098525"/>
                  <a:pt x="1017886" y="1094010"/>
                  <a:pt x="1025055" y="1089501"/>
                </a:cubicBezTo>
                <a:close/>
                <a:moveTo>
                  <a:pt x="8586632" y="1080413"/>
                </a:moveTo>
                <a:lnTo>
                  <a:pt x="8586655" y="1080427"/>
                </a:lnTo>
                <a:lnTo>
                  <a:pt x="8583289" y="1085812"/>
                </a:lnTo>
                <a:lnTo>
                  <a:pt x="8583266" y="1085798"/>
                </a:lnTo>
                <a:close/>
                <a:moveTo>
                  <a:pt x="1048242" y="1078731"/>
                </a:moveTo>
                <a:lnTo>
                  <a:pt x="1051602" y="1084121"/>
                </a:lnTo>
                <a:lnTo>
                  <a:pt x="1051598" y="1084123"/>
                </a:lnTo>
                <a:lnTo>
                  <a:pt x="1048240" y="1078732"/>
                </a:lnTo>
                <a:close/>
                <a:moveTo>
                  <a:pt x="8563391" y="1069764"/>
                </a:moveTo>
                <a:lnTo>
                  <a:pt x="8561762" y="1072426"/>
                </a:lnTo>
                <a:lnTo>
                  <a:pt x="8583266" y="1085798"/>
                </a:lnTo>
                <a:lnTo>
                  <a:pt x="8581574" y="1088504"/>
                </a:lnTo>
                <a:cubicBezTo>
                  <a:pt x="8574462" y="1084034"/>
                  <a:pt x="8567287" y="1079576"/>
                  <a:pt x="8560048" y="1075125"/>
                </a:cubicBezTo>
                <a:close/>
                <a:moveTo>
                  <a:pt x="8565064" y="1067029"/>
                </a:moveTo>
                <a:lnTo>
                  <a:pt x="8565087" y="1067044"/>
                </a:lnTo>
                <a:lnTo>
                  <a:pt x="8563391" y="1069764"/>
                </a:lnTo>
                <a:close/>
                <a:moveTo>
                  <a:pt x="8566779" y="1064330"/>
                </a:moveTo>
                <a:cubicBezTo>
                  <a:pt x="8573955" y="1068781"/>
                  <a:pt x="8581130" y="1073252"/>
                  <a:pt x="8588306" y="1077735"/>
                </a:cubicBezTo>
                <a:lnTo>
                  <a:pt x="8586632" y="1080413"/>
                </a:lnTo>
                <a:lnTo>
                  <a:pt x="8565087" y="1067044"/>
                </a:lnTo>
                <a:close/>
                <a:moveTo>
                  <a:pt x="1068115" y="1062653"/>
                </a:moveTo>
                <a:lnTo>
                  <a:pt x="1074795" y="1073455"/>
                </a:lnTo>
                <a:cubicBezTo>
                  <a:pt x="1067613" y="1077900"/>
                  <a:pt x="1060444" y="1082351"/>
                  <a:pt x="1053281" y="1086815"/>
                </a:cubicBezTo>
                <a:lnTo>
                  <a:pt x="1051602" y="1084121"/>
                </a:lnTo>
                <a:lnTo>
                  <a:pt x="1073125" y="1070756"/>
                </a:lnTo>
                <a:lnTo>
                  <a:pt x="1069785" y="1065359"/>
                </a:lnTo>
                <a:lnTo>
                  <a:pt x="1048242" y="1078731"/>
                </a:lnTo>
                <a:lnTo>
                  <a:pt x="1046564" y="1076039"/>
                </a:lnTo>
                <a:cubicBezTo>
                  <a:pt x="1053739" y="1071569"/>
                  <a:pt x="1060920" y="1067105"/>
                  <a:pt x="1068115" y="1062653"/>
                </a:cubicBezTo>
                <a:close/>
                <a:moveTo>
                  <a:pt x="8543472" y="1053705"/>
                </a:moveTo>
                <a:lnTo>
                  <a:pt x="8543474" y="1053706"/>
                </a:lnTo>
                <a:lnTo>
                  <a:pt x="8540172" y="1059117"/>
                </a:lnTo>
                <a:lnTo>
                  <a:pt x="8540171" y="1059117"/>
                </a:lnTo>
                <a:close/>
                <a:moveTo>
                  <a:pt x="1091376" y="1052055"/>
                </a:moveTo>
                <a:lnTo>
                  <a:pt x="1094699" y="1057465"/>
                </a:lnTo>
                <a:lnTo>
                  <a:pt x="1094696" y="1057466"/>
                </a:lnTo>
                <a:lnTo>
                  <a:pt x="1091376" y="1052055"/>
                </a:lnTo>
                <a:close/>
                <a:moveTo>
                  <a:pt x="1116318" y="1044245"/>
                </a:moveTo>
                <a:lnTo>
                  <a:pt x="1117968" y="1046956"/>
                </a:lnTo>
                <a:cubicBezTo>
                  <a:pt x="1110755" y="1051350"/>
                  <a:pt x="1103555" y="1055751"/>
                  <a:pt x="1096360" y="1060171"/>
                </a:cubicBezTo>
                <a:lnTo>
                  <a:pt x="1094699" y="1057465"/>
                </a:lnTo>
                <a:close/>
                <a:moveTo>
                  <a:pt x="8520170" y="1043166"/>
                </a:moveTo>
                <a:lnTo>
                  <a:pt x="8518519" y="1045877"/>
                </a:lnTo>
                <a:lnTo>
                  <a:pt x="8540171" y="1059117"/>
                </a:lnTo>
                <a:lnTo>
                  <a:pt x="8538521" y="1061822"/>
                </a:lnTo>
                <a:cubicBezTo>
                  <a:pt x="8531282" y="1057396"/>
                  <a:pt x="8524106" y="1052982"/>
                  <a:pt x="8516868" y="1048588"/>
                </a:cubicBezTo>
                <a:close/>
                <a:moveTo>
                  <a:pt x="8521821" y="1040454"/>
                </a:moveTo>
                <a:lnTo>
                  <a:pt x="8521821" y="1040454"/>
                </a:lnTo>
                <a:lnTo>
                  <a:pt x="8520170" y="1043166"/>
                </a:lnTo>
                <a:close/>
                <a:moveTo>
                  <a:pt x="1113017" y="1038822"/>
                </a:moveTo>
                <a:lnTo>
                  <a:pt x="1116318" y="1044245"/>
                </a:lnTo>
                <a:lnTo>
                  <a:pt x="1116318" y="1044245"/>
                </a:lnTo>
                <a:lnTo>
                  <a:pt x="1113016" y="1038822"/>
                </a:lnTo>
                <a:close/>
                <a:moveTo>
                  <a:pt x="8523472" y="1037743"/>
                </a:moveTo>
                <a:cubicBezTo>
                  <a:pt x="8530711" y="1042149"/>
                  <a:pt x="8537950" y="1046569"/>
                  <a:pt x="8545125" y="1050995"/>
                </a:cubicBezTo>
                <a:lnTo>
                  <a:pt x="8543472" y="1053705"/>
                </a:lnTo>
                <a:lnTo>
                  <a:pt x="8521821" y="1040454"/>
                </a:lnTo>
                <a:close/>
                <a:moveTo>
                  <a:pt x="1111365" y="1036110"/>
                </a:moveTo>
                <a:lnTo>
                  <a:pt x="1113016" y="1038822"/>
                </a:lnTo>
                <a:lnTo>
                  <a:pt x="1091376" y="1052055"/>
                </a:lnTo>
                <a:lnTo>
                  <a:pt x="1089712" y="1049344"/>
                </a:lnTo>
                <a:cubicBezTo>
                  <a:pt x="1096926" y="1044924"/>
                  <a:pt x="1104138" y="1040511"/>
                  <a:pt x="1111365" y="1036110"/>
                </a:cubicBezTo>
                <a:close/>
                <a:moveTo>
                  <a:pt x="8498485" y="1029996"/>
                </a:moveTo>
                <a:lnTo>
                  <a:pt x="8496865" y="1032713"/>
                </a:lnTo>
                <a:lnTo>
                  <a:pt x="8496854" y="1032706"/>
                </a:lnTo>
                <a:close/>
                <a:moveTo>
                  <a:pt x="8475120" y="1019647"/>
                </a:moveTo>
                <a:lnTo>
                  <a:pt x="8496854" y="1032706"/>
                </a:lnTo>
                <a:lnTo>
                  <a:pt x="8495214" y="1035431"/>
                </a:lnTo>
                <a:cubicBezTo>
                  <a:pt x="8487975" y="1031056"/>
                  <a:pt x="8480736" y="1026693"/>
                  <a:pt x="8473497" y="1022350"/>
                </a:cubicBezTo>
                <a:close/>
                <a:moveTo>
                  <a:pt x="8478387" y="1014178"/>
                </a:moveTo>
                <a:lnTo>
                  <a:pt x="8478398" y="1014185"/>
                </a:lnTo>
                <a:lnTo>
                  <a:pt x="8475120" y="1019647"/>
                </a:lnTo>
                <a:lnTo>
                  <a:pt x="8475085" y="1019626"/>
                </a:lnTo>
                <a:close/>
                <a:moveTo>
                  <a:pt x="1156456" y="1012590"/>
                </a:moveTo>
                <a:lnTo>
                  <a:pt x="1159720" y="1018038"/>
                </a:lnTo>
                <a:lnTo>
                  <a:pt x="1159720" y="1018038"/>
                </a:lnTo>
                <a:lnTo>
                  <a:pt x="1156456" y="1012590"/>
                </a:lnTo>
                <a:close/>
                <a:moveTo>
                  <a:pt x="8480038" y="1011453"/>
                </a:moveTo>
                <a:cubicBezTo>
                  <a:pt x="8487277" y="1015810"/>
                  <a:pt x="8494516" y="1020178"/>
                  <a:pt x="8501755" y="1024560"/>
                </a:cubicBezTo>
                <a:lnTo>
                  <a:pt x="8498485" y="1029996"/>
                </a:lnTo>
                <a:lnTo>
                  <a:pt x="8500104" y="1027278"/>
                </a:lnTo>
                <a:lnTo>
                  <a:pt x="8478398" y="1014185"/>
                </a:lnTo>
                <a:close/>
                <a:moveTo>
                  <a:pt x="1154824" y="1009866"/>
                </a:moveTo>
                <a:lnTo>
                  <a:pt x="1156456" y="1012590"/>
                </a:lnTo>
                <a:lnTo>
                  <a:pt x="1134715" y="1025671"/>
                </a:lnTo>
                <a:lnTo>
                  <a:pt x="1137997" y="1031107"/>
                </a:lnTo>
                <a:lnTo>
                  <a:pt x="1159720" y="1018038"/>
                </a:lnTo>
                <a:lnTo>
                  <a:pt x="1161352" y="1020763"/>
                </a:lnTo>
                <a:cubicBezTo>
                  <a:pt x="1154100" y="1025100"/>
                  <a:pt x="1146868" y="1029456"/>
                  <a:pt x="1139636" y="1033825"/>
                </a:cubicBezTo>
                <a:lnTo>
                  <a:pt x="1133069" y="1022953"/>
                </a:lnTo>
                <a:cubicBezTo>
                  <a:pt x="1140314" y="1018578"/>
                  <a:pt x="1147566" y="1014216"/>
                  <a:pt x="1154824" y="1009866"/>
                </a:cubicBezTo>
                <a:close/>
                <a:moveTo>
                  <a:pt x="8456583" y="1001146"/>
                </a:moveTo>
                <a:lnTo>
                  <a:pt x="8456607" y="1001160"/>
                </a:lnTo>
                <a:lnTo>
                  <a:pt x="8454927" y="1003936"/>
                </a:lnTo>
                <a:close/>
                <a:moveTo>
                  <a:pt x="1201674" y="989410"/>
                </a:moveTo>
                <a:lnTo>
                  <a:pt x="1203287" y="992143"/>
                </a:lnTo>
                <a:lnTo>
                  <a:pt x="1203287" y="992144"/>
                </a:lnTo>
                <a:close/>
                <a:moveTo>
                  <a:pt x="8436350" y="985488"/>
                </a:moveTo>
                <a:cubicBezTo>
                  <a:pt x="8443652" y="989793"/>
                  <a:pt x="8450955" y="994105"/>
                  <a:pt x="8458194" y="998430"/>
                </a:cubicBezTo>
                <a:lnTo>
                  <a:pt x="8456583" y="1001146"/>
                </a:lnTo>
                <a:lnTo>
                  <a:pt x="8434762" y="988225"/>
                </a:lnTo>
                <a:lnTo>
                  <a:pt x="8431524" y="993692"/>
                </a:lnTo>
                <a:cubicBezTo>
                  <a:pt x="8438826" y="997991"/>
                  <a:pt x="8446065" y="1002297"/>
                  <a:pt x="8453305" y="1006615"/>
                </a:cubicBezTo>
                <a:lnTo>
                  <a:pt x="8454927" y="1003936"/>
                </a:lnTo>
                <a:lnTo>
                  <a:pt x="8451717" y="1009345"/>
                </a:lnTo>
                <a:cubicBezTo>
                  <a:pt x="8444478" y="1005027"/>
                  <a:pt x="8437175" y="1000722"/>
                  <a:pt x="8429873" y="996429"/>
                </a:cubicBezTo>
                <a:close/>
                <a:moveTo>
                  <a:pt x="1198448" y="983939"/>
                </a:moveTo>
                <a:lnTo>
                  <a:pt x="1201674" y="989410"/>
                </a:lnTo>
                <a:lnTo>
                  <a:pt x="1200061" y="986676"/>
                </a:lnTo>
                <a:cubicBezTo>
                  <a:pt x="1192778" y="990968"/>
                  <a:pt x="1185507" y="995274"/>
                  <a:pt x="1178243" y="999585"/>
                </a:cubicBezTo>
                <a:lnTo>
                  <a:pt x="1181488" y="1005046"/>
                </a:lnTo>
                <a:lnTo>
                  <a:pt x="1203287" y="992144"/>
                </a:lnTo>
                <a:lnTo>
                  <a:pt x="1204900" y="994880"/>
                </a:lnTo>
                <a:cubicBezTo>
                  <a:pt x="1197629" y="999166"/>
                  <a:pt x="1190365" y="1003465"/>
                  <a:pt x="1183107" y="1007777"/>
                </a:cubicBezTo>
                <a:lnTo>
                  <a:pt x="1176617" y="996861"/>
                </a:lnTo>
                <a:cubicBezTo>
                  <a:pt x="1183888" y="992537"/>
                  <a:pt x="1191165" y="988232"/>
                  <a:pt x="1198448" y="983939"/>
                </a:cubicBezTo>
                <a:close/>
                <a:moveTo>
                  <a:pt x="8412843" y="975359"/>
                </a:moveTo>
                <a:lnTo>
                  <a:pt x="8412855" y="975366"/>
                </a:lnTo>
                <a:lnTo>
                  <a:pt x="8409680" y="980846"/>
                </a:lnTo>
                <a:lnTo>
                  <a:pt x="8409646" y="980826"/>
                </a:lnTo>
                <a:close/>
                <a:moveTo>
                  <a:pt x="1221933" y="973835"/>
                </a:moveTo>
                <a:lnTo>
                  <a:pt x="1223496" y="976509"/>
                </a:lnTo>
                <a:lnTo>
                  <a:pt x="1221931" y="973836"/>
                </a:lnTo>
                <a:close/>
                <a:moveTo>
                  <a:pt x="8392535" y="959834"/>
                </a:moveTo>
                <a:cubicBezTo>
                  <a:pt x="8399837" y="964089"/>
                  <a:pt x="8407140" y="968350"/>
                  <a:pt x="8414443" y="972623"/>
                </a:cubicBezTo>
                <a:lnTo>
                  <a:pt x="8412843" y="975359"/>
                </a:lnTo>
                <a:lnTo>
                  <a:pt x="8390947" y="962584"/>
                </a:lnTo>
                <a:lnTo>
                  <a:pt x="8387772" y="968077"/>
                </a:lnTo>
                <a:lnTo>
                  <a:pt x="8409646" y="980826"/>
                </a:lnTo>
                <a:lnTo>
                  <a:pt x="8408029" y="983590"/>
                </a:lnTo>
                <a:cubicBezTo>
                  <a:pt x="8400790" y="979316"/>
                  <a:pt x="8393487" y="975062"/>
                  <a:pt x="8386121" y="970820"/>
                </a:cubicBezTo>
                <a:close/>
                <a:moveTo>
                  <a:pt x="1242257" y="958323"/>
                </a:moveTo>
                <a:lnTo>
                  <a:pt x="1248626" y="969309"/>
                </a:lnTo>
                <a:cubicBezTo>
                  <a:pt x="1241324" y="973550"/>
                  <a:pt x="1234027" y="977798"/>
                  <a:pt x="1226738" y="982059"/>
                </a:cubicBezTo>
                <a:lnTo>
                  <a:pt x="1223496" y="976509"/>
                </a:lnTo>
                <a:lnTo>
                  <a:pt x="1225139" y="979316"/>
                </a:lnTo>
                <a:cubicBezTo>
                  <a:pt x="1232427" y="975055"/>
                  <a:pt x="1239730" y="970801"/>
                  <a:pt x="1247032" y="966565"/>
                </a:cubicBezTo>
                <a:lnTo>
                  <a:pt x="1243852" y="961073"/>
                </a:lnTo>
                <a:lnTo>
                  <a:pt x="1221933" y="973835"/>
                </a:lnTo>
                <a:lnTo>
                  <a:pt x="1220332" y="971093"/>
                </a:lnTo>
                <a:cubicBezTo>
                  <a:pt x="1227627" y="966826"/>
                  <a:pt x="1234936" y="962571"/>
                  <a:pt x="1242257" y="958323"/>
                </a:cubicBezTo>
                <a:close/>
                <a:moveTo>
                  <a:pt x="8368975" y="949878"/>
                </a:moveTo>
                <a:lnTo>
                  <a:pt x="8368976" y="949878"/>
                </a:lnTo>
                <a:lnTo>
                  <a:pt x="8367540" y="952365"/>
                </a:lnTo>
                <a:close/>
                <a:moveTo>
                  <a:pt x="1265819" y="948384"/>
                </a:moveTo>
                <a:lnTo>
                  <a:pt x="1268985" y="953891"/>
                </a:lnTo>
                <a:lnTo>
                  <a:pt x="1268984" y="953891"/>
                </a:lnTo>
                <a:lnTo>
                  <a:pt x="1265816" y="948385"/>
                </a:lnTo>
                <a:close/>
                <a:moveTo>
                  <a:pt x="8348466" y="934485"/>
                </a:moveTo>
                <a:cubicBezTo>
                  <a:pt x="8355831" y="938689"/>
                  <a:pt x="8363198" y="942899"/>
                  <a:pt x="8370564" y="947122"/>
                </a:cubicBezTo>
                <a:lnTo>
                  <a:pt x="8368975" y="949878"/>
                </a:lnTo>
                <a:lnTo>
                  <a:pt x="8346942" y="937247"/>
                </a:lnTo>
                <a:lnTo>
                  <a:pt x="8343767" y="942759"/>
                </a:lnTo>
                <a:cubicBezTo>
                  <a:pt x="8351132" y="946950"/>
                  <a:pt x="8358435" y="951160"/>
                  <a:pt x="8365801" y="955377"/>
                </a:cubicBezTo>
                <a:lnTo>
                  <a:pt x="8367540" y="952365"/>
                </a:lnTo>
                <a:lnTo>
                  <a:pt x="8364214" y="958132"/>
                </a:lnTo>
                <a:cubicBezTo>
                  <a:pt x="8356848" y="953916"/>
                  <a:pt x="8349545" y="949706"/>
                  <a:pt x="8342180" y="945515"/>
                </a:cubicBezTo>
                <a:close/>
                <a:moveTo>
                  <a:pt x="1286263" y="933012"/>
                </a:moveTo>
                <a:lnTo>
                  <a:pt x="1292556" y="944048"/>
                </a:lnTo>
                <a:cubicBezTo>
                  <a:pt x="1285215" y="948233"/>
                  <a:pt x="1277887" y="952430"/>
                  <a:pt x="1270566" y="956640"/>
                </a:cubicBezTo>
                <a:lnTo>
                  <a:pt x="1268985" y="953891"/>
                </a:lnTo>
                <a:lnTo>
                  <a:pt x="1290981" y="941286"/>
                </a:lnTo>
                <a:lnTo>
                  <a:pt x="1287837" y="935774"/>
                </a:lnTo>
                <a:lnTo>
                  <a:pt x="1265819" y="948384"/>
                </a:lnTo>
                <a:lnTo>
                  <a:pt x="1264235" y="945629"/>
                </a:lnTo>
                <a:cubicBezTo>
                  <a:pt x="1271569" y="941413"/>
                  <a:pt x="1278910" y="937209"/>
                  <a:pt x="1286263" y="933012"/>
                </a:cubicBezTo>
                <a:close/>
                <a:moveTo>
                  <a:pt x="8323282" y="927463"/>
                </a:moveTo>
                <a:lnTo>
                  <a:pt x="8321732" y="930218"/>
                </a:lnTo>
                <a:lnTo>
                  <a:pt x="8321719" y="930211"/>
                </a:lnTo>
                <a:close/>
                <a:moveTo>
                  <a:pt x="1333634" y="913720"/>
                </a:moveTo>
                <a:lnTo>
                  <a:pt x="1335100" y="916330"/>
                </a:lnTo>
                <a:lnTo>
                  <a:pt x="1335098" y="916331"/>
                </a:lnTo>
                <a:close/>
                <a:moveTo>
                  <a:pt x="8304269" y="909460"/>
                </a:moveTo>
                <a:cubicBezTo>
                  <a:pt x="8311699" y="913600"/>
                  <a:pt x="8319065" y="917759"/>
                  <a:pt x="8326432" y="921925"/>
                </a:cubicBezTo>
                <a:lnTo>
                  <a:pt x="8323282" y="927463"/>
                </a:lnTo>
                <a:lnTo>
                  <a:pt x="8324844" y="924687"/>
                </a:lnTo>
                <a:cubicBezTo>
                  <a:pt x="8317478" y="920521"/>
                  <a:pt x="8310112" y="916369"/>
                  <a:pt x="8302746" y="912228"/>
                </a:cubicBezTo>
                <a:lnTo>
                  <a:pt x="8299634" y="917759"/>
                </a:lnTo>
                <a:lnTo>
                  <a:pt x="8321719" y="930211"/>
                </a:lnTo>
                <a:lnTo>
                  <a:pt x="8320144" y="932980"/>
                </a:lnTo>
                <a:cubicBezTo>
                  <a:pt x="8312779" y="928814"/>
                  <a:pt x="8305413" y="924668"/>
                  <a:pt x="8298047" y="920528"/>
                </a:cubicBezTo>
                <a:close/>
                <a:moveTo>
                  <a:pt x="1330440" y="908025"/>
                </a:moveTo>
                <a:lnTo>
                  <a:pt x="1333634" y="913720"/>
                </a:lnTo>
                <a:lnTo>
                  <a:pt x="1331989" y="910793"/>
                </a:lnTo>
                <a:cubicBezTo>
                  <a:pt x="1324623" y="914927"/>
                  <a:pt x="1317257" y="919074"/>
                  <a:pt x="1309904" y="923239"/>
                </a:cubicBezTo>
                <a:lnTo>
                  <a:pt x="1313028" y="928764"/>
                </a:lnTo>
                <a:lnTo>
                  <a:pt x="1335098" y="916331"/>
                </a:lnTo>
                <a:lnTo>
                  <a:pt x="1336650" y="919099"/>
                </a:lnTo>
                <a:cubicBezTo>
                  <a:pt x="1329290" y="923227"/>
                  <a:pt x="1321937" y="927373"/>
                  <a:pt x="1314591" y="931526"/>
                </a:cubicBezTo>
                <a:lnTo>
                  <a:pt x="1308335" y="920471"/>
                </a:lnTo>
                <a:cubicBezTo>
                  <a:pt x="1315695" y="916311"/>
                  <a:pt x="1323061" y="912159"/>
                  <a:pt x="1330440" y="908025"/>
                </a:cubicBezTo>
                <a:close/>
                <a:moveTo>
                  <a:pt x="8280571" y="899832"/>
                </a:moveTo>
                <a:lnTo>
                  <a:pt x="8280584" y="899839"/>
                </a:lnTo>
                <a:lnTo>
                  <a:pt x="8278836" y="902958"/>
                </a:lnTo>
                <a:close/>
                <a:moveTo>
                  <a:pt x="8255321" y="893096"/>
                </a:moveTo>
                <a:lnTo>
                  <a:pt x="8277473" y="905389"/>
                </a:lnTo>
                <a:lnTo>
                  <a:pt x="8278836" y="902958"/>
                </a:lnTo>
                <a:lnTo>
                  <a:pt x="8275949" y="908158"/>
                </a:lnTo>
                <a:cubicBezTo>
                  <a:pt x="8268582" y="904050"/>
                  <a:pt x="8261153" y="899954"/>
                  <a:pt x="8253787" y="895864"/>
                </a:cubicBezTo>
                <a:close/>
                <a:moveTo>
                  <a:pt x="8256839" y="890359"/>
                </a:moveTo>
                <a:lnTo>
                  <a:pt x="8255321" y="893096"/>
                </a:lnTo>
                <a:lnTo>
                  <a:pt x="8255311" y="893090"/>
                </a:lnTo>
                <a:close/>
                <a:moveTo>
                  <a:pt x="1376312" y="886130"/>
                </a:moveTo>
                <a:cubicBezTo>
                  <a:pt x="1368908" y="890219"/>
                  <a:pt x="1361516" y="894315"/>
                  <a:pt x="1354131" y="898423"/>
                </a:cubicBezTo>
                <a:lnTo>
                  <a:pt x="1357217" y="903973"/>
                </a:lnTo>
                <a:cubicBezTo>
                  <a:pt x="1364596" y="899865"/>
                  <a:pt x="1371982" y="895775"/>
                  <a:pt x="1379379" y="891693"/>
                </a:cubicBezTo>
                <a:close/>
                <a:moveTo>
                  <a:pt x="8259947" y="884752"/>
                </a:moveTo>
                <a:cubicBezTo>
                  <a:pt x="8267313" y="888841"/>
                  <a:pt x="8274743" y="892950"/>
                  <a:pt x="8282108" y="897064"/>
                </a:cubicBezTo>
                <a:lnTo>
                  <a:pt x="8280571" y="899832"/>
                </a:lnTo>
                <a:lnTo>
                  <a:pt x="8258423" y="887527"/>
                </a:lnTo>
                <a:lnTo>
                  <a:pt x="8256839" y="890359"/>
                </a:lnTo>
                <a:close/>
                <a:moveTo>
                  <a:pt x="1374782" y="883355"/>
                </a:moveTo>
                <a:lnTo>
                  <a:pt x="1380916" y="894474"/>
                </a:lnTo>
                <a:cubicBezTo>
                  <a:pt x="1373524" y="898550"/>
                  <a:pt x="1366140" y="902640"/>
                  <a:pt x="1358762" y="906748"/>
                </a:cubicBezTo>
                <a:lnTo>
                  <a:pt x="1352583" y="895648"/>
                </a:lnTo>
                <a:cubicBezTo>
                  <a:pt x="1359973" y="891540"/>
                  <a:pt x="1367371" y="887438"/>
                  <a:pt x="1374782" y="883355"/>
                </a:cubicBezTo>
                <a:close/>
                <a:moveTo>
                  <a:pt x="8236133" y="875297"/>
                </a:moveTo>
                <a:lnTo>
                  <a:pt x="8236134" y="875297"/>
                </a:lnTo>
                <a:lnTo>
                  <a:pt x="8234141" y="878938"/>
                </a:lnTo>
                <a:close/>
                <a:moveTo>
                  <a:pt x="1398544" y="873919"/>
                </a:moveTo>
                <a:lnTo>
                  <a:pt x="1400771" y="877989"/>
                </a:lnTo>
                <a:lnTo>
                  <a:pt x="1398543" y="873919"/>
                </a:lnTo>
                <a:close/>
                <a:moveTo>
                  <a:pt x="8210836" y="868739"/>
                </a:moveTo>
                <a:lnTo>
                  <a:pt x="8233086" y="880866"/>
                </a:lnTo>
                <a:lnTo>
                  <a:pt x="8234141" y="878938"/>
                </a:lnTo>
                <a:lnTo>
                  <a:pt x="8231562" y="883653"/>
                </a:lnTo>
                <a:cubicBezTo>
                  <a:pt x="8224132" y="879589"/>
                  <a:pt x="8216767" y="875544"/>
                  <a:pt x="8209337" y="871512"/>
                </a:cubicBezTo>
                <a:close/>
                <a:moveTo>
                  <a:pt x="8213846" y="863136"/>
                </a:moveTo>
                <a:lnTo>
                  <a:pt x="8213859" y="863143"/>
                </a:lnTo>
                <a:lnTo>
                  <a:pt x="8210836" y="868739"/>
                </a:lnTo>
                <a:lnTo>
                  <a:pt x="8210798" y="868718"/>
                </a:lnTo>
                <a:close/>
                <a:moveTo>
                  <a:pt x="8215369" y="860349"/>
                </a:moveTo>
                <a:cubicBezTo>
                  <a:pt x="8222799" y="864387"/>
                  <a:pt x="8230229" y="868445"/>
                  <a:pt x="8237658" y="872509"/>
                </a:cubicBezTo>
                <a:lnTo>
                  <a:pt x="8236133" y="875297"/>
                </a:lnTo>
                <a:lnTo>
                  <a:pt x="8213859" y="863143"/>
                </a:lnTo>
                <a:close/>
                <a:moveTo>
                  <a:pt x="1419314" y="858990"/>
                </a:moveTo>
                <a:lnTo>
                  <a:pt x="1425366" y="870153"/>
                </a:lnTo>
                <a:cubicBezTo>
                  <a:pt x="1417943" y="874179"/>
                  <a:pt x="1410526" y="878224"/>
                  <a:pt x="1403115" y="882275"/>
                </a:cubicBezTo>
                <a:lnTo>
                  <a:pt x="1400771" y="877989"/>
                </a:lnTo>
                <a:lnTo>
                  <a:pt x="1401591" y="879488"/>
                </a:lnTo>
                <a:cubicBezTo>
                  <a:pt x="1409008" y="875437"/>
                  <a:pt x="1416425" y="871391"/>
                  <a:pt x="1423854" y="867365"/>
                </a:cubicBezTo>
                <a:lnTo>
                  <a:pt x="1420826" y="861784"/>
                </a:lnTo>
                <a:lnTo>
                  <a:pt x="1398544" y="873919"/>
                </a:lnTo>
                <a:lnTo>
                  <a:pt x="1397019" y="871131"/>
                </a:lnTo>
                <a:cubicBezTo>
                  <a:pt x="1404442" y="867073"/>
                  <a:pt x="1411872" y="863022"/>
                  <a:pt x="1419314" y="858990"/>
                </a:cubicBezTo>
                <a:close/>
                <a:moveTo>
                  <a:pt x="8189996" y="853867"/>
                </a:moveTo>
                <a:lnTo>
                  <a:pt x="8188509" y="856653"/>
                </a:lnTo>
                <a:lnTo>
                  <a:pt x="8188496" y="856646"/>
                </a:lnTo>
                <a:close/>
                <a:moveTo>
                  <a:pt x="1444660" y="852516"/>
                </a:moveTo>
                <a:lnTo>
                  <a:pt x="1446164" y="855312"/>
                </a:lnTo>
                <a:lnTo>
                  <a:pt x="1446162" y="855313"/>
                </a:lnTo>
                <a:close/>
                <a:moveTo>
                  <a:pt x="1468508" y="843351"/>
                </a:moveTo>
                <a:lnTo>
                  <a:pt x="1470001" y="846150"/>
                </a:lnTo>
                <a:cubicBezTo>
                  <a:pt x="1462545" y="850125"/>
                  <a:pt x="1455103" y="854107"/>
                  <a:pt x="1447668" y="858107"/>
                </a:cubicBezTo>
                <a:lnTo>
                  <a:pt x="1446164" y="855312"/>
                </a:lnTo>
                <a:close/>
                <a:moveTo>
                  <a:pt x="1467410" y="841291"/>
                </a:moveTo>
                <a:lnTo>
                  <a:pt x="1468508" y="843350"/>
                </a:lnTo>
                <a:lnTo>
                  <a:pt x="1468508" y="843351"/>
                </a:lnTo>
                <a:close/>
                <a:moveTo>
                  <a:pt x="8170602" y="836263"/>
                </a:moveTo>
                <a:cubicBezTo>
                  <a:pt x="8178095" y="840251"/>
                  <a:pt x="8185588" y="844252"/>
                  <a:pt x="8193018" y="848265"/>
                </a:cubicBezTo>
                <a:lnTo>
                  <a:pt x="8189996" y="853867"/>
                </a:lnTo>
                <a:lnTo>
                  <a:pt x="8191494" y="851059"/>
                </a:lnTo>
                <a:cubicBezTo>
                  <a:pt x="8184064" y="847052"/>
                  <a:pt x="8176571" y="843051"/>
                  <a:pt x="8169142" y="839064"/>
                </a:cubicBezTo>
                <a:lnTo>
                  <a:pt x="8166157" y="844671"/>
                </a:lnTo>
                <a:lnTo>
                  <a:pt x="8188496" y="856646"/>
                </a:lnTo>
                <a:lnTo>
                  <a:pt x="8186985" y="859447"/>
                </a:lnTo>
                <a:cubicBezTo>
                  <a:pt x="8179556" y="855440"/>
                  <a:pt x="8172126" y="851453"/>
                  <a:pt x="8164633" y="847471"/>
                </a:cubicBezTo>
                <a:close/>
                <a:moveTo>
                  <a:pt x="1464025" y="834942"/>
                </a:moveTo>
                <a:lnTo>
                  <a:pt x="1467410" y="841291"/>
                </a:lnTo>
                <a:lnTo>
                  <a:pt x="1465517" y="837743"/>
                </a:lnTo>
                <a:cubicBezTo>
                  <a:pt x="1458055" y="841724"/>
                  <a:pt x="1450602" y="845718"/>
                  <a:pt x="1443159" y="849719"/>
                </a:cubicBezTo>
                <a:lnTo>
                  <a:pt x="1444660" y="852516"/>
                </a:lnTo>
                <a:lnTo>
                  <a:pt x="1441653" y="846925"/>
                </a:lnTo>
                <a:cubicBezTo>
                  <a:pt x="1449102" y="842918"/>
                  <a:pt x="1456557" y="838924"/>
                  <a:pt x="1464025" y="834942"/>
                </a:cubicBezTo>
                <a:close/>
                <a:moveTo>
                  <a:pt x="1489333" y="828543"/>
                </a:moveTo>
                <a:lnTo>
                  <a:pt x="1490881" y="831469"/>
                </a:lnTo>
                <a:lnTo>
                  <a:pt x="1490879" y="831469"/>
                </a:lnTo>
                <a:close/>
                <a:moveTo>
                  <a:pt x="8146714" y="827151"/>
                </a:moveTo>
                <a:lnTo>
                  <a:pt x="8146726" y="827157"/>
                </a:lnTo>
                <a:lnTo>
                  <a:pt x="8145304" y="829833"/>
                </a:lnTo>
                <a:close/>
                <a:moveTo>
                  <a:pt x="8121337" y="820959"/>
                </a:moveTo>
                <a:lnTo>
                  <a:pt x="8143742" y="832771"/>
                </a:lnTo>
                <a:lnTo>
                  <a:pt x="8145304" y="829833"/>
                </a:lnTo>
                <a:lnTo>
                  <a:pt x="8142282" y="835578"/>
                </a:lnTo>
                <a:cubicBezTo>
                  <a:pt x="8134788" y="831628"/>
                  <a:pt x="8127359" y="827691"/>
                  <a:pt x="8119866" y="823760"/>
                </a:cubicBezTo>
                <a:close/>
                <a:moveTo>
                  <a:pt x="1513299" y="819665"/>
                </a:moveTo>
                <a:lnTo>
                  <a:pt x="1514774" y="822477"/>
                </a:lnTo>
                <a:cubicBezTo>
                  <a:pt x="1507293" y="826402"/>
                  <a:pt x="1499826" y="830332"/>
                  <a:pt x="1492365" y="834276"/>
                </a:cubicBezTo>
                <a:lnTo>
                  <a:pt x="1490881" y="831469"/>
                </a:lnTo>
                <a:close/>
                <a:moveTo>
                  <a:pt x="1511458" y="816157"/>
                </a:moveTo>
                <a:lnTo>
                  <a:pt x="1513301" y="819664"/>
                </a:lnTo>
                <a:lnTo>
                  <a:pt x="1513299" y="819665"/>
                </a:lnTo>
                <a:close/>
                <a:moveTo>
                  <a:pt x="8124247" y="815327"/>
                </a:moveTo>
                <a:lnTo>
                  <a:pt x="8124284" y="815347"/>
                </a:lnTo>
                <a:lnTo>
                  <a:pt x="8121337" y="820959"/>
                </a:lnTo>
                <a:lnTo>
                  <a:pt x="8121326" y="820953"/>
                </a:lnTo>
                <a:close/>
                <a:moveTo>
                  <a:pt x="8125771" y="812514"/>
                </a:moveTo>
                <a:cubicBezTo>
                  <a:pt x="8133264" y="816451"/>
                  <a:pt x="8140757" y="820395"/>
                  <a:pt x="8148187" y="824351"/>
                </a:cubicBezTo>
                <a:lnTo>
                  <a:pt x="8146714" y="827151"/>
                </a:lnTo>
                <a:lnTo>
                  <a:pt x="8124284" y="815347"/>
                </a:lnTo>
                <a:close/>
                <a:moveTo>
                  <a:pt x="1508874" y="811232"/>
                </a:moveTo>
                <a:lnTo>
                  <a:pt x="1511458" y="816157"/>
                </a:lnTo>
                <a:lnTo>
                  <a:pt x="1510349" y="814045"/>
                </a:lnTo>
                <a:cubicBezTo>
                  <a:pt x="1502861" y="817969"/>
                  <a:pt x="1495381" y="821906"/>
                  <a:pt x="1487913" y="825856"/>
                </a:cubicBezTo>
                <a:lnTo>
                  <a:pt x="1489333" y="828543"/>
                </a:lnTo>
                <a:lnTo>
                  <a:pt x="1486427" y="823049"/>
                </a:lnTo>
                <a:cubicBezTo>
                  <a:pt x="1493901" y="819099"/>
                  <a:pt x="1501388" y="815156"/>
                  <a:pt x="1508874" y="811232"/>
                </a:cubicBezTo>
                <a:close/>
                <a:moveTo>
                  <a:pt x="8077432" y="795365"/>
                </a:moveTo>
                <a:lnTo>
                  <a:pt x="8076306" y="797542"/>
                </a:lnTo>
                <a:lnTo>
                  <a:pt x="8076305" y="797541"/>
                </a:lnTo>
                <a:close/>
                <a:moveTo>
                  <a:pt x="1555370" y="790651"/>
                </a:moveTo>
                <a:cubicBezTo>
                  <a:pt x="1547852" y="794525"/>
                  <a:pt x="1540340" y="798411"/>
                  <a:pt x="1532839" y="802310"/>
                </a:cubicBezTo>
                <a:lnTo>
                  <a:pt x="1535767" y="807942"/>
                </a:lnTo>
                <a:cubicBezTo>
                  <a:pt x="1543260" y="804050"/>
                  <a:pt x="1550766" y="800164"/>
                  <a:pt x="1558278" y="796296"/>
                </a:cubicBezTo>
                <a:close/>
                <a:moveTo>
                  <a:pt x="8080686" y="789076"/>
                </a:moveTo>
                <a:cubicBezTo>
                  <a:pt x="8088180" y="792956"/>
                  <a:pt x="8095736" y="796849"/>
                  <a:pt x="8103229" y="800760"/>
                </a:cubicBezTo>
                <a:lnTo>
                  <a:pt x="8097387" y="812025"/>
                </a:lnTo>
                <a:cubicBezTo>
                  <a:pt x="8089894" y="808126"/>
                  <a:pt x="8082401" y="804240"/>
                  <a:pt x="8074844" y="800367"/>
                </a:cubicBezTo>
                <a:lnTo>
                  <a:pt x="8076306" y="797542"/>
                </a:lnTo>
                <a:lnTo>
                  <a:pt x="8098847" y="809206"/>
                </a:lnTo>
                <a:lnTo>
                  <a:pt x="8101769" y="803573"/>
                </a:lnTo>
                <a:cubicBezTo>
                  <a:pt x="8094275" y="799668"/>
                  <a:pt x="8086782" y="795776"/>
                  <a:pt x="8079226" y="791902"/>
                </a:cubicBezTo>
                <a:lnTo>
                  <a:pt x="8077432" y="795365"/>
                </a:lnTo>
                <a:close/>
                <a:moveTo>
                  <a:pt x="1553915" y="787825"/>
                </a:moveTo>
                <a:lnTo>
                  <a:pt x="1559733" y="799116"/>
                </a:lnTo>
                <a:cubicBezTo>
                  <a:pt x="1552227" y="802989"/>
                  <a:pt x="1544721" y="806869"/>
                  <a:pt x="1537227" y="810762"/>
                </a:cubicBezTo>
                <a:lnTo>
                  <a:pt x="1531373" y="799490"/>
                </a:lnTo>
                <a:cubicBezTo>
                  <a:pt x="1538879" y="795592"/>
                  <a:pt x="1546397" y="791705"/>
                  <a:pt x="1553915" y="787825"/>
                </a:cubicBezTo>
                <a:close/>
                <a:moveTo>
                  <a:pt x="8055120" y="783271"/>
                </a:moveTo>
                <a:lnTo>
                  <a:pt x="8053762" y="785959"/>
                </a:lnTo>
                <a:lnTo>
                  <a:pt x="8053749" y="785953"/>
                </a:lnTo>
                <a:close/>
                <a:moveTo>
                  <a:pt x="1577951" y="779069"/>
                </a:moveTo>
                <a:lnTo>
                  <a:pt x="1580145" y="783368"/>
                </a:lnTo>
                <a:lnTo>
                  <a:pt x="1577950" y="779069"/>
                </a:lnTo>
                <a:close/>
                <a:moveTo>
                  <a:pt x="1603442" y="773241"/>
                </a:moveTo>
                <a:lnTo>
                  <a:pt x="1604874" y="776072"/>
                </a:lnTo>
                <a:cubicBezTo>
                  <a:pt x="1597336" y="779888"/>
                  <a:pt x="1589805" y="783711"/>
                  <a:pt x="1582281" y="787552"/>
                </a:cubicBezTo>
                <a:lnTo>
                  <a:pt x="1580145" y="783368"/>
                </a:lnTo>
                <a:lnTo>
                  <a:pt x="1580839" y="784727"/>
                </a:lnTo>
                <a:close/>
                <a:moveTo>
                  <a:pt x="1600576" y="767569"/>
                </a:moveTo>
                <a:lnTo>
                  <a:pt x="1603445" y="773239"/>
                </a:lnTo>
                <a:lnTo>
                  <a:pt x="1603442" y="773241"/>
                </a:lnTo>
                <a:lnTo>
                  <a:pt x="1600574" y="767570"/>
                </a:lnTo>
                <a:close/>
                <a:moveTo>
                  <a:pt x="8035411" y="765950"/>
                </a:moveTo>
                <a:cubicBezTo>
                  <a:pt x="8042968" y="769779"/>
                  <a:pt x="8050524" y="773620"/>
                  <a:pt x="8058081" y="777475"/>
                </a:cubicBezTo>
                <a:lnTo>
                  <a:pt x="8055120" y="783271"/>
                </a:lnTo>
                <a:lnTo>
                  <a:pt x="8056619" y="780301"/>
                </a:lnTo>
                <a:cubicBezTo>
                  <a:pt x="8049127" y="776453"/>
                  <a:pt x="8041570" y="772611"/>
                  <a:pt x="8034014" y="768782"/>
                </a:cubicBezTo>
                <a:lnTo>
                  <a:pt x="8031157" y="774452"/>
                </a:lnTo>
                <a:lnTo>
                  <a:pt x="8053749" y="785953"/>
                </a:lnTo>
                <a:lnTo>
                  <a:pt x="8052302" y="788784"/>
                </a:lnTo>
                <a:cubicBezTo>
                  <a:pt x="8044745" y="784936"/>
                  <a:pt x="8037252" y="781101"/>
                  <a:pt x="8029696" y="777285"/>
                </a:cubicBezTo>
                <a:close/>
                <a:moveTo>
                  <a:pt x="1599140" y="764737"/>
                </a:moveTo>
                <a:lnTo>
                  <a:pt x="1600574" y="767570"/>
                </a:lnTo>
                <a:lnTo>
                  <a:pt x="1577951" y="779069"/>
                </a:lnTo>
                <a:lnTo>
                  <a:pt x="1576508" y="776243"/>
                </a:lnTo>
                <a:cubicBezTo>
                  <a:pt x="1584046" y="772395"/>
                  <a:pt x="1591590" y="768560"/>
                  <a:pt x="1599140" y="764737"/>
                </a:cubicBezTo>
                <a:close/>
                <a:moveTo>
                  <a:pt x="8011334" y="757353"/>
                </a:moveTo>
                <a:lnTo>
                  <a:pt x="8011344" y="757358"/>
                </a:lnTo>
                <a:lnTo>
                  <a:pt x="8010115" y="759800"/>
                </a:lnTo>
                <a:close/>
                <a:moveTo>
                  <a:pt x="1623214" y="756164"/>
                </a:moveTo>
                <a:lnTo>
                  <a:pt x="1624149" y="758027"/>
                </a:lnTo>
                <a:lnTo>
                  <a:pt x="1623213" y="756164"/>
                </a:lnTo>
                <a:close/>
                <a:moveTo>
                  <a:pt x="7985831" y="751707"/>
                </a:moveTo>
                <a:lnTo>
                  <a:pt x="8008487" y="763035"/>
                </a:lnTo>
                <a:lnTo>
                  <a:pt x="8010115" y="759800"/>
                </a:lnTo>
                <a:lnTo>
                  <a:pt x="8007090" y="765873"/>
                </a:lnTo>
                <a:cubicBezTo>
                  <a:pt x="7999533" y="762083"/>
                  <a:pt x="7991977" y="758304"/>
                  <a:pt x="7984420" y="754545"/>
                </a:cubicBezTo>
                <a:close/>
                <a:moveTo>
                  <a:pt x="1647314" y="747681"/>
                </a:moveTo>
                <a:lnTo>
                  <a:pt x="1650143" y="753364"/>
                </a:lnTo>
                <a:cubicBezTo>
                  <a:pt x="1642580" y="757123"/>
                  <a:pt x="1635030" y="760895"/>
                  <a:pt x="1627487" y="764680"/>
                </a:cubicBezTo>
                <a:lnTo>
                  <a:pt x="1624149" y="758027"/>
                </a:lnTo>
                <a:lnTo>
                  <a:pt x="1626064" y="761841"/>
                </a:lnTo>
                <a:cubicBezTo>
                  <a:pt x="1633609" y="758057"/>
                  <a:pt x="1641164" y="754285"/>
                  <a:pt x="1648728" y="750526"/>
                </a:cubicBezTo>
                <a:close/>
                <a:moveTo>
                  <a:pt x="7988611" y="746017"/>
                </a:moveTo>
                <a:lnTo>
                  <a:pt x="7988649" y="746036"/>
                </a:lnTo>
                <a:lnTo>
                  <a:pt x="7985831" y="751707"/>
                </a:lnTo>
                <a:lnTo>
                  <a:pt x="7985818" y="751700"/>
                </a:lnTo>
                <a:close/>
                <a:moveTo>
                  <a:pt x="1645901" y="744836"/>
                </a:moveTo>
                <a:lnTo>
                  <a:pt x="1647314" y="747681"/>
                </a:lnTo>
                <a:lnTo>
                  <a:pt x="1645899" y="744837"/>
                </a:lnTo>
                <a:close/>
                <a:moveTo>
                  <a:pt x="7990072" y="743172"/>
                </a:moveTo>
                <a:cubicBezTo>
                  <a:pt x="7997628" y="746944"/>
                  <a:pt x="8005185" y="750729"/>
                  <a:pt x="8012742" y="754526"/>
                </a:cubicBezTo>
                <a:lnTo>
                  <a:pt x="8011334" y="757353"/>
                </a:lnTo>
                <a:lnTo>
                  <a:pt x="7988649" y="746036"/>
                </a:lnTo>
                <a:close/>
                <a:moveTo>
                  <a:pt x="1644485" y="741998"/>
                </a:moveTo>
                <a:lnTo>
                  <a:pt x="1645899" y="744837"/>
                </a:lnTo>
                <a:lnTo>
                  <a:pt x="1623214" y="756164"/>
                </a:lnTo>
                <a:lnTo>
                  <a:pt x="1621791" y="753326"/>
                </a:lnTo>
                <a:cubicBezTo>
                  <a:pt x="1629347" y="749535"/>
                  <a:pt x="1636916" y="745757"/>
                  <a:pt x="1644485" y="741998"/>
                </a:cubicBezTo>
                <a:close/>
                <a:moveTo>
                  <a:pt x="1668636" y="733589"/>
                </a:moveTo>
                <a:lnTo>
                  <a:pt x="1671442" y="739286"/>
                </a:lnTo>
                <a:lnTo>
                  <a:pt x="1671441" y="739286"/>
                </a:lnTo>
                <a:lnTo>
                  <a:pt x="1668634" y="733590"/>
                </a:lnTo>
                <a:close/>
                <a:moveTo>
                  <a:pt x="7943081" y="723563"/>
                </a:moveTo>
                <a:lnTo>
                  <a:pt x="7943093" y="723569"/>
                </a:lnTo>
                <a:lnTo>
                  <a:pt x="7940326" y="729285"/>
                </a:lnTo>
                <a:lnTo>
                  <a:pt x="7940288" y="729266"/>
                </a:lnTo>
                <a:close/>
                <a:moveTo>
                  <a:pt x="7944479" y="720706"/>
                </a:moveTo>
                <a:cubicBezTo>
                  <a:pt x="7952099" y="724427"/>
                  <a:pt x="7959719" y="728155"/>
                  <a:pt x="7967275" y="731901"/>
                </a:cubicBezTo>
                <a:lnTo>
                  <a:pt x="7961687" y="743293"/>
                </a:lnTo>
                <a:cubicBezTo>
                  <a:pt x="7954131" y="739553"/>
                  <a:pt x="7946511" y="735832"/>
                  <a:pt x="7938955" y="732117"/>
                </a:cubicBezTo>
                <a:lnTo>
                  <a:pt x="7940326" y="729285"/>
                </a:lnTo>
                <a:lnTo>
                  <a:pt x="7963084" y="740442"/>
                </a:lnTo>
                <a:lnTo>
                  <a:pt x="7965878" y="734746"/>
                </a:lnTo>
                <a:lnTo>
                  <a:pt x="7943093" y="723569"/>
                </a:lnTo>
                <a:close/>
                <a:moveTo>
                  <a:pt x="1690015" y="719563"/>
                </a:moveTo>
                <a:lnTo>
                  <a:pt x="1695590" y="730974"/>
                </a:lnTo>
                <a:cubicBezTo>
                  <a:pt x="1687995" y="734682"/>
                  <a:pt x="1680413" y="738403"/>
                  <a:pt x="1672845" y="742131"/>
                </a:cubicBezTo>
                <a:lnTo>
                  <a:pt x="1671442" y="739286"/>
                </a:lnTo>
                <a:lnTo>
                  <a:pt x="1694193" y="728123"/>
                </a:lnTo>
                <a:lnTo>
                  <a:pt x="1691405" y="722420"/>
                </a:lnTo>
                <a:lnTo>
                  <a:pt x="1668636" y="733589"/>
                </a:lnTo>
                <a:lnTo>
                  <a:pt x="1667232" y="730739"/>
                </a:lnTo>
                <a:cubicBezTo>
                  <a:pt x="1674819" y="726999"/>
                  <a:pt x="1682414" y="723278"/>
                  <a:pt x="1690015" y="719563"/>
                </a:cubicBezTo>
                <a:close/>
                <a:moveTo>
                  <a:pt x="7919764" y="713517"/>
                </a:moveTo>
                <a:lnTo>
                  <a:pt x="7917492" y="718166"/>
                </a:lnTo>
                <a:lnTo>
                  <a:pt x="7917491" y="718166"/>
                </a:lnTo>
                <a:close/>
                <a:moveTo>
                  <a:pt x="1714231" y="711325"/>
                </a:moveTo>
                <a:lnTo>
                  <a:pt x="1716997" y="717042"/>
                </a:lnTo>
                <a:lnTo>
                  <a:pt x="1716996" y="717042"/>
                </a:lnTo>
                <a:lnTo>
                  <a:pt x="1714227" y="711327"/>
                </a:lnTo>
                <a:close/>
                <a:moveTo>
                  <a:pt x="7894658" y="707155"/>
                </a:moveTo>
                <a:lnTo>
                  <a:pt x="7917491" y="718166"/>
                </a:lnTo>
                <a:lnTo>
                  <a:pt x="7916094" y="721023"/>
                </a:lnTo>
                <a:cubicBezTo>
                  <a:pt x="7908538" y="717341"/>
                  <a:pt x="7900918" y="713664"/>
                  <a:pt x="7893298" y="710006"/>
                </a:cubicBezTo>
                <a:close/>
                <a:moveTo>
                  <a:pt x="7897362" y="701421"/>
                </a:moveTo>
                <a:lnTo>
                  <a:pt x="7897387" y="701433"/>
                </a:lnTo>
                <a:lnTo>
                  <a:pt x="7894658" y="707155"/>
                </a:lnTo>
                <a:lnTo>
                  <a:pt x="7894632" y="707142"/>
                </a:lnTo>
                <a:close/>
                <a:moveTo>
                  <a:pt x="7898759" y="698557"/>
                </a:moveTo>
                <a:cubicBezTo>
                  <a:pt x="7906379" y="702221"/>
                  <a:pt x="7914062" y="705904"/>
                  <a:pt x="7921682" y="709594"/>
                </a:cubicBezTo>
                <a:lnTo>
                  <a:pt x="7919764" y="713517"/>
                </a:lnTo>
                <a:lnTo>
                  <a:pt x="7920285" y="712451"/>
                </a:lnTo>
                <a:lnTo>
                  <a:pt x="7897387" y="701433"/>
                </a:lnTo>
                <a:close/>
                <a:moveTo>
                  <a:pt x="1735729" y="697446"/>
                </a:moveTo>
                <a:lnTo>
                  <a:pt x="1741215" y="708901"/>
                </a:lnTo>
                <a:cubicBezTo>
                  <a:pt x="1733596" y="712553"/>
                  <a:pt x="1725981" y="716223"/>
                  <a:pt x="1718380" y="719900"/>
                </a:cubicBezTo>
                <a:lnTo>
                  <a:pt x="1716997" y="717042"/>
                </a:lnTo>
                <a:lnTo>
                  <a:pt x="1739844" y="706038"/>
                </a:lnTo>
                <a:lnTo>
                  <a:pt x="1737100" y="700310"/>
                </a:lnTo>
                <a:lnTo>
                  <a:pt x="1714231" y="711325"/>
                </a:lnTo>
                <a:lnTo>
                  <a:pt x="1712850" y="708470"/>
                </a:lnTo>
                <a:cubicBezTo>
                  <a:pt x="1720463" y="704780"/>
                  <a:pt x="1728089" y="701110"/>
                  <a:pt x="1735729" y="697446"/>
                </a:cubicBezTo>
                <a:close/>
                <a:moveTo>
                  <a:pt x="1761275" y="692105"/>
                </a:moveTo>
                <a:lnTo>
                  <a:pt x="1762713" y="695127"/>
                </a:lnTo>
                <a:lnTo>
                  <a:pt x="1762710" y="695128"/>
                </a:lnTo>
                <a:close/>
                <a:moveTo>
                  <a:pt x="7874477" y="690468"/>
                </a:moveTo>
                <a:lnTo>
                  <a:pt x="7874502" y="690480"/>
                </a:lnTo>
                <a:lnTo>
                  <a:pt x="7871771" y="696214"/>
                </a:lnTo>
                <a:lnTo>
                  <a:pt x="7871746" y="696203"/>
                </a:lnTo>
                <a:close/>
                <a:moveTo>
                  <a:pt x="7848862" y="685375"/>
                </a:moveTo>
                <a:lnTo>
                  <a:pt x="7871746" y="696203"/>
                </a:lnTo>
                <a:lnTo>
                  <a:pt x="7870374" y="699084"/>
                </a:lnTo>
                <a:cubicBezTo>
                  <a:pt x="7862755" y="695458"/>
                  <a:pt x="7855134" y="691845"/>
                  <a:pt x="7847514" y="688245"/>
                </a:cubicBezTo>
                <a:close/>
                <a:moveTo>
                  <a:pt x="1785607" y="684296"/>
                </a:moveTo>
                <a:lnTo>
                  <a:pt x="1786960" y="687172"/>
                </a:lnTo>
                <a:cubicBezTo>
                  <a:pt x="1779321" y="690766"/>
                  <a:pt x="1771696" y="694373"/>
                  <a:pt x="1764075" y="697992"/>
                </a:cubicBezTo>
                <a:lnTo>
                  <a:pt x="1762713" y="695127"/>
                </a:lnTo>
                <a:close/>
                <a:moveTo>
                  <a:pt x="7850220" y="682484"/>
                </a:moveTo>
                <a:lnTo>
                  <a:pt x="7848862" y="685375"/>
                </a:lnTo>
                <a:lnTo>
                  <a:pt x="7848848" y="685368"/>
                </a:lnTo>
                <a:close/>
                <a:moveTo>
                  <a:pt x="1783898" y="680665"/>
                </a:moveTo>
                <a:lnTo>
                  <a:pt x="1785608" y="684295"/>
                </a:lnTo>
                <a:lnTo>
                  <a:pt x="1785607" y="684296"/>
                </a:lnTo>
                <a:close/>
                <a:moveTo>
                  <a:pt x="7852912" y="676751"/>
                </a:moveTo>
                <a:cubicBezTo>
                  <a:pt x="7860531" y="680358"/>
                  <a:pt x="7868215" y="683978"/>
                  <a:pt x="7875835" y="687616"/>
                </a:cubicBezTo>
                <a:lnTo>
                  <a:pt x="7874477" y="690468"/>
                </a:lnTo>
                <a:lnTo>
                  <a:pt x="7851578" y="679628"/>
                </a:lnTo>
                <a:lnTo>
                  <a:pt x="7850220" y="682484"/>
                </a:lnTo>
                <a:close/>
                <a:moveTo>
                  <a:pt x="1781550" y="675678"/>
                </a:moveTo>
                <a:lnTo>
                  <a:pt x="1783898" y="680665"/>
                </a:lnTo>
                <a:lnTo>
                  <a:pt x="1782903" y="678555"/>
                </a:lnTo>
                <a:cubicBezTo>
                  <a:pt x="1775257" y="682149"/>
                  <a:pt x="1767618" y="685762"/>
                  <a:pt x="1759985" y="689388"/>
                </a:cubicBezTo>
                <a:lnTo>
                  <a:pt x="1761275" y="692105"/>
                </a:lnTo>
                <a:lnTo>
                  <a:pt x="1758620" y="686524"/>
                </a:lnTo>
                <a:cubicBezTo>
                  <a:pt x="1766259" y="682892"/>
                  <a:pt x="1773898" y="679279"/>
                  <a:pt x="1781550" y="675678"/>
                </a:cubicBezTo>
                <a:close/>
                <a:moveTo>
                  <a:pt x="1807340" y="670950"/>
                </a:moveTo>
                <a:lnTo>
                  <a:pt x="1808554" y="673550"/>
                </a:lnTo>
                <a:lnTo>
                  <a:pt x="1808550" y="673551"/>
                </a:lnTo>
                <a:close/>
                <a:moveTo>
                  <a:pt x="7828578" y="668846"/>
                </a:moveTo>
                <a:lnTo>
                  <a:pt x="7828592" y="668852"/>
                </a:lnTo>
                <a:lnTo>
                  <a:pt x="7827174" y="671840"/>
                </a:lnTo>
                <a:close/>
                <a:moveTo>
                  <a:pt x="7802874" y="663918"/>
                </a:moveTo>
                <a:lnTo>
                  <a:pt x="7825861" y="674605"/>
                </a:lnTo>
                <a:lnTo>
                  <a:pt x="7827174" y="671840"/>
                </a:lnTo>
                <a:lnTo>
                  <a:pt x="7824527" y="677482"/>
                </a:lnTo>
                <a:cubicBezTo>
                  <a:pt x="7816907" y="673907"/>
                  <a:pt x="7809224" y="670350"/>
                  <a:pt x="7801540" y="666801"/>
                </a:cubicBezTo>
                <a:close/>
                <a:moveTo>
                  <a:pt x="7803217" y="663178"/>
                </a:moveTo>
                <a:lnTo>
                  <a:pt x="7802874" y="663918"/>
                </a:lnTo>
                <a:lnTo>
                  <a:pt x="7802874" y="663918"/>
                </a:lnTo>
                <a:close/>
                <a:moveTo>
                  <a:pt x="1829116" y="657636"/>
                </a:moveTo>
                <a:lnTo>
                  <a:pt x="1832871" y="665759"/>
                </a:lnTo>
                <a:cubicBezTo>
                  <a:pt x="1825207" y="669303"/>
                  <a:pt x="1817549" y="672859"/>
                  <a:pt x="1809897" y="676427"/>
                </a:cubicBezTo>
                <a:lnTo>
                  <a:pt x="1808554" y="673550"/>
                </a:lnTo>
                <a:lnTo>
                  <a:pt x="1831538" y="662877"/>
                </a:lnTo>
                <a:close/>
                <a:moveTo>
                  <a:pt x="1828876" y="657117"/>
                </a:moveTo>
                <a:lnTo>
                  <a:pt x="1829116" y="657636"/>
                </a:lnTo>
                <a:lnTo>
                  <a:pt x="1828876" y="657117"/>
                </a:lnTo>
                <a:close/>
                <a:moveTo>
                  <a:pt x="7806874" y="655276"/>
                </a:moveTo>
                <a:cubicBezTo>
                  <a:pt x="7814557" y="658825"/>
                  <a:pt x="7822242" y="662394"/>
                  <a:pt x="7829925" y="665975"/>
                </a:cubicBezTo>
                <a:lnTo>
                  <a:pt x="7828578" y="668846"/>
                </a:lnTo>
                <a:lnTo>
                  <a:pt x="7805541" y="658159"/>
                </a:lnTo>
                <a:lnTo>
                  <a:pt x="7803217" y="663178"/>
                </a:lnTo>
                <a:close/>
                <a:moveTo>
                  <a:pt x="1827543" y="654234"/>
                </a:moveTo>
                <a:lnTo>
                  <a:pt x="1828876" y="657117"/>
                </a:lnTo>
                <a:lnTo>
                  <a:pt x="1805871" y="667791"/>
                </a:lnTo>
                <a:lnTo>
                  <a:pt x="1807340" y="670950"/>
                </a:lnTo>
                <a:lnTo>
                  <a:pt x="1804524" y="664915"/>
                </a:lnTo>
                <a:cubicBezTo>
                  <a:pt x="1812190" y="661340"/>
                  <a:pt x="1819866" y="657778"/>
                  <a:pt x="1827543" y="654234"/>
                </a:cubicBezTo>
                <a:close/>
                <a:moveTo>
                  <a:pt x="1851927" y="646513"/>
                </a:moveTo>
                <a:lnTo>
                  <a:pt x="1853251" y="649402"/>
                </a:lnTo>
                <a:lnTo>
                  <a:pt x="1851927" y="646513"/>
                </a:lnTo>
                <a:close/>
                <a:moveTo>
                  <a:pt x="1877650" y="641783"/>
                </a:moveTo>
                <a:lnTo>
                  <a:pt x="1878959" y="644671"/>
                </a:lnTo>
                <a:cubicBezTo>
                  <a:pt x="1871263" y="648157"/>
                  <a:pt x="1863573" y="651662"/>
                  <a:pt x="1855896" y="655174"/>
                </a:cubicBezTo>
                <a:lnTo>
                  <a:pt x="1853251" y="649402"/>
                </a:lnTo>
                <a:lnTo>
                  <a:pt x="1854575" y="652291"/>
                </a:lnTo>
                <a:close/>
                <a:moveTo>
                  <a:pt x="7759376" y="637007"/>
                </a:moveTo>
                <a:lnTo>
                  <a:pt x="7759387" y="637013"/>
                </a:lnTo>
                <a:lnTo>
                  <a:pt x="7758210" y="639596"/>
                </a:lnTo>
                <a:close/>
                <a:moveTo>
                  <a:pt x="1875028" y="635997"/>
                </a:moveTo>
                <a:lnTo>
                  <a:pt x="1877651" y="641782"/>
                </a:lnTo>
                <a:lnTo>
                  <a:pt x="1877650" y="641783"/>
                </a:lnTo>
                <a:lnTo>
                  <a:pt x="1875027" y="635998"/>
                </a:lnTo>
                <a:close/>
                <a:moveTo>
                  <a:pt x="7760710" y="634111"/>
                </a:moveTo>
                <a:cubicBezTo>
                  <a:pt x="7768394" y="637610"/>
                  <a:pt x="7776077" y="641128"/>
                  <a:pt x="7783824" y="644652"/>
                </a:cubicBezTo>
                <a:lnTo>
                  <a:pt x="7778490" y="656203"/>
                </a:lnTo>
                <a:cubicBezTo>
                  <a:pt x="7770807" y="652678"/>
                  <a:pt x="7763123" y="649173"/>
                  <a:pt x="7755439" y="645674"/>
                </a:cubicBezTo>
                <a:lnTo>
                  <a:pt x="7758210" y="639596"/>
                </a:lnTo>
                <a:lnTo>
                  <a:pt x="7756773" y="642785"/>
                </a:lnTo>
                <a:cubicBezTo>
                  <a:pt x="7764457" y="646284"/>
                  <a:pt x="7772140" y="649789"/>
                  <a:pt x="7779823" y="653313"/>
                </a:cubicBezTo>
                <a:lnTo>
                  <a:pt x="7782490" y="647541"/>
                </a:lnTo>
                <a:lnTo>
                  <a:pt x="7759387" y="637013"/>
                </a:lnTo>
                <a:close/>
                <a:moveTo>
                  <a:pt x="1873714" y="633101"/>
                </a:moveTo>
                <a:lnTo>
                  <a:pt x="1875027" y="635998"/>
                </a:lnTo>
                <a:lnTo>
                  <a:pt x="1851927" y="646513"/>
                </a:lnTo>
                <a:lnTo>
                  <a:pt x="1850606" y="643630"/>
                </a:lnTo>
                <a:cubicBezTo>
                  <a:pt x="1858303" y="640105"/>
                  <a:pt x="1866005" y="636600"/>
                  <a:pt x="1873714" y="633101"/>
                </a:cubicBezTo>
                <a:close/>
                <a:moveTo>
                  <a:pt x="7711872" y="618896"/>
                </a:moveTo>
                <a:lnTo>
                  <a:pt x="7710495" y="622001"/>
                </a:lnTo>
                <a:lnTo>
                  <a:pt x="7710482" y="621995"/>
                </a:lnTo>
                <a:close/>
                <a:moveTo>
                  <a:pt x="1922590" y="618119"/>
                </a:moveTo>
                <a:lnTo>
                  <a:pt x="1923879" y="621017"/>
                </a:lnTo>
                <a:lnTo>
                  <a:pt x="1923879" y="621018"/>
                </a:lnTo>
                <a:close/>
                <a:moveTo>
                  <a:pt x="7714355" y="613296"/>
                </a:moveTo>
                <a:cubicBezTo>
                  <a:pt x="7722102" y="616731"/>
                  <a:pt x="7729785" y="620186"/>
                  <a:pt x="7737532" y="623659"/>
                </a:cubicBezTo>
                <a:lnTo>
                  <a:pt x="7732325" y="635241"/>
                </a:lnTo>
                <a:cubicBezTo>
                  <a:pt x="7724642" y="631781"/>
                  <a:pt x="7716894" y="628333"/>
                  <a:pt x="7709211" y="624897"/>
                </a:cubicBezTo>
                <a:lnTo>
                  <a:pt x="7710495" y="622001"/>
                </a:lnTo>
                <a:lnTo>
                  <a:pt x="7733595" y="632346"/>
                </a:lnTo>
                <a:lnTo>
                  <a:pt x="7736199" y="626555"/>
                </a:lnTo>
                <a:cubicBezTo>
                  <a:pt x="7728515" y="623087"/>
                  <a:pt x="7720769" y="619633"/>
                  <a:pt x="7713085" y="616191"/>
                </a:cubicBezTo>
                <a:lnTo>
                  <a:pt x="7711872" y="618896"/>
                </a:lnTo>
                <a:close/>
                <a:moveTo>
                  <a:pt x="1920012" y="612318"/>
                </a:moveTo>
                <a:lnTo>
                  <a:pt x="1922590" y="618119"/>
                </a:lnTo>
                <a:lnTo>
                  <a:pt x="1921301" y="615220"/>
                </a:lnTo>
                <a:cubicBezTo>
                  <a:pt x="1913579" y="618655"/>
                  <a:pt x="1905864" y="622097"/>
                  <a:pt x="1898155" y="625558"/>
                </a:cubicBezTo>
                <a:lnTo>
                  <a:pt x="1900759" y="631355"/>
                </a:lnTo>
                <a:lnTo>
                  <a:pt x="1923879" y="621018"/>
                </a:lnTo>
                <a:lnTo>
                  <a:pt x="1925168" y="623919"/>
                </a:lnTo>
                <a:cubicBezTo>
                  <a:pt x="1917459" y="627348"/>
                  <a:pt x="1909756" y="630796"/>
                  <a:pt x="1902060" y="634251"/>
                </a:cubicBezTo>
                <a:lnTo>
                  <a:pt x="1896853" y="622662"/>
                </a:lnTo>
                <a:cubicBezTo>
                  <a:pt x="1904570" y="619201"/>
                  <a:pt x="1912285" y="615753"/>
                  <a:pt x="1920012" y="612318"/>
                </a:cubicBezTo>
                <a:close/>
                <a:moveTo>
                  <a:pt x="1944489" y="604957"/>
                </a:moveTo>
                <a:lnTo>
                  <a:pt x="1947048" y="610767"/>
                </a:lnTo>
                <a:lnTo>
                  <a:pt x="1947044" y="610768"/>
                </a:lnTo>
                <a:lnTo>
                  <a:pt x="1944485" y="604958"/>
                </a:lnTo>
                <a:close/>
                <a:moveTo>
                  <a:pt x="1968410" y="596370"/>
                </a:moveTo>
                <a:lnTo>
                  <a:pt x="1971523" y="603504"/>
                </a:lnTo>
                <a:cubicBezTo>
                  <a:pt x="1963783" y="606882"/>
                  <a:pt x="1956048" y="610273"/>
                  <a:pt x="1948327" y="613670"/>
                </a:cubicBezTo>
                <a:lnTo>
                  <a:pt x="1947048" y="610767"/>
                </a:lnTo>
                <a:lnTo>
                  <a:pt x="1970253" y="600596"/>
                </a:lnTo>
                <a:close/>
                <a:moveTo>
                  <a:pt x="7666603" y="595719"/>
                </a:moveTo>
                <a:lnTo>
                  <a:pt x="7666604" y="595719"/>
                </a:lnTo>
                <a:lnTo>
                  <a:pt x="7664065" y="601537"/>
                </a:lnTo>
                <a:lnTo>
                  <a:pt x="7664063" y="601536"/>
                </a:lnTo>
                <a:close/>
                <a:moveTo>
                  <a:pt x="1967713" y="594773"/>
                </a:moveTo>
                <a:lnTo>
                  <a:pt x="1968410" y="596370"/>
                </a:lnTo>
                <a:lnTo>
                  <a:pt x="1967713" y="594774"/>
                </a:lnTo>
                <a:close/>
                <a:moveTo>
                  <a:pt x="7667873" y="592811"/>
                </a:moveTo>
                <a:cubicBezTo>
                  <a:pt x="7675683" y="596195"/>
                  <a:pt x="7683431" y="599599"/>
                  <a:pt x="7691177" y="603009"/>
                </a:cubicBezTo>
                <a:lnTo>
                  <a:pt x="7686034" y="614629"/>
                </a:lnTo>
                <a:cubicBezTo>
                  <a:pt x="7678287" y="611226"/>
                  <a:pt x="7670540" y="607828"/>
                  <a:pt x="7662793" y="604450"/>
                </a:cubicBezTo>
                <a:lnTo>
                  <a:pt x="7664065" y="601537"/>
                </a:lnTo>
                <a:lnTo>
                  <a:pt x="7687304" y="611727"/>
                </a:lnTo>
                <a:lnTo>
                  <a:pt x="7689844" y="605917"/>
                </a:lnTo>
                <a:lnTo>
                  <a:pt x="7666604" y="595719"/>
                </a:lnTo>
                <a:close/>
                <a:moveTo>
                  <a:pt x="1966443" y="591864"/>
                </a:moveTo>
                <a:lnTo>
                  <a:pt x="1967713" y="594774"/>
                </a:lnTo>
                <a:lnTo>
                  <a:pt x="1944489" y="604957"/>
                </a:lnTo>
                <a:lnTo>
                  <a:pt x="1943208" y="602050"/>
                </a:lnTo>
                <a:cubicBezTo>
                  <a:pt x="1950942" y="598640"/>
                  <a:pt x="1958690" y="595249"/>
                  <a:pt x="1966443" y="591864"/>
                </a:cubicBezTo>
                <a:close/>
                <a:moveTo>
                  <a:pt x="7643322" y="585586"/>
                </a:moveTo>
                <a:lnTo>
                  <a:pt x="7643362" y="585603"/>
                </a:lnTo>
                <a:lnTo>
                  <a:pt x="7640822" y="591433"/>
                </a:lnTo>
                <a:lnTo>
                  <a:pt x="7640809" y="591428"/>
                </a:lnTo>
                <a:close/>
                <a:moveTo>
                  <a:pt x="1990987" y="584676"/>
                </a:moveTo>
                <a:lnTo>
                  <a:pt x="1991713" y="586356"/>
                </a:lnTo>
                <a:lnTo>
                  <a:pt x="1990986" y="584676"/>
                </a:lnTo>
                <a:close/>
                <a:moveTo>
                  <a:pt x="2015917" y="578428"/>
                </a:moveTo>
                <a:lnTo>
                  <a:pt x="2018050" y="583413"/>
                </a:lnTo>
                <a:cubicBezTo>
                  <a:pt x="2010277" y="586734"/>
                  <a:pt x="2002518" y="590067"/>
                  <a:pt x="1994764" y="593420"/>
                </a:cubicBezTo>
                <a:lnTo>
                  <a:pt x="1991713" y="586356"/>
                </a:lnTo>
                <a:lnTo>
                  <a:pt x="1993507" y="590506"/>
                </a:lnTo>
                <a:cubicBezTo>
                  <a:pt x="2001260" y="587153"/>
                  <a:pt x="2009026" y="583813"/>
                  <a:pt x="2016798" y="580492"/>
                </a:cubicBezTo>
                <a:close/>
                <a:moveTo>
                  <a:pt x="7618790" y="578403"/>
                </a:moveTo>
                <a:lnTo>
                  <a:pt x="7617518" y="581400"/>
                </a:lnTo>
                <a:lnTo>
                  <a:pt x="7640809" y="591428"/>
                </a:lnTo>
                <a:lnTo>
                  <a:pt x="7639552" y="594347"/>
                </a:lnTo>
                <a:cubicBezTo>
                  <a:pt x="7631805" y="590988"/>
                  <a:pt x="7624057" y="587648"/>
                  <a:pt x="7616247" y="584321"/>
                </a:cubicBezTo>
                <a:close/>
                <a:moveTo>
                  <a:pt x="7619994" y="575564"/>
                </a:moveTo>
                <a:lnTo>
                  <a:pt x="7620007" y="575570"/>
                </a:lnTo>
                <a:lnTo>
                  <a:pt x="7618790" y="578403"/>
                </a:lnTo>
                <a:close/>
                <a:moveTo>
                  <a:pt x="2014303" y="574650"/>
                </a:moveTo>
                <a:lnTo>
                  <a:pt x="2015917" y="578428"/>
                </a:lnTo>
                <a:lnTo>
                  <a:pt x="2014301" y="574651"/>
                </a:lnTo>
                <a:close/>
                <a:moveTo>
                  <a:pt x="7621264" y="572643"/>
                </a:moveTo>
                <a:cubicBezTo>
                  <a:pt x="7629011" y="575977"/>
                  <a:pt x="7636821" y="579330"/>
                  <a:pt x="7644569" y="582689"/>
                </a:cubicBezTo>
                <a:lnTo>
                  <a:pt x="7643322" y="585586"/>
                </a:lnTo>
                <a:lnTo>
                  <a:pt x="7620007" y="575570"/>
                </a:lnTo>
                <a:close/>
                <a:moveTo>
                  <a:pt x="2013052" y="571735"/>
                </a:moveTo>
                <a:lnTo>
                  <a:pt x="2014301" y="574651"/>
                </a:lnTo>
                <a:lnTo>
                  <a:pt x="1990987" y="584676"/>
                </a:lnTo>
                <a:lnTo>
                  <a:pt x="1989728" y="581762"/>
                </a:lnTo>
                <a:cubicBezTo>
                  <a:pt x="1997495" y="578403"/>
                  <a:pt x="2005273" y="575062"/>
                  <a:pt x="2013052" y="571735"/>
                </a:cubicBezTo>
                <a:close/>
                <a:moveTo>
                  <a:pt x="2038897" y="567636"/>
                </a:moveTo>
                <a:lnTo>
                  <a:pt x="2040136" y="570560"/>
                </a:lnTo>
                <a:lnTo>
                  <a:pt x="2040135" y="570560"/>
                </a:lnTo>
                <a:close/>
                <a:moveTo>
                  <a:pt x="7572020" y="558680"/>
                </a:moveTo>
                <a:lnTo>
                  <a:pt x="7570795" y="561613"/>
                </a:lnTo>
                <a:lnTo>
                  <a:pt x="7570782" y="561607"/>
                </a:lnTo>
                <a:close/>
                <a:moveTo>
                  <a:pt x="2062252" y="557797"/>
                </a:moveTo>
                <a:lnTo>
                  <a:pt x="2064710" y="563651"/>
                </a:lnTo>
                <a:cubicBezTo>
                  <a:pt x="2056924" y="566915"/>
                  <a:pt x="2049145" y="570192"/>
                  <a:pt x="2041373" y="573481"/>
                </a:cubicBezTo>
                <a:lnTo>
                  <a:pt x="2040136" y="570560"/>
                </a:lnTo>
                <a:lnTo>
                  <a:pt x="2063477" y="560724"/>
                </a:lnTo>
                <a:close/>
                <a:moveTo>
                  <a:pt x="2061027" y="554869"/>
                </a:moveTo>
                <a:lnTo>
                  <a:pt x="2062252" y="557797"/>
                </a:lnTo>
                <a:lnTo>
                  <a:pt x="2061024" y="554871"/>
                </a:lnTo>
                <a:close/>
                <a:moveTo>
                  <a:pt x="7574464" y="552825"/>
                </a:moveTo>
                <a:cubicBezTo>
                  <a:pt x="7582275" y="556095"/>
                  <a:pt x="7590085" y="559384"/>
                  <a:pt x="7597896" y="562686"/>
                </a:cubicBezTo>
                <a:lnTo>
                  <a:pt x="7592943" y="574377"/>
                </a:lnTo>
                <a:cubicBezTo>
                  <a:pt x="7585132" y="571081"/>
                  <a:pt x="7577385" y="567798"/>
                  <a:pt x="7569575" y="564534"/>
                </a:cubicBezTo>
                <a:lnTo>
                  <a:pt x="7570795" y="561613"/>
                </a:lnTo>
                <a:lnTo>
                  <a:pt x="7594149" y="571456"/>
                </a:lnTo>
                <a:lnTo>
                  <a:pt x="7596626" y="565607"/>
                </a:lnTo>
                <a:cubicBezTo>
                  <a:pt x="7588815" y="562312"/>
                  <a:pt x="7581069" y="559022"/>
                  <a:pt x="7573257" y="555752"/>
                </a:cubicBezTo>
                <a:lnTo>
                  <a:pt x="7572020" y="558680"/>
                </a:lnTo>
                <a:close/>
                <a:moveTo>
                  <a:pt x="2059794" y="551942"/>
                </a:moveTo>
                <a:lnTo>
                  <a:pt x="2061024" y="554871"/>
                </a:lnTo>
                <a:lnTo>
                  <a:pt x="2037659" y="564712"/>
                </a:lnTo>
                <a:lnTo>
                  <a:pt x="2038897" y="567636"/>
                </a:lnTo>
                <a:lnTo>
                  <a:pt x="2036420" y="561791"/>
                </a:lnTo>
                <a:cubicBezTo>
                  <a:pt x="2044205" y="558495"/>
                  <a:pt x="2051997" y="555212"/>
                  <a:pt x="2059794" y="551942"/>
                </a:cubicBezTo>
                <a:close/>
                <a:moveTo>
                  <a:pt x="7549825" y="545973"/>
                </a:moveTo>
                <a:lnTo>
                  <a:pt x="7549826" y="545973"/>
                </a:lnTo>
                <a:lnTo>
                  <a:pt x="7547413" y="551840"/>
                </a:lnTo>
                <a:lnTo>
                  <a:pt x="7547411" y="551840"/>
                </a:lnTo>
                <a:close/>
                <a:moveTo>
                  <a:pt x="2084423" y="545108"/>
                </a:moveTo>
                <a:lnTo>
                  <a:pt x="2085607" y="547962"/>
                </a:lnTo>
                <a:lnTo>
                  <a:pt x="2084420" y="545109"/>
                </a:lnTo>
                <a:close/>
                <a:moveTo>
                  <a:pt x="7523983" y="542151"/>
                </a:moveTo>
                <a:lnTo>
                  <a:pt x="7547411" y="551840"/>
                </a:lnTo>
                <a:lnTo>
                  <a:pt x="7546206" y="554768"/>
                </a:lnTo>
                <a:cubicBezTo>
                  <a:pt x="7538396" y="551529"/>
                  <a:pt x="7530586" y="548303"/>
                  <a:pt x="7522775" y="545090"/>
                </a:cubicBezTo>
                <a:close/>
                <a:moveTo>
                  <a:pt x="2110277" y="541306"/>
                </a:moveTo>
                <a:lnTo>
                  <a:pt x="2111483" y="544239"/>
                </a:lnTo>
                <a:cubicBezTo>
                  <a:pt x="2103674" y="547446"/>
                  <a:pt x="2095870" y="550672"/>
                  <a:pt x="2088072" y="553904"/>
                </a:cubicBezTo>
                <a:lnTo>
                  <a:pt x="2085607" y="547962"/>
                </a:lnTo>
                <a:lnTo>
                  <a:pt x="2086858" y="550970"/>
                </a:lnTo>
                <a:close/>
                <a:moveTo>
                  <a:pt x="2109956" y="540527"/>
                </a:moveTo>
                <a:lnTo>
                  <a:pt x="2110277" y="541306"/>
                </a:lnTo>
                <a:lnTo>
                  <a:pt x="2110277" y="541306"/>
                </a:lnTo>
                <a:close/>
                <a:moveTo>
                  <a:pt x="7525573" y="538280"/>
                </a:moveTo>
                <a:lnTo>
                  <a:pt x="7523983" y="542151"/>
                </a:lnTo>
                <a:lnTo>
                  <a:pt x="7523981" y="542150"/>
                </a:lnTo>
                <a:close/>
                <a:moveTo>
                  <a:pt x="7527601" y="533343"/>
                </a:moveTo>
                <a:cubicBezTo>
                  <a:pt x="7535412" y="536562"/>
                  <a:pt x="7543222" y="539795"/>
                  <a:pt x="7551032" y="543039"/>
                </a:cubicBezTo>
                <a:lnTo>
                  <a:pt x="7549825" y="545973"/>
                </a:lnTo>
                <a:lnTo>
                  <a:pt x="7526394" y="536283"/>
                </a:lnTo>
                <a:lnTo>
                  <a:pt x="7525573" y="538280"/>
                </a:lnTo>
                <a:close/>
                <a:moveTo>
                  <a:pt x="2106651" y="532492"/>
                </a:moveTo>
                <a:lnTo>
                  <a:pt x="2109956" y="540527"/>
                </a:lnTo>
                <a:lnTo>
                  <a:pt x="2107858" y="535432"/>
                </a:lnTo>
                <a:lnTo>
                  <a:pt x="2084423" y="545108"/>
                </a:lnTo>
                <a:lnTo>
                  <a:pt x="2083208" y="542176"/>
                </a:lnTo>
                <a:cubicBezTo>
                  <a:pt x="2091012" y="538937"/>
                  <a:pt x="2098828" y="535705"/>
                  <a:pt x="2106651" y="532492"/>
                </a:cubicBezTo>
                <a:close/>
                <a:moveTo>
                  <a:pt x="2131341" y="525831"/>
                </a:moveTo>
                <a:lnTo>
                  <a:pt x="2131833" y="527041"/>
                </a:lnTo>
                <a:lnTo>
                  <a:pt x="2131340" y="525831"/>
                </a:lnTo>
                <a:close/>
                <a:moveTo>
                  <a:pt x="2156051" y="519259"/>
                </a:moveTo>
                <a:lnTo>
                  <a:pt x="2158423" y="525151"/>
                </a:lnTo>
                <a:cubicBezTo>
                  <a:pt x="2150580" y="528307"/>
                  <a:pt x="2142752" y="531476"/>
                  <a:pt x="2134928" y="534657"/>
                </a:cubicBezTo>
                <a:lnTo>
                  <a:pt x="2131833" y="527041"/>
                </a:lnTo>
                <a:lnTo>
                  <a:pt x="2133734" y="531711"/>
                </a:lnTo>
                <a:cubicBezTo>
                  <a:pt x="2141563" y="528530"/>
                  <a:pt x="2149393" y="525361"/>
                  <a:pt x="2157236" y="522205"/>
                </a:cubicBezTo>
                <a:close/>
                <a:moveTo>
                  <a:pt x="7479342" y="517138"/>
                </a:moveTo>
                <a:lnTo>
                  <a:pt x="7479354" y="517143"/>
                </a:lnTo>
                <a:lnTo>
                  <a:pt x="7478223" y="519940"/>
                </a:lnTo>
                <a:close/>
                <a:moveTo>
                  <a:pt x="2154866" y="516312"/>
                </a:moveTo>
                <a:lnTo>
                  <a:pt x="2156051" y="519259"/>
                </a:lnTo>
                <a:lnTo>
                  <a:pt x="2154865" y="516313"/>
                </a:lnTo>
                <a:close/>
                <a:moveTo>
                  <a:pt x="7480548" y="514191"/>
                </a:moveTo>
                <a:cubicBezTo>
                  <a:pt x="7488422" y="517354"/>
                  <a:pt x="7496232" y="520535"/>
                  <a:pt x="7504107" y="523729"/>
                </a:cubicBezTo>
                <a:lnTo>
                  <a:pt x="7499281" y="535489"/>
                </a:lnTo>
                <a:cubicBezTo>
                  <a:pt x="7491469" y="532301"/>
                  <a:pt x="7483659" y="529126"/>
                  <a:pt x="7475785" y="525971"/>
                </a:cubicBezTo>
                <a:lnTo>
                  <a:pt x="7478223" y="519940"/>
                </a:lnTo>
                <a:lnTo>
                  <a:pt x="7476992" y="523024"/>
                </a:lnTo>
                <a:cubicBezTo>
                  <a:pt x="7484802" y="526186"/>
                  <a:pt x="7492676" y="529361"/>
                  <a:pt x="7500487" y="532549"/>
                </a:cubicBezTo>
                <a:lnTo>
                  <a:pt x="7502900" y="526669"/>
                </a:lnTo>
                <a:lnTo>
                  <a:pt x="7479354" y="517143"/>
                </a:lnTo>
                <a:close/>
                <a:moveTo>
                  <a:pt x="2153679" y="513366"/>
                </a:moveTo>
                <a:lnTo>
                  <a:pt x="2154865" y="516313"/>
                </a:lnTo>
                <a:lnTo>
                  <a:pt x="2131341" y="525831"/>
                </a:lnTo>
                <a:lnTo>
                  <a:pt x="2130146" y="522891"/>
                </a:lnTo>
                <a:cubicBezTo>
                  <a:pt x="2137982" y="519703"/>
                  <a:pt x="2145830" y="516528"/>
                  <a:pt x="2153679" y="513366"/>
                </a:cubicBezTo>
                <a:close/>
                <a:moveTo>
                  <a:pt x="7455757" y="507672"/>
                </a:moveTo>
                <a:lnTo>
                  <a:pt x="7455782" y="507682"/>
                </a:lnTo>
                <a:lnTo>
                  <a:pt x="7453433" y="513582"/>
                </a:lnTo>
                <a:lnTo>
                  <a:pt x="7453407" y="513572"/>
                </a:lnTo>
                <a:close/>
                <a:moveTo>
                  <a:pt x="2178426" y="506876"/>
                </a:moveTo>
                <a:lnTo>
                  <a:pt x="2178507" y="507081"/>
                </a:lnTo>
                <a:lnTo>
                  <a:pt x="2178425" y="506876"/>
                </a:lnTo>
                <a:close/>
                <a:moveTo>
                  <a:pt x="7429826" y="504234"/>
                </a:moveTo>
                <a:lnTo>
                  <a:pt x="7453407" y="513572"/>
                </a:lnTo>
                <a:lnTo>
                  <a:pt x="7452227" y="516534"/>
                </a:lnTo>
                <a:cubicBezTo>
                  <a:pt x="7444417" y="513404"/>
                  <a:pt x="7436543" y="510286"/>
                  <a:pt x="7428669" y="507181"/>
                </a:cubicBezTo>
                <a:close/>
                <a:moveTo>
                  <a:pt x="2204346" y="503442"/>
                </a:moveTo>
                <a:lnTo>
                  <a:pt x="2205508" y="506393"/>
                </a:lnTo>
                <a:cubicBezTo>
                  <a:pt x="2197653" y="509492"/>
                  <a:pt x="2189798" y="512604"/>
                  <a:pt x="2181956" y="515728"/>
                </a:cubicBezTo>
                <a:lnTo>
                  <a:pt x="2178507" y="507081"/>
                </a:lnTo>
                <a:lnTo>
                  <a:pt x="2180781" y="512775"/>
                </a:lnTo>
                <a:close/>
                <a:moveTo>
                  <a:pt x="7431024" y="501181"/>
                </a:moveTo>
                <a:lnTo>
                  <a:pt x="7429826" y="504234"/>
                </a:lnTo>
                <a:lnTo>
                  <a:pt x="7429811" y="504228"/>
                </a:lnTo>
                <a:close/>
                <a:moveTo>
                  <a:pt x="2203225" y="500598"/>
                </a:moveTo>
                <a:lnTo>
                  <a:pt x="2204346" y="503441"/>
                </a:lnTo>
                <a:lnTo>
                  <a:pt x="2204346" y="503442"/>
                </a:lnTo>
                <a:close/>
                <a:moveTo>
                  <a:pt x="7433304" y="495370"/>
                </a:moveTo>
                <a:cubicBezTo>
                  <a:pt x="7441242" y="498475"/>
                  <a:pt x="7449052" y="501599"/>
                  <a:pt x="7456926" y="504736"/>
                </a:cubicBezTo>
                <a:lnTo>
                  <a:pt x="7455757" y="507672"/>
                </a:lnTo>
                <a:lnTo>
                  <a:pt x="7432161" y="498323"/>
                </a:lnTo>
                <a:lnTo>
                  <a:pt x="7431024" y="501181"/>
                </a:lnTo>
                <a:close/>
                <a:moveTo>
                  <a:pt x="2200853" y="494576"/>
                </a:moveTo>
                <a:lnTo>
                  <a:pt x="2203225" y="500598"/>
                </a:lnTo>
                <a:lnTo>
                  <a:pt x="2202016" y="497529"/>
                </a:lnTo>
                <a:lnTo>
                  <a:pt x="2178426" y="506876"/>
                </a:lnTo>
                <a:lnTo>
                  <a:pt x="2177250" y="503930"/>
                </a:lnTo>
                <a:cubicBezTo>
                  <a:pt x="2185111" y="500799"/>
                  <a:pt x="2192980" y="497681"/>
                  <a:pt x="2200853" y="494576"/>
                </a:cubicBezTo>
                <a:close/>
                <a:moveTo>
                  <a:pt x="2226857" y="491473"/>
                </a:moveTo>
                <a:lnTo>
                  <a:pt x="2227919" y="494195"/>
                </a:lnTo>
                <a:lnTo>
                  <a:pt x="2227918" y="494195"/>
                </a:lnTo>
                <a:close/>
                <a:moveTo>
                  <a:pt x="7408538" y="489058"/>
                </a:moveTo>
                <a:lnTo>
                  <a:pt x="7408539" y="489058"/>
                </a:lnTo>
                <a:lnTo>
                  <a:pt x="7406592" y="494094"/>
                </a:lnTo>
                <a:close/>
                <a:moveTo>
                  <a:pt x="7384266" y="481557"/>
                </a:moveTo>
                <a:lnTo>
                  <a:pt x="7382631" y="485794"/>
                </a:lnTo>
                <a:cubicBezTo>
                  <a:pt x="7390505" y="488836"/>
                  <a:pt x="7398379" y="491896"/>
                  <a:pt x="7406253" y="494970"/>
                </a:cubicBezTo>
                <a:lnTo>
                  <a:pt x="7406592" y="494094"/>
                </a:lnTo>
                <a:lnTo>
                  <a:pt x="7405110" y="497929"/>
                </a:lnTo>
                <a:cubicBezTo>
                  <a:pt x="7397236" y="494855"/>
                  <a:pt x="7389362" y="491801"/>
                  <a:pt x="7381488" y="488753"/>
                </a:cubicBezTo>
                <a:close/>
                <a:moveTo>
                  <a:pt x="7384917" y="479870"/>
                </a:moveTo>
                <a:lnTo>
                  <a:pt x="7384917" y="479870"/>
                </a:lnTo>
                <a:lnTo>
                  <a:pt x="7384266" y="481557"/>
                </a:lnTo>
                <a:close/>
                <a:moveTo>
                  <a:pt x="7386060" y="476910"/>
                </a:moveTo>
                <a:cubicBezTo>
                  <a:pt x="7393934" y="479958"/>
                  <a:pt x="7401807" y="483019"/>
                  <a:pt x="7409681" y="486099"/>
                </a:cubicBezTo>
                <a:lnTo>
                  <a:pt x="7408538" y="489058"/>
                </a:lnTo>
                <a:lnTo>
                  <a:pt x="7384917" y="479870"/>
                </a:lnTo>
                <a:close/>
                <a:moveTo>
                  <a:pt x="2248110" y="476142"/>
                </a:moveTo>
                <a:lnTo>
                  <a:pt x="2252682" y="487991"/>
                </a:lnTo>
                <a:cubicBezTo>
                  <a:pt x="2244803" y="491033"/>
                  <a:pt x="2236934" y="494087"/>
                  <a:pt x="2229073" y="497154"/>
                </a:cubicBezTo>
                <a:lnTo>
                  <a:pt x="2227919" y="494195"/>
                </a:lnTo>
                <a:lnTo>
                  <a:pt x="2251539" y="485032"/>
                </a:lnTo>
                <a:lnTo>
                  <a:pt x="2249253" y="479107"/>
                </a:lnTo>
                <a:cubicBezTo>
                  <a:pt x="2241366" y="482149"/>
                  <a:pt x="2233486" y="485210"/>
                  <a:pt x="2225613" y="488277"/>
                </a:cubicBezTo>
                <a:lnTo>
                  <a:pt x="2226857" y="491473"/>
                </a:lnTo>
                <a:lnTo>
                  <a:pt x="2224456" y="485318"/>
                </a:lnTo>
                <a:cubicBezTo>
                  <a:pt x="2232336" y="482251"/>
                  <a:pt x="2240217" y="479190"/>
                  <a:pt x="2248110" y="476142"/>
                </a:cubicBezTo>
                <a:close/>
                <a:moveTo>
                  <a:pt x="7361190" y="470748"/>
                </a:moveTo>
                <a:lnTo>
                  <a:pt x="7361232" y="470764"/>
                </a:lnTo>
                <a:lnTo>
                  <a:pt x="7358945" y="476695"/>
                </a:lnTo>
                <a:lnTo>
                  <a:pt x="7358931" y="476690"/>
                </a:lnTo>
                <a:close/>
                <a:moveTo>
                  <a:pt x="2272927" y="470014"/>
                </a:moveTo>
                <a:lnTo>
                  <a:pt x="2273239" y="470834"/>
                </a:lnTo>
                <a:lnTo>
                  <a:pt x="2272926" y="470014"/>
                </a:lnTo>
                <a:close/>
                <a:moveTo>
                  <a:pt x="7335223" y="467695"/>
                </a:moveTo>
                <a:lnTo>
                  <a:pt x="7358931" y="476690"/>
                </a:lnTo>
                <a:lnTo>
                  <a:pt x="7357802" y="479660"/>
                </a:lnTo>
                <a:cubicBezTo>
                  <a:pt x="7349928" y="476644"/>
                  <a:pt x="7341991" y="473640"/>
                  <a:pt x="7334117" y="470649"/>
                </a:cubicBezTo>
                <a:close/>
                <a:moveTo>
                  <a:pt x="7336359" y="464661"/>
                </a:moveTo>
                <a:lnTo>
                  <a:pt x="7335223" y="467695"/>
                </a:lnTo>
                <a:lnTo>
                  <a:pt x="7335196" y="467684"/>
                </a:lnTo>
                <a:close/>
                <a:moveTo>
                  <a:pt x="2297713" y="463828"/>
                </a:moveTo>
                <a:lnTo>
                  <a:pt x="2300015" y="469919"/>
                </a:lnTo>
                <a:cubicBezTo>
                  <a:pt x="2292109" y="472904"/>
                  <a:pt x="2284216" y="475901"/>
                  <a:pt x="2276324" y="478917"/>
                </a:cubicBezTo>
                <a:lnTo>
                  <a:pt x="2273239" y="470834"/>
                </a:lnTo>
                <a:lnTo>
                  <a:pt x="2275193" y="475952"/>
                </a:lnTo>
                <a:cubicBezTo>
                  <a:pt x="2283086" y="472935"/>
                  <a:pt x="2290985" y="469938"/>
                  <a:pt x="2298891" y="466947"/>
                </a:cubicBezTo>
                <a:close/>
                <a:moveTo>
                  <a:pt x="2296649" y="461010"/>
                </a:moveTo>
                <a:lnTo>
                  <a:pt x="2297713" y="463828"/>
                </a:lnTo>
                <a:lnTo>
                  <a:pt x="2296649" y="461011"/>
                </a:lnTo>
                <a:close/>
                <a:moveTo>
                  <a:pt x="7338562" y="458775"/>
                </a:moveTo>
                <a:cubicBezTo>
                  <a:pt x="7346499" y="461766"/>
                  <a:pt x="7354437" y="464776"/>
                  <a:pt x="7362311" y="467798"/>
                </a:cubicBezTo>
                <a:lnTo>
                  <a:pt x="7361190" y="470748"/>
                </a:lnTo>
                <a:lnTo>
                  <a:pt x="7337482" y="461740"/>
                </a:lnTo>
                <a:lnTo>
                  <a:pt x="7336359" y="464661"/>
                </a:lnTo>
                <a:close/>
                <a:moveTo>
                  <a:pt x="2295526" y="458038"/>
                </a:moveTo>
                <a:lnTo>
                  <a:pt x="2296649" y="461011"/>
                </a:lnTo>
                <a:lnTo>
                  <a:pt x="2272927" y="470014"/>
                </a:lnTo>
                <a:lnTo>
                  <a:pt x="2271795" y="467049"/>
                </a:lnTo>
                <a:cubicBezTo>
                  <a:pt x="2279701" y="464033"/>
                  <a:pt x="2287607" y="461029"/>
                  <a:pt x="2295526" y="458038"/>
                </a:cubicBezTo>
                <a:close/>
                <a:moveTo>
                  <a:pt x="2320775" y="453073"/>
                </a:moveTo>
                <a:lnTo>
                  <a:pt x="2322628" y="458032"/>
                </a:lnTo>
                <a:lnTo>
                  <a:pt x="2322627" y="458032"/>
                </a:lnTo>
                <a:close/>
                <a:moveTo>
                  <a:pt x="2346407" y="449194"/>
                </a:moveTo>
                <a:lnTo>
                  <a:pt x="2347507" y="452171"/>
                </a:lnTo>
                <a:cubicBezTo>
                  <a:pt x="2339575" y="455105"/>
                  <a:pt x="2331657" y="458051"/>
                  <a:pt x="2323739" y="461004"/>
                </a:cubicBezTo>
                <a:lnTo>
                  <a:pt x="2322628" y="458032"/>
                </a:lnTo>
                <a:close/>
                <a:moveTo>
                  <a:pt x="2345588" y="446975"/>
                </a:moveTo>
                <a:lnTo>
                  <a:pt x="2346408" y="449193"/>
                </a:lnTo>
                <a:lnTo>
                  <a:pt x="2346407" y="449194"/>
                </a:lnTo>
                <a:close/>
                <a:moveTo>
                  <a:pt x="7289857" y="443948"/>
                </a:moveTo>
                <a:lnTo>
                  <a:pt x="7289884" y="443958"/>
                </a:lnTo>
                <a:lnTo>
                  <a:pt x="7288764" y="446962"/>
                </a:lnTo>
                <a:close/>
                <a:moveTo>
                  <a:pt x="7291000" y="440969"/>
                </a:moveTo>
                <a:cubicBezTo>
                  <a:pt x="7298938" y="443909"/>
                  <a:pt x="7306875" y="446862"/>
                  <a:pt x="7314813" y="449828"/>
                </a:cubicBezTo>
                <a:lnTo>
                  <a:pt x="7310368" y="461721"/>
                </a:lnTo>
                <a:cubicBezTo>
                  <a:pt x="7302431" y="458762"/>
                  <a:pt x="7294493" y="455816"/>
                  <a:pt x="7286556" y="452876"/>
                </a:cubicBezTo>
                <a:lnTo>
                  <a:pt x="7288764" y="446962"/>
                </a:lnTo>
                <a:lnTo>
                  <a:pt x="7287698" y="449898"/>
                </a:lnTo>
                <a:cubicBezTo>
                  <a:pt x="7295636" y="452838"/>
                  <a:pt x="7303573" y="455784"/>
                  <a:pt x="7311447" y="458749"/>
                </a:cubicBezTo>
                <a:lnTo>
                  <a:pt x="7313669" y="452800"/>
                </a:lnTo>
                <a:lnTo>
                  <a:pt x="7289884" y="443958"/>
                </a:lnTo>
                <a:close/>
                <a:moveTo>
                  <a:pt x="2343106" y="440258"/>
                </a:moveTo>
                <a:lnTo>
                  <a:pt x="2345588" y="446975"/>
                </a:lnTo>
                <a:lnTo>
                  <a:pt x="2344204" y="443236"/>
                </a:lnTo>
                <a:cubicBezTo>
                  <a:pt x="2336267" y="446176"/>
                  <a:pt x="2328329" y="449123"/>
                  <a:pt x="2320405" y="452082"/>
                </a:cubicBezTo>
                <a:lnTo>
                  <a:pt x="2320775" y="453073"/>
                </a:lnTo>
                <a:lnTo>
                  <a:pt x="2319294" y="449110"/>
                </a:lnTo>
                <a:cubicBezTo>
                  <a:pt x="2327224" y="446145"/>
                  <a:pt x="2335162" y="443198"/>
                  <a:pt x="2343106" y="440258"/>
                </a:cubicBezTo>
                <a:close/>
                <a:moveTo>
                  <a:pt x="2369157" y="437668"/>
                </a:moveTo>
                <a:lnTo>
                  <a:pt x="2370179" y="440461"/>
                </a:lnTo>
                <a:lnTo>
                  <a:pt x="2370176" y="440461"/>
                </a:lnTo>
                <a:close/>
                <a:moveTo>
                  <a:pt x="7242232" y="426517"/>
                </a:moveTo>
                <a:lnTo>
                  <a:pt x="7240073" y="432486"/>
                </a:lnTo>
                <a:cubicBezTo>
                  <a:pt x="7248011" y="435362"/>
                  <a:pt x="7255948" y="438252"/>
                  <a:pt x="7263886" y="441154"/>
                </a:cubicBezTo>
                <a:lnTo>
                  <a:pt x="7266044" y="435185"/>
                </a:lnTo>
                <a:cubicBezTo>
                  <a:pt x="7258107" y="432283"/>
                  <a:pt x="7250169" y="429393"/>
                  <a:pt x="7242232" y="426517"/>
                </a:cubicBezTo>
                <a:close/>
                <a:moveTo>
                  <a:pt x="7243312" y="423526"/>
                </a:moveTo>
                <a:cubicBezTo>
                  <a:pt x="7251249" y="426409"/>
                  <a:pt x="7259187" y="429298"/>
                  <a:pt x="7267188" y="432206"/>
                </a:cubicBezTo>
                <a:lnTo>
                  <a:pt x="7262807" y="444132"/>
                </a:lnTo>
                <a:cubicBezTo>
                  <a:pt x="7254869" y="441230"/>
                  <a:pt x="7246932" y="438347"/>
                  <a:pt x="7238994" y="435470"/>
                </a:cubicBezTo>
                <a:close/>
                <a:moveTo>
                  <a:pt x="2390745" y="422853"/>
                </a:moveTo>
                <a:lnTo>
                  <a:pt x="2395055" y="434791"/>
                </a:lnTo>
                <a:cubicBezTo>
                  <a:pt x="2387118" y="437661"/>
                  <a:pt x="2379187" y="440544"/>
                  <a:pt x="2371269" y="443440"/>
                </a:cubicBezTo>
                <a:lnTo>
                  <a:pt x="2370179" y="440461"/>
                </a:lnTo>
                <a:lnTo>
                  <a:pt x="2393976" y="431806"/>
                </a:lnTo>
                <a:lnTo>
                  <a:pt x="2391817" y="425837"/>
                </a:lnTo>
                <a:cubicBezTo>
                  <a:pt x="2383874" y="428708"/>
                  <a:pt x="2375930" y="431597"/>
                  <a:pt x="2367998" y="434492"/>
                </a:cubicBezTo>
                <a:lnTo>
                  <a:pt x="2369157" y="437668"/>
                </a:lnTo>
                <a:lnTo>
                  <a:pt x="2366906" y="431514"/>
                </a:lnTo>
                <a:cubicBezTo>
                  <a:pt x="2374843" y="428612"/>
                  <a:pt x="2382787" y="425723"/>
                  <a:pt x="2390745" y="422853"/>
                </a:cubicBezTo>
                <a:close/>
                <a:moveTo>
                  <a:pt x="7218356" y="417925"/>
                </a:moveTo>
                <a:lnTo>
                  <a:pt x="7218357" y="417925"/>
                </a:lnTo>
                <a:lnTo>
                  <a:pt x="7216850" y="422096"/>
                </a:lnTo>
                <a:close/>
                <a:moveTo>
                  <a:pt x="7193441" y="412206"/>
                </a:moveTo>
                <a:lnTo>
                  <a:pt x="7192321" y="415404"/>
                </a:lnTo>
                <a:cubicBezTo>
                  <a:pt x="7200259" y="418224"/>
                  <a:pt x="7208260" y="421056"/>
                  <a:pt x="7216197" y="423901"/>
                </a:cubicBezTo>
                <a:lnTo>
                  <a:pt x="7216850" y="422096"/>
                </a:lnTo>
                <a:lnTo>
                  <a:pt x="7215118" y="426891"/>
                </a:lnTo>
                <a:cubicBezTo>
                  <a:pt x="7207181" y="424047"/>
                  <a:pt x="7199243" y="421215"/>
                  <a:pt x="7191242" y="418395"/>
                </a:cubicBezTo>
                <a:close/>
                <a:moveTo>
                  <a:pt x="7194417" y="409416"/>
                </a:moveTo>
                <a:lnTo>
                  <a:pt x="7194430" y="409421"/>
                </a:lnTo>
                <a:lnTo>
                  <a:pt x="7193441" y="412206"/>
                </a:lnTo>
                <a:close/>
                <a:moveTo>
                  <a:pt x="2439589" y="408762"/>
                </a:moveTo>
                <a:lnTo>
                  <a:pt x="2441256" y="413486"/>
                </a:lnTo>
                <a:lnTo>
                  <a:pt x="2439586" y="408763"/>
                </a:lnTo>
                <a:close/>
                <a:moveTo>
                  <a:pt x="7195496" y="406419"/>
                </a:moveTo>
                <a:cubicBezTo>
                  <a:pt x="7203497" y="409245"/>
                  <a:pt x="7211435" y="412083"/>
                  <a:pt x="7219436" y="414934"/>
                </a:cubicBezTo>
                <a:lnTo>
                  <a:pt x="7218356" y="417925"/>
                </a:lnTo>
                <a:lnTo>
                  <a:pt x="7194430" y="409421"/>
                </a:lnTo>
                <a:close/>
                <a:moveTo>
                  <a:pt x="2438527" y="405771"/>
                </a:moveTo>
                <a:lnTo>
                  <a:pt x="2439586" y="408763"/>
                </a:lnTo>
                <a:lnTo>
                  <a:pt x="2415687" y="417259"/>
                </a:lnTo>
                <a:lnTo>
                  <a:pt x="2417820" y="423240"/>
                </a:lnTo>
                <a:cubicBezTo>
                  <a:pt x="2425777" y="420395"/>
                  <a:pt x="2433733" y="417563"/>
                  <a:pt x="2441702" y="414750"/>
                </a:cubicBezTo>
                <a:lnTo>
                  <a:pt x="2441256" y="413486"/>
                </a:lnTo>
                <a:lnTo>
                  <a:pt x="2442763" y="417747"/>
                </a:lnTo>
                <a:cubicBezTo>
                  <a:pt x="2434800" y="420560"/>
                  <a:pt x="2426837" y="423386"/>
                  <a:pt x="2418887" y="426231"/>
                </a:cubicBezTo>
                <a:lnTo>
                  <a:pt x="2414614" y="414268"/>
                </a:lnTo>
                <a:cubicBezTo>
                  <a:pt x="2422583" y="411423"/>
                  <a:pt x="2430553" y="408591"/>
                  <a:pt x="2438527" y="405771"/>
                </a:cubicBezTo>
                <a:close/>
                <a:moveTo>
                  <a:pt x="7170449" y="400981"/>
                </a:moveTo>
                <a:lnTo>
                  <a:pt x="7170477" y="400990"/>
                </a:lnTo>
                <a:lnTo>
                  <a:pt x="7168381" y="406984"/>
                </a:lnTo>
                <a:lnTo>
                  <a:pt x="7168353" y="406975"/>
                </a:lnTo>
                <a:close/>
                <a:moveTo>
                  <a:pt x="2463528" y="400355"/>
                </a:moveTo>
                <a:lnTo>
                  <a:pt x="2465624" y="406349"/>
                </a:lnTo>
                <a:lnTo>
                  <a:pt x="2465623" y="406349"/>
                </a:lnTo>
                <a:lnTo>
                  <a:pt x="2463527" y="400355"/>
                </a:lnTo>
                <a:close/>
                <a:moveTo>
                  <a:pt x="7144394" y="398653"/>
                </a:moveTo>
                <a:lnTo>
                  <a:pt x="7168353" y="406975"/>
                </a:lnTo>
                <a:lnTo>
                  <a:pt x="7167302" y="409981"/>
                </a:lnTo>
                <a:cubicBezTo>
                  <a:pt x="7159365" y="407187"/>
                  <a:pt x="7151364" y="404412"/>
                  <a:pt x="7143363" y="401650"/>
                </a:cubicBezTo>
                <a:close/>
                <a:moveTo>
                  <a:pt x="2489581" y="398025"/>
                </a:moveTo>
                <a:lnTo>
                  <a:pt x="2490616" y="401028"/>
                </a:lnTo>
                <a:cubicBezTo>
                  <a:pt x="2482628" y="403784"/>
                  <a:pt x="2474647" y="406559"/>
                  <a:pt x="2466671" y="409346"/>
                </a:cubicBezTo>
                <a:lnTo>
                  <a:pt x="2465624" y="406349"/>
                </a:lnTo>
                <a:close/>
                <a:moveTo>
                  <a:pt x="7145495" y="395452"/>
                </a:moveTo>
                <a:lnTo>
                  <a:pt x="7144394" y="398653"/>
                </a:lnTo>
                <a:lnTo>
                  <a:pt x="7144379" y="398647"/>
                </a:lnTo>
                <a:close/>
                <a:moveTo>
                  <a:pt x="2488546" y="395024"/>
                </a:moveTo>
                <a:lnTo>
                  <a:pt x="2489581" y="398024"/>
                </a:lnTo>
                <a:lnTo>
                  <a:pt x="2489581" y="398025"/>
                </a:lnTo>
                <a:close/>
                <a:moveTo>
                  <a:pt x="7147490" y="389649"/>
                </a:moveTo>
                <a:cubicBezTo>
                  <a:pt x="7155492" y="392417"/>
                  <a:pt x="7163493" y="395199"/>
                  <a:pt x="7171494" y="397993"/>
                </a:cubicBezTo>
                <a:lnTo>
                  <a:pt x="7170449" y="400981"/>
                </a:lnTo>
                <a:lnTo>
                  <a:pt x="7146474" y="392646"/>
                </a:lnTo>
                <a:lnTo>
                  <a:pt x="7145495" y="395452"/>
                </a:lnTo>
                <a:close/>
                <a:moveTo>
                  <a:pt x="2486477" y="389020"/>
                </a:moveTo>
                <a:lnTo>
                  <a:pt x="2488546" y="395024"/>
                </a:lnTo>
                <a:lnTo>
                  <a:pt x="2487512" y="392024"/>
                </a:lnTo>
                <a:lnTo>
                  <a:pt x="2463528" y="400355"/>
                </a:lnTo>
                <a:lnTo>
                  <a:pt x="2462480" y="397358"/>
                </a:lnTo>
                <a:cubicBezTo>
                  <a:pt x="2470475" y="394564"/>
                  <a:pt x="2478470" y="391789"/>
                  <a:pt x="2486477" y="389020"/>
                </a:cubicBezTo>
                <a:close/>
                <a:moveTo>
                  <a:pt x="7122457" y="384392"/>
                </a:moveTo>
                <a:lnTo>
                  <a:pt x="7122471" y="384397"/>
                </a:lnTo>
                <a:lnTo>
                  <a:pt x="7120439" y="390404"/>
                </a:lnTo>
                <a:lnTo>
                  <a:pt x="7120397" y="390390"/>
                </a:lnTo>
                <a:close/>
                <a:moveTo>
                  <a:pt x="7096437" y="382257"/>
                </a:moveTo>
                <a:lnTo>
                  <a:pt x="7120397" y="390390"/>
                </a:lnTo>
                <a:lnTo>
                  <a:pt x="7119360" y="393408"/>
                </a:lnTo>
                <a:cubicBezTo>
                  <a:pt x="7111422" y="390684"/>
                  <a:pt x="7103421" y="387966"/>
                  <a:pt x="7095420" y="385267"/>
                </a:cubicBezTo>
                <a:close/>
                <a:moveTo>
                  <a:pt x="7098469" y="376238"/>
                </a:moveTo>
                <a:lnTo>
                  <a:pt x="7098470" y="376238"/>
                </a:lnTo>
                <a:lnTo>
                  <a:pt x="7096437" y="382257"/>
                </a:lnTo>
                <a:lnTo>
                  <a:pt x="7096436" y="382257"/>
                </a:lnTo>
                <a:close/>
                <a:moveTo>
                  <a:pt x="2535506" y="375641"/>
                </a:moveTo>
                <a:lnTo>
                  <a:pt x="2537537" y="381660"/>
                </a:lnTo>
                <a:lnTo>
                  <a:pt x="2537533" y="381662"/>
                </a:lnTo>
                <a:lnTo>
                  <a:pt x="2535504" y="375642"/>
                </a:lnTo>
                <a:close/>
                <a:moveTo>
                  <a:pt x="7099484" y="373234"/>
                </a:moveTo>
                <a:cubicBezTo>
                  <a:pt x="7107485" y="375939"/>
                  <a:pt x="7115486" y="378657"/>
                  <a:pt x="7123487" y="381394"/>
                </a:cubicBezTo>
                <a:lnTo>
                  <a:pt x="7122457" y="384392"/>
                </a:lnTo>
                <a:lnTo>
                  <a:pt x="7098470" y="376238"/>
                </a:lnTo>
                <a:close/>
                <a:moveTo>
                  <a:pt x="2534489" y="372631"/>
                </a:moveTo>
                <a:lnTo>
                  <a:pt x="2535504" y="375642"/>
                </a:lnTo>
                <a:lnTo>
                  <a:pt x="2511509" y="383788"/>
                </a:lnTo>
                <a:lnTo>
                  <a:pt x="2513559" y="389795"/>
                </a:lnTo>
                <a:lnTo>
                  <a:pt x="2537533" y="381662"/>
                </a:lnTo>
                <a:lnTo>
                  <a:pt x="2538546" y="384670"/>
                </a:lnTo>
                <a:cubicBezTo>
                  <a:pt x="2530552" y="387363"/>
                  <a:pt x="2522563" y="390074"/>
                  <a:pt x="2514581" y="392798"/>
                </a:cubicBezTo>
                <a:lnTo>
                  <a:pt x="2510480" y="380778"/>
                </a:lnTo>
                <a:cubicBezTo>
                  <a:pt x="2518475" y="378054"/>
                  <a:pt x="2526482" y="375336"/>
                  <a:pt x="2534489" y="372631"/>
                </a:cubicBezTo>
                <a:close/>
                <a:moveTo>
                  <a:pt x="2559540" y="367582"/>
                </a:moveTo>
                <a:lnTo>
                  <a:pt x="2560536" y="370568"/>
                </a:lnTo>
                <a:lnTo>
                  <a:pt x="2559539" y="367582"/>
                </a:lnTo>
                <a:close/>
                <a:moveTo>
                  <a:pt x="2585605" y="365634"/>
                </a:moveTo>
                <a:lnTo>
                  <a:pt x="2586597" y="368649"/>
                </a:lnTo>
                <a:cubicBezTo>
                  <a:pt x="2578577" y="371291"/>
                  <a:pt x="2570563" y="373952"/>
                  <a:pt x="2562555" y="376619"/>
                </a:cubicBezTo>
                <a:lnTo>
                  <a:pt x="2560536" y="370568"/>
                </a:lnTo>
                <a:lnTo>
                  <a:pt x="2561552" y="373609"/>
                </a:lnTo>
                <a:close/>
                <a:moveTo>
                  <a:pt x="2584693" y="362863"/>
                </a:moveTo>
                <a:lnTo>
                  <a:pt x="2585606" y="365633"/>
                </a:lnTo>
                <a:lnTo>
                  <a:pt x="2585605" y="365634"/>
                </a:lnTo>
                <a:close/>
                <a:moveTo>
                  <a:pt x="7050272" y="360178"/>
                </a:moveTo>
                <a:lnTo>
                  <a:pt x="7050286" y="360183"/>
                </a:lnTo>
                <a:lnTo>
                  <a:pt x="7049348" y="363012"/>
                </a:lnTo>
                <a:close/>
                <a:moveTo>
                  <a:pt x="7051288" y="357162"/>
                </a:moveTo>
                <a:cubicBezTo>
                  <a:pt x="7059352" y="359810"/>
                  <a:pt x="7067353" y="362477"/>
                  <a:pt x="7075418" y="365157"/>
                </a:cubicBezTo>
                <a:lnTo>
                  <a:pt x="7071354" y="377203"/>
                </a:lnTo>
                <a:cubicBezTo>
                  <a:pt x="7063353" y="374529"/>
                  <a:pt x="7055352" y="371869"/>
                  <a:pt x="7047287" y="369221"/>
                </a:cubicBezTo>
                <a:lnTo>
                  <a:pt x="7049348" y="363012"/>
                </a:lnTo>
                <a:lnTo>
                  <a:pt x="7048303" y="366211"/>
                </a:lnTo>
                <a:cubicBezTo>
                  <a:pt x="7056368" y="368853"/>
                  <a:pt x="7064369" y="371513"/>
                  <a:pt x="7072369" y="374193"/>
                </a:cubicBezTo>
                <a:lnTo>
                  <a:pt x="7074402" y="368167"/>
                </a:lnTo>
                <a:lnTo>
                  <a:pt x="7050286" y="360183"/>
                </a:lnTo>
                <a:close/>
                <a:moveTo>
                  <a:pt x="2582628" y="356591"/>
                </a:moveTo>
                <a:lnTo>
                  <a:pt x="2584693" y="362863"/>
                </a:lnTo>
                <a:lnTo>
                  <a:pt x="2583619" y="359607"/>
                </a:lnTo>
                <a:lnTo>
                  <a:pt x="2559540" y="367582"/>
                </a:lnTo>
                <a:lnTo>
                  <a:pt x="2558537" y="364573"/>
                </a:lnTo>
                <a:cubicBezTo>
                  <a:pt x="2566563" y="361893"/>
                  <a:pt x="2574589" y="359232"/>
                  <a:pt x="2582628" y="356591"/>
                </a:cubicBezTo>
                <a:close/>
                <a:moveTo>
                  <a:pt x="2607733" y="351706"/>
                </a:moveTo>
                <a:lnTo>
                  <a:pt x="2609699" y="357746"/>
                </a:lnTo>
                <a:lnTo>
                  <a:pt x="2609698" y="357746"/>
                </a:lnTo>
                <a:lnTo>
                  <a:pt x="2607730" y="351707"/>
                </a:lnTo>
                <a:close/>
                <a:moveTo>
                  <a:pt x="7000995" y="347575"/>
                </a:moveTo>
                <a:lnTo>
                  <a:pt x="7000058" y="350500"/>
                </a:lnTo>
                <a:lnTo>
                  <a:pt x="7000044" y="350495"/>
                </a:lnTo>
                <a:close/>
                <a:moveTo>
                  <a:pt x="7002964" y="341427"/>
                </a:moveTo>
                <a:cubicBezTo>
                  <a:pt x="7011029" y="344018"/>
                  <a:pt x="7019094" y="346628"/>
                  <a:pt x="7027157" y="349250"/>
                </a:cubicBezTo>
                <a:lnTo>
                  <a:pt x="7023221" y="361328"/>
                </a:lnTo>
                <a:cubicBezTo>
                  <a:pt x="7015157" y="358712"/>
                  <a:pt x="7007156" y="356108"/>
                  <a:pt x="6999091" y="353517"/>
                </a:cubicBezTo>
                <a:lnTo>
                  <a:pt x="7000058" y="350500"/>
                </a:lnTo>
                <a:lnTo>
                  <a:pt x="7024173" y="358311"/>
                </a:lnTo>
                <a:lnTo>
                  <a:pt x="7026142" y="352273"/>
                </a:lnTo>
                <a:cubicBezTo>
                  <a:pt x="7018141" y="349650"/>
                  <a:pt x="7010076" y="347040"/>
                  <a:pt x="7002012" y="344449"/>
                </a:cubicBezTo>
                <a:lnTo>
                  <a:pt x="7000995" y="347575"/>
                </a:lnTo>
                <a:close/>
                <a:moveTo>
                  <a:pt x="2630913" y="340874"/>
                </a:moveTo>
                <a:lnTo>
                  <a:pt x="2634799" y="352971"/>
                </a:lnTo>
                <a:cubicBezTo>
                  <a:pt x="2626754" y="355556"/>
                  <a:pt x="2618716" y="358153"/>
                  <a:pt x="2610682" y="360769"/>
                </a:cubicBezTo>
                <a:lnTo>
                  <a:pt x="2609699" y="357746"/>
                </a:lnTo>
                <a:lnTo>
                  <a:pt x="2633828" y="349949"/>
                </a:lnTo>
                <a:lnTo>
                  <a:pt x="2631885" y="343903"/>
                </a:lnTo>
                <a:lnTo>
                  <a:pt x="2607733" y="351706"/>
                </a:lnTo>
                <a:lnTo>
                  <a:pt x="2606752" y="348691"/>
                </a:lnTo>
                <a:cubicBezTo>
                  <a:pt x="2614797" y="346075"/>
                  <a:pt x="2622855" y="343465"/>
                  <a:pt x="2630913" y="340874"/>
                </a:cubicBezTo>
                <a:close/>
                <a:moveTo>
                  <a:pt x="6977805" y="336705"/>
                </a:moveTo>
                <a:lnTo>
                  <a:pt x="6977819" y="336709"/>
                </a:lnTo>
                <a:lnTo>
                  <a:pt x="6976858" y="339663"/>
                </a:lnTo>
                <a:close/>
                <a:moveTo>
                  <a:pt x="2656075" y="336175"/>
                </a:moveTo>
                <a:lnTo>
                  <a:pt x="2657840" y="341737"/>
                </a:lnTo>
                <a:lnTo>
                  <a:pt x="2656073" y="336175"/>
                </a:lnTo>
                <a:close/>
                <a:moveTo>
                  <a:pt x="6951720" y="335135"/>
                </a:moveTo>
                <a:lnTo>
                  <a:pt x="6975850" y="342760"/>
                </a:lnTo>
                <a:lnTo>
                  <a:pt x="6976858" y="339663"/>
                </a:lnTo>
                <a:lnTo>
                  <a:pt x="6974897" y="345789"/>
                </a:lnTo>
                <a:cubicBezTo>
                  <a:pt x="6966832" y="343230"/>
                  <a:pt x="6958831" y="340690"/>
                  <a:pt x="6950768" y="338163"/>
                </a:cubicBezTo>
                <a:close/>
                <a:moveTo>
                  <a:pt x="2681435" y="332362"/>
                </a:moveTo>
                <a:lnTo>
                  <a:pt x="2683091" y="337636"/>
                </a:lnTo>
                <a:cubicBezTo>
                  <a:pt x="2675040" y="340163"/>
                  <a:pt x="2666994" y="342703"/>
                  <a:pt x="2658955" y="345249"/>
                </a:cubicBezTo>
                <a:lnTo>
                  <a:pt x="2657840" y="341737"/>
                </a:lnTo>
                <a:lnTo>
                  <a:pt x="2657996" y="342227"/>
                </a:lnTo>
                <a:cubicBezTo>
                  <a:pt x="2666035" y="339674"/>
                  <a:pt x="2674088" y="337134"/>
                  <a:pt x="2682139" y="334607"/>
                </a:cubicBezTo>
                <a:close/>
                <a:moveTo>
                  <a:pt x="6953625" y="329070"/>
                </a:moveTo>
                <a:lnTo>
                  <a:pt x="6953625" y="329070"/>
                </a:lnTo>
                <a:lnTo>
                  <a:pt x="6951720" y="335135"/>
                </a:lnTo>
                <a:lnTo>
                  <a:pt x="6951719" y="335134"/>
                </a:lnTo>
                <a:close/>
                <a:moveTo>
                  <a:pt x="2680240" y="328549"/>
                </a:moveTo>
                <a:lnTo>
                  <a:pt x="2681435" y="332362"/>
                </a:lnTo>
                <a:lnTo>
                  <a:pt x="2680239" y="328550"/>
                </a:lnTo>
                <a:close/>
                <a:moveTo>
                  <a:pt x="6954577" y="326041"/>
                </a:moveTo>
                <a:cubicBezTo>
                  <a:pt x="6962642" y="328574"/>
                  <a:pt x="6970707" y="331121"/>
                  <a:pt x="6978771" y="333686"/>
                </a:cubicBezTo>
                <a:lnTo>
                  <a:pt x="6977805" y="336705"/>
                </a:lnTo>
                <a:lnTo>
                  <a:pt x="6953625" y="329070"/>
                </a:lnTo>
                <a:close/>
                <a:moveTo>
                  <a:pt x="2679287" y="325520"/>
                </a:moveTo>
                <a:lnTo>
                  <a:pt x="2680239" y="328550"/>
                </a:lnTo>
                <a:lnTo>
                  <a:pt x="2656075" y="336175"/>
                </a:lnTo>
                <a:lnTo>
                  <a:pt x="2655113" y="333146"/>
                </a:lnTo>
                <a:cubicBezTo>
                  <a:pt x="2663165" y="330594"/>
                  <a:pt x="2671223" y="328047"/>
                  <a:pt x="2679287" y="325520"/>
                </a:cubicBezTo>
                <a:close/>
                <a:moveTo>
                  <a:pt x="6928393" y="324732"/>
                </a:moveTo>
                <a:lnTo>
                  <a:pt x="6927526" y="327584"/>
                </a:lnTo>
                <a:lnTo>
                  <a:pt x="6927513" y="327580"/>
                </a:lnTo>
                <a:close/>
                <a:moveTo>
                  <a:pt x="2704441" y="321012"/>
                </a:moveTo>
                <a:lnTo>
                  <a:pt x="2704937" y="322616"/>
                </a:lnTo>
                <a:lnTo>
                  <a:pt x="2704440" y="321012"/>
                </a:lnTo>
                <a:close/>
                <a:moveTo>
                  <a:pt x="6904134" y="317274"/>
                </a:moveTo>
                <a:lnTo>
                  <a:pt x="6903269" y="320123"/>
                </a:lnTo>
                <a:lnTo>
                  <a:pt x="6927513" y="327580"/>
                </a:lnTo>
                <a:lnTo>
                  <a:pt x="6926574" y="330619"/>
                </a:lnTo>
                <a:cubicBezTo>
                  <a:pt x="6918509" y="328117"/>
                  <a:pt x="6910444" y="325634"/>
                  <a:pt x="6902317" y="323164"/>
                </a:cubicBezTo>
                <a:close/>
                <a:moveTo>
                  <a:pt x="6905111" y="314052"/>
                </a:moveTo>
                <a:lnTo>
                  <a:pt x="6905126" y="314057"/>
                </a:lnTo>
                <a:lnTo>
                  <a:pt x="6904134" y="317274"/>
                </a:lnTo>
                <a:close/>
                <a:moveTo>
                  <a:pt x="6906063" y="311017"/>
                </a:moveTo>
                <a:cubicBezTo>
                  <a:pt x="6914128" y="313493"/>
                  <a:pt x="6922256" y="315982"/>
                  <a:pt x="6930320" y="318491"/>
                </a:cubicBezTo>
                <a:lnTo>
                  <a:pt x="6928393" y="324732"/>
                </a:lnTo>
                <a:lnTo>
                  <a:pt x="6929368" y="321520"/>
                </a:lnTo>
                <a:lnTo>
                  <a:pt x="6905126" y="314057"/>
                </a:lnTo>
                <a:close/>
                <a:moveTo>
                  <a:pt x="2727751" y="310515"/>
                </a:moveTo>
                <a:lnTo>
                  <a:pt x="2731459" y="322663"/>
                </a:lnTo>
                <a:cubicBezTo>
                  <a:pt x="2723388" y="325133"/>
                  <a:pt x="2715317" y="327616"/>
                  <a:pt x="2707259" y="330111"/>
                </a:cubicBezTo>
                <a:lnTo>
                  <a:pt x="2704937" y="322616"/>
                </a:lnTo>
                <a:lnTo>
                  <a:pt x="2706320" y="327076"/>
                </a:lnTo>
                <a:cubicBezTo>
                  <a:pt x="2714384" y="324580"/>
                  <a:pt x="2722455" y="322097"/>
                  <a:pt x="2730532" y="319627"/>
                </a:cubicBezTo>
                <a:lnTo>
                  <a:pt x="2728678" y="313557"/>
                </a:lnTo>
                <a:lnTo>
                  <a:pt x="2704441" y="321012"/>
                </a:lnTo>
                <a:lnTo>
                  <a:pt x="2703500" y="317976"/>
                </a:lnTo>
                <a:cubicBezTo>
                  <a:pt x="2711577" y="315474"/>
                  <a:pt x="2719661" y="312991"/>
                  <a:pt x="2727751" y="310515"/>
                </a:cubicBezTo>
                <a:close/>
                <a:moveTo>
                  <a:pt x="6880826" y="306659"/>
                </a:moveTo>
                <a:lnTo>
                  <a:pt x="6880854" y="306667"/>
                </a:lnTo>
                <a:lnTo>
                  <a:pt x="6879012" y="312750"/>
                </a:lnTo>
                <a:lnTo>
                  <a:pt x="6878983" y="312741"/>
                </a:lnTo>
                <a:close/>
                <a:moveTo>
                  <a:pt x="2752951" y="306183"/>
                </a:moveTo>
                <a:lnTo>
                  <a:pt x="2754786" y="312261"/>
                </a:lnTo>
                <a:lnTo>
                  <a:pt x="2754784" y="312261"/>
                </a:lnTo>
                <a:lnTo>
                  <a:pt x="2752948" y="306184"/>
                </a:lnTo>
                <a:close/>
                <a:moveTo>
                  <a:pt x="6854707" y="305459"/>
                </a:moveTo>
                <a:lnTo>
                  <a:pt x="6878983" y="312741"/>
                </a:lnTo>
                <a:lnTo>
                  <a:pt x="6878060" y="315785"/>
                </a:lnTo>
                <a:cubicBezTo>
                  <a:pt x="6869995" y="313347"/>
                  <a:pt x="6861868" y="310915"/>
                  <a:pt x="6853803" y="308496"/>
                </a:cubicBezTo>
                <a:close/>
                <a:moveTo>
                  <a:pt x="2779072" y="304978"/>
                </a:moveTo>
                <a:lnTo>
                  <a:pt x="2779980" y="308026"/>
                </a:lnTo>
                <a:cubicBezTo>
                  <a:pt x="2771884" y="310432"/>
                  <a:pt x="2763787" y="312858"/>
                  <a:pt x="2755704" y="315303"/>
                </a:cubicBezTo>
                <a:lnTo>
                  <a:pt x="2754786" y="312261"/>
                </a:lnTo>
                <a:close/>
                <a:moveTo>
                  <a:pt x="6855611" y="302419"/>
                </a:moveTo>
                <a:lnTo>
                  <a:pt x="6854707" y="305459"/>
                </a:lnTo>
                <a:lnTo>
                  <a:pt x="6854692" y="305454"/>
                </a:lnTo>
                <a:close/>
                <a:moveTo>
                  <a:pt x="2777263" y="298895"/>
                </a:moveTo>
                <a:lnTo>
                  <a:pt x="2779073" y="304978"/>
                </a:lnTo>
                <a:lnTo>
                  <a:pt x="2779072" y="304978"/>
                </a:lnTo>
                <a:lnTo>
                  <a:pt x="2777261" y="298896"/>
                </a:lnTo>
                <a:close/>
                <a:moveTo>
                  <a:pt x="6857422" y="296329"/>
                </a:moveTo>
                <a:cubicBezTo>
                  <a:pt x="6865550" y="298748"/>
                  <a:pt x="6873678" y="301180"/>
                  <a:pt x="6881743" y="303632"/>
                </a:cubicBezTo>
                <a:lnTo>
                  <a:pt x="6880826" y="306659"/>
                </a:lnTo>
                <a:lnTo>
                  <a:pt x="6856533" y="299371"/>
                </a:lnTo>
                <a:lnTo>
                  <a:pt x="6855611" y="302419"/>
                </a:lnTo>
                <a:close/>
                <a:moveTo>
                  <a:pt x="2776354" y="295853"/>
                </a:moveTo>
                <a:lnTo>
                  <a:pt x="2777261" y="298896"/>
                </a:lnTo>
                <a:lnTo>
                  <a:pt x="2752951" y="306183"/>
                </a:lnTo>
                <a:lnTo>
                  <a:pt x="2752033" y="303143"/>
                </a:lnTo>
                <a:cubicBezTo>
                  <a:pt x="2760137" y="300698"/>
                  <a:pt x="2768239" y="298266"/>
                  <a:pt x="2776354" y="295853"/>
                </a:cubicBezTo>
                <a:close/>
                <a:moveTo>
                  <a:pt x="6832149" y="292157"/>
                </a:moveTo>
                <a:lnTo>
                  <a:pt x="6832149" y="292157"/>
                </a:lnTo>
                <a:lnTo>
                  <a:pt x="6831503" y="294370"/>
                </a:lnTo>
                <a:close/>
                <a:moveTo>
                  <a:pt x="6805989" y="291129"/>
                </a:moveTo>
                <a:lnTo>
                  <a:pt x="6830371" y="298247"/>
                </a:lnTo>
                <a:lnTo>
                  <a:pt x="6831503" y="294370"/>
                </a:lnTo>
                <a:lnTo>
                  <a:pt x="6829482" y="301295"/>
                </a:lnTo>
                <a:cubicBezTo>
                  <a:pt x="6821355" y="298907"/>
                  <a:pt x="6813226" y="296539"/>
                  <a:pt x="6805098" y="294183"/>
                </a:cubicBezTo>
                <a:close/>
                <a:moveTo>
                  <a:pt x="6807765" y="285032"/>
                </a:moveTo>
                <a:lnTo>
                  <a:pt x="6807766" y="285033"/>
                </a:lnTo>
                <a:lnTo>
                  <a:pt x="6805989" y="291129"/>
                </a:lnTo>
                <a:lnTo>
                  <a:pt x="6805987" y="291128"/>
                </a:lnTo>
                <a:close/>
                <a:moveTo>
                  <a:pt x="2825960" y="284582"/>
                </a:moveTo>
                <a:cubicBezTo>
                  <a:pt x="2817838" y="286937"/>
                  <a:pt x="2809717" y="289306"/>
                  <a:pt x="2801609" y="291687"/>
                </a:cubicBezTo>
                <a:lnTo>
                  <a:pt x="2803399" y="297783"/>
                </a:lnTo>
                <a:cubicBezTo>
                  <a:pt x="2811501" y="295402"/>
                  <a:pt x="2819610" y="293033"/>
                  <a:pt x="2827725" y="290678"/>
                </a:cubicBezTo>
                <a:close/>
                <a:moveTo>
                  <a:pt x="6808655" y="281984"/>
                </a:moveTo>
                <a:cubicBezTo>
                  <a:pt x="6816782" y="284347"/>
                  <a:pt x="6824910" y="286722"/>
                  <a:pt x="6833038" y="289109"/>
                </a:cubicBezTo>
                <a:lnTo>
                  <a:pt x="6832149" y="292157"/>
                </a:lnTo>
                <a:lnTo>
                  <a:pt x="6807766" y="285033"/>
                </a:lnTo>
                <a:close/>
                <a:moveTo>
                  <a:pt x="2825077" y="281527"/>
                </a:moveTo>
                <a:lnTo>
                  <a:pt x="2828614" y="293726"/>
                </a:lnTo>
                <a:cubicBezTo>
                  <a:pt x="2820499" y="296081"/>
                  <a:pt x="2812390" y="298450"/>
                  <a:pt x="2804294" y="300831"/>
                </a:cubicBezTo>
                <a:lnTo>
                  <a:pt x="2800712" y="288646"/>
                </a:lnTo>
                <a:cubicBezTo>
                  <a:pt x="2808829" y="286258"/>
                  <a:pt x="2816949" y="283889"/>
                  <a:pt x="2825077" y="281527"/>
                </a:cubicBezTo>
                <a:close/>
                <a:moveTo>
                  <a:pt x="6782549" y="280975"/>
                </a:moveTo>
                <a:lnTo>
                  <a:pt x="6781667" y="284112"/>
                </a:lnTo>
                <a:lnTo>
                  <a:pt x="6781653" y="284108"/>
                </a:lnTo>
                <a:close/>
                <a:moveTo>
                  <a:pt x="2850310" y="277564"/>
                </a:moveTo>
                <a:lnTo>
                  <a:pt x="2851182" y="280616"/>
                </a:lnTo>
                <a:lnTo>
                  <a:pt x="2850306" y="277565"/>
                </a:lnTo>
                <a:close/>
                <a:moveTo>
                  <a:pt x="6758112" y="274220"/>
                </a:moveTo>
                <a:lnTo>
                  <a:pt x="6757282" y="277177"/>
                </a:lnTo>
                <a:lnTo>
                  <a:pt x="6781653" y="284108"/>
                </a:lnTo>
                <a:lnTo>
                  <a:pt x="6780778" y="287166"/>
                </a:lnTo>
                <a:cubicBezTo>
                  <a:pt x="6772650" y="284836"/>
                  <a:pt x="6764522" y="282531"/>
                  <a:pt x="6756394" y="280232"/>
                </a:cubicBezTo>
                <a:close/>
                <a:moveTo>
                  <a:pt x="2875309" y="272808"/>
                </a:moveTo>
                <a:lnTo>
                  <a:pt x="2877281" y="279800"/>
                </a:lnTo>
                <a:cubicBezTo>
                  <a:pt x="2869159" y="282092"/>
                  <a:pt x="2861044" y="284397"/>
                  <a:pt x="2852929" y="286722"/>
                </a:cubicBezTo>
                <a:lnTo>
                  <a:pt x="2851182" y="280616"/>
                </a:lnTo>
                <a:lnTo>
                  <a:pt x="2852058" y="283667"/>
                </a:lnTo>
                <a:cubicBezTo>
                  <a:pt x="2860175" y="281350"/>
                  <a:pt x="2868289" y="279038"/>
                  <a:pt x="2876417" y="276746"/>
                </a:cubicBezTo>
                <a:close/>
                <a:moveTo>
                  <a:pt x="6758997" y="271062"/>
                </a:moveTo>
                <a:lnTo>
                  <a:pt x="6759012" y="271067"/>
                </a:lnTo>
                <a:lnTo>
                  <a:pt x="6758112" y="274220"/>
                </a:lnTo>
                <a:close/>
                <a:moveTo>
                  <a:pt x="2874696" y="270631"/>
                </a:moveTo>
                <a:lnTo>
                  <a:pt x="2875309" y="272808"/>
                </a:lnTo>
                <a:lnTo>
                  <a:pt x="2874695" y="270632"/>
                </a:lnTo>
                <a:close/>
                <a:moveTo>
                  <a:pt x="6759886" y="268008"/>
                </a:moveTo>
                <a:cubicBezTo>
                  <a:pt x="6768014" y="270313"/>
                  <a:pt x="6776143" y="272625"/>
                  <a:pt x="6784270" y="274955"/>
                </a:cubicBezTo>
                <a:lnTo>
                  <a:pt x="6782549" y="280975"/>
                </a:lnTo>
                <a:lnTo>
                  <a:pt x="6783382" y="278009"/>
                </a:lnTo>
                <a:lnTo>
                  <a:pt x="6759012" y="271067"/>
                </a:lnTo>
                <a:close/>
                <a:moveTo>
                  <a:pt x="2873833" y="267576"/>
                </a:moveTo>
                <a:lnTo>
                  <a:pt x="2874695" y="270632"/>
                </a:lnTo>
                <a:lnTo>
                  <a:pt x="2850310" y="277564"/>
                </a:lnTo>
                <a:lnTo>
                  <a:pt x="2849436" y="274510"/>
                </a:lnTo>
                <a:cubicBezTo>
                  <a:pt x="2857564" y="272186"/>
                  <a:pt x="2865692" y="269875"/>
                  <a:pt x="2873833" y="267576"/>
                </a:cubicBezTo>
                <a:close/>
                <a:moveTo>
                  <a:pt x="2899113" y="263785"/>
                </a:moveTo>
                <a:lnTo>
                  <a:pt x="2899966" y="266846"/>
                </a:lnTo>
                <a:lnTo>
                  <a:pt x="2899112" y="263785"/>
                </a:lnTo>
                <a:close/>
                <a:moveTo>
                  <a:pt x="2925253" y="263151"/>
                </a:moveTo>
                <a:lnTo>
                  <a:pt x="2926094" y="266211"/>
                </a:lnTo>
                <a:cubicBezTo>
                  <a:pt x="2917947" y="268446"/>
                  <a:pt x="2909805" y="270701"/>
                  <a:pt x="2901671" y="272961"/>
                </a:cubicBezTo>
                <a:lnTo>
                  <a:pt x="2899966" y="266846"/>
                </a:lnTo>
                <a:lnTo>
                  <a:pt x="2900820" y="269907"/>
                </a:lnTo>
                <a:close/>
                <a:moveTo>
                  <a:pt x="6709245" y="260496"/>
                </a:moveTo>
                <a:lnTo>
                  <a:pt x="6708402" y="263561"/>
                </a:lnTo>
                <a:lnTo>
                  <a:pt x="6708388" y="263557"/>
                </a:lnTo>
                <a:close/>
                <a:moveTo>
                  <a:pt x="2923572" y="257023"/>
                </a:moveTo>
                <a:lnTo>
                  <a:pt x="2925256" y="263150"/>
                </a:lnTo>
                <a:lnTo>
                  <a:pt x="2925253" y="263151"/>
                </a:lnTo>
                <a:lnTo>
                  <a:pt x="2923570" y="257024"/>
                </a:lnTo>
                <a:close/>
                <a:moveTo>
                  <a:pt x="6710928" y="254375"/>
                </a:moveTo>
                <a:cubicBezTo>
                  <a:pt x="6719119" y="256616"/>
                  <a:pt x="6727247" y="258877"/>
                  <a:pt x="6735439" y="261150"/>
                </a:cubicBezTo>
                <a:lnTo>
                  <a:pt x="6732010" y="273380"/>
                </a:lnTo>
                <a:cubicBezTo>
                  <a:pt x="6723881" y="271113"/>
                  <a:pt x="6715754" y="268859"/>
                  <a:pt x="6707562" y="266617"/>
                </a:cubicBezTo>
                <a:lnTo>
                  <a:pt x="6708402" y="263561"/>
                </a:lnTo>
                <a:lnTo>
                  <a:pt x="6732835" y="270326"/>
                </a:lnTo>
                <a:lnTo>
                  <a:pt x="6734550" y="264204"/>
                </a:lnTo>
                <a:cubicBezTo>
                  <a:pt x="6726422" y="261938"/>
                  <a:pt x="6718231" y="259677"/>
                  <a:pt x="6710102" y="257435"/>
                </a:cubicBezTo>
                <a:lnTo>
                  <a:pt x="6709245" y="260496"/>
                </a:lnTo>
                <a:close/>
                <a:moveTo>
                  <a:pt x="2922728" y="253962"/>
                </a:moveTo>
                <a:lnTo>
                  <a:pt x="2923570" y="257024"/>
                </a:lnTo>
                <a:lnTo>
                  <a:pt x="2899113" y="263785"/>
                </a:lnTo>
                <a:lnTo>
                  <a:pt x="2898261" y="260731"/>
                </a:lnTo>
                <a:cubicBezTo>
                  <a:pt x="2906414" y="258458"/>
                  <a:pt x="2914569" y="256203"/>
                  <a:pt x="2922728" y="253962"/>
                </a:cubicBezTo>
                <a:close/>
                <a:moveTo>
                  <a:pt x="2948893" y="253413"/>
                </a:moveTo>
                <a:lnTo>
                  <a:pt x="2949723" y="256477"/>
                </a:lnTo>
                <a:lnTo>
                  <a:pt x="2949722" y="256477"/>
                </a:lnTo>
                <a:close/>
                <a:moveTo>
                  <a:pt x="6685591" y="250749"/>
                </a:moveTo>
                <a:lnTo>
                  <a:pt x="6685592" y="250749"/>
                </a:lnTo>
                <a:lnTo>
                  <a:pt x="6683940" y="256877"/>
                </a:lnTo>
                <a:lnTo>
                  <a:pt x="6683940" y="256877"/>
                </a:lnTo>
                <a:close/>
                <a:moveTo>
                  <a:pt x="6660224" y="247212"/>
                </a:moveTo>
                <a:lnTo>
                  <a:pt x="6659430" y="250279"/>
                </a:lnTo>
                <a:lnTo>
                  <a:pt x="6683940" y="256877"/>
                </a:lnTo>
                <a:lnTo>
                  <a:pt x="6683115" y="259937"/>
                </a:lnTo>
                <a:cubicBezTo>
                  <a:pt x="6674923" y="257727"/>
                  <a:pt x="6666731" y="255530"/>
                  <a:pt x="6658604" y="253346"/>
                </a:cubicBezTo>
                <a:close/>
                <a:moveTo>
                  <a:pt x="2973408" y="246825"/>
                </a:moveTo>
                <a:lnTo>
                  <a:pt x="2975046" y="252959"/>
                </a:lnTo>
                <a:cubicBezTo>
                  <a:pt x="2966874" y="255137"/>
                  <a:pt x="2958707" y="257334"/>
                  <a:pt x="2950554" y="259544"/>
                </a:cubicBezTo>
                <a:lnTo>
                  <a:pt x="2949723" y="256477"/>
                </a:lnTo>
                <a:lnTo>
                  <a:pt x="2974226" y="249892"/>
                </a:lnTo>
                <a:close/>
                <a:moveTo>
                  <a:pt x="6661017" y="244145"/>
                </a:moveTo>
                <a:lnTo>
                  <a:pt x="6661032" y="244149"/>
                </a:lnTo>
                <a:lnTo>
                  <a:pt x="6660224" y="247212"/>
                </a:lnTo>
                <a:close/>
                <a:moveTo>
                  <a:pt x="2972589" y="243757"/>
                </a:moveTo>
                <a:lnTo>
                  <a:pt x="2973408" y="246825"/>
                </a:lnTo>
                <a:lnTo>
                  <a:pt x="2972588" y="243757"/>
                </a:lnTo>
                <a:close/>
                <a:moveTo>
                  <a:pt x="6661843" y="241078"/>
                </a:moveTo>
                <a:cubicBezTo>
                  <a:pt x="6670034" y="243262"/>
                  <a:pt x="6678225" y="245466"/>
                  <a:pt x="6686417" y="247682"/>
                </a:cubicBezTo>
                <a:lnTo>
                  <a:pt x="6685591" y="250749"/>
                </a:lnTo>
                <a:lnTo>
                  <a:pt x="6661032" y="244149"/>
                </a:lnTo>
                <a:close/>
                <a:moveTo>
                  <a:pt x="6635682" y="240834"/>
                </a:moveTo>
                <a:lnTo>
                  <a:pt x="6634919" y="243783"/>
                </a:lnTo>
                <a:lnTo>
                  <a:pt x="6634905" y="243780"/>
                </a:lnTo>
                <a:close/>
                <a:moveTo>
                  <a:pt x="2971769" y="240690"/>
                </a:moveTo>
                <a:lnTo>
                  <a:pt x="2972588" y="243757"/>
                </a:lnTo>
                <a:lnTo>
                  <a:pt x="2948064" y="250349"/>
                </a:lnTo>
                <a:lnTo>
                  <a:pt x="2948893" y="253413"/>
                </a:lnTo>
                <a:lnTo>
                  <a:pt x="2947232" y="247282"/>
                </a:lnTo>
                <a:cubicBezTo>
                  <a:pt x="2955406" y="245072"/>
                  <a:pt x="2963585" y="242875"/>
                  <a:pt x="2971769" y="240690"/>
                </a:cubicBezTo>
                <a:close/>
                <a:moveTo>
                  <a:pt x="2997083" y="237268"/>
                </a:moveTo>
                <a:lnTo>
                  <a:pt x="2998387" y="242224"/>
                </a:lnTo>
                <a:lnTo>
                  <a:pt x="2997081" y="237268"/>
                </a:lnTo>
                <a:close/>
                <a:moveTo>
                  <a:pt x="3023196" y="237008"/>
                </a:moveTo>
                <a:lnTo>
                  <a:pt x="3023992" y="240081"/>
                </a:lnTo>
                <a:cubicBezTo>
                  <a:pt x="3015826" y="242202"/>
                  <a:pt x="3007659" y="244329"/>
                  <a:pt x="2999507" y="246475"/>
                </a:cubicBezTo>
                <a:lnTo>
                  <a:pt x="2998387" y="242224"/>
                </a:lnTo>
                <a:lnTo>
                  <a:pt x="2998700" y="243408"/>
                </a:lnTo>
                <a:close/>
                <a:moveTo>
                  <a:pt x="3022627" y="234809"/>
                </a:moveTo>
                <a:lnTo>
                  <a:pt x="3023198" y="237007"/>
                </a:lnTo>
                <a:lnTo>
                  <a:pt x="3023196" y="237008"/>
                </a:lnTo>
                <a:close/>
                <a:moveTo>
                  <a:pt x="6612756" y="228155"/>
                </a:moveTo>
                <a:cubicBezTo>
                  <a:pt x="6620948" y="230283"/>
                  <a:pt x="6629140" y="232423"/>
                  <a:pt x="6637332" y="234575"/>
                </a:cubicBezTo>
                <a:lnTo>
                  <a:pt x="6635682" y="240834"/>
                </a:lnTo>
                <a:lnTo>
                  <a:pt x="6636506" y="237642"/>
                </a:lnTo>
                <a:cubicBezTo>
                  <a:pt x="6628378" y="235490"/>
                  <a:pt x="6620186" y="233356"/>
                  <a:pt x="6611994" y="231229"/>
                </a:cubicBezTo>
                <a:lnTo>
                  <a:pt x="6610407" y="237376"/>
                </a:lnTo>
                <a:lnTo>
                  <a:pt x="6634905" y="243780"/>
                </a:lnTo>
                <a:lnTo>
                  <a:pt x="6634093" y="246856"/>
                </a:lnTo>
                <a:cubicBezTo>
                  <a:pt x="6625965" y="244704"/>
                  <a:pt x="6617773" y="242570"/>
                  <a:pt x="6609581" y="240449"/>
                </a:cubicBezTo>
                <a:close/>
                <a:moveTo>
                  <a:pt x="3020810" y="227787"/>
                </a:moveTo>
                <a:lnTo>
                  <a:pt x="3022627" y="234809"/>
                </a:lnTo>
                <a:lnTo>
                  <a:pt x="3021603" y="230861"/>
                </a:lnTo>
                <a:lnTo>
                  <a:pt x="2997083" y="237268"/>
                </a:lnTo>
                <a:lnTo>
                  <a:pt x="2996273" y="234194"/>
                </a:lnTo>
                <a:cubicBezTo>
                  <a:pt x="3004447" y="232048"/>
                  <a:pt x="3012624" y="229908"/>
                  <a:pt x="3020810" y="227787"/>
                </a:cubicBezTo>
                <a:close/>
                <a:moveTo>
                  <a:pt x="6587405" y="224900"/>
                </a:moveTo>
                <a:lnTo>
                  <a:pt x="6587420" y="224904"/>
                </a:lnTo>
                <a:lnTo>
                  <a:pt x="6586653" y="227875"/>
                </a:lnTo>
                <a:close/>
                <a:moveTo>
                  <a:pt x="6561273" y="224819"/>
                </a:moveTo>
                <a:lnTo>
                  <a:pt x="6585832" y="231051"/>
                </a:lnTo>
                <a:lnTo>
                  <a:pt x="6586653" y="227875"/>
                </a:lnTo>
                <a:lnTo>
                  <a:pt x="6585071" y="234131"/>
                </a:lnTo>
                <a:cubicBezTo>
                  <a:pt x="6576880" y="232035"/>
                  <a:pt x="6568688" y="229959"/>
                  <a:pt x="6560496" y="227895"/>
                </a:cubicBezTo>
                <a:close/>
                <a:moveTo>
                  <a:pt x="6562782" y="218656"/>
                </a:moveTo>
                <a:lnTo>
                  <a:pt x="6562828" y="218668"/>
                </a:lnTo>
                <a:lnTo>
                  <a:pt x="6561273" y="224819"/>
                </a:lnTo>
                <a:lnTo>
                  <a:pt x="6561258" y="224815"/>
                </a:lnTo>
                <a:close/>
                <a:moveTo>
                  <a:pt x="3070746" y="218313"/>
                </a:moveTo>
                <a:cubicBezTo>
                  <a:pt x="3062548" y="220377"/>
                  <a:pt x="3054350" y="222453"/>
                  <a:pt x="3046160" y="224542"/>
                </a:cubicBezTo>
                <a:lnTo>
                  <a:pt x="3047735" y="230696"/>
                </a:lnTo>
                <a:cubicBezTo>
                  <a:pt x="3055914" y="228606"/>
                  <a:pt x="3064104" y="226530"/>
                  <a:pt x="3072296" y="224473"/>
                </a:cubicBezTo>
                <a:close/>
                <a:moveTo>
                  <a:pt x="6563607" y="215582"/>
                </a:moveTo>
                <a:cubicBezTo>
                  <a:pt x="6571799" y="217646"/>
                  <a:pt x="6579991" y="219729"/>
                  <a:pt x="6588182" y="221825"/>
                </a:cubicBezTo>
                <a:lnTo>
                  <a:pt x="6587405" y="224900"/>
                </a:lnTo>
                <a:lnTo>
                  <a:pt x="6562828" y="218668"/>
                </a:lnTo>
                <a:close/>
                <a:moveTo>
                  <a:pt x="3069979" y="215233"/>
                </a:moveTo>
                <a:lnTo>
                  <a:pt x="3073071" y="227546"/>
                </a:lnTo>
                <a:cubicBezTo>
                  <a:pt x="3064879" y="229610"/>
                  <a:pt x="3056694" y="231686"/>
                  <a:pt x="3048516" y="233775"/>
                </a:cubicBezTo>
                <a:lnTo>
                  <a:pt x="3045371" y="221469"/>
                </a:lnTo>
                <a:cubicBezTo>
                  <a:pt x="3053569" y="219373"/>
                  <a:pt x="3061768" y="217297"/>
                  <a:pt x="3069979" y="215233"/>
                </a:cubicBezTo>
                <a:close/>
                <a:moveTo>
                  <a:pt x="6511983" y="212598"/>
                </a:moveTo>
                <a:lnTo>
                  <a:pt x="6536620" y="218662"/>
                </a:lnTo>
                <a:lnTo>
                  <a:pt x="6537951" y="213284"/>
                </a:lnTo>
                <a:lnTo>
                  <a:pt x="6535858" y="221748"/>
                </a:lnTo>
                <a:cubicBezTo>
                  <a:pt x="6527667" y="219710"/>
                  <a:pt x="6519475" y="217691"/>
                  <a:pt x="6511220" y="215684"/>
                </a:cubicBezTo>
                <a:close/>
                <a:moveTo>
                  <a:pt x="6538144" y="212503"/>
                </a:moveTo>
                <a:lnTo>
                  <a:pt x="6538144" y="212503"/>
                </a:lnTo>
                <a:lnTo>
                  <a:pt x="6537951" y="213284"/>
                </a:lnTo>
                <a:close/>
                <a:moveTo>
                  <a:pt x="3095374" y="212166"/>
                </a:moveTo>
                <a:lnTo>
                  <a:pt x="3096137" y="215246"/>
                </a:lnTo>
                <a:lnTo>
                  <a:pt x="3095372" y="212166"/>
                </a:lnTo>
                <a:close/>
                <a:moveTo>
                  <a:pt x="6513507" y="206426"/>
                </a:moveTo>
                <a:lnTo>
                  <a:pt x="6513508" y="206427"/>
                </a:lnTo>
                <a:lnTo>
                  <a:pt x="6511983" y="212598"/>
                </a:lnTo>
                <a:lnTo>
                  <a:pt x="6511982" y="212598"/>
                </a:lnTo>
                <a:close/>
                <a:moveTo>
                  <a:pt x="6488068" y="203565"/>
                </a:moveTo>
                <a:lnTo>
                  <a:pt x="6487344" y="206623"/>
                </a:lnTo>
                <a:lnTo>
                  <a:pt x="6487329" y="206620"/>
                </a:lnTo>
                <a:close/>
                <a:moveTo>
                  <a:pt x="6514269" y="203346"/>
                </a:moveTo>
                <a:cubicBezTo>
                  <a:pt x="6522460" y="205353"/>
                  <a:pt x="6530715" y="207378"/>
                  <a:pt x="6538907" y="209417"/>
                </a:cubicBezTo>
                <a:lnTo>
                  <a:pt x="6538144" y="212503"/>
                </a:lnTo>
                <a:lnTo>
                  <a:pt x="6513508" y="206427"/>
                </a:lnTo>
                <a:close/>
                <a:moveTo>
                  <a:pt x="3119279" y="203016"/>
                </a:moveTo>
                <a:lnTo>
                  <a:pt x="3122290" y="215354"/>
                </a:lnTo>
                <a:cubicBezTo>
                  <a:pt x="3114073" y="217360"/>
                  <a:pt x="3105869" y="219380"/>
                  <a:pt x="3097665" y="221412"/>
                </a:cubicBezTo>
                <a:lnTo>
                  <a:pt x="3096137" y="215246"/>
                </a:lnTo>
                <a:lnTo>
                  <a:pt x="3096902" y="218326"/>
                </a:lnTo>
                <a:cubicBezTo>
                  <a:pt x="3105107" y="216294"/>
                  <a:pt x="3113317" y="214274"/>
                  <a:pt x="3121534" y="212268"/>
                </a:cubicBezTo>
                <a:lnTo>
                  <a:pt x="3120028" y="206102"/>
                </a:lnTo>
                <a:lnTo>
                  <a:pt x="3095374" y="212166"/>
                </a:lnTo>
                <a:lnTo>
                  <a:pt x="3094609" y="209080"/>
                </a:lnTo>
                <a:cubicBezTo>
                  <a:pt x="3102827" y="207048"/>
                  <a:pt x="3111049" y="205022"/>
                  <a:pt x="3119279" y="203016"/>
                </a:cubicBezTo>
                <a:close/>
                <a:moveTo>
                  <a:pt x="3170067" y="197349"/>
                </a:moveTo>
                <a:lnTo>
                  <a:pt x="3170798" y="200438"/>
                </a:lnTo>
                <a:lnTo>
                  <a:pt x="3170797" y="200438"/>
                </a:lnTo>
                <a:close/>
                <a:moveTo>
                  <a:pt x="6464865" y="191478"/>
                </a:moveTo>
                <a:cubicBezTo>
                  <a:pt x="6473120" y="193427"/>
                  <a:pt x="6481312" y="195390"/>
                  <a:pt x="6489567" y="197364"/>
                </a:cubicBezTo>
                <a:lnTo>
                  <a:pt x="6488068" y="203565"/>
                </a:lnTo>
                <a:lnTo>
                  <a:pt x="6488805" y="200450"/>
                </a:lnTo>
                <a:cubicBezTo>
                  <a:pt x="6480613" y="198476"/>
                  <a:pt x="6472358" y="196513"/>
                  <a:pt x="6464167" y="194570"/>
                </a:cubicBezTo>
                <a:lnTo>
                  <a:pt x="6462707" y="200749"/>
                </a:lnTo>
                <a:lnTo>
                  <a:pt x="6487329" y="206620"/>
                </a:lnTo>
                <a:lnTo>
                  <a:pt x="6486582" y="209709"/>
                </a:lnTo>
                <a:cubicBezTo>
                  <a:pt x="6478391" y="207740"/>
                  <a:pt x="6470136" y="205778"/>
                  <a:pt x="6461944" y="203835"/>
                </a:cubicBezTo>
                <a:close/>
                <a:moveTo>
                  <a:pt x="3168607" y="191167"/>
                </a:moveTo>
                <a:lnTo>
                  <a:pt x="3170067" y="197349"/>
                </a:lnTo>
                <a:lnTo>
                  <a:pt x="3169337" y="194259"/>
                </a:lnTo>
                <a:cubicBezTo>
                  <a:pt x="3161119" y="196202"/>
                  <a:pt x="3152903" y="198158"/>
                  <a:pt x="3144693" y="200133"/>
                </a:cubicBezTo>
                <a:lnTo>
                  <a:pt x="3146178" y="206305"/>
                </a:lnTo>
                <a:lnTo>
                  <a:pt x="3170797" y="200438"/>
                </a:lnTo>
                <a:lnTo>
                  <a:pt x="3171528" y="203530"/>
                </a:lnTo>
                <a:cubicBezTo>
                  <a:pt x="3163324" y="205467"/>
                  <a:pt x="3155120" y="207423"/>
                  <a:pt x="3146915" y="209391"/>
                </a:cubicBezTo>
                <a:lnTo>
                  <a:pt x="3143950" y="197047"/>
                </a:lnTo>
                <a:cubicBezTo>
                  <a:pt x="3152166" y="195072"/>
                  <a:pt x="3160384" y="193116"/>
                  <a:pt x="3168607" y="191167"/>
                </a:cubicBezTo>
                <a:close/>
                <a:moveTo>
                  <a:pt x="6413303" y="189249"/>
                </a:moveTo>
                <a:lnTo>
                  <a:pt x="6438005" y="194958"/>
                </a:lnTo>
                <a:lnTo>
                  <a:pt x="6438749" y="191808"/>
                </a:lnTo>
                <a:lnTo>
                  <a:pt x="6437307" y="198050"/>
                </a:lnTo>
                <a:cubicBezTo>
                  <a:pt x="6429051" y="196132"/>
                  <a:pt x="6420796" y="194234"/>
                  <a:pt x="6412605" y="192341"/>
                </a:cubicBezTo>
                <a:close/>
                <a:moveTo>
                  <a:pt x="6439451" y="188770"/>
                </a:moveTo>
                <a:lnTo>
                  <a:pt x="6439465" y="188773"/>
                </a:lnTo>
                <a:lnTo>
                  <a:pt x="6438749" y="191808"/>
                </a:lnTo>
                <a:close/>
                <a:moveTo>
                  <a:pt x="3194021" y="188474"/>
                </a:moveTo>
                <a:lnTo>
                  <a:pt x="3195459" y="194658"/>
                </a:lnTo>
                <a:lnTo>
                  <a:pt x="3195454" y="194659"/>
                </a:lnTo>
                <a:lnTo>
                  <a:pt x="3194020" y="188474"/>
                </a:lnTo>
                <a:close/>
                <a:moveTo>
                  <a:pt x="6414700" y="183058"/>
                </a:moveTo>
                <a:lnTo>
                  <a:pt x="6414701" y="183058"/>
                </a:lnTo>
                <a:lnTo>
                  <a:pt x="6413303" y="189249"/>
                </a:lnTo>
                <a:lnTo>
                  <a:pt x="6413303" y="189249"/>
                </a:lnTo>
                <a:close/>
                <a:moveTo>
                  <a:pt x="6415399" y="179965"/>
                </a:moveTo>
                <a:cubicBezTo>
                  <a:pt x="6423654" y="181858"/>
                  <a:pt x="6431909" y="183763"/>
                  <a:pt x="6440164" y="185680"/>
                </a:cubicBezTo>
                <a:lnTo>
                  <a:pt x="6439451" y="188770"/>
                </a:lnTo>
                <a:lnTo>
                  <a:pt x="6414701" y="183058"/>
                </a:lnTo>
                <a:close/>
                <a:moveTo>
                  <a:pt x="3218023" y="179673"/>
                </a:moveTo>
                <a:lnTo>
                  <a:pt x="3220855" y="192056"/>
                </a:lnTo>
                <a:cubicBezTo>
                  <a:pt x="3212625" y="193942"/>
                  <a:pt x="3204395" y="195834"/>
                  <a:pt x="3196179" y="197752"/>
                </a:cubicBezTo>
                <a:lnTo>
                  <a:pt x="3195459" y="194658"/>
                </a:lnTo>
                <a:lnTo>
                  <a:pt x="3220143" y="188963"/>
                </a:lnTo>
                <a:lnTo>
                  <a:pt x="3218727" y="182772"/>
                </a:lnTo>
                <a:lnTo>
                  <a:pt x="3194021" y="188474"/>
                </a:lnTo>
                <a:lnTo>
                  <a:pt x="3193302" y="185382"/>
                </a:lnTo>
                <a:cubicBezTo>
                  <a:pt x="3201532" y="183464"/>
                  <a:pt x="3209774" y="181559"/>
                  <a:pt x="3218023" y="179673"/>
                </a:cubicBezTo>
                <a:close/>
                <a:moveTo>
                  <a:pt x="6389871" y="177723"/>
                </a:moveTo>
                <a:lnTo>
                  <a:pt x="6387840" y="186728"/>
                </a:lnTo>
                <a:cubicBezTo>
                  <a:pt x="6379585" y="184868"/>
                  <a:pt x="6371330" y="183026"/>
                  <a:pt x="6363075" y="181197"/>
                </a:cubicBezTo>
                <a:lnTo>
                  <a:pt x="6363774" y="178098"/>
                </a:lnTo>
                <a:lnTo>
                  <a:pt x="6388538" y="183629"/>
                </a:lnTo>
                <a:close/>
                <a:moveTo>
                  <a:pt x="6389935" y="177438"/>
                </a:moveTo>
                <a:lnTo>
                  <a:pt x="6389935" y="177438"/>
                </a:lnTo>
                <a:lnTo>
                  <a:pt x="6389871" y="177723"/>
                </a:lnTo>
                <a:close/>
                <a:moveTo>
                  <a:pt x="6365170" y="171895"/>
                </a:moveTo>
                <a:lnTo>
                  <a:pt x="6365171" y="171896"/>
                </a:lnTo>
                <a:lnTo>
                  <a:pt x="6363774" y="178098"/>
                </a:lnTo>
                <a:lnTo>
                  <a:pt x="6363773" y="178098"/>
                </a:lnTo>
                <a:close/>
                <a:moveTo>
                  <a:pt x="3268251" y="171621"/>
                </a:moveTo>
                <a:lnTo>
                  <a:pt x="3269120" y="175550"/>
                </a:lnTo>
                <a:lnTo>
                  <a:pt x="3268250" y="171621"/>
                </a:lnTo>
                <a:close/>
                <a:moveTo>
                  <a:pt x="6365869" y="168796"/>
                </a:moveTo>
                <a:cubicBezTo>
                  <a:pt x="6374124" y="170631"/>
                  <a:pt x="6382379" y="172479"/>
                  <a:pt x="6390634" y="174339"/>
                </a:cubicBezTo>
                <a:lnTo>
                  <a:pt x="6389935" y="177438"/>
                </a:lnTo>
                <a:lnTo>
                  <a:pt x="6365171" y="171896"/>
                </a:lnTo>
                <a:close/>
                <a:moveTo>
                  <a:pt x="3267565" y="168523"/>
                </a:moveTo>
                <a:lnTo>
                  <a:pt x="3268250" y="171621"/>
                </a:lnTo>
                <a:lnTo>
                  <a:pt x="3243473" y="177152"/>
                </a:lnTo>
                <a:lnTo>
                  <a:pt x="3244871" y="183350"/>
                </a:lnTo>
                <a:cubicBezTo>
                  <a:pt x="3253113" y="181496"/>
                  <a:pt x="3261368" y="179654"/>
                  <a:pt x="3269623" y="177825"/>
                </a:cubicBezTo>
                <a:lnTo>
                  <a:pt x="3269120" y="175550"/>
                </a:lnTo>
                <a:lnTo>
                  <a:pt x="3270309" y="180924"/>
                </a:lnTo>
                <a:cubicBezTo>
                  <a:pt x="3262054" y="182753"/>
                  <a:pt x="3253805" y="184595"/>
                  <a:pt x="3245561" y="186449"/>
                </a:cubicBezTo>
                <a:lnTo>
                  <a:pt x="3242775" y="174060"/>
                </a:lnTo>
                <a:cubicBezTo>
                  <a:pt x="3251035" y="172199"/>
                  <a:pt x="3259298" y="170351"/>
                  <a:pt x="3267565" y="168523"/>
                </a:cubicBezTo>
                <a:close/>
                <a:moveTo>
                  <a:pt x="6314209" y="167310"/>
                </a:moveTo>
                <a:lnTo>
                  <a:pt x="6338944" y="172650"/>
                </a:lnTo>
                <a:lnTo>
                  <a:pt x="6339639" y="169569"/>
                </a:lnTo>
                <a:lnTo>
                  <a:pt x="6338310" y="175749"/>
                </a:lnTo>
                <a:cubicBezTo>
                  <a:pt x="6330055" y="173952"/>
                  <a:pt x="6321800" y="172174"/>
                  <a:pt x="6313544" y="170402"/>
                </a:cubicBezTo>
                <a:close/>
                <a:moveTo>
                  <a:pt x="3293132" y="166511"/>
                </a:moveTo>
                <a:lnTo>
                  <a:pt x="3294410" y="172383"/>
                </a:lnTo>
                <a:lnTo>
                  <a:pt x="3294407" y="172383"/>
                </a:lnTo>
                <a:close/>
                <a:moveTo>
                  <a:pt x="6340311" y="166440"/>
                </a:moveTo>
                <a:lnTo>
                  <a:pt x="6340342" y="166446"/>
                </a:lnTo>
                <a:lnTo>
                  <a:pt x="6339639" y="169569"/>
                </a:lnTo>
                <a:close/>
                <a:moveTo>
                  <a:pt x="6315513" y="161093"/>
                </a:moveTo>
                <a:lnTo>
                  <a:pt x="6315543" y="161100"/>
                </a:lnTo>
                <a:lnTo>
                  <a:pt x="6314209" y="167310"/>
                </a:lnTo>
                <a:lnTo>
                  <a:pt x="6314180" y="167303"/>
                </a:lnTo>
                <a:close/>
                <a:moveTo>
                  <a:pt x="6316212" y="157988"/>
                </a:moveTo>
                <a:cubicBezTo>
                  <a:pt x="6324467" y="159760"/>
                  <a:pt x="6332722" y="161544"/>
                  <a:pt x="6340977" y="163341"/>
                </a:cubicBezTo>
                <a:lnTo>
                  <a:pt x="6340311" y="166440"/>
                </a:lnTo>
                <a:lnTo>
                  <a:pt x="6315543" y="161100"/>
                </a:lnTo>
                <a:close/>
                <a:moveTo>
                  <a:pt x="3317172" y="157734"/>
                </a:moveTo>
                <a:lnTo>
                  <a:pt x="3319826" y="170148"/>
                </a:lnTo>
                <a:cubicBezTo>
                  <a:pt x="3311571" y="171914"/>
                  <a:pt x="3303329" y="173692"/>
                  <a:pt x="3295086" y="175489"/>
                </a:cubicBezTo>
                <a:lnTo>
                  <a:pt x="3294410" y="172383"/>
                </a:lnTo>
                <a:lnTo>
                  <a:pt x="3319159" y="167050"/>
                </a:lnTo>
                <a:lnTo>
                  <a:pt x="3317832" y="160839"/>
                </a:lnTo>
                <a:cubicBezTo>
                  <a:pt x="3309571" y="162604"/>
                  <a:pt x="3301308" y="164382"/>
                  <a:pt x="3293061" y="166179"/>
                </a:cubicBezTo>
                <a:lnTo>
                  <a:pt x="3293132" y="166511"/>
                </a:lnTo>
                <a:lnTo>
                  <a:pt x="3292386" y="163081"/>
                </a:lnTo>
                <a:cubicBezTo>
                  <a:pt x="3300642" y="161284"/>
                  <a:pt x="3308903" y="159499"/>
                  <a:pt x="3317172" y="157734"/>
                </a:cubicBezTo>
                <a:close/>
                <a:moveTo>
                  <a:pt x="6264602" y="156874"/>
                </a:moveTo>
                <a:lnTo>
                  <a:pt x="6289415" y="162046"/>
                </a:lnTo>
                <a:lnTo>
                  <a:pt x="6290082" y="158938"/>
                </a:lnTo>
                <a:lnTo>
                  <a:pt x="6288780" y="165151"/>
                </a:lnTo>
                <a:cubicBezTo>
                  <a:pt x="6280525" y="163411"/>
                  <a:pt x="6272207" y="161690"/>
                  <a:pt x="6263951" y="159982"/>
                </a:cubicBezTo>
                <a:close/>
                <a:moveTo>
                  <a:pt x="6290733" y="155826"/>
                </a:moveTo>
                <a:lnTo>
                  <a:pt x="6290748" y="155829"/>
                </a:lnTo>
                <a:lnTo>
                  <a:pt x="6290082" y="158938"/>
                </a:lnTo>
                <a:close/>
                <a:moveTo>
                  <a:pt x="6265857" y="150654"/>
                </a:moveTo>
                <a:lnTo>
                  <a:pt x="6265902" y="150664"/>
                </a:lnTo>
                <a:lnTo>
                  <a:pt x="6264602" y="156874"/>
                </a:lnTo>
                <a:lnTo>
                  <a:pt x="6264586" y="156870"/>
                </a:lnTo>
                <a:close/>
                <a:moveTo>
                  <a:pt x="3367445" y="150412"/>
                </a:moveTo>
                <a:lnTo>
                  <a:pt x="3368445" y="155270"/>
                </a:lnTo>
                <a:lnTo>
                  <a:pt x="3367443" y="150412"/>
                </a:lnTo>
                <a:close/>
                <a:moveTo>
                  <a:pt x="6266555" y="147542"/>
                </a:moveTo>
                <a:cubicBezTo>
                  <a:pt x="6274810" y="149257"/>
                  <a:pt x="6283128" y="150984"/>
                  <a:pt x="6291383" y="152724"/>
                </a:cubicBezTo>
                <a:lnTo>
                  <a:pt x="6290733" y="155826"/>
                </a:lnTo>
                <a:lnTo>
                  <a:pt x="6265902" y="150664"/>
                </a:lnTo>
                <a:close/>
                <a:moveTo>
                  <a:pt x="3366803" y="147307"/>
                </a:moveTo>
                <a:lnTo>
                  <a:pt x="3367443" y="150412"/>
                </a:lnTo>
                <a:lnTo>
                  <a:pt x="3342622" y="155581"/>
                </a:lnTo>
                <a:lnTo>
                  <a:pt x="3343929" y="161798"/>
                </a:lnTo>
                <a:cubicBezTo>
                  <a:pt x="3352185" y="160064"/>
                  <a:pt x="3360452" y="158344"/>
                  <a:pt x="3368727" y="156636"/>
                </a:cubicBezTo>
                <a:lnTo>
                  <a:pt x="3368445" y="155270"/>
                </a:lnTo>
                <a:lnTo>
                  <a:pt x="3369368" y="159741"/>
                </a:lnTo>
                <a:cubicBezTo>
                  <a:pt x="3361101" y="161449"/>
                  <a:pt x="3352839" y="163170"/>
                  <a:pt x="3344578" y="164903"/>
                </a:cubicBezTo>
                <a:lnTo>
                  <a:pt x="3341968" y="152476"/>
                </a:lnTo>
                <a:cubicBezTo>
                  <a:pt x="3350242" y="150736"/>
                  <a:pt x="3358516" y="149015"/>
                  <a:pt x="3366803" y="147307"/>
                </a:cubicBezTo>
                <a:close/>
                <a:moveTo>
                  <a:pt x="3418412" y="146565"/>
                </a:moveTo>
                <a:lnTo>
                  <a:pt x="3419032" y="149682"/>
                </a:lnTo>
                <a:cubicBezTo>
                  <a:pt x="3410745" y="151327"/>
                  <a:pt x="3402464" y="152991"/>
                  <a:pt x="3394183" y="154667"/>
                </a:cubicBezTo>
                <a:lnTo>
                  <a:pt x="3392856" y="148113"/>
                </a:lnTo>
                <a:lnTo>
                  <a:pt x="3393556" y="151555"/>
                </a:lnTo>
                <a:close/>
                <a:moveTo>
                  <a:pt x="3392293" y="145332"/>
                </a:moveTo>
                <a:lnTo>
                  <a:pt x="3392856" y="148113"/>
                </a:lnTo>
                <a:lnTo>
                  <a:pt x="3392292" y="145332"/>
                </a:lnTo>
                <a:close/>
                <a:moveTo>
                  <a:pt x="6216136" y="140557"/>
                </a:moveTo>
                <a:lnTo>
                  <a:pt x="6214866" y="146787"/>
                </a:lnTo>
                <a:cubicBezTo>
                  <a:pt x="6223184" y="148438"/>
                  <a:pt x="6231439" y="150108"/>
                  <a:pt x="6239757" y="151784"/>
                </a:cubicBezTo>
                <a:lnTo>
                  <a:pt x="6241028" y="145561"/>
                </a:lnTo>
                <a:cubicBezTo>
                  <a:pt x="6232709" y="143878"/>
                  <a:pt x="6224391" y="142215"/>
                  <a:pt x="6216136" y="140557"/>
                </a:cubicBezTo>
                <a:close/>
                <a:moveTo>
                  <a:pt x="3417178" y="140335"/>
                </a:moveTo>
                <a:lnTo>
                  <a:pt x="3418416" y="146564"/>
                </a:lnTo>
                <a:lnTo>
                  <a:pt x="3418412" y="146565"/>
                </a:lnTo>
                <a:lnTo>
                  <a:pt x="3417173" y="140336"/>
                </a:lnTo>
                <a:close/>
                <a:moveTo>
                  <a:pt x="6190595" y="138670"/>
                </a:moveTo>
                <a:lnTo>
                  <a:pt x="6189974" y="141872"/>
                </a:lnTo>
                <a:lnTo>
                  <a:pt x="6189959" y="141869"/>
                </a:lnTo>
                <a:close/>
                <a:moveTo>
                  <a:pt x="6216707" y="137446"/>
                </a:moveTo>
                <a:cubicBezTo>
                  <a:pt x="6225026" y="139097"/>
                  <a:pt x="6233344" y="140767"/>
                  <a:pt x="6241663" y="142450"/>
                </a:cubicBezTo>
                <a:lnTo>
                  <a:pt x="6239123" y="154896"/>
                </a:lnTo>
                <a:cubicBezTo>
                  <a:pt x="6230868" y="153219"/>
                  <a:pt x="6222549" y="151549"/>
                  <a:pt x="6214231" y="149898"/>
                </a:cubicBezTo>
                <a:close/>
                <a:moveTo>
                  <a:pt x="3416555" y="137224"/>
                </a:moveTo>
                <a:lnTo>
                  <a:pt x="3417173" y="140336"/>
                </a:lnTo>
                <a:lnTo>
                  <a:pt x="3392293" y="145332"/>
                </a:lnTo>
                <a:lnTo>
                  <a:pt x="3391663" y="142221"/>
                </a:lnTo>
                <a:cubicBezTo>
                  <a:pt x="3399956" y="140538"/>
                  <a:pt x="3408256" y="138874"/>
                  <a:pt x="3416555" y="137224"/>
                </a:cubicBezTo>
                <a:close/>
                <a:moveTo>
                  <a:pt x="6165049" y="137058"/>
                </a:moveTo>
                <a:lnTo>
                  <a:pt x="6189959" y="141869"/>
                </a:lnTo>
                <a:lnTo>
                  <a:pt x="6189339" y="144990"/>
                </a:lnTo>
                <a:cubicBezTo>
                  <a:pt x="6181084" y="143370"/>
                  <a:pt x="6172766" y="141764"/>
                  <a:pt x="6164447" y="140170"/>
                </a:cubicBezTo>
                <a:close/>
                <a:moveTo>
                  <a:pt x="3468212" y="136843"/>
                </a:moveTo>
                <a:lnTo>
                  <a:pt x="3468810" y="139967"/>
                </a:lnTo>
                <a:cubicBezTo>
                  <a:pt x="3460504" y="141554"/>
                  <a:pt x="3452211" y="143161"/>
                  <a:pt x="3443916" y="144774"/>
                </a:cubicBezTo>
                <a:lnTo>
                  <a:pt x="3443309" y="141662"/>
                </a:lnTo>
                <a:close/>
                <a:moveTo>
                  <a:pt x="3442093" y="135425"/>
                </a:moveTo>
                <a:lnTo>
                  <a:pt x="3443309" y="141662"/>
                </a:lnTo>
                <a:lnTo>
                  <a:pt x="3443307" y="141662"/>
                </a:lnTo>
                <a:lnTo>
                  <a:pt x="3442088" y="135426"/>
                </a:lnTo>
                <a:close/>
                <a:moveTo>
                  <a:pt x="6166225" y="130816"/>
                </a:moveTo>
                <a:lnTo>
                  <a:pt x="6166256" y="130822"/>
                </a:lnTo>
                <a:lnTo>
                  <a:pt x="6165049" y="137058"/>
                </a:lnTo>
                <a:lnTo>
                  <a:pt x="6165019" y="137052"/>
                </a:lnTo>
                <a:close/>
                <a:moveTo>
                  <a:pt x="3467018" y="130607"/>
                </a:moveTo>
                <a:lnTo>
                  <a:pt x="3468213" y="136843"/>
                </a:lnTo>
                <a:lnTo>
                  <a:pt x="3468212" y="136843"/>
                </a:lnTo>
                <a:lnTo>
                  <a:pt x="3467018" y="130607"/>
                </a:lnTo>
                <a:close/>
                <a:moveTo>
                  <a:pt x="3492410" y="128593"/>
                </a:moveTo>
                <a:lnTo>
                  <a:pt x="3493076" y="132131"/>
                </a:lnTo>
                <a:lnTo>
                  <a:pt x="3493073" y="132131"/>
                </a:lnTo>
                <a:close/>
                <a:moveTo>
                  <a:pt x="6166860" y="127699"/>
                </a:moveTo>
                <a:cubicBezTo>
                  <a:pt x="6175179" y="129292"/>
                  <a:pt x="6183497" y="130899"/>
                  <a:pt x="6191815" y="132524"/>
                </a:cubicBezTo>
                <a:lnTo>
                  <a:pt x="6190595" y="138670"/>
                </a:lnTo>
                <a:lnTo>
                  <a:pt x="6191181" y="135642"/>
                </a:lnTo>
                <a:lnTo>
                  <a:pt x="6166256" y="130822"/>
                </a:lnTo>
                <a:close/>
                <a:moveTo>
                  <a:pt x="6115235" y="127692"/>
                </a:moveTo>
                <a:lnTo>
                  <a:pt x="6140127" y="132328"/>
                </a:lnTo>
                <a:lnTo>
                  <a:pt x="6140752" y="129095"/>
                </a:lnTo>
                <a:lnTo>
                  <a:pt x="6139555" y="135452"/>
                </a:lnTo>
                <a:cubicBezTo>
                  <a:pt x="6131300" y="133890"/>
                  <a:pt x="6122982" y="132347"/>
                  <a:pt x="6114663" y="130816"/>
                </a:cubicBezTo>
                <a:close/>
                <a:moveTo>
                  <a:pt x="3517968" y="127503"/>
                </a:moveTo>
                <a:lnTo>
                  <a:pt x="3518543" y="130626"/>
                </a:lnTo>
                <a:cubicBezTo>
                  <a:pt x="3510243" y="132150"/>
                  <a:pt x="3501950" y="133693"/>
                  <a:pt x="3493663" y="135249"/>
                </a:cubicBezTo>
                <a:lnTo>
                  <a:pt x="3493076" y="132131"/>
                </a:lnTo>
                <a:close/>
                <a:moveTo>
                  <a:pt x="3466422" y="127489"/>
                </a:moveTo>
                <a:lnTo>
                  <a:pt x="3467018" y="130607"/>
                </a:lnTo>
                <a:lnTo>
                  <a:pt x="3442093" y="135425"/>
                </a:lnTo>
                <a:lnTo>
                  <a:pt x="3441485" y="132309"/>
                </a:lnTo>
                <a:cubicBezTo>
                  <a:pt x="3449791" y="130689"/>
                  <a:pt x="3458102" y="129083"/>
                  <a:pt x="3466422" y="127489"/>
                </a:cubicBezTo>
                <a:close/>
                <a:moveTo>
                  <a:pt x="6141319" y="126084"/>
                </a:moveTo>
                <a:lnTo>
                  <a:pt x="6141333" y="126086"/>
                </a:lnTo>
                <a:lnTo>
                  <a:pt x="6140752" y="129095"/>
                </a:lnTo>
                <a:close/>
                <a:moveTo>
                  <a:pt x="6115789" y="124663"/>
                </a:moveTo>
                <a:lnTo>
                  <a:pt x="6115235" y="127692"/>
                </a:lnTo>
                <a:lnTo>
                  <a:pt x="6115234" y="127692"/>
                </a:lnTo>
                <a:close/>
                <a:moveTo>
                  <a:pt x="3516822" y="121260"/>
                </a:moveTo>
                <a:lnTo>
                  <a:pt x="3517971" y="127502"/>
                </a:lnTo>
                <a:lnTo>
                  <a:pt x="3517968" y="127503"/>
                </a:lnTo>
                <a:lnTo>
                  <a:pt x="3516819" y="121261"/>
                </a:lnTo>
                <a:close/>
                <a:moveTo>
                  <a:pt x="6090851" y="120019"/>
                </a:moveTo>
                <a:lnTo>
                  <a:pt x="6090279" y="123146"/>
                </a:lnTo>
                <a:lnTo>
                  <a:pt x="6090279" y="123146"/>
                </a:lnTo>
                <a:close/>
                <a:moveTo>
                  <a:pt x="6116949" y="118326"/>
                </a:moveTo>
                <a:cubicBezTo>
                  <a:pt x="6125268" y="119856"/>
                  <a:pt x="6133586" y="121406"/>
                  <a:pt x="6141905" y="122968"/>
                </a:cubicBezTo>
                <a:lnTo>
                  <a:pt x="6141319" y="126084"/>
                </a:lnTo>
                <a:lnTo>
                  <a:pt x="6116378" y="121450"/>
                </a:lnTo>
                <a:lnTo>
                  <a:pt x="6115789" y="124663"/>
                </a:lnTo>
                <a:close/>
                <a:moveTo>
                  <a:pt x="3516244" y="118135"/>
                </a:moveTo>
                <a:lnTo>
                  <a:pt x="3516819" y="121261"/>
                </a:lnTo>
                <a:lnTo>
                  <a:pt x="3491904" y="125889"/>
                </a:lnTo>
                <a:lnTo>
                  <a:pt x="3492410" y="128593"/>
                </a:lnTo>
                <a:lnTo>
                  <a:pt x="3491314" y="122771"/>
                </a:lnTo>
                <a:cubicBezTo>
                  <a:pt x="3499619" y="121209"/>
                  <a:pt x="3507932" y="119666"/>
                  <a:pt x="3516244" y="118135"/>
                </a:cubicBezTo>
                <a:close/>
                <a:moveTo>
                  <a:pt x="6065864" y="115551"/>
                </a:moveTo>
                <a:lnTo>
                  <a:pt x="6065323" y="118682"/>
                </a:lnTo>
                <a:lnTo>
                  <a:pt x="6090279" y="123146"/>
                </a:lnTo>
                <a:lnTo>
                  <a:pt x="6089707" y="126270"/>
                </a:lnTo>
                <a:cubicBezTo>
                  <a:pt x="6081389" y="124765"/>
                  <a:pt x="6073070" y="123279"/>
                  <a:pt x="6064752" y="121806"/>
                </a:cubicBezTo>
                <a:close/>
                <a:moveTo>
                  <a:pt x="6066403" y="112427"/>
                </a:moveTo>
                <a:lnTo>
                  <a:pt x="6066419" y="112430"/>
                </a:lnTo>
                <a:lnTo>
                  <a:pt x="6065864" y="115551"/>
                </a:lnTo>
                <a:close/>
                <a:moveTo>
                  <a:pt x="3566746" y="112249"/>
                </a:moveTo>
                <a:lnTo>
                  <a:pt x="3567850" y="118504"/>
                </a:lnTo>
                <a:lnTo>
                  <a:pt x="3567845" y="118505"/>
                </a:lnTo>
                <a:lnTo>
                  <a:pt x="3566739" y="112250"/>
                </a:lnTo>
                <a:close/>
                <a:moveTo>
                  <a:pt x="6066974" y="109303"/>
                </a:moveTo>
                <a:cubicBezTo>
                  <a:pt x="6075293" y="110776"/>
                  <a:pt x="6083675" y="112268"/>
                  <a:pt x="6091994" y="113767"/>
                </a:cubicBezTo>
                <a:lnTo>
                  <a:pt x="6090851" y="120019"/>
                </a:lnTo>
                <a:lnTo>
                  <a:pt x="6091422" y="116891"/>
                </a:lnTo>
                <a:lnTo>
                  <a:pt x="6066419" y="112430"/>
                </a:lnTo>
                <a:close/>
                <a:moveTo>
                  <a:pt x="3566186" y="109125"/>
                </a:moveTo>
                <a:lnTo>
                  <a:pt x="3566739" y="112250"/>
                </a:lnTo>
                <a:lnTo>
                  <a:pt x="3541765" y="116713"/>
                </a:lnTo>
                <a:lnTo>
                  <a:pt x="3542895" y="122961"/>
                </a:lnTo>
                <a:lnTo>
                  <a:pt x="3567845" y="118505"/>
                </a:lnTo>
                <a:lnTo>
                  <a:pt x="3568397" y="121628"/>
                </a:lnTo>
                <a:cubicBezTo>
                  <a:pt x="3560078" y="123101"/>
                  <a:pt x="3551766" y="124587"/>
                  <a:pt x="3543453" y="126086"/>
                </a:cubicBezTo>
                <a:lnTo>
                  <a:pt x="3541199" y="113589"/>
                </a:lnTo>
                <a:cubicBezTo>
                  <a:pt x="3549524" y="112084"/>
                  <a:pt x="3557856" y="110598"/>
                  <a:pt x="3566186" y="109125"/>
                </a:cubicBezTo>
                <a:close/>
                <a:moveTo>
                  <a:pt x="6015836" y="106820"/>
                </a:moveTo>
                <a:lnTo>
                  <a:pt x="6015301" y="110017"/>
                </a:lnTo>
                <a:lnTo>
                  <a:pt x="6015285" y="110014"/>
                </a:lnTo>
                <a:close/>
                <a:moveTo>
                  <a:pt x="3642492" y="103616"/>
                </a:moveTo>
                <a:lnTo>
                  <a:pt x="3642831" y="105664"/>
                </a:lnTo>
                <a:lnTo>
                  <a:pt x="3642831" y="105664"/>
                </a:lnTo>
                <a:close/>
                <a:moveTo>
                  <a:pt x="3616783" y="103594"/>
                </a:moveTo>
                <a:cubicBezTo>
                  <a:pt x="3608433" y="105004"/>
                  <a:pt x="3600089" y="106432"/>
                  <a:pt x="3591751" y="107880"/>
                </a:cubicBezTo>
                <a:lnTo>
                  <a:pt x="3592831" y="114135"/>
                </a:lnTo>
                <a:cubicBezTo>
                  <a:pt x="3601162" y="112693"/>
                  <a:pt x="3609500" y="111265"/>
                  <a:pt x="3617844" y="109855"/>
                </a:cubicBezTo>
                <a:close/>
                <a:moveTo>
                  <a:pt x="5965312" y="101721"/>
                </a:moveTo>
                <a:lnTo>
                  <a:pt x="5990267" y="105823"/>
                </a:lnTo>
                <a:lnTo>
                  <a:pt x="5990791" y="102782"/>
                </a:lnTo>
                <a:lnTo>
                  <a:pt x="5989758" y="108953"/>
                </a:lnTo>
                <a:cubicBezTo>
                  <a:pt x="5981440" y="107575"/>
                  <a:pt x="5973121" y="106210"/>
                  <a:pt x="5964803" y="104858"/>
                </a:cubicBezTo>
                <a:close/>
                <a:moveTo>
                  <a:pt x="3667807" y="101576"/>
                </a:moveTo>
                <a:lnTo>
                  <a:pt x="3668314" y="104712"/>
                </a:lnTo>
                <a:cubicBezTo>
                  <a:pt x="3659988" y="106058"/>
                  <a:pt x="3651671" y="107423"/>
                  <a:pt x="3643351" y="108801"/>
                </a:cubicBezTo>
                <a:lnTo>
                  <a:pt x="3642831" y="105664"/>
                </a:lnTo>
                <a:close/>
                <a:moveTo>
                  <a:pt x="6016873" y="100622"/>
                </a:moveTo>
                <a:cubicBezTo>
                  <a:pt x="6025255" y="102038"/>
                  <a:pt x="6033573" y="103473"/>
                  <a:pt x="6041956" y="104921"/>
                </a:cubicBezTo>
                <a:lnTo>
                  <a:pt x="6039796" y="117431"/>
                </a:lnTo>
                <a:cubicBezTo>
                  <a:pt x="6031415" y="115989"/>
                  <a:pt x="6023096" y="114560"/>
                  <a:pt x="6014778" y="113144"/>
                </a:cubicBezTo>
                <a:lnTo>
                  <a:pt x="6015301" y="110017"/>
                </a:lnTo>
                <a:lnTo>
                  <a:pt x="6040305" y="114306"/>
                </a:lnTo>
                <a:lnTo>
                  <a:pt x="6041384" y="108045"/>
                </a:lnTo>
                <a:cubicBezTo>
                  <a:pt x="6033066" y="106604"/>
                  <a:pt x="6024683" y="105169"/>
                  <a:pt x="6016365" y="103753"/>
                </a:cubicBezTo>
                <a:lnTo>
                  <a:pt x="6015836" y="106820"/>
                </a:lnTo>
                <a:close/>
                <a:moveTo>
                  <a:pt x="3616256" y="100463"/>
                </a:moveTo>
                <a:lnTo>
                  <a:pt x="3618376" y="112986"/>
                </a:lnTo>
                <a:cubicBezTo>
                  <a:pt x="3610034" y="114395"/>
                  <a:pt x="3601702" y="115824"/>
                  <a:pt x="3593371" y="117265"/>
                </a:cubicBezTo>
                <a:lnTo>
                  <a:pt x="3591205" y="104750"/>
                </a:lnTo>
                <a:cubicBezTo>
                  <a:pt x="3599549" y="103308"/>
                  <a:pt x="3607899" y="101879"/>
                  <a:pt x="3616256" y="100463"/>
                </a:cubicBezTo>
                <a:close/>
                <a:moveTo>
                  <a:pt x="5991331" y="99553"/>
                </a:moveTo>
                <a:lnTo>
                  <a:pt x="5991346" y="99555"/>
                </a:lnTo>
                <a:lnTo>
                  <a:pt x="5990791" y="102782"/>
                </a:lnTo>
                <a:close/>
                <a:moveTo>
                  <a:pt x="5966327" y="95453"/>
                </a:moveTo>
                <a:lnTo>
                  <a:pt x="5966328" y="95453"/>
                </a:lnTo>
                <a:lnTo>
                  <a:pt x="5965312" y="101721"/>
                </a:lnTo>
                <a:lnTo>
                  <a:pt x="5965311" y="101721"/>
                </a:lnTo>
                <a:close/>
                <a:moveTo>
                  <a:pt x="3666796" y="95307"/>
                </a:moveTo>
                <a:lnTo>
                  <a:pt x="3667812" y="101575"/>
                </a:lnTo>
                <a:lnTo>
                  <a:pt x="3667807" y="101576"/>
                </a:lnTo>
                <a:lnTo>
                  <a:pt x="3666794" y="95307"/>
                </a:lnTo>
                <a:close/>
                <a:moveTo>
                  <a:pt x="3717848" y="93650"/>
                </a:moveTo>
                <a:lnTo>
                  <a:pt x="3718333" y="96787"/>
                </a:lnTo>
                <a:cubicBezTo>
                  <a:pt x="3709989" y="98076"/>
                  <a:pt x="3701645" y="99384"/>
                  <a:pt x="3693313" y="100705"/>
                </a:cubicBezTo>
                <a:lnTo>
                  <a:pt x="3692816" y="97568"/>
                </a:lnTo>
                <a:close/>
                <a:moveTo>
                  <a:pt x="5966835" y="92323"/>
                </a:moveTo>
                <a:cubicBezTo>
                  <a:pt x="5975154" y="93675"/>
                  <a:pt x="5983472" y="95040"/>
                  <a:pt x="5991854" y="96425"/>
                </a:cubicBezTo>
                <a:lnTo>
                  <a:pt x="5991331" y="99553"/>
                </a:lnTo>
                <a:lnTo>
                  <a:pt x="5966328" y="95453"/>
                </a:lnTo>
                <a:close/>
                <a:moveTo>
                  <a:pt x="3666287" y="92170"/>
                </a:moveTo>
                <a:lnTo>
                  <a:pt x="3666794" y="95307"/>
                </a:lnTo>
                <a:lnTo>
                  <a:pt x="3641796" y="99403"/>
                </a:lnTo>
                <a:lnTo>
                  <a:pt x="3642492" y="103616"/>
                </a:lnTo>
                <a:lnTo>
                  <a:pt x="3641275" y="96272"/>
                </a:lnTo>
                <a:cubicBezTo>
                  <a:pt x="3649607" y="94888"/>
                  <a:pt x="3657943" y="93523"/>
                  <a:pt x="3666287" y="92170"/>
                </a:cubicBezTo>
                <a:close/>
                <a:moveTo>
                  <a:pt x="3691822" y="91294"/>
                </a:moveTo>
                <a:lnTo>
                  <a:pt x="3692816" y="97568"/>
                </a:lnTo>
                <a:lnTo>
                  <a:pt x="3692812" y="97568"/>
                </a:lnTo>
                <a:lnTo>
                  <a:pt x="3691822" y="91294"/>
                </a:lnTo>
                <a:close/>
                <a:moveTo>
                  <a:pt x="3717364" y="90513"/>
                </a:moveTo>
                <a:lnTo>
                  <a:pt x="3717850" y="93650"/>
                </a:lnTo>
                <a:lnTo>
                  <a:pt x="3717848" y="93650"/>
                </a:lnTo>
                <a:close/>
                <a:moveTo>
                  <a:pt x="5916162" y="87509"/>
                </a:moveTo>
                <a:lnTo>
                  <a:pt x="5916178" y="87512"/>
                </a:lnTo>
                <a:lnTo>
                  <a:pt x="5915672" y="90736"/>
                </a:lnTo>
                <a:close/>
                <a:moveTo>
                  <a:pt x="5864997" y="86197"/>
                </a:moveTo>
                <a:lnTo>
                  <a:pt x="5890096" y="89944"/>
                </a:lnTo>
                <a:lnTo>
                  <a:pt x="5889619" y="93085"/>
                </a:lnTo>
                <a:cubicBezTo>
                  <a:pt x="5881301" y="91821"/>
                  <a:pt x="5872919" y="90570"/>
                  <a:pt x="5864536" y="89338"/>
                </a:cubicBezTo>
                <a:close/>
                <a:moveTo>
                  <a:pt x="3768009" y="86074"/>
                </a:moveTo>
                <a:lnTo>
                  <a:pt x="3768472" y="89211"/>
                </a:lnTo>
                <a:cubicBezTo>
                  <a:pt x="3760103" y="90449"/>
                  <a:pt x="3751747" y="91694"/>
                  <a:pt x="3743389" y="92958"/>
                </a:cubicBezTo>
                <a:lnTo>
                  <a:pt x="3742914" y="89814"/>
                </a:lnTo>
                <a:close/>
                <a:moveTo>
                  <a:pt x="3742282" y="85632"/>
                </a:moveTo>
                <a:lnTo>
                  <a:pt x="3742914" y="89814"/>
                </a:lnTo>
                <a:lnTo>
                  <a:pt x="3742912" y="89814"/>
                </a:lnTo>
                <a:close/>
                <a:moveTo>
                  <a:pt x="5916670" y="84372"/>
                </a:moveTo>
                <a:cubicBezTo>
                  <a:pt x="5925052" y="85668"/>
                  <a:pt x="5933370" y="86976"/>
                  <a:pt x="5941753" y="88303"/>
                </a:cubicBezTo>
                <a:lnTo>
                  <a:pt x="5939784" y="100844"/>
                </a:lnTo>
                <a:cubicBezTo>
                  <a:pt x="5931402" y="99524"/>
                  <a:pt x="5923083" y="98215"/>
                  <a:pt x="5914702" y="96920"/>
                </a:cubicBezTo>
                <a:lnTo>
                  <a:pt x="5915672" y="90736"/>
                </a:lnTo>
                <a:lnTo>
                  <a:pt x="5915209" y="93783"/>
                </a:lnTo>
                <a:cubicBezTo>
                  <a:pt x="5923528" y="95079"/>
                  <a:pt x="5931910" y="96387"/>
                  <a:pt x="5940229" y="97707"/>
                </a:cubicBezTo>
                <a:lnTo>
                  <a:pt x="5941244" y="91440"/>
                </a:lnTo>
                <a:lnTo>
                  <a:pt x="5916178" y="87512"/>
                </a:lnTo>
                <a:close/>
                <a:moveTo>
                  <a:pt x="3716395" y="84239"/>
                </a:moveTo>
                <a:lnTo>
                  <a:pt x="3717364" y="90513"/>
                </a:lnTo>
                <a:lnTo>
                  <a:pt x="3716878" y="87376"/>
                </a:lnTo>
                <a:lnTo>
                  <a:pt x="3691822" y="91294"/>
                </a:lnTo>
                <a:lnTo>
                  <a:pt x="3691325" y="88163"/>
                </a:lnTo>
                <a:cubicBezTo>
                  <a:pt x="3699677" y="86836"/>
                  <a:pt x="3708033" y="85528"/>
                  <a:pt x="3716395" y="84239"/>
                </a:cubicBezTo>
                <a:close/>
                <a:moveTo>
                  <a:pt x="5891049" y="83664"/>
                </a:moveTo>
                <a:lnTo>
                  <a:pt x="5891080" y="83668"/>
                </a:lnTo>
                <a:lnTo>
                  <a:pt x="5890127" y="89948"/>
                </a:lnTo>
                <a:lnTo>
                  <a:pt x="5890096" y="89944"/>
                </a:lnTo>
                <a:close/>
                <a:moveTo>
                  <a:pt x="5865455" y="83069"/>
                </a:moveTo>
                <a:lnTo>
                  <a:pt x="5864997" y="86197"/>
                </a:lnTo>
                <a:lnTo>
                  <a:pt x="5864981" y="86195"/>
                </a:lnTo>
                <a:close/>
                <a:moveTo>
                  <a:pt x="3767082" y="79788"/>
                </a:moveTo>
                <a:lnTo>
                  <a:pt x="3768009" y="86074"/>
                </a:lnTo>
                <a:lnTo>
                  <a:pt x="3768009" y="86074"/>
                </a:lnTo>
                <a:lnTo>
                  <a:pt x="3767081" y="79788"/>
                </a:lnTo>
                <a:close/>
                <a:moveTo>
                  <a:pt x="3818179" y="78861"/>
                </a:moveTo>
                <a:lnTo>
                  <a:pt x="3818619" y="82004"/>
                </a:lnTo>
                <a:cubicBezTo>
                  <a:pt x="3810268" y="83172"/>
                  <a:pt x="3801924" y="84360"/>
                  <a:pt x="3793580" y="85560"/>
                </a:cubicBezTo>
                <a:lnTo>
                  <a:pt x="3792830" y="80347"/>
                </a:lnTo>
                <a:lnTo>
                  <a:pt x="3793128" y="82417"/>
                </a:lnTo>
                <a:close/>
                <a:moveTo>
                  <a:pt x="5866378" y="76771"/>
                </a:moveTo>
                <a:cubicBezTo>
                  <a:pt x="5874760" y="78010"/>
                  <a:pt x="5883142" y="79261"/>
                  <a:pt x="5891524" y="80531"/>
                </a:cubicBezTo>
                <a:lnTo>
                  <a:pt x="5891049" y="83664"/>
                </a:lnTo>
                <a:lnTo>
                  <a:pt x="5865933" y="79915"/>
                </a:lnTo>
                <a:lnTo>
                  <a:pt x="5865455" y="83069"/>
                </a:lnTo>
                <a:close/>
                <a:moveTo>
                  <a:pt x="3766617" y="76651"/>
                </a:moveTo>
                <a:lnTo>
                  <a:pt x="3767081" y="79788"/>
                </a:lnTo>
                <a:lnTo>
                  <a:pt x="3741967" y="83541"/>
                </a:lnTo>
                <a:lnTo>
                  <a:pt x="3742282" y="85632"/>
                </a:lnTo>
                <a:lnTo>
                  <a:pt x="3741490" y="80397"/>
                </a:lnTo>
                <a:cubicBezTo>
                  <a:pt x="3749860" y="79134"/>
                  <a:pt x="3758236" y="77883"/>
                  <a:pt x="3766617" y="76651"/>
                </a:cubicBezTo>
                <a:close/>
                <a:moveTo>
                  <a:pt x="5840772" y="76242"/>
                </a:moveTo>
                <a:lnTo>
                  <a:pt x="5840788" y="76244"/>
                </a:lnTo>
                <a:lnTo>
                  <a:pt x="5840312" y="79384"/>
                </a:lnTo>
                <a:close/>
                <a:moveTo>
                  <a:pt x="3792223" y="76130"/>
                </a:moveTo>
                <a:lnTo>
                  <a:pt x="3792830" y="80347"/>
                </a:lnTo>
                <a:lnTo>
                  <a:pt x="3792221" y="76130"/>
                </a:lnTo>
                <a:close/>
                <a:moveTo>
                  <a:pt x="3817749" y="75788"/>
                </a:moveTo>
                <a:lnTo>
                  <a:pt x="3818180" y="78861"/>
                </a:lnTo>
                <a:lnTo>
                  <a:pt x="3818179" y="78861"/>
                </a:lnTo>
                <a:close/>
                <a:moveTo>
                  <a:pt x="3868303" y="71599"/>
                </a:moveTo>
                <a:lnTo>
                  <a:pt x="3868777" y="75152"/>
                </a:lnTo>
                <a:cubicBezTo>
                  <a:pt x="3860407" y="76263"/>
                  <a:pt x="3852045" y="77394"/>
                  <a:pt x="3843681" y="78537"/>
                </a:cubicBezTo>
                <a:lnTo>
                  <a:pt x="3842751" y="71709"/>
                </a:lnTo>
                <a:lnTo>
                  <a:pt x="3843255" y="75387"/>
                </a:lnTo>
                <a:cubicBezTo>
                  <a:pt x="3851619" y="74244"/>
                  <a:pt x="3859981" y="73120"/>
                  <a:pt x="3868358" y="72009"/>
                </a:cubicBezTo>
                <a:close/>
                <a:moveTo>
                  <a:pt x="5816086" y="69539"/>
                </a:moveTo>
                <a:cubicBezTo>
                  <a:pt x="5824468" y="70714"/>
                  <a:pt x="5832850" y="71901"/>
                  <a:pt x="5841232" y="73101"/>
                </a:cubicBezTo>
                <a:lnTo>
                  <a:pt x="5840772" y="76242"/>
                </a:lnTo>
                <a:lnTo>
                  <a:pt x="5815705" y="72682"/>
                </a:lnTo>
                <a:lnTo>
                  <a:pt x="5814816" y="78969"/>
                </a:lnTo>
                <a:cubicBezTo>
                  <a:pt x="5823134" y="80143"/>
                  <a:pt x="5831517" y="81331"/>
                  <a:pt x="5839835" y="82531"/>
                </a:cubicBezTo>
                <a:lnTo>
                  <a:pt x="5840312" y="79384"/>
                </a:lnTo>
                <a:lnTo>
                  <a:pt x="5839391" y="85674"/>
                </a:lnTo>
                <a:cubicBezTo>
                  <a:pt x="5831072" y="84474"/>
                  <a:pt x="5822690" y="83287"/>
                  <a:pt x="5814371" y="82112"/>
                </a:cubicBezTo>
                <a:close/>
                <a:moveTo>
                  <a:pt x="3816859" y="69425"/>
                </a:moveTo>
                <a:lnTo>
                  <a:pt x="3817749" y="75788"/>
                </a:lnTo>
                <a:lnTo>
                  <a:pt x="3817298" y="72568"/>
                </a:lnTo>
                <a:lnTo>
                  <a:pt x="3792223" y="76130"/>
                </a:lnTo>
                <a:lnTo>
                  <a:pt x="3791771" y="72987"/>
                </a:lnTo>
                <a:cubicBezTo>
                  <a:pt x="3800127" y="71787"/>
                  <a:pt x="3808489" y="70599"/>
                  <a:pt x="3816859" y="69425"/>
                </a:cubicBezTo>
                <a:close/>
                <a:moveTo>
                  <a:pt x="3842395" y="69094"/>
                </a:moveTo>
                <a:lnTo>
                  <a:pt x="3842751" y="71709"/>
                </a:lnTo>
                <a:lnTo>
                  <a:pt x="3842392" y="69094"/>
                </a:lnTo>
                <a:close/>
                <a:moveTo>
                  <a:pt x="5765413" y="65811"/>
                </a:moveTo>
                <a:lnTo>
                  <a:pt x="5765429" y="65813"/>
                </a:lnTo>
                <a:lnTo>
                  <a:pt x="5765011" y="68879"/>
                </a:lnTo>
                <a:close/>
                <a:moveTo>
                  <a:pt x="3867520" y="65710"/>
                </a:moveTo>
                <a:lnTo>
                  <a:pt x="3868303" y="71599"/>
                </a:lnTo>
                <a:lnTo>
                  <a:pt x="3867518" y="65710"/>
                </a:lnTo>
                <a:close/>
                <a:moveTo>
                  <a:pt x="5714248" y="65598"/>
                </a:moveTo>
                <a:lnTo>
                  <a:pt x="5739410" y="68805"/>
                </a:lnTo>
                <a:lnTo>
                  <a:pt x="5738997" y="71958"/>
                </a:lnTo>
                <a:cubicBezTo>
                  <a:pt x="5730615" y="70872"/>
                  <a:pt x="5722233" y="69799"/>
                  <a:pt x="5713851" y="68745"/>
                </a:cubicBezTo>
                <a:close/>
                <a:moveTo>
                  <a:pt x="3892989" y="64876"/>
                </a:moveTo>
                <a:lnTo>
                  <a:pt x="3893485" y="68713"/>
                </a:lnTo>
                <a:lnTo>
                  <a:pt x="3918641" y="65507"/>
                </a:lnTo>
                <a:lnTo>
                  <a:pt x="3919036" y="68656"/>
                </a:lnTo>
                <a:cubicBezTo>
                  <a:pt x="3910655" y="69710"/>
                  <a:pt x="3902273" y="70777"/>
                  <a:pt x="3893891" y="71863"/>
                </a:cubicBezTo>
                <a:close/>
                <a:moveTo>
                  <a:pt x="3918375" y="63385"/>
                </a:moveTo>
                <a:lnTo>
                  <a:pt x="3918642" y="65507"/>
                </a:lnTo>
                <a:lnTo>
                  <a:pt x="3918641" y="65507"/>
                </a:lnTo>
                <a:close/>
                <a:moveTo>
                  <a:pt x="5765857" y="62668"/>
                </a:moveTo>
                <a:cubicBezTo>
                  <a:pt x="5774240" y="63779"/>
                  <a:pt x="5782621" y="64910"/>
                  <a:pt x="5791004" y="66059"/>
                </a:cubicBezTo>
                <a:lnTo>
                  <a:pt x="5789289" y="78638"/>
                </a:lnTo>
                <a:cubicBezTo>
                  <a:pt x="5780907" y="77495"/>
                  <a:pt x="5772525" y="76371"/>
                  <a:pt x="5764143" y="75254"/>
                </a:cubicBezTo>
                <a:lnTo>
                  <a:pt x="5765011" y="68879"/>
                </a:lnTo>
                <a:lnTo>
                  <a:pt x="5764588" y="72111"/>
                </a:lnTo>
                <a:cubicBezTo>
                  <a:pt x="5772969" y="73222"/>
                  <a:pt x="5781352" y="74352"/>
                  <a:pt x="5789670" y="75495"/>
                </a:cubicBezTo>
                <a:lnTo>
                  <a:pt x="5790559" y="69202"/>
                </a:lnTo>
                <a:lnTo>
                  <a:pt x="5765429" y="65813"/>
                </a:lnTo>
                <a:close/>
                <a:moveTo>
                  <a:pt x="3867100" y="62567"/>
                </a:moveTo>
                <a:lnTo>
                  <a:pt x="3867518" y="65710"/>
                </a:lnTo>
                <a:lnTo>
                  <a:pt x="3842395" y="69094"/>
                </a:lnTo>
                <a:lnTo>
                  <a:pt x="3841966" y="65951"/>
                </a:lnTo>
                <a:cubicBezTo>
                  <a:pt x="3850337" y="64808"/>
                  <a:pt x="3858717" y="63678"/>
                  <a:pt x="3867100" y="62567"/>
                </a:cubicBezTo>
                <a:close/>
                <a:moveTo>
                  <a:pt x="5740236" y="62505"/>
                </a:moveTo>
                <a:lnTo>
                  <a:pt x="5740267" y="62509"/>
                </a:lnTo>
                <a:lnTo>
                  <a:pt x="5739442" y="68809"/>
                </a:lnTo>
                <a:lnTo>
                  <a:pt x="5739410" y="68805"/>
                </a:lnTo>
                <a:close/>
                <a:moveTo>
                  <a:pt x="3892672" y="62414"/>
                </a:moveTo>
                <a:lnTo>
                  <a:pt x="3892989" y="64876"/>
                </a:lnTo>
                <a:lnTo>
                  <a:pt x="3892671" y="62414"/>
                </a:lnTo>
                <a:close/>
                <a:moveTo>
                  <a:pt x="5714656" y="62358"/>
                </a:moveTo>
                <a:lnTo>
                  <a:pt x="5714248" y="65598"/>
                </a:lnTo>
                <a:lnTo>
                  <a:pt x="5714232" y="65596"/>
                </a:lnTo>
                <a:close/>
                <a:moveTo>
                  <a:pt x="3969007" y="59361"/>
                </a:moveTo>
                <a:lnTo>
                  <a:pt x="3969380" y="62509"/>
                </a:lnTo>
                <a:cubicBezTo>
                  <a:pt x="3960991" y="63506"/>
                  <a:pt x="3952597" y="64516"/>
                  <a:pt x="3944214" y="65538"/>
                </a:cubicBezTo>
                <a:lnTo>
                  <a:pt x="3943828" y="62382"/>
                </a:lnTo>
                <a:close/>
                <a:moveTo>
                  <a:pt x="3943443" y="59233"/>
                </a:moveTo>
                <a:lnTo>
                  <a:pt x="3943828" y="62382"/>
                </a:lnTo>
                <a:lnTo>
                  <a:pt x="3943828" y="62382"/>
                </a:lnTo>
                <a:close/>
                <a:moveTo>
                  <a:pt x="5715439" y="56147"/>
                </a:moveTo>
                <a:cubicBezTo>
                  <a:pt x="5723820" y="57201"/>
                  <a:pt x="5732266" y="58274"/>
                  <a:pt x="5740648" y="59360"/>
                </a:cubicBezTo>
                <a:lnTo>
                  <a:pt x="5740236" y="62505"/>
                </a:lnTo>
                <a:lnTo>
                  <a:pt x="5715057" y="59296"/>
                </a:lnTo>
                <a:lnTo>
                  <a:pt x="5714656" y="62358"/>
                </a:lnTo>
                <a:close/>
                <a:moveTo>
                  <a:pt x="3917455" y="56051"/>
                </a:moveTo>
                <a:lnTo>
                  <a:pt x="3918375" y="63385"/>
                </a:lnTo>
                <a:lnTo>
                  <a:pt x="3917849" y="59207"/>
                </a:lnTo>
                <a:lnTo>
                  <a:pt x="3892672" y="62414"/>
                </a:lnTo>
                <a:lnTo>
                  <a:pt x="3892265" y="59265"/>
                </a:lnTo>
                <a:cubicBezTo>
                  <a:pt x="3900660" y="58179"/>
                  <a:pt x="3909055" y="57112"/>
                  <a:pt x="3917455" y="56051"/>
                </a:cubicBezTo>
                <a:close/>
                <a:moveTo>
                  <a:pt x="5664575" y="53130"/>
                </a:moveTo>
                <a:lnTo>
                  <a:pt x="5664591" y="53132"/>
                </a:lnTo>
                <a:lnTo>
                  <a:pt x="5663860" y="59442"/>
                </a:lnTo>
                <a:lnTo>
                  <a:pt x="5663813" y="59436"/>
                </a:lnTo>
                <a:close/>
                <a:moveTo>
                  <a:pt x="3968262" y="53048"/>
                </a:moveTo>
                <a:lnTo>
                  <a:pt x="3969012" y="59360"/>
                </a:lnTo>
                <a:lnTo>
                  <a:pt x="3969007" y="59361"/>
                </a:lnTo>
                <a:lnTo>
                  <a:pt x="3968260" y="53049"/>
                </a:lnTo>
                <a:close/>
                <a:moveTo>
                  <a:pt x="4019043" y="51308"/>
                </a:moveTo>
                <a:lnTo>
                  <a:pt x="4019297" y="53581"/>
                </a:lnTo>
                <a:lnTo>
                  <a:pt x="4019295" y="53581"/>
                </a:lnTo>
                <a:close/>
                <a:moveTo>
                  <a:pt x="5664956" y="49981"/>
                </a:moveTo>
                <a:cubicBezTo>
                  <a:pt x="5673402" y="50978"/>
                  <a:pt x="5681783" y="51987"/>
                  <a:pt x="5690229" y="53016"/>
                </a:cubicBezTo>
                <a:lnTo>
                  <a:pt x="5688642" y="65621"/>
                </a:lnTo>
                <a:cubicBezTo>
                  <a:pt x="5680259" y="64599"/>
                  <a:pt x="5671878" y="63589"/>
                  <a:pt x="5663495" y="62592"/>
                </a:cubicBezTo>
                <a:lnTo>
                  <a:pt x="5663860" y="59442"/>
                </a:lnTo>
                <a:lnTo>
                  <a:pt x="5689022" y="62471"/>
                </a:lnTo>
                <a:lnTo>
                  <a:pt x="5689784" y="56166"/>
                </a:lnTo>
                <a:lnTo>
                  <a:pt x="5664591" y="53132"/>
                </a:lnTo>
                <a:close/>
                <a:moveTo>
                  <a:pt x="3967888" y="49898"/>
                </a:moveTo>
                <a:lnTo>
                  <a:pt x="3968260" y="53049"/>
                </a:lnTo>
                <a:lnTo>
                  <a:pt x="3943059" y="56083"/>
                </a:lnTo>
                <a:lnTo>
                  <a:pt x="3943443" y="59233"/>
                </a:lnTo>
                <a:lnTo>
                  <a:pt x="3942672" y="52927"/>
                </a:lnTo>
                <a:cubicBezTo>
                  <a:pt x="3951073" y="51905"/>
                  <a:pt x="3959480" y="50895"/>
                  <a:pt x="3967888" y="49898"/>
                </a:cubicBezTo>
                <a:close/>
                <a:moveTo>
                  <a:pt x="5614219" y="47339"/>
                </a:moveTo>
                <a:lnTo>
                  <a:pt x="5614236" y="47341"/>
                </a:lnTo>
                <a:lnTo>
                  <a:pt x="5613858" y="50606"/>
                </a:lnTo>
                <a:close/>
                <a:moveTo>
                  <a:pt x="5563357" y="45684"/>
                </a:moveTo>
                <a:lnTo>
                  <a:pt x="5563102" y="48216"/>
                </a:lnTo>
                <a:cubicBezTo>
                  <a:pt x="5571484" y="49092"/>
                  <a:pt x="5579930" y="49981"/>
                  <a:pt x="5588311" y="50889"/>
                </a:cubicBezTo>
                <a:lnTo>
                  <a:pt x="5588673" y="47618"/>
                </a:lnTo>
                <a:lnTo>
                  <a:pt x="5587994" y="54045"/>
                </a:lnTo>
                <a:cubicBezTo>
                  <a:pt x="5579548" y="53143"/>
                  <a:pt x="5571167" y="52248"/>
                  <a:pt x="5562784" y="51371"/>
                </a:cubicBezTo>
                <a:close/>
                <a:moveTo>
                  <a:pt x="5588995" y="44576"/>
                </a:moveTo>
                <a:lnTo>
                  <a:pt x="5589010" y="44577"/>
                </a:lnTo>
                <a:lnTo>
                  <a:pt x="5588673" y="47618"/>
                </a:lnTo>
                <a:close/>
                <a:moveTo>
                  <a:pt x="5614601" y="44183"/>
                </a:moveTo>
                <a:cubicBezTo>
                  <a:pt x="5622982" y="45123"/>
                  <a:pt x="5631365" y="46069"/>
                  <a:pt x="5639810" y="47041"/>
                </a:cubicBezTo>
                <a:lnTo>
                  <a:pt x="5638349" y="59652"/>
                </a:lnTo>
                <a:cubicBezTo>
                  <a:pt x="5629968" y="58693"/>
                  <a:pt x="5621585" y="57741"/>
                  <a:pt x="5613140" y="56807"/>
                </a:cubicBezTo>
                <a:lnTo>
                  <a:pt x="5613858" y="50606"/>
                </a:lnTo>
                <a:lnTo>
                  <a:pt x="5613521" y="53651"/>
                </a:lnTo>
                <a:cubicBezTo>
                  <a:pt x="5621903" y="54585"/>
                  <a:pt x="5630285" y="55537"/>
                  <a:pt x="5638667" y="56502"/>
                </a:cubicBezTo>
                <a:lnTo>
                  <a:pt x="5639429" y="50190"/>
                </a:lnTo>
                <a:lnTo>
                  <a:pt x="5614236" y="47341"/>
                </a:lnTo>
                <a:close/>
                <a:moveTo>
                  <a:pt x="4018242" y="44113"/>
                </a:moveTo>
                <a:lnTo>
                  <a:pt x="4019043" y="51308"/>
                </a:lnTo>
                <a:lnTo>
                  <a:pt x="4018591" y="47269"/>
                </a:lnTo>
                <a:cubicBezTo>
                  <a:pt x="4010198" y="48203"/>
                  <a:pt x="4001802" y="49155"/>
                  <a:pt x="3993415" y="50114"/>
                </a:cubicBezTo>
                <a:lnTo>
                  <a:pt x="3994138" y="56426"/>
                </a:lnTo>
                <a:lnTo>
                  <a:pt x="4019295" y="53581"/>
                </a:lnTo>
                <a:lnTo>
                  <a:pt x="4019646" y="56737"/>
                </a:lnTo>
                <a:cubicBezTo>
                  <a:pt x="4011264" y="57671"/>
                  <a:pt x="4002881" y="58617"/>
                  <a:pt x="3994501" y="59582"/>
                </a:cubicBezTo>
                <a:lnTo>
                  <a:pt x="3993052" y="46965"/>
                </a:lnTo>
                <a:cubicBezTo>
                  <a:pt x="4001447" y="45999"/>
                  <a:pt x="4009842" y="45047"/>
                  <a:pt x="4018242" y="44113"/>
                </a:cubicBezTo>
                <a:close/>
                <a:moveTo>
                  <a:pt x="5563737" y="41897"/>
                </a:moveTo>
                <a:lnTo>
                  <a:pt x="5563738" y="41897"/>
                </a:lnTo>
                <a:lnTo>
                  <a:pt x="5563357" y="45684"/>
                </a:lnTo>
                <a:close/>
                <a:moveTo>
                  <a:pt x="4069030" y="41840"/>
                </a:moveTo>
                <a:cubicBezTo>
                  <a:pt x="4060617" y="42716"/>
                  <a:pt x="4052209" y="43605"/>
                  <a:pt x="4043802" y="44507"/>
                </a:cubicBezTo>
                <a:lnTo>
                  <a:pt x="4044481" y="50825"/>
                </a:lnTo>
                <a:cubicBezTo>
                  <a:pt x="4052882" y="49917"/>
                  <a:pt x="4061283" y="49028"/>
                  <a:pt x="4069690" y="48152"/>
                </a:cubicBezTo>
                <a:close/>
                <a:moveTo>
                  <a:pt x="5512842" y="39972"/>
                </a:moveTo>
                <a:lnTo>
                  <a:pt x="5512556" y="43129"/>
                </a:lnTo>
                <a:lnTo>
                  <a:pt x="5537829" y="45631"/>
                </a:lnTo>
                <a:lnTo>
                  <a:pt x="5537511" y="48787"/>
                </a:lnTo>
                <a:cubicBezTo>
                  <a:pt x="5529066" y="47943"/>
                  <a:pt x="5520684" y="47111"/>
                  <a:pt x="5512239" y="46291"/>
                </a:cubicBezTo>
                <a:close/>
                <a:moveTo>
                  <a:pt x="5538464" y="39313"/>
                </a:moveTo>
                <a:lnTo>
                  <a:pt x="5538464" y="39313"/>
                </a:lnTo>
                <a:lnTo>
                  <a:pt x="5537829" y="45631"/>
                </a:lnTo>
                <a:lnTo>
                  <a:pt x="5537829" y="45631"/>
                </a:lnTo>
                <a:close/>
                <a:moveTo>
                  <a:pt x="4094291" y="39256"/>
                </a:moveTo>
                <a:lnTo>
                  <a:pt x="4094926" y="45574"/>
                </a:lnTo>
                <a:lnTo>
                  <a:pt x="4094926" y="45574"/>
                </a:lnTo>
                <a:lnTo>
                  <a:pt x="4094291" y="39256"/>
                </a:lnTo>
                <a:close/>
                <a:moveTo>
                  <a:pt x="5564055" y="38741"/>
                </a:moveTo>
                <a:cubicBezTo>
                  <a:pt x="5572500" y="39618"/>
                  <a:pt x="5580945" y="40513"/>
                  <a:pt x="5589328" y="41421"/>
                </a:cubicBezTo>
                <a:lnTo>
                  <a:pt x="5588995" y="44576"/>
                </a:lnTo>
                <a:lnTo>
                  <a:pt x="5563738" y="41897"/>
                </a:lnTo>
                <a:close/>
                <a:moveTo>
                  <a:pt x="4068707" y="38678"/>
                </a:moveTo>
                <a:lnTo>
                  <a:pt x="4070021" y="51314"/>
                </a:lnTo>
                <a:cubicBezTo>
                  <a:pt x="4061614" y="52184"/>
                  <a:pt x="4053213" y="53073"/>
                  <a:pt x="4044818" y="53981"/>
                </a:cubicBezTo>
                <a:lnTo>
                  <a:pt x="4043459" y="41351"/>
                </a:lnTo>
                <a:cubicBezTo>
                  <a:pt x="4051873" y="40449"/>
                  <a:pt x="4060287" y="39554"/>
                  <a:pt x="4068707" y="38678"/>
                </a:cubicBezTo>
                <a:close/>
                <a:moveTo>
                  <a:pt x="5487601" y="37567"/>
                </a:moveTo>
                <a:lnTo>
                  <a:pt x="5487029" y="43891"/>
                </a:lnTo>
                <a:cubicBezTo>
                  <a:pt x="5478583" y="43104"/>
                  <a:pt x="5470202" y="42335"/>
                  <a:pt x="5461819" y="41580"/>
                </a:cubicBezTo>
                <a:lnTo>
                  <a:pt x="5462105" y="38421"/>
                </a:lnTo>
                <a:lnTo>
                  <a:pt x="5487283" y="40729"/>
                </a:lnTo>
                <a:close/>
                <a:moveTo>
                  <a:pt x="5513128" y="36811"/>
                </a:moveTo>
                <a:lnTo>
                  <a:pt x="5513143" y="36813"/>
                </a:lnTo>
                <a:lnTo>
                  <a:pt x="5512842" y="39972"/>
                </a:lnTo>
                <a:close/>
                <a:moveTo>
                  <a:pt x="5487887" y="34401"/>
                </a:moveTo>
                <a:lnTo>
                  <a:pt x="5487918" y="34404"/>
                </a:lnTo>
                <a:lnTo>
                  <a:pt x="5487601" y="37567"/>
                </a:lnTo>
                <a:close/>
                <a:moveTo>
                  <a:pt x="5411592" y="34055"/>
                </a:moveTo>
                <a:lnTo>
                  <a:pt x="5436832" y="36193"/>
                </a:lnTo>
                <a:lnTo>
                  <a:pt x="5436546" y="39357"/>
                </a:lnTo>
                <a:cubicBezTo>
                  <a:pt x="5428165" y="38627"/>
                  <a:pt x="5419719" y="37916"/>
                  <a:pt x="5411337" y="37224"/>
                </a:cubicBezTo>
                <a:close/>
                <a:moveTo>
                  <a:pt x="5513445" y="33649"/>
                </a:moveTo>
                <a:cubicBezTo>
                  <a:pt x="5521891" y="34468"/>
                  <a:pt x="5530336" y="35306"/>
                  <a:pt x="5538782" y="36151"/>
                </a:cubicBezTo>
                <a:lnTo>
                  <a:pt x="5538464" y="39313"/>
                </a:lnTo>
                <a:lnTo>
                  <a:pt x="5513143" y="36813"/>
                </a:lnTo>
                <a:close/>
                <a:moveTo>
                  <a:pt x="4119272" y="33598"/>
                </a:moveTo>
                <a:lnTo>
                  <a:pt x="4120496" y="46241"/>
                </a:lnTo>
                <a:cubicBezTo>
                  <a:pt x="4112071" y="47054"/>
                  <a:pt x="4103656" y="47885"/>
                  <a:pt x="4095243" y="48730"/>
                </a:cubicBezTo>
                <a:lnTo>
                  <a:pt x="4094926" y="45574"/>
                </a:lnTo>
                <a:lnTo>
                  <a:pt x="4120186" y="43078"/>
                </a:lnTo>
                <a:lnTo>
                  <a:pt x="4119577" y="36760"/>
                </a:lnTo>
                <a:lnTo>
                  <a:pt x="4094291" y="39256"/>
                </a:lnTo>
                <a:lnTo>
                  <a:pt x="4093973" y="36093"/>
                </a:lnTo>
                <a:cubicBezTo>
                  <a:pt x="4102400" y="35249"/>
                  <a:pt x="4110831" y="34417"/>
                  <a:pt x="4119272" y="33598"/>
                </a:cubicBezTo>
                <a:close/>
                <a:moveTo>
                  <a:pt x="5437118" y="33030"/>
                </a:moveTo>
                <a:lnTo>
                  <a:pt x="5436864" y="36195"/>
                </a:lnTo>
                <a:lnTo>
                  <a:pt x="5436832" y="36193"/>
                </a:lnTo>
                <a:close/>
                <a:moveTo>
                  <a:pt x="5462645" y="32093"/>
                </a:moveTo>
                <a:lnTo>
                  <a:pt x="5462677" y="32096"/>
                </a:lnTo>
                <a:lnTo>
                  <a:pt x="5462105" y="38421"/>
                </a:lnTo>
                <a:lnTo>
                  <a:pt x="5462073" y="38418"/>
                </a:lnTo>
                <a:close/>
                <a:moveTo>
                  <a:pt x="4170040" y="32048"/>
                </a:moveTo>
                <a:lnTo>
                  <a:pt x="4170320" y="35192"/>
                </a:lnTo>
                <a:lnTo>
                  <a:pt x="4170038" y="32048"/>
                </a:lnTo>
                <a:close/>
                <a:moveTo>
                  <a:pt x="5411917" y="30001"/>
                </a:moveTo>
                <a:lnTo>
                  <a:pt x="5411592" y="34055"/>
                </a:lnTo>
                <a:lnTo>
                  <a:pt x="5411591" y="34055"/>
                </a:lnTo>
                <a:close/>
                <a:moveTo>
                  <a:pt x="4195281" y="29826"/>
                </a:moveTo>
                <a:lnTo>
                  <a:pt x="4195827" y="36151"/>
                </a:lnTo>
                <a:lnTo>
                  <a:pt x="4195827" y="36151"/>
                </a:lnTo>
                <a:lnTo>
                  <a:pt x="4195281" y="29826"/>
                </a:lnTo>
                <a:close/>
                <a:moveTo>
                  <a:pt x="5462963" y="28931"/>
                </a:moveTo>
                <a:cubicBezTo>
                  <a:pt x="5471344" y="29686"/>
                  <a:pt x="5479790" y="30461"/>
                  <a:pt x="5488172" y="31242"/>
                </a:cubicBezTo>
                <a:lnTo>
                  <a:pt x="5487887" y="34401"/>
                </a:lnTo>
                <a:lnTo>
                  <a:pt x="5462677" y="32096"/>
                </a:lnTo>
                <a:close/>
                <a:moveTo>
                  <a:pt x="4169754" y="28886"/>
                </a:moveTo>
                <a:lnTo>
                  <a:pt x="4170038" y="32048"/>
                </a:lnTo>
                <a:lnTo>
                  <a:pt x="4144818" y="34354"/>
                </a:lnTo>
                <a:lnTo>
                  <a:pt x="4145408" y="40678"/>
                </a:lnTo>
                <a:cubicBezTo>
                  <a:pt x="4153803" y="39897"/>
                  <a:pt x="4162204" y="39122"/>
                  <a:pt x="4170605" y="38373"/>
                </a:cubicBezTo>
                <a:lnTo>
                  <a:pt x="4170320" y="35192"/>
                </a:lnTo>
                <a:lnTo>
                  <a:pt x="4170891" y="41535"/>
                </a:lnTo>
                <a:cubicBezTo>
                  <a:pt x="4162490" y="42285"/>
                  <a:pt x="4154095" y="43053"/>
                  <a:pt x="4145701" y="43840"/>
                </a:cubicBezTo>
                <a:lnTo>
                  <a:pt x="4144520" y="31191"/>
                </a:lnTo>
                <a:cubicBezTo>
                  <a:pt x="4152926" y="30410"/>
                  <a:pt x="4161341" y="29642"/>
                  <a:pt x="4169754" y="28886"/>
                </a:cubicBezTo>
                <a:close/>
                <a:moveTo>
                  <a:pt x="5361204" y="26891"/>
                </a:moveTo>
                <a:lnTo>
                  <a:pt x="5360982" y="30048"/>
                </a:lnTo>
                <a:lnTo>
                  <a:pt x="5386255" y="32010"/>
                </a:lnTo>
                <a:lnTo>
                  <a:pt x="5386001" y="35173"/>
                </a:lnTo>
                <a:cubicBezTo>
                  <a:pt x="5377619" y="34506"/>
                  <a:pt x="5369173" y="33852"/>
                  <a:pt x="5360728" y="33217"/>
                </a:cubicBezTo>
                <a:close/>
                <a:moveTo>
                  <a:pt x="4271409" y="26819"/>
                </a:moveTo>
                <a:lnTo>
                  <a:pt x="4271653" y="30016"/>
                </a:lnTo>
                <a:lnTo>
                  <a:pt x="4271649" y="30017"/>
                </a:lnTo>
                <a:close/>
                <a:moveTo>
                  <a:pt x="5386763" y="25679"/>
                </a:moveTo>
                <a:lnTo>
                  <a:pt x="5386763" y="25679"/>
                </a:lnTo>
                <a:lnTo>
                  <a:pt x="5386255" y="32010"/>
                </a:lnTo>
                <a:lnTo>
                  <a:pt x="5386255" y="32010"/>
                </a:lnTo>
                <a:close/>
                <a:moveTo>
                  <a:pt x="5412353" y="24562"/>
                </a:moveTo>
                <a:cubicBezTo>
                  <a:pt x="5420798" y="25260"/>
                  <a:pt x="5429244" y="25978"/>
                  <a:pt x="5437690" y="26702"/>
                </a:cubicBezTo>
                <a:lnTo>
                  <a:pt x="5437118" y="33030"/>
                </a:lnTo>
                <a:lnTo>
                  <a:pt x="5437372" y="29864"/>
                </a:lnTo>
                <a:cubicBezTo>
                  <a:pt x="5428990" y="29140"/>
                  <a:pt x="5420544" y="28429"/>
                  <a:pt x="5412099" y="27730"/>
                </a:cubicBezTo>
                <a:lnTo>
                  <a:pt x="5411917" y="30001"/>
                </a:lnTo>
                <a:close/>
                <a:moveTo>
                  <a:pt x="4220293" y="24524"/>
                </a:moveTo>
                <a:lnTo>
                  <a:pt x="4221342" y="37179"/>
                </a:lnTo>
                <a:cubicBezTo>
                  <a:pt x="4212921" y="37878"/>
                  <a:pt x="4204508" y="38589"/>
                  <a:pt x="4196101" y="39313"/>
                </a:cubicBezTo>
                <a:lnTo>
                  <a:pt x="4195827" y="36151"/>
                </a:lnTo>
                <a:lnTo>
                  <a:pt x="4221074" y="34017"/>
                </a:lnTo>
                <a:lnTo>
                  <a:pt x="4220554" y="27686"/>
                </a:lnTo>
                <a:lnTo>
                  <a:pt x="4195281" y="29826"/>
                </a:lnTo>
                <a:lnTo>
                  <a:pt x="4195007" y="26657"/>
                </a:lnTo>
                <a:cubicBezTo>
                  <a:pt x="4203434" y="25933"/>
                  <a:pt x="4211861" y="25222"/>
                  <a:pt x="4220293" y="24524"/>
                </a:cubicBezTo>
                <a:close/>
                <a:moveTo>
                  <a:pt x="5361426" y="23717"/>
                </a:moveTo>
                <a:lnTo>
                  <a:pt x="5361442" y="23718"/>
                </a:lnTo>
                <a:lnTo>
                  <a:pt x="5361204" y="26891"/>
                </a:lnTo>
                <a:close/>
                <a:moveTo>
                  <a:pt x="4322013" y="23420"/>
                </a:moveTo>
                <a:lnTo>
                  <a:pt x="4322218" y="26378"/>
                </a:lnTo>
                <a:lnTo>
                  <a:pt x="4322216" y="26378"/>
                </a:lnTo>
                <a:close/>
                <a:moveTo>
                  <a:pt x="5259779" y="23115"/>
                </a:moveTo>
                <a:lnTo>
                  <a:pt x="5285099" y="24714"/>
                </a:lnTo>
                <a:lnTo>
                  <a:pt x="5284908" y="27883"/>
                </a:lnTo>
                <a:cubicBezTo>
                  <a:pt x="5276463" y="27337"/>
                  <a:pt x="5268018" y="26803"/>
                  <a:pt x="5259572" y="26283"/>
                </a:cubicBezTo>
                <a:close/>
                <a:moveTo>
                  <a:pt x="5336058" y="21842"/>
                </a:moveTo>
                <a:lnTo>
                  <a:pt x="5336090" y="21844"/>
                </a:lnTo>
                <a:lnTo>
                  <a:pt x="5335645" y="28175"/>
                </a:lnTo>
                <a:lnTo>
                  <a:pt x="5335614" y="28173"/>
                </a:lnTo>
                <a:close/>
                <a:moveTo>
                  <a:pt x="4372606" y="20938"/>
                </a:moveTo>
                <a:lnTo>
                  <a:pt x="4372935" y="26264"/>
                </a:lnTo>
                <a:cubicBezTo>
                  <a:pt x="4364508" y="26778"/>
                  <a:pt x="4356089" y="27311"/>
                  <a:pt x="4347674" y="27857"/>
                </a:cubicBezTo>
                <a:lnTo>
                  <a:pt x="4347468" y="24689"/>
                </a:lnTo>
                <a:lnTo>
                  <a:pt x="4372738" y="23095"/>
                </a:lnTo>
                <a:close/>
                <a:moveTo>
                  <a:pt x="5361680" y="20549"/>
                </a:moveTo>
                <a:cubicBezTo>
                  <a:pt x="5370126" y="21190"/>
                  <a:pt x="5378571" y="21844"/>
                  <a:pt x="5387017" y="22511"/>
                </a:cubicBezTo>
                <a:lnTo>
                  <a:pt x="5386763" y="25679"/>
                </a:lnTo>
                <a:lnTo>
                  <a:pt x="5361442" y="23718"/>
                </a:lnTo>
                <a:close/>
                <a:moveTo>
                  <a:pt x="4270935" y="20517"/>
                </a:moveTo>
                <a:lnTo>
                  <a:pt x="4271409" y="26819"/>
                </a:lnTo>
                <a:lnTo>
                  <a:pt x="4271170" y="23685"/>
                </a:lnTo>
                <a:cubicBezTo>
                  <a:pt x="4262725" y="24321"/>
                  <a:pt x="4254285" y="24975"/>
                  <a:pt x="4245852" y="25641"/>
                </a:cubicBezTo>
                <a:lnTo>
                  <a:pt x="4246353" y="31972"/>
                </a:lnTo>
                <a:lnTo>
                  <a:pt x="4271649" y="30017"/>
                </a:lnTo>
                <a:lnTo>
                  <a:pt x="4271888" y="33185"/>
                </a:lnTo>
                <a:cubicBezTo>
                  <a:pt x="4263455" y="33820"/>
                  <a:pt x="4255028" y="34474"/>
                  <a:pt x="4246601" y="35141"/>
                </a:cubicBezTo>
                <a:lnTo>
                  <a:pt x="4245599" y="22479"/>
                </a:lnTo>
                <a:cubicBezTo>
                  <a:pt x="4254038" y="21812"/>
                  <a:pt x="4262483" y="21158"/>
                  <a:pt x="4270935" y="20517"/>
                </a:cubicBezTo>
                <a:close/>
                <a:moveTo>
                  <a:pt x="4423360" y="20168"/>
                </a:moveTo>
                <a:lnTo>
                  <a:pt x="4423532" y="23336"/>
                </a:lnTo>
                <a:cubicBezTo>
                  <a:pt x="4415093" y="23793"/>
                  <a:pt x="4406654" y="24270"/>
                  <a:pt x="4398221" y="24759"/>
                </a:cubicBezTo>
                <a:lnTo>
                  <a:pt x="4398038" y="21584"/>
                </a:lnTo>
                <a:close/>
                <a:moveTo>
                  <a:pt x="5259979" y="20031"/>
                </a:moveTo>
                <a:lnTo>
                  <a:pt x="5259779" y="23115"/>
                </a:lnTo>
                <a:lnTo>
                  <a:pt x="5259763" y="23114"/>
                </a:lnTo>
                <a:close/>
                <a:moveTo>
                  <a:pt x="4397878" y="18815"/>
                </a:moveTo>
                <a:lnTo>
                  <a:pt x="4398038" y="21584"/>
                </a:lnTo>
                <a:lnTo>
                  <a:pt x="4398036" y="21584"/>
                </a:lnTo>
                <a:close/>
                <a:moveTo>
                  <a:pt x="5285480" y="18377"/>
                </a:moveTo>
                <a:lnTo>
                  <a:pt x="5285480" y="18377"/>
                </a:lnTo>
                <a:lnTo>
                  <a:pt x="5285099" y="24714"/>
                </a:lnTo>
                <a:lnTo>
                  <a:pt x="5285099" y="24714"/>
                </a:lnTo>
                <a:close/>
                <a:moveTo>
                  <a:pt x="5234652" y="18358"/>
                </a:moveTo>
                <a:lnTo>
                  <a:pt x="5234490" y="21603"/>
                </a:lnTo>
                <a:lnTo>
                  <a:pt x="5234474" y="21602"/>
                </a:lnTo>
                <a:close/>
                <a:moveTo>
                  <a:pt x="4347055" y="18351"/>
                </a:moveTo>
                <a:lnTo>
                  <a:pt x="4347468" y="24689"/>
                </a:lnTo>
                <a:lnTo>
                  <a:pt x="4347465" y="24689"/>
                </a:lnTo>
                <a:lnTo>
                  <a:pt x="4347053" y="18351"/>
                </a:lnTo>
                <a:close/>
                <a:moveTo>
                  <a:pt x="5209312" y="17016"/>
                </a:moveTo>
                <a:lnTo>
                  <a:pt x="5209153" y="20180"/>
                </a:lnTo>
                <a:lnTo>
                  <a:pt x="5234474" y="21602"/>
                </a:lnTo>
                <a:lnTo>
                  <a:pt x="5234299" y="24778"/>
                </a:lnTo>
                <a:cubicBezTo>
                  <a:pt x="5225854" y="24289"/>
                  <a:pt x="5217408" y="23813"/>
                  <a:pt x="5208963" y="23355"/>
                </a:cubicBezTo>
                <a:close/>
                <a:moveTo>
                  <a:pt x="5311007" y="16897"/>
                </a:moveTo>
                <a:cubicBezTo>
                  <a:pt x="5319453" y="17475"/>
                  <a:pt x="5327898" y="18072"/>
                  <a:pt x="5336280" y="18675"/>
                </a:cubicBezTo>
                <a:lnTo>
                  <a:pt x="5336058" y="21842"/>
                </a:lnTo>
                <a:lnTo>
                  <a:pt x="5310817" y="20066"/>
                </a:lnTo>
                <a:lnTo>
                  <a:pt x="5310372" y="26403"/>
                </a:lnTo>
                <a:lnTo>
                  <a:pt x="5335614" y="28173"/>
                </a:lnTo>
                <a:lnTo>
                  <a:pt x="5335391" y="31344"/>
                </a:lnTo>
                <a:cubicBezTo>
                  <a:pt x="5326945" y="30740"/>
                  <a:pt x="5318564" y="30143"/>
                  <a:pt x="5310118" y="29572"/>
                </a:cubicBezTo>
                <a:close/>
                <a:moveTo>
                  <a:pt x="4321564" y="16872"/>
                </a:moveTo>
                <a:lnTo>
                  <a:pt x="4322013" y="23420"/>
                </a:lnTo>
                <a:lnTo>
                  <a:pt x="4321780" y="20041"/>
                </a:lnTo>
                <a:cubicBezTo>
                  <a:pt x="4313353" y="20618"/>
                  <a:pt x="4304933" y="21209"/>
                  <a:pt x="4296519" y="21812"/>
                </a:cubicBezTo>
                <a:lnTo>
                  <a:pt x="4296977" y="28150"/>
                </a:lnTo>
                <a:lnTo>
                  <a:pt x="4322216" y="26378"/>
                </a:lnTo>
                <a:lnTo>
                  <a:pt x="4322433" y="29540"/>
                </a:lnTo>
                <a:cubicBezTo>
                  <a:pt x="4314020" y="30118"/>
                  <a:pt x="4305605" y="30709"/>
                  <a:pt x="4297198" y="31312"/>
                </a:cubicBezTo>
                <a:lnTo>
                  <a:pt x="4296291" y="18650"/>
                </a:lnTo>
                <a:cubicBezTo>
                  <a:pt x="4304710" y="18040"/>
                  <a:pt x="4313137" y="17450"/>
                  <a:pt x="4321564" y="16872"/>
                </a:cubicBezTo>
                <a:close/>
                <a:moveTo>
                  <a:pt x="4372351" y="16758"/>
                </a:moveTo>
                <a:lnTo>
                  <a:pt x="4372606" y="20938"/>
                </a:lnTo>
                <a:lnTo>
                  <a:pt x="4372349" y="16758"/>
                </a:lnTo>
                <a:close/>
                <a:moveTo>
                  <a:pt x="4448545" y="15684"/>
                </a:moveTo>
                <a:lnTo>
                  <a:pt x="4448706" y="18834"/>
                </a:lnTo>
                <a:lnTo>
                  <a:pt x="4448702" y="18834"/>
                </a:lnTo>
                <a:close/>
                <a:moveTo>
                  <a:pt x="4473961" y="15519"/>
                </a:moveTo>
                <a:lnTo>
                  <a:pt x="4474211" y="20765"/>
                </a:lnTo>
                <a:cubicBezTo>
                  <a:pt x="4465759" y="21158"/>
                  <a:pt x="4457314" y="21577"/>
                  <a:pt x="4448868" y="22003"/>
                </a:cubicBezTo>
                <a:lnTo>
                  <a:pt x="4448706" y="18834"/>
                </a:lnTo>
                <a:lnTo>
                  <a:pt x="4474059" y="17590"/>
                </a:lnTo>
                <a:close/>
                <a:moveTo>
                  <a:pt x="5209471" y="13843"/>
                </a:moveTo>
                <a:lnTo>
                  <a:pt x="5209487" y="13844"/>
                </a:lnTo>
                <a:lnTo>
                  <a:pt x="5209312" y="17016"/>
                </a:lnTo>
                <a:close/>
                <a:moveTo>
                  <a:pt x="4423017" y="13824"/>
                </a:moveTo>
                <a:lnTo>
                  <a:pt x="4423360" y="20168"/>
                </a:lnTo>
                <a:lnTo>
                  <a:pt x="4423360" y="20168"/>
                </a:lnTo>
                <a:lnTo>
                  <a:pt x="4423017" y="13824"/>
                </a:lnTo>
                <a:close/>
                <a:moveTo>
                  <a:pt x="5260397" y="13608"/>
                </a:moveTo>
                <a:cubicBezTo>
                  <a:pt x="5268843" y="14129"/>
                  <a:pt x="5277289" y="14662"/>
                  <a:pt x="5285670" y="15208"/>
                </a:cubicBezTo>
                <a:lnTo>
                  <a:pt x="5285480" y="18377"/>
                </a:lnTo>
                <a:lnTo>
                  <a:pt x="5260207" y="16777"/>
                </a:lnTo>
                <a:lnTo>
                  <a:pt x="5259979" y="20031"/>
                </a:lnTo>
                <a:close/>
                <a:moveTo>
                  <a:pt x="4372154" y="13589"/>
                </a:moveTo>
                <a:lnTo>
                  <a:pt x="4372349" y="16758"/>
                </a:lnTo>
                <a:lnTo>
                  <a:pt x="4347055" y="18351"/>
                </a:lnTo>
                <a:lnTo>
                  <a:pt x="4346848" y="15183"/>
                </a:lnTo>
                <a:cubicBezTo>
                  <a:pt x="4355281" y="14637"/>
                  <a:pt x="4363715" y="14103"/>
                  <a:pt x="4372154" y="13589"/>
                </a:cubicBezTo>
                <a:close/>
                <a:moveTo>
                  <a:pt x="5057112" y="13526"/>
                </a:moveTo>
                <a:lnTo>
                  <a:pt x="5082455" y="14415"/>
                </a:lnTo>
                <a:lnTo>
                  <a:pt x="5082344" y="17583"/>
                </a:lnTo>
                <a:cubicBezTo>
                  <a:pt x="5073898" y="17272"/>
                  <a:pt x="5065459" y="16980"/>
                  <a:pt x="5057007" y="16701"/>
                </a:cubicBezTo>
                <a:close/>
                <a:moveTo>
                  <a:pt x="5133239" y="13284"/>
                </a:moveTo>
                <a:lnTo>
                  <a:pt x="5132953" y="19621"/>
                </a:lnTo>
                <a:cubicBezTo>
                  <a:pt x="5124508" y="19253"/>
                  <a:pt x="5116126" y="18898"/>
                  <a:pt x="5107680" y="18561"/>
                </a:cubicBezTo>
                <a:lnTo>
                  <a:pt x="5107807" y="15386"/>
                </a:lnTo>
                <a:lnTo>
                  <a:pt x="5133080" y="16453"/>
                </a:lnTo>
                <a:close/>
                <a:moveTo>
                  <a:pt x="5158671" y="11259"/>
                </a:moveTo>
                <a:lnTo>
                  <a:pt x="5158702" y="11261"/>
                </a:lnTo>
                <a:lnTo>
                  <a:pt x="5158544" y="14432"/>
                </a:lnTo>
                <a:close/>
                <a:moveTo>
                  <a:pt x="4473760" y="11246"/>
                </a:moveTo>
                <a:lnTo>
                  <a:pt x="4473961" y="15519"/>
                </a:lnTo>
                <a:lnTo>
                  <a:pt x="4473758" y="11246"/>
                </a:lnTo>
                <a:close/>
                <a:moveTo>
                  <a:pt x="4955658" y="10865"/>
                </a:moveTo>
                <a:lnTo>
                  <a:pt x="4980963" y="11398"/>
                </a:lnTo>
                <a:lnTo>
                  <a:pt x="4980890" y="14567"/>
                </a:lnTo>
                <a:cubicBezTo>
                  <a:pt x="4972463" y="14376"/>
                  <a:pt x="4964030" y="14199"/>
                  <a:pt x="4955597" y="14040"/>
                </a:cubicBezTo>
                <a:close/>
                <a:moveTo>
                  <a:pt x="5209661" y="10674"/>
                </a:moveTo>
                <a:cubicBezTo>
                  <a:pt x="5218107" y="11132"/>
                  <a:pt x="5226552" y="11608"/>
                  <a:pt x="5234997" y="12097"/>
                </a:cubicBezTo>
                <a:lnTo>
                  <a:pt x="5234652" y="18358"/>
                </a:lnTo>
                <a:lnTo>
                  <a:pt x="5234807" y="15265"/>
                </a:lnTo>
                <a:lnTo>
                  <a:pt x="5209487" y="13844"/>
                </a:lnTo>
                <a:close/>
                <a:moveTo>
                  <a:pt x="4422846" y="10655"/>
                </a:moveTo>
                <a:lnTo>
                  <a:pt x="4423017" y="13824"/>
                </a:lnTo>
                <a:lnTo>
                  <a:pt x="4397675" y="15246"/>
                </a:lnTo>
                <a:lnTo>
                  <a:pt x="4397878" y="18815"/>
                </a:lnTo>
                <a:lnTo>
                  <a:pt x="4397490" y="12078"/>
                </a:lnTo>
                <a:cubicBezTo>
                  <a:pt x="4405935" y="11589"/>
                  <a:pt x="4414387" y="11113"/>
                  <a:pt x="4422846" y="10655"/>
                </a:cubicBezTo>
                <a:close/>
                <a:moveTo>
                  <a:pt x="5057221" y="10234"/>
                </a:moveTo>
                <a:lnTo>
                  <a:pt x="5057112" y="13526"/>
                </a:lnTo>
                <a:lnTo>
                  <a:pt x="5057109" y="13526"/>
                </a:lnTo>
                <a:close/>
                <a:moveTo>
                  <a:pt x="5133381" y="10109"/>
                </a:moveTo>
                <a:lnTo>
                  <a:pt x="5133397" y="10109"/>
                </a:lnTo>
                <a:lnTo>
                  <a:pt x="5133239" y="13284"/>
                </a:lnTo>
                <a:close/>
                <a:moveTo>
                  <a:pt x="4575136" y="10016"/>
                </a:moveTo>
                <a:lnTo>
                  <a:pt x="4575361" y="16694"/>
                </a:lnTo>
                <a:cubicBezTo>
                  <a:pt x="4566915" y="16974"/>
                  <a:pt x="4558476" y="17266"/>
                  <a:pt x="4550037" y="17577"/>
                </a:cubicBezTo>
                <a:lnTo>
                  <a:pt x="4549849" y="12452"/>
                </a:lnTo>
                <a:lnTo>
                  <a:pt x="4549921" y="14402"/>
                </a:lnTo>
                <a:cubicBezTo>
                  <a:pt x="4558362" y="14097"/>
                  <a:pt x="4566806" y="13799"/>
                  <a:pt x="4575253" y="13519"/>
                </a:cubicBezTo>
                <a:close/>
                <a:moveTo>
                  <a:pt x="4816089" y="9525"/>
                </a:moveTo>
                <a:lnTo>
                  <a:pt x="4828801" y="9538"/>
                </a:lnTo>
                <a:lnTo>
                  <a:pt x="4828794" y="12713"/>
                </a:lnTo>
                <a:cubicBezTo>
                  <a:pt x="4824559" y="12706"/>
                  <a:pt x="4820324" y="12700"/>
                  <a:pt x="4816089" y="12700"/>
                </a:cubicBezTo>
                <a:cubicBezTo>
                  <a:pt x="4811854" y="12700"/>
                  <a:pt x="4807618" y="12706"/>
                  <a:pt x="4803383" y="12713"/>
                </a:cubicBezTo>
                <a:lnTo>
                  <a:pt x="4803376" y="9538"/>
                </a:lnTo>
                <a:close/>
                <a:moveTo>
                  <a:pt x="5108061" y="9042"/>
                </a:moveTo>
                <a:lnTo>
                  <a:pt x="5108062" y="9042"/>
                </a:lnTo>
                <a:lnTo>
                  <a:pt x="5107807" y="15386"/>
                </a:lnTo>
                <a:lnTo>
                  <a:pt x="5107807" y="15386"/>
                </a:lnTo>
                <a:close/>
                <a:moveTo>
                  <a:pt x="4524356" y="9036"/>
                </a:moveTo>
                <a:cubicBezTo>
                  <a:pt x="4515918" y="9373"/>
                  <a:pt x="4507479" y="9728"/>
                  <a:pt x="4499046" y="10096"/>
                </a:cubicBezTo>
                <a:lnTo>
                  <a:pt x="4499326" y="16440"/>
                </a:lnTo>
                <a:cubicBezTo>
                  <a:pt x="4507751" y="16072"/>
                  <a:pt x="4516178" y="15716"/>
                  <a:pt x="4524611" y="15380"/>
                </a:cubicBezTo>
                <a:close/>
                <a:moveTo>
                  <a:pt x="4981026" y="8684"/>
                </a:moveTo>
                <a:lnTo>
                  <a:pt x="4980966" y="11398"/>
                </a:lnTo>
                <a:lnTo>
                  <a:pt x="4980963" y="11398"/>
                </a:lnTo>
                <a:close/>
                <a:moveTo>
                  <a:pt x="4955706" y="8312"/>
                </a:moveTo>
                <a:lnTo>
                  <a:pt x="4955658" y="10865"/>
                </a:lnTo>
                <a:lnTo>
                  <a:pt x="4955655" y="10865"/>
                </a:lnTo>
                <a:close/>
                <a:moveTo>
                  <a:pt x="4651268" y="8215"/>
                </a:moveTo>
                <a:lnTo>
                  <a:pt x="4651341" y="11392"/>
                </a:lnTo>
                <a:lnTo>
                  <a:pt x="4651337" y="11392"/>
                </a:lnTo>
                <a:close/>
                <a:moveTo>
                  <a:pt x="5158861" y="8090"/>
                </a:moveTo>
                <a:cubicBezTo>
                  <a:pt x="5167307" y="8490"/>
                  <a:pt x="5175752" y="8903"/>
                  <a:pt x="5184261" y="9335"/>
                </a:cubicBezTo>
                <a:lnTo>
                  <a:pt x="5183626" y="22022"/>
                </a:lnTo>
                <a:cubicBezTo>
                  <a:pt x="5175180" y="21590"/>
                  <a:pt x="5166672" y="21177"/>
                  <a:pt x="5158226" y="20777"/>
                </a:cubicBezTo>
                <a:lnTo>
                  <a:pt x="5158544" y="14432"/>
                </a:lnTo>
                <a:lnTo>
                  <a:pt x="5158416" y="17602"/>
                </a:lnTo>
                <a:cubicBezTo>
                  <a:pt x="5166862" y="18002"/>
                  <a:pt x="5175308" y="18421"/>
                  <a:pt x="5183753" y="18847"/>
                </a:cubicBezTo>
                <a:lnTo>
                  <a:pt x="5184071" y="12510"/>
                </a:lnTo>
                <a:lnTo>
                  <a:pt x="5158702" y="11261"/>
                </a:lnTo>
                <a:close/>
                <a:moveTo>
                  <a:pt x="4473608" y="8077"/>
                </a:moveTo>
                <a:lnTo>
                  <a:pt x="4473758" y="11246"/>
                </a:lnTo>
                <a:lnTo>
                  <a:pt x="4448386" y="12490"/>
                </a:lnTo>
                <a:lnTo>
                  <a:pt x="4448545" y="15684"/>
                </a:lnTo>
                <a:lnTo>
                  <a:pt x="4448221" y="9322"/>
                </a:lnTo>
                <a:cubicBezTo>
                  <a:pt x="4456679" y="8890"/>
                  <a:pt x="4465143" y="8477"/>
                  <a:pt x="4473608" y="8077"/>
                </a:cubicBezTo>
                <a:close/>
                <a:moveTo>
                  <a:pt x="5082677" y="8064"/>
                </a:moveTo>
                <a:lnTo>
                  <a:pt x="5082724" y="8065"/>
                </a:lnTo>
                <a:lnTo>
                  <a:pt x="5082471" y="14415"/>
                </a:lnTo>
                <a:lnTo>
                  <a:pt x="5082455" y="14415"/>
                </a:lnTo>
                <a:close/>
                <a:moveTo>
                  <a:pt x="4549689" y="8058"/>
                </a:moveTo>
                <a:lnTo>
                  <a:pt x="4549849" y="12452"/>
                </a:lnTo>
                <a:lnTo>
                  <a:pt x="4549686" y="8058"/>
                </a:lnTo>
                <a:close/>
                <a:moveTo>
                  <a:pt x="4930379" y="7248"/>
                </a:moveTo>
                <a:lnTo>
                  <a:pt x="4930331" y="10420"/>
                </a:lnTo>
                <a:lnTo>
                  <a:pt x="4930330" y="10420"/>
                </a:lnTo>
                <a:close/>
                <a:moveTo>
                  <a:pt x="4575042" y="7176"/>
                </a:moveTo>
                <a:lnTo>
                  <a:pt x="4575136" y="10016"/>
                </a:lnTo>
                <a:lnTo>
                  <a:pt x="4575041" y="7176"/>
                </a:lnTo>
                <a:close/>
                <a:moveTo>
                  <a:pt x="4854230" y="7016"/>
                </a:moveTo>
                <a:lnTo>
                  <a:pt x="4854217" y="9627"/>
                </a:lnTo>
                <a:lnTo>
                  <a:pt x="4854214" y="9627"/>
                </a:lnTo>
                <a:close/>
                <a:moveTo>
                  <a:pt x="4777967" y="6453"/>
                </a:moveTo>
                <a:lnTo>
                  <a:pt x="4778002" y="12802"/>
                </a:lnTo>
                <a:cubicBezTo>
                  <a:pt x="4769542" y="12846"/>
                  <a:pt x="4761091" y="12903"/>
                  <a:pt x="4752639" y="12979"/>
                </a:cubicBezTo>
                <a:lnTo>
                  <a:pt x="4752586" y="6628"/>
                </a:lnTo>
                <a:lnTo>
                  <a:pt x="4752615" y="9804"/>
                </a:lnTo>
                <a:cubicBezTo>
                  <a:pt x="4761066" y="9728"/>
                  <a:pt x="4769524" y="9671"/>
                  <a:pt x="4777983" y="9627"/>
                </a:cubicBezTo>
                <a:close/>
                <a:moveTo>
                  <a:pt x="5108188" y="5874"/>
                </a:moveTo>
                <a:cubicBezTo>
                  <a:pt x="5116634" y="6210"/>
                  <a:pt x="5125079" y="6566"/>
                  <a:pt x="5133524" y="6934"/>
                </a:cubicBezTo>
                <a:lnTo>
                  <a:pt x="5133381" y="10109"/>
                </a:lnTo>
                <a:lnTo>
                  <a:pt x="5108062" y="9042"/>
                </a:lnTo>
                <a:close/>
                <a:moveTo>
                  <a:pt x="4524230" y="5861"/>
                </a:moveTo>
                <a:lnTo>
                  <a:pt x="4524737" y="18548"/>
                </a:lnTo>
                <a:cubicBezTo>
                  <a:pt x="4516312" y="18891"/>
                  <a:pt x="4507885" y="19247"/>
                  <a:pt x="4499464" y="19615"/>
                </a:cubicBezTo>
                <a:lnTo>
                  <a:pt x="4498906" y="6928"/>
                </a:lnTo>
                <a:cubicBezTo>
                  <a:pt x="4507345" y="6553"/>
                  <a:pt x="4515785" y="6204"/>
                  <a:pt x="4524230" y="5861"/>
                </a:cubicBezTo>
                <a:close/>
                <a:moveTo>
                  <a:pt x="4879644" y="5720"/>
                </a:moveTo>
                <a:lnTo>
                  <a:pt x="4879582" y="12979"/>
                </a:lnTo>
                <a:cubicBezTo>
                  <a:pt x="4871123" y="12903"/>
                  <a:pt x="4862665" y="12846"/>
                  <a:pt x="4854201" y="12802"/>
                </a:cubicBezTo>
                <a:lnTo>
                  <a:pt x="4854217" y="9627"/>
                </a:lnTo>
                <a:lnTo>
                  <a:pt x="4879607" y="9804"/>
                </a:lnTo>
                <a:close/>
                <a:moveTo>
                  <a:pt x="5006505" y="5671"/>
                </a:moveTo>
                <a:lnTo>
                  <a:pt x="5006506" y="5671"/>
                </a:lnTo>
                <a:lnTo>
                  <a:pt x="5006341" y="12014"/>
                </a:lnTo>
                <a:lnTo>
                  <a:pt x="5006340" y="12014"/>
                </a:lnTo>
                <a:close/>
                <a:moveTo>
                  <a:pt x="4625818" y="5664"/>
                </a:moveTo>
                <a:lnTo>
                  <a:pt x="4625983" y="12014"/>
                </a:lnTo>
                <a:lnTo>
                  <a:pt x="4625982" y="12014"/>
                </a:lnTo>
                <a:lnTo>
                  <a:pt x="4625817" y="5664"/>
                </a:lnTo>
                <a:close/>
                <a:moveTo>
                  <a:pt x="4727204" y="5362"/>
                </a:moveTo>
                <a:lnTo>
                  <a:pt x="4727265" y="10065"/>
                </a:lnTo>
                <a:lnTo>
                  <a:pt x="4727263" y="10065"/>
                </a:lnTo>
                <a:close/>
                <a:moveTo>
                  <a:pt x="5057426" y="4007"/>
                </a:moveTo>
                <a:cubicBezTo>
                  <a:pt x="5065891" y="4286"/>
                  <a:pt x="5074342" y="4585"/>
                  <a:pt x="5082788" y="4896"/>
                </a:cubicBezTo>
                <a:lnTo>
                  <a:pt x="5082677" y="8064"/>
                </a:lnTo>
                <a:lnTo>
                  <a:pt x="5057324" y="7176"/>
                </a:lnTo>
                <a:lnTo>
                  <a:pt x="5057221" y="10234"/>
                </a:lnTo>
                <a:close/>
                <a:moveTo>
                  <a:pt x="4574935" y="4001"/>
                </a:moveTo>
                <a:lnTo>
                  <a:pt x="4575041" y="7176"/>
                </a:lnTo>
                <a:lnTo>
                  <a:pt x="4549689" y="8058"/>
                </a:lnTo>
                <a:lnTo>
                  <a:pt x="4549572" y="4883"/>
                </a:lnTo>
                <a:cubicBezTo>
                  <a:pt x="4558024" y="4578"/>
                  <a:pt x="4566477" y="4280"/>
                  <a:pt x="4574935" y="4001"/>
                </a:cubicBezTo>
                <a:close/>
                <a:moveTo>
                  <a:pt x="4879663" y="3454"/>
                </a:moveTo>
                <a:lnTo>
                  <a:pt x="4879664" y="3454"/>
                </a:lnTo>
                <a:lnTo>
                  <a:pt x="4879644" y="5720"/>
                </a:lnTo>
                <a:close/>
                <a:moveTo>
                  <a:pt x="4752559" y="3454"/>
                </a:moveTo>
                <a:lnTo>
                  <a:pt x="4752586" y="6628"/>
                </a:lnTo>
                <a:lnTo>
                  <a:pt x="4752556" y="3454"/>
                </a:lnTo>
                <a:close/>
                <a:moveTo>
                  <a:pt x="4777951" y="3277"/>
                </a:moveTo>
                <a:lnTo>
                  <a:pt x="4777967" y="6453"/>
                </a:lnTo>
                <a:lnTo>
                  <a:pt x="4777949" y="3277"/>
                </a:lnTo>
                <a:close/>
                <a:moveTo>
                  <a:pt x="4803363" y="3188"/>
                </a:moveTo>
                <a:lnTo>
                  <a:pt x="4803376" y="9538"/>
                </a:lnTo>
                <a:lnTo>
                  <a:pt x="4803375" y="9538"/>
                </a:lnTo>
                <a:lnTo>
                  <a:pt x="4803363" y="3188"/>
                </a:lnTo>
                <a:close/>
                <a:moveTo>
                  <a:pt x="4828814" y="3188"/>
                </a:moveTo>
                <a:lnTo>
                  <a:pt x="4828814" y="3188"/>
                </a:lnTo>
                <a:lnTo>
                  <a:pt x="4828801" y="9538"/>
                </a:lnTo>
                <a:lnTo>
                  <a:pt x="4828801" y="9538"/>
                </a:lnTo>
                <a:close/>
                <a:moveTo>
                  <a:pt x="5006588" y="2496"/>
                </a:moveTo>
                <a:cubicBezTo>
                  <a:pt x="5015072" y="2718"/>
                  <a:pt x="5023549" y="2953"/>
                  <a:pt x="5032020" y="3207"/>
                </a:cubicBezTo>
                <a:lnTo>
                  <a:pt x="5031639" y="15900"/>
                </a:lnTo>
                <a:cubicBezTo>
                  <a:pt x="5023180" y="15646"/>
                  <a:pt x="5014722" y="15411"/>
                  <a:pt x="5006258" y="15189"/>
                </a:cubicBezTo>
                <a:lnTo>
                  <a:pt x="5006341" y="12014"/>
                </a:lnTo>
                <a:lnTo>
                  <a:pt x="5031734" y="12725"/>
                </a:lnTo>
                <a:lnTo>
                  <a:pt x="5031924" y="6382"/>
                </a:lnTo>
                <a:lnTo>
                  <a:pt x="5006506" y="5671"/>
                </a:lnTo>
                <a:close/>
                <a:moveTo>
                  <a:pt x="4625735" y="2489"/>
                </a:moveTo>
                <a:lnTo>
                  <a:pt x="4625817" y="5664"/>
                </a:lnTo>
                <a:lnTo>
                  <a:pt x="4600417" y="6375"/>
                </a:lnTo>
                <a:lnTo>
                  <a:pt x="4600608" y="12719"/>
                </a:lnTo>
                <a:lnTo>
                  <a:pt x="4625982" y="12014"/>
                </a:lnTo>
                <a:lnTo>
                  <a:pt x="4626064" y="15183"/>
                </a:lnTo>
                <a:cubicBezTo>
                  <a:pt x="4617606" y="15405"/>
                  <a:pt x="4609155" y="15646"/>
                  <a:pt x="4600703" y="15894"/>
                </a:cubicBezTo>
                <a:lnTo>
                  <a:pt x="4600322" y="3200"/>
                </a:lnTo>
                <a:cubicBezTo>
                  <a:pt x="4608793" y="2946"/>
                  <a:pt x="4617263" y="2711"/>
                  <a:pt x="4625735" y="2489"/>
                </a:cubicBezTo>
                <a:close/>
                <a:moveTo>
                  <a:pt x="4955839" y="1340"/>
                </a:moveTo>
                <a:cubicBezTo>
                  <a:pt x="4964291" y="1505"/>
                  <a:pt x="4972736" y="1683"/>
                  <a:pt x="4981182" y="1873"/>
                </a:cubicBezTo>
                <a:lnTo>
                  <a:pt x="4981026" y="8684"/>
                </a:lnTo>
                <a:lnTo>
                  <a:pt x="4981105" y="5048"/>
                </a:lnTo>
                <a:cubicBezTo>
                  <a:pt x="4972666" y="4858"/>
                  <a:pt x="4964227" y="4680"/>
                  <a:pt x="4955782" y="4515"/>
                </a:cubicBezTo>
                <a:lnTo>
                  <a:pt x="4955706" y="8312"/>
                </a:lnTo>
                <a:close/>
                <a:moveTo>
                  <a:pt x="4676446" y="1340"/>
                </a:moveTo>
                <a:lnTo>
                  <a:pt x="4676687" y="14040"/>
                </a:lnTo>
                <a:cubicBezTo>
                  <a:pt x="4668260" y="14199"/>
                  <a:pt x="4659835" y="14376"/>
                  <a:pt x="4651414" y="14567"/>
                </a:cubicBezTo>
                <a:lnTo>
                  <a:pt x="4651341" y="11392"/>
                </a:lnTo>
                <a:lnTo>
                  <a:pt x="4676624" y="10865"/>
                </a:lnTo>
                <a:lnTo>
                  <a:pt x="4676503" y="4515"/>
                </a:lnTo>
                <a:cubicBezTo>
                  <a:pt x="4668064" y="4674"/>
                  <a:pt x="4659624" y="4851"/>
                  <a:pt x="4651199" y="5042"/>
                </a:cubicBezTo>
                <a:lnTo>
                  <a:pt x="4651268" y="8215"/>
                </a:lnTo>
                <a:lnTo>
                  <a:pt x="4651122" y="1867"/>
                </a:lnTo>
                <a:cubicBezTo>
                  <a:pt x="4659561" y="1676"/>
                  <a:pt x="4668001" y="1499"/>
                  <a:pt x="4676446" y="1340"/>
                </a:cubicBezTo>
                <a:close/>
                <a:moveTo>
                  <a:pt x="4905096" y="546"/>
                </a:moveTo>
                <a:cubicBezTo>
                  <a:pt x="4913560" y="648"/>
                  <a:pt x="4922019" y="768"/>
                  <a:pt x="4930477" y="895"/>
                </a:cubicBezTo>
                <a:lnTo>
                  <a:pt x="4930379" y="7248"/>
                </a:lnTo>
                <a:lnTo>
                  <a:pt x="4930426" y="4070"/>
                </a:lnTo>
                <a:cubicBezTo>
                  <a:pt x="4921974" y="3943"/>
                  <a:pt x="4913516" y="3823"/>
                  <a:pt x="4905058" y="3721"/>
                </a:cubicBezTo>
                <a:lnTo>
                  <a:pt x="4904982" y="10071"/>
                </a:lnTo>
                <a:lnTo>
                  <a:pt x="4930330" y="10420"/>
                </a:lnTo>
                <a:lnTo>
                  <a:pt x="4930280" y="13595"/>
                </a:lnTo>
                <a:cubicBezTo>
                  <a:pt x="4921835" y="13462"/>
                  <a:pt x="4913389" y="13348"/>
                  <a:pt x="4904937" y="13240"/>
                </a:cubicBezTo>
                <a:close/>
                <a:moveTo>
                  <a:pt x="4727143" y="546"/>
                </a:moveTo>
                <a:lnTo>
                  <a:pt x="4727204" y="5362"/>
                </a:lnTo>
                <a:lnTo>
                  <a:pt x="4727183" y="3715"/>
                </a:lnTo>
                <a:cubicBezTo>
                  <a:pt x="4718730" y="3823"/>
                  <a:pt x="4710278" y="3937"/>
                  <a:pt x="4701833" y="4070"/>
                </a:cubicBezTo>
                <a:lnTo>
                  <a:pt x="4701935" y="10420"/>
                </a:lnTo>
                <a:lnTo>
                  <a:pt x="4727263" y="10065"/>
                </a:lnTo>
                <a:lnTo>
                  <a:pt x="4727303" y="13240"/>
                </a:lnTo>
                <a:cubicBezTo>
                  <a:pt x="4718858" y="13348"/>
                  <a:pt x="4710418" y="13462"/>
                  <a:pt x="4701985" y="13595"/>
                </a:cubicBezTo>
                <a:lnTo>
                  <a:pt x="4701782" y="895"/>
                </a:lnTo>
                <a:cubicBezTo>
                  <a:pt x="4710234" y="762"/>
                  <a:pt x="4718685" y="648"/>
                  <a:pt x="4727143" y="546"/>
                </a:cubicBezTo>
                <a:close/>
                <a:moveTo>
                  <a:pt x="4854264" y="102"/>
                </a:moveTo>
                <a:cubicBezTo>
                  <a:pt x="4862741" y="146"/>
                  <a:pt x="4871219" y="203"/>
                  <a:pt x="4879690" y="279"/>
                </a:cubicBezTo>
                <a:lnTo>
                  <a:pt x="4879663" y="3454"/>
                </a:lnTo>
                <a:lnTo>
                  <a:pt x="4854252" y="3277"/>
                </a:lnTo>
                <a:lnTo>
                  <a:pt x="4854230" y="7016"/>
                </a:lnTo>
                <a:close/>
                <a:moveTo>
                  <a:pt x="4777931" y="102"/>
                </a:moveTo>
                <a:lnTo>
                  <a:pt x="4777949" y="3277"/>
                </a:lnTo>
                <a:lnTo>
                  <a:pt x="4752559" y="3454"/>
                </a:lnTo>
                <a:lnTo>
                  <a:pt x="4752532" y="279"/>
                </a:lnTo>
                <a:cubicBezTo>
                  <a:pt x="4760996" y="203"/>
                  <a:pt x="4769461" y="146"/>
                  <a:pt x="4777931" y="102"/>
                </a:cubicBezTo>
                <a:close/>
                <a:moveTo>
                  <a:pt x="4816089" y="0"/>
                </a:moveTo>
                <a:cubicBezTo>
                  <a:pt x="4820331" y="0"/>
                  <a:pt x="4824579" y="6"/>
                  <a:pt x="4828820" y="13"/>
                </a:cubicBezTo>
                <a:lnTo>
                  <a:pt x="4828814" y="3188"/>
                </a:lnTo>
                <a:lnTo>
                  <a:pt x="4816089" y="3175"/>
                </a:lnTo>
                <a:lnTo>
                  <a:pt x="4803363" y="3188"/>
                </a:lnTo>
                <a:lnTo>
                  <a:pt x="4803356" y="13"/>
                </a:lnTo>
                <a:cubicBezTo>
                  <a:pt x="4807605" y="6"/>
                  <a:pt x="4811847" y="0"/>
                  <a:pt x="4816089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90000">
                <a:schemeClr val="accent1">
                  <a:lumMod val="60000"/>
                  <a:lumOff val="40000"/>
                  <a:alpha val="0"/>
                </a:schemeClr>
              </a:gs>
            </a:gsLst>
            <a:lin ang="5400000" scaled="0"/>
          </a:gra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7" name="任意多边形: 形状 153"/>
          <p:cNvSpPr/>
          <p:nvPr/>
        </p:nvSpPr>
        <p:spPr>
          <a:xfrm>
            <a:off x="1503028" y="3615055"/>
            <a:ext cx="9179562" cy="3831548"/>
          </a:xfrm>
          <a:custGeom>
            <a:avLst/>
            <a:gdLst>
              <a:gd name="connsiteX0" fmla="*/ 7442662 w 9179562"/>
              <a:gd name="connsiteY0" fmla="*/ 973950 h 3831548"/>
              <a:gd name="connsiteX1" fmla="*/ 9125819 w 9179562"/>
              <a:gd name="connsiteY1" fmla="*/ 3574086 h 3831548"/>
              <a:gd name="connsiteX2" fmla="*/ 9179562 w 9179562"/>
              <a:gd name="connsiteY2" fmla="*/ 3831548 h 3831548"/>
              <a:gd name="connsiteX3" fmla="*/ 6833517 w 9179562"/>
              <a:gd name="connsiteY3" fmla="*/ 3831548 h 3831548"/>
              <a:gd name="connsiteX4" fmla="*/ 6844047 w 9179562"/>
              <a:gd name="connsiteY4" fmla="*/ 3679825 h 3831548"/>
              <a:gd name="connsiteX5" fmla="*/ 6238511 w 9179562"/>
              <a:gd name="connsiteY5" fmla="*/ 2143728 h 3831548"/>
              <a:gd name="connsiteX6" fmla="*/ 7372621 w 9179562"/>
              <a:gd name="connsiteY6" fmla="*/ 1034072 h 3831548"/>
              <a:gd name="connsiteX7" fmla="*/ 7442662 w 9179562"/>
              <a:gd name="connsiteY7" fmla="*/ 973950 h 3831548"/>
              <a:gd name="connsiteX8" fmla="*/ 1741485 w 9179562"/>
              <a:gd name="connsiteY8" fmla="*/ 970458 h 3831548"/>
              <a:gd name="connsiteX9" fmla="*/ 1815603 w 9179562"/>
              <a:gd name="connsiteY9" fmla="*/ 1034072 h 3831548"/>
              <a:gd name="connsiteX10" fmla="*/ 2948603 w 9179562"/>
              <a:gd name="connsiteY10" fmla="*/ 2142484 h 3831548"/>
              <a:gd name="connsiteX11" fmla="*/ 2341897 w 9179562"/>
              <a:gd name="connsiteY11" fmla="*/ 3679825 h 3831548"/>
              <a:gd name="connsiteX12" fmla="*/ 2352439 w 9179562"/>
              <a:gd name="connsiteY12" fmla="*/ 3831548 h 3831548"/>
              <a:gd name="connsiteX13" fmla="*/ 0 w 9179562"/>
              <a:gd name="connsiteY13" fmla="*/ 3831548 h 3831548"/>
              <a:gd name="connsiteX14" fmla="*/ 54123 w 9179562"/>
              <a:gd name="connsiteY14" fmla="*/ 3572634 h 3831548"/>
              <a:gd name="connsiteX15" fmla="*/ 1741485 w 9179562"/>
              <a:gd name="connsiteY15" fmla="*/ 970458 h 3831548"/>
              <a:gd name="connsiteX16" fmla="*/ 4589797 w 9179562"/>
              <a:gd name="connsiteY16" fmla="*/ 0 h 3831548"/>
              <a:gd name="connsiteX17" fmla="*/ 7297818 w 9179562"/>
              <a:gd name="connsiteY17" fmla="*/ 866229 h 3831548"/>
              <a:gd name="connsiteX18" fmla="*/ 7257496 w 9179562"/>
              <a:gd name="connsiteY18" fmla="*/ 900919 h 3831548"/>
              <a:gd name="connsiteX19" fmla="*/ 6113290 w 9179562"/>
              <a:gd name="connsiteY19" fmla="*/ 2019694 h 3831548"/>
              <a:gd name="connsiteX20" fmla="*/ 4592972 w 9179562"/>
              <a:gd name="connsiteY20" fmla="*/ 1428750 h 3831548"/>
              <a:gd name="connsiteX21" fmla="*/ 3073914 w 9179562"/>
              <a:gd name="connsiteY21" fmla="*/ 2018544 h 3831548"/>
              <a:gd name="connsiteX22" fmla="*/ 1930690 w 9179562"/>
              <a:gd name="connsiteY22" fmla="*/ 900919 h 3831548"/>
              <a:gd name="connsiteX23" fmla="*/ 1886488 w 9179562"/>
              <a:gd name="connsiteY23" fmla="*/ 862870 h 3831548"/>
              <a:gd name="connsiteX24" fmla="*/ 4589797 w 9179562"/>
              <a:gd name="connsiteY24" fmla="*/ 0 h 38315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9179562" h="3831548">
                <a:moveTo>
                  <a:pt x="7442662" y="973950"/>
                </a:moveTo>
                <a:cubicBezTo>
                  <a:pt x="8269051" y="1613773"/>
                  <a:pt x="8874662" y="2525058"/>
                  <a:pt x="9125819" y="3574086"/>
                </a:cubicBezTo>
                <a:lnTo>
                  <a:pt x="9179562" y="3831548"/>
                </a:lnTo>
                <a:lnTo>
                  <a:pt x="6833517" y="3831548"/>
                </a:lnTo>
                <a:lnTo>
                  <a:pt x="6844047" y="3679825"/>
                </a:lnTo>
                <a:cubicBezTo>
                  <a:pt x="6844047" y="3086037"/>
                  <a:pt x="6614178" y="2545963"/>
                  <a:pt x="6238511" y="2143728"/>
                </a:cubicBezTo>
                <a:cubicBezTo>
                  <a:pt x="6564838" y="1775695"/>
                  <a:pt x="6954347" y="1395622"/>
                  <a:pt x="7372621" y="1034072"/>
                </a:cubicBezTo>
                <a:cubicBezTo>
                  <a:pt x="7395862" y="1013968"/>
                  <a:pt x="7419230" y="993927"/>
                  <a:pt x="7442662" y="973950"/>
                </a:cubicBezTo>
                <a:close/>
                <a:moveTo>
                  <a:pt x="1741485" y="970458"/>
                </a:moveTo>
                <a:cubicBezTo>
                  <a:pt x="1766282" y="991584"/>
                  <a:pt x="1790990" y="1012793"/>
                  <a:pt x="1815603" y="1034072"/>
                </a:cubicBezTo>
                <a:cubicBezTo>
                  <a:pt x="2233427" y="1395216"/>
                  <a:pt x="2622485" y="1774838"/>
                  <a:pt x="2948603" y="2142484"/>
                </a:cubicBezTo>
                <a:cubicBezTo>
                  <a:pt x="2572270" y="2544845"/>
                  <a:pt x="2341897" y="3085402"/>
                  <a:pt x="2341897" y="3679825"/>
                </a:cubicBezTo>
                <a:lnTo>
                  <a:pt x="2352439" y="3831548"/>
                </a:lnTo>
                <a:lnTo>
                  <a:pt x="0" y="3831548"/>
                </a:lnTo>
                <a:lnTo>
                  <a:pt x="54123" y="3572634"/>
                </a:lnTo>
                <a:cubicBezTo>
                  <a:pt x="305953" y="2522293"/>
                  <a:pt x="913154" y="1610162"/>
                  <a:pt x="1741485" y="970458"/>
                </a:cubicBezTo>
                <a:close/>
                <a:moveTo>
                  <a:pt x="4589797" y="0"/>
                </a:moveTo>
                <a:cubicBezTo>
                  <a:pt x="5599574" y="0"/>
                  <a:pt x="6534358" y="320878"/>
                  <a:pt x="7297818" y="866229"/>
                </a:cubicBezTo>
                <a:cubicBezTo>
                  <a:pt x="7284356" y="877773"/>
                  <a:pt x="7270958" y="889336"/>
                  <a:pt x="7257496" y="900919"/>
                </a:cubicBezTo>
                <a:cubicBezTo>
                  <a:pt x="6838205" y="1263358"/>
                  <a:pt x="6445077" y="1646244"/>
                  <a:pt x="6113290" y="2019694"/>
                </a:cubicBezTo>
                <a:cubicBezTo>
                  <a:pt x="5712731" y="1652702"/>
                  <a:pt x="5179015" y="1428750"/>
                  <a:pt x="4592972" y="1428750"/>
                </a:cubicBezTo>
                <a:cubicBezTo>
                  <a:pt x="4007535" y="1428750"/>
                  <a:pt x="3474300" y="1652232"/>
                  <a:pt x="3073914" y="2018544"/>
                </a:cubicBezTo>
                <a:cubicBezTo>
                  <a:pt x="2742310" y="1645463"/>
                  <a:pt x="2349582" y="1262983"/>
                  <a:pt x="1930690" y="900919"/>
                </a:cubicBezTo>
                <a:cubicBezTo>
                  <a:pt x="1915990" y="888212"/>
                  <a:pt x="1901259" y="875532"/>
                  <a:pt x="1886488" y="862870"/>
                </a:cubicBezTo>
                <a:cubicBezTo>
                  <a:pt x="2649078" y="319564"/>
                  <a:pt x="3582123" y="0"/>
                  <a:pt x="4589797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10000"/>
                </a:schemeClr>
              </a:gs>
              <a:gs pos="90000">
                <a:schemeClr val="accent1">
                  <a:lumMod val="60000"/>
                  <a:lumOff val="40000"/>
                  <a:alpha val="0"/>
                </a:schemeClr>
              </a:gs>
            </a:gsLst>
            <a:lin ang="5400000" scaled="0"/>
          </a:gradFill>
          <a:ln w="635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8" name="任意多边形: 形状 81"/>
          <p:cNvSpPr/>
          <p:nvPr/>
        </p:nvSpPr>
        <p:spPr>
          <a:xfrm>
            <a:off x="3844925" y="5043805"/>
            <a:ext cx="4502150" cy="4502150"/>
          </a:xfrm>
          <a:custGeom>
            <a:avLst/>
            <a:gdLst>
              <a:gd name="connsiteX0" fmla="*/ 731190 w 4502150"/>
              <a:gd name="connsiteY0" fmla="*/ 590550 h 4502150"/>
              <a:gd name="connsiteX1" fmla="*/ 2251075 w 4502150"/>
              <a:gd name="connsiteY1" fmla="*/ 0 h 4502150"/>
              <a:gd name="connsiteX2" fmla="*/ 3768725 w 4502150"/>
              <a:gd name="connsiteY2" fmla="*/ 588505 h 4502150"/>
              <a:gd name="connsiteX3" fmla="*/ 606108 w 4502150"/>
              <a:gd name="connsiteY3" fmla="*/ 714375 h 4502150"/>
              <a:gd name="connsiteX4" fmla="*/ 0 w 4502150"/>
              <a:gd name="connsiteY4" fmla="*/ 2251075 h 4502150"/>
              <a:gd name="connsiteX5" fmla="*/ 2251075 w 4502150"/>
              <a:gd name="connsiteY5" fmla="*/ 4502150 h 4502150"/>
              <a:gd name="connsiteX6" fmla="*/ 4502150 w 4502150"/>
              <a:gd name="connsiteY6" fmla="*/ 2251075 h 4502150"/>
              <a:gd name="connsiteX7" fmla="*/ 3899027 w 4502150"/>
              <a:gd name="connsiteY7" fmla="*/ 717550 h 4502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02150" h="4502150">
                <a:moveTo>
                  <a:pt x="731190" y="590550"/>
                </a:moveTo>
                <a:cubicBezTo>
                  <a:pt x="1131665" y="223793"/>
                  <a:pt x="1665237" y="0"/>
                  <a:pt x="2251075" y="0"/>
                </a:cubicBezTo>
                <a:cubicBezTo>
                  <a:pt x="2835846" y="0"/>
                  <a:pt x="3368484" y="222961"/>
                  <a:pt x="3768725" y="588505"/>
                </a:cubicBezTo>
                <a:moveTo>
                  <a:pt x="606108" y="714375"/>
                </a:moveTo>
                <a:cubicBezTo>
                  <a:pt x="230131" y="1116673"/>
                  <a:pt x="0" y="1656969"/>
                  <a:pt x="0" y="2251075"/>
                </a:cubicBezTo>
                <a:cubicBezTo>
                  <a:pt x="0" y="3494278"/>
                  <a:pt x="1007840" y="4502150"/>
                  <a:pt x="2251075" y="4502150"/>
                </a:cubicBezTo>
                <a:cubicBezTo>
                  <a:pt x="3494278" y="4502150"/>
                  <a:pt x="4502150" y="3494278"/>
                  <a:pt x="4502150" y="2251075"/>
                </a:cubicBezTo>
                <a:cubicBezTo>
                  <a:pt x="4502150" y="1658556"/>
                  <a:pt x="4273232" y="1119512"/>
                  <a:pt x="3899027" y="717550"/>
                </a:cubicBezTo>
              </a:path>
            </a:pathLst>
          </a:custGeom>
          <a:noFill/>
          <a:ln w="6350" cap="flat">
            <a:gradFill>
              <a:gsLst>
                <a:gs pos="0">
                  <a:schemeClr val="accent5"/>
                </a:gs>
                <a:gs pos="47000">
                  <a:schemeClr val="accent5">
                    <a:alpha val="0"/>
                  </a:schemeClr>
                </a:gs>
              </a:gsLst>
              <a:lin ang="5400000" scaled="1"/>
            </a:gradFill>
            <a:custDash>
              <a:ds d="300000" sp="300000"/>
            </a:custDash>
            <a:miter/>
          </a:ln>
        </p:spPr>
        <p:txBody>
          <a:bodyPr rtlCol="0" anchor="ctr"/>
          <a:lstStyle/>
          <a:p>
            <a:endParaRPr 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9" name="任意多边形: 形状 155"/>
          <p:cNvSpPr/>
          <p:nvPr/>
        </p:nvSpPr>
        <p:spPr>
          <a:xfrm>
            <a:off x="-370718" y="1748155"/>
            <a:ext cx="12952487" cy="5698448"/>
          </a:xfrm>
          <a:custGeom>
            <a:avLst/>
            <a:gdLst>
              <a:gd name="connsiteX0" fmla="*/ 10875968 w 12952487"/>
              <a:gd name="connsiteY0" fmla="*/ 1704346 h 5698448"/>
              <a:gd name="connsiteX1" fmla="*/ 12922757 w 12952487"/>
              <a:gd name="connsiteY1" fmla="*/ 5477875 h 5698448"/>
              <a:gd name="connsiteX2" fmla="*/ 12952487 w 12952487"/>
              <a:gd name="connsiteY2" fmla="*/ 5698448 h 5698448"/>
              <a:gd name="connsiteX3" fmla="*/ 11053266 w 12952487"/>
              <a:gd name="connsiteY3" fmla="*/ 5698448 h 5698448"/>
              <a:gd name="connsiteX4" fmla="*/ 11000070 w 12952487"/>
              <a:gd name="connsiteY4" fmla="*/ 5443083 h 5698448"/>
              <a:gd name="connsiteX5" fmla="*/ 9323013 w 12952487"/>
              <a:gd name="connsiteY5" fmla="*/ 2846014 h 5698448"/>
              <a:gd name="connsiteX6" fmla="*/ 10875968 w 12952487"/>
              <a:gd name="connsiteY6" fmla="*/ 1704346 h 5698448"/>
              <a:gd name="connsiteX7" fmla="*/ 2079961 w 12952487"/>
              <a:gd name="connsiteY7" fmla="*/ 1701178 h 5698448"/>
              <a:gd name="connsiteX8" fmla="*/ 3621900 w 12952487"/>
              <a:gd name="connsiteY8" fmla="*/ 2832214 h 5698448"/>
              <a:gd name="connsiteX9" fmla="*/ 1928376 w 12952487"/>
              <a:gd name="connsiteY9" fmla="*/ 5437439 h 5698448"/>
              <a:gd name="connsiteX10" fmla="*/ 1873703 w 12952487"/>
              <a:gd name="connsiteY10" fmla="*/ 5698448 h 5698448"/>
              <a:gd name="connsiteX11" fmla="*/ 0 w 12952487"/>
              <a:gd name="connsiteY11" fmla="*/ 5698448 h 5698448"/>
              <a:gd name="connsiteX12" fmla="*/ 29879 w 12952487"/>
              <a:gd name="connsiteY12" fmla="*/ 5476967 h 5698448"/>
              <a:gd name="connsiteX13" fmla="*/ 2079961 w 12952487"/>
              <a:gd name="connsiteY13" fmla="*/ 1701178 h 5698448"/>
              <a:gd name="connsiteX14" fmla="*/ 6476245 w 12952487"/>
              <a:gd name="connsiteY14" fmla="*/ 0 h 5698448"/>
              <a:gd name="connsiteX15" fmla="*/ 10738491 w 12952487"/>
              <a:gd name="connsiteY15" fmla="*/ 1582426 h 5698448"/>
              <a:gd name="connsiteX16" fmla="*/ 9178487 w 12952487"/>
              <a:gd name="connsiteY16" fmla="*/ 2738088 h 5698448"/>
              <a:gd name="connsiteX17" fmla="*/ 6463545 w 12952487"/>
              <a:gd name="connsiteY17" fmla="*/ 1866900 h 5698448"/>
              <a:gd name="connsiteX18" fmla="*/ 3767175 w 12952487"/>
              <a:gd name="connsiteY18" fmla="*/ 2724836 h 5698448"/>
              <a:gd name="connsiteX19" fmla="*/ 2217591 w 12952487"/>
              <a:gd name="connsiteY19" fmla="*/ 1579315 h 5698448"/>
              <a:gd name="connsiteX20" fmla="*/ 6476245 w 12952487"/>
              <a:gd name="connsiteY20" fmla="*/ 0 h 5698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2952487" h="5698448">
                <a:moveTo>
                  <a:pt x="10875968" y="1704346"/>
                </a:moveTo>
                <a:cubicBezTo>
                  <a:pt x="11939986" y="2674789"/>
                  <a:pt x="12681934" y="3992324"/>
                  <a:pt x="12922757" y="5477875"/>
                </a:cubicBezTo>
                <a:lnTo>
                  <a:pt x="12952487" y="5698448"/>
                </a:lnTo>
                <a:lnTo>
                  <a:pt x="11053266" y="5698448"/>
                </a:lnTo>
                <a:lnTo>
                  <a:pt x="11000070" y="5443083"/>
                </a:lnTo>
                <a:cubicBezTo>
                  <a:pt x="10749893" y="4395980"/>
                  <a:pt x="10146592" y="3486003"/>
                  <a:pt x="9323013" y="2846014"/>
                </a:cubicBezTo>
                <a:cubicBezTo>
                  <a:pt x="9824789" y="2417591"/>
                  <a:pt x="10362253" y="2019998"/>
                  <a:pt x="10875968" y="1704346"/>
                </a:cubicBezTo>
                <a:close/>
                <a:moveTo>
                  <a:pt x="2079961" y="1701178"/>
                </a:moveTo>
                <a:cubicBezTo>
                  <a:pt x="2589765" y="2013953"/>
                  <a:pt x="3123108" y="2407628"/>
                  <a:pt x="3621900" y="2832214"/>
                </a:cubicBezTo>
                <a:cubicBezTo>
                  <a:pt x="2790711" y="3471743"/>
                  <a:pt x="2181188" y="4385176"/>
                  <a:pt x="1928376" y="5437439"/>
                </a:cubicBezTo>
                <a:lnTo>
                  <a:pt x="1873703" y="5698448"/>
                </a:lnTo>
                <a:lnTo>
                  <a:pt x="0" y="5698448"/>
                </a:lnTo>
                <a:lnTo>
                  <a:pt x="29879" y="5476967"/>
                </a:lnTo>
                <a:cubicBezTo>
                  <a:pt x="271118" y="3990173"/>
                  <a:pt x="1014327" y="2671729"/>
                  <a:pt x="2079961" y="1701178"/>
                </a:cubicBezTo>
                <a:close/>
                <a:moveTo>
                  <a:pt x="6476245" y="0"/>
                </a:moveTo>
                <a:cubicBezTo>
                  <a:pt x="8105083" y="0"/>
                  <a:pt x="9594602" y="596265"/>
                  <a:pt x="10738491" y="1582426"/>
                </a:cubicBezTo>
                <a:cubicBezTo>
                  <a:pt x="10218553" y="1905788"/>
                  <a:pt x="9679311" y="2308015"/>
                  <a:pt x="9178487" y="2738088"/>
                </a:cubicBezTo>
                <a:cubicBezTo>
                  <a:pt x="8413756" y="2189722"/>
                  <a:pt x="7476369" y="1866900"/>
                  <a:pt x="6463545" y="1866900"/>
                </a:cubicBezTo>
                <a:cubicBezTo>
                  <a:pt x="5458923" y="1866900"/>
                  <a:pt x="4528483" y="2184527"/>
                  <a:pt x="3767175" y="2724836"/>
                </a:cubicBezTo>
                <a:cubicBezTo>
                  <a:pt x="3269113" y="2298376"/>
                  <a:pt x="2733726" y="1899882"/>
                  <a:pt x="2217591" y="1579315"/>
                </a:cubicBezTo>
                <a:cubicBezTo>
                  <a:pt x="3361023" y="595008"/>
                  <a:pt x="4849147" y="0"/>
                  <a:pt x="6476245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20000"/>
                </a:schemeClr>
              </a:gs>
              <a:gs pos="81000">
                <a:schemeClr val="accent1">
                  <a:lumMod val="60000"/>
                  <a:lumOff val="40000"/>
                  <a:alpha val="0"/>
                </a:schemeClr>
              </a:gs>
            </a:gsLst>
            <a:lin ang="5400000" scaled="0"/>
          </a:gra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0" name="任意多边形: 形状 83"/>
          <p:cNvSpPr/>
          <p:nvPr/>
        </p:nvSpPr>
        <p:spPr>
          <a:xfrm>
            <a:off x="-425450" y="1748154"/>
            <a:ext cx="13061950" cy="7902385"/>
          </a:xfrm>
          <a:custGeom>
            <a:avLst/>
            <a:gdLst>
              <a:gd name="connsiteX0" fmla="*/ 10930699 w 13061950"/>
              <a:gd name="connsiteY0" fmla="*/ 1704346 h 13061950"/>
              <a:gd name="connsiteX1" fmla="*/ 13061950 w 13061950"/>
              <a:gd name="connsiteY1" fmla="*/ 6530975 h 13061950"/>
              <a:gd name="connsiteX2" fmla="*/ 12966573 w 13061950"/>
              <a:gd name="connsiteY2" fmla="*/ 7649464 h 13061950"/>
              <a:gd name="connsiteX3" fmla="*/ 7606157 w 13061950"/>
              <a:gd name="connsiteY3" fmla="*/ 7902385 h 13061950"/>
              <a:gd name="connsiteX4" fmla="*/ 7430135 w 13061950"/>
              <a:gd name="connsiteY4" fmla="*/ 8086916 h 13061950"/>
              <a:gd name="connsiteX5" fmla="*/ 12933299 w 13061950"/>
              <a:gd name="connsiteY5" fmla="*/ 7827264 h 13061950"/>
              <a:gd name="connsiteX6" fmla="*/ 6530975 w 13061950"/>
              <a:gd name="connsiteY6" fmla="*/ 13061950 h 13061950"/>
              <a:gd name="connsiteX7" fmla="*/ 128554 w 13061950"/>
              <a:gd name="connsiteY7" fmla="*/ 7826819 h 13061950"/>
              <a:gd name="connsiteX8" fmla="*/ 5640439 w 13061950"/>
              <a:gd name="connsiteY8" fmla="*/ 8086916 h 13061950"/>
              <a:gd name="connsiteX9" fmla="*/ 10793222 w 13061950"/>
              <a:gd name="connsiteY9" fmla="*/ 1582426 h 13061950"/>
              <a:gd name="connsiteX10" fmla="*/ 6530975 w 13061950"/>
              <a:gd name="connsiteY10" fmla="*/ 0 h 13061950"/>
              <a:gd name="connsiteX11" fmla="*/ 2272322 w 13061950"/>
              <a:gd name="connsiteY11" fmla="*/ 1579315 h 13061950"/>
              <a:gd name="connsiteX12" fmla="*/ 5464442 w 13061950"/>
              <a:gd name="connsiteY12" fmla="*/ 7902385 h 13061950"/>
              <a:gd name="connsiteX13" fmla="*/ 95338 w 13061950"/>
              <a:gd name="connsiteY13" fmla="*/ 7649083 h 13061950"/>
              <a:gd name="connsiteX14" fmla="*/ 0 w 13061950"/>
              <a:gd name="connsiteY14" fmla="*/ 6530975 h 13061950"/>
              <a:gd name="connsiteX15" fmla="*/ 2134692 w 13061950"/>
              <a:gd name="connsiteY15" fmla="*/ 1701178 h 13061950"/>
              <a:gd name="connsiteX0-1" fmla="*/ 10930699 w 13061950"/>
              <a:gd name="connsiteY0-2" fmla="*/ 1704346 h 13061950"/>
              <a:gd name="connsiteX1-3" fmla="*/ 13061950 w 13061950"/>
              <a:gd name="connsiteY1-4" fmla="*/ 6530975 h 13061950"/>
              <a:gd name="connsiteX2-5" fmla="*/ 12966573 w 13061950"/>
              <a:gd name="connsiteY2-6" fmla="*/ 7649464 h 13061950"/>
              <a:gd name="connsiteX3-7" fmla="*/ 7606157 w 13061950"/>
              <a:gd name="connsiteY3-8" fmla="*/ 7902385 h 13061950"/>
              <a:gd name="connsiteX4-9" fmla="*/ 12933299 w 13061950"/>
              <a:gd name="connsiteY4-10" fmla="*/ 7827264 h 13061950"/>
              <a:gd name="connsiteX5-11" fmla="*/ 6530975 w 13061950"/>
              <a:gd name="connsiteY5-12" fmla="*/ 13061950 h 13061950"/>
              <a:gd name="connsiteX6-13" fmla="*/ 128554 w 13061950"/>
              <a:gd name="connsiteY6-14" fmla="*/ 7826819 h 13061950"/>
              <a:gd name="connsiteX7-15" fmla="*/ 5640439 w 13061950"/>
              <a:gd name="connsiteY7-16" fmla="*/ 8086916 h 13061950"/>
              <a:gd name="connsiteX8-17" fmla="*/ 10793222 w 13061950"/>
              <a:gd name="connsiteY8-18" fmla="*/ 1582426 h 13061950"/>
              <a:gd name="connsiteX9-19" fmla="*/ 6530975 w 13061950"/>
              <a:gd name="connsiteY9-20" fmla="*/ 0 h 13061950"/>
              <a:gd name="connsiteX10-21" fmla="*/ 2272322 w 13061950"/>
              <a:gd name="connsiteY10-22" fmla="*/ 1579315 h 13061950"/>
              <a:gd name="connsiteX11-23" fmla="*/ 5464442 w 13061950"/>
              <a:gd name="connsiteY11-24" fmla="*/ 7902385 h 13061950"/>
              <a:gd name="connsiteX12-25" fmla="*/ 95338 w 13061950"/>
              <a:gd name="connsiteY12-26" fmla="*/ 7649083 h 13061950"/>
              <a:gd name="connsiteX13-27" fmla="*/ 0 w 13061950"/>
              <a:gd name="connsiteY13-28" fmla="*/ 6530975 h 13061950"/>
              <a:gd name="connsiteX14-29" fmla="*/ 2134692 w 13061950"/>
              <a:gd name="connsiteY14-30" fmla="*/ 1701178 h 13061950"/>
              <a:gd name="connsiteX0-31" fmla="*/ 10930699 w 13061950"/>
              <a:gd name="connsiteY0-32" fmla="*/ 1704346 h 13061950"/>
              <a:gd name="connsiteX1-33" fmla="*/ 13061950 w 13061950"/>
              <a:gd name="connsiteY1-34" fmla="*/ 6530975 h 13061950"/>
              <a:gd name="connsiteX2-35" fmla="*/ 12966573 w 13061950"/>
              <a:gd name="connsiteY2-36" fmla="*/ 7649464 h 13061950"/>
              <a:gd name="connsiteX3-37" fmla="*/ 7606157 w 13061950"/>
              <a:gd name="connsiteY3-38" fmla="*/ 7902385 h 13061950"/>
              <a:gd name="connsiteX4-39" fmla="*/ 6530975 w 13061950"/>
              <a:gd name="connsiteY4-40" fmla="*/ 13061950 h 13061950"/>
              <a:gd name="connsiteX5-41" fmla="*/ 128554 w 13061950"/>
              <a:gd name="connsiteY5-42" fmla="*/ 7826819 h 13061950"/>
              <a:gd name="connsiteX6-43" fmla="*/ 5640439 w 13061950"/>
              <a:gd name="connsiteY6-44" fmla="*/ 8086916 h 13061950"/>
              <a:gd name="connsiteX7-45" fmla="*/ 10793222 w 13061950"/>
              <a:gd name="connsiteY7-46" fmla="*/ 1582426 h 13061950"/>
              <a:gd name="connsiteX8-47" fmla="*/ 6530975 w 13061950"/>
              <a:gd name="connsiteY8-48" fmla="*/ 0 h 13061950"/>
              <a:gd name="connsiteX9-49" fmla="*/ 2272322 w 13061950"/>
              <a:gd name="connsiteY9-50" fmla="*/ 1579315 h 13061950"/>
              <a:gd name="connsiteX10-51" fmla="*/ 5464442 w 13061950"/>
              <a:gd name="connsiteY10-52" fmla="*/ 7902385 h 13061950"/>
              <a:gd name="connsiteX11-53" fmla="*/ 95338 w 13061950"/>
              <a:gd name="connsiteY11-54" fmla="*/ 7649083 h 13061950"/>
              <a:gd name="connsiteX12-55" fmla="*/ 0 w 13061950"/>
              <a:gd name="connsiteY12-56" fmla="*/ 6530975 h 13061950"/>
              <a:gd name="connsiteX13-57" fmla="*/ 2134692 w 13061950"/>
              <a:gd name="connsiteY13-58" fmla="*/ 1701178 h 13061950"/>
              <a:gd name="connsiteX0-59" fmla="*/ 10930699 w 13061950"/>
              <a:gd name="connsiteY0-60" fmla="*/ 1704346 h 8086916"/>
              <a:gd name="connsiteX1-61" fmla="*/ 13061950 w 13061950"/>
              <a:gd name="connsiteY1-62" fmla="*/ 6530975 h 8086916"/>
              <a:gd name="connsiteX2-63" fmla="*/ 12966573 w 13061950"/>
              <a:gd name="connsiteY2-64" fmla="*/ 7649464 h 8086916"/>
              <a:gd name="connsiteX3-65" fmla="*/ 7606157 w 13061950"/>
              <a:gd name="connsiteY3-66" fmla="*/ 7902385 h 8086916"/>
              <a:gd name="connsiteX4-67" fmla="*/ 128554 w 13061950"/>
              <a:gd name="connsiteY4-68" fmla="*/ 7826819 h 8086916"/>
              <a:gd name="connsiteX5-69" fmla="*/ 5640439 w 13061950"/>
              <a:gd name="connsiteY5-70" fmla="*/ 8086916 h 8086916"/>
              <a:gd name="connsiteX6-71" fmla="*/ 10793222 w 13061950"/>
              <a:gd name="connsiteY6-72" fmla="*/ 1582426 h 8086916"/>
              <a:gd name="connsiteX7-73" fmla="*/ 6530975 w 13061950"/>
              <a:gd name="connsiteY7-74" fmla="*/ 0 h 8086916"/>
              <a:gd name="connsiteX8-75" fmla="*/ 2272322 w 13061950"/>
              <a:gd name="connsiteY8-76" fmla="*/ 1579315 h 8086916"/>
              <a:gd name="connsiteX9-77" fmla="*/ 5464442 w 13061950"/>
              <a:gd name="connsiteY9-78" fmla="*/ 7902385 h 8086916"/>
              <a:gd name="connsiteX10-79" fmla="*/ 95338 w 13061950"/>
              <a:gd name="connsiteY10-80" fmla="*/ 7649083 h 8086916"/>
              <a:gd name="connsiteX11-81" fmla="*/ 0 w 13061950"/>
              <a:gd name="connsiteY11-82" fmla="*/ 6530975 h 8086916"/>
              <a:gd name="connsiteX12-83" fmla="*/ 2134692 w 13061950"/>
              <a:gd name="connsiteY12-84" fmla="*/ 1701178 h 8086916"/>
              <a:gd name="connsiteX0-85" fmla="*/ 10930699 w 13061950"/>
              <a:gd name="connsiteY0-86" fmla="*/ 1704346 h 7902385"/>
              <a:gd name="connsiteX1-87" fmla="*/ 13061950 w 13061950"/>
              <a:gd name="connsiteY1-88" fmla="*/ 6530975 h 7902385"/>
              <a:gd name="connsiteX2-89" fmla="*/ 12966573 w 13061950"/>
              <a:gd name="connsiteY2-90" fmla="*/ 7649464 h 7902385"/>
              <a:gd name="connsiteX3-91" fmla="*/ 7606157 w 13061950"/>
              <a:gd name="connsiteY3-92" fmla="*/ 7902385 h 7902385"/>
              <a:gd name="connsiteX4-93" fmla="*/ 10793222 w 13061950"/>
              <a:gd name="connsiteY4-94" fmla="*/ 1582426 h 7902385"/>
              <a:gd name="connsiteX5-95" fmla="*/ 6530975 w 13061950"/>
              <a:gd name="connsiteY5-96" fmla="*/ 0 h 7902385"/>
              <a:gd name="connsiteX6-97" fmla="*/ 2272322 w 13061950"/>
              <a:gd name="connsiteY6-98" fmla="*/ 1579315 h 7902385"/>
              <a:gd name="connsiteX7-99" fmla="*/ 5464442 w 13061950"/>
              <a:gd name="connsiteY7-100" fmla="*/ 7902385 h 7902385"/>
              <a:gd name="connsiteX8-101" fmla="*/ 95338 w 13061950"/>
              <a:gd name="connsiteY8-102" fmla="*/ 7649083 h 7902385"/>
              <a:gd name="connsiteX9-103" fmla="*/ 0 w 13061950"/>
              <a:gd name="connsiteY9-104" fmla="*/ 6530975 h 7902385"/>
              <a:gd name="connsiteX10-105" fmla="*/ 2134692 w 13061950"/>
              <a:gd name="connsiteY10-106" fmla="*/ 1701178 h 790238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</a:cxnLst>
            <a:rect l="l" t="t" r="r" b="b"/>
            <a:pathLst>
              <a:path w="13061950" h="7902385">
                <a:moveTo>
                  <a:pt x="10930699" y="1704346"/>
                </a:moveTo>
                <a:cubicBezTo>
                  <a:pt x="12240260" y="2898737"/>
                  <a:pt x="13061950" y="4618901"/>
                  <a:pt x="13061950" y="6530975"/>
                </a:cubicBezTo>
                <a:cubicBezTo>
                  <a:pt x="13061950" y="6912357"/>
                  <a:pt x="13029247" y="7286054"/>
                  <a:pt x="12966573" y="7649464"/>
                </a:cubicBezTo>
                <a:lnTo>
                  <a:pt x="7606157" y="7902385"/>
                </a:lnTo>
                <a:moveTo>
                  <a:pt x="10793222" y="1582426"/>
                </a:moveTo>
                <a:cubicBezTo>
                  <a:pt x="9649333" y="596265"/>
                  <a:pt x="8159814" y="0"/>
                  <a:pt x="6530975" y="0"/>
                </a:cubicBezTo>
                <a:cubicBezTo>
                  <a:pt x="4903877" y="0"/>
                  <a:pt x="3415754" y="595008"/>
                  <a:pt x="2272322" y="1579315"/>
                </a:cubicBezTo>
                <a:moveTo>
                  <a:pt x="5464442" y="7902385"/>
                </a:moveTo>
                <a:lnTo>
                  <a:pt x="95338" y="7649083"/>
                </a:lnTo>
                <a:cubicBezTo>
                  <a:pt x="32661" y="7285800"/>
                  <a:pt x="0" y="6912166"/>
                  <a:pt x="0" y="6530975"/>
                </a:cubicBezTo>
                <a:cubicBezTo>
                  <a:pt x="0" y="4617212"/>
                  <a:pt x="823142" y="2895702"/>
                  <a:pt x="2134692" y="1701178"/>
                </a:cubicBezTo>
              </a:path>
            </a:pathLst>
          </a:custGeom>
          <a:noFill/>
          <a:ln w="6350" cap="flat"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47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5400000" scaled="1"/>
            </a:gradFill>
            <a:custDash>
              <a:ds d="300000" sp="300000"/>
            </a:custDash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en-US" altLang="zh-CN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1" name="任意多边形: 形状 84"/>
          <p:cNvSpPr/>
          <p:nvPr/>
        </p:nvSpPr>
        <p:spPr>
          <a:xfrm>
            <a:off x="1428750" y="3615055"/>
            <a:ext cx="9328150" cy="9328150"/>
          </a:xfrm>
          <a:custGeom>
            <a:avLst/>
            <a:gdLst>
              <a:gd name="connsiteX0" fmla="*/ 7369175 w 9328150"/>
              <a:gd name="connsiteY0" fmla="*/ 864146 h 9328150"/>
              <a:gd name="connsiteX1" fmla="*/ 4664075 w 9328150"/>
              <a:gd name="connsiteY1" fmla="*/ 0 h 9328150"/>
              <a:gd name="connsiteX2" fmla="*/ 1965325 w 9328150"/>
              <a:gd name="connsiteY2" fmla="*/ 859625 h 9328150"/>
              <a:gd name="connsiteX3" fmla="*/ 7524750 w 9328150"/>
              <a:gd name="connsiteY3" fmla="*/ 980034 h 9328150"/>
              <a:gd name="connsiteX4" fmla="*/ 9328150 w 9328150"/>
              <a:gd name="connsiteY4" fmla="*/ 4664075 h 9328150"/>
              <a:gd name="connsiteX5" fmla="*/ 4664075 w 9328150"/>
              <a:gd name="connsiteY5" fmla="*/ 9328150 h 9328150"/>
              <a:gd name="connsiteX6" fmla="*/ 0 w 9328150"/>
              <a:gd name="connsiteY6" fmla="*/ 4664075 h 9328150"/>
              <a:gd name="connsiteX7" fmla="*/ 1819275 w 9328150"/>
              <a:gd name="connsiteY7" fmla="*/ 967746 h 9328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328150" h="9328150">
                <a:moveTo>
                  <a:pt x="7369175" y="864146"/>
                </a:moveTo>
                <a:cubicBezTo>
                  <a:pt x="6606286" y="320059"/>
                  <a:pt x="5672519" y="0"/>
                  <a:pt x="4664075" y="0"/>
                </a:cubicBezTo>
                <a:cubicBezTo>
                  <a:pt x="3658407" y="0"/>
                  <a:pt x="2727071" y="318288"/>
                  <a:pt x="1965325" y="859625"/>
                </a:cubicBezTo>
                <a:moveTo>
                  <a:pt x="7524750" y="980034"/>
                </a:moveTo>
                <a:cubicBezTo>
                  <a:pt x="8622157" y="1833391"/>
                  <a:pt x="9328150" y="3166301"/>
                  <a:pt x="9328150" y="4664075"/>
                </a:cubicBezTo>
                <a:cubicBezTo>
                  <a:pt x="9328150" y="7239953"/>
                  <a:pt x="7239953" y="9328150"/>
                  <a:pt x="4664075" y="9328150"/>
                </a:cubicBezTo>
                <a:cubicBezTo>
                  <a:pt x="2088178" y="9328150"/>
                  <a:pt x="0" y="7239953"/>
                  <a:pt x="0" y="4664075"/>
                </a:cubicBezTo>
                <a:cubicBezTo>
                  <a:pt x="0" y="3159062"/>
                  <a:pt x="712826" y="1820564"/>
                  <a:pt x="1819275" y="967746"/>
                </a:cubicBezTo>
              </a:path>
            </a:pathLst>
          </a:custGeom>
          <a:noFill/>
          <a:ln w="6350" cap="flat"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37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5400000" scaled="1"/>
            </a:gradFill>
            <a:custDash>
              <a:ds d="300000" sp="300000"/>
            </a:custDash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l">
              <a:buClrTx/>
              <a:buSzTx/>
              <a:buFontTx/>
            </a:pPr>
            <a:endParaRPr lang="en-US" altLang="zh-CN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02" name="任意多边形: 形状 85"/>
          <p:cNvSpPr/>
          <p:nvPr/>
        </p:nvSpPr>
        <p:spPr>
          <a:xfrm>
            <a:off x="8090090" y="3701973"/>
            <a:ext cx="2450210" cy="2072119"/>
          </a:xfrm>
          <a:custGeom>
            <a:avLst/>
            <a:gdLst>
              <a:gd name="connsiteX0" fmla="*/ 2340166 w 2450210"/>
              <a:gd name="connsiteY0" fmla="*/ 162287 h 2072119"/>
              <a:gd name="connsiteX1" fmla="*/ 2450211 w 2450210"/>
              <a:gd name="connsiteY1" fmla="*/ 0 h 2072119"/>
              <a:gd name="connsiteX2" fmla="*/ 2254504 w 2450210"/>
              <a:gd name="connsiteY2" fmla="*/ 11748 h 2072119"/>
              <a:gd name="connsiteX3" fmla="*/ 2273744 w 2450210"/>
              <a:gd name="connsiteY3" fmla="*/ 45517 h 2072119"/>
              <a:gd name="connsiteX4" fmla="*/ 0 w 2450210"/>
              <a:gd name="connsiteY4" fmla="*/ 2021250 h 2072119"/>
              <a:gd name="connsiteX5" fmla="*/ 56769 w 2450210"/>
              <a:gd name="connsiteY5" fmla="*/ 2072119 h 2072119"/>
              <a:gd name="connsiteX6" fmla="*/ 2311464 w 2450210"/>
              <a:gd name="connsiteY6" fmla="*/ 111766 h 2072119"/>
              <a:gd name="connsiteX7" fmla="*/ 2340166 w 2450210"/>
              <a:gd name="connsiteY7" fmla="*/ 162287 h 2072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50210" h="2072119">
                <a:moveTo>
                  <a:pt x="2340166" y="162287"/>
                </a:moveTo>
                <a:lnTo>
                  <a:pt x="2450211" y="0"/>
                </a:lnTo>
                <a:lnTo>
                  <a:pt x="2254504" y="11748"/>
                </a:lnTo>
                <a:lnTo>
                  <a:pt x="2273744" y="45517"/>
                </a:lnTo>
                <a:cubicBezTo>
                  <a:pt x="1233868" y="682282"/>
                  <a:pt x="660209" y="1284846"/>
                  <a:pt x="0" y="2021250"/>
                </a:cubicBezTo>
                <a:lnTo>
                  <a:pt x="56769" y="2072119"/>
                </a:lnTo>
                <a:cubicBezTo>
                  <a:pt x="714819" y="1338129"/>
                  <a:pt x="1282319" y="742315"/>
                  <a:pt x="2311464" y="111766"/>
                </a:cubicBezTo>
                <a:lnTo>
                  <a:pt x="2340166" y="162287"/>
                </a:lnTo>
                <a:close/>
              </a:path>
            </a:pathLst>
          </a:custGeom>
          <a:gradFill>
            <a:gsLst>
              <a:gs pos="100000">
                <a:schemeClr val="accent1">
                  <a:lumMod val="60000"/>
                  <a:lumOff val="40000"/>
                  <a:alpha val="0"/>
                </a:schemeClr>
              </a:gs>
              <a:gs pos="2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 w="6350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pPr lvl="0" algn="l">
              <a:buClrTx/>
              <a:buSzTx/>
              <a:buFontTx/>
            </a:pPr>
            <a:endParaRPr 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03" name="任意多边形: 形状 86"/>
          <p:cNvSpPr/>
          <p:nvPr/>
        </p:nvSpPr>
        <p:spPr>
          <a:xfrm>
            <a:off x="1656035" y="3701973"/>
            <a:ext cx="2450172" cy="2072119"/>
          </a:xfrm>
          <a:custGeom>
            <a:avLst/>
            <a:gdLst>
              <a:gd name="connsiteX0" fmla="*/ 109995 w 2450172"/>
              <a:gd name="connsiteY0" fmla="*/ 162287 h 2072119"/>
              <a:gd name="connsiteX1" fmla="*/ 0 w 2450172"/>
              <a:gd name="connsiteY1" fmla="*/ 0 h 2072119"/>
              <a:gd name="connsiteX2" fmla="*/ 195701 w 2450172"/>
              <a:gd name="connsiteY2" fmla="*/ 11748 h 2072119"/>
              <a:gd name="connsiteX3" fmla="*/ 176479 w 2450172"/>
              <a:gd name="connsiteY3" fmla="*/ 45517 h 2072119"/>
              <a:gd name="connsiteX4" fmla="*/ 2450173 w 2450172"/>
              <a:gd name="connsiteY4" fmla="*/ 2021250 h 2072119"/>
              <a:gd name="connsiteX5" fmla="*/ 2393436 w 2450172"/>
              <a:gd name="connsiteY5" fmla="*/ 2072119 h 2072119"/>
              <a:gd name="connsiteX6" fmla="*/ 138760 w 2450172"/>
              <a:gd name="connsiteY6" fmla="*/ 111773 h 2072119"/>
              <a:gd name="connsiteX7" fmla="*/ 109995 w 2450172"/>
              <a:gd name="connsiteY7" fmla="*/ 162287 h 2072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50172" h="2072119">
                <a:moveTo>
                  <a:pt x="109995" y="162287"/>
                </a:moveTo>
                <a:lnTo>
                  <a:pt x="0" y="0"/>
                </a:lnTo>
                <a:lnTo>
                  <a:pt x="195701" y="11748"/>
                </a:lnTo>
                <a:lnTo>
                  <a:pt x="176479" y="45517"/>
                </a:lnTo>
                <a:cubicBezTo>
                  <a:pt x="1216298" y="682282"/>
                  <a:pt x="1789951" y="1284846"/>
                  <a:pt x="2450173" y="2021250"/>
                </a:cubicBezTo>
                <a:lnTo>
                  <a:pt x="2393436" y="2072119"/>
                </a:lnTo>
                <a:cubicBezTo>
                  <a:pt x="1735379" y="1338129"/>
                  <a:pt x="1167873" y="742315"/>
                  <a:pt x="138760" y="111773"/>
                </a:cubicBezTo>
                <a:lnTo>
                  <a:pt x="109995" y="162287"/>
                </a:lnTo>
                <a:close/>
              </a:path>
            </a:pathLst>
          </a:custGeom>
          <a:gradFill>
            <a:gsLst>
              <a:gs pos="100000">
                <a:schemeClr val="accent1">
                  <a:lumMod val="60000"/>
                  <a:lumOff val="40000"/>
                  <a:alpha val="0"/>
                </a:schemeClr>
              </a:gs>
              <a:gs pos="2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 w="6350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pPr lvl="0" algn="l">
              <a:buClrTx/>
              <a:buSzTx/>
              <a:buFontTx/>
            </a:pPr>
            <a:endParaRPr 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04" name="任意多边形: 形状 87"/>
          <p:cNvSpPr/>
          <p:nvPr/>
        </p:nvSpPr>
        <p:spPr>
          <a:xfrm>
            <a:off x="3609966" y="3649968"/>
            <a:ext cx="1660544" cy="746144"/>
          </a:xfrm>
          <a:custGeom>
            <a:avLst/>
            <a:gdLst>
              <a:gd name="connsiteX0" fmla="*/ 1659549 w 1660544"/>
              <a:gd name="connsiteY0" fmla="*/ 55263 h 746144"/>
              <a:gd name="connsiteX1" fmla="*/ 1605282 w 1660544"/>
              <a:gd name="connsiteY1" fmla="*/ 132377 h 746144"/>
              <a:gd name="connsiteX2" fmla="*/ 103158 w 1660544"/>
              <a:gd name="connsiteY2" fmla="*/ 735278 h 746144"/>
              <a:gd name="connsiteX3" fmla="*/ 10867 w 1660544"/>
              <a:gd name="connsiteY3" fmla="*/ 715936 h 746144"/>
              <a:gd name="connsiteX4" fmla="*/ 30209 w 1660544"/>
              <a:gd name="connsiteY4" fmla="*/ 623645 h 746144"/>
              <a:gd name="connsiteX5" fmla="*/ 1582434 w 1660544"/>
              <a:gd name="connsiteY5" fmla="*/ 996 h 746144"/>
              <a:gd name="connsiteX6" fmla="*/ 1659549 w 1660544"/>
              <a:gd name="connsiteY6" fmla="*/ 55263 h 746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60544" h="746144">
                <a:moveTo>
                  <a:pt x="1659549" y="55263"/>
                </a:moveTo>
                <a:cubicBezTo>
                  <a:pt x="1665854" y="91540"/>
                  <a:pt x="1641559" y="126065"/>
                  <a:pt x="1605282" y="132377"/>
                </a:cubicBezTo>
                <a:cubicBezTo>
                  <a:pt x="974784" y="242029"/>
                  <a:pt x="340146" y="580402"/>
                  <a:pt x="103158" y="735278"/>
                </a:cubicBezTo>
                <a:cubicBezTo>
                  <a:pt x="72335" y="755420"/>
                  <a:pt x="31015" y="746759"/>
                  <a:pt x="10867" y="715936"/>
                </a:cubicBezTo>
                <a:cubicBezTo>
                  <a:pt x="-9275" y="685113"/>
                  <a:pt x="-614" y="643794"/>
                  <a:pt x="30209" y="623645"/>
                </a:cubicBezTo>
                <a:cubicBezTo>
                  <a:pt x="275820" y="463143"/>
                  <a:pt x="927692" y="114864"/>
                  <a:pt x="1582434" y="996"/>
                </a:cubicBezTo>
                <a:cubicBezTo>
                  <a:pt x="1618712" y="-5310"/>
                  <a:pt x="1653237" y="18985"/>
                  <a:pt x="1659549" y="55263"/>
                </a:cubicBezTo>
                <a:close/>
              </a:path>
            </a:pathLst>
          </a:custGeom>
          <a:gradFill>
            <a:gsLst>
              <a:gs pos="100000">
                <a:schemeClr val="accent1">
                  <a:lumMod val="60000"/>
                  <a:lumOff val="40000"/>
                  <a:alpha val="0"/>
                </a:schemeClr>
              </a:gs>
              <a:gs pos="21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5" name="任意多边形: 形状 88"/>
          <p:cNvSpPr/>
          <p:nvPr/>
        </p:nvSpPr>
        <p:spPr>
          <a:xfrm rot="21300000">
            <a:off x="4726298" y="5095229"/>
            <a:ext cx="793767" cy="379340"/>
          </a:xfrm>
          <a:custGeom>
            <a:avLst/>
            <a:gdLst>
              <a:gd name="connsiteX0" fmla="*/ 793008 w 793767"/>
              <a:gd name="connsiteY0" fmla="*/ 42105 h 379340"/>
              <a:gd name="connsiteX1" fmla="*/ 751662 w 793767"/>
              <a:gd name="connsiteY1" fmla="*/ 100861 h 379340"/>
              <a:gd name="connsiteX2" fmla="*/ 78594 w 793767"/>
              <a:gd name="connsiteY2" fmla="*/ 371060 h 379340"/>
              <a:gd name="connsiteX3" fmla="*/ 8281 w 793767"/>
              <a:gd name="connsiteY3" fmla="*/ 356322 h 379340"/>
              <a:gd name="connsiteX4" fmla="*/ 23019 w 793767"/>
              <a:gd name="connsiteY4" fmla="*/ 286008 h 379340"/>
              <a:gd name="connsiteX5" fmla="*/ 734251 w 793767"/>
              <a:gd name="connsiteY5" fmla="*/ 759 h 379340"/>
              <a:gd name="connsiteX6" fmla="*/ 793008 w 793767"/>
              <a:gd name="connsiteY6" fmla="*/ 42105 h 379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93767" h="379340">
                <a:moveTo>
                  <a:pt x="793008" y="42105"/>
                </a:moveTo>
                <a:cubicBezTo>
                  <a:pt x="797814" y="69746"/>
                  <a:pt x="779304" y="96054"/>
                  <a:pt x="751662" y="100861"/>
                </a:cubicBezTo>
                <a:cubicBezTo>
                  <a:pt x="469646" y="149902"/>
                  <a:pt x="184677" y="301737"/>
                  <a:pt x="78594" y="371060"/>
                </a:cubicBezTo>
                <a:cubicBezTo>
                  <a:pt x="55112" y="386408"/>
                  <a:pt x="23629" y="379810"/>
                  <a:pt x="8281" y="356322"/>
                </a:cubicBezTo>
                <a:cubicBezTo>
                  <a:pt x="-7067" y="332839"/>
                  <a:pt x="-470" y="301356"/>
                  <a:pt x="23019" y="286008"/>
                </a:cubicBezTo>
                <a:cubicBezTo>
                  <a:pt x="135662" y="212392"/>
                  <a:pt x="433769" y="53020"/>
                  <a:pt x="734251" y="759"/>
                </a:cubicBezTo>
                <a:cubicBezTo>
                  <a:pt x="761892" y="-4047"/>
                  <a:pt x="788201" y="14463"/>
                  <a:pt x="793008" y="42105"/>
                </a:cubicBezTo>
                <a:close/>
              </a:path>
            </a:pathLst>
          </a:custGeom>
          <a:gradFill>
            <a:gsLst>
              <a:gs pos="100000">
                <a:schemeClr val="accent5">
                  <a:alpha val="0"/>
                </a:schemeClr>
              </a:gs>
              <a:gs pos="21000">
                <a:schemeClr val="accent5"/>
              </a:gs>
            </a:gsLst>
            <a:lin ang="5400000" scaled="0"/>
          </a:gradFill>
          <a:ln w="635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6" name="任意多边形: 形状 89"/>
          <p:cNvSpPr/>
          <p:nvPr/>
        </p:nvSpPr>
        <p:spPr>
          <a:xfrm rot="180000">
            <a:off x="6623047" y="5075544"/>
            <a:ext cx="793761" cy="379340"/>
          </a:xfrm>
          <a:custGeom>
            <a:avLst/>
            <a:gdLst>
              <a:gd name="connsiteX0" fmla="*/ 764 w 793761"/>
              <a:gd name="connsiteY0" fmla="*/ 42105 h 379340"/>
              <a:gd name="connsiteX1" fmla="*/ 42103 w 793761"/>
              <a:gd name="connsiteY1" fmla="*/ 100861 h 379340"/>
              <a:gd name="connsiteX2" fmla="*/ 715139 w 793761"/>
              <a:gd name="connsiteY2" fmla="*/ 371060 h 379340"/>
              <a:gd name="connsiteX3" fmla="*/ 785497 w 793761"/>
              <a:gd name="connsiteY3" fmla="*/ 356322 h 379340"/>
              <a:gd name="connsiteX4" fmla="*/ 770765 w 793761"/>
              <a:gd name="connsiteY4" fmla="*/ 286008 h 379340"/>
              <a:gd name="connsiteX5" fmla="*/ 59502 w 793761"/>
              <a:gd name="connsiteY5" fmla="*/ 759 h 379340"/>
              <a:gd name="connsiteX6" fmla="*/ 764 w 793761"/>
              <a:gd name="connsiteY6" fmla="*/ 42105 h 379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93761" h="379340">
                <a:moveTo>
                  <a:pt x="764" y="42105"/>
                </a:moveTo>
                <a:cubicBezTo>
                  <a:pt x="-4062" y="69746"/>
                  <a:pt x="14480" y="96054"/>
                  <a:pt x="42103" y="100861"/>
                </a:cubicBezTo>
                <a:cubicBezTo>
                  <a:pt x="324106" y="149902"/>
                  <a:pt x="609094" y="301737"/>
                  <a:pt x="715139" y="371060"/>
                </a:cubicBezTo>
                <a:cubicBezTo>
                  <a:pt x="738634" y="386408"/>
                  <a:pt x="770130" y="379810"/>
                  <a:pt x="785497" y="356322"/>
                </a:cubicBezTo>
                <a:cubicBezTo>
                  <a:pt x="800801" y="332839"/>
                  <a:pt x="794260" y="301356"/>
                  <a:pt x="770765" y="286008"/>
                </a:cubicBezTo>
                <a:cubicBezTo>
                  <a:pt x="658116" y="212392"/>
                  <a:pt x="359983" y="53020"/>
                  <a:pt x="59502" y="759"/>
                </a:cubicBezTo>
                <a:cubicBezTo>
                  <a:pt x="31879" y="-4047"/>
                  <a:pt x="5590" y="14463"/>
                  <a:pt x="764" y="42105"/>
                </a:cubicBezTo>
                <a:close/>
              </a:path>
            </a:pathLst>
          </a:custGeom>
          <a:gradFill>
            <a:gsLst>
              <a:gs pos="100000">
                <a:schemeClr val="accent5">
                  <a:alpha val="0"/>
                </a:schemeClr>
              </a:gs>
              <a:gs pos="21000">
                <a:schemeClr val="accent5"/>
              </a:gs>
            </a:gsLst>
            <a:lin ang="5400000" scaled="0"/>
          </a:gradFill>
          <a:ln w="635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l">
              <a:buClrTx/>
              <a:buSzTx/>
              <a:buFontTx/>
            </a:pPr>
            <a:endParaRPr 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07" name="任意多边形: 形状 90"/>
          <p:cNvSpPr/>
          <p:nvPr/>
        </p:nvSpPr>
        <p:spPr>
          <a:xfrm>
            <a:off x="6918333" y="3649968"/>
            <a:ext cx="1660521" cy="746144"/>
          </a:xfrm>
          <a:custGeom>
            <a:avLst/>
            <a:gdLst>
              <a:gd name="connsiteX0" fmla="*/ 1008 w 1660521"/>
              <a:gd name="connsiteY0" fmla="*/ 55263 h 746144"/>
              <a:gd name="connsiteX1" fmla="*/ 55236 w 1660521"/>
              <a:gd name="connsiteY1" fmla="*/ 132377 h 746144"/>
              <a:gd name="connsiteX2" fmla="*/ 1557393 w 1660521"/>
              <a:gd name="connsiteY2" fmla="*/ 735278 h 746144"/>
              <a:gd name="connsiteX3" fmla="*/ 1649658 w 1660521"/>
              <a:gd name="connsiteY3" fmla="*/ 715936 h 746144"/>
              <a:gd name="connsiteX4" fmla="*/ 1630291 w 1660521"/>
              <a:gd name="connsiteY4" fmla="*/ 623645 h 746144"/>
              <a:gd name="connsiteX5" fmla="*/ 78097 w 1660521"/>
              <a:gd name="connsiteY5" fmla="*/ 996 h 746144"/>
              <a:gd name="connsiteX6" fmla="*/ 1008 w 1660521"/>
              <a:gd name="connsiteY6" fmla="*/ 55263 h 746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60521" h="746144">
                <a:moveTo>
                  <a:pt x="1008" y="55263"/>
                </a:moveTo>
                <a:cubicBezTo>
                  <a:pt x="-5342" y="91540"/>
                  <a:pt x="18978" y="126065"/>
                  <a:pt x="55236" y="132377"/>
                </a:cubicBezTo>
                <a:cubicBezTo>
                  <a:pt x="685728" y="242029"/>
                  <a:pt x="1320348" y="580402"/>
                  <a:pt x="1557393" y="735278"/>
                </a:cubicBezTo>
                <a:cubicBezTo>
                  <a:pt x="1588190" y="755420"/>
                  <a:pt x="1629529" y="746759"/>
                  <a:pt x="1649658" y="715936"/>
                </a:cubicBezTo>
                <a:cubicBezTo>
                  <a:pt x="1669787" y="685113"/>
                  <a:pt x="1661152" y="643794"/>
                  <a:pt x="1630291" y="623645"/>
                </a:cubicBezTo>
                <a:cubicBezTo>
                  <a:pt x="1384736" y="463143"/>
                  <a:pt x="732845" y="114864"/>
                  <a:pt x="78097" y="996"/>
                </a:cubicBezTo>
                <a:cubicBezTo>
                  <a:pt x="41838" y="-5310"/>
                  <a:pt x="7294" y="18985"/>
                  <a:pt x="1008" y="55263"/>
                </a:cubicBezTo>
                <a:close/>
              </a:path>
            </a:pathLst>
          </a:custGeom>
          <a:gradFill>
            <a:gsLst>
              <a:gs pos="100000">
                <a:schemeClr val="accent1">
                  <a:lumMod val="60000"/>
                  <a:lumOff val="40000"/>
                  <a:alpha val="0"/>
                </a:schemeClr>
              </a:gs>
              <a:gs pos="21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 w="635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0">
            <a:noAutofit/>
          </a:bodyPr>
          <a:lstStyle/>
          <a:p>
            <a:pPr lvl="0" algn="l">
              <a:buClrTx/>
              <a:buSzTx/>
              <a:buFontTx/>
            </a:pPr>
            <a:endParaRPr 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08" name="矩形: 圆角 91"/>
          <p:cNvSpPr/>
          <p:nvPr/>
        </p:nvSpPr>
        <p:spPr>
          <a:xfrm>
            <a:off x="5641975" y="3478530"/>
            <a:ext cx="863600" cy="234950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 w="6350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9" name="矩形: 圆角 92"/>
          <p:cNvSpPr/>
          <p:nvPr/>
        </p:nvSpPr>
        <p:spPr>
          <a:xfrm>
            <a:off x="5635625" y="4945380"/>
            <a:ext cx="863600" cy="23495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1" name="任意多边形: 形状 96"/>
          <p:cNvSpPr/>
          <p:nvPr/>
        </p:nvSpPr>
        <p:spPr>
          <a:xfrm>
            <a:off x="2788475" y="2916555"/>
            <a:ext cx="1077855" cy="1181100"/>
          </a:xfrm>
          <a:custGeom>
            <a:avLst/>
            <a:gdLst>
              <a:gd name="connsiteX0" fmla="*/ 538925 w 1077855"/>
              <a:gd name="connsiteY0" fmla="*/ 0 h 1181100"/>
              <a:gd name="connsiteX1" fmla="*/ 1077855 w 1077855"/>
              <a:gd name="connsiteY1" fmla="*/ 247650 h 1181100"/>
              <a:gd name="connsiteX2" fmla="*/ 1077855 w 1077855"/>
              <a:gd name="connsiteY2" fmla="*/ 914400 h 1181100"/>
              <a:gd name="connsiteX3" fmla="*/ 538925 w 1077855"/>
              <a:gd name="connsiteY3" fmla="*/ 1181100 h 1181100"/>
              <a:gd name="connsiteX4" fmla="*/ 0 w 1077855"/>
              <a:gd name="connsiteY4" fmla="*/ 914400 h 1181100"/>
              <a:gd name="connsiteX5" fmla="*/ 0 w 1077855"/>
              <a:gd name="connsiteY5" fmla="*/ 247650 h 1181100"/>
              <a:gd name="connsiteX6" fmla="*/ 538925 w 1077855"/>
              <a:gd name="connsiteY6" fmla="*/ 0 h 1181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77855" h="1181100">
                <a:moveTo>
                  <a:pt x="538925" y="0"/>
                </a:moveTo>
                <a:lnTo>
                  <a:pt x="1077855" y="247650"/>
                </a:lnTo>
                <a:lnTo>
                  <a:pt x="1077855" y="914400"/>
                </a:lnTo>
                <a:lnTo>
                  <a:pt x="538925" y="1181100"/>
                </a:lnTo>
                <a:lnTo>
                  <a:pt x="0" y="914400"/>
                </a:lnTo>
                <a:lnTo>
                  <a:pt x="0" y="247650"/>
                </a:lnTo>
                <a:lnTo>
                  <a:pt x="538925" y="0"/>
                </a:lnTo>
                <a:close/>
              </a:path>
            </a:pathLst>
          </a:custGeom>
          <a:solidFill>
            <a:schemeClr val="bg1">
              <a:lumMod val="95000"/>
              <a:alpha val="59000"/>
            </a:schemeClr>
          </a:solidFill>
          <a:ln w="6350" cap="flat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prstDash val="solid"/>
            <a:miter/>
          </a:ln>
        </p:spPr>
        <p:txBody>
          <a:bodyPr rtlCol="0" anchor="ctr"/>
          <a:lstStyle/>
          <a:p>
            <a:endParaRPr 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2" name="任意多边形: 形状 97"/>
          <p:cNvSpPr/>
          <p:nvPr/>
        </p:nvSpPr>
        <p:spPr>
          <a:xfrm>
            <a:off x="2791650" y="2920047"/>
            <a:ext cx="1071505" cy="1174064"/>
          </a:xfrm>
          <a:custGeom>
            <a:avLst/>
            <a:gdLst>
              <a:gd name="connsiteX0" fmla="*/ 0 w 1071505"/>
              <a:gd name="connsiteY0" fmla="*/ 246196 h 1174064"/>
              <a:gd name="connsiteX1" fmla="*/ 535750 w 1071505"/>
              <a:gd name="connsiteY1" fmla="*/ 0 h 1174064"/>
              <a:gd name="connsiteX2" fmla="*/ 1071505 w 1071505"/>
              <a:gd name="connsiteY2" fmla="*/ 246190 h 1174064"/>
              <a:gd name="connsiteX3" fmla="*/ 1071505 w 1071505"/>
              <a:gd name="connsiteY3" fmla="*/ 908939 h 1174064"/>
              <a:gd name="connsiteX4" fmla="*/ 535750 w 1071505"/>
              <a:gd name="connsiteY4" fmla="*/ 1174064 h 1174064"/>
              <a:gd name="connsiteX5" fmla="*/ 0 w 1071505"/>
              <a:gd name="connsiteY5" fmla="*/ 908939 h 1174064"/>
              <a:gd name="connsiteX6" fmla="*/ 0 w 1071505"/>
              <a:gd name="connsiteY6" fmla="*/ 246196 h 1174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71505" h="1174064">
                <a:moveTo>
                  <a:pt x="0" y="246196"/>
                </a:moveTo>
                <a:lnTo>
                  <a:pt x="535750" y="0"/>
                </a:lnTo>
                <a:lnTo>
                  <a:pt x="1071505" y="246190"/>
                </a:lnTo>
                <a:lnTo>
                  <a:pt x="1071505" y="908939"/>
                </a:lnTo>
                <a:lnTo>
                  <a:pt x="535750" y="1174064"/>
                </a:lnTo>
                <a:lnTo>
                  <a:pt x="0" y="908939"/>
                </a:lnTo>
                <a:lnTo>
                  <a:pt x="0" y="246196"/>
                </a:lnTo>
                <a:close/>
              </a:path>
            </a:pathLst>
          </a:custGeom>
          <a:noFill/>
          <a:ln w="6350" cap="flat">
            <a:solidFill>
              <a:srgbClr val="FFFFFF">
                <a:alpha val="22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3" name="任意多边形: 形状 98"/>
          <p:cNvSpPr/>
          <p:nvPr/>
        </p:nvSpPr>
        <p:spPr>
          <a:xfrm>
            <a:off x="2886989" y="3024505"/>
            <a:ext cx="880827" cy="965200"/>
          </a:xfrm>
          <a:custGeom>
            <a:avLst/>
            <a:gdLst>
              <a:gd name="connsiteX0" fmla="*/ 440411 w 880827"/>
              <a:gd name="connsiteY0" fmla="*/ 0 h 965200"/>
              <a:gd name="connsiteX1" fmla="*/ 880827 w 880827"/>
              <a:gd name="connsiteY1" fmla="*/ 202381 h 965200"/>
              <a:gd name="connsiteX2" fmla="*/ 880827 w 880827"/>
              <a:gd name="connsiteY2" fmla="*/ 747249 h 965200"/>
              <a:gd name="connsiteX3" fmla="*/ 440411 w 880827"/>
              <a:gd name="connsiteY3" fmla="*/ 965200 h 965200"/>
              <a:gd name="connsiteX4" fmla="*/ 0 w 880827"/>
              <a:gd name="connsiteY4" fmla="*/ 747249 h 965200"/>
              <a:gd name="connsiteX5" fmla="*/ 0 w 880827"/>
              <a:gd name="connsiteY5" fmla="*/ 202381 h 965200"/>
              <a:gd name="connsiteX6" fmla="*/ 440411 w 880827"/>
              <a:gd name="connsiteY6" fmla="*/ 0 h 96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80827" h="965200">
                <a:moveTo>
                  <a:pt x="440411" y="0"/>
                </a:moveTo>
                <a:lnTo>
                  <a:pt x="880827" y="202381"/>
                </a:lnTo>
                <a:lnTo>
                  <a:pt x="880827" y="747249"/>
                </a:lnTo>
                <a:lnTo>
                  <a:pt x="440411" y="965200"/>
                </a:lnTo>
                <a:lnTo>
                  <a:pt x="0" y="747249"/>
                </a:lnTo>
                <a:lnTo>
                  <a:pt x="0" y="202381"/>
                </a:lnTo>
                <a:lnTo>
                  <a:pt x="440411" y="0"/>
                </a:lnTo>
                <a:close/>
              </a:path>
            </a:pathLst>
          </a:custGeom>
          <a:gradFill>
            <a:gsLst>
              <a:gs pos="100000">
                <a:schemeClr val="accent1">
                  <a:lumMod val="60000"/>
                  <a:lumOff val="40000"/>
                </a:schemeClr>
              </a:gs>
              <a:gs pos="15000">
                <a:schemeClr val="accent1"/>
              </a:gs>
            </a:gsLst>
            <a:lin ang="10800000" scaled="0"/>
          </a:gradFill>
          <a:ln w="635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l">
              <a:buClrTx/>
              <a:buSzTx/>
              <a:buFontTx/>
            </a:pPr>
            <a:endParaRPr 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14" name="任意多边形: 形状 99"/>
          <p:cNvSpPr/>
          <p:nvPr/>
        </p:nvSpPr>
        <p:spPr>
          <a:xfrm>
            <a:off x="3200400" y="3265805"/>
            <a:ext cx="254000" cy="247650"/>
          </a:xfrm>
          <a:custGeom>
            <a:avLst/>
            <a:gdLst>
              <a:gd name="connsiteX0" fmla="*/ 56578 w 254000"/>
              <a:gd name="connsiteY0" fmla="*/ 203200 h 247650"/>
              <a:gd name="connsiteX1" fmla="*/ 0 w 254000"/>
              <a:gd name="connsiteY1" fmla="*/ 247650 h 247650"/>
              <a:gd name="connsiteX2" fmla="*/ 0 w 254000"/>
              <a:gd name="connsiteY2" fmla="*/ 12700 h 247650"/>
              <a:gd name="connsiteX3" fmla="*/ 3721 w 254000"/>
              <a:gd name="connsiteY3" fmla="*/ 3721 h 247650"/>
              <a:gd name="connsiteX4" fmla="*/ 12700 w 254000"/>
              <a:gd name="connsiteY4" fmla="*/ 0 h 247650"/>
              <a:gd name="connsiteX5" fmla="*/ 241300 w 254000"/>
              <a:gd name="connsiteY5" fmla="*/ 0 h 247650"/>
              <a:gd name="connsiteX6" fmla="*/ 250279 w 254000"/>
              <a:gd name="connsiteY6" fmla="*/ 3721 h 247650"/>
              <a:gd name="connsiteX7" fmla="*/ 254000 w 254000"/>
              <a:gd name="connsiteY7" fmla="*/ 12700 h 247650"/>
              <a:gd name="connsiteX8" fmla="*/ 254000 w 254000"/>
              <a:gd name="connsiteY8" fmla="*/ 190500 h 247650"/>
              <a:gd name="connsiteX9" fmla="*/ 250279 w 254000"/>
              <a:gd name="connsiteY9" fmla="*/ 199479 h 247650"/>
              <a:gd name="connsiteX10" fmla="*/ 241300 w 254000"/>
              <a:gd name="connsiteY10" fmla="*/ 203200 h 247650"/>
              <a:gd name="connsiteX11" fmla="*/ 56578 w 254000"/>
              <a:gd name="connsiteY11" fmla="*/ 203200 h 247650"/>
              <a:gd name="connsiteX12" fmla="*/ 47790 w 254000"/>
              <a:gd name="connsiteY12" fmla="*/ 177800 h 247650"/>
              <a:gd name="connsiteX13" fmla="*/ 228600 w 254000"/>
              <a:gd name="connsiteY13" fmla="*/ 177800 h 247650"/>
              <a:gd name="connsiteX14" fmla="*/ 228600 w 254000"/>
              <a:gd name="connsiteY14" fmla="*/ 25400 h 247650"/>
              <a:gd name="connsiteX15" fmla="*/ 25400 w 254000"/>
              <a:gd name="connsiteY15" fmla="*/ 25400 h 247650"/>
              <a:gd name="connsiteX16" fmla="*/ 25400 w 254000"/>
              <a:gd name="connsiteY16" fmla="*/ 195390 h 247650"/>
              <a:gd name="connsiteX17" fmla="*/ 47790 w 254000"/>
              <a:gd name="connsiteY17" fmla="*/ 177800 h 247650"/>
              <a:gd name="connsiteX18" fmla="*/ 63500 w 254000"/>
              <a:gd name="connsiteY18" fmla="*/ 88900 h 247650"/>
              <a:gd name="connsiteX19" fmla="*/ 88900 w 254000"/>
              <a:gd name="connsiteY19" fmla="*/ 88900 h 247650"/>
              <a:gd name="connsiteX20" fmla="*/ 100057 w 254000"/>
              <a:gd name="connsiteY20" fmla="*/ 115843 h 247650"/>
              <a:gd name="connsiteX21" fmla="*/ 127000 w 254000"/>
              <a:gd name="connsiteY21" fmla="*/ 127000 h 247650"/>
              <a:gd name="connsiteX22" fmla="*/ 153937 w 254000"/>
              <a:gd name="connsiteY22" fmla="*/ 115843 h 247650"/>
              <a:gd name="connsiteX23" fmla="*/ 165100 w 254000"/>
              <a:gd name="connsiteY23" fmla="*/ 88900 h 247650"/>
              <a:gd name="connsiteX24" fmla="*/ 190500 w 254000"/>
              <a:gd name="connsiteY24" fmla="*/ 88900 h 247650"/>
              <a:gd name="connsiteX25" fmla="*/ 171901 w 254000"/>
              <a:gd name="connsiteY25" fmla="*/ 133801 h 247650"/>
              <a:gd name="connsiteX26" fmla="*/ 127000 w 254000"/>
              <a:gd name="connsiteY26" fmla="*/ 152400 h 247650"/>
              <a:gd name="connsiteX27" fmla="*/ 82099 w 254000"/>
              <a:gd name="connsiteY27" fmla="*/ 133801 h 247650"/>
              <a:gd name="connsiteX28" fmla="*/ 63500 w 254000"/>
              <a:gd name="connsiteY28" fmla="*/ 88900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254000" h="247650">
                <a:moveTo>
                  <a:pt x="56578" y="203200"/>
                </a:moveTo>
                <a:lnTo>
                  <a:pt x="0" y="247650"/>
                </a:lnTo>
                <a:lnTo>
                  <a:pt x="0" y="12700"/>
                </a:lnTo>
                <a:cubicBezTo>
                  <a:pt x="0" y="9335"/>
                  <a:pt x="1333" y="6102"/>
                  <a:pt x="3721" y="3721"/>
                </a:cubicBezTo>
                <a:cubicBezTo>
                  <a:pt x="6102" y="1340"/>
                  <a:pt x="9328" y="0"/>
                  <a:pt x="12700" y="0"/>
                </a:cubicBezTo>
                <a:lnTo>
                  <a:pt x="241300" y="0"/>
                </a:lnTo>
                <a:cubicBezTo>
                  <a:pt x="244666" y="0"/>
                  <a:pt x="247898" y="1340"/>
                  <a:pt x="250279" y="3721"/>
                </a:cubicBezTo>
                <a:cubicBezTo>
                  <a:pt x="252660" y="6102"/>
                  <a:pt x="254000" y="9335"/>
                  <a:pt x="254000" y="12700"/>
                </a:cubicBezTo>
                <a:lnTo>
                  <a:pt x="254000" y="190500"/>
                </a:lnTo>
                <a:cubicBezTo>
                  <a:pt x="254000" y="193866"/>
                  <a:pt x="252660" y="197098"/>
                  <a:pt x="250279" y="199479"/>
                </a:cubicBezTo>
                <a:cubicBezTo>
                  <a:pt x="247898" y="201860"/>
                  <a:pt x="244666" y="203200"/>
                  <a:pt x="241300" y="203200"/>
                </a:cubicBezTo>
                <a:lnTo>
                  <a:pt x="56578" y="203200"/>
                </a:lnTo>
                <a:close/>
                <a:moveTo>
                  <a:pt x="47790" y="177800"/>
                </a:moveTo>
                <a:lnTo>
                  <a:pt x="228600" y="177800"/>
                </a:lnTo>
                <a:lnTo>
                  <a:pt x="228600" y="25400"/>
                </a:lnTo>
                <a:lnTo>
                  <a:pt x="25400" y="25400"/>
                </a:lnTo>
                <a:lnTo>
                  <a:pt x="25400" y="195390"/>
                </a:lnTo>
                <a:lnTo>
                  <a:pt x="47790" y="177800"/>
                </a:lnTo>
                <a:close/>
                <a:moveTo>
                  <a:pt x="63500" y="88900"/>
                </a:moveTo>
                <a:lnTo>
                  <a:pt x="88900" y="88900"/>
                </a:lnTo>
                <a:cubicBezTo>
                  <a:pt x="88900" y="99003"/>
                  <a:pt x="92913" y="108693"/>
                  <a:pt x="100057" y="115843"/>
                </a:cubicBezTo>
                <a:cubicBezTo>
                  <a:pt x="107201" y="122987"/>
                  <a:pt x="116891" y="127000"/>
                  <a:pt x="127000" y="127000"/>
                </a:cubicBezTo>
                <a:cubicBezTo>
                  <a:pt x="137103" y="127000"/>
                  <a:pt x="146793" y="122987"/>
                  <a:pt x="153937" y="115843"/>
                </a:cubicBezTo>
                <a:cubicBezTo>
                  <a:pt x="161087" y="108693"/>
                  <a:pt x="165100" y="99003"/>
                  <a:pt x="165100" y="88900"/>
                </a:cubicBezTo>
                <a:lnTo>
                  <a:pt x="190500" y="88900"/>
                </a:lnTo>
                <a:cubicBezTo>
                  <a:pt x="190500" y="105740"/>
                  <a:pt x="183807" y="121895"/>
                  <a:pt x="171901" y="133801"/>
                </a:cubicBezTo>
                <a:cubicBezTo>
                  <a:pt x="159988" y="145707"/>
                  <a:pt x="143840" y="152400"/>
                  <a:pt x="127000" y="152400"/>
                </a:cubicBezTo>
                <a:cubicBezTo>
                  <a:pt x="110160" y="152400"/>
                  <a:pt x="94006" y="145707"/>
                  <a:pt x="82099" y="133801"/>
                </a:cubicBezTo>
                <a:cubicBezTo>
                  <a:pt x="70186" y="121895"/>
                  <a:pt x="63500" y="105740"/>
                  <a:pt x="63500" y="88900"/>
                </a:cubicBezTo>
                <a:close/>
              </a:path>
            </a:pathLst>
          </a:custGeom>
          <a:solidFill>
            <a:srgbClr val="FFFFFF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5" name="任意多边形: 形状 100"/>
          <p:cNvSpPr/>
          <p:nvPr/>
        </p:nvSpPr>
        <p:spPr>
          <a:xfrm>
            <a:off x="8248650" y="2916555"/>
            <a:ext cx="1077848" cy="1181100"/>
          </a:xfrm>
          <a:custGeom>
            <a:avLst/>
            <a:gdLst>
              <a:gd name="connsiteX0" fmla="*/ 538925 w 1077848"/>
              <a:gd name="connsiteY0" fmla="*/ 0 h 1181100"/>
              <a:gd name="connsiteX1" fmla="*/ 1077849 w 1077848"/>
              <a:gd name="connsiteY1" fmla="*/ 247650 h 1181100"/>
              <a:gd name="connsiteX2" fmla="*/ 1077849 w 1077848"/>
              <a:gd name="connsiteY2" fmla="*/ 914400 h 1181100"/>
              <a:gd name="connsiteX3" fmla="*/ 538925 w 1077848"/>
              <a:gd name="connsiteY3" fmla="*/ 1181100 h 1181100"/>
              <a:gd name="connsiteX4" fmla="*/ 0 w 1077848"/>
              <a:gd name="connsiteY4" fmla="*/ 914400 h 1181100"/>
              <a:gd name="connsiteX5" fmla="*/ 0 w 1077848"/>
              <a:gd name="connsiteY5" fmla="*/ 247650 h 1181100"/>
              <a:gd name="connsiteX6" fmla="*/ 538925 w 1077848"/>
              <a:gd name="connsiteY6" fmla="*/ 0 h 1181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77848" h="1181100">
                <a:moveTo>
                  <a:pt x="538925" y="0"/>
                </a:moveTo>
                <a:lnTo>
                  <a:pt x="1077849" y="247650"/>
                </a:lnTo>
                <a:lnTo>
                  <a:pt x="1077849" y="914400"/>
                </a:lnTo>
                <a:lnTo>
                  <a:pt x="538925" y="1181100"/>
                </a:lnTo>
                <a:lnTo>
                  <a:pt x="0" y="914400"/>
                </a:lnTo>
                <a:lnTo>
                  <a:pt x="0" y="247650"/>
                </a:lnTo>
                <a:lnTo>
                  <a:pt x="538925" y="0"/>
                </a:lnTo>
                <a:close/>
              </a:path>
            </a:pathLst>
          </a:custGeom>
          <a:solidFill>
            <a:schemeClr val="bg1">
              <a:lumMod val="95000"/>
              <a:alpha val="59000"/>
            </a:schemeClr>
          </a:solidFill>
          <a:ln w="6350" cap="flat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prstDash val="solid"/>
            <a:miter/>
          </a:ln>
        </p:spPr>
        <p:txBody>
          <a:bodyPr rtlCol="0" anchor="ctr"/>
          <a:lstStyle/>
          <a:p>
            <a:endParaRPr 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6" name="任意多边形: 形状 101"/>
          <p:cNvSpPr/>
          <p:nvPr/>
        </p:nvSpPr>
        <p:spPr>
          <a:xfrm>
            <a:off x="8251825" y="2920047"/>
            <a:ext cx="1071498" cy="1174064"/>
          </a:xfrm>
          <a:custGeom>
            <a:avLst/>
            <a:gdLst>
              <a:gd name="connsiteX0" fmla="*/ 0 w 1071498"/>
              <a:gd name="connsiteY0" fmla="*/ 246196 h 1174064"/>
              <a:gd name="connsiteX1" fmla="*/ 535750 w 1071498"/>
              <a:gd name="connsiteY1" fmla="*/ 0 h 1174064"/>
              <a:gd name="connsiteX2" fmla="*/ 1071499 w 1071498"/>
              <a:gd name="connsiteY2" fmla="*/ 246190 h 1174064"/>
              <a:gd name="connsiteX3" fmla="*/ 1071499 w 1071498"/>
              <a:gd name="connsiteY3" fmla="*/ 908939 h 1174064"/>
              <a:gd name="connsiteX4" fmla="*/ 535750 w 1071498"/>
              <a:gd name="connsiteY4" fmla="*/ 1174064 h 1174064"/>
              <a:gd name="connsiteX5" fmla="*/ 0 w 1071498"/>
              <a:gd name="connsiteY5" fmla="*/ 908939 h 1174064"/>
              <a:gd name="connsiteX6" fmla="*/ 0 w 1071498"/>
              <a:gd name="connsiteY6" fmla="*/ 246196 h 1174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71498" h="1174064">
                <a:moveTo>
                  <a:pt x="0" y="246196"/>
                </a:moveTo>
                <a:lnTo>
                  <a:pt x="535750" y="0"/>
                </a:lnTo>
                <a:lnTo>
                  <a:pt x="1071499" y="246190"/>
                </a:lnTo>
                <a:lnTo>
                  <a:pt x="1071499" y="908939"/>
                </a:lnTo>
                <a:lnTo>
                  <a:pt x="535750" y="1174064"/>
                </a:lnTo>
                <a:lnTo>
                  <a:pt x="0" y="908939"/>
                </a:lnTo>
                <a:lnTo>
                  <a:pt x="0" y="246196"/>
                </a:lnTo>
                <a:close/>
              </a:path>
            </a:pathLst>
          </a:custGeom>
          <a:noFill/>
          <a:ln w="6350" cap="flat">
            <a:solidFill>
              <a:srgbClr val="FFFFFF">
                <a:alpha val="22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7" name="任意多边形: 形状 102"/>
          <p:cNvSpPr/>
          <p:nvPr/>
        </p:nvSpPr>
        <p:spPr>
          <a:xfrm>
            <a:off x="8347138" y="3024505"/>
            <a:ext cx="880871" cy="965200"/>
          </a:xfrm>
          <a:custGeom>
            <a:avLst/>
            <a:gdLst>
              <a:gd name="connsiteX0" fmla="*/ 440436 w 880871"/>
              <a:gd name="connsiteY0" fmla="*/ 0 h 965200"/>
              <a:gd name="connsiteX1" fmla="*/ 880872 w 880871"/>
              <a:gd name="connsiteY1" fmla="*/ 202381 h 965200"/>
              <a:gd name="connsiteX2" fmla="*/ 880872 w 880871"/>
              <a:gd name="connsiteY2" fmla="*/ 747249 h 965200"/>
              <a:gd name="connsiteX3" fmla="*/ 440436 w 880871"/>
              <a:gd name="connsiteY3" fmla="*/ 965200 h 965200"/>
              <a:gd name="connsiteX4" fmla="*/ 0 w 880871"/>
              <a:gd name="connsiteY4" fmla="*/ 747249 h 965200"/>
              <a:gd name="connsiteX5" fmla="*/ 0 w 880871"/>
              <a:gd name="connsiteY5" fmla="*/ 202381 h 965200"/>
              <a:gd name="connsiteX6" fmla="*/ 440436 w 880871"/>
              <a:gd name="connsiteY6" fmla="*/ 0 h 96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80871" h="965200">
                <a:moveTo>
                  <a:pt x="440436" y="0"/>
                </a:moveTo>
                <a:lnTo>
                  <a:pt x="880872" y="202381"/>
                </a:lnTo>
                <a:lnTo>
                  <a:pt x="880872" y="747249"/>
                </a:lnTo>
                <a:lnTo>
                  <a:pt x="440436" y="965200"/>
                </a:lnTo>
                <a:lnTo>
                  <a:pt x="0" y="747249"/>
                </a:lnTo>
                <a:lnTo>
                  <a:pt x="0" y="202381"/>
                </a:lnTo>
                <a:lnTo>
                  <a:pt x="440436" y="0"/>
                </a:lnTo>
                <a:close/>
              </a:path>
            </a:pathLst>
          </a:custGeom>
          <a:gradFill>
            <a:gsLst>
              <a:gs pos="100000">
                <a:schemeClr val="accent1">
                  <a:lumMod val="60000"/>
                  <a:lumOff val="40000"/>
                </a:schemeClr>
              </a:gs>
              <a:gs pos="15000">
                <a:schemeClr val="accent1"/>
              </a:gs>
            </a:gsLst>
            <a:lin ang="10800000" scaled="0"/>
          </a:gradFill>
          <a:ln w="635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l">
              <a:buClrTx/>
              <a:buSzTx/>
              <a:buFontTx/>
            </a:pPr>
            <a:endParaRPr 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18" name="任意多边形: 形状 103"/>
          <p:cNvSpPr/>
          <p:nvPr/>
        </p:nvSpPr>
        <p:spPr>
          <a:xfrm>
            <a:off x="8661400" y="3265805"/>
            <a:ext cx="254000" cy="228600"/>
          </a:xfrm>
          <a:custGeom>
            <a:avLst/>
            <a:gdLst>
              <a:gd name="connsiteX0" fmla="*/ 228600 w 254000"/>
              <a:gd name="connsiteY0" fmla="*/ 76200 h 228600"/>
              <a:gd name="connsiteX1" fmla="*/ 228600 w 254000"/>
              <a:gd name="connsiteY1" fmla="*/ 25400 h 228600"/>
              <a:gd name="connsiteX2" fmla="*/ 25400 w 254000"/>
              <a:gd name="connsiteY2" fmla="*/ 25400 h 228600"/>
              <a:gd name="connsiteX3" fmla="*/ 25400 w 254000"/>
              <a:gd name="connsiteY3" fmla="*/ 76200 h 228600"/>
              <a:gd name="connsiteX4" fmla="*/ 228600 w 254000"/>
              <a:gd name="connsiteY4" fmla="*/ 76200 h 228600"/>
              <a:gd name="connsiteX5" fmla="*/ 228600 w 254000"/>
              <a:gd name="connsiteY5" fmla="*/ 101600 h 228600"/>
              <a:gd name="connsiteX6" fmla="*/ 25400 w 254000"/>
              <a:gd name="connsiteY6" fmla="*/ 101600 h 228600"/>
              <a:gd name="connsiteX7" fmla="*/ 25400 w 254000"/>
              <a:gd name="connsiteY7" fmla="*/ 203200 h 228600"/>
              <a:gd name="connsiteX8" fmla="*/ 228600 w 254000"/>
              <a:gd name="connsiteY8" fmla="*/ 203200 h 228600"/>
              <a:gd name="connsiteX9" fmla="*/ 228600 w 254000"/>
              <a:gd name="connsiteY9" fmla="*/ 101600 h 228600"/>
              <a:gd name="connsiteX10" fmla="*/ 12700 w 254000"/>
              <a:gd name="connsiteY10" fmla="*/ 0 h 228600"/>
              <a:gd name="connsiteX11" fmla="*/ 241300 w 254000"/>
              <a:gd name="connsiteY11" fmla="*/ 0 h 228600"/>
              <a:gd name="connsiteX12" fmla="*/ 250254 w 254000"/>
              <a:gd name="connsiteY12" fmla="*/ 3721 h 228600"/>
              <a:gd name="connsiteX13" fmla="*/ 254000 w 254000"/>
              <a:gd name="connsiteY13" fmla="*/ 12700 h 228600"/>
              <a:gd name="connsiteX14" fmla="*/ 254000 w 254000"/>
              <a:gd name="connsiteY14" fmla="*/ 215900 h 228600"/>
              <a:gd name="connsiteX15" fmla="*/ 250254 w 254000"/>
              <a:gd name="connsiteY15" fmla="*/ 224879 h 228600"/>
              <a:gd name="connsiteX16" fmla="*/ 241300 w 254000"/>
              <a:gd name="connsiteY16" fmla="*/ 228600 h 228600"/>
              <a:gd name="connsiteX17" fmla="*/ 12700 w 254000"/>
              <a:gd name="connsiteY17" fmla="*/ 228600 h 228600"/>
              <a:gd name="connsiteX18" fmla="*/ 3746 w 254000"/>
              <a:gd name="connsiteY18" fmla="*/ 224879 h 228600"/>
              <a:gd name="connsiteX19" fmla="*/ 0 w 254000"/>
              <a:gd name="connsiteY19" fmla="*/ 215900 h 228600"/>
              <a:gd name="connsiteX20" fmla="*/ 0 w 254000"/>
              <a:gd name="connsiteY20" fmla="*/ 12700 h 228600"/>
              <a:gd name="connsiteX21" fmla="*/ 3746 w 254000"/>
              <a:gd name="connsiteY21" fmla="*/ 3721 h 228600"/>
              <a:gd name="connsiteX22" fmla="*/ 12700 w 254000"/>
              <a:gd name="connsiteY22" fmla="*/ 0 h 228600"/>
              <a:gd name="connsiteX23" fmla="*/ 38100 w 254000"/>
              <a:gd name="connsiteY23" fmla="*/ 114300 h 228600"/>
              <a:gd name="connsiteX24" fmla="*/ 76200 w 254000"/>
              <a:gd name="connsiteY24" fmla="*/ 114300 h 228600"/>
              <a:gd name="connsiteX25" fmla="*/ 76200 w 254000"/>
              <a:gd name="connsiteY25" fmla="*/ 177800 h 228600"/>
              <a:gd name="connsiteX26" fmla="*/ 38100 w 254000"/>
              <a:gd name="connsiteY26" fmla="*/ 177800 h 228600"/>
              <a:gd name="connsiteX27" fmla="*/ 38100 w 254000"/>
              <a:gd name="connsiteY27" fmla="*/ 114300 h 228600"/>
              <a:gd name="connsiteX28" fmla="*/ 38100 w 254000"/>
              <a:gd name="connsiteY28" fmla="*/ 38100 h 228600"/>
              <a:gd name="connsiteX29" fmla="*/ 63500 w 254000"/>
              <a:gd name="connsiteY29" fmla="*/ 38100 h 228600"/>
              <a:gd name="connsiteX30" fmla="*/ 63500 w 254000"/>
              <a:gd name="connsiteY30" fmla="*/ 63500 h 228600"/>
              <a:gd name="connsiteX31" fmla="*/ 38100 w 254000"/>
              <a:gd name="connsiteY31" fmla="*/ 63500 h 228600"/>
              <a:gd name="connsiteX32" fmla="*/ 38100 w 254000"/>
              <a:gd name="connsiteY32" fmla="*/ 38100 h 228600"/>
              <a:gd name="connsiteX33" fmla="*/ 88900 w 254000"/>
              <a:gd name="connsiteY33" fmla="*/ 38100 h 228600"/>
              <a:gd name="connsiteX34" fmla="*/ 114300 w 254000"/>
              <a:gd name="connsiteY34" fmla="*/ 38100 h 228600"/>
              <a:gd name="connsiteX35" fmla="*/ 114300 w 254000"/>
              <a:gd name="connsiteY35" fmla="*/ 63500 h 228600"/>
              <a:gd name="connsiteX36" fmla="*/ 88900 w 254000"/>
              <a:gd name="connsiteY36" fmla="*/ 63500 h 228600"/>
              <a:gd name="connsiteX37" fmla="*/ 88900 w 254000"/>
              <a:gd name="connsiteY37" fmla="*/ 38100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254000" h="228600">
                <a:moveTo>
                  <a:pt x="228600" y="76200"/>
                </a:moveTo>
                <a:lnTo>
                  <a:pt x="228600" y="25400"/>
                </a:lnTo>
                <a:lnTo>
                  <a:pt x="25400" y="25400"/>
                </a:lnTo>
                <a:lnTo>
                  <a:pt x="25400" y="76200"/>
                </a:lnTo>
                <a:lnTo>
                  <a:pt x="228600" y="76200"/>
                </a:lnTo>
                <a:close/>
                <a:moveTo>
                  <a:pt x="228600" y="101600"/>
                </a:moveTo>
                <a:lnTo>
                  <a:pt x="25400" y="101600"/>
                </a:lnTo>
                <a:lnTo>
                  <a:pt x="25400" y="203200"/>
                </a:lnTo>
                <a:lnTo>
                  <a:pt x="228600" y="203200"/>
                </a:lnTo>
                <a:lnTo>
                  <a:pt x="228600" y="101600"/>
                </a:lnTo>
                <a:close/>
                <a:moveTo>
                  <a:pt x="12700" y="0"/>
                </a:moveTo>
                <a:lnTo>
                  <a:pt x="241300" y="0"/>
                </a:lnTo>
                <a:cubicBezTo>
                  <a:pt x="244666" y="0"/>
                  <a:pt x="247904" y="1340"/>
                  <a:pt x="250254" y="3721"/>
                </a:cubicBezTo>
                <a:cubicBezTo>
                  <a:pt x="252667" y="6102"/>
                  <a:pt x="254000" y="9335"/>
                  <a:pt x="254000" y="12700"/>
                </a:cubicBezTo>
                <a:lnTo>
                  <a:pt x="254000" y="215900"/>
                </a:lnTo>
                <a:cubicBezTo>
                  <a:pt x="254000" y="219266"/>
                  <a:pt x="252667" y="222498"/>
                  <a:pt x="250254" y="224879"/>
                </a:cubicBezTo>
                <a:cubicBezTo>
                  <a:pt x="247904" y="227260"/>
                  <a:pt x="244666" y="228600"/>
                  <a:pt x="241300" y="228600"/>
                </a:cubicBezTo>
                <a:lnTo>
                  <a:pt x="12700" y="228600"/>
                </a:lnTo>
                <a:cubicBezTo>
                  <a:pt x="9334" y="228600"/>
                  <a:pt x="6096" y="227260"/>
                  <a:pt x="3746" y="224879"/>
                </a:cubicBezTo>
                <a:cubicBezTo>
                  <a:pt x="1333" y="222498"/>
                  <a:pt x="0" y="219266"/>
                  <a:pt x="0" y="215900"/>
                </a:cubicBezTo>
                <a:lnTo>
                  <a:pt x="0" y="12700"/>
                </a:lnTo>
                <a:cubicBezTo>
                  <a:pt x="0" y="9335"/>
                  <a:pt x="1333" y="6102"/>
                  <a:pt x="3746" y="3721"/>
                </a:cubicBezTo>
                <a:cubicBezTo>
                  <a:pt x="6096" y="1340"/>
                  <a:pt x="9334" y="0"/>
                  <a:pt x="12700" y="0"/>
                </a:cubicBezTo>
                <a:close/>
                <a:moveTo>
                  <a:pt x="38100" y="114300"/>
                </a:moveTo>
                <a:lnTo>
                  <a:pt x="76200" y="114300"/>
                </a:lnTo>
                <a:lnTo>
                  <a:pt x="76200" y="177800"/>
                </a:lnTo>
                <a:lnTo>
                  <a:pt x="38100" y="177800"/>
                </a:lnTo>
                <a:lnTo>
                  <a:pt x="38100" y="114300"/>
                </a:lnTo>
                <a:close/>
                <a:moveTo>
                  <a:pt x="38100" y="38100"/>
                </a:moveTo>
                <a:lnTo>
                  <a:pt x="63500" y="38100"/>
                </a:lnTo>
                <a:lnTo>
                  <a:pt x="63500" y="63500"/>
                </a:lnTo>
                <a:lnTo>
                  <a:pt x="38100" y="63500"/>
                </a:lnTo>
                <a:lnTo>
                  <a:pt x="38100" y="38100"/>
                </a:lnTo>
                <a:close/>
                <a:moveTo>
                  <a:pt x="88900" y="38100"/>
                </a:moveTo>
                <a:lnTo>
                  <a:pt x="114300" y="38100"/>
                </a:lnTo>
                <a:lnTo>
                  <a:pt x="114300" y="63500"/>
                </a:lnTo>
                <a:lnTo>
                  <a:pt x="88900" y="63500"/>
                </a:lnTo>
                <a:lnTo>
                  <a:pt x="88900" y="38100"/>
                </a:lnTo>
                <a:close/>
              </a:path>
            </a:pathLst>
          </a:custGeom>
          <a:solidFill>
            <a:srgbClr val="FFFFFF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9" name="任意多边形: 形状 104"/>
          <p:cNvSpPr/>
          <p:nvPr/>
        </p:nvSpPr>
        <p:spPr>
          <a:xfrm>
            <a:off x="4108450" y="2230755"/>
            <a:ext cx="1077855" cy="1181100"/>
          </a:xfrm>
          <a:custGeom>
            <a:avLst/>
            <a:gdLst>
              <a:gd name="connsiteX0" fmla="*/ 538925 w 1077855"/>
              <a:gd name="connsiteY0" fmla="*/ 0 h 1181100"/>
              <a:gd name="connsiteX1" fmla="*/ 1077856 w 1077855"/>
              <a:gd name="connsiteY1" fmla="*/ 247650 h 1181100"/>
              <a:gd name="connsiteX2" fmla="*/ 1077856 w 1077855"/>
              <a:gd name="connsiteY2" fmla="*/ 914400 h 1181100"/>
              <a:gd name="connsiteX3" fmla="*/ 538925 w 1077855"/>
              <a:gd name="connsiteY3" fmla="*/ 1181100 h 1181100"/>
              <a:gd name="connsiteX4" fmla="*/ 0 w 1077855"/>
              <a:gd name="connsiteY4" fmla="*/ 914400 h 1181100"/>
              <a:gd name="connsiteX5" fmla="*/ 0 w 1077855"/>
              <a:gd name="connsiteY5" fmla="*/ 247650 h 1181100"/>
              <a:gd name="connsiteX6" fmla="*/ 538925 w 1077855"/>
              <a:gd name="connsiteY6" fmla="*/ 0 h 1181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77855" h="1181100">
                <a:moveTo>
                  <a:pt x="538925" y="0"/>
                </a:moveTo>
                <a:lnTo>
                  <a:pt x="1077856" y="247650"/>
                </a:lnTo>
                <a:lnTo>
                  <a:pt x="1077856" y="914400"/>
                </a:lnTo>
                <a:lnTo>
                  <a:pt x="538925" y="1181100"/>
                </a:lnTo>
                <a:lnTo>
                  <a:pt x="0" y="914400"/>
                </a:lnTo>
                <a:lnTo>
                  <a:pt x="0" y="247650"/>
                </a:lnTo>
                <a:lnTo>
                  <a:pt x="538925" y="0"/>
                </a:lnTo>
                <a:close/>
              </a:path>
            </a:pathLst>
          </a:custGeom>
          <a:solidFill>
            <a:srgbClr val="FC9C54">
              <a:alpha val="11000"/>
            </a:srgbClr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0" name="任意多边形: 形状 105"/>
          <p:cNvSpPr/>
          <p:nvPr/>
        </p:nvSpPr>
        <p:spPr>
          <a:xfrm>
            <a:off x="4111625" y="2234247"/>
            <a:ext cx="1071505" cy="1174064"/>
          </a:xfrm>
          <a:custGeom>
            <a:avLst/>
            <a:gdLst>
              <a:gd name="connsiteX0" fmla="*/ 0 w 1071505"/>
              <a:gd name="connsiteY0" fmla="*/ 246196 h 1174064"/>
              <a:gd name="connsiteX1" fmla="*/ 535750 w 1071505"/>
              <a:gd name="connsiteY1" fmla="*/ 0 h 1174064"/>
              <a:gd name="connsiteX2" fmla="*/ 1071506 w 1071505"/>
              <a:gd name="connsiteY2" fmla="*/ 246190 h 1174064"/>
              <a:gd name="connsiteX3" fmla="*/ 1071506 w 1071505"/>
              <a:gd name="connsiteY3" fmla="*/ 908939 h 1174064"/>
              <a:gd name="connsiteX4" fmla="*/ 535750 w 1071505"/>
              <a:gd name="connsiteY4" fmla="*/ 1174064 h 1174064"/>
              <a:gd name="connsiteX5" fmla="*/ 0 w 1071505"/>
              <a:gd name="connsiteY5" fmla="*/ 908939 h 1174064"/>
              <a:gd name="connsiteX6" fmla="*/ 0 w 1071505"/>
              <a:gd name="connsiteY6" fmla="*/ 246196 h 1174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71505" h="1174064">
                <a:moveTo>
                  <a:pt x="0" y="246196"/>
                </a:moveTo>
                <a:lnTo>
                  <a:pt x="535750" y="0"/>
                </a:lnTo>
                <a:lnTo>
                  <a:pt x="1071506" y="246190"/>
                </a:lnTo>
                <a:lnTo>
                  <a:pt x="1071506" y="908939"/>
                </a:lnTo>
                <a:lnTo>
                  <a:pt x="535750" y="1174064"/>
                </a:lnTo>
                <a:lnTo>
                  <a:pt x="0" y="908939"/>
                </a:lnTo>
                <a:lnTo>
                  <a:pt x="0" y="246196"/>
                </a:lnTo>
                <a:close/>
              </a:path>
            </a:pathLst>
          </a:custGeom>
          <a:solidFill>
            <a:schemeClr val="bg1">
              <a:lumMod val="95000"/>
              <a:alpha val="59000"/>
            </a:schemeClr>
          </a:solidFill>
          <a:ln w="6350" cap="flat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prstDash val="solid"/>
            <a:miter/>
          </a:ln>
        </p:spPr>
        <p:txBody>
          <a:bodyPr rtlCol="0" anchor="ctr"/>
          <a:lstStyle/>
          <a:p>
            <a:endParaRPr 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1" name="任意多边形: 形状 106"/>
          <p:cNvSpPr/>
          <p:nvPr/>
        </p:nvSpPr>
        <p:spPr>
          <a:xfrm>
            <a:off x="4206963" y="2338705"/>
            <a:ext cx="880827" cy="965200"/>
          </a:xfrm>
          <a:custGeom>
            <a:avLst/>
            <a:gdLst>
              <a:gd name="connsiteX0" fmla="*/ 440411 w 880827"/>
              <a:gd name="connsiteY0" fmla="*/ 0 h 965200"/>
              <a:gd name="connsiteX1" fmla="*/ 880828 w 880827"/>
              <a:gd name="connsiteY1" fmla="*/ 202381 h 965200"/>
              <a:gd name="connsiteX2" fmla="*/ 880828 w 880827"/>
              <a:gd name="connsiteY2" fmla="*/ 747249 h 965200"/>
              <a:gd name="connsiteX3" fmla="*/ 440411 w 880827"/>
              <a:gd name="connsiteY3" fmla="*/ 965200 h 965200"/>
              <a:gd name="connsiteX4" fmla="*/ 0 w 880827"/>
              <a:gd name="connsiteY4" fmla="*/ 747249 h 965200"/>
              <a:gd name="connsiteX5" fmla="*/ 0 w 880827"/>
              <a:gd name="connsiteY5" fmla="*/ 202381 h 965200"/>
              <a:gd name="connsiteX6" fmla="*/ 440411 w 880827"/>
              <a:gd name="connsiteY6" fmla="*/ 0 h 96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80827" h="965200">
                <a:moveTo>
                  <a:pt x="440411" y="0"/>
                </a:moveTo>
                <a:lnTo>
                  <a:pt x="880828" y="202381"/>
                </a:lnTo>
                <a:lnTo>
                  <a:pt x="880828" y="747249"/>
                </a:lnTo>
                <a:lnTo>
                  <a:pt x="440411" y="965200"/>
                </a:lnTo>
                <a:lnTo>
                  <a:pt x="0" y="747249"/>
                </a:lnTo>
                <a:lnTo>
                  <a:pt x="0" y="202381"/>
                </a:lnTo>
                <a:lnTo>
                  <a:pt x="440411" y="0"/>
                </a:lnTo>
                <a:close/>
              </a:path>
            </a:pathLst>
          </a:custGeom>
          <a:gradFill>
            <a:gsLst>
              <a:gs pos="100000">
                <a:schemeClr val="accent1">
                  <a:lumMod val="60000"/>
                  <a:lumOff val="40000"/>
                </a:schemeClr>
              </a:gs>
              <a:gs pos="15000">
                <a:schemeClr val="accent1"/>
              </a:gs>
            </a:gsLst>
            <a:lin ang="10800000" scaled="0"/>
          </a:gradFill>
          <a:ln w="635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l">
              <a:buClrTx/>
              <a:buSzTx/>
              <a:buFontTx/>
            </a:pPr>
            <a:endParaRPr 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22" name="任意多边形: 形状 107"/>
          <p:cNvSpPr/>
          <p:nvPr/>
        </p:nvSpPr>
        <p:spPr>
          <a:xfrm>
            <a:off x="4521200" y="2567305"/>
            <a:ext cx="254000" cy="254000"/>
          </a:xfrm>
          <a:custGeom>
            <a:avLst/>
            <a:gdLst>
              <a:gd name="connsiteX0" fmla="*/ 101600 w 254000"/>
              <a:gd name="connsiteY0" fmla="*/ 107950 h 254000"/>
              <a:gd name="connsiteX1" fmla="*/ 114783 w 254000"/>
              <a:gd name="connsiteY1" fmla="*/ 61786 h 254000"/>
              <a:gd name="connsiteX2" fmla="*/ 119342 w 254000"/>
              <a:gd name="connsiteY2" fmla="*/ 55118 h 254000"/>
              <a:gd name="connsiteX3" fmla="*/ 127000 w 254000"/>
              <a:gd name="connsiteY3" fmla="*/ 52553 h 254000"/>
              <a:gd name="connsiteX4" fmla="*/ 134658 w 254000"/>
              <a:gd name="connsiteY4" fmla="*/ 55118 h 254000"/>
              <a:gd name="connsiteX5" fmla="*/ 139217 w 254000"/>
              <a:gd name="connsiteY5" fmla="*/ 61786 h 254000"/>
              <a:gd name="connsiteX6" fmla="*/ 152400 w 254000"/>
              <a:gd name="connsiteY6" fmla="*/ 107950 h 254000"/>
              <a:gd name="connsiteX7" fmla="*/ 152400 w 254000"/>
              <a:gd name="connsiteY7" fmla="*/ 127000 h 254000"/>
              <a:gd name="connsiteX8" fmla="*/ 161544 w 254000"/>
              <a:gd name="connsiteY8" fmla="*/ 127000 h 254000"/>
              <a:gd name="connsiteX9" fmla="*/ 169354 w 254000"/>
              <a:gd name="connsiteY9" fmla="*/ 129686 h 254000"/>
              <a:gd name="connsiteX10" fmla="*/ 173863 w 254000"/>
              <a:gd name="connsiteY10" fmla="*/ 136614 h 254000"/>
              <a:gd name="connsiteX11" fmla="*/ 191148 w 254000"/>
              <a:gd name="connsiteY11" fmla="*/ 205791 h 254000"/>
              <a:gd name="connsiteX12" fmla="*/ 224841 w 254000"/>
              <a:gd name="connsiteY12" fmla="*/ 154387 h 254000"/>
              <a:gd name="connsiteX13" fmla="*/ 222726 w 254000"/>
              <a:gd name="connsiteY13" fmla="*/ 92958 h 254000"/>
              <a:gd name="connsiteX14" fmla="*/ 185585 w 254000"/>
              <a:gd name="connsiteY14" fmla="*/ 43993 h 254000"/>
              <a:gd name="connsiteX15" fmla="*/ 127000 w 254000"/>
              <a:gd name="connsiteY15" fmla="*/ 25400 h 254000"/>
              <a:gd name="connsiteX16" fmla="*/ 68415 w 254000"/>
              <a:gd name="connsiteY16" fmla="*/ 43993 h 254000"/>
              <a:gd name="connsiteX17" fmla="*/ 31274 w 254000"/>
              <a:gd name="connsiteY17" fmla="*/ 92958 h 254000"/>
              <a:gd name="connsiteX18" fmla="*/ 29159 w 254000"/>
              <a:gd name="connsiteY18" fmla="*/ 154387 h 254000"/>
              <a:gd name="connsiteX19" fmla="*/ 62852 w 254000"/>
              <a:gd name="connsiteY19" fmla="*/ 205791 h 254000"/>
              <a:gd name="connsiteX20" fmla="*/ 80150 w 254000"/>
              <a:gd name="connsiteY20" fmla="*/ 136614 h 254000"/>
              <a:gd name="connsiteX21" fmla="*/ 84652 w 254000"/>
              <a:gd name="connsiteY21" fmla="*/ 129692 h 254000"/>
              <a:gd name="connsiteX22" fmla="*/ 92456 w 254000"/>
              <a:gd name="connsiteY22" fmla="*/ 127000 h 254000"/>
              <a:gd name="connsiteX23" fmla="*/ 101600 w 254000"/>
              <a:gd name="connsiteY23" fmla="*/ 127000 h 254000"/>
              <a:gd name="connsiteX24" fmla="*/ 101600 w 254000"/>
              <a:gd name="connsiteY24" fmla="*/ 107950 h 254000"/>
              <a:gd name="connsiteX25" fmla="*/ 127000 w 254000"/>
              <a:gd name="connsiteY25" fmla="*/ 228600 h 254000"/>
              <a:gd name="connsiteX26" fmla="*/ 168466 w 254000"/>
              <a:gd name="connsiteY26" fmla="*/ 219786 h 254000"/>
              <a:gd name="connsiteX27" fmla="*/ 151612 w 254000"/>
              <a:gd name="connsiteY27" fmla="*/ 152400 h 254000"/>
              <a:gd name="connsiteX28" fmla="*/ 102388 w 254000"/>
              <a:gd name="connsiteY28" fmla="*/ 152400 h 254000"/>
              <a:gd name="connsiteX29" fmla="*/ 85534 w 254000"/>
              <a:gd name="connsiteY29" fmla="*/ 219786 h 254000"/>
              <a:gd name="connsiteX30" fmla="*/ 127000 w 254000"/>
              <a:gd name="connsiteY30" fmla="*/ 228600 h 254000"/>
              <a:gd name="connsiteX31" fmla="*/ 127000 w 254000"/>
              <a:gd name="connsiteY31" fmla="*/ 254000 h 254000"/>
              <a:gd name="connsiteX32" fmla="*/ 0 w 254000"/>
              <a:gd name="connsiteY32" fmla="*/ 127000 h 254000"/>
              <a:gd name="connsiteX33" fmla="*/ 127000 w 254000"/>
              <a:gd name="connsiteY33" fmla="*/ 0 h 254000"/>
              <a:gd name="connsiteX34" fmla="*/ 254000 w 254000"/>
              <a:gd name="connsiteY34" fmla="*/ 127000 h 254000"/>
              <a:gd name="connsiteX35" fmla="*/ 127000 w 254000"/>
              <a:gd name="connsiteY35" fmla="*/ 254000 h 25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254000" h="254000">
                <a:moveTo>
                  <a:pt x="101600" y="107950"/>
                </a:moveTo>
                <a:lnTo>
                  <a:pt x="114783" y="61786"/>
                </a:lnTo>
                <a:cubicBezTo>
                  <a:pt x="115538" y="59125"/>
                  <a:pt x="117139" y="56788"/>
                  <a:pt x="119342" y="55118"/>
                </a:cubicBezTo>
                <a:cubicBezTo>
                  <a:pt x="121545" y="53454"/>
                  <a:pt x="124238" y="52553"/>
                  <a:pt x="127000" y="52553"/>
                </a:cubicBezTo>
                <a:cubicBezTo>
                  <a:pt x="129762" y="52553"/>
                  <a:pt x="132455" y="53454"/>
                  <a:pt x="134658" y="55118"/>
                </a:cubicBezTo>
                <a:cubicBezTo>
                  <a:pt x="136861" y="56788"/>
                  <a:pt x="138462" y="59125"/>
                  <a:pt x="139217" y="61786"/>
                </a:cubicBezTo>
                <a:lnTo>
                  <a:pt x="152400" y="107950"/>
                </a:lnTo>
                <a:lnTo>
                  <a:pt x="152400" y="127000"/>
                </a:lnTo>
                <a:lnTo>
                  <a:pt x="161544" y="127000"/>
                </a:lnTo>
                <a:cubicBezTo>
                  <a:pt x="164376" y="127000"/>
                  <a:pt x="167125" y="127946"/>
                  <a:pt x="169354" y="129686"/>
                </a:cubicBezTo>
                <a:cubicBezTo>
                  <a:pt x="171590" y="131432"/>
                  <a:pt x="173177" y="133871"/>
                  <a:pt x="173863" y="136614"/>
                </a:cubicBezTo>
                <a:lnTo>
                  <a:pt x="191148" y="205791"/>
                </a:lnTo>
                <a:cubicBezTo>
                  <a:pt x="207416" y="192545"/>
                  <a:pt x="219183" y="174587"/>
                  <a:pt x="224841" y="154387"/>
                </a:cubicBezTo>
                <a:cubicBezTo>
                  <a:pt x="230492" y="134182"/>
                  <a:pt x="229756" y="112725"/>
                  <a:pt x="222726" y="92958"/>
                </a:cubicBezTo>
                <a:cubicBezTo>
                  <a:pt x="215697" y="73197"/>
                  <a:pt x="202724" y="56090"/>
                  <a:pt x="185585" y="43993"/>
                </a:cubicBezTo>
                <a:cubicBezTo>
                  <a:pt x="168440" y="31896"/>
                  <a:pt x="147981" y="25400"/>
                  <a:pt x="127000" y="25400"/>
                </a:cubicBezTo>
                <a:cubicBezTo>
                  <a:pt x="106020" y="25400"/>
                  <a:pt x="85560" y="31896"/>
                  <a:pt x="68415" y="43993"/>
                </a:cubicBezTo>
                <a:cubicBezTo>
                  <a:pt x="51276" y="56090"/>
                  <a:pt x="38303" y="73197"/>
                  <a:pt x="31274" y="92958"/>
                </a:cubicBezTo>
                <a:cubicBezTo>
                  <a:pt x="24244" y="112725"/>
                  <a:pt x="23508" y="134182"/>
                  <a:pt x="29159" y="154387"/>
                </a:cubicBezTo>
                <a:cubicBezTo>
                  <a:pt x="34817" y="174587"/>
                  <a:pt x="46584" y="192545"/>
                  <a:pt x="62852" y="205791"/>
                </a:cubicBezTo>
                <a:lnTo>
                  <a:pt x="80150" y="136614"/>
                </a:lnTo>
                <a:cubicBezTo>
                  <a:pt x="80835" y="133871"/>
                  <a:pt x="82423" y="131432"/>
                  <a:pt x="84652" y="129692"/>
                </a:cubicBezTo>
                <a:cubicBezTo>
                  <a:pt x="86881" y="127952"/>
                  <a:pt x="89624" y="127000"/>
                  <a:pt x="92456" y="127000"/>
                </a:cubicBezTo>
                <a:lnTo>
                  <a:pt x="101600" y="127000"/>
                </a:lnTo>
                <a:lnTo>
                  <a:pt x="101600" y="107950"/>
                </a:lnTo>
                <a:close/>
                <a:moveTo>
                  <a:pt x="127000" y="228600"/>
                </a:moveTo>
                <a:cubicBezTo>
                  <a:pt x="141288" y="228632"/>
                  <a:pt x="155423" y="225622"/>
                  <a:pt x="168466" y="219786"/>
                </a:cubicBezTo>
                <a:lnTo>
                  <a:pt x="151612" y="152400"/>
                </a:lnTo>
                <a:lnTo>
                  <a:pt x="102388" y="152400"/>
                </a:lnTo>
                <a:lnTo>
                  <a:pt x="85534" y="219786"/>
                </a:lnTo>
                <a:cubicBezTo>
                  <a:pt x="98577" y="225628"/>
                  <a:pt x="112713" y="228632"/>
                  <a:pt x="127000" y="228600"/>
                </a:cubicBezTo>
                <a:close/>
                <a:moveTo>
                  <a:pt x="127000" y="254000"/>
                </a:moveTo>
                <a:cubicBezTo>
                  <a:pt x="56858" y="254000"/>
                  <a:pt x="0" y="197142"/>
                  <a:pt x="0" y="127000"/>
                </a:cubicBezTo>
                <a:cubicBezTo>
                  <a:pt x="0" y="56858"/>
                  <a:pt x="56858" y="0"/>
                  <a:pt x="127000" y="0"/>
                </a:cubicBezTo>
                <a:cubicBezTo>
                  <a:pt x="197142" y="0"/>
                  <a:pt x="254000" y="56858"/>
                  <a:pt x="254000" y="127000"/>
                </a:cubicBezTo>
                <a:cubicBezTo>
                  <a:pt x="254000" y="197142"/>
                  <a:pt x="197142" y="254000"/>
                  <a:pt x="127000" y="254000"/>
                </a:cubicBezTo>
                <a:close/>
              </a:path>
            </a:pathLst>
          </a:custGeom>
          <a:solidFill>
            <a:srgbClr val="FFFFFF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3" name="任意多边形: 形状 108"/>
          <p:cNvSpPr/>
          <p:nvPr/>
        </p:nvSpPr>
        <p:spPr>
          <a:xfrm>
            <a:off x="6927850" y="2230755"/>
            <a:ext cx="1077848" cy="1181100"/>
          </a:xfrm>
          <a:custGeom>
            <a:avLst/>
            <a:gdLst>
              <a:gd name="connsiteX0" fmla="*/ 538925 w 1077848"/>
              <a:gd name="connsiteY0" fmla="*/ 0 h 1181100"/>
              <a:gd name="connsiteX1" fmla="*/ 1077849 w 1077848"/>
              <a:gd name="connsiteY1" fmla="*/ 247650 h 1181100"/>
              <a:gd name="connsiteX2" fmla="*/ 1077849 w 1077848"/>
              <a:gd name="connsiteY2" fmla="*/ 914400 h 1181100"/>
              <a:gd name="connsiteX3" fmla="*/ 538925 w 1077848"/>
              <a:gd name="connsiteY3" fmla="*/ 1181100 h 1181100"/>
              <a:gd name="connsiteX4" fmla="*/ 0 w 1077848"/>
              <a:gd name="connsiteY4" fmla="*/ 914400 h 1181100"/>
              <a:gd name="connsiteX5" fmla="*/ 0 w 1077848"/>
              <a:gd name="connsiteY5" fmla="*/ 247650 h 1181100"/>
              <a:gd name="connsiteX6" fmla="*/ 538925 w 1077848"/>
              <a:gd name="connsiteY6" fmla="*/ 0 h 1181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77848" h="1181100">
                <a:moveTo>
                  <a:pt x="538925" y="0"/>
                </a:moveTo>
                <a:lnTo>
                  <a:pt x="1077849" y="247650"/>
                </a:lnTo>
                <a:lnTo>
                  <a:pt x="1077849" y="914400"/>
                </a:lnTo>
                <a:lnTo>
                  <a:pt x="538925" y="1181100"/>
                </a:lnTo>
                <a:lnTo>
                  <a:pt x="0" y="914400"/>
                </a:lnTo>
                <a:lnTo>
                  <a:pt x="0" y="247650"/>
                </a:lnTo>
                <a:lnTo>
                  <a:pt x="538925" y="0"/>
                </a:lnTo>
                <a:close/>
              </a:path>
            </a:pathLst>
          </a:custGeom>
          <a:solidFill>
            <a:schemeClr val="bg1">
              <a:lumMod val="95000"/>
              <a:alpha val="59000"/>
            </a:schemeClr>
          </a:solidFill>
          <a:ln w="6350" cap="flat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prstDash val="solid"/>
            <a:miter/>
          </a:ln>
        </p:spPr>
        <p:txBody>
          <a:bodyPr rtlCol="0" anchor="ctr"/>
          <a:lstStyle/>
          <a:p>
            <a:endParaRPr 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4" name="任意多边形: 形状 109"/>
          <p:cNvSpPr/>
          <p:nvPr/>
        </p:nvSpPr>
        <p:spPr>
          <a:xfrm>
            <a:off x="6931025" y="2234247"/>
            <a:ext cx="1071498" cy="1174064"/>
          </a:xfrm>
          <a:custGeom>
            <a:avLst/>
            <a:gdLst>
              <a:gd name="connsiteX0" fmla="*/ 0 w 1071498"/>
              <a:gd name="connsiteY0" fmla="*/ 246196 h 1174064"/>
              <a:gd name="connsiteX1" fmla="*/ 535750 w 1071498"/>
              <a:gd name="connsiteY1" fmla="*/ 0 h 1174064"/>
              <a:gd name="connsiteX2" fmla="*/ 1071499 w 1071498"/>
              <a:gd name="connsiteY2" fmla="*/ 246190 h 1174064"/>
              <a:gd name="connsiteX3" fmla="*/ 1071499 w 1071498"/>
              <a:gd name="connsiteY3" fmla="*/ 908939 h 1174064"/>
              <a:gd name="connsiteX4" fmla="*/ 535750 w 1071498"/>
              <a:gd name="connsiteY4" fmla="*/ 1174064 h 1174064"/>
              <a:gd name="connsiteX5" fmla="*/ 0 w 1071498"/>
              <a:gd name="connsiteY5" fmla="*/ 908939 h 1174064"/>
              <a:gd name="connsiteX6" fmla="*/ 0 w 1071498"/>
              <a:gd name="connsiteY6" fmla="*/ 246196 h 1174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71498" h="1174064">
                <a:moveTo>
                  <a:pt x="0" y="246196"/>
                </a:moveTo>
                <a:lnTo>
                  <a:pt x="535750" y="0"/>
                </a:lnTo>
                <a:lnTo>
                  <a:pt x="1071499" y="246190"/>
                </a:lnTo>
                <a:lnTo>
                  <a:pt x="1071499" y="908939"/>
                </a:lnTo>
                <a:lnTo>
                  <a:pt x="535750" y="1174064"/>
                </a:lnTo>
                <a:lnTo>
                  <a:pt x="0" y="908939"/>
                </a:lnTo>
                <a:lnTo>
                  <a:pt x="0" y="246196"/>
                </a:lnTo>
                <a:close/>
              </a:path>
            </a:pathLst>
          </a:custGeom>
          <a:noFill/>
          <a:ln w="6350" cap="flat">
            <a:solidFill>
              <a:srgbClr val="FFFFFF">
                <a:alpha val="22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5" name="任意多边形: 形状 110"/>
          <p:cNvSpPr/>
          <p:nvPr/>
        </p:nvSpPr>
        <p:spPr>
          <a:xfrm>
            <a:off x="7026338" y="2338705"/>
            <a:ext cx="880871" cy="965200"/>
          </a:xfrm>
          <a:custGeom>
            <a:avLst/>
            <a:gdLst>
              <a:gd name="connsiteX0" fmla="*/ 440436 w 880871"/>
              <a:gd name="connsiteY0" fmla="*/ 0 h 965200"/>
              <a:gd name="connsiteX1" fmla="*/ 880872 w 880871"/>
              <a:gd name="connsiteY1" fmla="*/ 202381 h 965200"/>
              <a:gd name="connsiteX2" fmla="*/ 880872 w 880871"/>
              <a:gd name="connsiteY2" fmla="*/ 747249 h 965200"/>
              <a:gd name="connsiteX3" fmla="*/ 440436 w 880871"/>
              <a:gd name="connsiteY3" fmla="*/ 965200 h 965200"/>
              <a:gd name="connsiteX4" fmla="*/ 0 w 880871"/>
              <a:gd name="connsiteY4" fmla="*/ 747249 h 965200"/>
              <a:gd name="connsiteX5" fmla="*/ 0 w 880871"/>
              <a:gd name="connsiteY5" fmla="*/ 202381 h 965200"/>
              <a:gd name="connsiteX6" fmla="*/ 440436 w 880871"/>
              <a:gd name="connsiteY6" fmla="*/ 0 h 96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80871" h="965200">
                <a:moveTo>
                  <a:pt x="440436" y="0"/>
                </a:moveTo>
                <a:lnTo>
                  <a:pt x="880872" y="202381"/>
                </a:lnTo>
                <a:lnTo>
                  <a:pt x="880872" y="747249"/>
                </a:lnTo>
                <a:lnTo>
                  <a:pt x="440436" y="965200"/>
                </a:lnTo>
                <a:lnTo>
                  <a:pt x="0" y="747249"/>
                </a:lnTo>
                <a:lnTo>
                  <a:pt x="0" y="202381"/>
                </a:lnTo>
                <a:lnTo>
                  <a:pt x="440436" y="0"/>
                </a:lnTo>
                <a:close/>
              </a:path>
            </a:pathLst>
          </a:custGeom>
          <a:gradFill>
            <a:gsLst>
              <a:gs pos="100000">
                <a:schemeClr val="accent1">
                  <a:lumMod val="60000"/>
                  <a:lumOff val="40000"/>
                </a:schemeClr>
              </a:gs>
              <a:gs pos="15000">
                <a:schemeClr val="accent1"/>
              </a:gs>
            </a:gsLst>
            <a:lin ang="10800000" scaled="0"/>
          </a:gradFill>
          <a:ln w="635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l">
              <a:buClrTx/>
              <a:buSzTx/>
              <a:buFontTx/>
            </a:pPr>
            <a:endParaRPr 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26" name="任意多边形: 形状 111"/>
          <p:cNvSpPr/>
          <p:nvPr/>
        </p:nvSpPr>
        <p:spPr>
          <a:xfrm>
            <a:off x="7340600" y="2567305"/>
            <a:ext cx="254000" cy="254000"/>
          </a:xfrm>
          <a:custGeom>
            <a:avLst/>
            <a:gdLst>
              <a:gd name="connsiteX0" fmla="*/ 228600 w 254000"/>
              <a:gd name="connsiteY0" fmla="*/ 177800 h 254000"/>
              <a:gd name="connsiteX1" fmla="*/ 254000 w 254000"/>
              <a:gd name="connsiteY1" fmla="*/ 177800 h 254000"/>
              <a:gd name="connsiteX2" fmla="*/ 254000 w 254000"/>
              <a:gd name="connsiteY2" fmla="*/ 254000 h 254000"/>
              <a:gd name="connsiteX3" fmla="*/ 177800 w 254000"/>
              <a:gd name="connsiteY3" fmla="*/ 254000 h 254000"/>
              <a:gd name="connsiteX4" fmla="*/ 177800 w 254000"/>
              <a:gd name="connsiteY4" fmla="*/ 228600 h 254000"/>
              <a:gd name="connsiteX5" fmla="*/ 76200 w 254000"/>
              <a:gd name="connsiteY5" fmla="*/ 228600 h 254000"/>
              <a:gd name="connsiteX6" fmla="*/ 76200 w 254000"/>
              <a:gd name="connsiteY6" fmla="*/ 254000 h 254000"/>
              <a:gd name="connsiteX7" fmla="*/ 0 w 254000"/>
              <a:gd name="connsiteY7" fmla="*/ 254000 h 254000"/>
              <a:gd name="connsiteX8" fmla="*/ 0 w 254000"/>
              <a:gd name="connsiteY8" fmla="*/ 177800 h 254000"/>
              <a:gd name="connsiteX9" fmla="*/ 25400 w 254000"/>
              <a:gd name="connsiteY9" fmla="*/ 177800 h 254000"/>
              <a:gd name="connsiteX10" fmla="*/ 25400 w 254000"/>
              <a:gd name="connsiteY10" fmla="*/ 76200 h 254000"/>
              <a:gd name="connsiteX11" fmla="*/ 0 w 254000"/>
              <a:gd name="connsiteY11" fmla="*/ 76200 h 254000"/>
              <a:gd name="connsiteX12" fmla="*/ 0 w 254000"/>
              <a:gd name="connsiteY12" fmla="*/ 0 h 254000"/>
              <a:gd name="connsiteX13" fmla="*/ 76200 w 254000"/>
              <a:gd name="connsiteY13" fmla="*/ 0 h 254000"/>
              <a:gd name="connsiteX14" fmla="*/ 76200 w 254000"/>
              <a:gd name="connsiteY14" fmla="*/ 25400 h 254000"/>
              <a:gd name="connsiteX15" fmla="*/ 177800 w 254000"/>
              <a:gd name="connsiteY15" fmla="*/ 25400 h 254000"/>
              <a:gd name="connsiteX16" fmla="*/ 177800 w 254000"/>
              <a:gd name="connsiteY16" fmla="*/ 0 h 254000"/>
              <a:gd name="connsiteX17" fmla="*/ 254000 w 254000"/>
              <a:gd name="connsiteY17" fmla="*/ 0 h 254000"/>
              <a:gd name="connsiteX18" fmla="*/ 254000 w 254000"/>
              <a:gd name="connsiteY18" fmla="*/ 76200 h 254000"/>
              <a:gd name="connsiteX19" fmla="*/ 228600 w 254000"/>
              <a:gd name="connsiteY19" fmla="*/ 76200 h 254000"/>
              <a:gd name="connsiteX20" fmla="*/ 228600 w 254000"/>
              <a:gd name="connsiteY20" fmla="*/ 177800 h 254000"/>
              <a:gd name="connsiteX21" fmla="*/ 203200 w 254000"/>
              <a:gd name="connsiteY21" fmla="*/ 177800 h 254000"/>
              <a:gd name="connsiteX22" fmla="*/ 203200 w 254000"/>
              <a:gd name="connsiteY22" fmla="*/ 76200 h 254000"/>
              <a:gd name="connsiteX23" fmla="*/ 177800 w 254000"/>
              <a:gd name="connsiteY23" fmla="*/ 76200 h 254000"/>
              <a:gd name="connsiteX24" fmla="*/ 177800 w 254000"/>
              <a:gd name="connsiteY24" fmla="*/ 50800 h 254000"/>
              <a:gd name="connsiteX25" fmla="*/ 76200 w 254000"/>
              <a:gd name="connsiteY25" fmla="*/ 50800 h 254000"/>
              <a:gd name="connsiteX26" fmla="*/ 76200 w 254000"/>
              <a:gd name="connsiteY26" fmla="*/ 76200 h 254000"/>
              <a:gd name="connsiteX27" fmla="*/ 50800 w 254000"/>
              <a:gd name="connsiteY27" fmla="*/ 76200 h 254000"/>
              <a:gd name="connsiteX28" fmla="*/ 50800 w 254000"/>
              <a:gd name="connsiteY28" fmla="*/ 177800 h 254000"/>
              <a:gd name="connsiteX29" fmla="*/ 76200 w 254000"/>
              <a:gd name="connsiteY29" fmla="*/ 177800 h 254000"/>
              <a:gd name="connsiteX30" fmla="*/ 76200 w 254000"/>
              <a:gd name="connsiteY30" fmla="*/ 203200 h 254000"/>
              <a:gd name="connsiteX31" fmla="*/ 177800 w 254000"/>
              <a:gd name="connsiteY31" fmla="*/ 203200 h 254000"/>
              <a:gd name="connsiteX32" fmla="*/ 177800 w 254000"/>
              <a:gd name="connsiteY32" fmla="*/ 177800 h 254000"/>
              <a:gd name="connsiteX33" fmla="*/ 203200 w 254000"/>
              <a:gd name="connsiteY33" fmla="*/ 177800 h 254000"/>
              <a:gd name="connsiteX34" fmla="*/ 25400 w 254000"/>
              <a:gd name="connsiteY34" fmla="*/ 25400 h 254000"/>
              <a:gd name="connsiteX35" fmla="*/ 25400 w 254000"/>
              <a:gd name="connsiteY35" fmla="*/ 50800 h 254000"/>
              <a:gd name="connsiteX36" fmla="*/ 50800 w 254000"/>
              <a:gd name="connsiteY36" fmla="*/ 50800 h 254000"/>
              <a:gd name="connsiteX37" fmla="*/ 50800 w 254000"/>
              <a:gd name="connsiteY37" fmla="*/ 25400 h 254000"/>
              <a:gd name="connsiteX38" fmla="*/ 25400 w 254000"/>
              <a:gd name="connsiteY38" fmla="*/ 25400 h 254000"/>
              <a:gd name="connsiteX39" fmla="*/ 25400 w 254000"/>
              <a:gd name="connsiteY39" fmla="*/ 203200 h 254000"/>
              <a:gd name="connsiteX40" fmla="*/ 25400 w 254000"/>
              <a:gd name="connsiteY40" fmla="*/ 228600 h 254000"/>
              <a:gd name="connsiteX41" fmla="*/ 50800 w 254000"/>
              <a:gd name="connsiteY41" fmla="*/ 228600 h 254000"/>
              <a:gd name="connsiteX42" fmla="*/ 50800 w 254000"/>
              <a:gd name="connsiteY42" fmla="*/ 203200 h 254000"/>
              <a:gd name="connsiteX43" fmla="*/ 25400 w 254000"/>
              <a:gd name="connsiteY43" fmla="*/ 203200 h 254000"/>
              <a:gd name="connsiteX44" fmla="*/ 203200 w 254000"/>
              <a:gd name="connsiteY44" fmla="*/ 25400 h 254000"/>
              <a:gd name="connsiteX45" fmla="*/ 203200 w 254000"/>
              <a:gd name="connsiteY45" fmla="*/ 50800 h 254000"/>
              <a:gd name="connsiteX46" fmla="*/ 228600 w 254000"/>
              <a:gd name="connsiteY46" fmla="*/ 50800 h 254000"/>
              <a:gd name="connsiteX47" fmla="*/ 228600 w 254000"/>
              <a:gd name="connsiteY47" fmla="*/ 25400 h 254000"/>
              <a:gd name="connsiteX48" fmla="*/ 203200 w 254000"/>
              <a:gd name="connsiteY48" fmla="*/ 25400 h 254000"/>
              <a:gd name="connsiteX49" fmla="*/ 203200 w 254000"/>
              <a:gd name="connsiteY49" fmla="*/ 203200 h 254000"/>
              <a:gd name="connsiteX50" fmla="*/ 203200 w 254000"/>
              <a:gd name="connsiteY50" fmla="*/ 228600 h 254000"/>
              <a:gd name="connsiteX51" fmla="*/ 228600 w 254000"/>
              <a:gd name="connsiteY51" fmla="*/ 228600 h 254000"/>
              <a:gd name="connsiteX52" fmla="*/ 228600 w 254000"/>
              <a:gd name="connsiteY52" fmla="*/ 203200 h 254000"/>
              <a:gd name="connsiteX53" fmla="*/ 203200 w 254000"/>
              <a:gd name="connsiteY53" fmla="*/ 203200 h 25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254000" h="254000">
                <a:moveTo>
                  <a:pt x="228600" y="177800"/>
                </a:moveTo>
                <a:lnTo>
                  <a:pt x="254000" y="177800"/>
                </a:lnTo>
                <a:lnTo>
                  <a:pt x="254000" y="254000"/>
                </a:lnTo>
                <a:lnTo>
                  <a:pt x="177800" y="254000"/>
                </a:lnTo>
                <a:lnTo>
                  <a:pt x="177800" y="228600"/>
                </a:lnTo>
                <a:lnTo>
                  <a:pt x="76200" y="228600"/>
                </a:lnTo>
                <a:lnTo>
                  <a:pt x="76200" y="254000"/>
                </a:lnTo>
                <a:lnTo>
                  <a:pt x="0" y="254000"/>
                </a:lnTo>
                <a:lnTo>
                  <a:pt x="0" y="177800"/>
                </a:lnTo>
                <a:lnTo>
                  <a:pt x="25400" y="177800"/>
                </a:lnTo>
                <a:lnTo>
                  <a:pt x="25400" y="76200"/>
                </a:lnTo>
                <a:lnTo>
                  <a:pt x="0" y="76200"/>
                </a:lnTo>
                <a:lnTo>
                  <a:pt x="0" y="0"/>
                </a:lnTo>
                <a:lnTo>
                  <a:pt x="76200" y="0"/>
                </a:lnTo>
                <a:lnTo>
                  <a:pt x="76200" y="25400"/>
                </a:lnTo>
                <a:lnTo>
                  <a:pt x="177800" y="25400"/>
                </a:lnTo>
                <a:lnTo>
                  <a:pt x="177800" y="0"/>
                </a:lnTo>
                <a:lnTo>
                  <a:pt x="254000" y="0"/>
                </a:lnTo>
                <a:lnTo>
                  <a:pt x="254000" y="76200"/>
                </a:lnTo>
                <a:lnTo>
                  <a:pt x="228600" y="76200"/>
                </a:lnTo>
                <a:lnTo>
                  <a:pt x="228600" y="177800"/>
                </a:lnTo>
                <a:close/>
                <a:moveTo>
                  <a:pt x="203200" y="177800"/>
                </a:moveTo>
                <a:lnTo>
                  <a:pt x="203200" y="76200"/>
                </a:lnTo>
                <a:lnTo>
                  <a:pt x="177800" y="76200"/>
                </a:lnTo>
                <a:lnTo>
                  <a:pt x="177800" y="50800"/>
                </a:lnTo>
                <a:lnTo>
                  <a:pt x="76200" y="50800"/>
                </a:lnTo>
                <a:lnTo>
                  <a:pt x="76200" y="76200"/>
                </a:lnTo>
                <a:lnTo>
                  <a:pt x="50800" y="76200"/>
                </a:lnTo>
                <a:lnTo>
                  <a:pt x="50800" y="177800"/>
                </a:lnTo>
                <a:lnTo>
                  <a:pt x="76200" y="177800"/>
                </a:lnTo>
                <a:lnTo>
                  <a:pt x="76200" y="203200"/>
                </a:lnTo>
                <a:lnTo>
                  <a:pt x="177800" y="203200"/>
                </a:lnTo>
                <a:lnTo>
                  <a:pt x="177800" y="177800"/>
                </a:lnTo>
                <a:lnTo>
                  <a:pt x="203200" y="177800"/>
                </a:lnTo>
                <a:close/>
                <a:moveTo>
                  <a:pt x="25400" y="25400"/>
                </a:moveTo>
                <a:lnTo>
                  <a:pt x="25400" y="50800"/>
                </a:lnTo>
                <a:lnTo>
                  <a:pt x="50800" y="50800"/>
                </a:lnTo>
                <a:lnTo>
                  <a:pt x="50800" y="25400"/>
                </a:lnTo>
                <a:lnTo>
                  <a:pt x="25400" y="25400"/>
                </a:lnTo>
                <a:close/>
                <a:moveTo>
                  <a:pt x="25400" y="203200"/>
                </a:moveTo>
                <a:lnTo>
                  <a:pt x="25400" y="228600"/>
                </a:lnTo>
                <a:lnTo>
                  <a:pt x="50800" y="228600"/>
                </a:lnTo>
                <a:lnTo>
                  <a:pt x="50800" y="203200"/>
                </a:lnTo>
                <a:lnTo>
                  <a:pt x="25400" y="203200"/>
                </a:lnTo>
                <a:close/>
                <a:moveTo>
                  <a:pt x="203200" y="25400"/>
                </a:moveTo>
                <a:lnTo>
                  <a:pt x="203200" y="50800"/>
                </a:lnTo>
                <a:lnTo>
                  <a:pt x="228600" y="50800"/>
                </a:lnTo>
                <a:lnTo>
                  <a:pt x="228600" y="25400"/>
                </a:lnTo>
                <a:lnTo>
                  <a:pt x="203200" y="25400"/>
                </a:lnTo>
                <a:close/>
                <a:moveTo>
                  <a:pt x="203200" y="203200"/>
                </a:moveTo>
                <a:lnTo>
                  <a:pt x="203200" y="228600"/>
                </a:lnTo>
                <a:lnTo>
                  <a:pt x="228600" y="228600"/>
                </a:lnTo>
                <a:lnTo>
                  <a:pt x="228600" y="203200"/>
                </a:lnTo>
                <a:lnTo>
                  <a:pt x="203200" y="203200"/>
                </a:lnTo>
                <a:close/>
              </a:path>
            </a:pathLst>
          </a:custGeom>
          <a:solidFill>
            <a:srgbClr val="FFFFFF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7" name="任意多边形: 形状 112"/>
          <p:cNvSpPr/>
          <p:nvPr/>
        </p:nvSpPr>
        <p:spPr>
          <a:xfrm>
            <a:off x="5518150" y="1951355"/>
            <a:ext cx="1077848" cy="1181100"/>
          </a:xfrm>
          <a:custGeom>
            <a:avLst/>
            <a:gdLst>
              <a:gd name="connsiteX0" fmla="*/ 538925 w 1077848"/>
              <a:gd name="connsiteY0" fmla="*/ 0 h 1181100"/>
              <a:gd name="connsiteX1" fmla="*/ 1077849 w 1077848"/>
              <a:gd name="connsiteY1" fmla="*/ 247650 h 1181100"/>
              <a:gd name="connsiteX2" fmla="*/ 1077849 w 1077848"/>
              <a:gd name="connsiteY2" fmla="*/ 914400 h 1181100"/>
              <a:gd name="connsiteX3" fmla="*/ 538925 w 1077848"/>
              <a:gd name="connsiteY3" fmla="*/ 1181100 h 1181100"/>
              <a:gd name="connsiteX4" fmla="*/ 0 w 1077848"/>
              <a:gd name="connsiteY4" fmla="*/ 914400 h 1181100"/>
              <a:gd name="connsiteX5" fmla="*/ 0 w 1077848"/>
              <a:gd name="connsiteY5" fmla="*/ 247650 h 1181100"/>
              <a:gd name="connsiteX6" fmla="*/ 538925 w 1077848"/>
              <a:gd name="connsiteY6" fmla="*/ 0 h 1181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77848" h="1181100">
                <a:moveTo>
                  <a:pt x="538925" y="0"/>
                </a:moveTo>
                <a:lnTo>
                  <a:pt x="1077849" y="247650"/>
                </a:lnTo>
                <a:lnTo>
                  <a:pt x="1077849" y="914400"/>
                </a:lnTo>
                <a:lnTo>
                  <a:pt x="538925" y="1181100"/>
                </a:lnTo>
                <a:lnTo>
                  <a:pt x="0" y="914400"/>
                </a:lnTo>
                <a:lnTo>
                  <a:pt x="0" y="247650"/>
                </a:lnTo>
                <a:lnTo>
                  <a:pt x="538925" y="0"/>
                </a:lnTo>
                <a:close/>
              </a:path>
            </a:pathLst>
          </a:custGeom>
          <a:solidFill>
            <a:srgbClr val="FC9C54">
              <a:alpha val="11000"/>
            </a:srgbClr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8" name="任意多边形: 形状 113"/>
          <p:cNvSpPr/>
          <p:nvPr/>
        </p:nvSpPr>
        <p:spPr>
          <a:xfrm>
            <a:off x="5521325" y="1954847"/>
            <a:ext cx="1071498" cy="1174064"/>
          </a:xfrm>
          <a:custGeom>
            <a:avLst/>
            <a:gdLst>
              <a:gd name="connsiteX0" fmla="*/ 0 w 1071498"/>
              <a:gd name="connsiteY0" fmla="*/ 246196 h 1174064"/>
              <a:gd name="connsiteX1" fmla="*/ 535750 w 1071498"/>
              <a:gd name="connsiteY1" fmla="*/ 0 h 1174064"/>
              <a:gd name="connsiteX2" fmla="*/ 1071499 w 1071498"/>
              <a:gd name="connsiteY2" fmla="*/ 246190 h 1174064"/>
              <a:gd name="connsiteX3" fmla="*/ 1071499 w 1071498"/>
              <a:gd name="connsiteY3" fmla="*/ 908939 h 1174064"/>
              <a:gd name="connsiteX4" fmla="*/ 535750 w 1071498"/>
              <a:gd name="connsiteY4" fmla="*/ 1174064 h 1174064"/>
              <a:gd name="connsiteX5" fmla="*/ 0 w 1071498"/>
              <a:gd name="connsiteY5" fmla="*/ 908939 h 1174064"/>
              <a:gd name="connsiteX6" fmla="*/ 0 w 1071498"/>
              <a:gd name="connsiteY6" fmla="*/ 246196 h 1174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71498" h="1174064">
                <a:moveTo>
                  <a:pt x="0" y="246196"/>
                </a:moveTo>
                <a:lnTo>
                  <a:pt x="535750" y="0"/>
                </a:lnTo>
                <a:lnTo>
                  <a:pt x="1071499" y="246190"/>
                </a:lnTo>
                <a:lnTo>
                  <a:pt x="1071499" y="908939"/>
                </a:lnTo>
                <a:lnTo>
                  <a:pt x="535750" y="1174064"/>
                </a:lnTo>
                <a:lnTo>
                  <a:pt x="0" y="908939"/>
                </a:lnTo>
                <a:lnTo>
                  <a:pt x="0" y="246196"/>
                </a:lnTo>
                <a:close/>
              </a:path>
            </a:pathLst>
          </a:custGeom>
          <a:solidFill>
            <a:schemeClr val="bg1">
              <a:lumMod val="95000"/>
              <a:alpha val="59000"/>
            </a:schemeClr>
          </a:solidFill>
          <a:ln w="6350" cap="flat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prstDash val="solid"/>
            <a:miter/>
          </a:ln>
        </p:spPr>
        <p:txBody>
          <a:bodyPr rtlCol="0" anchor="ctr"/>
          <a:lstStyle/>
          <a:p>
            <a:endParaRPr 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9" name="任意多边形: 形状 114"/>
          <p:cNvSpPr/>
          <p:nvPr/>
        </p:nvSpPr>
        <p:spPr>
          <a:xfrm>
            <a:off x="5616663" y="2059305"/>
            <a:ext cx="880846" cy="965200"/>
          </a:xfrm>
          <a:custGeom>
            <a:avLst/>
            <a:gdLst>
              <a:gd name="connsiteX0" fmla="*/ 440411 w 880846"/>
              <a:gd name="connsiteY0" fmla="*/ 0 h 965200"/>
              <a:gd name="connsiteX1" fmla="*/ 880847 w 880846"/>
              <a:gd name="connsiteY1" fmla="*/ 202381 h 965200"/>
              <a:gd name="connsiteX2" fmla="*/ 880847 w 880846"/>
              <a:gd name="connsiteY2" fmla="*/ 747249 h 965200"/>
              <a:gd name="connsiteX3" fmla="*/ 440411 w 880846"/>
              <a:gd name="connsiteY3" fmla="*/ 965200 h 965200"/>
              <a:gd name="connsiteX4" fmla="*/ 0 w 880846"/>
              <a:gd name="connsiteY4" fmla="*/ 747249 h 965200"/>
              <a:gd name="connsiteX5" fmla="*/ 0 w 880846"/>
              <a:gd name="connsiteY5" fmla="*/ 202381 h 965200"/>
              <a:gd name="connsiteX6" fmla="*/ 440411 w 880846"/>
              <a:gd name="connsiteY6" fmla="*/ 0 h 96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80846" h="965200">
                <a:moveTo>
                  <a:pt x="440411" y="0"/>
                </a:moveTo>
                <a:lnTo>
                  <a:pt x="880847" y="202381"/>
                </a:lnTo>
                <a:lnTo>
                  <a:pt x="880847" y="747249"/>
                </a:lnTo>
                <a:lnTo>
                  <a:pt x="440411" y="965200"/>
                </a:lnTo>
                <a:lnTo>
                  <a:pt x="0" y="747249"/>
                </a:lnTo>
                <a:lnTo>
                  <a:pt x="0" y="202381"/>
                </a:lnTo>
                <a:lnTo>
                  <a:pt x="440411" y="0"/>
                </a:lnTo>
                <a:close/>
              </a:path>
            </a:pathLst>
          </a:custGeom>
          <a:gradFill>
            <a:gsLst>
              <a:gs pos="100000">
                <a:schemeClr val="accent1">
                  <a:lumMod val="60000"/>
                  <a:lumOff val="40000"/>
                </a:schemeClr>
              </a:gs>
              <a:gs pos="15000">
                <a:schemeClr val="accent1"/>
              </a:gs>
            </a:gsLst>
            <a:lin ang="10800000" scaled="0"/>
          </a:gradFill>
          <a:ln w="635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l">
              <a:buClrTx/>
              <a:buSzTx/>
              <a:buFontTx/>
            </a:pPr>
            <a:endParaRPr 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30" name="任意多边形: 形状 115"/>
          <p:cNvSpPr/>
          <p:nvPr/>
        </p:nvSpPr>
        <p:spPr>
          <a:xfrm>
            <a:off x="5930900" y="2300605"/>
            <a:ext cx="254000" cy="254000"/>
          </a:xfrm>
          <a:custGeom>
            <a:avLst/>
            <a:gdLst>
              <a:gd name="connsiteX0" fmla="*/ 88900 w 254000"/>
              <a:gd name="connsiteY0" fmla="*/ 25400 h 254000"/>
              <a:gd name="connsiteX1" fmla="*/ 88900 w 254000"/>
              <a:gd name="connsiteY1" fmla="*/ 105067 h 254000"/>
              <a:gd name="connsiteX2" fmla="*/ 63500 w 254000"/>
              <a:gd name="connsiteY2" fmla="*/ 105067 h 254000"/>
              <a:gd name="connsiteX3" fmla="*/ 63500 w 254000"/>
              <a:gd name="connsiteY3" fmla="*/ 25400 h 254000"/>
              <a:gd name="connsiteX4" fmla="*/ 38100 w 254000"/>
              <a:gd name="connsiteY4" fmla="*/ 25400 h 254000"/>
              <a:gd name="connsiteX5" fmla="*/ 38100 w 254000"/>
              <a:gd name="connsiteY5" fmla="*/ 139700 h 254000"/>
              <a:gd name="connsiteX6" fmla="*/ 215900 w 254000"/>
              <a:gd name="connsiteY6" fmla="*/ 139700 h 254000"/>
              <a:gd name="connsiteX7" fmla="*/ 215900 w 254000"/>
              <a:gd name="connsiteY7" fmla="*/ 25400 h 254000"/>
              <a:gd name="connsiteX8" fmla="*/ 88900 w 254000"/>
              <a:gd name="connsiteY8" fmla="*/ 25400 h 254000"/>
              <a:gd name="connsiteX9" fmla="*/ 228600 w 254000"/>
              <a:gd name="connsiteY9" fmla="*/ 165100 h 254000"/>
              <a:gd name="connsiteX10" fmla="*/ 25400 w 254000"/>
              <a:gd name="connsiteY10" fmla="*/ 165100 h 254000"/>
              <a:gd name="connsiteX11" fmla="*/ 25400 w 254000"/>
              <a:gd name="connsiteY11" fmla="*/ 190500 h 254000"/>
              <a:gd name="connsiteX12" fmla="*/ 228600 w 254000"/>
              <a:gd name="connsiteY12" fmla="*/ 190500 h 254000"/>
              <a:gd name="connsiteX13" fmla="*/ 228600 w 254000"/>
              <a:gd name="connsiteY13" fmla="*/ 165100 h 254000"/>
              <a:gd name="connsiteX14" fmla="*/ 12700 w 254000"/>
              <a:gd name="connsiteY14" fmla="*/ 139700 h 254000"/>
              <a:gd name="connsiteX15" fmla="*/ 12700 w 254000"/>
              <a:gd name="connsiteY15" fmla="*/ 12700 h 254000"/>
              <a:gd name="connsiteX16" fmla="*/ 16421 w 254000"/>
              <a:gd name="connsiteY16" fmla="*/ 3721 h 254000"/>
              <a:gd name="connsiteX17" fmla="*/ 25400 w 254000"/>
              <a:gd name="connsiteY17" fmla="*/ 0 h 254000"/>
              <a:gd name="connsiteX18" fmla="*/ 228600 w 254000"/>
              <a:gd name="connsiteY18" fmla="*/ 0 h 254000"/>
              <a:gd name="connsiteX19" fmla="*/ 237579 w 254000"/>
              <a:gd name="connsiteY19" fmla="*/ 3721 h 254000"/>
              <a:gd name="connsiteX20" fmla="*/ 241300 w 254000"/>
              <a:gd name="connsiteY20" fmla="*/ 12700 h 254000"/>
              <a:gd name="connsiteX21" fmla="*/ 241300 w 254000"/>
              <a:gd name="connsiteY21" fmla="*/ 139700 h 254000"/>
              <a:gd name="connsiteX22" fmla="*/ 254000 w 254000"/>
              <a:gd name="connsiteY22" fmla="*/ 139700 h 254000"/>
              <a:gd name="connsiteX23" fmla="*/ 254000 w 254000"/>
              <a:gd name="connsiteY23" fmla="*/ 203200 h 254000"/>
              <a:gd name="connsiteX24" fmla="*/ 250279 w 254000"/>
              <a:gd name="connsiteY24" fmla="*/ 212179 h 254000"/>
              <a:gd name="connsiteX25" fmla="*/ 241300 w 254000"/>
              <a:gd name="connsiteY25" fmla="*/ 215900 h 254000"/>
              <a:gd name="connsiteX26" fmla="*/ 139700 w 254000"/>
              <a:gd name="connsiteY26" fmla="*/ 215900 h 254000"/>
              <a:gd name="connsiteX27" fmla="*/ 139700 w 254000"/>
              <a:gd name="connsiteY27" fmla="*/ 254000 h 254000"/>
              <a:gd name="connsiteX28" fmla="*/ 114300 w 254000"/>
              <a:gd name="connsiteY28" fmla="*/ 254000 h 254000"/>
              <a:gd name="connsiteX29" fmla="*/ 114300 w 254000"/>
              <a:gd name="connsiteY29" fmla="*/ 215900 h 254000"/>
              <a:gd name="connsiteX30" fmla="*/ 12700 w 254000"/>
              <a:gd name="connsiteY30" fmla="*/ 215900 h 254000"/>
              <a:gd name="connsiteX31" fmla="*/ 3721 w 254000"/>
              <a:gd name="connsiteY31" fmla="*/ 212179 h 254000"/>
              <a:gd name="connsiteX32" fmla="*/ 0 w 254000"/>
              <a:gd name="connsiteY32" fmla="*/ 203200 h 254000"/>
              <a:gd name="connsiteX33" fmla="*/ 0 w 254000"/>
              <a:gd name="connsiteY33" fmla="*/ 139700 h 254000"/>
              <a:gd name="connsiteX34" fmla="*/ 12700 w 254000"/>
              <a:gd name="connsiteY34" fmla="*/ 139700 h 25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254000" h="254000">
                <a:moveTo>
                  <a:pt x="88900" y="25400"/>
                </a:moveTo>
                <a:lnTo>
                  <a:pt x="88900" y="105067"/>
                </a:lnTo>
                <a:lnTo>
                  <a:pt x="63500" y="105067"/>
                </a:lnTo>
                <a:lnTo>
                  <a:pt x="63500" y="25400"/>
                </a:lnTo>
                <a:lnTo>
                  <a:pt x="38100" y="25400"/>
                </a:lnTo>
                <a:lnTo>
                  <a:pt x="38100" y="139700"/>
                </a:lnTo>
                <a:lnTo>
                  <a:pt x="215900" y="139700"/>
                </a:lnTo>
                <a:lnTo>
                  <a:pt x="215900" y="25400"/>
                </a:lnTo>
                <a:lnTo>
                  <a:pt x="88900" y="25400"/>
                </a:lnTo>
                <a:close/>
                <a:moveTo>
                  <a:pt x="228600" y="165100"/>
                </a:moveTo>
                <a:lnTo>
                  <a:pt x="25400" y="165100"/>
                </a:lnTo>
                <a:lnTo>
                  <a:pt x="25400" y="190500"/>
                </a:lnTo>
                <a:lnTo>
                  <a:pt x="228600" y="190500"/>
                </a:lnTo>
                <a:lnTo>
                  <a:pt x="228600" y="165100"/>
                </a:lnTo>
                <a:close/>
                <a:moveTo>
                  <a:pt x="12700" y="139700"/>
                </a:moveTo>
                <a:lnTo>
                  <a:pt x="12700" y="12700"/>
                </a:lnTo>
                <a:cubicBezTo>
                  <a:pt x="12700" y="9335"/>
                  <a:pt x="14040" y="6102"/>
                  <a:pt x="16421" y="3721"/>
                </a:cubicBezTo>
                <a:cubicBezTo>
                  <a:pt x="18802" y="1340"/>
                  <a:pt x="22034" y="0"/>
                  <a:pt x="25400" y="0"/>
                </a:cubicBezTo>
                <a:lnTo>
                  <a:pt x="228600" y="0"/>
                </a:lnTo>
                <a:cubicBezTo>
                  <a:pt x="231966" y="0"/>
                  <a:pt x="235198" y="1340"/>
                  <a:pt x="237579" y="3721"/>
                </a:cubicBezTo>
                <a:cubicBezTo>
                  <a:pt x="239960" y="6102"/>
                  <a:pt x="241300" y="9335"/>
                  <a:pt x="241300" y="12700"/>
                </a:cubicBezTo>
                <a:lnTo>
                  <a:pt x="241300" y="139700"/>
                </a:lnTo>
                <a:lnTo>
                  <a:pt x="254000" y="139700"/>
                </a:lnTo>
                <a:lnTo>
                  <a:pt x="254000" y="203200"/>
                </a:lnTo>
                <a:cubicBezTo>
                  <a:pt x="254000" y="206566"/>
                  <a:pt x="252660" y="209798"/>
                  <a:pt x="250279" y="212179"/>
                </a:cubicBezTo>
                <a:cubicBezTo>
                  <a:pt x="247898" y="214560"/>
                  <a:pt x="244666" y="215900"/>
                  <a:pt x="241300" y="215900"/>
                </a:cubicBezTo>
                <a:lnTo>
                  <a:pt x="139700" y="215900"/>
                </a:lnTo>
                <a:lnTo>
                  <a:pt x="139700" y="254000"/>
                </a:lnTo>
                <a:lnTo>
                  <a:pt x="114300" y="254000"/>
                </a:lnTo>
                <a:lnTo>
                  <a:pt x="114300" y="215900"/>
                </a:lnTo>
                <a:lnTo>
                  <a:pt x="12700" y="215900"/>
                </a:lnTo>
                <a:cubicBezTo>
                  <a:pt x="9334" y="215900"/>
                  <a:pt x="6102" y="214560"/>
                  <a:pt x="3721" y="212179"/>
                </a:cubicBezTo>
                <a:cubicBezTo>
                  <a:pt x="1340" y="209798"/>
                  <a:pt x="0" y="206566"/>
                  <a:pt x="0" y="203200"/>
                </a:cubicBezTo>
                <a:lnTo>
                  <a:pt x="0" y="139700"/>
                </a:lnTo>
                <a:lnTo>
                  <a:pt x="12700" y="139700"/>
                </a:lnTo>
                <a:close/>
              </a:path>
            </a:pathLst>
          </a:custGeom>
          <a:solidFill>
            <a:srgbClr val="FFFFFF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1" name="矩形: 圆角 121"/>
          <p:cNvSpPr/>
          <p:nvPr/>
        </p:nvSpPr>
        <p:spPr>
          <a:xfrm>
            <a:off x="3984625" y="4640580"/>
            <a:ext cx="831850" cy="393700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  <a:alpha val="4000"/>
            </a:schemeClr>
          </a:solidFill>
          <a:ln w="6350" cap="flat">
            <a:solidFill>
              <a:schemeClr val="accent1">
                <a:lumMod val="60000"/>
                <a:lumOff val="40000"/>
              </a:schemeClr>
            </a:solidFill>
            <a:custDash>
              <a:ds d="300000" sp="300000"/>
            </a:custDash>
            <a:miter/>
          </a:ln>
        </p:spPr>
        <p:txBody>
          <a:bodyPr rtlCol="0" anchor="ctr"/>
          <a:lstStyle/>
          <a:p>
            <a:endParaRPr 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2" name="矩形: 圆角 122"/>
          <p:cNvSpPr/>
          <p:nvPr/>
        </p:nvSpPr>
        <p:spPr>
          <a:xfrm>
            <a:off x="4664075" y="4177030"/>
            <a:ext cx="831850" cy="393700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  <a:alpha val="4000"/>
            </a:schemeClr>
          </a:solidFill>
          <a:ln w="6350" cap="flat">
            <a:solidFill>
              <a:schemeClr val="accent1">
                <a:lumMod val="60000"/>
                <a:lumOff val="40000"/>
              </a:schemeClr>
            </a:solidFill>
            <a:custDash>
              <a:ds d="300000" sp="300000"/>
            </a:custDash>
            <a:miter/>
          </a:ln>
        </p:spPr>
        <p:txBody>
          <a:bodyPr rtlCol="0" anchor="ctr">
            <a:noAutofit/>
          </a:bodyPr>
          <a:lstStyle/>
          <a:p>
            <a:pPr lvl="0" algn="l">
              <a:buClrTx/>
              <a:buSzTx/>
              <a:buFontTx/>
            </a:pPr>
            <a:endParaRPr 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33" name="矩形: 圆角 123"/>
          <p:cNvSpPr/>
          <p:nvPr/>
        </p:nvSpPr>
        <p:spPr>
          <a:xfrm>
            <a:off x="5635625" y="4005580"/>
            <a:ext cx="831850" cy="393700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  <a:alpha val="4000"/>
            </a:schemeClr>
          </a:solidFill>
          <a:ln w="6350" cap="flat">
            <a:solidFill>
              <a:schemeClr val="accent1">
                <a:lumMod val="60000"/>
                <a:lumOff val="40000"/>
              </a:schemeClr>
            </a:solidFill>
            <a:custDash>
              <a:ds d="300000" sp="300000"/>
            </a:custDash>
            <a:miter/>
          </a:ln>
        </p:spPr>
        <p:txBody>
          <a:bodyPr rtlCol="0" anchor="ctr">
            <a:noAutofit/>
          </a:bodyPr>
          <a:lstStyle/>
          <a:p>
            <a:pPr lvl="0" algn="l">
              <a:buClrTx/>
              <a:buSzTx/>
              <a:buFontTx/>
            </a:pPr>
            <a:endParaRPr 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34" name="矩形: 圆角 124"/>
          <p:cNvSpPr/>
          <p:nvPr/>
        </p:nvSpPr>
        <p:spPr>
          <a:xfrm>
            <a:off x="6588125" y="4177030"/>
            <a:ext cx="831850" cy="393700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  <a:alpha val="4000"/>
            </a:schemeClr>
          </a:solidFill>
          <a:ln w="6350" cap="flat">
            <a:solidFill>
              <a:schemeClr val="accent1">
                <a:lumMod val="60000"/>
                <a:lumOff val="40000"/>
              </a:schemeClr>
            </a:solidFill>
            <a:custDash>
              <a:ds d="300000" sp="300000"/>
            </a:custDash>
            <a:miter/>
          </a:ln>
        </p:spPr>
        <p:txBody>
          <a:bodyPr rtlCol="0" anchor="ctr">
            <a:noAutofit/>
          </a:bodyPr>
          <a:lstStyle/>
          <a:p>
            <a:pPr lvl="0" algn="l">
              <a:buClrTx/>
              <a:buSzTx/>
              <a:buFontTx/>
            </a:pPr>
            <a:endParaRPr 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35" name="矩形: 圆角 125"/>
          <p:cNvSpPr/>
          <p:nvPr/>
        </p:nvSpPr>
        <p:spPr>
          <a:xfrm>
            <a:off x="7299325" y="4640580"/>
            <a:ext cx="831850" cy="393700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  <a:alpha val="4000"/>
            </a:schemeClr>
          </a:solidFill>
          <a:ln w="6350" cap="flat">
            <a:solidFill>
              <a:schemeClr val="accent1">
                <a:lumMod val="60000"/>
                <a:lumOff val="40000"/>
              </a:schemeClr>
            </a:solidFill>
            <a:custDash>
              <a:ds d="300000" sp="300000"/>
            </a:custDash>
            <a:miter/>
          </a:ln>
        </p:spPr>
        <p:txBody>
          <a:bodyPr rtlCol="0" anchor="ctr">
            <a:noAutofit/>
          </a:bodyPr>
          <a:lstStyle/>
          <a:p>
            <a:pPr lvl="0" algn="l">
              <a:buClrTx/>
              <a:buSzTx/>
              <a:buFontTx/>
            </a:pPr>
            <a:endParaRPr 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36" name="任意多边形: 形状 140"/>
          <p:cNvSpPr/>
          <p:nvPr/>
        </p:nvSpPr>
        <p:spPr>
          <a:xfrm>
            <a:off x="4857750" y="5964555"/>
            <a:ext cx="2476500" cy="2476500"/>
          </a:xfrm>
          <a:custGeom>
            <a:avLst/>
            <a:gdLst>
              <a:gd name="connsiteX0" fmla="*/ 2476500 w 2476500"/>
              <a:gd name="connsiteY0" fmla="*/ 1238250 h 2476500"/>
              <a:gd name="connsiteX1" fmla="*/ 1238250 w 2476500"/>
              <a:gd name="connsiteY1" fmla="*/ 2476500 h 2476500"/>
              <a:gd name="connsiteX2" fmla="*/ 0 w 2476500"/>
              <a:gd name="connsiteY2" fmla="*/ 1238250 h 2476500"/>
              <a:gd name="connsiteX3" fmla="*/ 1238250 w 2476500"/>
              <a:gd name="connsiteY3" fmla="*/ 0 h 2476500"/>
              <a:gd name="connsiteX4" fmla="*/ 2476500 w 2476500"/>
              <a:gd name="connsiteY4" fmla="*/ 1238250 h 2476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76500" h="2476500">
                <a:moveTo>
                  <a:pt x="2476500" y="1238250"/>
                </a:moveTo>
                <a:cubicBezTo>
                  <a:pt x="2476500" y="1922117"/>
                  <a:pt x="1922117" y="2476500"/>
                  <a:pt x="1238250" y="2476500"/>
                </a:cubicBezTo>
                <a:cubicBezTo>
                  <a:pt x="554383" y="2476500"/>
                  <a:pt x="0" y="1922117"/>
                  <a:pt x="0" y="1238250"/>
                </a:cubicBezTo>
                <a:cubicBezTo>
                  <a:pt x="0" y="554383"/>
                  <a:pt x="554383" y="0"/>
                  <a:pt x="1238250" y="0"/>
                </a:cubicBezTo>
                <a:cubicBezTo>
                  <a:pt x="1922117" y="0"/>
                  <a:pt x="2476500" y="554383"/>
                  <a:pt x="2476500" y="1238250"/>
                </a:cubicBezTo>
                <a:close/>
              </a:path>
            </a:pathLst>
          </a:custGeom>
          <a:noFill/>
          <a:ln w="25400" cap="flat">
            <a:gradFill>
              <a:gsLst>
                <a:gs pos="0">
                  <a:schemeClr val="accent5">
                    <a:alpha val="70000"/>
                  </a:schemeClr>
                </a:gs>
                <a:gs pos="55000">
                  <a:schemeClr val="accent5">
                    <a:alpha val="0"/>
                  </a:schemeClr>
                </a:gs>
              </a:gsLst>
              <a:lin ang="5400000" scaled="1"/>
            </a:gradFill>
            <a:prstDash val="solid"/>
            <a:miter/>
          </a:ln>
        </p:spPr>
        <p:txBody>
          <a:bodyPr rtlCol="0" anchor="ctr"/>
          <a:lstStyle/>
          <a:p>
            <a:endParaRPr 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9" name="文本框 238"/>
          <p:cNvSpPr txBox="1"/>
          <p:nvPr/>
        </p:nvSpPr>
        <p:spPr>
          <a:xfrm>
            <a:off x="4023716" y="6496190"/>
            <a:ext cx="8515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sz="1200" b="1" spc="100" dirty="0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船员经理</a:t>
            </a:r>
            <a:endParaRPr lang="zh-CN" altLang="en-US" sz="1200" b="1" spc="100" dirty="0">
              <a:solidFill>
                <a:schemeClr val="accent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0" name="文本框 239"/>
          <p:cNvSpPr txBox="1"/>
          <p:nvPr/>
        </p:nvSpPr>
        <p:spPr>
          <a:xfrm>
            <a:off x="4409324" y="5920988"/>
            <a:ext cx="8515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sz="1200" b="1" spc="100" dirty="0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机务主管</a:t>
            </a:r>
            <a:endParaRPr lang="zh-CN" altLang="en-US" sz="1200" b="1" spc="100" dirty="0">
              <a:solidFill>
                <a:schemeClr val="accent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1" name="文本框 240"/>
          <p:cNvSpPr txBox="1"/>
          <p:nvPr/>
        </p:nvSpPr>
        <p:spPr>
          <a:xfrm>
            <a:off x="5070167" y="5510799"/>
            <a:ext cx="8515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sz="1200" b="1" spc="100" dirty="0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采购专员</a:t>
            </a:r>
            <a:endParaRPr lang="zh-CN" altLang="en-US" sz="1200" b="1" spc="100" dirty="0">
              <a:solidFill>
                <a:schemeClr val="accent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8" name="文本框 247"/>
          <p:cNvSpPr txBox="1"/>
          <p:nvPr/>
        </p:nvSpPr>
        <p:spPr>
          <a:xfrm>
            <a:off x="6265079" y="5506662"/>
            <a:ext cx="8515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sz="1200" b="1" spc="100" dirty="0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操作经理</a:t>
            </a:r>
            <a:endParaRPr lang="zh-CN" altLang="en-US" sz="1200" b="1" spc="100" dirty="0">
              <a:solidFill>
                <a:schemeClr val="accent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9" name="文本框 248"/>
          <p:cNvSpPr txBox="1"/>
          <p:nvPr/>
        </p:nvSpPr>
        <p:spPr>
          <a:xfrm>
            <a:off x="7017401" y="5921424"/>
            <a:ext cx="8515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sz="1200" b="1" spc="100" dirty="0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机务助理</a:t>
            </a:r>
            <a:endParaRPr lang="zh-CN" altLang="en-US" sz="1200" b="1" spc="100" dirty="0">
              <a:solidFill>
                <a:schemeClr val="accent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0" name="文本框 249"/>
          <p:cNvSpPr txBox="1"/>
          <p:nvPr/>
        </p:nvSpPr>
        <p:spPr>
          <a:xfrm>
            <a:off x="7340327" y="6495734"/>
            <a:ext cx="8515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sz="1200" b="1" spc="100" dirty="0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船员主管</a:t>
            </a:r>
            <a:endParaRPr lang="zh-CN" altLang="en-US" sz="1200" b="1" spc="100" dirty="0">
              <a:solidFill>
                <a:schemeClr val="accent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1" name="文本框 250"/>
          <p:cNvSpPr txBox="1"/>
          <p:nvPr/>
        </p:nvSpPr>
        <p:spPr>
          <a:xfrm>
            <a:off x="5667595" y="4938798"/>
            <a:ext cx="8515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sz="1200" b="1" spc="1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岗位领域</a:t>
            </a:r>
            <a:endParaRPr lang="zh-CN" altLang="en-US" sz="1200" b="1" spc="1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3" name="文本框 252"/>
          <p:cNvSpPr txBox="1"/>
          <p:nvPr/>
        </p:nvSpPr>
        <p:spPr>
          <a:xfrm>
            <a:off x="5681553" y="3456392"/>
            <a:ext cx="8515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sz="1200" b="1" spc="1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趋势影响</a:t>
            </a:r>
            <a:endParaRPr lang="zh-CN" altLang="en-US" sz="1200" b="1" spc="1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4" name="文本框 253"/>
          <p:cNvSpPr txBox="1"/>
          <p:nvPr/>
        </p:nvSpPr>
        <p:spPr>
          <a:xfrm>
            <a:off x="4090208" y="4668153"/>
            <a:ext cx="6206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b="1" spc="100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</a:t>
            </a:r>
            <a:endParaRPr lang="zh-CN" altLang="en-US" sz="1600" b="1" spc="100" dirty="0">
              <a:solidFill>
                <a:schemeClr val="accent1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5" name="文本框 254"/>
          <p:cNvSpPr txBox="1"/>
          <p:nvPr/>
        </p:nvSpPr>
        <p:spPr>
          <a:xfrm>
            <a:off x="4769658" y="4195713"/>
            <a:ext cx="6206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b="1" spc="100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运营</a:t>
            </a:r>
            <a:endParaRPr lang="zh-CN" altLang="en-US" sz="1600" b="1" spc="100" dirty="0">
              <a:solidFill>
                <a:schemeClr val="accent1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6" name="文本框 255"/>
          <p:cNvSpPr txBox="1"/>
          <p:nvPr/>
        </p:nvSpPr>
        <p:spPr>
          <a:xfrm>
            <a:off x="5741208" y="4024263"/>
            <a:ext cx="6206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b="1" spc="100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销售</a:t>
            </a:r>
            <a:endParaRPr lang="zh-CN" altLang="en-US" sz="1600" b="1" spc="100" dirty="0">
              <a:solidFill>
                <a:schemeClr val="accent1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7" name="文本框 256"/>
          <p:cNvSpPr txBox="1"/>
          <p:nvPr/>
        </p:nvSpPr>
        <p:spPr>
          <a:xfrm>
            <a:off x="6693708" y="4195713"/>
            <a:ext cx="6206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b="1" spc="100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</a:t>
            </a:r>
            <a:endParaRPr lang="zh-CN" altLang="en-US" sz="1600" b="1" spc="100" dirty="0">
              <a:solidFill>
                <a:schemeClr val="accent1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8" name="文本框 257"/>
          <p:cNvSpPr txBox="1"/>
          <p:nvPr/>
        </p:nvSpPr>
        <p:spPr>
          <a:xfrm>
            <a:off x="7404908" y="4659263"/>
            <a:ext cx="6206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b="1" spc="100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</a:t>
            </a:r>
            <a:endParaRPr lang="zh-CN" altLang="en-US" sz="1600" b="1" spc="100" dirty="0">
              <a:solidFill>
                <a:schemeClr val="accent1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9" name="文本框 258"/>
          <p:cNvSpPr txBox="1"/>
          <p:nvPr/>
        </p:nvSpPr>
        <p:spPr>
          <a:xfrm>
            <a:off x="2952938" y="3584575"/>
            <a:ext cx="74892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b="1" spc="1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船员经理</a:t>
            </a:r>
            <a:endParaRPr lang="zh-CN" altLang="en-US" sz="1000" b="1" spc="1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0" name="文本框 259"/>
          <p:cNvSpPr txBox="1"/>
          <p:nvPr/>
        </p:nvSpPr>
        <p:spPr>
          <a:xfrm>
            <a:off x="4272915" y="2923477"/>
            <a:ext cx="74892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b="1" spc="1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现场检查</a:t>
            </a:r>
            <a:endParaRPr lang="zh-CN" altLang="en-US" sz="1000" b="1" spc="1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1" name="文本框 260"/>
          <p:cNvSpPr txBox="1"/>
          <p:nvPr/>
        </p:nvSpPr>
        <p:spPr>
          <a:xfrm>
            <a:off x="5699313" y="2630815"/>
            <a:ext cx="7489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b="1" spc="1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船员管理</a:t>
            </a:r>
            <a:endParaRPr lang="zh-CN" altLang="en-US" sz="1000" b="1" spc="1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2" name="文本框 261"/>
          <p:cNvSpPr txBox="1"/>
          <p:nvPr/>
        </p:nvSpPr>
        <p:spPr>
          <a:xfrm>
            <a:off x="7091849" y="2919730"/>
            <a:ext cx="7489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b="1" spc="1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船员管理</a:t>
            </a:r>
            <a:endParaRPr lang="zh-CN" altLang="en-US" sz="1000" b="1" spc="1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3" name="文本框 262"/>
          <p:cNvSpPr txBox="1"/>
          <p:nvPr/>
        </p:nvSpPr>
        <p:spPr>
          <a:xfrm>
            <a:off x="8409243" y="3578187"/>
            <a:ext cx="74892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b="1" spc="1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清单管理</a:t>
            </a:r>
            <a:endParaRPr lang="zh-CN" altLang="en-US" sz="1000" b="1" spc="1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4" name="文本框 263"/>
          <p:cNvSpPr txBox="1"/>
          <p:nvPr/>
        </p:nvSpPr>
        <p:spPr>
          <a:xfrm>
            <a:off x="5349642" y="1344006"/>
            <a:ext cx="14927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sz="1600" b="1" spc="100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首页推荐优化</a:t>
            </a:r>
            <a:endParaRPr lang="zh-CN" altLang="en-US" sz="1600" b="1" spc="100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5" name="任意多边形: 形状 17"/>
          <p:cNvSpPr/>
          <p:nvPr/>
        </p:nvSpPr>
        <p:spPr>
          <a:xfrm>
            <a:off x="5185410" y="6197600"/>
            <a:ext cx="1889125" cy="942975"/>
          </a:xfrm>
          <a:custGeom>
            <a:avLst/>
            <a:gdLst>
              <a:gd name="connsiteX0" fmla="*/ 980364 w 1960728"/>
              <a:gd name="connsiteY0" fmla="*/ 0 h 1049118"/>
              <a:gd name="connsiteX1" fmla="*/ 1960728 w 1960728"/>
              <a:gd name="connsiteY1" fmla="*/ 980364 h 1049118"/>
              <a:gd name="connsiteX2" fmla="*/ 1953797 w 1960728"/>
              <a:gd name="connsiteY2" fmla="*/ 1049118 h 1049118"/>
              <a:gd name="connsiteX3" fmla="*/ 6931 w 1960728"/>
              <a:gd name="connsiteY3" fmla="*/ 1049118 h 1049118"/>
              <a:gd name="connsiteX4" fmla="*/ 0 w 1960728"/>
              <a:gd name="connsiteY4" fmla="*/ 980364 h 1049118"/>
              <a:gd name="connsiteX5" fmla="*/ 980364 w 1960728"/>
              <a:gd name="connsiteY5" fmla="*/ 0 h 1049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60728" h="1049118">
                <a:moveTo>
                  <a:pt x="980364" y="0"/>
                </a:moveTo>
                <a:cubicBezTo>
                  <a:pt x="1521804" y="0"/>
                  <a:pt x="1960728" y="438924"/>
                  <a:pt x="1960728" y="980364"/>
                </a:cubicBezTo>
                <a:lnTo>
                  <a:pt x="1953797" y="1049118"/>
                </a:lnTo>
                <a:lnTo>
                  <a:pt x="6931" y="1049118"/>
                </a:lnTo>
                <a:lnTo>
                  <a:pt x="0" y="980364"/>
                </a:lnTo>
                <a:cubicBezTo>
                  <a:pt x="0" y="438924"/>
                  <a:pt x="438924" y="0"/>
                  <a:pt x="980364" y="0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90000">
                <a:schemeClr val="accent5">
                  <a:lumMod val="60000"/>
                  <a:lumOff val="40000"/>
                </a:schemeClr>
              </a:gs>
            </a:gsLst>
            <a:lin ang="54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algn="ctr"/>
            <a:endParaRPr lang="zh-CN" altLang="en-US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6" name="文本框 265"/>
          <p:cNvSpPr txBox="1"/>
          <p:nvPr/>
        </p:nvSpPr>
        <p:spPr>
          <a:xfrm>
            <a:off x="5521386" y="6435035"/>
            <a:ext cx="1252220" cy="39878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r"/>
            <a:r>
              <a:rPr lang="zh-CN" altLang="en-US" sz="2000" b="1" spc="1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就业机会</a:t>
            </a:r>
            <a:endParaRPr lang="zh-CN" altLang="en-US" sz="2000" b="1" spc="1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8738235" y="348615"/>
            <a:ext cx="3219450" cy="332740"/>
            <a:chOff x="13761" y="549"/>
            <a:chExt cx="5070" cy="524"/>
          </a:xfrm>
        </p:grpSpPr>
        <p:pic>
          <p:nvPicPr>
            <p:cNvPr id="4" name="图片 3"/>
            <p:cNvPicPr>
              <a:picLocks noChangeAspect="1"/>
            </p:cNvPicPr>
            <p:nvPr userDrawn="1"/>
          </p:nvPicPr>
          <p:blipFill>
            <a:blip r:embed="rId3"/>
            <a:srcRect l="17002" t="-1765" r="56499" b="-1176"/>
            <a:stretch>
              <a:fillRect/>
            </a:stretch>
          </p:blipFill>
          <p:spPr>
            <a:xfrm>
              <a:off x="13761" y="549"/>
              <a:ext cx="1582" cy="525"/>
            </a:xfrm>
            <a:prstGeom prst="rect">
              <a:avLst/>
            </a:prstGeom>
          </p:spPr>
        </p:pic>
        <p:sp>
          <p:nvSpPr>
            <p:cNvPr id="2" name="文本框 1"/>
            <p:cNvSpPr txBox="1"/>
            <p:nvPr userDrawn="1"/>
          </p:nvSpPr>
          <p:spPr>
            <a:xfrm>
              <a:off x="15219" y="655"/>
              <a:ext cx="3613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复杂逻辑场景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·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框架搭建系列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PPT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模板</a:t>
              </a:r>
              <a:endPara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cxnSp>
        <p:nvCxnSpPr>
          <p:cNvPr id="7" name="直线连接符 7"/>
          <p:cNvCxnSpPr/>
          <p:nvPr userDrawn="1"/>
        </p:nvCxnSpPr>
        <p:spPr>
          <a:xfrm>
            <a:off x="369165" y="839204"/>
            <a:ext cx="11459846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2"/>
          <p:cNvSpPr>
            <a:spLocks noGrp="1"/>
          </p:cNvSpPr>
          <p:nvPr/>
        </p:nvSpPr>
        <p:spPr>
          <a:xfrm>
            <a:off x="1105535" y="347980"/>
            <a:ext cx="7137400" cy="396875"/>
          </a:xfrm>
          <a:prstGeom prst="rect">
            <a:avLst/>
          </a:prstGeom>
          <a:ln w="12700">
            <a:miter lim="400000"/>
          </a:ln>
        </p:spPr>
        <p:txBody>
          <a:bodyPr vert="horz" wrap="square" lIns="25400" tIns="25400" rIns="25400" bIns="2540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0" lang="zh-CN" altLang="en-US" sz="2800" b="1" u="none" strike="noStrike" kern="1200" cap="none" spc="0" normalizeH="0" baseline="0" dirty="0">
                <a:ln>
                  <a:noFill/>
                </a:ln>
                <a:solidFill>
                  <a:schemeClr val="accent1"/>
                </a:solidFill>
                <a:effectLst>
                  <a:outerShdw blurRad="187896" dist="38100" dir="2700000" algn="tl" rotWithShape="0">
                    <a:srgbClr val="1C2952">
                      <a:alpha val="6000"/>
                    </a:srgbClr>
                  </a:outerShdw>
                </a:effectLst>
                <a:uLnTx/>
                <a:uFillTx/>
                <a:latin typeface="HONOR Sans CN" panose="05000200000000000000" charset="-122"/>
                <a:ea typeface="HONOR Sans CN" panose="05000200000000000000" charset="-122"/>
                <a:cs typeface="OPPOSans H" panose="00020600040101010101" pitchFamily="18" charset="-122"/>
              </a:defRPr>
            </a:lvl1pPr>
          </a:lstStyle>
          <a:p>
            <a:pPr algn="l"/>
            <a:r>
              <a:rPr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业务框架</a:t>
            </a:r>
            <a:r>
              <a:rPr lang="en-US" altLang="zh-CN"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中心发散架构 | </a:t>
            </a:r>
            <a:r>
              <a:rPr lang="zh-CN" altLang="en-US" sz="250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运营提效增能策略拆解</a:t>
            </a:r>
            <a:endParaRPr lang="en-US" altLang="zh-CN" sz="2500">
              <a:solidFill>
                <a:schemeClr val="tx2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" name="图片 9" descr="屋顶资源管理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5600" y="186055"/>
            <a:ext cx="549910" cy="549910"/>
          </a:xfrm>
          <a:prstGeom prst="rect">
            <a:avLst/>
          </a:prstGeom>
        </p:spPr>
      </p:pic>
      <p:grpSp>
        <p:nvGrpSpPr>
          <p:cNvPr id="6" name="组合 5"/>
          <p:cNvGrpSpPr/>
          <p:nvPr/>
        </p:nvGrpSpPr>
        <p:grpSpPr>
          <a:xfrm>
            <a:off x="8738235" y="348615"/>
            <a:ext cx="3219450" cy="332740"/>
            <a:chOff x="13761" y="549"/>
            <a:chExt cx="5070" cy="524"/>
          </a:xfrm>
        </p:grpSpPr>
        <p:pic>
          <p:nvPicPr>
            <p:cNvPr id="7" name="图片 6"/>
            <p:cNvPicPr>
              <a:picLocks noChangeAspect="1"/>
            </p:cNvPicPr>
            <p:nvPr userDrawn="1"/>
          </p:nvPicPr>
          <p:blipFill>
            <a:blip r:embed="rId3"/>
            <a:srcRect l="17002" t="-1765" r="56499" b="-1176"/>
            <a:stretch>
              <a:fillRect/>
            </a:stretch>
          </p:blipFill>
          <p:spPr>
            <a:xfrm>
              <a:off x="13761" y="549"/>
              <a:ext cx="1582" cy="525"/>
            </a:xfrm>
            <a:prstGeom prst="rect">
              <a:avLst/>
            </a:prstGeom>
          </p:spPr>
        </p:pic>
        <p:sp>
          <p:nvSpPr>
            <p:cNvPr id="8" name="文本框 7"/>
            <p:cNvSpPr txBox="1"/>
            <p:nvPr userDrawn="1"/>
          </p:nvSpPr>
          <p:spPr>
            <a:xfrm>
              <a:off x="15219" y="655"/>
              <a:ext cx="3613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复杂逻辑场景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·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框架搭建系列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PPT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模板</a:t>
              </a:r>
              <a:endPara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cxnSp>
        <p:nvCxnSpPr>
          <p:cNvPr id="13" name="直线连接符 7"/>
          <p:cNvCxnSpPr/>
          <p:nvPr userDrawn="1"/>
        </p:nvCxnSpPr>
        <p:spPr>
          <a:xfrm>
            <a:off x="369165" y="839204"/>
            <a:ext cx="11459846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椭圆 106"/>
          <p:cNvSpPr/>
          <p:nvPr/>
        </p:nvSpPr>
        <p:spPr>
          <a:xfrm>
            <a:off x="5346065" y="3045460"/>
            <a:ext cx="1541780" cy="1541780"/>
          </a:xfrm>
          <a:prstGeom prst="ellipse">
            <a:avLst/>
          </a:prstGeom>
          <a:gradFill>
            <a:gsLst>
              <a:gs pos="43000">
                <a:schemeClr val="accent1">
                  <a:lumMod val="20000"/>
                  <a:lumOff val="80000"/>
                  <a:alpha val="50000"/>
                </a:schemeClr>
              </a:gs>
              <a:gs pos="55000">
                <a:schemeClr val="accent5">
                  <a:lumMod val="20000"/>
                  <a:lumOff val="80000"/>
                  <a:alpha val="50000"/>
                </a:schemeClr>
              </a:gs>
            </a:gsLst>
            <a:lin ang="5400000" scaled="0"/>
          </a:gradFill>
          <a:ln>
            <a:gradFill>
              <a:gsLst>
                <a:gs pos="48000">
                  <a:schemeClr val="accent5">
                    <a:lumMod val="20000"/>
                    <a:lumOff val="80000"/>
                  </a:schemeClr>
                </a:gs>
                <a:gs pos="52000">
                  <a:schemeClr val="accent1">
                    <a:lumMod val="60000"/>
                    <a:lumOff val="40000"/>
                  </a:schemeClr>
                </a:gs>
              </a:gsLst>
              <a:lin ang="16200000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4" name="椭圆 113"/>
          <p:cNvSpPr/>
          <p:nvPr/>
        </p:nvSpPr>
        <p:spPr>
          <a:xfrm flipH="1">
            <a:off x="6748145" y="3412490"/>
            <a:ext cx="46990" cy="4699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57150">
            <a:solidFill>
              <a:schemeClr val="accent1">
                <a:lumMod val="60000"/>
                <a:lumOff val="40000"/>
                <a:alpha val="3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15" name="椭圆 114"/>
          <p:cNvSpPr/>
          <p:nvPr/>
        </p:nvSpPr>
        <p:spPr>
          <a:xfrm flipH="1">
            <a:off x="6788150" y="4144645"/>
            <a:ext cx="46990" cy="4699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 w="57150">
            <a:solidFill>
              <a:schemeClr val="accent5">
                <a:lumMod val="60000"/>
                <a:lumOff val="40000"/>
                <a:alpha val="3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23" name="椭圆 122"/>
          <p:cNvSpPr/>
          <p:nvPr/>
        </p:nvSpPr>
        <p:spPr>
          <a:xfrm flipH="1">
            <a:off x="6093460" y="3025140"/>
            <a:ext cx="46990" cy="4699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57150">
            <a:solidFill>
              <a:schemeClr val="accent1">
                <a:lumMod val="60000"/>
                <a:lumOff val="40000"/>
                <a:alpha val="3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24" name="椭圆 123"/>
          <p:cNvSpPr/>
          <p:nvPr/>
        </p:nvSpPr>
        <p:spPr>
          <a:xfrm flipH="1">
            <a:off x="6140450" y="4560570"/>
            <a:ext cx="46990" cy="4699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 w="57150">
            <a:solidFill>
              <a:schemeClr val="accent5">
                <a:lumMod val="60000"/>
                <a:lumOff val="40000"/>
                <a:alpha val="3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25" name="椭圆 124"/>
          <p:cNvSpPr/>
          <p:nvPr/>
        </p:nvSpPr>
        <p:spPr>
          <a:xfrm>
            <a:off x="5417185" y="3412490"/>
            <a:ext cx="46990" cy="4699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57150">
            <a:solidFill>
              <a:schemeClr val="accent1">
                <a:lumMod val="60000"/>
                <a:lumOff val="40000"/>
                <a:alpha val="3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26" name="椭圆 125"/>
          <p:cNvSpPr/>
          <p:nvPr/>
        </p:nvSpPr>
        <p:spPr>
          <a:xfrm>
            <a:off x="5417185" y="4144645"/>
            <a:ext cx="46990" cy="4699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 w="57150">
            <a:solidFill>
              <a:schemeClr val="accent5">
                <a:lumMod val="60000"/>
                <a:lumOff val="40000"/>
                <a:alpha val="3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136" name="组合 135"/>
          <p:cNvGrpSpPr/>
          <p:nvPr/>
        </p:nvGrpSpPr>
        <p:grpSpPr>
          <a:xfrm>
            <a:off x="2332355" y="2070735"/>
            <a:ext cx="3084830" cy="1365885"/>
            <a:chOff x="3673" y="3117"/>
            <a:chExt cx="4858" cy="2151"/>
          </a:xfrm>
        </p:grpSpPr>
        <p:cxnSp>
          <p:nvCxnSpPr>
            <p:cNvPr id="133" name="直接连接符 132"/>
            <p:cNvCxnSpPr>
              <a:stCxn id="125" idx="2"/>
              <a:endCxn id="134" idx="0"/>
            </p:cNvCxnSpPr>
            <p:nvPr/>
          </p:nvCxnSpPr>
          <p:spPr>
            <a:xfrm flipH="1">
              <a:off x="4749" y="5267"/>
              <a:ext cx="3782" cy="1"/>
            </a:xfrm>
            <a:prstGeom prst="line">
              <a:avLst/>
            </a:prstGeom>
            <a:ln w="25400">
              <a:gradFill>
                <a:gsLst>
                  <a:gs pos="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80000"/>
                      <a:lumOff val="20000"/>
                    </a:schemeClr>
                  </a:gs>
                </a:gsLst>
                <a:lin ang="5400000" scaled="1"/>
              </a:gradFill>
              <a:prstDash val="sys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34" name="弧形 133"/>
            <p:cNvSpPr/>
            <p:nvPr/>
          </p:nvSpPr>
          <p:spPr>
            <a:xfrm flipH="1" flipV="1">
              <a:off x="3673" y="3117"/>
              <a:ext cx="2151" cy="2151"/>
            </a:xfrm>
            <a:prstGeom prst="arc">
              <a:avLst>
                <a:gd name="adj1" fmla="val 16200000"/>
                <a:gd name="adj2" fmla="val 21500451"/>
              </a:avLst>
            </a:prstGeom>
            <a:ln w="25400">
              <a:gradFill>
                <a:gsLst>
                  <a:gs pos="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80000"/>
                      <a:lumOff val="20000"/>
                    </a:schemeClr>
                  </a:gs>
                </a:gsLst>
                <a:lin ang="5400000" scaled="1"/>
              </a:gradFill>
              <a:prstDash val="sys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</p:grpSp>
      <p:grpSp>
        <p:nvGrpSpPr>
          <p:cNvPr id="137" name="组合 136"/>
          <p:cNvGrpSpPr/>
          <p:nvPr/>
        </p:nvGrpSpPr>
        <p:grpSpPr>
          <a:xfrm flipV="1">
            <a:off x="2294890" y="4165600"/>
            <a:ext cx="3084830" cy="1365885"/>
            <a:chOff x="3673" y="3117"/>
            <a:chExt cx="4858" cy="2151"/>
          </a:xfrm>
        </p:grpSpPr>
        <p:cxnSp>
          <p:nvCxnSpPr>
            <p:cNvPr id="138" name="直接连接符 137"/>
            <p:cNvCxnSpPr>
              <a:endCxn id="139" idx="0"/>
            </p:cNvCxnSpPr>
            <p:nvPr/>
          </p:nvCxnSpPr>
          <p:spPr>
            <a:xfrm flipH="1">
              <a:off x="4749" y="5267"/>
              <a:ext cx="3782" cy="1"/>
            </a:xfrm>
            <a:prstGeom prst="line">
              <a:avLst/>
            </a:prstGeom>
            <a:ln w="25400">
              <a:gradFill>
                <a:gsLst>
                  <a:gs pos="0">
                    <a:schemeClr val="accent5">
                      <a:lumMod val="40000"/>
                      <a:lumOff val="60000"/>
                    </a:schemeClr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 scaled="1"/>
              </a:gradFill>
              <a:prstDash val="sys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39" name="弧形 138"/>
            <p:cNvSpPr/>
            <p:nvPr/>
          </p:nvSpPr>
          <p:spPr>
            <a:xfrm flipH="1" flipV="1">
              <a:off x="3673" y="3117"/>
              <a:ext cx="2151" cy="2151"/>
            </a:xfrm>
            <a:prstGeom prst="arc">
              <a:avLst>
                <a:gd name="adj1" fmla="val 16200000"/>
                <a:gd name="adj2" fmla="val 21482612"/>
              </a:avLst>
            </a:prstGeom>
            <a:ln w="25400">
              <a:gradFill>
                <a:gsLst>
                  <a:gs pos="0">
                    <a:schemeClr val="accent5">
                      <a:lumMod val="40000"/>
                      <a:lumOff val="60000"/>
                    </a:schemeClr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 scaled="1"/>
              </a:gradFill>
              <a:prstDash val="sys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</p:grpSp>
      <p:grpSp>
        <p:nvGrpSpPr>
          <p:cNvPr id="140" name="组合 139"/>
          <p:cNvGrpSpPr/>
          <p:nvPr/>
        </p:nvGrpSpPr>
        <p:grpSpPr>
          <a:xfrm flipH="1">
            <a:off x="6795135" y="2070100"/>
            <a:ext cx="3084830" cy="1365885"/>
            <a:chOff x="3673" y="3117"/>
            <a:chExt cx="4858" cy="2151"/>
          </a:xfrm>
        </p:grpSpPr>
        <p:cxnSp>
          <p:nvCxnSpPr>
            <p:cNvPr id="141" name="直接连接符 140"/>
            <p:cNvCxnSpPr>
              <a:endCxn id="142" idx="0"/>
            </p:cNvCxnSpPr>
            <p:nvPr/>
          </p:nvCxnSpPr>
          <p:spPr>
            <a:xfrm flipH="1">
              <a:off x="4749" y="5267"/>
              <a:ext cx="3782" cy="1"/>
            </a:xfrm>
            <a:prstGeom prst="line">
              <a:avLst/>
            </a:prstGeom>
            <a:ln w="25400">
              <a:gradFill>
                <a:gsLst>
                  <a:gs pos="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80000"/>
                      <a:lumOff val="20000"/>
                    </a:schemeClr>
                  </a:gs>
                </a:gsLst>
                <a:lin ang="5400000" scaled="1"/>
              </a:gradFill>
              <a:prstDash val="sys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42" name="弧形 141"/>
            <p:cNvSpPr/>
            <p:nvPr/>
          </p:nvSpPr>
          <p:spPr>
            <a:xfrm flipH="1" flipV="1">
              <a:off x="3673" y="3117"/>
              <a:ext cx="2151" cy="2151"/>
            </a:xfrm>
            <a:prstGeom prst="arc">
              <a:avLst>
                <a:gd name="adj1" fmla="val 16200000"/>
                <a:gd name="adj2" fmla="val 27270"/>
              </a:avLst>
            </a:prstGeom>
            <a:ln w="25400">
              <a:gradFill>
                <a:gsLst>
                  <a:gs pos="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80000"/>
                      <a:lumOff val="20000"/>
                    </a:schemeClr>
                  </a:gs>
                </a:gsLst>
                <a:lin ang="5400000" scaled="1"/>
              </a:gradFill>
              <a:prstDash val="sys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</p:grpSp>
      <p:grpSp>
        <p:nvGrpSpPr>
          <p:cNvPr id="143" name="组合 142"/>
          <p:cNvGrpSpPr/>
          <p:nvPr/>
        </p:nvGrpSpPr>
        <p:grpSpPr>
          <a:xfrm flipH="1" flipV="1">
            <a:off x="6844030" y="4165600"/>
            <a:ext cx="3084830" cy="1365885"/>
            <a:chOff x="3673" y="3117"/>
            <a:chExt cx="4858" cy="2151"/>
          </a:xfrm>
        </p:grpSpPr>
        <p:cxnSp>
          <p:nvCxnSpPr>
            <p:cNvPr id="144" name="直接连接符 143"/>
            <p:cNvCxnSpPr>
              <a:endCxn id="145" idx="0"/>
            </p:cNvCxnSpPr>
            <p:nvPr/>
          </p:nvCxnSpPr>
          <p:spPr>
            <a:xfrm flipH="1">
              <a:off x="4749" y="5267"/>
              <a:ext cx="3782" cy="1"/>
            </a:xfrm>
            <a:prstGeom prst="line">
              <a:avLst/>
            </a:prstGeom>
            <a:ln w="25400">
              <a:gradFill>
                <a:gsLst>
                  <a:gs pos="0">
                    <a:schemeClr val="accent5">
                      <a:lumMod val="40000"/>
                      <a:lumOff val="60000"/>
                    </a:schemeClr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 scaled="1"/>
              </a:gradFill>
              <a:prstDash val="sys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45" name="弧形 144"/>
            <p:cNvSpPr/>
            <p:nvPr/>
          </p:nvSpPr>
          <p:spPr>
            <a:xfrm flipH="1" flipV="1">
              <a:off x="3673" y="3117"/>
              <a:ext cx="2151" cy="2151"/>
            </a:xfrm>
            <a:prstGeom prst="arc">
              <a:avLst>
                <a:gd name="adj1" fmla="val 16200000"/>
                <a:gd name="adj2" fmla="val 17498"/>
              </a:avLst>
            </a:prstGeom>
            <a:ln w="25400">
              <a:gradFill>
                <a:gsLst>
                  <a:gs pos="0">
                    <a:schemeClr val="accent5">
                      <a:lumMod val="40000"/>
                      <a:lumOff val="60000"/>
                    </a:schemeClr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 scaled="1"/>
              </a:gradFill>
              <a:prstDash val="sys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</p:grpSp>
      <p:cxnSp>
        <p:nvCxnSpPr>
          <p:cNvPr id="146" name="直接连接符 145"/>
          <p:cNvCxnSpPr/>
          <p:nvPr/>
        </p:nvCxnSpPr>
        <p:spPr>
          <a:xfrm flipH="1" flipV="1">
            <a:off x="6115685" y="2734945"/>
            <a:ext cx="1905" cy="297180"/>
          </a:xfrm>
          <a:prstGeom prst="line">
            <a:avLst/>
          </a:prstGeom>
          <a:ln w="25400"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80000"/>
                    <a:lumOff val="20000"/>
                  </a:schemeClr>
                </a:gs>
              </a:gsLst>
              <a:lin ang="5400000" scaled="1"/>
            </a:gra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7" name="直接连接符 146"/>
          <p:cNvCxnSpPr/>
          <p:nvPr/>
        </p:nvCxnSpPr>
        <p:spPr>
          <a:xfrm flipH="1" flipV="1">
            <a:off x="6164580" y="4607560"/>
            <a:ext cx="1905" cy="254635"/>
          </a:xfrm>
          <a:prstGeom prst="line">
            <a:avLst/>
          </a:prstGeom>
          <a:ln w="25400">
            <a:gradFill>
              <a:gsLst>
                <a:gs pos="0">
                  <a:schemeClr val="accent5">
                    <a:lumMod val="40000"/>
                    <a:lumOff val="6000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5400000" scaled="1"/>
            </a:gra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263" name="组合 262"/>
          <p:cNvGrpSpPr/>
          <p:nvPr/>
        </p:nvGrpSpPr>
        <p:grpSpPr>
          <a:xfrm>
            <a:off x="752475" y="1103630"/>
            <a:ext cx="3023870" cy="1589405"/>
            <a:chOff x="1185" y="1738"/>
            <a:chExt cx="4762" cy="2503"/>
          </a:xfrm>
        </p:grpSpPr>
        <p:sp>
          <p:nvSpPr>
            <p:cNvPr id="14" name="矩形 13"/>
            <p:cNvSpPr/>
            <p:nvPr/>
          </p:nvSpPr>
          <p:spPr>
            <a:xfrm>
              <a:off x="1399" y="2017"/>
              <a:ext cx="4548" cy="2224"/>
            </a:xfrm>
            <a:prstGeom prst="rect">
              <a:avLst/>
            </a:prstGeom>
            <a:noFill/>
            <a:ln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50800" dist="38100" dir="2700000" algn="tl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399" y="2686"/>
              <a:ext cx="4548" cy="41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1559" y="3337"/>
              <a:ext cx="1258" cy="7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>
              <a:off x="3065" y="3337"/>
              <a:ext cx="1258" cy="7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4572" y="3337"/>
              <a:ext cx="1258" cy="7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26" name="任意多边形 25"/>
            <p:cNvSpPr/>
            <p:nvPr/>
          </p:nvSpPr>
          <p:spPr>
            <a:xfrm>
              <a:off x="1186" y="1883"/>
              <a:ext cx="3384" cy="627"/>
            </a:xfrm>
            <a:custGeom>
              <a:avLst/>
              <a:gdLst>
                <a:gd name="adj" fmla="val 34177"/>
                <a:gd name="a" fmla="pin 0 adj 50000"/>
                <a:gd name="x1" fmla="*/ ss a 100000"/>
                <a:gd name="x2" fmla="+- r 0 x1"/>
                <a:gd name="y2" fmla="+- b 0 x1"/>
                <a:gd name="il" fmla="*/ x1 29289 100000"/>
                <a:gd name="ir" fmla="+- r 0 il"/>
                <a:gd name="ib" fmla="+- b 0 il"/>
              </a:gdLst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384" h="627">
                  <a:moveTo>
                    <a:pt x="0" y="0"/>
                  </a:moveTo>
                  <a:lnTo>
                    <a:pt x="3107" y="0"/>
                  </a:lnTo>
                  <a:lnTo>
                    <a:pt x="3114" y="0"/>
                  </a:lnTo>
                  <a:cubicBezTo>
                    <a:pt x="3266" y="-4"/>
                    <a:pt x="3388" y="149"/>
                    <a:pt x="3384" y="270"/>
                  </a:cubicBezTo>
                  <a:lnTo>
                    <a:pt x="3384" y="277"/>
                  </a:lnTo>
                  <a:lnTo>
                    <a:pt x="3384" y="533"/>
                  </a:lnTo>
                  <a:lnTo>
                    <a:pt x="3384" y="541"/>
                  </a:lnTo>
                  <a:cubicBezTo>
                    <a:pt x="3386" y="570"/>
                    <a:pt x="3372" y="619"/>
                    <a:pt x="3368" y="627"/>
                  </a:cubicBezTo>
                  <a:lnTo>
                    <a:pt x="0" y="627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2700000" scaled="0"/>
            </a:gradFill>
            <a:ln>
              <a:noFill/>
            </a:ln>
            <a:effectLst>
              <a:outerShdw blurRad="50800" dist="38100" dir="2700000" algn="tl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sp>
          <p:nvSpPr>
            <p:cNvPr id="27" name="椭圆 26"/>
            <p:cNvSpPr/>
            <p:nvPr/>
          </p:nvSpPr>
          <p:spPr>
            <a:xfrm>
              <a:off x="1350" y="1738"/>
              <a:ext cx="856" cy="85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sp>
          <p:nvSpPr>
            <p:cNvPr id="28" name="直角三角形 27"/>
            <p:cNvSpPr/>
            <p:nvPr/>
          </p:nvSpPr>
          <p:spPr>
            <a:xfrm flipH="1" flipV="1">
              <a:off x="1185" y="2510"/>
              <a:ext cx="214" cy="247"/>
            </a:xfrm>
            <a:prstGeom prst="rtTriangle">
              <a:avLst/>
            </a:prstGeom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sp>
          <p:nvSpPr>
            <p:cNvPr id="258" name="©显眼包PPT17"/>
            <p:cNvSpPr txBox="1"/>
            <p:nvPr/>
          </p:nvSpPr>
          <p:spPr>
            <a:xfrm>
              <a:off x="2297" y="2027"/>
              <a:ext cx="2118" cy="339"/>
            </a:xfrm>
            <a:prstGeom prst="rect">
              <a:avLst/>
            </a:prstGeom>
            <a:noFill/>
            <a:effectLst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zh-CN" altLang="en-US" sz="1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j-ea"/>
                </a:rPr>
                <a:t>强化运营流程</a:t>
              </a:r>
              <a:endPara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j-ea"/>
              </a:endParaRPr>
            </a:p>
          </p:txBody>
        </p:sp>
        <p:sp>
          <p:nvSpPr>
            <p:cNvPr id="266" name="子陵职场PPT2-25"/>
            <p:cNvSpPr/>
            <p:nvPr>
              <p:custDataLst>
                <p:tags r:id="rId4"/>
              </p:custDataLst>
            </p:nvPr>
          </p:nvSpPr>
          <p:spPr>
            <a:xfrm>
              <a:off x="1607" y="1920"/>
              <a:ext cx="342" cy="493"/>
            </a:xfrm>
            <a:custGeom>
              <a:avLst/>
              <a:gdLst>
                <a:gd name="connsiteX0" fmla="*/ 179832 w 393191"/>
                <a:gd name="connsiteY0" fmla="*/ 278892 h 566927"/>
                <a:gd name="connsiteX1" fmla="*/ 213360 w 393191"/>
                <a:gd name="connsiteY1" fmla="*/ 278892 h 566927"/>
                <a:gd name="connsiteX2" fmla="*/ 213360 w 393191"/>
                <a:gd name="connsiteY2" fmla="*/ 449580 h 566927"/>
                <a:gd name="connsiteX3" fmla="*/ 179832 w 393191"/>
                <a:gd name="connsiteY3" fmla="*/ 449580 h 566927"/>
                <a:gd name="connsiteX4" fmla="*/ 179832 w 393191"/>
                <a:gd name="connsiteY4" fmla="*/ 278892 h 566927"/>
                <a:gd name="connsiteX5" fmla="*/ 196596 w 393191"/>
                <a:gd name="connsiteY5" fmla="*/ 0 h 566927"/>
                <a:gd name="connsiteX6" fmla="*/ 0 w 393191"/>
                <a:gd name="connsiteY6" fmla="*/ 198120 h 566927"/>
                <a:gd name="connsiteX7" fmla="*/ 39624 w 393191"/>
                <a:gd name="connsiteY7" fmla="*/ 316992 h 566927"/>
                <a:gd name="connsiteX8" fmla="*/ 85344 w 393191"/>
                <a:gd name="connsiteY8" fmla="*/ 408432 h 566927"/>
                <a:gd name="connsiteX9" fmla="*/ 124968 w 393191"/>
                <a:gd name="connsiteY9" fmla="*/ 448056 h 566927"/>
                <a:gd name="connsiteX10" fmla="*/ 147828 w 393191"/>
                <a:gd name="connsiteY10" fmla="*/ 448056 h 566927"/>
                <a:gd name="connsiteX11" fmla="*/ 147828 w 393191"/>
                <a:gd name="connsiteY11" fmla="*/ 277368 h 566927"/>
                <a:gd name="connsiteX12" fmla="*/ 120396 w 393191"/>
                <a:gd name="connsiteY12" fmla="*/ 277368 h 566927"/>
                <a:gd name="connsiteX13" fmla="*/ 62484 w 393191"/>
                <a:gd name="connsiteY13" fmla="*/ 219456 h 566927"/>
                <a:gd name="connsiteX14" fmla="*/ 120396 w 393191"/>
                <a:gd name="connsiteY14" fmla="*/ 161544 h 566927"/>
                <a:gd name="connsiteX15" fmla="*/ 178308 w 393191"/>
                <a:gd name="connsiteY15" fmla="*/ 219456 h 566927"/>
                <a:gd name="connsiteX16" fmla="*/ 170688 w 393191"/>
                <a:gd name="connsiteY16" fmla="*/ 246888 h 566927"/>
                <a:gd name="connsiteX17" fmla="*/ 224028 w 393191"/>
                <a:gd name="connsiteY17" fmla="*/ 246888 h 566927"/>
                <a:gd name="connsiteX18" fmla="*/ 216408 w 393191"/>
                <a:gd name="connsiteY18" fmla="*/ 219456 h 566927"/>
                <a:gd name="connsiteX19" fmla="*/ 274320 w 393191"/>
                <a:gd name="connsiteY19" fmla="*/ 161544 h 566927"/>
                <a:gd name="connsiteX20" fmla="*/ 332232 w 393191"/>
                <a:gd name="connsiteY20" fmla="*/ 219456 h 566927"/>
                <a:gd name="connsiteX21" fmla="*/ 274320 w 393191"/>
                <a:gd name="connsiteY21" fmla="*/ 277368 h 566927"/>
                <a:gd name="connsiteX22" fmla="*/ 245364 w 393191"/>
                <a:gd name="connsiteY22" fmla="*/ 277368 h 566927"/>
                <a:gd name="connsiteX23" fmla="*/ 245364 w 393191"/>
                <a:gd name="connsiteY23" fmla="*/ 448056 h 566927"/>
                <a:gd name="connsiteX24" fmla="*/ 268224 w 393191"/>
                <a:gd name="connsiteY24" fmla="*/ 448056 h 566927"/>
                <a:gd name="connsiteX25" fmla="*/ 307848 w 393191"/>
                <a:gd name="connsiteY25" fmla="*/ 408432 h 566927"/>
                <a:gd name="connsiteX26" fmla="*/ 353568 w 393191"/>
                <a:gd name="connsiteY26" fmla="*/ 316992 h 566927"/>
                <a:gd name="connsiteX27" fmla="*/ 393192 w 393191"/>
                <a:gd name="connsiteY27" fmla="*/ 198120 h 566927"/>
                <a:gd name="connsiteX28" fmla="*/ 196596 w 393191"/>
                <a:gd name="connsiteY28" fmla="*/ 0 h 566927"/>
                <a:gd name="connsiteX29" fmla="*/ 92964 w 393191"/>
                <a:gd name="connsiteY29" fmla="*/ 220980 h 566927"/>
                <a:gd name="connsiteX30" fmla="*/ 120396 w 393191"/>
                <a:gd name="connsiteY30" fmla="*/ 248412 h 566927"/>
                <a:gd name="connsiteX31" fmla="*/ 147828 w 393191"/>
                <a:gd name="connsiteY31" fmla="*/ 220980 h 566927"/>
                <a:gd name="connsiteX32" fmla="*/ 120396 w 393191"/>
                <a:gd name="connsiteY32" fmla="*/ 193548 h 566927"/>
                <a:gd name="connsiteX33" fmla="*/ 92964 w 393191"/>
                <a:gd name="connsiteY33" fmla="*/ 220980 h 566927"/>
                <a:gd name="connsiteX34" fmla="*/ 300228 w 393191"/>
                <a:gd name="connsiteY34" fmla="*/ 220980 h 566927"/>
                <a:gd name="connsiteX35" fmla="*/ 272796 w 393191"/>
                <a:gd name="connsiteY35" fmla="*/ 193548 h 566927"/>
                <a:gd name="connsiteX36" fmla="*/ 245364 w 393191"/>
                <a:gd name="connsiteY36" fmla="*/ 220980 h 566927"/>
                <a:gd name="connsiteX37" fmla="*/ 272796 w 393191"/>
                <a:gd name="connsiteY37" fmla="*/ 248412 h 566927"/>
                <a:gd name="connsiteX38" fmla="*/ 300228 w 393191"/>
                <a:gd name="connsiteY38" fmla="*/ 220980 h 566927"/>
                <a:gd name="connsiteX39" fmla="*/ 289560 w 393191"/>
                <a:gd name="connsiteY39" fmla="*/ 495300 h 566927"/>
                <a:gd name="connsiteX40" fmla="*/ 274320 w 393191"/>
                <a:gd name="connsiteY40" fmla="*/ 480060 h 566927"/>
                <a:gd name="connsiteX41" fmla="*/ 120396 w 393191"/>
                <a:gd name="connsiteY41" fmla="*/ 480060 h 566927"/>
                <a:gd name="connsiteX42" fmla="*/ 105156 w 393191"/>
                <a:gd name="connsiteY42" fmla="*/ 495300 h 566927"/>
                <a:gd name="connsiteX43" fmla="*/ 120396 w 393191"/>
                <a:gd name="connsiteY43" fmla="*/ 510540 h 566927"/>
                <a:gd name="connsiteX44" fmla="*/ 274320 w 393191"/>
                <a:gd name="connsiteY44" fmla="*/ 510540 h 566927"/>
                <a:gd name="connsiteX45" fmla="*/ 289560 w 393191"/>
                <a:gd name="connsiteY45" fmla="*/ 495300 h 566927"/>
                <a:gd name="connsiteX46" fmla="*/ 269748 w 393191"/>
                <a:gd name="connsiteY46" fmla="*/ 551688 h 566927"/>
                <a:gd name="connsiteX47" fmla="*/ 254508 w 393191"/>
                <a:gd name="connsiteY47" fmla="*/ 536448 h 566927"/>
                <a:gd name="connsiteX48" fmla="*/ 138684 w 393191"/>
                <a:gd name="connsiteY48" fmla="*/ 536448 h 566927"/>
                <a:gd name="connsiteX49" fmla="*/ 123444 w 393191"/>
                <a:gd name="connsiteY49" fmla="*/ 551688 h 566927"/>
                <a:gd name="connsiteX50" fmla="*/ 138684 w 393191"/>
                <a:gd name="connsiteY50" fmla="*/ 566928 h 566927"/>
                <a:gd name="connsiteX51" fmla="*/ 254508 w 393191"/>
                <a:gd name="connsiteY51" fmla="*/ 566928 h 566927"/>
                <a:gd name="connsiteX52" fmla="*/ 269748 w 393191"/>
                <a:gd name="connsiteY52" fmla="*/ 551688 h 566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393191" h="566927">
                  <a:moveTo>
                    <a:pt x="179832" y="278892"/>
                  </a:moveTo>
                  <a:lnTo>
                    <a:pt x="213360" y="278892"/>
                  </a:lnTo>
                  <a:lnTo>
                    <a:pt x="213360" y="449580"/>
                  </a:lnTo>
                  <a:lnTo>
                    <a:pt x="179832" y="449580"/>
                  </a:lnTo>
                  <a:lnTo>
                    <a:pt x="179832" y="278892"/>
                  </a:lnTo>
                  <a:close/>
                  <a:moveTo>
                    <a:pt x="196596" y="0"/>
                  </a:moveTo>
                  <a:cubicBezTo>
                    <a:pt x="88392" y="1524"/>
                    <a:pt x="0" y="89916"/>
                    <a:pt x="0" y="198120"/>
                  </a:cubicBezTo>
                  <a:cubicBezTo>
                    <a:pt x="0" y="242316"/>
                    <a:pt x="15240" y="284988"/>
                    <a:pt x="39624" y="316992"/>
                  </a:cubicBezTo>
                  <a:cubicBezTo>
                    <a:pt x="74676" y="364236"/>
                    <a:pt x="85344" y="384048"/>
                    <a:pt x="85344" y="408432"/>
                  </a:cubicBezTo>
                  <a:cubicBezTo>
                    <a:pt x="85344" y="429768"/>
                    <a:pt x="103632" y="448056"/>
                    <a:pt x="124968" y="448056"/>
                  </a:cubicBezTo>
                  <a:lnTo>
                    <a:pt x="147828" y="448056"/>
                  </a:lnTo>
                  <a:lnTo>
                    <a:pt x="147828" y="277368"/>
                  </a:lnTo>
                  <a:lnTo>
                    <a:pt x="120396" y="277368"/>
                  </a:lnTo>
                  <a:cubicBezTo>
                    <a:pt x="88392" y="277368"/>
                    <a:pt x="62484" y="251460"/>
                    <a:pt x="62484" y="219456"/>
                  </a:cubicBezTo>
                  <a:cubicBezTo>
                    <a:pt x="62484" y="187452"/>
                    <a:pt x="88392" y="161544"/>
                    <a:pt x="120396" y="161544"/>
                  </a:cubicBezTo>
                  <a:cubicBezTo>
                    <a:pt x="152400" y="161544"/>
                    <a:pt x="178308" y="187452"/>
                    <a:pt x="178308" y="219456"/>
                  </a:cubicBezTo>
                  <a:cubicBezTo>
                    <a:pt x="178308" y="228600"/>
                    <a:pt x="175260" y="237744"/>
                    <a:pt x="170688" y="246888"/>
                  </a:cubicBezTo>
                  <a:lnTo>
                    <a:pt x="224028" y="246888"/>
                  </a:lnTo>
                  <a:cubicBezTo>
                    <a:pt x="219456" y="239268"/>
                    <a:pt x="216408" y="230124"/>
                    <a:pt x="216408" y="219456"/>
                  </a:cubicBezTo>
                  <a:cubicBezTo>
                    <a:pt x="216408" y="187452"/>
                    <a:pt x="242316" y="161544"/>
                    <a:pt x="274320" y="161544"/>
                  </a:cubicBezTo>
                  <a:cubicBezTo>
                    <a:pt x="306324" y="161544"/>
                    <a:pt x="332232" y="187452"/>
                    <a:pt x="332232" y="219456"/>
                  </a:cubicBezTo>
                  <a:cubicBezTo>
                    <a:pt x="332232" y="251460"/>
                    <a:pt x="306324" y="277368"/>
                    <a:pt x="274320" y="277368"/>
                  </a:cubicBezTo>
                  <a:lnTo>
                    <a:pt x="245364" y="277368"/>
                  </a:lnTo>
                  <a:lnTo>
                    <a:pt x="245364" y="448056"/>
                  </a:lnTo>
                  <a:lnTo>
                    <a:pt x="268224" y="448056"/>
                  </a:lnTo>
                  <a:cubicBezTo>
                    <a:pt x="289560" y="448056"/>
                    <a:pt x="307848" y="429768"/>
                    <a:pt x="307848" y="408432"/>
                  </a:cubicBezTo>
                  <a:cubicBezTo>
                    <a:pt x="307848" y="384048"/>
                    <a:pt x="318516" y="364236"/>
                    <a:pt x="353568" y="316992"/>
                  </a:cubicBezTo>
                  <a:cubicBezTo>
                    <a:pt x="377952" y="283464"/>
                    <a:pt x="393192" y="242316"/>
                    <a:pt x="393192" y="198120"/>
                  </a:cubicBezTo>
                  <a:cubicBezTo>
                    <a:pt x="393192" y="89916"/>
                    <a:pt x="306324" y="1524"/>
                    <a:pt x="196596" y="0"/>
                  </a:cubicBezTo>
                  <a:close/>
                  <a:moveTo>
                    <a:pt x="92964" y="220980"/>
                  </a:moveTo>
                  <a:cubicBezTo>
                    <a:pt x="92964" y="236220"/>
                    <a:pt x="105156" y="248412"/>
                    <a:pt x="120396" y="248412"/>
                  </a:cubicBezTo>
                  <a:cubicBezTo>
                    <a:pt x="135636" y="248412"/>
                    <a:pt x="147828" y="236220"/>
                    <a:pt x="147828" y="220980"/>
                  </a:cubicBezTo>
                  <a:cubicBezTo>
                    <a:pt x="147828" y="205740"/>
                    <a:pt x="135636" y="193548"/>
                    <a:pt x="120396" y="193548"/>
                  </a:cubicBezTo>
                  <a:cubicBezTo>
                    <a:pt x="105156" y="195072"/>
                    <a:pt x="92964" y="205740"/>
                    <a:pt x="92964" y="220980"/>
                  </a:cubicBezTo>
                  <a:close/>
                  <a:moveTo>
                    <a:pt x="300228" y="220980"/>
                  </a:moveTo>
                  <a:cubicBezTo>
                    <a:pt x="300228" y="205740"/>
                    <a:pt x="288036" y="193548"/>
                    <a:pt x="272796" y="193548"/>
                  </a:cubicBezTo>
                  <a:cubicBezTo>
                    <a:pt x="257556" y="193548"/>
                    <a:pt x="245364" y="205740"/>
                    <a:pt x="245364" y="220980"/>
                  </a:cubicBezTo>
                  <a:cubicBezTo>
                    <a:pt x="245364" y="236220"/>
                    <a:pt x="257556" y="248412"/>
                    <a:pt x="272796" y="248412"/>
                  </a:cubicBezTo>
                  <a:cubicBezTo>
                    <a:pt x="288036" y="248412"/>
                    <a:pt x="300228" y="236220"/>
                    <a:pt x="300228" y="220980"/>
                  </a:cubicBezTo>
                  <a:close/>
                  <a:moveTo>
                    <a:pt x="289560" y="495300"/>
                  </a:moveTo>
                  <a:cubicBezTo>
                    <a:pt x="289560" y="486156"/>
                    <a:pt x="281940" y="480060"/>
                    <a:pt x="274320" y="480060"/>
                  </a:cubicBezTo>
                  <a:lnTo>
                    <a:pt x="120396" y="480060"/>
                  </a:lnTo>
                  <a:cubicBezTo>
                    <a:pt x="111252" y="480060"/>
                    <a:pt x="105156" y="487680"/>
                    <a:pt x="105156" y="495300"/>
                  </a:cubicBezTo>
                  <a:cubicBezTo>
                    <a:pt x="105156" y="502920"/>
                    <a:pt x="112776" y="510540"/>
                    <a:pt x="120396" y="510540"/>
                  </a:cubicBezTo>
                  <a:lnTo>
                    <a:pt x="274320" y="510540"/>
                  </a:lnTo>
                  <a:cubicBezTo>
                    <a:pt x="281940" y="512064"/>
                    <a:pt x="289560" y="504444"/>
                    <a:pt x="289560" y="495300"/>
                  </a:cubicBezTo>
                  <a:close/>
                  <a:moveTo>
                    <a:pt x="269748" y="551688"/>
                  </a:moveTo>
                  <a:cubicBezTo>
                    <a:pt x="269748" y="542544"/>
                    <a:pt x="262128" y="536448"/>
                    <a:pt x="254508" y="536448"/>
                  </a:cubicBezTo>
                  <a:lnTo>
                    <a:pt x="138684" y="536448"/>
                  </a:lnTo>
                  <a:cubicBezTo>
                    <a:pt x="129540" y="536448"/>
                    <a:pt x="123444" y="544068"/>
                    <a:pt x="123444" y="551688"/>
                  </a:cubicBezTo>
                  <a:cubicBezTo>
                    <a:pt x="123444" y="559308"/>
                    <a:pt x="131064" y="566928"/>
                    <a:pt x="138684" y="566928"/>
                  </a:cubicBezTo>
                  <a:lnTo>
                    <a:pt x="254508" y="566928"/>
                  </a:lnTo>
                  <a:cubicBezTo>
                    <a:pt x="263652" y="566928"/>
                    <a:pt x="269748" y="560832"/>
                    <a:pt x="269748" y="551688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52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59" name="文本框 258"/>
            <p:cNvSpPr txBox="1"/>
            <p:nvPr/>
          </p:nvSpPr>
          <p:spPr>
            <a:xfrm>
              <a:off x="1586" y="3387"/>
              <a:ext cx="1205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100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全员流程操作规范</a:t>
              </a:r>
              <a:endParaRPr lang="zh-CN" altLang="en-US" sz="10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60" name="文本框 259"/>
            <p:cNvSpPr txBox="1"/>
            <p:nvPr/>
          </p:nvSpPr>
          <p:spPr>
            <a:xfrm>
              <a:off x="3092" y="3387"/>
              <a:ext cx="1205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100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数字化工具培训</a:t>
              </a:r>
              <a:endParaRPr lang="zh-CN" altLang="en-US" sz="10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61" name="文本框 260"/>
            <p:cNvSpPr txBox="1"/>
            <p:nvPr/>
          </p:nvSpPr>
          <p:spPr>
            <a:xfrm>
              <a:off x="4599" y="3387"/>
              <a:ext cx="1205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100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学习型组织理念</a:t>
              </a:r>
              <a:endParaRPr lang="zh-CN" altLang="en-US" sz="10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62" name="文本框 261"/>
            <p:cNvSpPr txBox="1"/>
            <p:nvPr/>
          </p:nvSpPr>
          <p:spPr>
            <a:xfrm>
              <a:off x="2296" y="2701"/>
              <a:ext cx="2755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1000" b="1">
                  <a:gradFill>
                    <a:gsLst>
                      <a:gs pos="0">
                        <a:schemeClr val="accent1"/>
                      </a:gs>
                      <a:gs pos="100000">
                        <a:schemeClr val="accent1">
                          <a:lumMod val="60000"/>
                          <a:lumOff val="40000"/>
                        </a:schemeClr>
                      </a:gs>
                    </a:gsLst>
                    <a:lin ang="5400000" scaled="0"/>
                  </a:gradFill>
                  <a:effectLst>
                    <a:outerShdw blurRad="50800" dist="38100" dir="2700000" algn="tl" rotWithShape="0">
                      <a:schemeClr val="bg1">
                        <a:alpha val="40000"/>
                      </a:scheme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通过工具培训与理念渗透</a:t>
              </a:r>
              <a:endParaRPr lang="zh-CN" altLang="en-US" sz="1000" b="1">
                <a:gradFill>
                  <a:gsLst>
                    <a:gs pos="0">
                      <a:schemeClr val="accent1"/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5400000" scaled="0"/>
                </a:gradFill>
                <a:effectLst>
                  <a:outerShdw blurRad="50800" dist="38100" dir="2700000" algn="tl" rotWithShape="0">
                    <a:schemeClr val="bg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280" name="组合 279"/>
          <p:cNvGrpSpPr/>
          <p:nvPr/>
        </p:nvGrpSpPr>
        <p:grpSpPr>
          <a:xfrm>
            <a:off x="4534535" y="1103630"/>
            <a:ext cx="3023870" cy="1589405"/>
            <a:chOff x="1185" y="1738"/>
            <a:chExt cx="4762" cy="2503"/>
          </a:xfrm>
        </p:grpSpPr>
        <p:sp>
          <p:nvSpPr>
            <p:cNvPr id="281" name="矩形 280"/>
            <p:cNvSpPr/>
            <p:nvPr/>
          </p:nvSpPr>
          <p:spPr>
            <a:xfrm>
              <a:off x="1399" y="2017"/>
              <a:ext cx="4548" cy="2224"/>
            </a:xfrm>
            <a:prstGeom prst="rect">
              <a:avLst/>
            </a:prstGeom>
            <a:noFill/>
            <a:ln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50800" dist="38100" dir="2700000" algn="tl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sp>
          <p:nvSpPr>
            <p:cNvPr id="282" name="矩形 281"/>
            <p:cNvSpPr/>
            <p:nvPr/>
          </p:nvSpPr>
          <p:spPr>
            <a:xfrm>
              <a:off x="1399" y="2686"/>
              <a:ext cx="4548" cy="41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sp>
          <p:nvSpPr>
            <p:cNvPr id="283" name="矩形 282"/>
            <p:cNvSpPr/>
            <p:nvPr/>
          </p:nvSpPr>
          <p:spPr>
            <a:xfrm>
              <a:off x="1559" y="3337"/>
              <a:ext cx="1258" cy="7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sp>
          <p:nvSpPr>
            <p:cNvPr id="284" name="矩形 283"/>
            <p:cNvSpPr/>
            <p:nvPr/>
          </p:nvSpPr>
          <p:spPr>
            <a:xfrm>
              <a:off x="3065" y="3337"/>
              <a:ext cx="1258" cy="7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285" name="矩形 284"/>
            <p:cNvSpPr/>
            <p:nvPr/>
          </p:nvSpPr>
          <p:spPr>
            <a:xfrm>
              <a:off x="4572" y="3337"/>
              <a:ext cx="1258" cy="7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286" name="任意多边形 285"/>
            <p:cNvSpPr/>
            <p:nvPr/>
          </p:nvSpPr>
          <p:spPr>
            <a:xfrm>
              <a:off x="1186" y="1883"/>
              <a:ext cx="3384" cy="627"/>
            </a:xfrm>
            <a:custGeom>
              <a:avLst/>
              <a:gdLst>
                <a:gd name="adj" fmla="val 34177"/>
                <a:gd name="a" fmla="pin 0 adj 50000"/>
                <a:gd name="x1" fmla="*/ ss a 100000"/>
                <a:gd name="x2" fmla="+- r 0 x1"/>
                <a:gd name="y2" fmla="+- b 0 x1"/>
                <a:gd name="il" fmla="*/ x1 29289 100000"/>
                <a:gd name="ir" fmla="+- r 0 il"/>
                <a:gd name="ib" fmla="+- b 0 il"/>
              </a:gdLst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384" h="627">
                  <a:moveTo>
                    <a:pt x="0" y="0"/>
                  </a:moveTo>
                  <a:lnTo>
                    <a:pt x="3107" y="0"/>
                  </a:lnTo>
                  <a:lnTo>
                    <a:pt x="3114" y="0"/>
                  </a:lnTo>
                  <a:cubicBezTo>
                    <a:pt x="3266" y="-4"/>
                    <a:pt x="3388" y="149"/>
                    <a:pt x="3384" y="270"/>
                  </a:cubicBezTo>
                  <a:lnTo>
                    <a:pt x="3384" y="277"/>
                  </a:lnTo>
                  <a:lnTo>
                    <a:pt x="3384" y="533"/>
                  </a:lnTo>
                  <a:lnTo>
                    <a:pt x="3384" y="541"/>
                  </a:lnTo>
                  <a:cubicBezTo>
                    <a:pt x="3386" y="570"/>
                    <a:pt x="3372" y="619"/>
                    <a:pt x="3368" y="627"/>
                  </a:cubicBezTo>
                  <a:lnTo>
                    <a:pt x="0" y="627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2700000" scaled="0"/>
            </a:gradFill>
            <a:ln>
              <a:noFill/>
            </a:ln>
            <a:effectLst>
              <a:outerShdw blurRad="50800" dist="38100" dir="2700000" algn="tl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sp>
          <p:nvSpPr>
            <p:cNvPr id="287" name="椭圆 286"/>
            <p:cNvSpPr/>
            <p:nvPr/>
          </p:nvSpPr>
          <p:spPr>
            <a:xfrm>
              <a:off x="1350" y="1738"/>
              <a:ext cx="856" cy="85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sp>
          <p:nvSpPr>
            <p:cNvPr id="288" name="直角三角形 287"/>
            <p:cNvSpPr/>
            <p:nvPr/>
          </p:nvSpPr>
          <p:spPr>
            <a:xfrm flipH="1" flipV="1">
              <a:off x="1185" y="2510"/>
              <a:ext cx="214" cy="247"/>
            </a:xfrm>
            <a:prstGeom prst="rtTriangle">
              <a:avLst/>
            </a:prstGeom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sp>
          <p:nvSpPr>
            <p:cNvPr id="289" name="©显眼包PPT17"/>
            <p:cNvSpPr txBox="1"/>
            <p:nvPr/>
          </p:nvSpPr>
          <p:spPr>
            <a:xfrm>
              <a:off x="2297" y="2027"/>
              <a:ext cx="2118" cy="339"/>
            </a:xfrm>
            <a:prstGeom prst="rect">
              <a:avLst/>
            </a:prstGeom>
            <a:noFill/>
            <a:effectLst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zh-CN" altLang="en-US" sz="1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j-ea"/>
                </a:rPr>
                <a:t>规划运营节奏</a:t>
              </a:r>
              <a:endPara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j-ea"/>
              </a:endParaRPr>
            </a:p>
          </p:txBody>
        </p:sp>
        <p:sp>
          <p:nvSpPr>
            <p:cNvPr id="292" name="文本框 291"/>
            <p:cNvSpPr txBox="1"/>
            <p:nvPr/>
          </p:nvSpPr>
          <p:spPr>
            <a:xfrm>
              <a:off x="1586" y="3387"/>
              <a:ext cx="1205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00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BI</a:t>
              </a:r>
              <a:r>
                <a:rPr lang="zh-CN" altLang="en-US" sz="100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工具追踪节点</a:t>
              </a:r>
              <a:endParaRPr lang="zh-CN" altLang="en-US" sz="10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94" name="文本框 293"/>
            <p:cNvSpPr txBox="1"/>
            <p:nvPr/>
          </p:nvSpPr>
          <p:spPr>
            <a:xfrm>
              <a:off x="3092" y="3387"/>
              <a:ext cx="1205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100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组织效能协同提升</a:t>
              </a:r>
              <a:endParaRPr lang="zh-CN" altLang="en-US" sz="10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95" name="文本框 294"/>
            <p:cNvSpPr txBox="1"/>
            <p:nvPr/>
          </p:nvSpPr>
          <p:spPr>
            <a:xfrm>
              <a:off x="4599" y="3387"/>
              <a:ext cx="1205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100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压缩需求交付周期</a:t>
              </a:r>
              <a:endParaRPr lang="zh-CN" altLang="en-US" sz="10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96" name="文本框 295"/>
            <p:cNvSpPr txBox="1"/>
            <p:nvPr/>
          </p:nvSpPr>
          <p:spPr>
            <a:xfrm>
              <a:off x="2296" y="2701"/>
              <a:ext cx="2755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1000" b="1">
                  <a:gradFill>
                    <a:gsLst>
                      <a:gs pos="0">
                        <a:schemeClr val="accent1"/>
                      </a:gs>
                      <a:gs pos="100000">
                        <a:schemeClr val="accent1">
                          <a:lumMod val="60000"/>
                          <a:lumOff val="40000"/>
                        </a:schemeClr>
                      </a:gs>
                    </a:gsLst>
                    <a:lin ang="5400000" scaled="0"/>
                  </a:gradFill>
                  <a:effectLst>
                    <a:outerShdw blurRad="50800" dist="38100" dir="2700000" algn="tl" rotWithShape="0">
                      <a:schemeClr val="bg1">
                        <a:alpha val="40000"/>
                      </a:scheme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通过节奏管控加快响应速度</a:t>
              </a:r>
              <a:endParaRPr lang="zh-CN" altLang="en-US" sz="1000" b="1">
                <a:gradFill>
                  <a:gsLst>
                    <a:gs pos="0">
                      <a:schemeClr val="accent1"/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5400000" scaled="0"/>
                </a:gradFill>
                <a:effectLst>
                  <a:outerShdw blurRad="50800" dist="38100" dir="2700000" algn="tl" rotWithShape="0">
                    <a:schemeClr val="bg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313" name="组合 312"/>
          <p:cNvGrpSpPr/>
          <p:nvPr/>
        </p:nvGrpSpPr>
        <p:grpSpPr>
          <a:xfrm>
            <a:off x="8316595" y="1103630"/>
            <a:ext cx="3023870" cy="1589405"/>
            <a:chOff x="1185" y="1738"/>
            <a:chExt cx="4762" cy="2503"/>
          </a:xfrm>
        </p:grpSpPr>
        <p:sp>
          <p:nvSpPr>
            <p:cNvPr id="314" name="矩形 313"/>
            <p:cNvSpPr/>
            <p:nvPr/>
          </p:nvSpPr>
          <p:spPr>
            <a:xfrm>
              <a:off x="1399" y="2017"/>
              <a:ext cx="4548" cy="2224"/>
            </a:xfrm>
            <a:prstGeom prst="rect">
              <a:avLst/>
            </a:prstGeom>
            <a:noFill/>
            <a:ln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50800" dist="38100" dir="2700000" algn="tl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sp>
          <p:nvSpPr>
            <p:cNvPr id="315" name="矩形 314"/>
            <p:cNvSpPr/>
            <p:nvPr/>
          </p:nvSpPr>
          <p:spPr>
            <a:xfrm>
              <a:off x="1399" y="2686"/>
              <a:ext cx="4548" cy="41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sp>
          <p:nvSpPr>
            <p:cNvPr id="319" name="矩形 318"/>
            <p:cNvSpPr/>
            <p:nvPr/>
          </p:nvSpPr>
          <p:spPr>
            <a:xfrm>
              <a:off x="1559" y="3337"/>
              <a:ext cx="1258" cy="7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sp>
          <p:nvSpPr>
            <p:cNvPr id="320" name="矩形 319"/>
            <p:cNvSpPr/>
            <p:nvPr/>
          </p:nvSpPr>
          <p:spPr>
            <a:xfrm>
              <a:off x="3065" y="3337"/>
              <a:ext cx="1258" cy="7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321" name="矩形 320"/>
            <p:cNvSpPr/>
            <p:nvPr/>
          </p:nvSpPr>
          <p:spPr>
            <a:xfrm>
              <a:off x="4572" y="3337"/>
              <a:ext cx="1258" cy="7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322" name="任意多边形 321"/>
            <p:cNvSpPr/>
            <p:nvPr/>
          </p:nvSpPr>
          <p:spPr>
            <a:xfrm>
              <a:off x="1186" y="1883"/>
              <a:ext cx="3384" cy="627"/>
            </a:xfrm>
            <a:custGeom>
              <a:avLst/>
              <a:gdLst>
                <a:gd name="adj" fmla="val 34177"/>
                <a:gd name="a" fmla="pin 0 adj 50000"/>
                <a:gd name="x1" fmla="*/ ss a 100000"/>
                <a:gd name="x2" fmla="+- r 0 x1"/>
                <a:gd name="y2" fmla="+- b 0 x1"/>
                <a:gd name="il" fmla="*/ x1 29289 100000"/>
                <a:gd name="ir" fmla="+- r 0 il"/>
                <a:gd name="ib" fmla="+- b 0 il"/>
              </a:gdLst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384" h="627">
                  <a:moveTo>
                    <a:pt x="0" y="0"/>
                  </a:moveTo>
                  <a:lnTo>
                    <a:pt x="3107" y="0"/>
                  </a:lnTo>
                  <a:lnTo>
                    <a:pt x="3114" y="0"/>
                  </a:lnTo>
                  <a:cubicBezTo>
                    <a:pt x="3266" y="-4"/>
                    <a:pt x="3388" y="149"/>
                    <a:pt x="3384" y="270"/>
                  </a:cubicBezTo>
                  <a:lnTo>
                    <a:pt x="3384" y="277"/>
                  </a:lnTo>
                  <a:lnTo>
                    <a:pt x="3384" y="533"/>
                  </a:lnTo>
                  <a:lnTo>
                    <a:pt x="3384" y="541"/>
                  </a:lnTo>
                  <a:cubicBezTo>
                    <a:pt x="3386" y="570"/>
                    <a:pt x="3372" y="619"/>
                    <a:pt x="3368" y="627"/>
                  </a:cubicBezTo>
                  <a:lnTo>
                    <a:pt x="0" y="627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2700000" scaled="0"/>
            </a:gradFill>
            <a:ln>
              <a:noFill/>
            </a:ln>
            <a:effectLst>
              <a:outerShdw blurRad="50800" dist="38100" dir="2700000" algn="tl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sp>
          <p:nvSpPr>
            <p:cNvPr id="325" name="椭圆 324"/>
            <p:cNvSpPr/>
            <p:nvPr/>
          </p:nvSpPr>
          <p:spPr>
            <a:xfrm>
              <a:off x="1350" y="1738"/>
              <a:ext cx="856" cy="85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sp>
          <p:nvSpPr>
            <p:cNvPr id="326" name="直角三角形 325"/>
            <p:cNvSpPr/>
            <p:nvPr/>
          </p:nvSpPr>
          <p:spPr>
            <a:xfrm flipH="1" flipV="1">
              <a:off x="1185" y="2510"/>
              <a:ext cx="214" cy="247"/>
            </a:xfrm>
            <a:prstGeom prst="rtTriangle">
              <a:avLst/>
            </a:prstGeom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sp>
          <p:nvSpPr>
            <p:cNvPr id="328" name="©显眼包PPT17"/>
            <p:cNvSpPr txBox="1"/>
            <p:nvPr/>
          </p:nvSpPr>
          <p:spPr>
            <a:xfrm>
              <a:off x="2297" y="2027"/>
              <a:ext cx="2118" cy="339"/>
            </a:xfrm>
            <a:prstGeom prst="rect">
              <a:avLst/>
            </a:prstGeom>
            <a:noFill/>
            <a:effectLst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zh-CN" altLang="en-US" sz="1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j-ea"/>
                </a:rPr>
                <a:t>重塑运营组织</a:t>
              </a:r>
              <a:endPara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j-ea"/>
              </a:endParaRPr>
            </a:p>
          </p:txBody>
        </p:sp>
        <p:sp>
          <p:nvSpPr>
            <p:cNvPr id="331" name="文本框 330"/>
            <p:cNvSpPr txBox="1"/>
            <p:nvPr/>
          </p:nvSpPr>
          <p:spPr>
            <a:xfrm>
              <a:off x="1586" y="3387"/>
              <a:ext cx="1205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sz="100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运营中台组织搭建</a:t>
              </a:r>
              <a:endParaRPr lang="zh-CN" sz="10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35" name="文本框 334"/>
            <p:cNvSpPr txBox="1"/>
            <p:nvPr/>
          </p:nvSpPr>
          <p:spPr>
            <a:xfrm>
              <a:off x="3092" y="3387"/>
              <a:ext cx="1205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100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协同支持业务专班</a:t>
              </a:r>
              <a:endParaRPr lang="zh-CN" altLang="en-US" sz="10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36" name="文本框 335"/>
            <p:cNvSpPr txBox="1"/>
            <p:nvPr/>
          </p:nvSpPr>
          <p:spPr>
            <a:xfrm>
              <a:off x="4599" y="3387"/>
              <a:ext cx="1205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100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架构升级无缝协作</a:t>
              </a:r>
              <a:endParaRPr lang="zh-CN" altLang="en-US" sz="10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37" name="文本框 336"/>
            <p:cNvSpPr txBox="1"/>
            <p:nvPr/>
          </p:nvSpPr>
          <p:spPr>
            <a:xfrm>
              <a:off x="2296" y="2701"/>
              <a:ext cx="2755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1000" b="1">
                  <a:gradFill>
                    <a:gsLst>
                      <a:gs pos="0">
                        <a:schemeClr val="accent1"/>
                      </a:gs>
                      <a:gs pos="100000">
                        <a:schemeClr val="accent1">
                          <a:lumMod val="60000"/>
                          <a:lumOff val="40000"/>
                        </a:schemeClr>
                      </a:gs>
                    </a:gsLst>
                    <a:lin ang="5400000" scaled="0"/>
                  </a:gradFill>
                  <a:effectLst>
                    <a:outerShdw blurRad="50800" dist="38100" dir="2700000" algn="tl" rotWithShape="0">
                      <a:schemeClr val="bg1">
                        <a:alpha val="40000"/>
                      </a:scheme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构建高效协同的组织体系</a:t>
              </a:r>
              <a:endParaRPr lang="zh-CN" altLang="en-US" sz="1000" b="1">
                <a:gradFill>
                  <a:gsLst>
                    <a:gs pos="0">
                      <a:schemeClr val="accent1"/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5400000" scaled="0"/>
                </a:gradFill>
                <a:effectLst>
                  <a:outerShdw blurRad="50800" dist="38100" dir="2700000" algn="tl" rotWithShape="0">
                    <a:schemeClr val="bg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361" name="组合 360"/>
          <p:cNvGrpSpPr/>
          <p:nvPr/>
        </p:nvGrpSpPr>
        <p:grpSpPr>
          <a:xfrm>
            <a:off x="779145" y="4810760"/>
            <a:ext cx="3023870" cy="1589405"/>
            <a:chOff x="1185" y="1738"/>
            <a:chExt cx="4762" cy="2503"/>
          </a:xfrm>
        </p:grpSpPr>
        <p:sp>
          <p:nvSpPr>
            <p:cNvPr id="362" name="矩形 361"/>
            <p:cNvSpPr/>
            <p:nvPr/>
          </p:nvSpPr>
          <p:spPr>
            <a:xfrm>
              <a:off x="1399" y="2017"/>
              <a:ext cx="4548" cy="2224"/>
            </a:xfrm>
            <a:prstGeom prst="rect">
              <a:avLst/>
            </a:prstGeom>
            <a:noFill/>
            <a:ln>
              <a:solidFill>
                <a:schemeClr val="accent5">
                  <a:lumMod val="60000"/>
                  <a:lumOff val="40000"/>
                </a:schemeClr>
              </a:solidFill>
            </a:ln>
            <a:effectLst>
              <a:outerShdw blurRad="50800" dist="38100" dir="2700000" algn="tl" rotWithShape="0">
                <a:schemeClr val="accent5">
                  <a:alpha val="40000"/>
                </a:scheme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sp>
          <p:nvSpPr>
            <p:cNvPr id="363" name="矩形 362"/>
            <p:cNvSpPr/>
            <p:nvPr/>
          </p:nvSpPr>
          <p:spPr>
            <a:xfrm>
              <a:off x="1399" y="2686"/>
              <a:ext cx="4548" cy="416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sp>
          <p:nvSpPr>
            <p:cNvPr id="364" name="矩形 363"/>
            <p:cNvSpPr/>
            <p:nvPr/>
          </p:nvSpPr>
          <p:spPr>
            <a:xfrm>
              <a:off x="1559" y="3337"/>
              <a:ext cx="1258" cy="7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sp>
          <p:nvSpPr>
            <p:cNvPr id="365" name="矩形 364"/>
            <p:cNvSpPr/>
            <p:nvPr/>
          </p:nvSpPr>
          <p:spPr>
            <a:xfrm>
              <a:off x="3065" y="3337"/>
              <a:ext cx="1258" cy="7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366" name="矩形 365"/>
            <p:cNvSpPr/>
            <p:nvPr/>
          </p:nvSpPr>
          <p:spPr>
            <a:xfrm>
              <a:off x="4572" y="3337"/>
              <a:ext cx="1258" cy="7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367" name="任意多边形 366"/>
            <p:cNvSpPr/>
            <p:nvPr/>
          </p:nvSpPr>
          <p:spPr>
            <a:xfrm>
              <a:off x="1186" y="1883"/>
              <a:ext cx="3384" cy="627"/>
            </a:xfrm>
            <a:custGeom>
              <a:avLst/>
              <a:gdLst>
                <a:gd name="adj" fmla="val 34177"/>
                <a:gd name="a" fmla="pin 0 adj 50000"/>
                <a:gd name="x1" fmla="*/ ss a 100000"/>
                <a:gd name="x2" fmla="+- r 0 x1"/>
                <a:gd name="y2" fmla="+- b 0 x1"/>
                <a:gd name="il" fmla="*/ x1 29289 100000"/>
                <a:gd name="ir" fmla="+- r 0 il"/>
                <a:gd name="ib" fmla="+- b 0 il"/>
              </a:gdLst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384" h="627">
                  <a:moveTo>
                    <a:pt x="0" y="0"/>
                  </a:moveTo>
                  <a:lnTo>
                    <a:pt x="3107" y="0"/>
                  </a:lnTo>
                  <a:lnTo>
                    <a:pt x="3114" y="0"/>
                  </a:lnTo>
                  <a:cubicBezTo>
                    <a:pt x="3266" y="-4"/>
                    <a:pt x="3388" y="149"/>
                    <a:pt x="3384" y="270"/>
                  </a:cubicBezTo>
                  <a:lnTo>
                    <a:pt x="3384" y="277"/>
                  </a:lnTo>
                  <a:lnTo>
                    <a:pt x="3384" y="533"/>
                  </a:lnTo>
                  <a:lnTo>
                    <a:pt x="3384" y="541"/>
                  </a:lnTo>
                  <a:cubicBezTo>
                    <a:pt x="3386" y="570"/>
                    <a:pt x="3372" y="619"/>
                    <a:pt x="3368" y="627"/>
                  </a:cubicBezTo>
                  <a:lnTo>
                    <a:pt x="0" y="627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5">
                    <a:lumMod val="60000"/>
                    <a:lumOff val="40000"/>
                  </a:schemeClr>
                </a:gs>
                <a:gs pos="100000">
                  <a:schemeClr val="accent5"/>
                </a:gs>
              </a:gsLst>
              <a:lin ang="2700000" scaled="0"/>
            </a:gradFill>
            <a:ln>
              <a:noFill/>
            </a:ln>
            <a:effectLst>
              <a:outerShdw blurRad="50800" dist="38100" dir="2700000" algn="tl" rotWithShape="0">
                <a:schemeClr val="accent5">
                  <a:alpha val="40000"/>
                </a:scheme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sp>
          <p:nvSpPr>
            <p:cNvPr id="368" name="椭圆 367"/>
            <p:cNvSpPr/>
            <p:nvPr/>
          </p:nvSpPr>
          <p:spPr>
            <a:xfrm>
              <a:off x="1350" y="1738"/>
              <a:ext cx="856" cy="85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sp>
          <p:nvSpPr>
            <p:cNvPr id="369" name="直角三角形 368"/>
            <p:cNvSpPr/>
            <p:nvPr/>
          </p:nvSpPr>
          <p:spPr>
            <a:xfrm flipH="1" flipV="1">
              <a:off x="1185" y="2510"/>
              <a:ext cx="214" cy="247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sp>
          <p:nvSpPr>
            <p:cNvPr id="370" name="©显眼包PPT17"/>
            <p:cNvSpPr txBox="1"/>
            <p:nvPr/>
          </p:nvSpPr>
          <p:spPr>
            <a:xfrm>
              <a:off x="2297" y="2027"/>
              <a:ext cx="2118" cy="339"/>
            </a:xfrm>
            <a:prstGeom prst="rect">
              <a:avLst/>
            </a:prstGeom>
            <a:noFill/>
            <a:effectLst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zh-CN" altLang="en-US" sz="1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j-ea"/>
                </a:rPr>
                <a:t>运营健康诊断</a:t>
              </a:r>
              <a:endPara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j-ea"/>
              </a:endParaRPr>
            </a:p>
          </p:txBody>
        </p:sp>
        <p:sp>
          <p:nvSpPr>
            <p:cNvPr id="372" name="文本框 371"/>
            <p:cNvSpPr txBox="1"/>
            <p:nvPr/>
          </p:nvSpPr>
          <p:spPr>
            <a:xfrm>
              <a:off x="1586" y="3387"/>
              <a:ext cx="1205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100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运营指标深度诊断</a:t>
              </a:r>
              <a:endParaRPr lang="zh-CN" altLang="en-US" sz="10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73" name="文本框 372"/>
            <p:cNvSpPr txBox="1"/>
            <p:nvPr/>
          </p:nvSpPr>
          <p:spPr>
            <a:xfrm>
              <a:off x="3092" y="3387"/>
              <a:ext cx="1205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100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试点敏捷运营流程</a:t>
              </a:r>
              <a:endParaRPr lang="zh-CN" altLang="en-US" sz="10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74" name="文本框 373"/>
            <p:cNvSpPr txBox="1"/>
            <p:nvPr/>
          </p:nvSpPr>
          <p:spPr>
            <a:xfrm>
              <a:off x="4599" y="3387"/>
              <a:ext cx="1205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100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主导推进平稳变革</a:t>
              </a:r>
              <a:endParaRPr lang="zh-CN" altLang="en-US" sz="10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75" name="文本框 374"/>
            <p:cNvSpPr txBox="1"/>
            <p:nvPr/>
          </p:nvSpPr>
          <p:spPr>
            <a:xfrm>
              <a:off x="2296" y="2701"/>
              <a:ext cx="2755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1000" b="1">
                  <a:gradFill>
                    <a:gsLst>
                      <a:gs pos="0">
                        <a:schemeClr val="accent5"/>
                      </a:gs>
                      <a:gs pos="100000">
                        <a:schemeClr val="accent5">
                          <a:lumMod val="60000"/>
                          <a:lumOff val="40000"/>
                        </a:schemeClr>
                      </a:gs>
                    </a:gsLst>
                    <a:lin ang="5400000" scaled="0"/>
                  </a:gradFill>
                  <a:effectLst>
                    <a:outerShdw blurRad="50800" dist="38100" dir="2700000" algn="tl" rotWithShape="0">
                      <a:schemeClr val="bg1">
                        <a:alpha val="40000"/>
                      </a:scheme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实现</a:t>
              </a:r>
              <a:r>
                <a:rPr lang="en-US" altLang="zh-CN" sz="1000" b="1">
                  <a:gradFill>
                    <a:gsLst>
                      <a:gs pos="0">
                        <a:schemeClr val="accent5"/>
                      </a:gs>
                      <a:gs pos="100000">
                        <a:schemeClr val="accent5">
                          <a:lumMod val="60000"/>
                          <a:lumOff val="40000"/>
                        </a:schemeClr>
                      </a:gs>
                    </a:gsLst>
                    <a:lin ang="5400000" scaled="0"/>
                  </a:gradFill>
                  <a:effectLst>
                    <a:outerShdw blurRad="50800" dist="38100" dir="2700000" algn="tl" rotWithShape="0">
                      <a:schemeClr val="bg1">
                        <a:alpha val="40000"/>
                      </a:scheme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“</a:t>
              </a:r>
              <a:r>
                <a:rPr lang="zh-CN" altLang="en-US" sz="1000" b="1">
                  <a:gradFill>
                    <a:gsLst>
                      <a:gs pos="0">
                        <a:schemeClr val="accent5"/>
                      </a:gs>
                      <a:gs pos="100000">
                        <a:schemeClr val="accent5">
                          <a:lumMod val="60000"/>
                          <a:lumOff val="40000"/>
                        </a:schemeClr>
                      </a:gs>
                    </a:gsLst>
                    <a:lin ang="5400000" scaled="0"/>
                  </a:gradFill>
                  <a:effectLst>
                    <a:outerShdw blurRad="50800" dist="38100" dir="2700000" algn="tl" rotWithShape="0">
                      <a:schemeClr val="bg1">
                        <a:alpha val="40000"/>
                      </a:scheme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小步快跑、平稳变革</a:t>
              </a:r>
              <a:r>
                <a:rPr lang="en-US" altLang="zh-CN" sz="1000" b="1">
                  <a:gradFill>
                    <a:gsLst>
                      <a:gs pos="0">
                        <a:schemeClr val="accent5"/>
                      </a:gs>
                      <a:gs pos="100000">
                        <a:schemeClr val="accent5">
                          <a:lumMod val="60000"/>
                          <a:lumOff val="40000"/>
                        </a:schemeClr>
                      </a:gs>
                    </a:gsLst>
                    <a:lin ang="5400000" scaled="0"/>
                  </a:gradFill>
                  <a:effectLst>
                    <a:outerShdw blurRad="50800" dist="38100" dir="2700000" algn="tl" rotWithShape="0">
                      <a:schemeClr val="bg1">
                        <a:alpha val="40000"/>
                      </a:scheme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”</a:t>
              </a:r>
              <a:endParaRPr lang="en-US" altLang="zh-CN" sz="1000" b="1">
                <a:gradFill>
                  <a:gsLst>
                    <a:gs pos="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 scaled="0"/>
                </a:gradFill>
                <a:effectLst>
                  <a:outerShdw blurRad="50800" dist="38100" dir="2700000" algn="tl" rotWithShape="0">
                    <a:schemeClr val="bg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391" name="组合 390"/>
          <p:cNvGrpSpPr/>
          <p:nvPr/>
        </p:nvGrpSpPr>
        <p:grpSpPr>
          <a:xfrm>
            <a:off x="4564380" y="4810760"/>
            <a:ext cx="3023870" cy="1589405"/>
            <a:chOff x="1185" y="1738"/>
            <a:chExt cx="4762" cy="2503"/>
          </a:xfrm>
        </p:grpSpPr>
        <p:sp>
          <p:nvSpPr>
            <p:cNvPr id="392" name="矩形 391"/>
            <p:cNvSpPr/>
            <p:nvPr/>
          </p:nvSpPr>
          <p:spPr>
            <a:xfrm>
              <a:off x="1399" y="2017"/>
              <a:ext cx="4548" cy="2224"/>
            </a:xfrm>
            <a:prstGeom prst="rect">
              <a:avLst/>
            </a:prstGeom>
            <a:noFill/>
            <a:ln>
              <a:solidFill>
                <a:schemeClr val="accent5">
                  <a:lumMod val="60000"/>
                  <a:lumOff val="40000"/>
                </a:schemeClr>
              </a:solidFill>
            </a:ln>
            <a:effectLst>
              <a:outerShdw blurRad="50800" dist="38100" dir="2700000" algn="tl" rotWithShape="0">
                <a:schemeClr val="accent5">
                  <a:alpha val="40000"/>
                </a:scheme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sp>
          <p:nvSpPr>
            <p:cNvPr id="393" name="矩形 392"/>
            <p:cNvSpPr/>
            <p:nvPr/>
          </p:nvSpPr>
          <p:spPr>
            <a:xfrm>
              <a:off x="1399" y="2686"/>
              <a:ext cx="4548" cy="416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sp>
          <p:nvSpPr>
            <p:cNvPr id="394" name="矩形 393"/>
            <p:cNvSpPr/>
            <p:nvPr/>
          </p:nvSpPr>
          <p:spPr>
            <a:xfrm>
              <a:off x="1559" y="3337"/>
              <a:ext cx="1258" cy="7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sp>
          <p:nvSpPr>
            <p:cNvPr id="395" name="矩形 394"/>
            <p:cNvSpPr/>
            <p:nvPr/>
          </p:nvSpPr>
          <p:spPr>
            <a:xfrm>
              <a:off x="3065" y="3337"/>
              <a:ext cx="1258" cy="7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396" name="矩形 395"/>
            <p:cNvSpPr/>
            <p:nvPr/>
          </p:nvSpPr>
          <p:spPr>
            <a:xfrm>
              <a:off x="4572" y="3337"/>
              <a:ext cx="1258" cy="7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397" name="任意多边形 396"/>
            <p:cNvSpPr/>
            <p:nvPr/>
          </p:nvSpPr>
          <p:spPr>
            <a:xfrm>
              <a:off x="1186" y="1883"/>
              <a:ext cx="3384" cy="627"/>
            </a:xfrm>
            <a:custGeom>
              <a:avLst/>
              <a:gdLst>
                <a:gd name="adj" fmla="val 34177"/>
                <a:gd name="a" fmla="pin 0 adj 50000"/>
                <a:gd name="x1" fmla="*/ ss a 100000"/>
                <a:gd name="x2" fmla="+- r 0 x1"/>
                <a:gd name="y2" fmla="+- b 0 x1"/>
                <a:gd name="il" fmla="*/ x1 29289 100000"/>
                <a:gd name="ir" fmla="+- r 0 il"/>
                <a:gd name="ib" fmla="+- b 0 il"/>
              </a:gdLst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384" h="627">
                  <a:moveTo>
                    <a:pt x="0" y="0"/>
                  </a:moveTo>
                  <a:lnTo>
                    <a:pt x="3107" y="0"/>
                  </a:lnTo>
                  <a:lnTo>
                    <a:pt x="3114" y="0"/>
                  </a:lnTo>
                  <a:cubicBezTo>
                    <a:pt x="3266" y="-4"/>
                    <a:pt x="3388" y="149"/>
                    <a:pt x="3384" y="270"/>
                  </a:cubicBezTo>
                  <a:lnTo>
                    <a:pt x="3384" y="277"/>
                  </a:lnTo>
                  <a:lnTo>
                    <a:pt x="3384" y="533"/>
                  </a:lnTo>
                  <a:lnTo>
                    <a:pt x="3384" y="541"/>
                  </a:lnTo>
                  <a:cubicBezTo>
                    <a:pt x="3386" y="570"/>
                    <a:pt x="3372" y="619"/>
                    <a:pt x="3368" y="627"/>
                  </a:cubicBezTo>
                  <a:lnTo>
                    <a:pt x="0" y="627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5">
                    <a:lumMod val="60000"/>
                    <a:lumOff val="40000"/>
                  </a:schemeClr>
                </a:gs>
                <a:gs pos="100000">
                  <a:schemeClr val="accent5"/>
                </a:gs>
              </a:gsLst>
              <a:lin ang="2700000" scaled="0"/>
            </a:gradFill>
            <a:ln>
              <a:noFill/>
            </a:ln>
            <a:effectLst>
              <a:outerShdw blurRad="50800" dist="38100" dir="2700000" algn="tl" rotWithShape="0">
                <a:schemeClr val="accent5">
                  <a:alpha val="40000"/>
                </a:scheme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sp>
          <p:nvSpPr>
            <p:cNvPr id="398" name="椭圆 397"/>
            <p:cNvSpPr/>
            <p:nvPr/>
          </p:nvSpPr>
          <p:spPr>
            <a:xfrm>
              <a:off x="1350" y="1738"/>
              <a:ext cx="856" cy="85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sp>
          <p:nvSpPr>
            <p:cNvPr id="399" name="直角三角形 398"/>
            <p:cNvSpPr/>
            <p:nvPr/>
          </p:nvSpPr>
          <p:spPr>
            <a:xfrm flipH="1" flipV="1">
              <a:off x="1185" y="2510"/>
              <a:ext cx="214" cy="247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sp>
          <p:nvSpPr>
            <p:cNvPr id="400" name="©显眼包PPT17"/>
            <p:cNvSpPr txBox="1"/>
            <p:nvPr/>
          </p:nvSpPr>
          <p:spPr>
            <a:xfrm>
              <a:off x="2297" y="2027"/>
              <a:ext cx="2118" cy="339"/>
            </a:xfrm>
            <a:prstGeom prst="rect">
              <a:avLst/>
            </a:prstGeom>
            <a:noFill/>
            <a:effectLst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zh-CN" altLang="en-US" sz="1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j-ea"/>
                </a:rPr>
                <a:t>人才韧性建设</a:t>
              </a:r>
              <a:endPara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j-ea"/>
              </a:endParaRPr>
            </a:p>
          </p:txBody>
        </p:sp>
        <p:sp>
          <p:nvSpPr>
            <p:cNvPr id="402" name="文本框 401"/>
            <p:cNvSpPr txBox="1"/>
            <p:nvPr/>
          </p:nvSpPr>
          <p:spPr>
            <a:xfrm>
              <a:off x="1586" y="3387"/>
              <a:ext cx="1205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100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绩效考核导向变革</a:t>
              </a:r>
              <a:endParaRPr lang="zh-CN" altLang="en-US" sz="10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03" name="文本框 402"/>
            <p:cNvSpPr txBox="1"/>
            <p:nvPr/>
          </p:nvSpPr>
          <p:spPr>
            <a:xfrm>
              <a:off x="3092" y="3387"/>
              <a:ext cx="1205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100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聚焦能力进阶提升</a:t>
              </a:r>
              <a:endParaRPr lang="zh-CN" altLang="en-US" sz="10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04" name="文本框 403"/>
            <p:cNvSpPr txBox="1"/>
            <p:nvPr/>
          </p:nvSpPr>
          <p:spPr>
            <a:xfrm>
              <a:off x="4599" y="3387"/>
              <a:ext cx="1205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100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人才队伍梯队培养</a:t>
              </a:r>
              <a:endParaRPr lang="zh-CN" altLang="en-US" sz="10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05" name="文本框 404"/>
            <p:cNvSpPr txBox="1"/>
            <p:nvPr/>
          </p:nvSpPr>
          <p:spPr>
            <a:xfrm>
              <a:off x="1818" y="2701"/>
              <a:ext cx="3711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1000" b="1">
                  <a:gradFill>
                    <a:gsLst>
                      <a:gs pos="0">
                        <a:schemeClr val="accent5"/>
                      </a:gs>
                      <a:gs pos="100000">
                        <a:schemeClr val="accent5">
                          <a:lumMod val="60000"/>
                          <a:lumOff val="40000"/>
                        </a:schemeClr>
                      </a:gs>
                    </a:gsLst>
                    <a:lin ang="5400000" scaled="0"/>
                  </a:gradFill>
                  <a:effectLst>
                    <a:outerShdw blurRad="50800" dist="38100" dir="2700000" algn="tl" rotWithShape="0">
                      <a:schemeClr val="bg1">
                        <a:alpha val="40000"/>
                      </a:scheme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实现</a:t>
              </a:r>
              <a:r>
                <a:rPr lang="en-US" altLang="zh-CN" sz="1000" b="1">
                  <a:gradFill>
                    <a:gsLst>
                      <a:gs pos="0">
                        <a:schemeClr val="accent5"/>
                      </a:gs>
                      <a:gs pos="100000">
                        <a:schemeClr val="accent5">
                          <a:lumMod val="60000"/>
                          <a:lumOff val="40000"/>
                        </a:schemeClr>
                      </a:gs>
                    </a:gsLst>
                    <a:lin ang="5400000" scaled="0"/>
                  </a:gradFill>
                  <a:effectLst>
                    <a:outerShdw blurRad="50800" dist="38100" dir="2700000" algn="tl" rotWithShape="0">
                      <a:schemeClr val="bg1">
                        <a:alpha val="40000"/>
                      </a:scheme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“</a:t>
              </a:r>
              <a:r>
                <a:rPr lang="zh-CN" altLang="en-US" sz="1000" b="1">
                  <a:gradFill>
                    <a:gsLst>
                      <a:gs pos="0">
                        <a:schemeClr val="accent5"/>
                      </a:gs>
                      <a:gs pos="100000">
                        <a:schemeClr val="accent5">
                          <a:lumMod val="60000"/>
                          <a:lumOff val="40000"/>
                        </a:schemeClr>
                      </a:gs>
                    </a:gsLst>
                    <a:lin ang="5400000" scaled="0"/>
                  </a:gradFill>
                  <a:effectLst>
                    <a:outerShdw blurRad="50800" dist="38100" dir="2700000" algn="tl" rotWithShape="0">
                      <a:schemeClr val="bg1">
                        <a:alpha val="40000"/>
                      </a:scheme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能力专业化</a:t>
              </a:r>
              <a:r>
                <a:rPr lang="en-US" altLang="zh-CN" sz="1000" b="1">
                  <a:gradFill>
                    <a:gsLst>
                      <a:gs pos="0">
                        <a:schemeClr val="accent5"/>
                      </a:gs>
                      <a:gs pos="100000">
                        <a:schemeClr val="accent5">
                          <a:lumMod val="60000"/>
                          <a:lumOff val="40000"/>
                        </a:schemeClr>
                      </a:gs>
                    </a:gsLst>
                    <a:lin ang="5400000" scaled="0"/>
                  </a:gradFill>
                  <a:effectLst>
                    <a:outerShdw blurRad="50800" dist="38100" dir="2700000" algn="tl" rotWithShape="0">
                      <a:schemeClr val="bg1">
                        <a:alpha val="40000"/>
                      </a:scheme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+</a:t>
              </a:r>
              <a:r>
                <a:rPr lang="zh-CN" altLang="en-US" sz="1000" b="1">
                  <a:gradFill>
                    <a:gsLst>
                      <a:gs pos="0">
                        <a:schemeClr val="accent5"/>
                      </a:gs>
                      <a:gs pos="100000">
                        <a:schemeClr val="accent5">
                          <a:lumMod val="60000"/>
                          <a:lumOff val="40000"/>
                        </a:schemeClr>
                      </a:gs>
                    </a:gsLst>
                    <a:lin ang="5400000" scaled="0"/>
                  </a:gradFill>
                  <a:effectLst>
                    <a:outerShdw blurRad="50800" dist="38100" dir="2700000" algn="tl" rotWithShape="0">
                      <a:schemeClr val="bg1">
                        <a:alpha val="40000"/>
                      </a:scheme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组织活力化</a:t>
              </a:r>
              <a:r>
                <a:rPr lang="en-US" altLang="zh-CN" sz="1000" b="1">
                  <a:gradFill>
                    <a:gsLst>
                      <a:gs pos="0">
                        <a:schemeClr val="accent5"/>
                      </a:gs>
                      <a:gs pos="100000">
                        <a:schemeClr val="accent5">
                          <a:lumMod val="60000"/>
                          <a:lumOff val="40000"/>
                        </a:schemeClr>
                      </a:gs>
                    </a:gsLst>
                    <a:lin ang="5400000" scaled="0"/>
                  </a:gradFill>
                  <a:effectLst>
                    <a:outerShdw blurRad="50800" dist="38100" dir="2700000" algn="tl" rotWithShape="0">
                      <a:schemeClr val="bg1">
                        <a:alpha val="40000"/>
                      </a:scheme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”</a:t>
              </a:r>
              <a:endParaRPr lang="en-US" altLang="zh-CN" sz="1000" b="1">
                <a:gradFill>
                  <a:gsLst>
                    <a:gs pos="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 scaled="0"/>
                </a:gradFill>
                <a:effectLst>
                  <a:outerShdw blurRad="50800" dist="38100" dir="2700000" algn="tl" rotWithShape="0">
                    <a:schemeClr val="bg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421" name="组合 420"/>
          <p:cNvGrpSpPr/>
          <p:nvPr/>
        </p:nvGrpSpPr>
        <p:grpSpPr>
          <a:xfrm>
            <a:off x="8352155" y="4810760"/>
            <a:ext cx="3023870" cy="1589405"/>
            <a:chOff x="1185" y="1738"/>
            <a:chExt cx="4762" cy="2503"/>
          </a:xfrm>
        </p:grpSpPr>
        <p:sp>
          <p:nvSpPr>
            <p:cNvPr id="422" name="矩形 421"/>
            <p:cNvSpPr/>
            <p:nvPr/>
          </p:nvSpPr>
          <p:spPr>
            <a:xfrm>
              <a:off x="1399" y="2017"/>
              <a:ext cx="4548" cy="2224"/>
            </a:xfrm>
            <a:prstGeom prst="rect">
              <a:avLst/>
            </a:prstGeom>
            <a:noFill/>
            <a:ln>
              <a:solidFill>
                <a:schemeClr val="accent5">
                  <a:lumMod val="60000"/>
                  <a:lumOff val="40000"/>
                </a:schemeClr>
              </a:solidFill>
            </a:ln>
            <a:effectLst>
              <a:outerShdw blurRad="50800" dist="38100" dir="2700000" algn="tl" rotWithShape="0">
                <a:schemeClr val="accent5">
                  <a:alpha val="40000"/>
                </a:scheme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sp>
          <p:nvSpPr>
            <p:cNvPr id="423" name="矩形 422"/>
            <p:cNvSpPr/>
            <p:nvPr/>
          </p:nvSpPr>
          <p:spPr>
            <a:xfrm>
              <a:off x="1399" y="2686"/>
              <a:ext cx="4548" cy="416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sp>
          <p:nvSpPr>
            <p:cNvPr id="424" name="矩形 423"/>
            <p:cNvSpPr/>
            <p:nvPr/>
          </p:nvSpPr>
          <p:spPr>
            <a:xfrm>
              <a:off x="1559" y="3337"/>
              <a:ext cx="1258" cy="7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sp>
          <p:nvSpPr>
            <p:cNvPr id="425" name="矩形 424"/>
            <p:cNvSpPr/>
            <p:nvPr/>
          </p:nvSpPr>
          <p:spPr>
            <a:xfrm>
              <a:off x="3065" y="3337"/>
              <a:ext cx="1258" cy="7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433" name="矩形 432"/>
            <p:cNvSpPr/>
            <p:nvPr/>
          </p:nvSpPr>
          <p:spPr>
            <a:xfrm>
              <a:off x="4572" y="3337"/>
              <a:ext cx="1258" cy="7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434" name="任意多边形 433"/>
            <p:cNvSpPr/>
            <p:nvPr/>
          </p:nvSpPr>
          <p:spPr>
            <a:xfrm>
              <a:off x="1186" y="1883"/>
              <a:ext cx="3384" cy="627"/>
            </a:xfrm>
            <a:custGeom>
              <a:avLst/>
              <a:gdLst>
                <a:gd name="adj" fmla="val 34177"/>
                <a:gd name="a" fmla="pin 0 adj 50000"/>
                <a:gd name="x1" fmla="*/ ss a 100000"/>
                <a:gd name="x2" fmla="+- r 0 x1"/>
                <a:gd name="y2" fmla="+- b 0 x1"/>
                <a:gd name="il" fmla="*/ x1 29289 100000"/>
                <a:gd name="ir" fmla="+- r 0 il"/>
                <a:gd name="ib" fmla="+- b 0 il"/>
              </a:gdLst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384" h="627">
                  <a:moveTo>
                    <a:pt x="0" y="0"/>
                  </a:moveTo>
                  <a:lnTo>
                    <a:pt x="3107" y="0"/>
                  </a:lnTo>
                  <a:lnTo>
                    <a:pt x="3114" y="0"/>
                  </a:lnTo>
                  <a:cubicBezTo>
                    <a:pt x="3266" y="-4"/>
                    <a:pt x="3388" y="149"/>
                    <a:pt x="3384" y="270"/>
                  </a:cubicBezTo>
                  <a:lnTo>
                    <a:pt x="3384" y="277"/>
                  </a:lnTo>
                  <a:lnTo>
                    <a:pt x="3384" y="533"/>
                  </a:lnTo>
                  <a:lnTo>
                    <a:pt x="3384" y="541"/>
                  </a:lnTo>
                  <a:cubicBezTo>
                    <a:pt x="3386" y="570"/>
                    <a:pt x="3372" y="619"/>
                    <a:pt x="3368" y="627"/>
                  </a:cubicBezTo>
                  <a:lnTo>
                    <a:pt x="0" y="627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5">
                    <a:lumMod val="60000"/>
                    <a:lumOff val="40000"/>
                  </a:schemeClr>
                </a:gs>
                <a:gs pos="100000">
                  <a:schemeClr val="accent5"/>
                </a:gs>
              </a:gsLst>
              <a:lin ang="2700000" scaled="0"/>
            </a:gradFill>
            <a:ln>
              <a:noFill/>
            </a:ln>
            <a:effectLst>
              <a:outerShdw blurRad="50800" dist="38100" dir="2700000" algn="tl" rotWithShape="0">
                <a:schemeClr val="accent5">
                  <a:alpha val="40000"/>
                </a:scheme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sp>
          <p:nvSpPr>
            <p:cNvPr id="435" name="椭圆 434"/>
            <p:cNvSpPr/>
            <p:nvPr/>
          </p:nvSpPr>
          <p:spPr>
            <a:xfrm>
              <a:off x="1350" y="1738"/>
              <a:ext cx="856" cy="85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sp>
          <p:nvSpPr>
            <p:cNvPr id="436" name="直角三角形 435"/>
            <p:cNvSpPr/>
            <p:nvPr/>
          </p:nvSpPr>
          <p:spPr>
            <a:xfrm flipH="1" flipV="1">
              <a:off x="1185" y="2510"/>
              <a:ext cx="214" cy="247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sp>
          <p:nvSpPr>
            <p:cNvPr id="437" name="©显眼包PPT17"/>
            <p:cNvSpPr txBox="1"/>
            <p:nvPr/>
          </p:nvSpPr>
          <p:spPr>
            <a:xfrm>
              <a:off x="2297" y="2027"/>
              <a:ext cx="2118" cy="339"/>
            </a:xfrm>
            <a:prstGeom prst="rect">
              <a:avLst/>
            </a:prstGeom>
            <a:noFill/>
            <a:effectLst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zh-CN" altLang="en-US" sz="1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j-ea"/>
                </a:rPr>
                <a:t>深化透明运营</a:t>
              </a:r>
              <a:endPara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j-ea"/>
              </a:endParaRPr>
            </a:p>
          </p:txBody>
        </p:sp>
        <p:sp>
          <p:nvSpPr>
            <p:cNvPr id="439" name="文本框 438"/>
            <p:cNvSpPr txBox="1"/>
            <p:nvPr/>
          </p:nvSpPr>
          <p:spPr>
            <a:xfrm>
              <a:off x="1586" y="3387"/>
              <a:ext cx="1205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100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搭建运营共享平台</a:t>
              </a:r>
              <a:endParaRPr lang="zh-CN" altLang="en-US" sz="10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40" name="文本框 439"/>
            <p:cNvSpPr txBox="1"/>
            <p:nvPr/>
          </p:nvSpPr>
          <p:spPr>
            <a:xfrm>
              <a:off x="3092" y="3387"/>
              <a:ext cx="1205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100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打破组织层级壁垒</a:t>
              </a:r>
              <a:endParaRPr lang="zh-CN" altLang="en-US" sz="10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41" name="文本框 440"/>
            <p:cNvSpPr txBox="1"/>
            <p:nvPr/>
          </p:nvSpPr>
          <p:spPr>
            <a:xfrm>
              <a:off x="4599" y="3387"/>
              <a:ext cx="1205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100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信息穿透文化渗透</a:t>
              </a:r>
              <a:endParaRPr lang="zh-CN" altLang="en-US" sz="10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42" name="文本框 441"/>
            <p:cNvSpPr txBox="1"/>
            <p:nvPr/>
          </p:nvSpPr>
          <p:spPr>
            <a:xfrm>
              <a:off x="1818" y="2701"/>
              <a:ext cx="3711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sz="1000" b="1">
                  <a:gradFill>
                    <a:gsLst>
                      <a:gs pos="0">
                        <a:schemeClr val="accent5"/>
                      </a:gs>
                      <a:gs pos="100000">
                        <a:schemeClr val="accent5">
                          <a:lumMod val="60000"/>
                          <a:lumOff val="40000"/>
                        </a:schemeClr>
                      </a:gs>
                    </a:gsLst>
                    <a:lin ang="5400000" scaled="0"/>
                  </a:gradFill>
                  <a:effectLst>
                    <a:outerShdw blurRad="50800" dist="38100" dir="2700000" algn="tl" rotWithShape="0">
                      <a:schemeClr val="bg1">
                        <a:alpha val="40000"/>
                      </a:scheme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推进全程可视化运营机制</a:t>
              </a:r>
              <a:endParaRPr lang="zh-CN" sz="1000" b="1">
                <a:gradFill>
                  <a:gsLst>
                    <a:gs pos="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 scaled="0"/>
                </a:gradFill>
                <a:effectLst>
                  <a:outerShdw blurRad="50800" dist="38100" dir="2700000" algn="tl" rotWithShape="0">
                    <a:schemeClr val="bg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468" name="组合 467"/>
          <p:cNvGrpSpPr/>
          <p:nvPr/>
        </p:nvGrpSpPr>
        <p:grpSpPr>
          <a:xfrm>
            <a:off x="5486106" y="3183255"/>
            <a:ext cx="1261745" cy="1266190"/>
            <a:chOff x="11201" y="4641"/>
            <a:chExt cx="3193" cy="3203"/>
          </a:xfrm>
        </p:grpSpPr>
        <p:sp>
          <p:nvSpPr>
            <p:cNvPr id="452" name="任意多边形 451"/>
            <p:cNvSpPr/>
            <p:nvPr/>
          </p:nvSpPr>
          <p:spPr>
            <a:xfrm>
              <a:off x="11201" y="4641"/>
              <a:ext cx="3193" cy="1475"/>
            </a:xfrm>
            <a:custGeom>
              <a:avLst/>
              <a:gdLst>
                <a:gd name="idx" fmla="cos wd2 2700000"/>
                <a:gd name="idy" fmla="sin hd2 2700000"/>
                <a:gd name="il" fmla="+- hc 0 idx"/>
                <a:gd name="ir" fmla="+- hc idx 0"/>
                <a:gd name="it" fmla="+- vc 0 idy"/>
                <a:gd name="ib" fmla="+- vc idy 0"/>
              </a:gdLst>
              <a:ahLst/>
              <a:cxnLst>
                <a:cxn ang="3">
                  <a:pos x="hc" y="t"/>
                </a:cxn>
                <a:cxn ang="3">
                  <a:pos x="il" y="it"/>
                </a:cxn>
                <a:cxn ang="cd2">
                  <a:pos x="l" y="vc"/>
                </a:cxn>
                <a:cxn ang="cd4">
                  <a:pos x="il" y="ib"/>
                </a:cxn>
                <a:cxn ang="cd4">
                  <a:pos x="hc" y="b"/>
                </a:cxn>
                <a:cxn ang="cd4">
                  <a:pos x="ir" y="ib"/>
                </a:cxn>
                <a:cxn ang="0">
                  <a:pos x="r" y="vc"/>
                </a:cxn>
                <a:cxn ang="3">
                  <a:pos x="ir" y="it"/>
                </a:cxn>
              </a:cxnLst>
              <a:rect l="l" t="t" r="r" b="b"/>
              <a:pathLst>
                <a:path w="3193" h="1476">
                  <a:moveTo>
                    <a:pt x="0" y="1475"/>
                  </a:moveTo>
                  <a:cubicBezTo>
                    <a:pt x="37" y="638"/>
                    <a:pt x="833" y="-22"/>
                    <a:pt x="1597" y="0"/>
                  </a:cubicBezTo>
                  <a:cubicBezTo>
                    <a:pt x="2451" y="-28"/>
                    <a:pt x="3156" y="728"/>
                    <a:pt x="3193" y="1475"/>
                  </a:cubicBezTo>
                  <a:lnTo>
                    <a:pt x="0" y="1475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sp>
          <p:nvSpPr>
            <p:cNvPr id="463" name="任意多边形 462"/>
            <p:cNvSpPr/>
            <p:nvPr/>
          </p:nvSpPr>
          <p:spPr>
            <a:xfrm>
              <a:off x="11203" y="6388"/>
              <a:ext cx="3190" cy="1456"/>
            </a:xfrm>
            <a:custGeom>
              <a:avLst/>
              <a:gdLst>
                <a:gd name="idx" fmla="cos wd2 2700000"/>
                <a:gd name="idy" fmla="sin hd2 2700000"/>
                <a:gd name="il" fmla="+- hc 0 idx"/>
                <a:gd name="ir" fmla="+- hc idx 0"/>
                <a:gd name="it" fmla="+- vc 0 idy"/>
                <a:gd name="ib" fmla="+- vc idy 0"/>
              </a:gdLst>
              <a:ahLst/>
              <a:cxnLst>
                <a:cxn ang="3">
                  <a:pos x="hc" y="t"/>
                </a:cxn>
                <a:cxn ang="3">
                  <a:pos x="il" y="it"/>
                </a:cxn>
                <a:cxn ang="cd2">
                  <a:pos x="l" y="vc"/>
                </a:cxn>
                <a:cxn ang="cd4">
                  <a:pos x="il" y="ib"/>
                </a:cxn>
                <a:cxn ang="cd4">
                  <a:pos x="hc" y="b"/>
                </a:cxn>
                <a:cxn ang="cd4">
                  <a:pos x="ir" y="ib"/>
                </a:cxn>
                <a:cxn ang="0">
                  <a:pos x="r" y="vc"/>
                </a:cxn>
                <a:cxn ang="3">
                  <a:pos x="ir" y="it"/>
                </a:cxn>
              </a:cxnLst>
              <a:rect l="l" t="t" r="r" b="b"/>
              <a:pathLst>
                <a:path w="3190" h="1457">
                  <a:moveTo>
                    <a:pt x="3190" y="0"/>
                  </a:moveTo>
                  <a:cubicBezTo>
                    <a:pt x="3157" y="793"/>
                    <a:pt x="2357" y="1490"/>
                    <a:pt x="1595" y="1456"/>
                  </a:cubicBezTo>
                  <a:cubicBezTo>
                    <a:pt x="741" y="1496"/>
                    <a:pt x="33" y="703"/>
                    <a:pt x="0" y="0"/>
                  </a:cubicBezTo>
                  <a:lnTo>
                    <a:pt x="3190" y="0"/>
                  </a:lnTo>
                  <a:close/>
                </a:path>
              </a:pathLst>
            </a:custGeom>
            <a:gradFill>
              <a:gsLst>
                <a:gs pos="0">
                  <a:schemeClr val="accent5">
                    <a:lumMod val="60000"/>
                    <a:lumOff val="40000"/>
                  </a:schemeClr>
                </a:gs>
                <a:gs pos="100000">
                  <a:schemeClr val="accent5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sp>
          <p:nvSpPr>
            <p:cNvPr id="465" name="椭圆 464"/>
            <p:cNvSpPr/>
            <p:nvPr/>
          </p:nvSpPr>
          <p:spPr>
            <a:xfrm>
              <a:off x="11970" y="5417"/>
              <a:ext cx="1655" cy="1656"/>
            </a:xfrm>
            <a:prstGeom prst="ellipse">
              <a:avLst/>
            </a:prstGeom>
            <a:solidFill>
              <a:schemeClr val="accent5"/>
            </a:solidFill>
            <a:ln w="25400">
              <a:gradFill>
                <a:gsLst>
                  <a:gs pos="75000">
                    <a:schemeClr val="bg1"/>
                  </a:gs>
                  <a:gs pos="100000">
                    <a:schemeClr val="bg1">
                      <a:alpha val="0"/>
                    </a:schemeClr>
                  </a:gs>
                </a:gsLst>
                <a:path path="rect">
                  <a:fillToRect l="50000" t="50000" r="50000" b="50000"/>
                </a:path>
                <a:tileRect/>
              </a:gra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sp>
          <p:nvSpPr>
            <p:cNvPr id="466" name="©显眼包PPT17"/>
            <p:cNvSpPr txBox="1"/>
            <p:nvPr/>
          </p:nvSpPr>
          <p:spPr>
            <a:xfrm>
              <a:off x="11739" y="4914"/>
              <a:ext cx="2118" cy="389"/>
            </a:xfrm>
            <a:prstGeom prst="rect">
              <a:avLst/>
            </a:prstGeom>
            <a:noFill/>
            <a:effectLst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zh-CN" altLang="en-US" sz="10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j-ea"/>
                </a:rPr>
                <a:t>①</a:t>
              </a:r>
              <a:r>
                <a:rPr lang="en-US" altLang="zh-CN" sz="10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j-ea"/>
                </a:rPr>
                <a:t> </a:t>
              </a:r>
              <a:r>
                <a:rPr lang="zh-CN" altLang="en-US" sz="10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j-ea"/>
                </a:rPr>
                <a:t>决策空间</a:t>
              </a:r>
              <a:endParaRPr lang="zh-CN" altLang="en-US" sz="1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j-ea"/>
              </a:endParaRPr>
            </a:p>
          </p:txBody>
        </p:sp>
        <p:sp>
          <p:nvSpPr>
            <p:cNvPr id="467" name="©显眼包PPT17"/>
            <p:cNvSpPr txBox="1"/>
            <p:nvPr/>
          </p:nvSpPr>
          <p:spPr>
            <a:xfrm>
              <a:off x="11739" y="7172"/>
              <a:ext cx="2118" cy="389"/>
            </a:xfrm>
            <a:prstGeom prst="rect">
              <a:avLst/>
            </a:prstGeom>
            <a:noFill/>
            <a:effectLst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zh-CN" altLang="en-US" sz="10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j-ea"/>
                </a:rPr>
                <a:t>②</a:t>
              </a:r>
              <a:r>
                <a:rPr lang="en-US" altLang="zh-CN" sz="10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j-ea"/>
                </a:rPr>
                <a:t> </a:t>
              </a:r>
              <a:r>
                <a:rPr lang="zh-CN" altLang="en-US" sz="10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j-ea"/>
                </a:rPr>
                <a:t>运营复盘</a:t>
              </a:r>
              <a:endParaRPr lang="zh-CN" altLang="en-US" sz="1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j-ea"/>
              </a:endParaRPr>
            </a:p>
          </p:txBody>
        </p:sp>
      </p:grpSp>
      <p:sp>
        <p:nvSpPr>
          <p:cNvPr id="469" name="©显眼包PPT1"/>
          <p:cNvSpPr txBox="1"/>
          <p:nvPr/>
        </p:nvSpPr>
        <p:spPr>
          <a:xfrm>
            <a:off x="5950585" y="3602355"/>
            <a:ext cx="355600" cy="43053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  <a:effectLst>
                  <a:outerShdw blurRad="12700" dist="63500" dir="2700000" algn="tl">
                    <a:schemeClr val="accent5">
                      <a:alpha val="7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提效</a:t>
            </a:r>
            <a:endParaRPr lang="en-US" altLang="zh-CN" sz="1400" b="1" dirty="0">
              <a:solidFill>
                <a:schemeClr val="bg1"/>
              </a:solidFill>
              <a:effectLst>
                <a:outerShdw blurRad="12700" dist="63500" dir="2700000" algn="tl">
                  <a:schemeClr val="accent5">
                    <a:alpha val="7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400" b="1" dirty="0">
                <a:solidFill>
                  <a:schemeClr val="bg1"/>
                </a:solidFill>
                <a:effectLst>
                  <a:outerShdw blurRad="12700" dist="63500" dir="2700000" algn="tl">
                    <a:schemeClr val="accent5">
                      <a:alpha val="7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增能</a:t>
            </a:r>
            <a:endParaRPr lang="zh-CN" altLang="en-US" sz="1400" b="1" dirty="0">
              <a:solidFill>
                <a:schemeClr val="bg1"/>
              </a:solidFill>
              <a:effectLst>
                <a:outerShdw blurRad="12700" dist="63500" dir="2700000" algn="tl">
                  <a:schemeClr val="accent5">
                    <a:alpha val="7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0" name="等腰三角形 469"/>
          <p:cNvSpPr/>
          <p:nvPr/>
        </p:nvSpPr>
        <p:spPr>
          <a:xfrm rot="21420000">
            <a:off x="2265680" y="2741930"/>
            <a:ext cx="133350" cy="98425"/>
          </a:xfrm>
          <a:prstGeom prst="triangl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473" name="等腰三角形 472"/>
          <p:cNvSpPr/>
          <p:nvPr/>
        </p:nvSpPr>
        <p:spPr>
          <a:xfrm>
            <a:off x="6050280" y="2706370"/>
            <a:ext cx="133350" cy="98425"/>
          </a:xfrm>
          <a:prstGeom prst="triangl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474" name="等腰三角形 473"/>
          <p:cNvSpPr/>
          <p:nvPr/>
        </p:nvSpPr>
        <p:spPr>
          <a:xfrm>
            <a:off x="9814560" y="2727325"/>
            <a:ext cx="133350" cy="98425"/>
          </a:xfrm>
          <a:prstGeom prst="triangl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475" name="等腰三角形 474"/>
          <p:cNvSpPr/>
          <p:nvPr/>
        </p:nvSpPr>
        <p:spPr>
          <a:xfrm rot="10980000">
            <a:off x="2224405" y="4775200"/>
            <a:ext cx="133350" cy="98425"/>
          </a:xfrm>
          <a:prstGeom prst="triangl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476" name="等腰三角形 475"/>
          <p:cNvSpPr/>
          <p:nvPr/>
        </p:nvSpPr>
        <p:spPr>
          <a:xfrm flipV="1">
            <a:off x="6099175" y="4779645"/>
            <a:ext cx="133350" cy="98425"/>
          </a:xfrm>
          <a:prstGeom prst="triangl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477" name="等腰三角形 476"/>
          <p:cNvSpPr/>
          <p:nvPr/>
        </p:nvSpPr>
        <p:spPr>
          <a:xfrm rot="10320000">
            <a:off x="9865360" y="4776470"/>
            <a:ext cx="133350" cy="98425"/>
          </a:xfrm>
          <a:prstGeom prst="triangl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491" name="圆角矩形 490"/>
          <p:cNvSpPr/>
          <p:nvPr/>
        </p:nvSpPr>
        <p:spPr>
          <a:xfrm>
            <a:off x="2667000" y="3658870"/>
            <a:ext cx="1183640" cy="28575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gradFill flip="none" rotWithShape="1">
              <a:gsLst>
                <a:gs pos="0">
                  <a:schemeClr val="accent5">
                    <a:lumMod val="60000"/>
                    <a:lumOff val="4000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  <a:gs pos="61000">
                  <a:schemeClr val="accent5">
                    <a:lumMod val="40000"/>
                    <a:lumOff val="60000"/>
                  </a:schemeClr>
                </a:gs>
              </a:gsLst>
              <a:lin ang="2700000" scaled="1"/>
              <a:tileRect/>
            </a:gradFill>
          </a:ln>
          <a:effectLst>
            <a:outerShdw blurRad="50800" dist="63500" dir="5400000" sx="95000" sy="95000" algn="t" rotWithShape="0">
              <a:schemeClr val="accent5">
                <a:lumMod val="60000"/>
                <a:lumOff val="40000"/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200" dirty="0">
                <a:gradFill>
                  <a:gsLst>
                    <a:gs pos="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 scaled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运营协同平台</a:t>
            </a:r>
            <a:endParaRPr lang="zh-CN" altLang="en-US" sz="1200" dirty="0">
              <a:gradFill>
                <a:gsLst>
                  <a:gs pos="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 scaled="0"/>
              </a:gra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20" name="圆角矩形 619"/>
          <p:cNvSpPr/>
          <p:nvPr/>
        </p:nvSpPr>
        <p:spPr>
          <a:xfrm>
            <a:off x="4002405" y="3658870"/>
            <a:ext cx="1183640" cy="28575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  <a:gs pos="61000">
                  <a:schemeClr val="accent1">
                    <a:lumMod val="20000"/>
                    <a:lumOff val="80000"/>
                  </a:schemeClr>
                </a:gs>
              </a:gsLst>
              <a:lin ang="2700000" scaled="1"/>
              <a:tileRect/>
            </a:gradFill>
          </a:ln>
          <a:effectLst>
            <a:outerShdw blurRad="50800" dist="63500" dir="5400000" sx="95000" sy="95000" algn="t" rotWithShape="0">
              <a:schemeClr val="accent1">
                <a:lumMod val="60000"/>
                <a:lumOff val="40000"/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200" dirty="0">
                <a:gradFill>
                  <a:gsLst>
                    <a:gs pos="0">
                      <a:schemeClr val="accent1"/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5400000" scaled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流程机制缺失</a:t>
            </a:r>
            <a:endParaRPr lang="zh-CN" altLang="en-US" sz="1200" dirty="0">
              <a:gradFill>
                <a:gsLst>
                  <a:gs pos="0">
                    <a:schemeClr val="accent1"/>
                  </a:gs>
                  <a:gs pos="100000">
                    <a:schemeClr val="accent1">
                      <a:lumMod val="60000"/>
                      <a:lumOff val="40000"/>
                    </a:schemeClr>
                  </a:gs>
                </a:gsLst>
                <a:lin ang="5400000" scaled="0"/>
              </a:gra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21" name="圆角矩形 620"/>
          <p:cNvSpPr/>
          <p:nvPr/>
        </p:nvSpPr>
        <p:spPr>
          <a:xfrm>
            <a:off x="7059295" y="3674745"/>
            <a:ext cx="1183640" cy="28575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  <a:gs pos="61000">
                  <a:schemeClr val="accent1">
                    <a:lumMod val="20000"/>
                    <a:lumOff val="80000"/>
                  </a:schemeClr>
                </a:gs>
              </a:gsLst>
              <a:lin ang="2700000" scaled="1"/>
              <a:tileRect/>
            </a:gradFill>
          </a:ln>
          <a:effectLst>
            <a:outerShdw blurRad="50800" dist="63500" dir="5400000" sx="95000" sy="95000" algn="t" rotWithShape="0">
              <a:schemeClr val="accent1">
                <a:lumMod val="60000"/>
                <a:lumOff val="40000"/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200" dirty="0">
                <a:gradFill>
                  <a:gsLst>
                    <a:gs pos="0">
                      <a:schemeClr val="accent1"/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5400000" scaled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运营效率瓶颈</a:t>
            </a:r>
            <a:endParaRPr lang="zh-CN" altLang="en-US" sz="1200" dirty="0">
              <a:gradFill>
                <a:gsLst>
                  <a:gs pos="0">
                    <a:schemeClr val="accent1"/>
                  </a:gs>
                  <a:gs pos="100000">
                    <a:schemeClr val="accent1">
                      <a:lumMod val="60000"/>
                      <a:lumOff val="40000"/>
                    </a:schemeClr>
                  </a:gs>
                </a:gsLst>
                <a:lin ang="5400000" scaled="0"/>
              </a:gra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22" name="圆角矩形 621"/>
          <p:cNvSpPr/>
          <p:nvPr/>
        </p:nvSpPr>
        <p:spPr>
          <a:xfrm>
            <a:off x="8394700" y="3674745"/>
            <a:ext cx="1183640" cy="28575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gradFill flip="none" rotWithShape="1">
              <a:gsLst>
                <a:gs pos="0">
                  <a:schemeClr val="accent5">
                    <a:lumMod val="60000"/>
                    <a:lumOff val="4000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  <a:gs pos="61000">
                  <a:schemeClr val="accent5">
                    <a:lumMod val="40000"/>
                    <a:lumOff val="60000"/>
                  </a:schemeClr>
                </a:gs>
              </a:gsLst>
              <a:lin ang="2700000" scaled="1"/>
              <a:tileRect/>
            </a:gradFill>
          </a:ln>
          <a:effectLst>
            <a:outerShdw blurRad="50800" dist="63500" dir="5400000" sx="95000" sy="95000" algn="t" rotWithShape="0">
              <a:schemeClr val="accent5">
                <a:lumMod val="60000"/>
                <a:lumOff val="40000"/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200" dirty="0">
                <a:gradFill>
                  <a:gsLst>
                    <a:gs pos="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 scaled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用户体验提升</a:t>
            </a:r>
            <a:endParaRPr lang="zh-CN" altLang="en-US" sz="1200" dirty="0">
              <a:gradFill>
                <a:gsLst>
                  <a:gs pos="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 scaled="0"/>
              </a:gra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42" name="文本框 641"/>
          <p:cNvSpPr txBox="1"/>
          <p:nvPr/>
        </p:nvSpPr>
        <p:spPr>
          <a:xfrm>
            <a:off x="2920365" y="3072130"/>
            <a:ext cx="212217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sz="12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以提升运营效率为主线</a:t>
            </a:r>
            <a:endParaRPr lang="zh-CN" sz="120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3" name="文本框 642"/>
          <p:cNvSpPr txBox="1"/>
          <p:nvPr/>
        </p:nvSpPr>
        <p:spPr>
          <a:xfrm>
            <a:off x="7109460" y="3072130"/>
            <a:ext cx="212217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sz="12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以组织架构调整为依托</a:t>
            </a:r>
            <a:endParaRPr lang="zh-CN" sz="120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4" name="文本框 643"/>
          <p:cNvSpPr txBox="1"/>
          <p:nvPr/>
        </p:nvSpPr>
        <p:spPr>
          <a:xfrm>
            <a:off x="3047365" y="4284980"/>
            <a:ext cx="212217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sz="12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以发现问题为切入点</a:t>
            </a:r>
            <a:endParaRPr lang="zh-CN" sz="120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5" name="文本框 644"/>
          <p:cNvSpPr txBox="1"/>
          <p:nvPr/>
        </p:nvSpPr>
        <p:spPr>
          <a:xfrm>
            <a:off x="7109460" y="4284980"/>
            <a:ext cx="224345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sz="12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以人才与机制建设为根基</a:t>
            </a:r>
            <a:endParaRPr lang="zh-CN" sz="120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7" name="子陵职场PPT2-22"/>
          <p:cNvSpPr/>
          <p:nvPr>
            <p:custDataLst>
              <p:tags r:id="rId5"/>
            </p:custDataLst>
          </p:nvPr>
        </p:nvSpPr>
        <p:spPr>
          <a:xfrm>
            <a:off x="4789170" y="4930775"/>
            <a:ext cx="308610" cy="308610"/>
          </a:xfrm>
          <a:custGeom>
            <a:avLst/>
            <a:gdLst>
              <a:gd name="connsiteX0" fmla="*/ 195072 w 502920"/>
              <a:gd name="connsiteY0" fmla="*/ 103632 h 502920"/>
              <a:gd name="connsiteX1" fmla="*/ 251460 w 502920"/>
              <a:gd name="connsiteY1" fmla="*/ 47244 h 502920"/>
              <a:gd name="connsiteX2" fmla="*/ 307848 w 502920"/>
              <a:gd name="connsiteY2" fmla="*/ 103632 h 502920"/>
              <a:gd name="connsiteX3" fmla="*/ 251460 w 502920"/>
              <a:gd name="connsiteY3" fmla="*/ 160020 h 502920"/>
              <a:gd name="connsiteX4" fmla="*/ 195072 w 502920"/>
              <a:gd name="connsiteY4" fmla="*/ 103632 h 502920"/>
              <a:gd name="connsiteX5" fmla="*/ 324612 w 502920"/>
              <a:gd name="connsiteY5" fmla="*/ 184404 h 502920"/>
              <a:gd name="connsiteX6" fmla="*/ 176784 w 502920"/>
              <a:gd name="connsiteY6" fmla="*/ 184404 h 502920"/>
              <a:gd name="connsiteX7" fmla="*/ 156972 w 502920"/>
              <a:gd name="connsiteY7" fmla="*/ 204216 h 502920"/>
              <a:gd name="connsiteX8" fmla="*/ 156972 w 502920"/>
              <a:gd name="connsiteY8" fmla="*/ 330708 h 502920"/>
              <a:gd name="connsiteX9" fmla="*/ 176784 w 502920"/>
              <a:gd name="connsiteY9" fmla="*/ 350520 h 502920"/>
              <a:gd name="connsiteX10" fmla="*/ 195072 w 502920"/>
              <a:gd name="connsiteY10" fmla="*/ 350520 h 502920"/>
              <a:gd name="connsiteX11" fmla="*/ 195072 w 502920"/>
              <a:gd name="connsiteY11" fmla="*/ 483108 h 502920"/>
              <a:gd name="connsiteX12" fmla="*/ 214884 w 502920"/>
              <a:gd name="connsiteY12" fmla="*/ 502920 h 502920"/>
              <a:gd name="connsiteX13" fmla="*/ 288036 w 502920"/>
              <a:gd name="connsiteY13" fmla="*/ 502920 h 502920"/>
              <a:gd name="connsiteX14" fmla="*/ 307848 w 502920"/>
              <a:gd name="connsiteY14" fmla="*/ 483108 h 502920"/>
              <a:gd name="connsiteX15" fmla="*/ 307848 w 502920"/>
              <a:gd name="connsiteY15" fmla="*/ 350520 h 502920"/>
              <a:gd name="connsiteX16" fmla="*/ 326136 w 502920"/>
              <a:gd name="connsiteY16" fmla="*/ 350520 h 502920"/>
              <a:gd name="connsiteX17" fmla="*/ 345948 w 502920"/>
              <a:gd name="connsiteY17" fmla="*/ 330708 h 502920"/>
              <a:gd name="connsiteX18" fmla="*/ 345948 w 502920"/>
              <a:gd name="connsiteY18" fmla="*/ 204216 h 502920"/>
              <a:gd name="connsiteX19" fmla="*/ 324612 w 502920"/>
              <a:gd name="connsiteY19" fmla="*/ 184404 h 502920"/>
              <a:gd name="connsiteX20" fmla="*/ 416052 w 502920"/>
              <a:gd name="connsiteY20" fmla="*/ 103632 h 502920"/>
              <a:gd name="connsiteX21" fmla="*/ 467868 w 502920"/>
              <a:gd name="connsiteY21" fmla="*/ 51816 h 502920"/>
              <a:gd name="connsiteX22" fmla="*/ 416052 w 502920"/>
              <a:gd name="connsiteY22" fmla="*/ 0 h 502920"/>
              <a:gd name="connsiteX23" fmla="*/ 364236 w 502920"/>
              <a:gd name="connsiteY23" fmla="*/ 51816 h 502920"/>
              <a:gd name="connsiteX24" fmla="*/ 416052 w 502920"/>
              <a:gd name="connsiteY24" fmla="*/ 103632 h 502920"/>
              <a:gd name="connsiteX25" fmla="*/ 484632 w 502920"/>
              <a:gd name="connsiteY25" fmla="*/ 126492 h 502920"/>
              <a:gd name="connsiteX26" fmla="*/ 347472 w 502920"/>
              <a:gd name="connsiteY26" fmla="*/ 126492 h 502920"/>
              <a:gd name="connsiteX27" fmla="*/ 329184 w 502920"/>
              <a:gd name="connsiteY27" fmla="*/ 144780 h 502920"/>
              <a:gd name="connsiteX28" fmla="*/ 329184 w 502920"/>
              <a:gd name="connsiteY28" fmla="*/ 146304 h 502920"/>
              <a:gd name="connsiteX29" fmla="*/ 381000 w 502920"/>
              <a:gd name="connsiteY29" fmla="*/ 202692 h 502920"/>
              <a:gd name="connsiteX30" fmla="*/ 381000 w 502920"/>
              <a:gd name="connsiteY30" fmla="*/ 329184 h 502920"/>
              <a:gd name="connsiteX31" fmla="*/ 362712 w 502920"/>
              <a:gd name="connsiteY31" fmla="*/ 370332 h 502920"/>
              <a:gd name="connsiteX32" fmla="*/ 362712 w 502920"/>
              <a:gd name="connsiteY32" fmla="*/ 402336 h 502920"/>
              <a:gd name="connsiteX33" fmla="*/ 381000 w 502920"/>
              <a:gd name="connsiteY33" fmla="*/ 420624 h 502920"/>
              <a:gd name="connsiteX34" fmla="*/ 449580 w 502920"/>
              <a:gd name="connsiteY34" fmla="*/ 420624 h 502920"/>
              <a:gd name="connsiteX35" fmla="*/ 467868 w 502920"/>
              <a:gd name="connsiteY35" fmla="*/ 402336 h 502920"/>
              <a:gd name="connsiteX36" fmla="*/ 467868 w 502920"/>
              <a:gd name="connsiteY36" fmla="*/ 278892 h 502920"/>
              <a:gd name="connsiteX37" fmla="*/ 484632 w 502920"/>
              <a:gd name="connsiteY37" fmla="*/ 278892 h 502920"/>
              <a:gd name="connsiteX38" fmla="*/ 502920 w 502920"/>
              <a:gd name="connsiteY38" fmla="*/ 260604 h 502920"/>
              <a:gd name="connsiteX39" fmla="*/ 502920 w 502920"/>
              <a:gd name="connsiteY39" fmla="*/ 143256 h 502920"/>
              <a:gd name="connsiteX40" fmla="*/ 484632 w 502920"/>
              <a:gd name="connsiteY40" fmla="*/ 126492 h 502920"/>
              <a:gd name="connsiteX41" fmla="*/ 138684 w 502920"/>
              <a:gd name="connsiteY41" fmla="*/ 51816 h 502920"/>
              <a:gd name="connsiteX42" fmla="*/ 86868 w 502920"/>
              <a:gd name="connsiteY42" fmla="*/ 0 h 502920"/>
              <a:gd name="connsiteX43" fmla="*/ 35052 w 502920"/>
              <a:gd name="connsiteY43" fmla="*/ 51816 h 502920"/>
              <a:gd name="connsiteX44" fmla="*/ 86868 w 502920"/>
              <a:gd name="connsiteY44" fmla="*/ 103632 h 502920"/>
              <a:gd name="connsiteX45" fmla="*/ 138684 w 502920"/>
              <a:gd name="connsiteY45" fmla="*/ 51816 h 502920"/>
              <a:gd name="connsiteX46" fmla="*/ 0 w 502920"/>
              <a:gd name="connsiteY46" fmla="*/ 144780 h 502920"/>
              <a:gd name="connsiteX47" fmla="*/ 0 w 502920"/>
              <a:gd name="connsiteY47" fmla="*/ 262128 h 502920"/>
              <a:gd name="connsiteX48" fmla="*/ 18288 w 502920"/>
              <a:gd name="connsiteY48" fmla="*/ 280416 h 502920"/>
              <a:gd name="connsiteX49" fmla="*/ 35052 w 502920"/>
              <a:gd name="connsiteY49" fmla="*/ 280416 h 502920"/>
              <a:gd name="connsiteX50" fmla="*/ 35052 w 502920"/>
              <a:gd name="connsiteY50" fmla="*/ 403860 h 502920"/>
              <a:gd name="connsiteX51" fmla="*/ 53340 w 502920"/>
              <a:gd name="connsiteY51" fmla="*/ 422148 h 502920"/>
              <a:gd name="connsiteX52" fmla="*/ 121920 w 502920"/>
              <a:gd name="connsiteY52" fmla="*/ 422148 h 502920"/>
              <a:gd name="connsiteX53" fmla="*/ 140208 w 502920"/>
              <a:gd name="connsiteY53" fmla="*/ 403860 h 502920"/>
              <a:gd name="connsiteX54" fmla="*/ 140208 w 502920"/>
              <a:gd name="connsiteY54" fmla="*/ 371856 h 502920"/>
              <a:gd name="connsiteX55" fmla="*/ 121920 w 502920"/>
              <a:gd name="connsiteY55" fmla="*/ 330708 h 502920"/>
              <a:gd name="connsiteX56" fmla="*/ 121920 w 502920"/>
              <a:gd name="connsiteY56" fmla="*/ 204216 h 502920"/>
              <a:gd name="connsiteX57" fmla="*/ 173736 w 502920"/>
              <a:gd name="connsiteY57" fmla="*/ 147828 h 502920"/>
              <a:gd name="connsiteX58" fmla="*/ 173736 w 502920"/>
              <a:gd name="connsiteY58" fmla="*/ 146304 h 502920"/>
              <a:gd name="connsiteX59" fmla="*/ 155448 w 502920"/>
              <a:gd name="connsiteY59" fmla="*/ 128016 h 502920"/>
              <a:gd name="connsiteX60" fmla="*/ 18288 w 502920"/>
              <a:gd name="connsiteY60" fmla="*/ 128016 h 502920"/>
              <a:gd name="connsiteX61" fmla="*/ 0 w 502920"/>
              <a:gd name="connsiteY61" fmla="*/ 144780 h 502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502920" h="502920">
                <a:moveTo>
                  <a:pt x="195072" y="103632"/>
                </a:moveTo>
                <a:cubicBezTo>
                  <a:pt x="195072" y="73152"/>
                  <a:pt x="219456" y="47244"/>
                  <a:pt x="251460" y="47244"/>
                </a:cubicBezTo>
                <a:cubicBezTo>
                  <a:pt x="281940" y="47244"/>
                  <a:pt x="307848" y="71628"/>
                  <a:pt x="307848" y="103632"/>
                </a:cubicBezTo>
                <a:cubicBezTo>
                  <a:pt x="307848" y="135636"/>
                  <a:pt x="283464" y="160020"/>
                  <a:pt x="251460" y="160020"/>
                </a:cubicBezTo>
                <a:cubicBezTo>
                  <a:pt x="219456" y="160020"/>
                  <a:pt x="195072" y="135636"/>
                  <a:pt x="195072" y="103632"/>
                </a:cubicBezTo>
                <a:close/>
                <a:moveTo>
                  <a:pt x="324612" y="184404"/>
                </a:moveTo>
                <a:lnTo>
                  <a:pt x="176784" y="184404"/>
                </a:lnTo>
                <a:cubicBezTo>
                  <a:pt x="166116" y="184404"/>
                  <a:pt x="156972" y="193548"/>
                  <a:pt x="156972" y="204216"/>
                </a:cubicBezTo>
                <a:lnTo>
                  <a:pt x="156972" y="330708"/>
                </a:lnTo>
                <a:cubicBezTo>
                  <a:pt x="156972" y="341376"/>
                  <a:pt x="166116" y="350520"/>
                  <a:pt x="176784" y="350520"/>
                </a:cubicBezTo>
                <a:lnTo>
                  <a:pt x="195072" y="350520"/>
                </a:lnTo>
                <a:lnTo>
                  <a:pt x="195072" y="483108"/>
                </a:lnTo>
                <a:cubicBezTo>
                  <a:pt x="195072" y="493776"/>
                  <a:pt x="204216" y="502920"/>
                  <a:pt x="214884" y="502920"/>
                </a:cubicBezTo>
                <a:lnTo>
                  <a:pt x="288036" y="502920"/>
                </a:lnTo>
                <a:cubicBezTo>
                  <a:pt x="298704" y="502920"/>
                  <a:pt x="307848" y="493776"/>
                  <a:pt x="307848" y="483108"/>
                </a:cubicBezTo>
                <a:lnTo>
                  <a:pt x="307848" y="350520"/>
                </a:lnTo>
                <a:lnTo>
                  <a:pt x="326136" y="350520"/>
                </a:lnTo>
                <a:cubicBezTo>
                  <a:pt x="336804" y="350520"/>
                  <a:pt x="345948" y="341376"/>
                  <a:pt x="345948" y="330708"/>
                </a:cubicBezTo>
                <a:lnTo>
                  <a:pt x="345948" y="204216"/>
                </a:lnTo>
                <a:cubicBezTo>
                  <a:pt x="344424" y="192024"/>
                  <a:pt x="335280" y="184404"/>
                  <a:pt x="324612" y="184404"/>
                </a:cubicBezTo>
                <a:close/>
                <a:moveTo>
                  <a:pt x="416052" y="103632"/>
                </a:moveTo>
                <a:cubicBezTo>
                  <a:pt x="445008" y="103632"/>
                  <a:pt x="467868" y="80772"/>
                  <a:pt x="467868" y="51816"/>
                </a:cubicBezTo>
                <a:cubicBezTo>
                  <a:pt x="467868" y="22860"/>
                  <a:pt x="445008" y="0"/>
                  <a:pt x="416052" y="0"/>
                </a:cubicBezTo>
                <a:cubicBezTo>
                  <a:pt x="387096" y="0"/>
                  <a:pt x="364236" y="22860"/>
                  <a:pt x="364236" y="51816"/>
                </a:cubicBezTo>
                <a:cubicBezTo>
                  <a:pt x="364236" y="80772"/>
                  <a:pt x="387096" y="103632"/>
                  <a:pt x="416052" y="103632"/>
                </a:cubicBezTo>
                <a:close/>
                <a:moveTo>
                  <a:pt x="484632" y="126492"/>
                </a:moveTo>
                <a:lnTo>
                  <a:pt x="347472" y="126492"/>
                </a:lnTo>
                <a:cubicBezTo>
                  <a:pt x="338328" y="126492"/>
                  <a:pt x="329184" y="134112"/>
                  <a:pt x="329184" y="144780"/>
                </a:cubicBezTo>
                <a:lnTo>
                  <a:pt x="329184" y="146304"/>
                </a:lnTo>
                <a:cubicBezTo>
                  <a:pt x="358140" y="149352"/>
                  <a:pt x="381000" y="173736"/>
                  <a:pt x="381000" y="202692"/>
                </a:cubicBezTo>
                <a:lnTo>
                  <a:pt x="381000" y="329184"/>
                </a:lnTo>
                <a:cubicBezTo>
                  <a:pt x="381000" y="345948"/>
                  <a:pt x="373380" y="359664"/>
                  <a:pt x="362712" y="370332"/>
                </a:cubicBezTo>
                <a:lnTo>
                  <a:pt x="362712" y="402336"/>
                </a:lnTo>
                <a:cubicBezTo>
                  <a:pt x="362712" y="411480"/>
                  <a:pt x="370332" y="420624"/>
                  <a:pt x="381000" y="420624"/>
                </a:cubicBezTo>
                <a:lnTo>
                  <a:pt x="449580" y="420624"/>
                </a:lnTo>
                <a:cubicBezTo>
                  <a:pt x="458724" y="420624"/>
                  <a:pt x="467868" y="413004"/>
                  <a:pt x="467868" y="402336"/>
                </a:cubicBezTo>
                <a:lnTo>
                  <a:pt x="467868" y="278892"/>
                </a:lnTo>
                <a:lnTo>
                  <a:pt x="484632" y="278892"/>
                </a:lnTo>
                <a:cubicBezTo>
                  <a:pt x="493776" y="278892"/>
                  <a:pt x="502920" y="271272"/>
                  <a:pt x="502920" y="260604"/>
                </a:cubicBezTo>
                <a:lnTo>
                  <a:pt x="502920" y="143256"/>
                </a:lnTo>
                <a:cubicBezTo>
                  <a:pt x="502920" y="134112"/>
                  <a:pt x="495300" y="126492"/>
                  <a:pt x="484632" y="126492"/>
                </a:cubicBezTo>
                <a:close/>
                <a:moveTo>
                  <a:pt x="138684" y="51816"/>
                </a:moveTo>
                <a:cubicBezTo>
                  <a:pt x="138684" y="22860"/>
                  <a:pt x="115824" y="0"/>
                  <a:pt x="86868" y="0"/>
                </a:cubicBezTo>
                <a:cubicBezTo>
                  <a:pt x="57912" y="0"/>
                  <a:pt x="35052" y="22860"/>
                  <a:pt x="35052" y="51816"/>
                </a:cubicBezTo>
                <a:cubicBezTo>
                  <a:pt x="35052" y="80772"/>
                  <a:pt x="57912" y="103632"/>
                  <a:pt x="86868" y="103632"/>
                </a:cubicBezTo>
                <a:cubicBezTo>
                  <a:pt x="115824" y="103632"/>
                  <a:pt x="138684" y="80772"/>
                  <a:pt x="138684" y="51816"/>
                </a:cubicBezTo>
                <a:close/>
                <a:moveTo>
                  <a:pt x="0" y="144780"/>
                </a:moveTo>
                <a:lnTo>
                  <a:pt x="0" y="262128"/>
                </a:lnTo>
                <a:cubicBezTo>
                  <a:pt x="0" y="271272"/>
                  <a:pt x="7620" y="280416"/>
                  <a:pt x="18288" y="280416"/>
                </a:cubicBezTo>
                <a:lnTo>
                  <a:pt x="35052" y="280416"/>
                </a:lnTo>
                <a:lnTo>
                  <a:pt x="35052" y="403860"/>
                </a:lnTo>
                <a:cubicBezTo>
                  <a:pt x="35052" y="413004"/>
                  <a:pt x="42672" y="422148"/>
                  <a:pt x="53340" y="422148"/>
                </a:cubicBezTo>
                <a:lnTo>
                  <a:pt x="121920" y="422148"/>
                </a:lnTo>
                <a:cubicBezTo>
                  <a:pt x="131064" y="422148"/>
                  <a:pt x="140208" y="414528"/>
                  <a:pt x="140208" y="403860"/>
                </a:cubicBezTo>
                <a:lnTo>
                  <a:pt x="140208" y="371856"/>
                </a:lnTo>
                <a:cubicBezTo>
                  <a:pt x="129540" y="361188"/>
                  <a:pt x="121920" y="345948"/>
                  <a:pt x="121920" y="330708"/>
                </a:cubicBezTo>
                <a:lnTo>
                  <a:pt x="121920" y="204216"/>
                </a:lnTo>
                <a:cubicBezTo>
                  <a:pt x="121920" y="173736"/>
                  <a:pt x="144780" y="149352"/>
                  <a:pt x="173736" y="147828"/>
                </a:cubicBezTo>
                <a:lnTo>
                  <a:pt x="173736" y="146304"/>
                </a:lnTo>
                <a:cubicBezTo>
                  <a:pt x="173736" y="137160"/>
                  <a:pt x="166116" y="128016"/>
                  <a:pt x="155448" y="128016"/>
                </a:cubicBezTo>
                <a:lnTo>
                  <a:pt x="18288" y="128016"/>
                </a:lnTo>
                <a:cubicBezTo>
                  <a:pt x="7620" y="126492"/>
                  <a:pt x="0" y="134112"/>
                  <a:pt x="0" y="144780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1524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8" name="子陵职场PPT2-21"/>
          <p:cNvSpPr/>
          <p:nvPr>
            <p:custDataLst>
              <p:tags r:id="rId6"/>
            </p:custDataLst>
          </p:nvPr>
        </p:nvSpPr>
        <p:spPr>
          <a:xfrm>
            <a:off x="8562975" y="4951095"/>
            <a:ext cx="334010" cy="258445"/>
          </a:xfrm>
          <a:custGeom>
            <a:avLst/>
            <a:gdLst>
              <a:gd name="connsiteX0" fmla="*/ 403050 w 567641"/>
              <a:gd name="connsiteY0" fmla="*/ 204216 h 438912"/>
              <a:gd name="connsiteX1" fmla="*/ 499062 w 567641"/>
              <a:gd name="connsiteY1" fmla="*/ 120396 h 438912"/>
              <a:gd name="connsiteX2" fmla="*/ 499062 w 567641"/>
              <a:gd name="connsiteY2" fmla="*/ 438912 h 438912"/>
              <a:gd name="connsiteX3" fmla="*/ 403050 w 567641"/>
              <a:gd name="connsiteY3" fmla="*/ 438912 h 438912"/>
              <a:gd name="connsiteX4" fmla="*/ 403050 w 567641"/>
              <a:gd name="connsiteY4" fmla="*/ 204216 h 438912"/>
              <a:gd name="connsiteX5" fmla="*/ 281130 w 567641"/>
              <a:gd name="connsiteY5" fmla="*/ 438912 h 438912"/>
              <a:gd name="connsiteX6" fmla="*/ 377142 w 567641"/>
              <a:gd name="connsiteY6" fmla="*/ 438912 h 438912"/>
              <a:gd name="connsiteX7" fmla="*/ 377142 w 567641"/>
              <a:gd name="connsiteY7" fmla="*/ 225552 h 438912"/>
              <a:gd name="connsiteX8" fmla="*/ 281130 w 567641"/>
              <a:gd name="connsiteY8" fmla="*/ 309372 h 438912"/>
              <a:gd name="connsiteX9" fmla="*/ 281130 w 567641"/>
              <a:gd name="connsiteY9" fmla="*/ 438912 h 438912"/>
              <a:gd name="connsiteX10" fmla="*/ 160734 w 567641"/>
              <a:gd name="connsiteY10" fmla="*/ 438912 h 438912"/>
              <a:gd name="connsiteX11" fmla="*/ 256745 w 567641"/>
              <a:gd name="connsiteY11" fmla="*/ 438912 h 438912"/>
              <a:gd name="connsiteX12" fmla="*/ 256745 w 567641"/>
              <a:gd name="connsiteY12" fmla="*/ 309372 h 438912"/>
              <a:gd name="connsiteX13" fmla="*/ 160734 w 567641"/>
              <a:gd name="connsiteY13" fmla="*/ 207264 h 438912"/>
              <a:gd name="connsiteX14" fmla="*/ 160734 w 567641"/>
              <a:gd name="connsiteY14" fmla="*/ 438912 h 438912"/>
              <a:gd name="connsiteX15" fmla="*/ 38814 w 567641"/>
              <a:gd name="connsiteY15" fmla="*/ 438912 h 438912"/>
              <a:gd name="connsiteX16" fmla="*/ 134825 w 567641"/>
              <a:gd name="connsiteY16" fmla="*/ 438912 h 438912"/>
              <a:gd name="connsiteX17" fmla="*/ 134825 w 567641"/>
              <a:gd name="connsiteY17" fmla="*/ 195072 h 438912"/>
              <a:gd name="connsiteX18" fmla="*/ 38814 w 567641"/>
              <a:gd name="connsiteY18" fmla="*/ 272796 h 438912"/>
              <a:gd name="connsiteX19" fmla="*/ 38814 w 567641"/>
              <a:gd name="connsiteY19" fmla="*/ 438912 h 438912"/>
              <a:gd name="connsiteX20" fmla="*/ 555450 w 567641"/>
              <a:gd name="connsiteY20" fmla="*/ 0 h 438912"/>
              <a:gd name="connsiteX21" fmla="*/ 464010 w 567641"/>
              <a:gd name="connsiteY21" fmla="*/ 0 h 438912"/>
              <a:gd name="connsiteX22" fmla="*/ 456390 w 567641"/>
              <a:gd name="connsiteY22" fmla="*/ 15240 h 438912"/>
              <a:gd name="connsiteX23" fmla="*/ 483822 w 567641"/>
              <a:gd name="connsiteY23" fmla="*/ 47244 h 438912"/>
              <a:gd name="connsiteX24" fmla="*/ 268938 w 567641"/>
              <a:gd name="connsiteY24" fmla="*/ 233172 h 438912"/>
              <a:gd name="connsiteX25" fmla="*/ 156162 w 567641"/>
              <a:gd name="connsiteY25" fmla="*/ 114300 h 438912"/>
              <a:gd name="connsiteX26" fmla="*/ 131778 w 567641"/>
              <a:gd name="connsiteY26" fmla="*/ 112776 h 438912"/>
              <a:gd name="connsiteX27" fmla="*/ 6809 w 567641"/>
              <a:gd name="connsiteY27" fmla="*/ 214884 h 438912"/>
              <a:gd name="connsiteX28" fmla="*/ 3762 w 567641"/>
              <a:gd name="connsiteY28" fmla="*/ 240792 h 438912"/>
              <a:gd name="connsiteX29" fmla="*/ 29669 w 567641"/>
              <a:gd name="connsiteY29" fmla="*/ 243840 h 438912"/>
              <a:gd name="connsiteX30" fmla="*/ 142445 w 567641"/>
              <a:gd name="connsiteY30" fmla="*/ 152400 h 438912"/>
              <a:gd name="connsiteX31" fmla="*/ 255222 w 567641"/>
              <a:gd name="connsiteY31" fmla="*/ 271272 h 438912"/>
              <a:gd name="connsiteX32" fmla="*/ 268938 w 567641"/>
              <a:gd name="connsiteY32" fmla="*/ 277368 h 438912"/>
              <a:gd name="connsiteX33" fmla="*/ 281130 w 567641"/>
              <a:gd name="connsiteY33" fmla="*/ 272796 h 438912"/>
              <a:gd name="connsiteX34" fmla="*/ 509730 w 567641"/>
              <a:gd name="connsiteY34" fmla="*/ 76200 h 438912"/>
              <a:gd name="connsiteX35" fmla="*/ 538685 w 567641"/>
              <a:gd name="connsiteY35" fmla="*/ 109728 h 438912"/>
              <a:gd name="connsiteX36" fmla="*/ 555450 w 567641"/>
              <a:gd name="connsiteY36" fmla="*/ 105156 h 438912"/>
              <a:gd name="connsiteX37" fmla="*/ 567642 w 567641"/>
              <a:gd name="connsiteY37" fmla="*/ 13716 h 438912"/>
              <a:gd name="connsiteX38" fmla="*/ 555450 w 567641"/>
              <a:gd name="connsiteY38" fmla="*/ 0 h 438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567641" h="438912">
                <a:moveTo>
                  <a:pt x="403050" y="204216"/>
                </a:moveTo>
                <a:lnTo>
                  <a:pt x="499062" y="120396"/>
                </a:lnTo>
                <a:lnTo>
                  <a:pt x="499062" y="438912"/>
                </a:lnTo>
                <a:lnTo>
                  <a:pt x="403050" y="438912"/>
                </a:lnTo>
                <a:lnTo>
                  <a:pt x="403050" y="204216"/>
                </a:lnTo>
                <a:close/>
                <a:moveTo>
                  <a:pt x="281130" y="438912"/>
                </a:moveTo>
                <a:lnTo>
                  <a:pt x="377142" y="438912"/>
                </a:lnTo>
                <a:lnTo>
                  <a:pt x="377142" y="225552"/>
                </a:lnTo>
                <a:lnTo>
                  <a:pt x="281130" y="309372"/>
                </a:lnTo>
                <a:lnTo>
                  <a:pt x="281130" y="438912"/>
                </a:lnTo>
                <a:close/>
                <a:moveTo>
                  <a:pt x="160734" y="438912"/>
                </a:moveTo>
                <a:lnTo>
                  <a:pt x="256745" y="438912"/>
                </a:lnTo>
                <a:lnTo>
                  <a:pt x="256745" y="309372"/>
                </a:lnTo>
                <a:lnTo>
                  <a:pt x="160734" y="207264"/>
                </a:lnTo>
                <a:lnTo>
                  <a:pt x="160734" y="438912"/>
                </a:lnTo>
                <a:close/>
                <a:moveTo>
                  <a:pt x="38814" y="438912"/>
                </a:moveTo>
                <a:lnTo>
                  <a:pt x="134825" y="438912"/>
                </a:lnTo>
                <a:lnTo>
                  <a:pt x="134825" y="195072"/>
                </a:lnTo>
                <a:lnTo>
                  <a:pt x="38814" y="272796"/>
                </a:lnTo>
                <a:lnTo>
                  <a:pt x="38814" y="438912"/>
                </a:lnTo>
                <a:close/>
                <a:moveTo>
                  <a:pt x="555450" y="0"/>
                </a:moveTo>
                <a:lnTo>
                  <a:pt x="464010" y="0"/>
                </a:lnTo>
                <a:cubicBezTo>
                  <a:pt x="456390" y="0"/>
                  <a:pt x="451818" y="9144"/>
                  <a:pt x="456390" y="15240"/>
                </a:cubicBezTo>
                <a:lnTo>
                  <a:pt x="483822" y="47244"/>
                </a:lnTo>
                <a:lnTo>
                  <a:pt x="268938" y="233172"/>
                </a:lnTo>
                <a:lnTo>
                  <a:pt x="156162" y="114300"/>
                </a:lnTo>
                <a:cubicBezTo>
                  <a:pt x="150065" y="108204"/>
                  <a:pt x="139398" y="106680"/>
                  <a:pt x="131778" y="112776"/>
                </a:cubicBezTo>
                <a:lnTo>
                  <a:pt x="6809" y="214884"/>
                </a:lnTo>
                <a:cubicBezTo>
                  <a:pt x="-811" y="220980"/>
                  <a:pt x="-2335" y="231648"/>
                  <a:pt x="3762" y="240792"/>
                </a:cubicBezTo>
                <a:cubicBezTo>
                  <a:pt x="9858" y="248412"/>
                  <a:pt x="20525" y="249936"/>
                  <a:pt x="29669" y="243840"/>
                </a:cubicBezTo>
                <a:lnTo>
                  <a:pt x="142445" y="152400"/>
                </a:lnTo>
                <a:lnTo>
                  <a:pt x="255222" y="271272"/>
                </a:lnTo>
                <a:cubicBezTo>
                  <a:pt x="258269" y="274320"/>
                  <a:pt x="262842" y="277368"/>
                  <a:pt x="268938" y="277368"/>
                </a:cubicBezTo>
                <a:cubicBezTo>
                  <a:pt x="273510" y="277368"/>
                  <a:pt x="276558" y="275844"/>
                  <a:pt x="281130" y="272796"/>
                </a:cubicBezTo>
                <a:lnTo>
                  <a:pt x="509730" y="76200"/>
                </a:lnTo>
                <a:lnTo>
                  <a:pt x="538685" y="109728"/>
                </a:lnTo>
                <a:cubicBezTo>
                  <a:pt x="543258" y="115824"/>
                  <a:pt x="553925" y="112776"/>
                  <a:pt x="555450" y="105156"/>
                </a:cubicBezTo>
                <a:lnTo>
                  <a:pt x="567642" y="13716"/>
                </a:lnTo>
                <a:cubicBezTo>
                  <a:pt x="564594" y="6096"/>
                  <a:pt x="561545" y="0"/>
                  <a:pt x="555450" y="0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1524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9" name="子陵职场PPT2-23"/>
          <p:cNvSpPr/>
          <p:nvPr>
            <p:custDataLst>
              <p:tags r:id="rId7"/>
            </p:custDataLst>
          </p:nvPr>
        </p:nvSpPr>
        <p:spPr>
          <a:xfrm>
            <a:off x="1020445" y="4930775"/>
            <a:ext cx="304800" cy="306705"/>
          </a:xfrm>
          <a:custGeom>
            <a:avLst/>
            <a:gdLst>
              <a:gd name="connsiteX0" fmla="*/ 577596 w 577595"/>
              <a:gd name="connsiteY0" fmla="*/ 89916 h 580644"/>
              <a:gd name="connsiteX1" fmla="*/ 505968 w 577595"/>
              <a:gd name="connsiteY1" fmla="*/ 71628 h 580644"/>
              <a:gd name="connsiteX2" fmla="*/ 486156 w 577595"/>
              <a:gd name="connsiteY2" fmla="*/ 0 h 580644"/>
              <a:gd name="connsiteX3" fmla="*/ 403860 w 577595"/>
              <a:gd name="connsiteY3" fmla="*/ 111252 h 580644"/>
              <a:gd name="connsiteX4" fmla="*/ 409956 w 577595"/>
              <a:gd name="connsiteY4" fmla="*/ 147828 h 580644"/>
              <a:gd name="connsiteX5" fmla="*/ 233172 w 577595"/>
              <a:gd name="connsiteY5" fmla="*/ 324612 h 580644"/>
              <a:gd name="connsiteX6" fmla="*/ 233172 w 577595"/>
              <a:gd name="connsiteY6" fmla="*/ 348996 h 580644"/>
              <a:gd name="connsiteX7" fmla="*/ 245364 w 577595"/>
              <a:gd name="connsiteY7" fmla="*/ 353568 h 580644"/>
              <a:gd name="connsiteX8" fmla="*/ 257556 w 577595"/>
              <a:gd name="connsiteY8" fmla="*/ 348996 h 580644"/>
              <a:gd name="connsiteX9" fmla="*/ 435864 w 577595"/>
              <a:gd name="connsiteY9" fmla="*/ 170688 h 580644"/>
              <a:gd name="connsiteX10" fmla="*/ 470916 w 577595"/>
              <a:gd name="connsiteY10" fmla="*/ 175260 h 580644"/>
              <a:gd name="connsiteX11" fmla="*/ 577596 w 577595"/>
              <a:gd name="connsiteY11" fmla="*/ 89916 h 580644"/>
              <a:gd name="connsiteX12" fmla="*/ 364236 w 577595"/>
              <a:gd name="connsiteY12" fmla="*/ 288036 h 580644"/>
              <a:gd name="connsiteX13" fmla="*/ 390144 w 577595"/>
              <a:gd name="connsiteY13" fmla="*/ 262128 h 580644"/>
              <a:gd name="connsiteX14" fmla="*/ 408432 w 577595"/>
              <a:gd name="connsiteY14" fmla="*/ 336804 h 580644"/>
              <a:gd name="connsiteX15" fmla="*/ 243840 w 577595"/>
              <a:gd name="connsiteY15" fmla="*/ 501396 h 580644"/>
              <a:gd name="connsiteX16" fmla="*/ 79248 w 577595"/>
              <a:gd name="connsiteY16" fmla="*/ 336804 h 580644"/>
              <a:gd name="connsiteX17" fmla="*/ 243840 w 577595"/>
              <a:gd name="connsiteY17" fmla="*/ 172212 h 580644"/>
              <a:gd name="connsiteX18" fmla="*/ 318516 w 577595"/>
              <a:gd name="connsiteY18" fmla="*/ 190500 h 580644"/>
              <a:gd name="connsiteX19" fmla="*/ 292608 w 577595"/>
              <a:gd name="connsiteY19" fmla="*/ 216408 h 580644"/>
              <a:gd name="connsiteX20" fmla="*/ 243840 w 577595"/>
              <a:gd name="connsiteY20" fmla="*/ 207264 h 580644"/>
              <a:gd name="connsiteX21" fmla="*/ 114300 w 577595"/>
              <a:gd name="connsiteY21" fmla="*/ 336804 h 580644"/>
              <a:gd name="connsiteX22" fmla="*/ 243840 w 577595"/>
              <a:gd name="connsiteY22" fmla="*/ 466344 h 580644"/>
              <a:gd name="connsiteX23" fmla="*/ 373380 w 577595"/>
              <a:gd name="connsiteY23" fmla="*/ 336804 h 580644"/>
              <a:gd name="connsiteX24" fmla="*/ 364236 w 577595"/>
              <a:gd name="connsiteY24" fmla="*/ 288036 h 580644"/>
              <a:gd name="connsiteX25" fmla="*/ 297180 w 577595"/>
              <a:gd name="connsiteY25" fmla="*/ 353568 h 580644"/>
              <a:gd name="connsiteX26" fmla="*/ 332232 w 577595"/>
              <a:gd name="connsiteY26" fmla="*/ 318516 h 580644"/>
              <a:gd name="connsiteX27" fmla="*/ 333756 w 577595"/>
              <a:gd name="connsiteY27" fmla="*/ 335280 h 580644"/>
              <a:gd name="connsiteX28" fmla="*/ 242316 w 577595"/>
              <a:gd name="connsiteY28" fmla="*/ 426720 h 580644"/>
              <a:gd name="connsiteX29" fmla="*/ 150876 w 577595"/>
              <a:gd name="connsiteY29" fmla="*/ 335280 h 580644"/>
              <a:gd name="connsiteX30" fmla="*/ 242316 w 577595"/>
              <a:gd name="connsiteY30" fmla="*/ 243840 h 580644"/>
              <a:gd name="connsiteX31" fmla="*/ 259080 w 577595"/>
              <a:gd name="connsiteY31" fmla="*/ 245364 h 580644"/>
              <a:gd name="connsiteX32" fmla="*/ 224028 w 577595"/>
              <a:gd name="connsiteY32" fmla="*/ 280416 h 580644"/>
              <a:gd name="connsiteX33" fmla="*/ 185928 w 577595"/>
              <a:gd name="connsiteY33" fmla="*/ 333756 h 580644"/>
              <a:gd name="connsiteX34" fmla="*/ 242316 w 577595"/>
              <a:gd name="connsiteY34" fmla="*/ 390144 h 580644"/>
              <a:gd name="connsiteX35" fmla="*/ 297180 w 577595"/>
              <a:gd name="connsiteY35" fmla="*/ 353568 h 580644"/>
              <a:gd name="connsiteX36" fmla="*/ 449580 w 577595"/>
              <a:gd name="connsiteY36" fmla="*/ 207264 h 580644"/>
              <a:gd name="connsiteX37" fmla="*/ 487680 w 577595"/>
              <a:gd name="connsiteY37" fmla="*/ 336804 h 580644"/>
              <a:gd name="connsiteX38" fmla="*/ 243840 w 577595"/>
              <a:gd name="connsiteY38" fmla="*/ 580644 h 580644"/>
              <a:gd name="connsiteX39" fmla="*/ 0 w 577595"/>
              <a:gd name="connsiteY39" fmla="*/ 336804 h 580644"/>
              <a:gd name="connsiteX40" fmla="*/ 243840 w 577595"/>
              <a:gd name="connsiteY40" fmla="*/ 92964 h 580644"/>
              <a:gd name="connsiteX41" fmla="*/ 371856 w 577595"/>
              <a:gd name="connsiteY41" fmla="*/ 129540 h 580644"/>
              <a:gd name="connsiteX42" fmla="*/ 373380 w 577595"/>
              <a:gd name="connsiteY42" fmla="*/ 135636 h 580644"/>
              <a:gd name="connsiteX43" fmla="*/ 352044 w 577595"/>
              <a:gd name="connsiteY43" fmla="*/ 156972 h 580644"/>
              <a:gd name="connsiteX44" fmla="*/ 245364 w 577595"/>
              <a:gd name="connsiteY44" fmla="*/ 126492 h 580644"/>
              <a:gd name="connsiteX45" fmla="*/ 36576 w 577595"/>
              <a:gd name="connsiteY45" fmla="*/ 335280 h 580644"/>
              <a:gd name="connsiteX46" fmla="*/ 245364 w 577595"/>
              <a:gd name="connsiteY46" fmla="*/ 544068 h 580644"/>
              <a:gd name="connsiteX47" fmla="*/ 454152 w 577595"/>
              <a:gd name="connsiteY47" fmla="*/ 335280 h 580644"/>
              <a:gd name="connsiteX48" fmla="*/ 423672 w 577595"/>
              <a:gd name="connsiteY48" fmla="*/ 227076 h 580644"/>
              <a:gd name="connsiteX49" fmla="*/ 446532 w 577595"/>
              <a:gd name="connsiteY49" fmla="*/ 204216 h 580644"/>
              <a:gd name="connsiteX50" fmla="*/ 449580 w 577595"/>
              <a:gd name="connsiteY50" fmla="*/ 207264 h 580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577595" h="580644">
                <a:moveTo>
                  <a:pt x="577596" y="89916"/>
                </a:moveTo>
                <a:lnTo>
                  <a:pt x="505968" y="71628"/>
                </a:lnTo>
                <a:lnTo>
                  <a:pt x="486156" y="0"/>
                </a:lnTo>
                <a:lnTo>
                  <a:pt x="403860" y="111252"/>
                </a:lnTo>
                <a:lnTo>
                  <a:pt x="409956" y="147828"/>
                </a:lnTo>
                <a:lnTo>
                  <a:pt x="233172" y="324612"/>
                </a:lnTo>
                <a:cubicBezTo>
                  <a:pt x="227076" y="330708"/>
                  <a:pt x="227076" y="341376"/>
                  <a:pt x="233172" y="348996"/>
                </a:cubicBezTo>
                <a:cubicBezTo>
                  <a:pt x="236220" y="352044"/>
                  <a:pt x="240792" y="353568"/>
                  <a:pt x="245364" y="353568"/>
                </a:cubicBezTo>
                <a:cubicBezTo>
                  <a:pt x="249936" y="353568"/>
                  <a:pt x="254508" y="352044"/>
                  <a:pt x="257556" y="348996"/>
                </a:cubicBezTo>
                <a:lnTo>
                  <a:pt x="435864" y="170688"/>
                </a:lnTo>
                <a:lnTo>
                  <a:pt x="470916" y="175260"/>
                </a:lnTo>
                <a:lnTo>
                  <a:pt x="577596" y="89916"/>
                </a:lnTo>
                <a:close/>
                <a:moveTo>
                  <a:pt x="364236" y="288036"/>
                </a:moveTo>
                <a:lnTo>
                  <a:pt x="390144" y="262128"/>
                </a:lnTo>
                <a:cubicBezTo>
                  <a:pt x="400812" y="284988"/>
                  <a:pt x="408432" y="309372"/>
                  <a:pt x="408432" y="336804"/>
                </a:cubicBezTo>
                <a:cubicBezTo>
                  <a:pt x="408432" y="426720"/>
                  <a:pt x="335280" y="501396"/>
                  <a:pt x="243840" y="501396"/>
                </a:cubicBezTo>
                <a:cubicBezTo>
                  <a:pt x="153924" y="501396"/>
                  <a:pt x="79248" y="428244"/>
                  <a:pt x="79248" y="336804"/>
                </a:cubicBezTo>
                <a:cubicBezTo>
                  <a:pt x="79248" y="246888"/>
                  <a:pt x="152400" y="172212"/>
                  <a:pt x="243840" y="172212"/>
                </a:cubicBezTo>
                <a:cubicBezTo>
                  <a:pt x="269748" y="172212"/>
                  <a:pt x="295656" y="178308"/>
                  <a:pt x="318516" y="190500"/>
                </a:cubicBezTo>
                <a:lnTo>
                  <a:pt x="292608" y="216408"/>
                </a:lnTo>
                <a:cubicBezTo>
                  <a:pt x="277368" y="210312"/>
                  <a:pt x="262128" y="207264"/>
                  <a:pt x="243840" y="207264"/>
                </a:cubicBezTo>
                <a:cubicBezTo>
                  <a:pt x="172212" y="207264"/>
                  <a:pt x="114300" y="265176"/>
                  <a:pt x="114300" y="336804"/>
                </a:cubicBezTo>
                <a:cubicBezTo>
                  <a:pt x="114300" y="408432"/>
                  <a:pt x="172212" y="466344"/>
                  <a:pt x="243840" y="466344"/>
                </a:cubicBezTo>
                <a:cubicBezTo>
                  <a:pt x="315468" y="466344"/>
                  <a:pt x="373380" y="408432"/>
                  <a:pt x="373380" y="336804"/>
                </a:cubicBezTo>
                <a:cubicBezTo>
                  <a:pt x="373380" y="318516"/>
                  <a:pt x="368808" y="301752"/>
                  <a:pt x="364236" y="288036"/>
                </a:cubicBezTo>
                <a:close/>
                <a:moveTo>
                  <a:pt x="297180" y="353568"/>
                </a:moveTo>
                <a:lnTo>
                  <a:pt x="332232" y="318516"/>
                </a:lnTo>
                <a:cubicBezTo>
                  <a:pt x="333756" y="324612"/>
                  <a:pt x="333756" y="329184"/>
                  <a:pt x="333756" y="335280"/>
                </a:cubicBezTo>
                <a:cubicBezTo>
                  <a:pt x="333756" y="385572"/>
                  <a:pt x="292608" y="426720"/>
                  <a:pt x="242316" y="426720"/>
                </a:cubicBezTo>
                <a:cubicBezTo>
                  <a:pt x="192024" y="426720"/>
                  <a:pt x="150876" y="385572"/>
                  <a:pt x="150876" y="335280"/>
                </a:cubicBezTo>
                <a:cubicBezTo>
                  <a:pt x="150876" y="284988"/>
                  <a:pt x="192024" y="243840"/>
                  <a:pt x="242316" y="243840"/>
                </a:cubicBezTo>
                <a:cubicBezTo>
                  <a:pt x="248412" y="243840"/>
                  <a:pt x="254508" y="243840"/>
                  <a:pt x="259080" y="245364"/>
                </a:cubicBezTo>
                <a:lnTo>
                  <a:pt x="224028" y="280416"/>
                </a:lnTo>
                <a:cubicBezTo>
                  <a:pt x="201168" y="288036"/>
                  <a:pt x="185928" y="309372"/>
                  <a:pt x="185928" y="333756"/>
                </a:cubicBezTo>
                <a:cubicBezTo>
                  <a:pt x="185928" y="365760"/>
                  <a:pt x="211836" y="390144"/>
                  <a:pt x="242316" y="390144"/>
                </a:cubicBezTo>
                <a:cubicBezTo>
                  <a:pt x="268224" y="393192"/>
                  <a:pt x="289560" y="376428"/>
                  <a:pt x="297180" y="353568"/>
                </a:cubicBezTo>
                <a:close/>
                <a:moveTo>
                  <a:pt x="449580" y="207264"/>
                </a:moveTo>
                <a:cubicBezTo>
                  <a:pt x="473964" y="245364"/>
                  <a:pt x="487680" y="289560"/>
                  <a:pt x="487680" y="336804"/>
                </a:cubicBezTo>
                <a:cubicBezTo>
                  <a:pt x="487680" y="470916"/>
                  <a:pt x="377952" y="580644"/>
                  <a:pt x="243840" y="580644"/>
                </a:cubicBezTo>
                <a:cubicBezTo>
                  <a:pt x="109728" y="580644"/>
                  <a:pt x="0" y="470916"/>
                  <a:pt x="0" y="336804"/>
                </a:cubicBezTo>
                <a:cubicBezTo>
                  <a:pt x="0" y="202692"/>
                  <a:pt x="109728" y="92964"/>
                  <a:pt x="243840" y="92964"/>
                </a:cubicBezTo>
                <a:cubicBezTo>
                  <a:pt x="291084" y="92964"/>
                  <a:pt x="333756" y="106680"/>
                  <a:pt x="371856" y="129540"/>
                </a:cubicBezTo>
                <a:lnTo>
                  <a:pt x="373380" y="135636"/>
                </a:lnTo>
                <a:lnTo>
                  <a:pt x="352044" y="156972"/>
                </a:lnTo>
                <a:cubicBezTo>
                  <a:pt x="320040" y="138684"/>
                  <a:pt x="283464" y="126492"/>
                  <a:pt x="245364" y="126492"/>
                </a:cubicBezTo>
                <a:cubicBezTo>
                  <a:pt x="129540" y="126492"/>
                  <a:pt x="36576" y="220980"/>
                  <a:pt x="36576" y="335280"/>
                </a:cubicBezTo>
                <a:cubicBezTo>
                  <a:pt x="36576" y="451104"/>
                  <a:pt x="131064" y="544068"/>
                  <a:pt x="245364" y="544068"/>
                </a:cubicBezTo>
                <a:cubicBezTo>
                  <a:pt x="361188" y="544068"/>
                  <a:pt x="454152" y="449580"/>
                  <a:pt x="454152" y="335280"/>
                </a:cubicBezTo>
                <a:cubicBezTo>
                  <a:pt x="454152" y="295656"/>
                  <a:pt x="443484" y="259080"/>
                  <a:pt x="423672" y="227076"/>
                </a:cubicBezTo>
                <a:lnTo>
                  <a:pt x="446532" y="204216"/>
                </a:lnTo>
                <a:lnTo>
                  <a:pt x="449580" y="207264"/>
                </a:ln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1524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650" name="组合 649"/>
          <p:cNvGrpSpPr/>
          <p:nvPr/>
        </p:nvGrpSpPr>
        <p:grpSpPr>
          <a:xfrm>
            <a:off x="8569960" y="1282065"/>
            <a:ext cx="238125" cy="220345"/>
            <a:chOff x="4550523" y="3963854"/>
            <a:chExt cx="345838" cy="320017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651" name="任意多边形: 形状 44"/>
            <p:cNvSpPr/>
            <p:nvPr/>
          </p:nvSpPr>
          <p:spPr>
            <a:xfrm>
              <a:off x="4550523" y="3963854"/>
              <a:ext cx="101623" cy="218086"/>
            </a:xfrm>
            <a:custGeom>
              <a:avLst/>
              <a:gdLst>
                <a:gd name="connsiteX0" fmla="*/ 12215 w 101623"/>
                <a:gd name="connsiteY0" fmla="*/ 0 h 218086"/>
                <a:gd name="connsiteX1" fmla="*/ 89446 w 101623"/>
                <a:gd name="connsiteY1" fmla="*/ 0 h 218086"/>
                <a:gd name="connsiteX2" fmla="*/ 101622 w 101623"/>
                <a:gd name="connsiteY2" fmla="*/ 13374 h 218086"/>
                <a:gd name="connsiteX3" fmla="*/ 101622 w 101623"/>
                <a:gd name="connsiteY3" fmla="*/ 218086 h 218086"/>
                <a:gd name="connsiteX4" fmla="*/ 0 w 101623"/>
                <a:gd name="connsiteY4" fmla="*/ 218086 h 218086"/>
                <a:gd name="connsiteX5" fmla="*/ 0 w 101623"/>
                <a:gd name="connsiteY5" fmla="*/ 13336 h 218086"/>
                <a:gd name="connsiteX6" fmla="*/ 12215 w 101623"/>
                <a:gd name="connsiteY6" fmla="*/ 0 h 218086"/>
                <a:gd name="connsiteX7" fmla="*/ 50637 w 101623"/>
                <a:gd name="connsiteY7" fmla="*/ 60648 h 218086"/>
                <a:gd name="connsiteX8" fmla="*/ 30034 w 101623"/>
                <a:gd name="connsiteY8" fmla="*/ 81251 h 218086"/>
                <a:gd name="connsiteX9" fmla="*/ 50637 w 101623"/>
                <a:gd name="connsiteY9" fmla="*/ 101853 h 218086"/>
                <a:gd name="connsiteX10" fmla="*/ 71240 w 101623"/>
                <a:gd name="connsiteY10" fmla="*/ 81251 h 218086"/>
                <a:gd name="connsiteX11" fmla="*/ 50637 w 101623"/>
                <a:gd name="connsiteY11" fmla="*/ 60648 h 218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1623" h="218086">
                  <a:moveTo>
                    <a:pt x="12215" y="0"/>
                  </a:moveTo>
                  <a:lnTo>
                    <a:pt x="89446" y="0"/>
                  </a:lnTo>
                  <a:cubicBezTo>
                    <a:pt x="96171" y="0"/>
                    <a:pt x="101660" y="5991"/>
                    <a:pt x="101622" y="13374"/>
                  </a:cubicBezTo>
                  <a:lnTo>
                    <a:pt x="101622" y="218086"/>
                  </a:lnTo>
                  <a:lnTo>
                    <a:pt x="0" y="218086"/>
                  </a:lnTo>
                  <a:lnTo>
                    <a:pt x="0" y="13336"/>
                  </a:lnTo>
                  <a:cubicBezTo>
                    <a:pt x="0" y="5991"/>
                    <a:pt x="5489" y="0"/>
                    <a:pt x="12215" y="0"/>
                  </a:cubicBezTo>
                  <a:close/>
                  <a:moveTo>
                    <a:pt x="50637" y="60648"/>
                  </a:moveTo>
                  <a:cubicBezTo>
                    <a:pt x="39234" y="60648"/>
                    <a:pt x="30034" y="69848"/>
                    <a:pt x="30034" y="81251"/>
                  </a:cubicBezTo>
                  <a:cubicBezTo>
                    <a:pt x="30034" y="92654"/>
                    <a:pt x="39273" y="101853"/>
                    <a:pt x="50637" y="101853"/>
                  </a:cubicBezTo>
                  <a:cubicBezTo>
                    <a:pt x="62001" y="101853"/>
                    <a:pt x="71240" y="92654"/>
                    <a:pt x="71240" y="81251"/>
                  </a:cubicBezTo>
                  <a:cubicBezTo>
                    <a:pt x="71240" y="69848"/>
                    <a:pt x="62040" y="60648"/>
                    <a:pt x="50637" y="60648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endParaRPr>
            </a:p>
          </p:txBody>
        </p:sp>
        <p:sp>
          <p:nvSpPr>
            <p:cNvPr id="652" name="任意多边形: 形状 45"/>
            <p:cNvSpPr/>
            <p:nvPr/>
          </p:nvSpPr>
          <p:spPr>
            <a:xfrm>
              <a:off x="4672631" y="3963854"/>
              <a:ext cx="101660" cy="218086"/>
            </a:xfrm>
            <a:custGeom>
              <a:avLst/>
              <a:gdLst>
                <a:gd name="connsiteX0" fmla="*/ 12215 w 101660"/>
                <a:gd name="connsiteY0" fmla="*/ 0 h 218086"/>
                <a:gd name="connsiteX1" fmla="*/ 89446 w 101660"/>
                <a:gd name="connsiteY1" fmla="*/ 0 h 218086"/>
                <a:gd name="connsiteX2" fmla="*/ 101660 w 101660"/>
                <a:gd name="connsiteY2" fmla="*/ 13374 h 218086"/>
                <a:gd name="connsiteX3" fmla="*/ 101660 w 101660"/>
                <a:gd name="connsiteY3" fmla="*/ 218086 h 218086"/>
                <a:gd name="connsiteX4" fmla="*/ 0 w 101660"/>
                <a:gd name="connsiteY4" fmla="*/ 218086 h 218086"/>
                <a:gd name="connsiteX5" fmla="*/ 0 w 101660"/>
                <a:gd name="connsiteY5" fmla="*/ 13336 h 218086"/>
                <a:gd name="connsiteX6" fmla="*/ 12215 w 101660"/>
                <a:gd name="connsiteY6" fmla="*/ 0 h 218086"/>
                <a:gd name="connsiteX7" fmla="*/ 50637 w 101660"/>
                <a:gd name="connsiteY7" fmla="*/ 60687 h 218086"/>
                <a:gd name="connsiteX8" fmla="*/ 30034 w 101660"/>
                <a:gd name="connsiteY8" fmla="*/ 81251 h 218086"/>
                <a:gd name="connsiteX9" fmla="*/ 50637 w 101660"/>
                <a:gd name="connsiteY9" fmla="*/ 101853 h 218086"/>
                <a:gd name="connsiteX10" fmla="*/ 71240 w 101660"/>
                <a:gd name="connsiteY10" fmla="*/ 81289 h 218086"/>
                <a:gd name="connsiteX11" fmla="*/ 50637 w 101660"/>
                <a:gd name="connsiteY11" fmla="*/ 60687 h 218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1660" h="218086">
                  <a:moveTo>
                    <a:pt x="12215" y="0"/>
                  </a:moveTo>
                  <a:lnTo>
                    <a:pt x="89446" y="0"/>
                  </a:lnTo>
                  <a:cubicBezTo>
                    <a:pt x="96172" y="0"/>
                    <a:pt x="101660" y="5991"/>
                    <a:pt x="101660" y="13374"/>
                  </a:cubicBezTo>
                  <a:lnTo>
                    <a:pt x="101660" y="218086"/>
                  </a:lnTo>
                  <a:lnTo>
                    <a:pt x="0" y="218086"/>
                  </a:lnTo>
                  <a:lnTo>
                    <a:pt x="0" y="13336"/>
                  </a:lnTo>
                  <a:cubicBezTo>
                    <a:pt x="0" y="5991"/>
                    <a:pt x="5489" y="0"/>
                    <a:pt x="12215" y="0"/>
                  </a:cubicBezTo>
                  <a:close/>
                  <a:moveTo>
                    <a:pt x="50637" y="60687"/>
                  </a:moveTo>
                  <a:cubicBezTo>
                    <a:pt x="39273" y="60687"/>
                    <a:pt x="30034" y="69848"/>
                    <a:pt x="30034" y="81251"/>
                  </a:cubicBezTo>
                  <a:cubicBezTo>
                    <a:pt x="30034" y="92654"/>
                    <a:pt x="39273" y="101853"/>
                    <a:pt x="50637" y="101853"/>
                  </a:cubicBezTo>
                  <a:cubicBezTo>
                    <a:pt x="62001" y="101853"/>
                    <a:pt x="71240" y="92692"/>
                    <a:pt x="71240" y="81289"/>
                  </a:cubicBezTo>
                  <a:cubicBezTo>
                    <a:pt x="71240" y="69887"/>
                    <a:pt x="62001" y="60687"/>
                    <a:pt x="50637" y="60687"/>
                  </a:cubicBez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endParaRPr>
            </a:p>
          </p:txBody>
        </p:sp>
        <p:sp>
          <p:nvSpPr>
            <p:cNvPr id="653" name="任意多边形: 形状 46"/>
            <p:cNvSpPr/>
            <p:nvPr/>
          </p:nvSpPr>
          <p:spPr>
            <a:xfrm>
              <a:off x="4794739" y="3963854"/>
              <a:ext cx="101622" cy="218086"/>
            </a:xfrm>
            <a:custGeom>
              <a:avLst/>
              <a:gdLst>
                <a:gd name="connsiteX0" fmla="*/ 12215 w 101622"/>
                <a:gd name="connsiteY0" fmla="*/ 0 h 218086"/>
                <a:gd name="connsiteX1" fmla="*/ 89446 w 101622"/>
                <a:gd name="connsiteY1" fmla="*/ 0 h 218086"/>
                <a:gd name="connsiteX2" fmla="*/ 101622 w 101622"/>
                <a:gd name="connsiteY2" fmla="*/ 13374 h 218086"/>
                <a:gd name="connsiteX3" fmla="*/ 101622 w 101622"/>
                <a:gd name="connsiteY3" fmla="*/ 218086 h 218086"/>
                <a:gd name="connsiteX4" fmla="*/ 0 w 101622"/>
                <a:gd name="connsiteY4" fmla="*/ 218086 h 218086"/>
                <a:gd name="connsiteX5" fmla="*/ 0 w 101622"/>
                <a:gd name="connsiteY5" fmla="*/ 13336 h 218086"/>
                <a:gd name="connsiteX6" fmla="*/ 12215 w 101622"/>
                <a:gd name="connsiteY6" fmla="*/ 0 h 218086"/>
                <a:gd name="connsiteX7" fmla="*/ 50637 w 101622"/>
                <a:gd name="connsiteY7" fmla="*/ 60648 h 218086"/>
                <a:gd name="connsiteX8" fmla="*/ 30034 w 101622"/>
                <a:gd name="connsiteY8" fmla="*/ 81251 h 218086"/>
                <a:gd name="connsiteX9" fmla="*/ 50637 w 101622"/>
                <a:gd name="connsiteY9" fmla="*/ 101853 h 218086"/>
                <a:gd name="connsiteX10" fmla="*/ 71240 w 101622"/>
                <a:gd name="connsiteY10" fmla="*/ 81251 h 218086"/>
                <a:gd name="connsiteX11" fmla="*/ 50637 w 101622"/>
                <a:gd name="connsiteY11" fmla="*/ 60648 h 218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1622" h="218086">
                  <a:moveTo>
                    <a:pt x="12215" y="0"/>
                  </a:moveTo>
                  <a:lnTo>
                    <a:pt x="89446" y="0"/>
                  </a:lnTo>
                  <a:cubicBezTo>
                    <a:pt x="96210" y="0"/>
                    <a:pt x="101661" y="5991"/>
                    <a:pt x="101622" y="13374"/>
                  </a:cubicBezTo>
                  <a:lnTo>
                    <a:pt x="101622" y="218086"/>
                  </a:lnTo>
                  <a:lnTo>
                    <a:pt x="0" y="218086"/>
                  </a:lnTo>
                  <a:lnTo>
                    <a:pt x="0" y="13336"/>
                  </a:lnTo>
                  <a:cubicBezTo>
                    <a:pt x="0" y="5991"/>
                    <a:pt x="5489" y="0"/>
                    <a:pt x="12215" y="0"/>
                  </a:cubicBezTo>
                  <a:close/>
                  <a:moveTo>
                    <a:pt x="50637" y="60648"/>
                  </a:moveTo>
                  <a:cubicBezTo>
                    <a:pt x="39234" y="60648"/>
                    <a:pt x="30034" y="69848"/>
                    <a:pt x="30034" y="81251"/>
                  </a:cubicBezTo>
                  <a:cubicBezTo>
                    <a:pt x="30034" y="92654"/>
                    <a:pt x="39273" y="101853"/>
                    <a:pt x="50637" y="101853"/>
                  </a:cubicBezTo>
                  <a:cubicBezTo>
                    <a:pt x="62001" y="101853"/>
                    <a:pt x="71240" y="92654"/>
                    <a:pt x="71240" y="81251"/>
                  </a:cubicBezTo>
                  <a:cubicBezTo>
                    <a:pt x="71240" y="69848"/>
                    <a:pt x="62040" y="60648"/>
                    <a:pt x="50637" y="60648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endParaRPr>
            </a:p>
          </p:txBody>
        </p:sp>
        <p:sp>
          <p:nvSpPr>
            <p:cNvPr id="654" name="任意多边形: 形状 47"/>
            <p:cNvSpPr/>
            <p:nvPr/>
          </p:nvSpPr>
          <p:spPr>
            <a:xfrm>
              <a:off x="4550523" y="4204244"/>
              <a:ext cx="101622" cy="79627"/>
            </a:xfrm>
            <a:custGeom>
              <a:avLst/>
              <a:gdLst>
                <a:gd name="connsiteX0" fmla="*/ 0 w 101622"/>
                <a:gd name="connsiteY0" fmla="*/ 0 h 79627"/>
                <a:gd name="connsiteX1" fmla="*/ 101622 w 101622"/>
                <a:gd name="connsiteY1" fmla="*/ 0 h 79627"/>
                <a:gd name="connsiteX2" fmla="*/ 101622 w 101622"/>
                <a:gd name="connsiteY2" fmla="*/ 66253 h 79627"/>
                <a:gd name="connsiteX3" fmla="*/ 89407 w 101622"/>
                <a:gd name="connsiteY3" fmla="*/ 79627 h 79627"/>
                <a:gd name="connsiteX4" fmla="*/ 12176 w 101622"/>
                <a:gd name="connsiteY4" fmla="*/ 79627 h 79627"/>
                <a:gd name="connsiteX5" fmla="*/ 3556 w 101622"/>
                <a:gd name="connsiteY5" fmla="*/ 75723 h 79627"/>
                <a:gd name="connsiteX6" fmla="*/ 0 w 101622"/>
                <a:gd name="connsiteY6" fmla="*/ 66292 h 79627"/>
                <a:gd name="connsiteX7" fmla="*/ 0 w 101622"/>
                <a:gd name="connsiteY7" fmla="*/ 0 h 79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1622" h="79627">
                  <a:moveTo>
                    <a:pt x="0" y="0"/>
                  </a:moveTo>
                  <a:lnTo>
                    <a:pt x="101622" y="0"/>
                  </a:lnTo>
                  <a:lnTo>
                    <a:pt x="101622" y="66253"/>
                  </a:lnTo>
                  <a:cubicBezTo>
                    <a:pt x="101622" y="73636"/>
                    <a:pt x="96133" y="79627"/>
                    <a:pt x="89407" y="79627"/>
                  </a:cubicBezTo>
                  <a:lnTo>
                    <a:pt x="12176" y="79627"/>
                  </a:lnTo>
                  <a:cubicBezTo>
                    <a:pt x="8929" y="79627"/>
                    <a:pt x="5837" y="78236"/>
                    <a:pt x="3556" y="75723"/>
                  </a:cubicBezTo>
                  <a:cubicBezTo>
                    <a:pt x="1276" y="73249"/>
                    <a:pt x="0" y="69848"/>
                    <a:pt x="0" y="6629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endParaRPr>
            </a:p>
          </p:txBody>
        </p:sp>
        <p:sp>
          <p:nvSpPr>
            <p:cNvPr id="655" name="任意多边形: 形状 48"/>
            <p:cNvSpPr/>
            <p:nvPr/>
          </p:nvSpPr>
          <p:spPr>
            <a:xfrm>
              <a:off x="4672631" y="4204244"/>
              <a:ext cx="101622" cy="79627"/>
            </a:xfrm>
            <a:custGeom>
              <a:avLst/>
              <a:gdLst>
                <a:gd name="connsiteX0" fmla="*/ 0 w 101622"/>
                <a:gd name="connsiteY0" fmla="*/ 0 h 79627"/>
                <a:gd name="connsiteX1" fmla="*/ 101622 w 101622"/>
                <a:gd name="connsiteY1" fmla="*/ 0 h 79627"/>
                <a:gd name="connsiteX2" fmla="*/ 101622 w 101622"/>
                <a:gd name="connsiteY2" fmla="*/ 66253 h 79627"/>
                <a:gd name="connsiteX3" fmla="*/ 89407 w 101622"/>
                <a:gd name="connsiteY3" fmla="*/ 79627 h 79627"/>
                <a:gd name="connsiteX4" fmla="*/ 12176 w 101622"/>
                <a:gd name="connsiteY4" fmla="*/ 79627 h 79627"/>
                <a:gd name="connsiteX5" fmla="*/ 3556 w 101622"/>
                <a:gd name="connsiteY5" fmla="*/ 75723 h 79627"/>
                <a:gd name="connsiteX6" fmla="*/ 0 w 101622"/>
                <a:gd name="connsiteY6" fmla="*/ 66292 h 79627"/>
                <a:gd name="connsiteX7" fmla="*/ 0 w 101622"/>
                <a:gd name="connsiteY7" fmla="*/ 0 h 79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1622" h="79627">
                  <a:moveTo>
                    <a:pt x="0" y="0"/>
                  </a:moveTo>
                  <a:lnTo>
                    <a:pt x="101622" y="0"/>
                  </a:lnTo>
                  <a:lnTo>
                    <a:pt x="101622" y="66253"/>
                  </a:lnTo>
                  <a:cubicBezTo>
                    <a:pt x="101622" y="73636"/>
                    <a:pt x="96133" y="79627"/>
                    <a:pt x="89407" y="79627"/>
                  </a:cubicBezTo>
                  <a:lnTo>
                    <a:pt x="12176" y="79627"/>
                  </a:lnTo>
                  <a:cubicBezTo>
                    <a:pt x="8929" y="79627"/>
                    <a:pt x="5837" y="78236"/>
                    <a:pt x="3556" y="75723"/>
                  </a:cubicBezTo>
                  <a:cubicBezTo>
                    <a:pt x="1276" y="73249"/>
                    <a:pt x="0" y="69848"/>
                    <a:pt x="0" y="66292"/>
                  </a:cubicBezTo>
                  <a:lnTo>
                    <a:pt x="0" y="0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endParaRPr>
            </a:p>
          </p:txBody>
        </p:sp>
        <p:sp>
          <p:nvSpPr>
            <p:cNvPr id="656" name="任意多边形: 形状 49"/>
            <p:cNvSpPr/>
            <p:nvPr/>
          </p:nvSpPr>
          <p:spPr>
            <a:xfrm>
              <a:off x="4794739" y="4204244"/>
              <a:ext cx="101622" cy="79627"/>
            </a:xfrm>
            <a:custGeom>
              <a:avLst/>
              <a:gdLst>
                <a:gd name="connsiteX0" fmla="*/ 0 w 101622"/>
                <a:gd name="connsiteY0" fmla="*/ 0 h 79627"/>
                <a:gd name="connsiteX1" fmla="*/ 101622 w 101622"/>
                <a:gd name="connsiteY1" fmla="*/ 0 h 79627"/>
                <a:gd name="connsiteX2" fmla="*/ 101622 w 101622"/>
                <a:gd name="connsiteY2" fmla="*/ 66253 h 79627"/>
                <a:gd name="connsiteX3" fmla="*/ 89407 w 101622"/>
                <a:gd name="connsiteY3" fmla="*/ 79627 h 79627"/>
                <a:gd name="connsiteX4" fmla="*/ 12176 w 101622"/>
                <a:gd name="connsiteY4" fmla="*/ 79627 h 79627"/>
                <a:gd name="connsiteX5" fmla="*/ 3556 w 101622"/>
                <a:gd name="connsiteY5" fmla="*/ 75723 h 79627"/>
                <a:gd name="connsiteX6" fmla="*/ 0 w 101622"/>
                <a:gd name="connsiteY6" fmla="*/ 66292 h 79627"/>
                <a:gd name="connsiteX7" fmla="*/ 0 w 101622"/>
                <a:gd name="connsiteY7" fmla="*/ 0 h 79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1622" h="79627">
                  <a:moveTo>
                    <a:pt x="0" y="0"/>
                  </a:moveTo>
                  <a:lnTo>
                    <a:pt x="101622" y="0"/>
                  </a:lnTo>
                  <a:lnTo>
                    <a:pt x="101622" y="66253"/>
                  </a:lnTo>
                  <a:cubicBezTo>
                    <a:pt x="101622" y="73636"/>
                    <a:pt x="96133" y="79627"/>
                    <a:pt x="89407" y="79627"/>
                  </a:cubicBezTo>
                  <a:lnTo>
                    <a:pt x="12176" y="79627"/>
                  </a:lnTo>
                  <a:cubicBezTo>
                    <a:pt x="8929" y="79627"/>
                    <a:pt x="5837" y="78236"/>
                    <a:pt x="3556" y="75723"/>
                  </a:cubicBezTo>
                  <a:cubicBezTo>
                    <a:pt x="1276" y="73249"/>
                    <a:pt x="0" y="69848"/>
                    <a:pt x="0" y="6629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endParaRPr>
            </a:p>
          </p:txBody>
        </p:sp>
      </p:grpSp>
      <p:grpSp>
        <p:nvGrpSpPr>
          <p:cNvPr id="657" name="组合 656"/>
          <p:cNvGrpSpPr/>
          <p:nvPr/>
        </p:nvGrpSpPr>
        <p:grpSpPr>
          <a:xfrm>
            <a:off x="4789170" y="1263015"/>
            <a:ext cx="270510" cy="214630"/>
            <a:chOff x="5263120" y="2846747"/>
            <a:chExt cx="1665944" cy="1227387"/>
          </a:xfrm>
          <a:solidFill>
            <a:schemeClr val="accent1">
              <a:lumMod val="60000"/>
              <a:lumOff val="40000"/>
            </a:schemeClr>
          </a:solidFill>
        </p:grpSpPr>
        <p:grpSp>
          <p:nvGrpSpPr>
            <p:cNvPr id="658" name="组合 657"/>
            <p:cNvGrpSpPr/>
            <p:nvPr/>
          </p:nvGrpSpPr>
          <p:grpSpPr>
            <a:xfrm>
              <a:off x="5469433" y="2846747"/>
              <a:ext cx="1241972" cy="703176"/>
              <a:chOff x="5469433" y="2846747"/>
              <a:chExt cx="1241972" cy="703176"/>
            </a:xfrm>
            <a:grpFill/>
          </p:grpSpPr>
          <p:sp>
            <p:nvSpPr>
              <p:cNvPr id="659" name="任意多边形: 形状 54"/>
              <p:cNvSpPr/>
              <p:nvPr/>
            </p:nvSpPr>
            <p:spPr>
              <a:xfrm>
                <a:off x="5469433" y="2846747"/>
                <a:ext cx="1241971" cy="123341"/>
              </a:xfrm>
              <a:custGeom>
                <a:avLst/>
                <a:gdLst>
                  <a:gd name="connsiteX0" fmla="*/ 47067 w 1241971"/>
                  <a:gd name="connsiteY0" fmla="*/ 0 h 123341"/>
                  <a:gd name="connsiteX1" fmla="*/ 1196578 w 1241971"/>
                  <a:gd name="connsiteY1" fmla="*/ 0 h 123341"/>
                  <a:gd name="connsiteX2" fmla="*/ 1241971 w 1241971"/>
                  <a:gd name="connsiteY2" fmla="*/ 59717 h 123341"/>
                  <a:gd name="connsiteX3" fmla="*/ 1241971 w 1241971"/>
                  <a:gd name="connsiteY3" fmla="*/ 61764 h 123341"/>
                  <a:gd name="connsiteX4" fmla="*/ 1194904 w 1241971"/>
                  <a:gd name="connsiteY4" fmla="*/ 123341 h 123341"/>
                  <a:gd name="connsiteX5" fmla="*/ 47067 w 1241971"/>
                  <a:gd name="connsiteY5" fmla="*/ 123341 h 123341"/>
                  <a:gd name="connsiteX6" fmla="*/ 47067 w 1241971"/>
                  <a:gd name="connsiteY6" fmla="*/ 123155 h 123341"/>
                  <a:gd name="connsiteX7" fmla="*/ 0 w 1241971"/>
                  <a:gd name="connsiteY7" fmla="*/ 61578 h 123341"/>
                  <a:gd name="connsiteX8" fmla="*/ 47067 w 1241971"/>
                  <a:gd name="connsiteY8" fmla="*/ 0 h 123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41971" h="123341">
                    <a:moveTo>
                      <a:pt x="47067" y="0"/>
                    </a:moveTo>
                    <a:lnTo>
                      <a:pt x="1196578" y="0"/>
                    </a:lnTo>
                    <a:cubicBezTo>
                      <a:pt x="1221693" y="0"/>
                      <a:pt x="1241971" y="26789"/>
                      <a:pt x="1241971" y="59717"/>
                    </a:cubicBezTo>
                    <a:lnTo>
                      <a:pt x="1241971" y="61764"/>
                    </a:lnTo>
                    <a:cubicBezTo>
                      <a:pt x="1241971" y="95808"/>
                      <a:pt x="1220949" y="123341"/>
                      <a:pt x="1194904" y="123341"/>
                    </a:cubicBezTo>
                    <a:lnTo>
                      <a:pt x="47067" y="123341"/>
                    </a:lnTo>
                    <a:lnTo>
                      <a:pt x="47067" y="123155"/>
                    </a:lnTo>
                    <a:cubicBezTo>
                      <a:pt x="21208" y="123155"/>
                      <a:pt x="0" y="95436"/>
                      <a:pt x="0" y="61578"/>
                    </a:cubicBezTo>
                    <a:cubicBezTo>
                      <a:pt x="0" y="27533"/>
                      <a:pt x="21022" y="0"/>
                      <a:pt x="47067" y="0"/>
                    </a:cubicBezTo>
                    <a:close/>
                  </a:path>
                </a:pathLst>
              </a:custGeom>
              <a:grpFill/>
            </p:spPr>
            <p:style>
              <a:lnRef idx="0">
                <a:srgbClr val="FFFFFF"/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</a:endParaRPr>
              </a:p>
            </p:txBody>
          </p:sp>
          <p:sp>
            <p:nvSpPr>
              <p:cNvPr id="660" name="任意多边形: 形状 55"/>
              <p:cNvSpPr/>
              <p:nvPr/>
            </p:nvSpPr>
            <p:spPr>
              <a:xfrm>
                <a:off x="5469433" y="3042438"/>
                <a:ext cx="1241971" cy="123341"/>
              </a:xfrm>
              <a:custGeom>
                <a:avLst/>
                <a:gdLst>
                  <a:gd name="connsiteX0" fmla="*/ 47067 w 1241971"/>
                  <a:gd name="connsiteY0" fmla="*/ 0 h 123341"/>
                  <a:gd name="connsiteX1" fmla="*/ 1196578 w 1241971"/>
                  <a:gd name="connsiteY1" fmla="*/ 0 h 123341"/>
                  <a:gd name="connsiteX2" fmla="*/ 1241971 w 1241971"/>
                  <a:gd name="connsiteY2" fmla="*/ 59717 h 123341"/>
                  <a:gd name="connsiteX3" fmla="*/ 1241971 w 1241971"/>
                  <a:gd name="connsiteY3" fmla="*/ 61763 h 123341"/>
                  <a:gd name="connsiteX4" fmla="*/ 1194904 w 1241971"/>
                  <a:gd name="connsiteY4" fmla="*/ 123341 h 123341"/>
                  <a:gd name="connsiteX5" fmla="*/ 47067 w 1241971"/>
                  <a:gd name="connsiteY5" fmla="*/ 123341 h 123341"/>
                  <a:gd name="connsiteX6" fmla="*/ 47067 w 1241971"/>
                  <a:gd name="connsiteY6" fmla="*/ 123155 h 123341"/>
                  <a:gd name="connsiteX7" fmla="*/ 0 w 1241971"/>
                  <a:gd name="connsiteY7" fmla="*/ 61577 h 123341"/>
                  <a:gd name="connsiteX8" fmla="*/ 47067 w 1241971"/>
                  <a:gd name="connsiteY8" fmla="*/ 0 h 123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41971" h="123341">
                    <a:moveTo>
                      <a:pt x="47067" y="0"/>
                    </a:moveTo>
                    <a:lnTo>
                      <a:pt x="1196578" y="0"/>
                    </a:lnTo>
                    <a:cubicBezTo>
                      <a:pt x="1221693" y="0"/>
                      <a:pt x="1241971" y="26789"/>
                      <a:pt x="1241971" y="59717"/>
                    </a:cubicBezTo>
                    <a:lnTo>
                      <a:pt x="1241971" y="61763"/>
                    </a:lnTo>
                    <a:cubicBezTo>
                      <a:pt x="1241971" y="95808"/>
                      <a:pt x="1220949" y="123341"/>
                      <a:pt x="1194904" y="123341"/>
                    </a:cubicBezTo>
                    <a:lnTo>
                      <a:pt x="47067" y="123341"/>
                    </a:lnTo>
                    <a:lnTo>
                      <a:pt x="47067" y="123155"/>
                    </a:lnTo>
                    <a:cubicBezTo>
                      <a:pt x="21208" y="123155"/>
                      <a:pt x="0" y="95436"/>
                      <a:pt x="0" y="61577"/>
                    </a:cubicBezTo>
                    <a:cubicBezTo>
                      <a:pt x="0" y="27533"/>
                      <a:pt x="21022" y="0"/>
                      <a:pt x="47067" y="0"/>
                    </a:cubicBezTo>
                    <a:close/>
                  </a:path>
                </a:pathLst>
              </a:custGeom>
              <a:grpFill/>
            </p:spPr>
            <p:style>
              <a:lnRef idx="0">
                <a:srgbClr val="FFFFFF"/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</a:endParaRPr>
              </a:p>
            </p:txBody>
          </p:sp>
          <p:sp>
            <p:nvSpPr>
              <p:cNvPr id="661" name="任意多边形: 形状 56"/>
              <p:cNvSpPr/>
              <p:nvPr/>
            </p:nvSpPr>
            <p:spPr>
              <a:xfrm>
                <a:off x="5469620" y="3238128"/>
                <a:ext cx="1241785" cy="311795"/>
              </a:xfrm>
              <a:custGeom>
                <a:avLst/>
                <a:gdLst>
                  <a:gd name="connsiteX0" fmla="*/ 27161 w 1241785"/>
                  <a:gd name="connsiteY0" fmla="*/ 0 h 311795"/>
                  <a:gd name="connsiteX1" fmla="*/ 1214624 w 1241785"/>
                  <a:gd name="connsiteY1" fmla="*/ 0 h 311795"/>
                  <a:gd name="connsiteX2" fmla="*/ 1241785 w 1241785"/>
                  <a:gd name="connsiteY2" fmla="*/ 37207 h 311795"/>
                  <a:gd name="connsiteX3" fmla="*/ 1214624 w 1241785"/>
                  <a:gd name="connsiteY3" fmla="*/ 74414 h 311795"/>
                  <a:gd name="connsiteX4" fmla="*/ 1090910 w 1241785"/>
                  <a:gd name="connsiteY4" fmla="*/ 74414 h 311795"/>
                  <a:gd name="connsiteX5" fmla="*/ 1023380 w 1241785"/>
                  <a:gd name="connsiteY5" fmla="*/ 102133 h 311795"/>
                  <a:gd name="connsiteX6" fmla="*/ 819485 w 1241785"/>
                  <a:gd name="connsiteY6" fmla="*/ 292261 h 311795"/>
                  <a:gd name="connsiteX7" fmla="*/ 772604 w 1241785"/>
                  <a:gd name="connsiteY7" fmla="*/ 311795 h 311795"/>
                  <a:gd name="connsiteX8" fmla="*/ 473832 w 1241785"/>
                  <a:gd name="connsiteY8" fmla="*/ 311795 h 311795"/>
                  <a:gd name="connsiteX9" fmla="*/ 459135 w 1241785"/>
                  <a:gd name="connsiteY9" fmla="*/ 305284 h 311795"/>
                  <a:gd name="connsiteX10" fmla="*/ 253008 w 1241785"/>
                  <a:gd name="connsiteY10" fmla="*/ 103994 h 311795"/>
                  <a:gd name="connsiteX11" fmla="*/ 183617 w 1241785"/>
                  <a:gd name="connsiteY11" fmla="*/ 74414 h 311795"/>
                  <a:gd name="connsiteX12" fmla="*/ 27161 w 1241785"/>
                  <a:gd name="connsiteY12" fmla="*/ 74414 h 311795"/>
                  <a:gd name="connsiteX13" fmla="*/ 0 w 1241785"/>
                  <a:gd name="connsiteY13" fmla="*/ 37207 h 311795"/>
                  <a:gd name="connsiteX14" fmla="*/ 27161 w 1241785"/>
                  <a:gd name="connsiteY14" fmla="*/ 0 h 311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241785" h="311795">
                    <a:moveTo>
                      <a:pt x="27161" y="0"/>
                    </a:moveTo>
                    <a:lnTo>
                      <a:pt x="1214624" y="0"/>
                    </a:lnTo>
                    <a:cubicBezTo>
                      <a:pt x="1229320" y="0"/>
                      <a:pt x="1241785" y="17115"/>
                      <a:pt x="1241785" y="37207"/>
                    </a:cubicBezTo>
                    <a:cubicBezTo>
                      <a:pt x="1241785" y="57299"/>
                      <a:pt x="1229320" y="74414"/>
                      <a:pt x="1214624" y="74414"/>
                    </a:cubicBezTo>
                    <a:lnTo>
                      <a:pt x="1090910" y="74414"/>
                    </a:lnTo>
                    <a:cubicBezTo>
                      <a:pt x="1066540" y="74414"/>
                      <a:pt x="1042541" y="84274"/>
                      <a:pt x="1023380" y="102133"/>
                    </a:cubicBezTo>
                    <a:lnTo>
                      <a:pt x="819485" y="292261"/>
                    </a:lnTo>
                    <a:cubicBezTo>
                      <a:pt x="805718" y="305098"/>
                      <a:pt x="789533" y="311795"/>
                      <a:pt x="772604" y="311795"/>
                    </a:cubicBezTo>
                    <a:lnTo>
                      <a:pt x="473832" y="311795"/>
                    </a:lnTo>
                    <a:cubicBezTo>
                      <a:pt x="468623" y="311795"/>
                      <a:pt x="463414" y="309562"/>
                      <a:pt x="459135" y="305284"/>
                    </a:cubicBezTo>
                    <a:lnTo>
                      <a:pt x="253008" y="103994"/>
                    </a:lnTo>
                    <a:cubicBezTo>
                      <a:pt x="233474" y="85018"/>
                      <a:pt x="208731" y="74414"/>
                      <a:pt x="183617" y="74414"/>
                    </a:cubicBezTo>
                    <a:lnTo>
                      <a:pt x="27161" y="74414"/>
                    </a:lnTo>
                    <a:cubicBezTo>
                      <a:pt x="12464" y="74414"/>
                      <a:pt x="0" y="57299"/>
                      <a:pt x="0" y="37207"/>
                    </a:cubicBezTo>
                    <a:cubicBezTo>
                      <a:pt x="0" y="17115"/>
                      <a:pt x="12464" y="0"/>
                      <a:pt x="27161" y="0"/>
                    </a:cubicBezTo>
                    <a:close/>
                  </a:path>
                </a:pathLst>
              </a:custGeom>
              <a:grpFill/>
            </p:spPr>
            <p:style>
              <a:lnRef idx="0">
                <a:srgbClr val="FFFFFF"/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</a:endParaRPr>
              </a:p>
            </p:txBody>
          </p:sp>
        </p:grpSp>
        <p:sp>
          <p:nvSpPr>
            <p:cNvPr id="662" name="任意多边形: 形状 53"/>
            <p:cNvSpPr/>
            <p:nvPr/>
          </p:nvSpPr>
          <p:spPr>
            <a:xfrm>
              <a:off x="5263120" y="3399199"/>
              <a:ext cx="1665944" cy="674935"/>
            </a:xfrm>
            <a:custGeom>
              <a:avLst/>
              <a:gdLst>
                <a:gd name="connsiteX0" fmla="*/ 79623 w 1665944"/>
                <a:gd name="connsiteY0" fmla="*/ 674750 h 674935"/>
                <a:gd name="connsiteX1" fmla="*/ 0 w 1665944"/>
                <a:gd name="connsiteY1" fmla="*/ 572802 h 674935"/>
                <a:gd name="connsiteX2" fmla="*/ 0 w 1665944"/>
                <a:gd name="connsiteY2" fmla="*/ 101947 h 674935"/>
                <a:gd name="connsiteX3" fmla="*/ 79623 w 1665944"/>
                <a:gd name="connsiteY3" fmla="*/ 0 h 674935"/>
                <a:gd name="connsiteX4" fmla="*/ 392906 w 1665944"/>
                <a:gd name="connsiteY4" fmla="*/ 0 h 674935"/>
                <a:gd name="connsiteX5" fmla="*/ 425090 w 1665944"/>
                <a:gd name="connsiteY5" fmla="*/ 372 h 674935"/>
                <a:gd name="connsiteX6" fmla="*/ 632334 w 1665944"/>
                <a:gd name="connsiteY6" fmla="*/ 207801 h 674935"/>
                <a:gd name="connsiteX7" fmla="*/ 701911 w 1665944"/>
                <a:gd name="connsiteY7" fmla="*/ 237567 h 674935"/>
                <a:gd name="connsiteX8" fmla="*/ 982080 w 1665944"/>
                <a:gd name="connsiteY8" fmla="*/ 237567 h 674935"/>
                <a:gd name="connsiteX9" fmla="*/ 1049610 w 1665944"/>
                <a:gd name="connsiteY9" fmla="*/ 209848 h 674935"/>
                <a:gd name="connsiteX10" fmla="*/ 1274341 w 1665944"/>
                <a:gd name="connsiteY10" fmla="*/ 186 h 674935"/>
                <a:gd name="connsiteX11" fmla="*/ 1586322 w 1665944"/>
                <a:gd name="connsiteY11" fmla="*/ 186 h 674935"/>
                <a:gd name="connsiteX12" fmla="*/ 1665945 w 1665944"/>
                <a:gd name="connsiteY12" fmla="*/ 102133 h 674935"/>
                <a:gd name="connsiteX13" fmla="*/ 1665945 w 1665944"/>
                <a:gd name="connsiteY13" fmla="*/ 572988 h 674935"/>
                <a:gd name="connsiteX14" fmla="*/ 1586322 w 1665944"/>
                <a:gd name="connsiteY14" fmla="*/ 674936 h 674935"/>
                <a:gd name="connsiteX15" fmla="*/ 79623 w 1665944"/>
                <a:gd name="connsiteY15" fmla="*/ 674936 h 674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665944" h="674935">
                  <a:moveTo>
                    <a:pt x="79623" y="674750"/>
                  </a:moveTo>
                  <a:cubicBezTo>
                    <a:pt x="35719" y="674750"/>
                    <a:pt x="0" y="628985"/>
                    <a:pt x="0" y="572802"/>
                  </a:cubicBezTo>
                  <a:lnTo>
                    <a:pt x="0" y="101947"/>
                  </a:lnTo>
                  <a:cubicBezTo>
                    <a:pt x="0" y="45765"/>
                    <a:pt x="35719" y="0"/>
                    <a:pt x="79623" y="0"/>
                  </a:cubicBezTo>
                  <a:lnTo>
                    <a:pt x="392906" y="0"/>
                  </a:lnTo>
                  <a:cubicBezTo>
                    <a:pt x="404440" y="0"/>
                    <a:pt x="418393" y="0"/>
                    <a:pt x="425090" y="372"/>
                  </a:cubicBezTo>
                  <a:lnTo>
                    <a:pt x="632334" y="207801"/>
                  </a:lnTo>
                  <a:cubicBezTo>
                    <a:pt x="652053" y="226963"/>
                    <a:pt x="676610" y="237567"/>
                    <a:pt x="701911" y="237567"/>
                  </a:cubicBezTo>
                  <a:lnTo>
                    <a:pt x="982080" y="237567"/>
                  </a:lnTo>
                  <a:cubicBezTo>
                    <a:pt x="1006450" y="237567"/>
                    <a:pt x="1030449" y="227707"/>
                    <a:pt x="1049610" y="209848"/>
                  </a:cubicBezTo>
                  <a:lnTo>
                    <a:pt x="1274341" y="186"/>
                  </a:lnTo>
                  <a:lnTo>
                    <a:pt x="1586322" y="186"/>
                  </a:lnTo>
                  <a:cubicBezTo>
                    <a:pt x="1630226" y="186"/>
                    <a:pt x="1665945" y="45951"/>
                    <a:pt x="1665945" y="102133"/>
                  </a:cubicBezTo>
                  <a:lnTo>
                    <a:pt x="1665945" y="572988"/>
                  </a:lnTo>
                  <a:cubicBezTo>
                    <a:pt x="1665945" y="629171"/>
                    <a:pt x="1630226" y="674936"/>
                    <a:pt x="1586322" y="674936"/>
                  </a:cubicBezTo>
                  <a:lnTo>
                    <a:pt x="79623" y="674936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椭圆 339"/>
          <p:cNvSpPr/>
          <p:nvPr/>
        </p:nvSpPr>
        <p:spPr>
          <a:xfrm>
            <a:off x="3395345" y="1052195"/>
            <a:ext cx="5387340" cy="5387340"/>
          </a:xfrm>
          <a:prstGeom prst="ellipse">
            <a:avLst/>
          </a:prstGeom>
          <a:gradFill>
            <a:gsLst>
              <a:gs pos="100000">
                <a:schemeClr val="accent5">
                  <a:lumMod val="60000"/>
                  <a:lumOff val="40000"/>
                  <a:alpha val="50000"/>
                </a:schemeClr>
              </a:gs>
              <a:gs pos="0">
                <a:schemeClr val="accent5">
                  <a:lumMod val="60000"/>
                  <a:lumOff val="40000"/>
                  <a:alpha val="50000"/>
                </a:schemeClr>
              </a:gs>
              <a:gs pos="13000">
                <a:schemeClr val="accent5">
                  <a:lumMod val="60000"/>
                  <a:lumOff val="40000"/>
                  <a:alpha val="0"/>
                </a:schemeClr>
              </a:gs>
              <a:gs pos="85000">
                <a:schemeClr val="accent5">
                  <a:lumMod val="60000"/>
                  <a:lumOff val="40000"/>
                  <a:alpha val="0"/>
                </a:schemeClr>
              </a:gs>
            </a:gsLst>
            <a:lin ang="10800000" scaled="0"/>
          </a:gradFill>
          <a:ln>
            <a:gradFill>
              <a:gsLst>
                <a:gs pos="48000">
                  <a:schemeClr val="accent5"/>
                </a:gs>
                <a:gs pos="24000">
                  <a:schemeClr val="accent5">
                    <a:alpha val="0"/>
                  </a:schemeClr>
                </a:gs>
                <a:gs pos="79000">
                  <a:schemeClr val="accent5"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2" name="任意多边形: 形状 10"/>
          <p:cNvSpPr/>
          <p:nvPr/>
        </p:nvSpPr>
        <p:spPr>
          <a:xfrm rot="16200000">
            <a:off x="3565525" y="3129915"/>
            <a:ext cx="1235075" cy="1337310"/>
          </a:xfrm>
          <a:custGeom>
            <a:avLst/>
            <a:gdLst>
              <a:gd name="connsiteX0" fmla="*/ 202633 w 416172"/>
              <a:gd name="connsiteY0" fmla="*/ 0 h 485927"/>
              <a:gd name="connsiteX1" fmla="*/ 374083 w 416172"/>
              <a:gd name="connsiteY1" fmla="*/ 157551 h 485927"/>
              <a:gd name="connsiteX2" fmla="*/ 294275 w 416172"/>
              <a:gd name="connsiteY2" fmla="*/ 157551 h 485927"/>
              <a:gd name="connsiteX3" fmla="*/ 306015 w 416172"/>
              <a:gd name="connsiteY3" fmla="*/ 222549 h 485927"/>
              <a:gd name="connsiteX4" fmla="*/ 416172 w 416172"/>
              <a:gd name="connsiteY4" fmla="*/ 485927 h 485927"/>
              <a:gd name="connsiteX5" fmla="*/ 0 w 416172"/>
              <a:gd name="connsiteY5" fmla="*/ 485927 h 485927"/>
              <a:gd name="connsiteX6" fmla="*/ 112166 w 416172"/>
              <a:gd name="connsiteY6" fmla="*/ 219870 h 485927"/>
              <a:gd name="connsiteX7" fmla="*/ 122329 w 416172"/>
              <a:gd name="connsiteY7" fmla="*/ 157551 h 485927"/>
              <a:gd name="connsiteX8" fmla="*/ 31183 w 416172"/>
              <a:gd name="connsiteY8" fmla="*/ 157551 h 485927"/>
              <a:gd name="connsiteX9" fmla="*/ 202633 w 416172"/>
              <a:gd name="connsiteY9" fmla="*/ 0 h 4859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16172" h="485927">
                <a:moveTo>
                  <a:pt x="202633" y="0"/>
                </a:moveTo>
                <a:cubicBezTo>
                  <a:pt x="238352" y="59661"/>
                  <a:pt x="269308" y="105034"/>
                  <a:pt x="374083" y="157551"/>
                </a:cubicBezTo>
                <a:lnTo>
                  <a:pt x="294275" y="157551"/>
                </a:lnTo>
                <a:lnTo>
                  <a:pt x="306015" y="222549"/>
                </a:lnTo>
                <a:cubicBezTo>
                  <a:pt x="326661" y="313020"/>
                  <a:pt x="361370" y="404832"/>
                  <a:pt x="416172" y="485927"/>
                </a:cubicBezTo>
                <a:lnTo>
                  <a:pt x="0" y="485927"/>
                </a:lnTo>
                <a:cubicBezTo>
                  <a:pt x="54801" y="401260"/>
                  <a:pt x="92191" y="308555"/>
                  <a:pt x="112166" y="219870"/>
                </a:cubicBezTo>
                <a:lnTo>
                  <a:pt x="122329" y="157551"/>
                </a:lnTo>
                <a:lnTo>
                  <a:pt x="31183" y="157551"/>
                </a:lnTo>
                <a:cubicBezTo>
                  <a:pt x="131195" y="107415"/>
                  <a:pt x="181202" y="45373"/>
                  <a:pt x="202633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5">
                  <a:lumMod val="20000"/>
                  <a:lumOff val="80000"/>
                  <a:alpha val="0"/>
                </a:schemeClr>
              </a:gs>
              <a:gs pos="93000">
                <a:schemeClr val="accent5">
                  <a:lumMod val="60000"/>
                  <a:lumOff val="4000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3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3" name="任意多边形: 形状 10"/>
          <p:cNvSpPr/>
          <p:nvPr/>
        </p:nvSpPr>
        <p:spPr>
          <a:xfrm rot="5400000" flipH="1">
            <a:off x="7429500" y="3129915"/>
            <a:ext cx="1235075" cy="1337310"/>
          </a:xfrm>
          <a:custGeom>
            <a:avLst/>
            <a:gdLst>
              <a:gd name="connsiteX0" fmla="*/ 202633 w 416172"/>
              <a:gd name="connsiteY0" fmla="*/ 0 h 485927"/>
              <a:gd name="connsiteX1" fmla="*/ 374083 w 416172"/>
              <a:gd name="connsiteY1" fmla="*/ 157551 h 485927"/>
              <a:gd name="connsiteX2" fmla="*/ 294275 w 416172"/>
              <a:gd name="connsiteY2" fmla="*/ 157551 h 485927"/>
              <a:gd name="connsiteX3" fmla="*/ 306015 w 416172"/>
              <a:gd name="connsiteY3" fmla="*/ 222549 h 485927"/>
              <a:gd name="connsiteX4" fmla="*/ 416172 w 416172"/>
              <a:gd name="connsiteY4" fmla="*/ 485927 h 485927"/>
              <a:gd name="connsiteX5" fmla="*/ 0 w 416172"/>
              <a:gd name="connsiteY5" fmla="*/ 485927 h 485927"/>
              <a:gd name="connsiteX6" fmla="*/ 112166 w 416172"/>
              <a:gd name="connsiteY6" fmla="*/ 219870 h 485927"/>
              <a:gd name="connsiteX7" fmla="*/ 122329 w 416172"/>
              <a:gd name="connsiteY7" fmla="*/ 157551 h 485927"/>
              <a:gd name="connsiteX8" fmla="*/ 31183 w 416172"/>
              <a:gd name="connsiteY8" fmla="*/ 157551 h 485927"/>
              <a:gd name="connsiteX9" fmla="*/ 202633 w 416172"/>
              <a:gd name="connsiteY9" fmla="*/ 0 h 4859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16172" h="485927">
                <a:moveTo>
                  <a:pt x="202633" y="0"/>
                </a:moveTo>
                <a:cubicBezTo>
                  <a:pt x="238352" y="59661"/>
                  <a:pt x="269308" y="105034"/>
                  <a:pt x="374083" y="157551"/>
                </a:cubicBezTo>
                <a:lnTo>
                  <a:pt x="294275" y="157551"/>
                </a:lnTo>
                <a:lnTo>
                  <a:pt x="306015" y="222549"/>
                </a:lnTo>
                <a:cubicBezTo>
                  <a:pt x="326661" y="313020"/>
                  <a:pt x="361370" y="404832"/>
                  <a:pt x="416172" y="485927"/>
                </a:cubicBezTo>
                <a:lnTo>
                  <a:pt x="0" y="485927"/>
                </a:lnTo>
                <a:cubicBezTo>
                  <a:pt x="54801" y="401260"/>
                  <a:pt x="92191" y="308555"/>
                  <a:pt x="112166" y="219870"/>
                </a:cubicBezTo>
                <a:lnTo>
                  <a:pt x="122329" y="157551"/>
                </a:lnTo>
                <a:lnTo>
                  <a:pt x="31183" y="157551"/>
                </a:lnTo>
                <a:cubicBezTo>
                  <a:pt x="131195" y="107415"/>
                  <a:pt x="181202" y="45373"/>
                  <a:pt x="202633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5">
                  <a:lumMod val="20000"/>
                  <a:lumOff val="80000"/>
                  <a:alpha val="0"/>
                </a:schemeClr>
              </a:gs>
              <a:gs pos="93000">
                <a:schemeClr val="accent5">
                  <a:lumMod val="60000"/>
                  <a:lumOff val="4000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kumimoji="1" lang="zh-CN" altLang="en-US" sz="3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87" name="显眼包PPT3"/>
          <p:cNvSpPr/>
          <p:nvPr/>
        </p:nvSpPr>
        <p:spPr>
          <a:xfrm rot="10800000" flipH="1" flipV="1">
            <a:off x="3478530" y="4751070"/>
            <a:ext cx="5170805" cy="1243330"/>
          </a:xfrm>
          <a:custGeom>
            <a:avLst/>
            <a:gdLst>
              <a:gd name="connsiteX0" fmla="*/ 0 w 3515232"/>
              <a:gd name="connsiteY0" fmla="*/ 4417977 h 4417977"/>
              <a:gd name="connsiteX1" fmla="*/ 3515232 w 3515232"/>
              <a:gd name="connsiteY1" fmla="*/ 4417977 h 4417977"/>
              <a:gd name="connsiteX2" fmla="*/ 3481313 w 3515232"/>
              <a:gd name="connsiteY2" fmla="*/ 4321859 h 4417977"/>
              <a:gd name="connsiteX3" fmla="*/ 3167594 w 3515232"/>
              <a:gd name="connsiteY3" fmla="*/ 3264867 h 4417977"/>
              <a:gd name="connsiteX4" fmla="*/ 2774364 w 3515232"/>
              <a:gd name="connsiteY4" fmla="*/ 193088 h 4417977"/>
              <a:gd name="connsiteX5" fmla="*/ 2797515 w 3515232"/>
              <a:gd name="connsiteY5" fmla="*/ 0 h 4417977"/>
              <a:gd name="connsiteX6" fmla="*/ 717716 w 3515232"/>
              <a:gd name="connsiteY6" fmla="*/ 0 h 4417977"/>
              <a:gd name="connsiteX7" fmla="*/ 740867 w 3515232"/>
              <a:gd name="connsiteY7" fmla="*/ 193090 h 4417977"/>
              <a:gd name="connsiteX8" fmla="*/ 347637 w 3515232"/>
              <a:gd name="connsiteY8" fmla="*/ 3264868 h 4417977"/>
              <a:gd name="connsiteX9" fmla="*/ 33918 w 3515232"/>
              <a:gd name="connsiteY9" fmla="*/ 4321860 h 44179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515232" h="4417977">
                <a:moveTo>
                  <a:pt x="0" y="4417977"/>
                </a:moveTo>
                <a:lnTo>
                  <a:pt x="3515232" y="4417977"/>
                </a:lnTo>
                <a:lnTo>
                  <a:pt x="3481313" y="4321859"/>
                </a:lnTo>
                <a:cubicBezTo>
                  <a:pt x="3369439" y="3991253"/>
                  <a:pt x="3263527" y="3636383"/>
                  <a:pt x="3167594" y="3264867"/>
                </a:cubicBezTo>
                <a:cubicBezTo>
                  <a:pt x="2847820" y="2026481"/>
                  <a:pt x="2714622" y="896235"/>
                  <a:pt x="2774364" y="193088"/>
                </a:cubicBezTo>
                <a:lnTo>
                  <a:pt x="2797515" y="0"/>
                </a:lnTo>
                <a:lnTo>
                  <a:pt x="717716" y="0"/>
                </a:lnTo>
                <a:lnTo>
                  <a:pt x="740867" y="193090"/>
                </a:lnTo>
                <a:cubicBezTo>
                  <a:pt x="800609" y="896236"/>
                  <a:pt x="667412" y="2026482"/>
                  <a:pt x="347637" y="3264868"/>
                </a:cubicBezTo>
                <a:cubicBezTo>
                  <a:pt x="251705" y="3636384"/>
                  <a:pt x="145792" y="3991254"/>
                  <a:pt x="33918" y="432186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chemeClr val="accent5">
                  <a:lumMod val="60000"/>
                  <a:lumOff val="40000"/>
                  <a:alpha val="0"/>
                </a:schemeClr>
              </a:gs>
              <a:gs pos="73000">
                <a:schemeClr val="accent5">
                  <a:lumMod val="60000"/>
                  <a:lumOff val="40000"/>
                  <a:alpha val="30000"/>
                </a:schemeClr>
              </a:gs>
            </a:gsLst>
            <a:lin ang="5400000" scaled="1"/>
          </a:gradFill>
          <a:ln>
            <a:gradFill>
              <a:gsLst>
                <a:gs pos="55600">
                  <a:schemeClr val="accent5"/>
                </a:gs>
                <a:gs pos="23000">
                  <a:schemeClr val="accent5">
                    <a:alpha val="0"/>
                  </a:schemeClr>
                </a:gs>
                <a:gs pos="100000">
                  <a:schemeClr val="accent5"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86" name="显眼包PPT3"/>
          <p:cNvSpPr/>
          <p:nvPr/>
        </p:nvSpPr>
        <p:spPr>
          <a:xfrm rot="10800000">
            <a:off x="3630295" y="1687830"/>
            <a:ext cx="5170805" cy="1243330"/>
          </a:xfrm>
          <a:custGeom>
            <a:avLst/>
            <a:gdLst>
              <a:gd name="connsiteX0" fmla="*/ 0 w 3515232"/>
              <a:gd name="connsiteY0" fmla="*/ 4417977 h 4417977"/>
              <a:gd name="connsiteX1" fmla="*/ 3515232 w 3515232"/>
              <a:gd name="connsiteY1" fmla="*/ 4417977 h 4417977"/>
              <a:gd name="connsiteX2" fmla="*/ 3481313 w 3515232"/>
              <a:gd name="connsiteY2" fmla="*/ 4321859 h 4417977"/>
              <a:gd name="connsiteX3" fmla="*/ 3167594 w 3515232"/>
              <a:gd name="connsiteY3" fmla="*/ 3264867 h 4417977"/>
              <a:gd name="connsiteX4" fmla="*/ 2774364 w 3515232"/>
              <a:gd name="connsiteY4" fmla="*/ 193088 h 4417977"/>
              <a:gd name="connsiteX5" fmla="*/ 2797515 w 3515232"/>
              <a:gd name="connsiteY5" fmla="*/ 0 h 4417977"/>
              <a:gd name="connsiteX6" fmla="*/ 717716 w 3515232"/>
              <a:gd name="connsiteY6" fmla="*/ 0 h 4417977"/>
              <a:gd name="connsiteX7" fmla="*/ 740867 w 3515232"/>
              <a:gd name="connsiteY7" fmla="*/ 193090 h 4417977"/>
              <a:gd name="connsiteX8" fmla="*/ 347637 w 3515232"/>
              <a:gd name="connsiteY8" fmla="*/ 3264868 h 4417977"/>
              <a:gd name="connsiteX9" fmla="*/ 33918 w 3515232"/>
              <a:gd name="connsiteY9" fmla="*/ 4321860 h 44179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515232" h="4417977">
                <a:moveTo>
                  <a:pt x="0" y="4417977"/>
                </a:moveTo>
                <a:lnTo>
                  <a:pt x="3515232" y="4417977"/>
                </a:lnTo>
                <a:lnTo>
                  <a:pt x="3481313" y="4321859"/>
                </a:lnTo>
                <a:cubicBezTo>
                  <a:pt x="3369439" y="3991253"/>
                  <a:pt x="3263527" y="3636383"/>
                  <a:pt x="3167594" y="3264867"/>
                </a:cubicBezTo>
                <a:cubicBezTo>
                  <a:pt x="2847820" y="2026481"/>
                  <a:pt x="2714622" y="896235"/>
                  <a:pt x="2774364" y="193088"/>
                </a:cubicBezTo>
                <a:lnTo>
                  <a:pt x="2797515" y="0"/>
                </a:lnTo>
                <a:lnTo>
                  <a:pt x="717716" y="0"/>
                </a:lnTo>
                <a:lnTo>
                  <a:pt x="740867" y="193090"/>
                </a:lnTo>
                <a:cubicBezTo>
                  <a:pt x="800609" y="896236"/>
                  <a:pt x="667412" y="2026482"/>
                  <a:pt x="347637" y="3264868"/>
                </a:cubicBezTo>
                <a:cubicBezTo>
                  <a:pt x="251705" y="3636384"/>
                  <a:pt x="145792" y="3991254"/>
                  <a:pt x="33918" y="432186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chemeClr val="accent5">
                  <a:lumMod val="60000"/>
                  <a:lumOff val="40000"/>
                  <a:alpha val="0"/>
                </a:schemeClr>
              </a:gs>
              <a:gs pos="73000">
                <a:schemeClr val="accent5">
                  <a:lumMod val="60000"/>
                  <a:lumOff val="40000"/>
                  <a:alpha val="30000"/>
                </a:schemeClr>
              </a:gs>
            </a:gsLst>
            <a:lin ang="5400000" scaled="1"/>
          </a:gradFill>
          <a:ln>
            <a:gradFill>
              <a:gsLst>
                <a:gs pos="55600">
                  <a:schemeClr val="accent5"/>
                </a:gs>
                <a:gs pos="23000">
                  <a:schemeClr val="accent5">
                    <a:alpha val="0"/>
                  </a:schemeClr>
                </a:gs>
                <a:gs pos="100000">
                  <a:schemeClr val="accent5"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任意多边形 23"/>
          <p:cNvSpPr/>
          <p:nvPr/>
        </p:nvSpPr>
        <p:spPr>
          <a:xfrm flipV="1">
            <a:off x="294005" y="4902200"/>
            <a:ext cx="3250565" cy="16256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119" h="2560">
                <a:moveTo>
                  <a:pt x="0" y="0"/>
                </a:moveTo>
                <a:lnTo>
                  <a:pt x="5119" y="0"/>
                </a:lnTo>
                <a:lnTo>
                  <a:pt x="4482" y="2560"/>
                </a:lnTo>
                <a:lnTo>
                  <a:pt x="0" y="256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12000">
                <a:schemeClr val="accent1">
                  <a:lumMod val="40000"/>
                  <a:lumOff val="60000"/>
                  <a:alpha val="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lin ang="0" scaled="0"/>
          </a:gradFill>
          <a:ln w="12700">
            <a:noFill/>
            <a:prstDash val="solid"/>
          </a:ln>
          <a:effectLst>
            <a:outerShdw blurRad="190500" dir="16200000" rotWithShape="0">
              <a:schemeClr val="accent2">
                <a:lumMod val="60000"/>
                <a:lumOff val="40000"/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31" name="任意多边形 230"/>
          <p:cNvSpPr/>
          <p:nvPr/>
        </p:nvSpPr>
        <p:spPr>
          <a:xfrm>
            <a:off x="264160" y="1174115"/>
            <a:ext cx="3250565" cy="16256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119" h="2560">
                <a:moveTo>
                  <a:pt x="0" y="0"/>
                </a:moveTo>
                <a:lnTo>
                  <a:pt x="5119" y="0"/>
                </a:lnTo>
                <a:lnTo>
                  <a:pt x="4482" y="2560"/>
                </a:lnTo>
                <a:lnTo>
                  <a:pt x="0" y="256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12000">
                <a:schemeClr val="accent1">
                  <a:lumMod val="40000"/>
                  <a:lumOff val="60000"/>
                  <a:alpha val="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lin ang="0" scaled="0"/>
          </a:gradFill>
          <a:ln w="12700">
            <a:noFill/>
            <a:prstDash val="solid"/>
          </a:ln>
          <a:effectLst>
            <a:outerShdw blurRad="190500" dir="16200000" rotWithShape="0">
              <a:schemeClr val="accent2">
                <a:lumMod val="60000"/>
                <a:lumOff val="40000"/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8" name="标题 2"/>
          <p:cNvSpPr>
            <a:spLocks noGrp="1"/>
          </p:cNvSpPr>
          <p:nvPr/>
        </p:nvSpPr>
        <p:spPr>
          <a:xfrm>
            <a:off x="1105535" y="348298"/>
            <a:ext cx="7352665" cy="396875"/>
          </a:xfrm>
          <a:prstGeom prst="rect">
            <a:avLst/>
          </a:prstGeom>
          <a:ln w="12700">
            <a:miter lim="400000"/>
          </a:ln>
        </p:spPr>
        <p:txBody>
          <a:bodyPr vert="horz" wrap="square" lIns="25400" tIns="25400" rIns="25400" bIns="2540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0" lang="zh-CN" altLang="en-US" sz="2800" b="1" u="none" strike="noStrike" kern="1200" cap="none" spc="0" normalizeH="0" baseline="0" dirty="0">
                <a:ln>
                  <a:noFill/>
                </a:ln>
                <a:solidFill>
                  <a:schemeClr val="accent1"/>
                </a:solidFill>
                <a:effectLst>
                  <a:outerShdw blurRad="187896" dist="38100" dir="2700000" algn="tl" rotWithShape="0">
                    <a:srgbClr val="1C2952">
                      <a:alpha val="6000"/>
                    </a:srgbClr>
                  </a:outerShdw>
                </a:effectLst>
                <a:uLnTx/>
                <a:uFillTx/>
                <a:latin typeface="HONOR Sans CN" panose="05000200000000000000" charset="-122"/>
                <a:ea typeface="HONOR Sans CN" panose="05000200000000000000" charset="-122"/>
                <a:cs typeface="OPPOSans H" panose="00020600040101010101" pitchFamily="18" charset="-122"/>
              </a:defRPr>
            </a:lvl1pPr>
          </a:lstStyle>
          <a:p>
            <a:pPr algn="l"/>
            <a:r>
              <a:rPr sz="2500" dirty="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业务框架</a:t>
            </a:r>
            <a:r>
              <a:rPr lang="en-US" altLang="zh-CN" sz="2500" dirty="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sz="2500" dirty="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中心发散架构 |</a:t>
            </a:r>
            <a:r>
              <a:rPr lang="zh-CN" altLang="en-US" sz="2500" dirty="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500" dirty="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运营提效增能协同框架</a:t>
            </a:r>
            <a:endParaRPr lang="zh-CN" altLang="en-US" sz="2500" dirty="0">
              <a:solidFill>
                <a:schemeClr val="tx2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图片 2" descr="屋顶资源管理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5600" y="186055"/>
            <a:ext cx="549910" cy="549910"/>
          </a:xfrm>
          <a:prstGeom prst="rect">
            <a:avLst/>
          </a:prstGeom>
        </p:spPr>
      </p:pic>
      <p:sp>
        <p:nvSpPr>
          <p:cNvPr id="127" name="任意多边形 126"/>
          <p:cNvSpPr/>
          <p:nvPr/>
        </p:nvSpPr>
        <p:spPr>
          <a:xfrm>
            <a:off x="203200" y="1214120"/>
            <a:ext cx="3250565" cy="16256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119" h="2560">
                <a:moveTo>
                  <a:pt x="0" y="0"/>
                </a:moveTo>
                <a:lnTo>
                  <a:pt x="5119" y="0"/>
                </a:lnTo>
                <a:lnTo>
                  <a:pt x="4482" y="2560"/>
                </a:lnTo>
                <a:lnTo>
                  <a:pt x="0" y="256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bg1"/>
              </a:gs>
              <a:gs pos="8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1"/>
          </a:gradFill>
          <a:ln w="12700"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88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10800000" scaled="1"/>
              <a:tileRect/>
            </a:gradFill>
            <a:prstDash val="solid"/>
          </a:ln>
          <a:effectLst>
            <a:outerShdw blurRad="190500" dir="16200000" rotWithShape="0">
              <a:schemeClr val="accent2">
                <a:lumMod val="60000"/>
                <a:lumOff val="40000"/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43" name="平行四边形 142"/>
          <p:cNvSpPr/>
          <p:nvPr/>
        </p:nvSpPr>
        <p:spPr>
          <a:xfrm>
            <a:off x="2931160" y="1719580"/>
            <a:ext cx="678180" cy="678180"/>
          </a:xfrm>
          <a:prstGeom prst="parallelogram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  <a:effectLst>
            <a:outerShdw blurRad="190500" dir="16200000" rotWithShape="0">
              <a:schemeClr val="accent2">
                <a:lumMod val="60000"/>
                <a:lumOff val="40000"/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44" name="平行四边形 143"/>
          <p:cNvSpPr/>
          <p:nvPr/>
        </p:nvSpPr>
        <p:spPr>
          <a:xfrm>
            <a:off x="2876550" y="1687830"/>
            <a:ext cx="678180" cy="678180"/>
          </a:xfrm>
          <a:prstGeom prst="parallelogram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2700000" scaled="0"/>
          </a:gradFill>
          <a:ln w="12700">
            <a:noFill/>
            <a:prstDash val="solid"/>
          </a:ln>
          <a:effectLst>
            <a:outerShdw blurRad="190500" dir="16200000" rotWithShape="0">
              <a:schemeClr val="accent1">
                <a:lumMod val="60000"/>
                <a:lumOff val="40000"/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53" name="任意多边形 152"/>
          <p:cNvSpPr/>
          <p:nvPr/>
        </p:nvSpPr>
        <p:spPr>
          <a:xfrm flipV="1">
            <a:off x="227965" y="4813935"/>
            <a:ext cx="3250565" cy="16256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119" h="2560">
                <a:moveTo>
                  <a:pt x="0" y="0"/>
                </a:moveTo>
                <a:lnTo>
                  <a:pt x="5119" y="0"/>
                </a:lnTo>
                <a:lnTo>
                  <a:pt x="4482" y="2560"/>
                </a:lnTo>
                <a:lnTo>
                  <a:pt x="0" y="256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bg1"/>
              </a:gs>
              <a:gs pos="8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1"/>
          </a:gradFill>
          <a:ln w="12700"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88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10800000" scaled="1"/>
              <a:tileRect/>
            </a:gradFill>
            <a:prstDash val="solid"/>
          </a:ln>
          <a:effectLst>
            <a:outerShdw blurRad="190500" dir="16200000" rotWithShape="0">
              <a:schemeClr val="accent2">
                <a:lumMod val="60000"/>
                <a:lumOff val="40000"/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54" name="平行四边形 153"/>
          <p:cNvSpPr/>
          <p:nvPr/>
        </p:nvSpPr>
        <p:spPr>
          <a:xfrm flipV="1">
            <a:off x="2952115" y="5278120"/>
            <a:ext cx="678180" cy="678180"/>
          </a:xfrm>
          <a:prstGeom prst="parallelogram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  <a:effectLst>
            <a:outerShdw blurRad="190500" dir="16200000" rotWithShape="0">
              <a:schemeClr val="accent2">
                <a:lumMod val="60000"/>
                <a:lumOff val="40000"/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55" name="平行四边形 154"/>
          <p:cNvSpPr/>
          <p:nvPr/>
        </p:nvSpPr>
        <p:spPr>
          <a:xfrm flipV="1">
            <a:off x="2901315" y="5309870"/>
            <a:ext cx="678180" cy="678180"/>
          </a:xfrm>
          <a:prstGeom prst="parallelogram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2700000" scaled="0"/>
          </a:gradFill>
          <a:ln w="12700">
            <a:noFill/>
            <a:prstDash val="solid"/>
          </a:ln>
          <a:effectLst>
            <a:outerShdw blurRad="190500" dir="16200000" rotWithShape="0">
              <a:schemeClr val="accent1">
                <a:lumMod val="60000"/>
                <a:lumOff val="40000"/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93" name="圆角矩形 192"/>
          <p:cNvSpPr/>
          <p:nvPr/>
        </p:nvSpPr>
        <p:spPr>
          <a:xfrm>
            <a:off x="4398645" y="1778635"/>
            <a:ext cx="1582420" cy="34671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gradFill flip="none" rotWithShape="1">
              <a:gsLst>
                <a:gs pos="0">
                  <a:schemeClr val="accent5">
                    <a:lumMod val="60000"/>
                    <a:lumOff val="4000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  <a:gs pos="61000">
                  <a:schemeClr val="accent5">
                    <a:lumMod val="40000"/>
                    <a:lumOff val="60000"/>
                  </a:schemeClr>
                </a:gs>
              </a:gsLst>
              <a:lin ang="2700000" scaled="1"/>
              <a:tileRect/>
            </a:gradFill>
          </a:ln>
          <a:effectLst>
            <a:outerShdw blurRad="50800" dist="63500" dir="5400000" sx="95000" sy="95000" algn="t" rotWithShape="0">
              <a:schemeClr val="accent5">
                <a:lumMod val="60000"/>
                <a:lumOff val="40000"/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600" dirty="0">
                <a:gradFill>
                  <a:gsLst>
                    <a:gs pos="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 scaled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流程机制缺失</a:t>
            </a:r>
            <a:endParaRPr lang="zh-CN" altLang="en-US" sz="1600" dirty="0">
              <a:gradFill>
                <a:gsLst>
                  <a:gs pos="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 scaled="0"/>
              </a:gra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94" name="圆角矩形 193"/>
          <p:cNvSpPr/>
          <p:nvPr/>
        </p:nvSpPr>
        <p:spPr>
          <a:xfrm>
            <a:off x="6108065" y="1778635"/>
            <a:ext cx="1582420" cy="34671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gradFill flip="none" rotWithShape="1">
              <a:gsLst>
                <a:gs pos="0">
                  <a:schemeClr val="accent5">
                    <a:lumMod val="60000"/>
                    <a:lumOff val="4000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  <a:gs pos="61000">
                  <a:schemeClr val="accent5">
                    <a:lumMod val="40000"/>
                    <a:lumOff val="60000"/>
                  </a:schemeClr>
                </a:gs>
              </a:gsLst>
              <a:lin ang="2700000" scaled="1"/>
              <a:tileRect/>
            </a:gradFill>
          </a:ln>
          <a:effectLst>
            <a:outerShdw blurRad="50800" dist="63500" dir="5400000" sx="95000" sy="95000" algn="t" rotWithShape="0">
              <a:schemeClr val="accent5">
                <a:lumMod val="60000"/>
                <a:lumOff val="40000"/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600" dirty="0">
                <a:gradFill>
                  <a:gsLst>
                    <a:gs pos="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 scaled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流程责任制</a:t>
            </a:r>
            <a:endParaRPr lang="zh-CN" altLang="en-US" sz="1600" dirty="0">
              <a:gradFill>
                <a:gsLst>
                  <a:gs pos="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 scaled="0"/>
              </a:gra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95" name="圆角矩形 194"/>
          <p:cNvSpPr/>
          <p:nvPr/>
        </p:nvSpPr>
        <p:spPr>
          <a:xfrm>
            <a:off x="4417060" y="5571490"/>
            <a:ext cx="1582420" cy="34671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gradFill flip="none" rotWithShape="1">
              <a:gsLst>
                <a:gs pos="0">
                  <a:schemeClr val="accent5">
                    <a:lumMod val="60000"/>
                    <a:lumOff val="4000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  <a:gs pos="61000">
                  <a:schemeClr val="accent5">
                    <a:lumMod val="40000"/>
                    <a:lumOff val="60000"/>
                  </a:schemeClr>
                </a:gs>
              </a:gsLst>
              <a:lin ang="2700000" scaled="1"/>
              <a:tileRect/>
            </a:gradFill>
          </a:ln>
          <a:effectLst>
            <a:outerShdw blurRad="50800" dist="63500" dir="5400000" sx="95000" sy="95000" algn="t" rotWithShape="0">
              <a:schemeClr val="accent5">
                <a:lumMod val="60000"/>
                <a:lumOff val="40000"/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600" dirty="0">
                <a:gradFill>
                  <a:gsLst>
                    <a:gs pos="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 scaled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运营协同平台</a:t>
            </a:r>
            <a:endParaRPr lang="zh-CN" altLang="en-US" sz="1600" dirty="0">
              <a:gradFill>
                <a:gsLst>
                  <a:gs pos="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 scaled="0"/>
              </a:gra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96" name="圆角矩形 195"/>
          <p:cNvSpPr/>
          <p:nvPr/>
        </p:nvSpPr>
        <p:spPr>
          <a:xfrm>
            <a:off x="6126480" y="5571490"/>
            <a:ext cx="1582420" cy="34671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gradFill flip="none" rotWithShape="1">
              <a:gsLst>
                <a:gs pos="0">
                  <a:schemeClr val="accent5">
                    <a:lumMod val="60000"/>
                    <a:lumOff val="4000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  <a:gs pos="61000">
                  <a:schemeClr val="accent5">
                    <a:lumMod val="40000"/>
                    <a:lumOff val="60000"/>
                  </a:schemeClr>
                </a:gs>
              </a:gsLst>
              <a:lin ang="2700000" scaled="1"/>
              <a:tileRect/>
            </a:gradFill>
          </a:ln>
          <a:effectLst>
            <a:outerShdw blurRad="50800" dist="63500" dir="5400000" sx="95000" sy="95000" algn="t" rotWithShape="0">
              <a:schemeClr val="accent5">
                <a:lumMod val="60000"/>
                <a:lumOff val="40000"/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600" dirty="0">
                <a:gradFill>
                  <a:gsLst>
                    <a:gs pos="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 scaled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用户体验提升</a:t>
            </a:r>
            <a:endParaRPr lang="zh-CN" altLang="en-US" sz="1600" dirty="0">
              <a:gradFill>
                <a:gsLst>
                  <a:gs pos="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 scaled="0"/>
              </a:gra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33" name="任意多边形 232"/>
          <p:cNvSpPr/>
          <p:nvPr/>
        </p:nvSpPr>
        <p:spPr>
          <a:xfrm>
            <a:off x="161290" y="1375410"/>
            <a:ext cx="2403475" cy="312420"/>
          </a:xfrm>
          <a:custGeom>
            <a:avLst/>
            <a:gdLst>
              <a:gd name="adj" fmla="val 50000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612" h="492">
                <a:moveTo>
                  <a:pt x="0" y="0"/>
                </a:moveTo>
                <a:lnTo>
                  <a:pt x="3366" y="0"/>
                </a:lnTo>
                <a:cubicBezTo>
                  <a:pt x="3504" y="-4"/>
                  <a:pt x="3615" y="122"/>
                  <a:pt x="3612" y="246"/>
                </a:cubicBezTo>
                <a:cubicBezTo>
                  <a:pt x="3616" y="384"/>
                  <a:pt x="3490" y="495"/>
                  <a:pt x="3366" y="492"/>
                </a:cubicBezTo>
                <a:lnTo>
                  <a:pt x="0" y="492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7000">
                <a:schemeClr val="accent1">
                  <a:lumMod val="60000"/>
                  <a:lumOff val="40000"/>
                  <a:alpha val="8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5" name="©显眼包PPT17"/>
          <p:cNvSpPr txBox="1"/>
          <p:nvPr/>
        </p:nvSpPr>
        <p:spPr>
          <a:xfrm>
            <a:off x="600075" y="1409700"/>
            <a:ext cx="1680210" cy="245745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j-ea"/>
              </a:rPr>
              <a:t>强化运营流程效能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j-ea"/>
            </a:endParaRPr>
          </a:p>
        </p:txBody>
      </p:sp>
      <p:grpSp>
        <p:nvGrpSpPr>
          <p:cNvPr id="86" name="组合 85"/>
          <p:cNvGrpSpPr/>
          <p:nvPr/>
        </p:nvGrpSpPr>
        <p:grpSpPr>
          <a:xfrm>
            <a:off x="307975" y="1843405"/>
            <a:ext cx="2548255" cy="839470"/>
            <a:chOff x="485" y="2735"/>
            <a:chExt cx="4013" cy="1322"/>
          </a:xfrm>
        </p:grpSpPr>
        <p:grpSp>
          <p:nvGrpSpPr>
            <p:cNvPr id="236" name="组合 235"/>
            <p:cNvGrpSpPr/>
            <p:nvPr/>
          </p:nvGrpSpPr>
          <p:grpSpPr>
            <a:xfrm rot="0">
              <a:off x="491" y="2735"/>
              <a:ext cx="1516" cy="369"/>
              <a:chOff x="5445546" y="4066525"/>
              <a:chExt cx="1078132" cy="234418"/>
            </a:xfrm>
          </p:grpSpPr>
          <p:grpSp>
            <p:nvGrpSpPr>
              <p:cNvPr id="426" name="组合 425"/>
              <p:cNvGrpSpPr/>
              <p:nvPr/>
            </p:nvGrpSpPr>
            <p:grpSpPr>
              <a:xfrm>
                <a:off x="5445546" y="4117493"/>
                <a:ext cx="1078132" cy="183450"/>
                <a:chOff x="7538601" y="1907049"/>
                <a:chExt cx="784353" cy="382913"/>
              </a:xfrm>
            </p:grpSpPr>
            <p:sp>
              <p:nvSpPr>
                <p:cNvPr id="428" name="显眼包PPT-15"/>
                <p:cNvSpPr/>
                <p:nvPr/>
              </p:nvSpPr>
              <p:spPr>
                <a:xfrm>
                  <a:off x="7538842" y="1907049"/>
                  <a:ext cx="784112" cy="309140"/>
                </a:xfrm>
                <a:prstGeom prst="rect">
                  <a:avLst/>
                </a:prstGeom>
                <a:gradFill>
                  <a:gsLst>
                    <a:gs pos="47700">
                      <a:schemeClr val="accent1">
                        <a:lumMod val="40000"/>
                        <a:lumOff val="60000"/>
                        <a:alpha val="22000"/>
                      </a:schemeClr>
                    </a:gs>
                    <a:gs pos="0">
                      <a:schemeClr val="accent1">
                        <a:lumMod val="40000"/>
                        <a:lumOff val="60000"/>
                        <a:alpha val="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39000"/>
                      </a:schemeClr>
                    </a:gs>
                  </a:gsLst>
                  <a:lin ang="54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  <p:grpSp>
              <p:nvGrpSpPr>
                <p:cNvPr id="429" name="组合 428"/>
                <p:cNvGrpSpPr/>
                <p:nvPr/>
              </p:nvGrpSpPr>
              <p:grpSpPr>
                <a:xfrm>
                  <a:off x="7538601" y="2096913"/>
                  <a:ext cx="784112" cy="193049"/>
                  <a:chOff x="1028700" y="5670769"/>
                  <a:chExt cx="784112" cy="193049"/>
                </a:xfrm>
              </p:grpSpPr>
              <p:sp>
                <p:nvSpPr>
                  <p:cNvPr id="430" name="显眼包PPT-16"/>
                  <p:cNvSpPr/>
                  <p:nvPr/>
                </p:nvSpPr>
                <p:spPr>
                  <a:xfrm>
                    <a:off x="1028700" y="5720942"/>
                    <a:ext cx="784112" cy="142876"/>
                  </a:xfrm>
                  <a:custGeom>
                    <a:avLst/>
                    <a:gdLst>
                      <a:gd name="connsiteX0" fmla="*/ 392056 w 784112"/>
                      <a:gd name="connsiteY0" fmla="*/ 0 h 142876"/>
                      <a:gd name="connsiteX1" fmla="*/ 669282 w 784112"/>
                      <a:gd name="connsiteY1" fmla="*/ 20924 h 142876"/>
                      <a:gd name="connsiteX2" fmla="*/ 670537 w 784112"/>
                      <a:gd name="connsiteY2" fmla="*/ 21263 h 142876"/>
                      <a:gd name="connsiteX3" fmla="*/ 784112 w 784112"/>
                      <a:gd name="connsiteY3" fmla="*/ 21263 h 142876"/>
                      <a:gd name="connsiteX4" fmla="*/ 784112 w 784112"/>
                      <a:gd name="connsiteY4" fmla="*/ 70257 h 142876"/>
                      <a:gd name="connsiteX5" fmla="*/ 782804 w 784112"/>
                      <a:gd name="connsiteY5" fmla="*/ 70257 h 142876"/>
                      <a:gd name="connsiteX6" fmla="*/ 784112 w 784112"/>
                      <a:gd name="connsiteY6" fmla="*/ 71438 h 142876"/>
                      <a:gd name="connsiteX7" fmla="*/ 392056 w 784112"/>
                      <a:gd name="connsiteY7" fmla="*/ 142876 h 142876"/>
                      <a:gd name="connsiteX8" fmla="*/ 0 w 784112"/>
                      <a:gd name="connsiteY8" fmla="*/ 71438 h 142876"/>
                      <a:gd name="connsiteX9" fmla="*/ 1309 w 784112"/>
                      <a:gd name="connsiteY9" fmla="*/ 70257 h 142876"/>
                      <a:gd name="connsiteX10" fmla="*/ 0 w 784112"/>
                      <a:gd name="connsiteY10" fmla="*/ 70257 h 142876"/>
                      <a:gd name="connsiteX11" fmla="*/ 0 w 784112"/>
                      <a:gd name="connsiteY11" fmla="*/ 21263 h 142876"/>
                      <a:gd name="connsiteX12" fmla="*/ 113575 w 784112"/>
                      <a:gd name="connsiteY12" fmla="*/ 21263 h 142876"/>
                      <a:gd name="connsiteX13" fmla="*/ 114830 w 784112"/>
                      <a:gd name="connsiteY13" fmla="*/ 20924 h 142876"/>
                      <a:gd name="connsiteX14" fmla="*/ 392056 w 784112"/>
                      <a:gd name="connsiteY14" fmla="*/ 0 h 14287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784112" h="142876">
                        <a:moveTo>
                          <a:pt x="392056" y="0"/>
                        </a:moveTo>
                        <a:cubicBezTo>
                          <a:pt x="500320" y="0"/>
                          <a:pt x="598334" y="7996"/>
                          <a:pt x="669282" y="20924"/>
                        </a:cubicBezTo>
                        <a:lnTo>
                          <a:pt x="670537" y="21263"/>
                        </a:lnTo>
                        <a:lnTo>
                          <a:pt x="784112" y="21263"/>
                        </a:lnTo>
                        <a:lnTo>
                          <a:pt x="784112" y="70257"/>
                        </a:lnTo>
                        <a:lnTo>
                          <a:pt x="782804" y="70257"/>
                        </a:lnTo>
                        <a:lnTo>
                          <a:pt x="784112" y="71438"/>
                        </a:lnTo>
                        <a:cubicBezTo>
                          <a:pt x="784112" y="110892"/>
                          <a:pt x="608583" y="142876"/>
                          <a:pt x="392056" y="142876"/>
                        </a:cubicBezTo>
                        <a:cubicBezTo>
                          <a:pt x="175529" y="142876"/>
                          <a:pt x="0" y="110892"/>
                          <a:pt x="0" y="71438"/>
                        </a:cubicBezTo>
                        <a:lnTo>
                          <a:pt x="1309" y="70257"/>
                        </a:lnTo>
                        <a:lnTo>
                          <a:pt x="0" y="70257"/>
                        </a:lnTo>
                        <a:lnTo>
                          <a:pt x="0" y="21263"/>
                        </a:lnTo>
                        <a:lnTo>
                          <a:pt x="113575" y="21263"/>
                        </a:lnTo>
                        <a:lnTo>
                          <a:pt x="114830" y="20924"/>
                        </a:lnTo>
                        <a:cubicBezTo>
                          <a:pt x="185779" y="7996"/>
                          <a:pt x="283793" y="0"/>
                          <a:pt x="392056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68815">
                        <a:schemeClr val="accent1">
                          <a:lumMod val="60000"/>
                          <a:lumOff val="40000"/>
                        </a:schemeClr>
                      </a:gs>
                      <a:gs pos="37630">
                        <a:schemeClr val="accent1">
                          <a:lumMod val="40000"/>
                          <a:lumOff val="60000"/>
                        </a:schemeClr>
                      </a:gs>
                      <a:gs pos="1000">
                        <a:schemeClr val="accent1">
                          <a:lumMod val="60000"/>
                          <a:lumOff val="40000"/>
                        </a:schemeClr>
                      </a:gs>
                      <a:gs pos="100000">
                        <a:schemeClr val="accent1">
                          <a:lumMod val="60000"/>
                          <a:lumOff val="40000"/>
                        </a:schemeClr>
                      </a:gs>
                    </a:gsLst>
                    <a:lin ang="0" scaled="0"/>
                    <a:tileRect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endParaRPr>
                  </a:p>
                </p:txBody>
              </p:sp>
              <p:sp>
                <p:nvSpPr>
                  <p:cNvPr id="431" name="显眼包PPT-17"/>
                  <p:cNvSpPr/>
                  <p:nvPr/>
                </p:nvSpPr>
                <p:spPr>
                  <a:xfrm>
                    <a:off x="1028700" y="5670769"/>
                    <a:ext cx="784112" cy="142875"/>
                  </a:xfrm>
                  <a:prstGeom prst="ellipse">
                    <a:avLst/>
                  </a:prstGeom>
                  <a:gradFill flip="none" rotWithShape="1">
                    <a:gsLst>
                      <a:gs pos="25000">
                        <a:schemeClr val="accent1">
                          <a:lumMod val="40000"/>
                          <a:lumOff val="60000"/>
                        </a:schemeClr>
                      </a:gs>
                      <a:gs pos="66000">
                        <a:schemeClr val="accent1">
                          <a:lumMod val="60000"/>
                          <a:lumOff val="40000"/>
                        </a:scheme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n w="3175">
                    <a:solidFill>
                      <a:schemeClr val="bg1"/>
                    </a:solidFill>
                  </a:ln>
                  <a:effectLst>
                    <a:outerShdw blurRad="279400" dist="279400" dir="5400000" sx="90000" sy="90000" algn="t" rotWithShape="0">
                      <a:schemeClr val="accent1">
                        <a:lumMod val="60000"/>
                        <a:lumOff val="40000"/>
                        <a:alpha val="29000"/>
                      </a:scheme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82296" tIns="41148" rIns="82296" bIns="41148"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endParaRPr>
                  </a:p>
                </p:txBody>
              </p:sp>
              <p:sp>
                <p:nvSpPr>
                  <p:cNvPr id="432" name="显眼包PPT-18"/>
                  <p:cNvSpPr/>
                  <p:nvPr/>
                </p:nvSpPr>
                <p:spPr>
                  <a:xfrm>
                    <a:off x="1221582" y="5707678"/>
                    <a:ext cx="398350" cy="69056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endParaRPr>
                  </a:p>
                </p:txBody>
              </p:sp>
            </p:grpSp>
          </p:grpSp>
          <p:sp>
            <p:nvSpPr>
              <p:cNvPr id="427" name="显眼包PPT-19"/>
              <p:cNvSpPr txBox="1"/>
              <p:nvPr/>
            </p:nvSpPr>
            <p:spPr>
              <a:xfrm>
                <a:off x="5589116" y="4066525"/>
                <a:ext cx="790994" cy="184231"/>
              </a:xfrm>
              <a:prstGeom prst="rect">
                <a:avLst/>
              </a:prstGeom>
              <a:noFill/>
              <a:effectLst>
                <a:outerShdw blurRad="12700" dist="12700" dir="2700000" algn="tl" rotWithShape="0">
                  <a:srgbClr val="FFFFFF"/>
                </a:outerShdw>
              </a:effectLst>
            </p:spPr>
            <p:txBody>
              <a:bodyPr wrap="square" lIns="0" tIns="0" rIns="0" bIns="0" rtlCol="0">
                <a:spAutoFit/>
              </a:bodyPr>
              <a:lstStyle>
                <a:defPPr>
                  <a:defRPr lang="en-US"/>
                </a:defPPr>
                <a:lvl1pPr algn="ctr">
                  <a:defRPr sz="2000">
                    <a:solidFill>
                      <a:schemeClr val="accent1">
                        <a:lumMod val="75000"/>
                      </a:schemeClr>
                    </a:solidFill>
                    <a:latin typeface="思源黑体 CN Bold" panose="020B0800000000000000" pitchFamily="34" charset="-122"/>
                    <a:ea typeface="思源黑体 CN Bold" panose="020B0800000000000000" pitchFamily="34" charset="-122"/>
                  </a:defRPr>
                </a:lvl1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1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理念升级</a:t>
                </a: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237" name="组合 236"/>
            <p:cNvGrpSpPr/>
            <p:nvPr/>
          </p:nvGrpSpPr>
          <p:grpSpPr>
            <a:xfrm rot="0">
              <a:off x="2375" y="2763"/>
              <a:ext cx="1516" cy="369"/>
              <a:chOff x="5445546" y="4066525"/>
              <a:chExt cx="1078132" cy="234418"/>
            </a:xfrm>
          </p:grpSpPr>
          <p:grpSp>
            <p:nvGrpSpPr>
              <p:cNvPr id="238" name="组合 237"/>
              <p:cNvGrpSpPr/>
              <p:nvPr/>
            </p:nvGrpSpPr>
            <p:grpSpPr>
              <a:xfrm>
                <a:off x="5445546" y="4117493"/>
                <a:ext cx="1078132" cy="183450"/>
                <a:chOff x="7538601" y="1907049"/>
                <a:chExt cx="784353" cy="382913"/>
              </a:xfrm>
            </p:grpSpPr>
            <p:sp>
              <p:nvSpPr>
                <p:cNvPr id="239" name="显眼包PPT-15"/>
                <p:cNvSpPr/>
                <p:nvPr/>
              </p:nvSpPr>
              <p:spPr>
                <a:xfrm>
                  <a:off x="7538842" y="1907049"/>
                  <a:ext cx="784112" cy="309140"/>
                </a:xfrm>
                <a:prstGeom prst="rect">
                  <a:avLst/>
                </a:prstGeom>
                <a:gradFill>
                  <a:gsLst>
                    <a:gs pos="47700">
                      <a:schemeClr val="accent1">
                        <a:lumMod val="40000"/>
                        <a:lumOff val="60000"/>
                        <a:alpha val="22000"/>
                      </a:schemeClr>
                    </a:gs>
                    <a:gs pos="0">
                      <a:schemeClr val="accent1">
                        <a:lumMod val="40000"/>
                        <a:lumOff val="60000"/>
                        <a:alpha val="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39000"/>
                      </a:schemeClr>
                    </a:gs>
                  </a:gsLst>
                  <a:lin ang="54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  <p:grpSp>
              <p:nvGrpSpPr>
                <p:cNvPr id="240" name="组合 239"/>
                <p:cNvGrpSpPr/>
                <p:nvPr/>
              </p:nvGrpSpPr>
              <p:grpSpPr>
                <a:xfrm>
                  <a:off x="7538601" y="2096913"/>
                  <a:ext cx="784112" cy="193049"/>
                  <a:chOff x="1028700" y="5670769"/>
                  <a:chExt cx="784112" cy="193049"/>
                </a:xfrm>
              </p:grpSpPr>
              <p:sp>
                <p:nvSpPr>
                  <p:cNvPr id="241" name="显眼包PPT-16"/>
                  <p:cNvSpPr/>
                  <p:nvPr/>
                </p:nvSpPr>
                <p:spPr>
                  <a:xfrm>
                    <a:off x="1028700" y="5720942"/>
                    <a:ext cx="784112" cy="142876"/>
                  </a:xfrm>
                  <a:custGeom>
                    <a:avLst/>
                    <a:gdLst>
                      <a:gd name="connsiteX0" fmla="*/ 392056 w 784112"/>
                      <a:gd name="connsiteY0" fmla="*/ 0 h 142876"/>
                      <a:gd name="connsiteX1" fmla="*/ 669282 w 784112"/>
                      <a:gd name="connsiteY1" fmla="*/ 20924 h 142876"/>
                      <a:gd name="connsiteX2" fmla="*/ 670537 w 784112"/>
                      <a:gd name="connsiteY2" fmla="*/ 21263 h 142876"/>
                      <a:gd name="connsiteX3" fmla="*/ 784112 w 784112"/>
                      <a:gd name="connsiteY3" fmla="*/ 21263 h 142876"/>
                      <a:gd name="connsiteX4" fmla="*/ 784112 w 784112"/>
                      <a:gd name="connsiteY4" fmla="*/ 70257 h 142876"/>
                      <a:gd name="connsiteX5" fmla="*/ 782804 w 784112"/>
                      <a:gd name="connsiteY5" fmla="*/ 70257 h 142876"/>
                      <a:gd name="connsiteX6" fmla="*/ 784112 w 784112"/>
                      <a:gd name="connsiteY6" fmla="*/ 71438 h 142876"/>
                      <a:gd name="connsiteX7" fmla="*/ 392056 w 784112"/>
                      <a:gd name="connsiteY7" fmla="*/ 142876 h 142876"/>
                      <a:gd name="connsiteX8" fmla="*/ 0 w 784112"/>
                      <a:gd name="connsiteY8" fmla="*/ 71438 h 142876"/>
                      <a:gd name="connsiteX9" fmla="*/ 1309 w 784112"/>
                      <a:gd name="connsiteY9" fmla="*/ 70257 h 142876"/>
                      <a:gd name="connsiteX10" fmla="*/ 0 w 784112"/>
                      <a:gd name="connsiteY10" fmla="*/ 70257 h 142876"/>
                      <a:gd name="connsiteX11" fmla="*/ 0 w 784112"/>
                      <a:gd name="connsiteY11" fmla="*/ 21263 h 142876"/>
                      <a:gd name="connsiteX12" fmla="*/ 113575 w 784112"/>
                      <a:gd name="connsiteY12" fmla="*/ 21263 h 142876"/>
                      <a:gd name="connsiteX13" fmla="*/ 114830 w 784112"/>
                      <a:gd name="connsiteY13" fmla="*/ 20924 h 142876"/>
                      <a:gd name="connsiteX14" fmla="*/ 392056 w 784112"/>
                      <a:gd name="connsiteY14" fmla="*/ 0 h 14287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784112" h="142876">
                        <a:moveTo>
                          <a:pt x="392056" y="0"/>
                        </a:moveTo>
                        <a:cubicBezTo>
                          <a:pt x="500320" y="0"/>
                          <a:pt x="598334" y="7996"/>
                          <a:pt x="669282" y="20924"/>
                        </a:cubicBezTo>
                        <a:lnTo>
                          <a:pt x="670537" y="21263"/>
                        </a:lnTo>
                        <a:lnTo>
                          <a:pt x="784112" y="21263"/>
                        </a:lnTo>
                        <a:lnTo>
                          <a:pt x="784112" y="70257"/>
                        </a:lnTo>
                        <a:lnTo>
                          <a:pt x="782804" y="70257"/>
                        </a:lnTo>
                        <a:lnTo>
                          <a:pt x="784112" y="71438"/>
                        </a:lnTo>
                        <a:cubicBezTo>
                          <a:pt x="784112" y="110892"/>
                          <a:pt x="608583" y="142876"/>
                          <a:pt x="392056" y="142876"/>
                        </a:cubicBezTo>
                        <a:cubicBezTo>
                          <a:pt x="175529" y="142876"/>
                          <a:pt x="0" y="110892"/>
                          <a:pt x="0" y="71438"/>
                        </a:cubicBezTo>
                        <a:lnTo>
                          <a:pt x="1309" y="70257"/>
                        </a:lnTo>
                        <a:lnTo>
                          <a:pt x="0" y="70257"/>
                        </a:lnTo>
                        <a:lnTo>
                          <a:pt x="0" y="21263"/>
                        </a:lnTo>
                        <a:lnTo>
                          <a:pt x="113575" y="21263"/>
                        </a:lnTo>
                        <a:lnTo>
                          <a:pt x="114830" y="20924"/>
                        </a:lnTo>
                        <a:cubicBezTo>
                          <a:pt x="185779" y="7996"/>
                          <a:pt x="283793" y="0"/>
                          <a:pt x="392056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68815">
                        <a:schemeClr val="accent1">
                          <a:lumMod val="60000"/>
                          <a:lumOff val="40000"/>
                        </a:schemeClr>
                      </a:gs>
                      <a:gs pos="37630">
                        <a:schemeClr val="accent1">
                          <a:lumMod val="40000"/>
                          <a:lumOff val="60000"/>
                        </a:schemeClr>
                      </a:gs>
                      <a:gs pos="1000">
                        <a:schemeClr val="accent1">
                          <a:lumMod val="60000"/>
                          <a:lumOff val="40000"/>
                        </a:schemeClr>
                      </a:gs>
                      <a:gs pos="100000">
                        <a:schemeClr val="accent1">
                          <a:lumMod val="60000"/>
                          <a:lumOff val="40000"/>
                        </a:schemeClr>
                      </a:gs>
                    </a:gsLst>
                    <a:lin ang="0" scaled="0"/>
                    <a:tileRect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endParaRPr>
                  </a:p>
                </p:txBody>
              </p:sp>
              <p:sp>
                <p:nvSpPr>
                  <p:cNvPr id="242" name="显眼包PPT-17"/>
                  <p:cNvSpPr/>
                  <p:nvPr/>
                </p:nvSpPr>
                <p:spPr>
                  <a:xfrm>
                    <a:off x="1028700" y="5670769"/>
                    <a:ext cx="784112" cy="142875"/>
                  </a:xfrm>
                  <a:prstGeom prst="ellipse">
                    <a:avLst/>
                  </a:prstGeom>
                  <a:gradFill flip="none" rotWithShape="1">
                    <a:gsLst>
                      <a:gs pos="25000">
                        <a:schemeClr val="accent1">
                          <a:lumMod val="40000"/>
                          <a:lumOff val="60000"/>
                        </a:schemeClr>
                      </a:gs>
                      <a:gs pos="66000">
                        <a:schemeClr val="accent1">
                          <a:lumMod val="60000"/>
                          <a:lumOff val="40000"/>
                        </a:scheme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n w="3175">
                    <a:solidFill>
                      <a:schemeClr val="bg1"/>
                    </a:solidFill>
                  </a:ln>
                  <a:effectLst>
                    <a:outerShdw blurRad="279400" dist="279400" dir="5400000" sx="90000" sy="90000" algn="t" rotWithShape="0">
                      <a:schemeClr val="accent1">
                        <a:lumMod val="60000"/>
                        <a:lumOff val="40000"/>
                        <a:alpha val="29000"/>
                      </a:scheme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82296" tIns="41148" rIns="82296" bIns="41148"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endParaRPr>
                  </a:p>
                </p:txBody>
              </p:sp>
              <p:sp>
                <p:nvSpPr>
                  <p:cNvPr id="243" name="显眼包PPT-18"/>
                  <p:cNvSpPr/>
                  <p:nvPr/>
                </p:nvSpPr>
                <p:spPr>
                  <a:xfrm>
                    <a:off x="1221582" y="5707678"/>
                    <a:ext cx="398350" cy="69056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endParaRPr>
                  </a:p>
                </p:txBody>
              </p:sp>
            </p:grpSp>
          </p:grpSp>
          <p:sp>
            <p:nvSpPr>
              <p:cNvPr id="244" name="显眼包PPT-19"/>
              <p:cNvSpPr txBox="1"/>
              <p:nvPr/>
            </p:nvSpPr>
            <p:spPr>
              <a:xfrm>
                <a:off x="5533736" y="4066525"/>
                <a:ext cx="909585" cy="184231"/>
              </a:xfrm>
              <a:prstGeom prst="rect">
                <a:avLst/>
              </a:prstGeom>
              <a:noFill/>
              <a:effectLst>
                <a:outerShdw blurRad="12700" dist="12700" dir="2700000" algn="tl" rotWithShape="0">
                  <a:srgbClr val="FFFFFF"/>
                </a:outerShdw>
              </a:effectLst>
            </p:spPr>
            <p:txBody>
              <a:bodyPr wrap="square" lIns="0" tIns="0" rIns="0" bIns="0" rtlCol="0">
                <a:spAutoFit/>
              </a:bodyPr>
              <a:lstStyle>
                <a:defPPr>
                  <a:defRPr lang="en-US"/>
                </a:defPPr>
                <a:lvl1pPr algn="ctr">
                  <a:defRPr sz="2000">
                    <a:solidFill>
                      <a:schemeClr val="accent1">
                        <a:lumMod val="75000"/>
                      </a:schemeClr>
                    </a:solidFill>
                    <a:latin typeface="思源黑体 CN Bold" panose="020B0800000000000000" pitchFamily="34" charset="-122"/>
                    <a:ea typeface="思源黑体 CN Bold" panose="020B0800000000000000" pitchFamily="34" charset="-122"/>
                  </a:defRPr>
                </a:lvl1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1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能力赋能</a:t>
                </a: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sp>
          <p:nvSpPr>
            <p:cNvPr id="246" name="文本框 245"/>
            <p:cNvSpPr txBox="1"/>
            <p:nvPr/>
          </p:nvSpPr>
          <p:spPr>
            <a:xfrm>
              <a:off x="485" y="3332"/>
              <a:ext cx="4013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200" b="1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工具培训与赋能：</a:t>
              </a:r>
              <a:r>
                <a:rPr lang="zh-CN" altLang="en-US" sz="120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对全员进行流程操作规范、数字化工具应用培训。</a:t>
              </a:r>
              <a:endParaRPr lang="zh-CN" altLang="en-US" sz="12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15" name="任意多边形 14"/>
          <p:cNvSpPr/>
          <p:nvPr/>
        </p:nvSpPr>
        <p:spPr>
          <a:xfrm>
            <a:off x="271780" y="2976880"/>
            <a:ext cx="2799080" cy="16167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408" h="2546">
                <a:moveTo>
                  <a:pt x="0" y="0"/>
                </a:moveTo>
                <a:lnTo>
                  <a:pt x="4408" y="0"/>
                </a:lnTo>
                <a:lnTo>
                  <a:pt x="4091" y="1269"/>
                </a:lnTo>
                <a:lnTo>
                  <a:pt x="4212" y="1757"/>
                </a:lnTo>
                <a:lnTo>
                  <a:pt x="4408" y="2536"/>
                </a:lnTo>
                <a:lnTo>
                  <a:pt x="4406" y="2536"/>
                </a:lnTo>
                <a:lnTo>
                  <a:pt x="4408" y="2544"/>
                </a:lnTo>
                <a:lnTo>
                  <a:pt x="3772" y="2544"/>
                </a:lnTo>
                <a:lnTo>
                  <a:pt x="3771" y="2546"/>
                </a:lnTo>
                <a:lnTo>
                  <a:pt x="28" y="2546"/>
                </a:lnTo>
                <a:lnTo>
                  <a:pt x="28" y="222"/>
                </a:lnTo>
                <a:lnTo>
                  <a:pt x="0" y="222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12000">
                <a:schemeClr val="accent1">
                  <a:lumMod val="40000"/>
                  <a:lumOff val="60000"/>
                  <a:alpha val="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lin ang="0" scaled="0"/>
          </a:gradFill>
          <a:ln w="12700">
            <a:noFill/>
            <a:prstDash val="solid"/>
          </a:ln>
          <a:effectLst>
            <a:outerShdw blurRad="190500" dir="16200000" rotWithShape="0">
              <a:schemeClr val="accent2">
                <a:lumMod val="60000"/>
                <a:lumOff val="40000"/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" name="任意多边形 4"/>
          <p:cNvSpPr/>
          <p:nvPr/>
        </p:nvSpPr>
        <p:spPr>
          <a:xfrm>
            <a:off x="212725" y="3014980"/>
            <a:ext cx="2799080" cy="16167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408" h="2546">
                <a:moveTo>
                  <a:pt x="0" y="0"/>
                </a:moveTo>
                <a:lnTo>
                  <a:pt x="4408" y="0"/>
                </a:lnTo>
                <a:lnTo>
                  <a:pt x="4091" y="1269"/>
                </a:lnTo>
                <a:lnTo>
                  <a:pt x="4212" y="1757"/>
                </a:lnTo>
                <a:lnTo>
                  <a:pt x="4408" y="2536"/>
                </a:lnTo>
                <a:lnTo>
                  <a:pt x="4406" y="2536"/>
                </a:lnTo>
                <a:lnTo>
                  <a:pt x="4408" y="2544"/>
                </a:lnTo>
                <a:lnTo>
                  <a:pt x="3772" y="2544"/>
                </a:lnTo>
                <a:lnTo>
                  <a:pt x="3771" y="2546"/>
                </a:lnTo>
                <a:lnTo>
                  <a:pt x="28" y="2546"/>
                </a:lnTo>
                <a:lnTo>
                  <a:pt x="28" y="222"/>
                </a:lnTo>
                <a:lnTo>
                  <a:pt x="0" y="222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bg1"/>
              </a:gs>
              <a:gs pos="8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1"/>
          </a:gradFill>
          <a:ln w="12700"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88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10800000" scaled="1"/>
              <a:tileRect/>
            </a:gradFill>
            <a:prstDash val="solid"/>
          </a:ln>
          <a:effectLst>
            <a:outerShdw blurRad="190500" dir="16200000" rotWithShape="0">
              <a:schemeClr val="accent2">
                <a:lumMod val="60000"/>
                <a:lumOff val="40000"/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6" name="矩形 15"/>
          <p:cNvSpPr/>
          <p:nvPr/>
        </p:nvSpPr>
        <p:spPr>
          <a:xfrm rot="2760000">
            <a:off x="2688590" y="3564255"/>
            <a:ext cx="528955" cy="5238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  <a:effectLst>
            <a:outerShdw blurRad="190500" dir="16200000" rotWithShape="0">
              <a:schemeClr val="accent2">
                <a:lumMod val="60000"/>
                <a:lumOff val="40000"/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7" name="矩形 16"/>
          <p:cNvSpPr/>
          <p:nvPr/>
        </p:nvSpPr>
        <p:spPr>
          <a:xfrm rot="2760000">
            <a:off x="2637790" y="3564255"/>
            <a:ext cx="528955" cy="523875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2700000" scaled="0"/>
          </a:gradFill>
          <a:ln w="12700">
            <a:noFill/>
            <a:prstDash val="solid"/>
          </a:ln>
          <a:effectLst>
            <a:outerShdw blurRad="190500" dir="16200000" rotWithShape="0">
              <a:schemeClr val="accent1">
                <a:lumMod val="60000"/>
                <a:lumOff val="40000"/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0" name="任意多边形 19"/>
          <p:cNvSpPr/>
          <p:nvPr/>
        </p:nvSpPr>
        <p:spPr>
          <a:xfrm flipH="1">
            <a:off x="9067800" y="2976880"/>
            <a:ext cx="2799080" cy="16167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408" h="2546">
                <a:moveTo>
                  <a:pt x="0" y="0"/>
                </a:moveTo>
                <a:lnTo>
                  <a:pt x="4408" y="0"/>
                </a:lnTo>
                <a:lnTo>
                  <a:pt x="4091" y="1269"/>
                </a:lnTo>
                <a:lnTo>
                  <a:pt x="4212" y="1757"/>
                </a:lnTo>
                <a:lnTo>
                  <a:pt x="4408" y="2536"/>
                </a:lnTo>
                <a:lnTo>
                  <a:pt x="4406" y="2536"/>
                </a:lnTo>
                <a:lnTo>
                  <a:pt x="4408" y="2544"/>
                </a:lnTo>
                <a:lnTo>
                  <a:pt x="3772" y="2544"/>
                </a:lnTo>
                <a:lnTo>
                  <a:pt x="3771" y="2546"/>
                </a:lnTo>
                <a:lnTo>
                  <a:pt x="28" y="2546"/>
                </a:lnTo>
                <a:lnTo>
                  <a:pt x="28" y="222"/>
                </a:lnTo>
                <a:lnTo>
                  <a:pt x="0" y="222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12000">
                <a:schemeClr val="accent1">
                  <a:lumMod val="40000"/>
                  <a:lumOff val="60000"/>
                  <a:alpha val="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lin ang="0" scaled="0"/>
          </a:gradFill>
          <a:ln w="12700">
            <a:noFill/>
            <a:prstDash val="solid"/>
          </a:ln>
          <a:effectLst>
            <a:outerShdw blurRad="190500" dir="16200000" rotWithShape="0">
              <a:schemeClr val="accent2">
                <a:lumMod val="60000"/>
                <a:lumOff val="40000"/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1" name="任意多边形 20"/>
          <p:cNvSpPr/>
          <p:nvPr/>
        </p:nvSpPr>
        <p:spPr>
          <a:xfrm flipH="1">
            <a:off x="9126855" y="3014980"/>
            <a:ext cx="2799080" cy="16167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408" h="2546">
                <a:moveTo>
                  <a:pt x="0" y="0"/>
                </a:moveTo>
                <a:lnTo>
                  <a:pt x="4408" y="0"/>
                </a:lnTo>
                <a:lnTo>
                  <a:pt x="4091" y="1269"/>
                </a:lnTo>
                <a:lnTo>
                  <a:pt x="4212" y="1757"/>
                </a:lnTo>
                <a:lnTo>
                  <a:pt x="4408" y="2536"/>
                </a:lnTo>
                <a:lnTo>
                  <a:pt x="4406" y="2536"/>
                </a:lnTo>
                <a:lnTo>
                  <a:pt x="4408" y="2544"/>
                </a:lnTo>
                <a:lnTo>
                  <a:pt x="3772" y="2544"/>
                </a:lnTo>
                <a:lnTo>
                  <a:pt x="3771" y="2546"/>
                </a:lnTo>
                <a:lnTo>
                  <a:pt x="28" y="2546"/>
                </a:lnTo>
                <a:lnTo>
                  <a:pt x="28" y="222"/>
                </a:lnTo>
                <a:lnTo>
                  <a:pt x="0" y="222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bg1"/>
              </a:gs>
              <a:gs pos="8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1"/>
          </a:gradFill>
          <a:ln w="12700"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88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10800000" scaled="1"/>
              <a:tileRect/>
            </a:gradFill>
            <a:prstDash val="solid"/>
          </a:ln>
          <a:effectLst>
            <a:outerShdw blurRad="190500" dir="16200000" rotWithShape="0">
              <a:schemeClr val="accent2">
                <a:lumMod val="60000"/>
                <a:lumOff val="40000"/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2" name="矩形 21"/>
          <p:cNvSpPr/>
          <p:nvPr/>
        </p:nvSpPr>
        <p:spPr>
          <a:xfrm rot="2760000" flipH="1">
            <a:off x="9029700" y="3569970"/>
            <a:ext cx="528955" cy="5238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  <a:effectLst>
            <a:outerShdw blurRad="190500" dir="16200000" rotWithShape="0">
              <a:schemeClr val="accent2">
                <a:lumMod val="60000"/>
                <a:lumOff val="40000"/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3" name="矩形 22"/>
          <p:cNvSpPr/>
          <p:nvPr/>
        </p:nvSpPr>
        <p:spPr>
          <a:xfrm rot="2760000" flipH="1">
            <a:off x="8971915" y="3564255"/>
            <a:ext cx="528955" cy="523875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2700000" scaled="0"/>
          </a:gradFill>
          <a:ln w="12700">
            <a:noFill/>
            <a:prstDash val="solid"/>
          </a:ln>
          <a:effectLst>
            <a:outerShdw blurRad="190500" dir="16200000" rotWithShape="0">
              <a:schemeClr val="accent1">
                <a:lumMod val="60000"/>
                <a:lumOff val="40000"/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2" name="任意多边形 51"/>
          <p:cNvSpPr/>
          <p:nvPr/>
        </p:nvSpPr>
        <p:spPr>
          <a:xfrm flipH="1">
            <a:off x="8615680" y="1174115"/>
            <a:ext cx="3250565" cy="16256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119" h="2560">
                <a:moveTo>
                  <a:pt x="0" y="0"/>
                </a:moveTo>
                <a:lnTo>
                  <a:pt x="5119" y="0"/>
                </a:lnTo>
                <a:lnTo>
                  <a:pt x="4482" y="2560"/>
                </a:lnTo>
                <a:lnTo>
                  <a:pt x="0" y="256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12000">
                <a:schemeClr val="accent1">
                  <a:lumMod val="40000"/>
                  <a:lumOff val="60000"/>
                  <a:alpha val="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lin ang="0" scaled="0"/>
          </a:gradFill>
          <a:ln w="12700">
            <a:noFill/>
            <a:prstDash val="solid"/>
          </a:ln>
          <a:effectLst>
            <a:outerShdw blurRad="190500" dir="16200000" rotWithShape="0">
              <a:schemeClr val="accent2">
                <a:lumMod val="60000"/>
                <a:lumOff val="40000"/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3" name="任意多边形 52"/>
          <p:cNvSpPr/>
          <p:nvPr/>
        </p:nvSpPr>
        <p:spPr>
          <a:xfrm flipH="1">
            <a:off x="8676640" y="1214120"/>
            <a:ext cx="3250565" cy="16256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119" h="2560">
                <a:moveTo>
                  <a:pt x="0" y="0"/>
                </a:moveTo>
                <a:lnTo>
                  <a:pt x="5119" y="0"/>
                </a:lnTo>
                <a:lnTo>
                  <a:pt x="4482" y="2560"/>
                </a:lnTo>
                <a:lnTo>
                  <a:pt x="0" y="256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bg1"/>
              </a:gs>
              <a:gs pos="8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1"/>
          </a:gradFill>
          <a:ln w="12700"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88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10800000" scaled="1"/>
              <a:tileRect/>
            </a:gradFill>
            <a:prstDash val="solid"/>
          </a:ln>
          <a:effectLst>
            <a:outerShdw blurRad="190500" dir="16200000" rotWithShape="0">
              <a:schemeClr val="accent2">
                <a:lumMod val="60000"/>
                <a:lumOff val="40000"/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4" name="平行四边形 53"/>
          <p:cNvSpPr/>
          <p:nvPr/>
        </p:nvSpPr>
        <p:spPr>
          <a:xfrm flipH="1">
            <a:off x="8652510" y="1742440"/>
            <a:ext cx="678180" cy="678180"/>
          </a:xfrm>
          <a:prstGeom prst="parallelogram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  <a:effectLst>
            <a:outerShdw blurRad="190500" dir="16200000" rotWithShape="0">
              <a:schemeClr val="accent2">
                <a:lumMod val="60000"/>
                <a:lumOff val="40000"/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5" name="平行四边形 54"/>
          <p:cNvSpPr/>
          <p:nvPr/>
        </p:nvSpPr>
        <p:spPr>
          <a:xfrm flipH="1">
            <a:off x="8575675" y="1687830"/>
            <a:ext cx="678180" cy="678180"/>
          </a:xfrm>
          <a:prstGeom prst="parallelogram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2700000" scaled="0"/>
          </a:gradFill>
          <a:ln w="12700">
            <a:noFill/>
            <a:prstDash val="solid"/>
          </a:ln>
          <a:effectLst>
            <a:outerShdw blurRad="190500" dir="16200000" rotWithShape="0">
              <a:schemeClr val="accent1">
                <a:lumMod val="60000"/>
                <a:lumOff val="40000"/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3" name="任意多边形 62"/>
          <p:cNvSpPr/>
          <p:nvPr/>
        </p:nvSpPr>
        <p:spPr>
          <a:xfrm flipH="1" flipV="1">
            <a:off x="8614410" y="4879975"/>
            <a:ext cx="3250565" cy="16256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119" h="2560">
                <a:moveTo>
                  <a:pt x="0" y="0"/>
                </a:moveTo>
                <a:lnTo>
                  <a:pt x="5119" y="0"/>
                </a:lnTo>
                <a:lnTo>
                  <a:pt x="4482" y="2560"/>
                </a:lnTo>
                <a:lnTo>
                  <a:pt x="0" y="256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12000">
                <a:schemeClr val="accent1">
                  <a:lumMod val="40000"/>
                  <a:lumOff val="60000"/>
                  <a:alpha val="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lin ang="0" scaled="0"/>
          </a:gradFill>
          <a:ln w="12700">
            <a:noFill/>
            <a:prstDash val="solid"/>
          </a:ln>
          <a:effectLst>
            <a:outerShdw blurRad="190500" dir="16200000" rotWithShape="0">
              <a:schemeClr val="accent2">
                <a:lumMod val="60000"/>
                <a:lumOff val="40000"/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4" name="任意多边形 63"/>
          <p:cNvSpPr/>
          <p:nvPr/>
        </p:nvSpPr>
        <p:spPr>
          <a:xfrm flipH="1" flipV="1">
            <a:off x="8680450" y="4813935"/>
            <a:ext cx="3250565" cy="16256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119" h="2560">
                <a:moveTo>
                  <a:pt x="0" y="0"/>
                </a:moveTo>
                <a:lnTo>
                  <a:pt x="5119" y="0"/>
                </a:lnTo>
                <a:lnTo>
                  <a:pt x="4482" y="2560"/>
                </a:lnTo>
                <a:lnTo>
                  <a:pt x="0" y="256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bg1"/>
              </a:gs>
              <a:gs pos="8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1"/>
          </a:gradFill>
          <a:ln w="12700"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88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10800000" scaled="1"/>
              <a:tileRect/>
            </a:gradFill>
            <a:prstDash val="solid"/>
          </a:ln>
          <a:effectLst>
            <a:outerShdw blurRad="190500" dir="16200000" rotWithShape="0">
              <a:schemeClr val="accent2">
                <a:lumMod val="60000"/>
                <a:lumOff val="40000"/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5" name="平行四边形 64"/>
          <p:cNvSpPr/>
          <p:nvPr/>
        </p:nvSpPr>
        <p:spPr>
          <a:xfrm flipH="1" flipV="1">
            <a:off x="8623935" y="5326380"/>
            <a:ext cx="678180" cy="678180"/>
          </a:xfrm>
          <a:prstGeom prst="parallelogram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  <a:effectLst>
            <a:outerShdw blurRad="190500" dir="16200000" rotWithShape="0">
              <a:schemeClr val="accent2">
                <a:lumMod val="60000"/>
                <a:lumOff val="40000"/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6" name="平行四边形 65"/>
          <p:cNvSpPr/>
          <p:nvPr/>
        </p:nvSpPr>
        <p:spPr>
          <a:xfrm flipH="1" flipV="1">
            <a:off x="8579485" y="5287645"/>
            <a:ext cx="678180" cy="678180"/>
          </a:xfrm>
          <a:prstGeom prst="parallelogram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2700000" scaled="0"/>
          </a:gradFill>
          <a:ln w="12700">
            <a:noFill/>
            <a:prstDash val="solid"/>
          </a:ln>
          <a:effectLst>
            <a:outerShdw blurRad="190500" dir="16200000" rotWithShape="0">
              <a:schemeClr val="accent1">
                <a:lumMod val="60000"/>
                <a:lumOff val="40000"/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7" name="任意多边形 66"/>
          <p:cNvSpPr/>
          <p:nvPr/>
        </p:nvSpPr>
        <p:spPr>
          <a:xfrm flipH="1">
            <a:off x="9667240" y="1375410"/>
            <a:ext cx="2301875" cy="312420"/>
          </a:xfrm>
          <a:custGeom>
            <a:avLst/>
            <a:gdLst>
              <a:gd name="adj" fmla="val 50000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612" h="492">
                <a:moveTo>
                  <a:pt x="0" y="0"/>
                </a:moveTo>
                <a:lnTo>
                  <a:pt x="3366" y="0"/>
                </a:lnTo>
                <a:cubicBezTo>
                  <a:pt x="3504" y="-4"/>
                  <a:pt x="3615" y="122"/>
                  <a:pt x="3612" y="246"/>
                </a:cubicBezTo>
                <a:cubicBezTo>
                  <a:pt x="3616" y="384"/>
                  <a:pt x="3490" y="495"/>
                  <a:pt x="3366" y="492"/>
                </a:cubicBezTo>
                <a:lnTo>
                  <a:pt x="0" y="492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7000">
                <a:schemeClr val="accent1">
                  <a:lumMod val="60000"/>
                  <a:lumOff val="40000"/>
                  <a:alpha val="8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8" name="任意多边形 67"/>
          <p:cNvSpPr/>
          <p:nvPr/>
        </p:nvSpPr>
        <p:spPr>
          <a:xfrm flipH="1">
            <a:off x="9667240" y="3181350"/>
            <a:ext cx="2301875" cy="312420"/>
          </a:xfrm>
          <a:custGeom>
            <a:avLst/>
            <a:gdLst>
              <a:gd name="adj" fmla="val 50000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612" h="492">
                <a:moveTo>
                  <a:pt x="0" y="0"/>
                </a:moveTo>
                <a:lnTo>
                  <a:pt x="3366" y="0"/>
                </a:lnTo>
                <a:cubicBezTo>
                  <a:pt x="3504" y="-4"/>
                  <a:pt x="3615" y="122"/>
                  <a:pt x="3612" y="246"/>
                </a:cubicBezTo>
                <a:cubicBezTo>
                  <a:pt x="3616" y="384"/>
                  <a:pt x="3490" y="495"/>
                  <a:pt x="3366" y="492"/>
                </a:cubicBezTo>
                <a:lnTo>
                  <a:pt x="0" y="492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7000">
                <a:schemeClr val="accent1">
                  <a:lumMod val="60000"/>
                  <a:lumOff val="40000"/>
                  <a:alpha val="8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9" name="任意多边形 68"/>
          <p:cNvSpPr/>
          <p:nvPr/>
        </p:nvSpPr>
        <p:spPr>
          <a:xfrm flipH="1">
            <a:off x="9667240" y="4997450"/>
            <a:ext cx="2301875" cy="312420"/>
          </a:xfrm>
          <a:custGeom>
            <a:avLst/>
            <a:gdLst>
              <a:gd name="adj" fmla="val 50000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612" h="492">
                <a:moveTo>
                  <a:pt x="0" y="0"/>
                </a:moveTo>
                <a:lnTo>
                  <a:pt x="3366" y="0"/>
                </a:lnTo>
                <a:cubicBezTo>
                  <a:pt x="3504" y="-4"/>
                  <a:pt x="3615" y="122"/>
                  <a:pt x="3612" y="246"/>
                </a:cubicBezTo>
                <a:cubicBezTo>
                  <a:pt x="3616" y="384"/>
                  <a:pt x="3490" y="495"/>
                  <a:pt x="3366" y="492"/>
                </a:cubicBezTo>
                <a:lnTo>
                  <a:pt x="0" y="492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7000">
                <a:schemeClr val="accent1">
                  <a:lumMod val="60000"/>
                  <a:lumOff val="40000"/>
                  <a:alpha val="8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70" name="任意多边形 69"/>
          <p:cNvSpPr/>
          <p:nvPr/>
        </p:nvSpPr>
        <p:spPr>
          <a:xfrm>
            <a:off x="126365" y="3181350"/>
            <a:ext cx="2403475" cy="312420"/>
          </a:xfrm>
          <a:custGeom>
            <a:avLst/>
            <a:gdLst>
              <a:gd name="adj" fmla="val 50000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612" h="492">
                <a:moveTo>
                  <a:pt x="0" y="0"/>
                </a:moveTo>
                <a:lnTo>
                  <a:pt x="3366" y="0"/>
                </a:lnTo>
                <a:cubicBezTo>
                  <a:pt x="3504" y="-4"/>
                  <a:pt x="3615" y="122"/>
                  <a:pt x="3612" y="246"/>
                </a:cubicBezTo>
                <a:cubicBezTo>
                  <a:pt x="3616" y="384"/>
                  <a:pt x="3490" y="495"/>
                  <a:pt x="3366" y="492"/>
                </a:cubicBezTo>
                <a:lnTo>
                  <a:pt x="0" y="492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7000">
                <a:schemeClr val="accent1">
                  <a:lumMod val="60000"/>
                  <a:lumOff val="40000"/>
                  <a:alpha val="8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71" name="任意多边形 70"/>
          <p:cNvSpPr/>
          <p:nvPr/>
        </p:nvSpPr>
        <p:spPr>
          <a:xfrm>
            <a:off x="227965" y="4987290"/>
            <a:ext cx="2403475" cy="312420"/>
          </a:xfrm>
          <a:custGeom>
            <a:avLst/>
            <a:gdLst>
              <a:gd name="adj" fmla="val 50000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612" h="492">
                <a:moveTo>
                  <a:pt x="0" y="0"/>
                </a:moveTo>
                <a:lnTo>
                  <a:pt x="3366" y="0"/>
                </a:lnTo>
                <a:cubicBezTo>
                  <a:pt x="3504" y="-4"/>
                  <a:pt x="3615" y="122"/>
                  <a:pt x="3612" y="246"/>
                </a:cubicBezTo>
                <a:cubicBezTo>
                  <a:pt x="3616" y="384"/>
                  <a:pt x="3490" y="495"/>
                  <a:pt x="3366" y="492"/>
                </a:cubicBezTo>
                <a:lnTo>
                  <a:pt x="0" y="492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7000">
                <a:schemeClr val="accent1">
                  <a:lumMod val="60000"/>
                  <a:lumOff val="40000"/>
                  <a:alpha val="8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2971800" y="1824990"/>
            <a:ext cx="497840" cy="3822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lang="en-US" altLang="zh-CN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2952115" y="5457825"/>
            <a:ext cx="542290" cy="3822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lang="en-US" altLang="zh-CN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8637270" y="1818005"/>
            <a:ext cx="497840" cy="3822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lang="en-US" altLang="zh-CN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8987155" y="3623945"/>
            <a:ext cx="497840" cy="3822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lang="en-US" altLang="zh-CN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8657590" y="5433695"/>
            <a:ext cx="497840" cy="3822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  <a:endParaRPr lang="en-US" altLang="zh-CN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9" name="©显眼包PPT17"/>
          <p:cNvSpPr txBox="1"/>
          <p:nvPr/>
        </p:nvSpPr>
        <p:spPr>
          <a:xfrm>
            <a:off x="600075" y="3207232"/>
            <a:ext cx="1625600" cy="245745"/>
          </a:xfrm>
          <a:prstGeom prst="rect">
            <a:avLst/>
          </a:prstGeom>
          <a:noFill/>
          <a:effectLst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j-ea"/>
              </a:rPr>
              <a:t>规划长期运营节奏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j-ea"/>
            </a:endParaRPr>
          </a:p>
        </p:txBody>
      </p:sp>
      <p:grpSp>
        <p:nvGrpSpPr>
          <p:cNvPr id="120" name="组合 119"/>
          <p:cNvGrpSpPr/>
          <p:nvPr/>
        </p:nvGrpSpPr>
        <p:grpSpPr>
          <a:xfrm>
            <a:off x="307975" y="5440045"/>
            <a:ext cx="2548255" cy="845185"/>
            <a:chOff x="485" y="8399"/>
            <a:chExt cx="4013" cy="1331"/>
          </a:xfrm>
        </p:grpSpPr>
        <p:sp>
          <p:nvSpPr>
            <p:cNvPr id="2138" name="©显眼包PPT3-1"/>
            <p:cNvSpPr/>
            <p:nvPr/>
          </p:nvSpPr>
          <p:spPr>
            <a:xfrm>
              <a:off x="617" y="8399"/>
              <a:ext cx="1489" cy="369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62000">
                  <a:schemeClr val="bg1">
                    <a:alpha val="56000"/>
                  </a:schemeClr>
                </a:gs>
                <a:gs pos="100000">
                  <a:schemeClr val="accent1">
                    <a:lumMod val="40000"/>
                    <a:lumOff val="60000"/>
                    <a:alpha val="9300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19050">
              <a:solidFill>
                <a:schemeClr val="bg1"/>
              </a:solidFill>
            </a:ln>
            <a:effectLst>
              <a:outerShdw blurRad="139700" dist="38100" dir="5400000" algn="t" rotWithShape="0">
                <a:schemeClr val="accent1">
                  <a:lumMod val="60000"/>
                  <a:lumOff val="40000"/>
                  <a:alpha val="3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架构升级</a:t>
              </a:r>
              <a:endParaRPr lang="zh-CN" altLang="en-US" sz="1200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80" name="©显眼包PPT3-1"/>
            <p:cNvSpPr/>
            <p:nvPr/>
          </p:nvSpPr>
          <p:spPr>
            <a:xfrm>
              <a:off x="2426" y="8399"/>
              <a:ext cx="1471" cy="369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62000">
                  <a:schemeClr val="bg1">
                    <a:alpha val="56000"/>
                  </a:schemeClr>
                </a:gs>
                <a:gs pos="100000">
                  <a:schemeClr val="accent1">
                    <a:lumMod val="40000"/>
                    <a:lumOff val="60000"/>
                    <a:alpha val="9300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19050">
              <a:solidFill>
                <a:schemeClr val="bg1"/>
              </a:solidFill>
            </a:ln>
            <a:effectLst>
              <a:outerShdw blurRad="139700" dist="38100" dir="5400000" algn="t" rotWithShape="0">
                <a:schemeClr val="accent1">
                  <a:lumMod val="60000"/>
                  <a:lumOff val="40000"/>
                  <a:alpha val="3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协同机制</a:t>
              </a:r>
              <a:endParaRPr lang="zh-CN" altLang="en-US" sz="1200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81" name="文本框 80"/>
            <p:cNvSpPr txBox="1"/>
            <p:nvPr/>
          </p:nvSpPr>
          <p:spPr>
            <a:xfrm>
              <a:off x="485" y="9005"/>
              <a:ext cx="4013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200" b="1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高效协同体系：</a:t>
              </a:r>
              <a:r>
                <a:rPr lang="zh-CN" altLang="en-US" sz="120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打造</a:t>
              </a:r>
              <a:r>
                <a:rPr lang="en-US" altLang="zh-CN" sz="120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“</a:t>
              </a:r>
              <a:r>
                <a:rPr lang="zh-CN" altLang="en-US" sz="120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运营中台</a:t>
              </a:r>
              <a:r>
                <a:rPr lang="en-US" altLang="zh-CN" sz="120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+</a:t>
              </a:r>
              <a:r>
                <a:rPr lang="zh-CN" altLang="en-US" sz="120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业务专班</a:t>
              </a:r>
              <a:r>
                <a:rPr lang="en-US" altLang="zh-CN" sz="120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”</a:t>
              </a:r>
              <a:r>
                <a:rPr lang="zh-CN" altLang="en-US" sz="120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矩阵式架构，无缝协作。</a:t>
              </a:r>
              <a:endParaRPr lang="zh-CN" altLang="en-US" sz="12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2" name="©显眼包PPT17"/>
          <p:cNvSpPr txBox="1"/>
          <p:nvPr/>
        </p:nvSpPr>
        <p:spPr>
          <a:xfrm>
            <a:off x="600075" y="5014442"/>
            <a:ext cx="1625600" cy="245745"/>
          </a:xfrm>
          <a:prstGeom prst="rect">
            <a:avLst/>
          </a:prstGeom>
          <a:noFill/>
          <a:effectLst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j-ea"/>
              </a:rPr>
              <a:t>重塑运营组织阵型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j-ea"/>
            </a:endParaRPr>
          </a:p>
        </p:txBody>
      </p:sp>
      <p:sp>
        <p:nvSpPr>
          <p:cNvPr id="94" name="显眼包PPT6"/>
          <p:cNvSpPr txBox="1"/>
          <p:nvPr/>
        </p:nvSpPr>
        <p:spPr>
          <a:xfrm>
            <a:off x="4066018" y="3518059"/>
            <a:ext cx="457200" cy="55372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indent="0" algn="l" fontAlgn="auto">
              <a:lnSpc>
                <a:spcPct val="100000"/>
              </a:lnSpc>
              <a:spcAft>
                <a:spcPts val="0"/>
              </a:spcAft>
            </a:pPr>
            <a:r>
              <a:rPr lang="zh-CN" b="1">
                <a:ln>
                  <a:solidFill>
                    <a:schemeClr val="bg1"/>
                  </a:solidFill>
                </a:ln>
                <a:solidFill>
                  <a:schemeClr val="accent5">
                    <a:alpha val="80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决策</a:t>
            </a:r>
            <a:endParaRPr lang="zh-CN" b="1">
              <a:ln>
                <a:solidFill>
                  <a:schemeClr val="bg1"/>
                </a:solidFill>
              </a:ln>
              <a:solidFill>
                <a:schemeClr val="accent5">
                  <a:alpha val="80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 fontAlgn="auto">
              <a:lnSpc>
                <a:spcPct val="100000"/>
              </a:lnSpc>
              <a:spcAft>
                <a:spcPts val="0"/>
              </a:spcAft>
            </a:pPr>
            <a:r>
              <a:rPr lang="zh-CN" b="1">
                <a:ln>
                  <a:solidFill>
                    <a:schemeClr val="bg1"/>
                  </a:solidFill>
                </a:ln>
                <a:solidFill>
                  <a:schemeClr val="accent5">
                    <a:alpha val="80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空间</a:t>
            </a:r>
            <a:endParaRPr lang="zh-CN" b="1" dirty="0">
              <a:ln>
                <a:solidFill>
                  <a:schemeClr val="bg1"/>
                </a:solidFill>
              </a:ln>
              <a:solidFill>
                <a:schemeClr val="accent5">
                  <a:alpha val="80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09" name="组合 108"/>
          <p:cNvGrpSpPr/>
          <p:nvPr/>
        </p:nvGrpSpPr>
        <p:grpSpPr>
          <a:xfrm>
            <a:off x="307975" y="3683000"/>
            <a:ext cx="2457450" cy="848995"/>
            <a:chOff x="485" y="5632"/>
            <a:chExt cx="3870" cy="1337"/>
          </a:xfrm>
        </p:grpSpPr>
        <p:grpSp>
          <p:nvGrpSpPr>
            <p:cNvPr id="561" name="组合 560"/>
            <p:cNvGrpSpPr/>
            <p:nvPr/>
          </p:nvGrpSpPr>
          <p:grpSpPr>
            <a:xfrm rot="0">
              <a:off x="602" y="5632"/>
              <a:ext cx="2899" cy="458"/>
              <a:chOff x="560388" y="1852792"/>
              <a:chExt cx="1686423" cy="290541"/>
            </a:xfrm>
            <a:effectLst/>
          </p:grpSpPr>
          <p:grpSp>
            <p:nvGrpSpPr>
              <p:cNvPr id="548" name="组合 547"/>
              <p:cNvGrpSpPr/>
              <p:nvPr/>
            </p:nvGrpSpPr>
            <p:grpSpPr>
              <a:xfrm>
                <a:off x="560388" y="1852792"/>
                <a:ext cx="1686423" cy="290541"/>
                <a:chOff x="560388" y="1875136"/>
                <a:chExt cx="1686423" cy="245857"/>
              </a:xfrm>
            </p:grpSpPr>
            <p:sp>
              <p:nvSpPr>
                <p:cNvPr id="541" name="显眼包PPT1-19"/>
                <p:cNvSpPr/>
                <p:nvPr/>
              </p:nvSpPr>
              <p:spPr>
                <a:xfrm>
                  <a:off x="560521" y="1875137"/>
                  <a:ext cx="1686290" cy="24585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/>
                </a:solidFill>
                <a:ln w="6350"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  <a:effectLst>
                  <a:outerShdw blurRad="203200" dist="38100" dir="5400000" sx="90000" sy="90000" algn="t" rotWithShape="0">
                    <a:schemeClr val="accent1"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 sz="12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  <p:sp>
              <p:nvSpPr>
                <p:cNvPr id="546" name="显眼包PPT1-20"/>
                <p:cNvSpPr/>
                <p:nvPr/>
              </p:nvSpPr>
              <p:spPr>
                <a:xfrm>
                  <a:off x="560388" y="1875136"/>
                  <a:ext cx="927753" cy="245856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0">
                      <a:schemeClr val="accent1">
                        <a:lumMod val="40000"/>
                        <a:lumOff val="60000"/>
                      </a:schemeClr>
                    </a:gs>
                    <a:gs pos="95000">
                      <a:schemeClr val="accent1">
                        <a:lumMod val="60000"/>
                        <a:lumOff val="40000"/>
                      </a:schemeClr>
                    </a:gs>
                  </a:gsLst>
                  <a:lin ang="2700000" scaled="1"/>
                  <a:tileRect/>
                </a:gradFill>
                <a:ln w="6350"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  <a:effectLst>
                  <a:innerShdw blurRad="114300">
                    <a:schemeClr val="accent1">
                      <a:lumMod val="60000"/>
                      <a:lumOff val="40000"/>
                    </a:schemeClr>
                  </a:inn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zh-CN" altLang="en-US" sz="1200">
                      <a:solidFill>
                        <a:schemeClr val="bg1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  <a:sym typeface="+mj-ea"/>
                    </a:rPr>
                    <a:t>节奏管控</a:t>
                  </a:r>
                  <a:endParaRPr lang="zh-CN" altLang="en-US" sz="120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j-ea"/>
                  </a:endParaRPr>
                </a:p>
              </p:txBody>
            </p:sp>
          </p:grpSp>
          <p:sp>
            <p:nvSpPr>
              <p:cNvPr id="547" name="显眼包PPT1-21"/>
              <p:cNvSpPr txBox="1"/>
              <p:nvPr/>
            </p:nvSpPr>
            <p:spPr>
              <a:xfrm>
                <a:off x="1522862" y="1901374"/>
                <a:ext cx="616700" cy="18396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accent1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j-ea"/>
                  </a:rPr>
                  <a:t>效率提升</a:t>
                </a: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j-ea"/>
                </a:endParaRPr>
              </a:p>
            </p:txBody>
          </p:sp>
        </p:grpSp>
        <p:sp>
          <p:nvSpPr>
            <p:cNvPr id="85" name="文本框 84"/>
            <p:cNvSpPr txBox="1"/>
            <p:nvPr/>
          </p:nvSpPr>
          <p:spPr>
            <a:xfrm>
              <a:off x="485" y="6244"/>
              <a:ext cx="3870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200" b="1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响应速度加快：</a:t>
              </a:r>
              <a:r>
                <a:rPr lang="zh-CN" altLang="en-US" sz="120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通过</a:t>
              </a:r>
              <a:r>
                <a:rPr lang="en-US" altLang="zh-CN" sz="120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BI</a:t>
              </a:r>
              <a:r>
                <a:rPr lang="zh-CN" altLang="en-US" sz="120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工具追踪流程节点进度，</a:t>
              </a:r>
              <a:r>
                <a:rPr lang="zh-CN" sz="120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压缩需求交付周期。</a:t>
              </a:r>
              <a:endParaRPr lang="zh-CN" sz="12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87" name="组合 86"/>
          <p:cNvGrpSpPr/>
          <p:nvPr/>
        </p:nvGrpSpPr>
        <p:grpSpPr>
          <a:xfrm>
            <a:off x="9501505" y="1843405"/>
            <a:ext cx="2548255" cy="839470"/>
            <a:chOff x="485" y="2735"/>
            <a:chExt cx="4013" cy="1322"/>
          </a:xfrm>
        </p:grpSpPr>
        <p:grpSp>
          <p:nvGrpSpPr>
            <p:cNvPr id="88" name="组合 87"/>
            <p:cNvGrpSpPr/>
            <p:nvPr/>
          </p:nvGrpSpPr>
          <p:grpSpPr>
            <a:xfrm rot="0">
              <a:off x="491" y="2735"/>
              <a:ext cx="1516" cy="369"/>
              <a:chOff x="5445546" y="4066525"/>
              <a:chExt cx="1078132" cy="234418"/>
            </a:xfrm>
          </p:grpSpPr>
          <p:grpSp>
            <p:nvGrpSpPr>
              <p:cNvPr id="89" name="组合 88"/>
              <p:cNvGrpSpPr/>
              <p:nvPr/>
            </p:nvGrpSpPr>
            <p:grpSpPr>
              <a:xfrm>
                <a:off x="5445546" y="4117493"/>
                <a:ext cx="1078132" cy="183450"/>
                <a:chOff x="7538601" y="1907049"/>
                <a:chExt cx="784353" cy="382913"/>
              </a:xfrm>
            </p:grpSpPr>
            <p:sp>
              <p:nvSpPr>
                <p:cNvPr id="91" name="显眼包PPT-15"/>
                <p:cNvSpPr/>
                <p:nvPr/>
              </p:nvSpPr>
              <p:spPr>
                <a:xfrm>
                  <a:off x="7538842" y="1907049"/>
                  <a:ext cx="784112" cy="309140"/>
                </a:xfrm>
                <a:prstGeom prst="rect">
                  <a:avLst/>
                </a:prstGeom>
                <a:gradFill>
                  <a:gsLst>
                    <a:gs pos="47700">
                      <a:schemeClr val="accent1">
                        <a:lumMod val="40000"/>
                        <a:lumOff val="60000"/>
                        <a:alpha val="22000"/>
                      </a:schemeClr>
                    </a:gs>
                    <a:gs pos="0">
                      <a:schemeClr val="accent1">
                        <a:lumMod val="40000"/>
                        <a:lumOff val="60000"/>
                        <a:alpha val="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39000"/>
                      </a:schemeClr>
                    </a:gs>
                  </a:gsLst>
                  <a:lin ang="54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  <p:grpSp>
              <p:nvGrpSpPr>
                <p:cNvPr id="93" name="组合 92"/>
                <p:cNvGrpSpPr/>
                <p:nvPr/>
              </p:nvGrpSpPr>
              <p:grpSpPr>
                <a:xfrm>
                  <a:off x="7538601" y="2096913"/>
                  <a:ext cx="784112" cy="193049"/>
                  <a:chOff x="1028700" y="5670769"/>
                  <a:chExt cx="784112" cy="193049"/>
                </a:xfrm>
              </p:grpSpPr>
              <p:sp>
                <p:nvSpPr>
                  <p:cNvPr id="95" name="显眼包PPT-16"/>
                  <p:cNvSpPr/>
                  <p:nvPr/>
                </p:nvSpPr>
                <p:spPr>
                  <a:xfrm>
                    <a:off x="1028700" y="5720942"/>
                    <a:ext cx="784112" cy="142876"/>
                  </a:xfrm>
                  <a:custGeom>
                    <a:avLst/>
                    <a:gdLst>
                      <a:gd name="connsiteX0" fmla="*/ 392056 w 784112"/>
                      <a:gd name="connsiteY0" fmla="*/ 0 h 142876"/>
                      <a:gd name="connsiteX1" fmla="*/ 669282 w 784112"/>
                      <a:gd name="connsiteY1" fmla="*/ 20924 h 142876"/>
                      <a:gd name="connsiteX2" fmla="*/ 670537 w 784112"/>
                      <a:gd name="connsiteY2" fmla="*/ 21263 h 142876"/>
                      <a:gd name="connsiteX3" fmla="*/ 784112 w 784112"/>
                      <a:gd name="connsiteY3" fmla="*/ 21263 h 142876"/>
                      <a:gd name="connsiteX4" fmla="*/ 784112 w 784112"/>
                      <a:gd name="connsiteY4" fmla="*/ 70257 h 142876"/>
                      <a:gd name="connsiteX5" fmla="*/ 782804 w 784112"/>
                      <a:gd name="connsiteY5" fmla="*/ 70257 h 142876"/>
                      <a:gd name="connsiteX6" fmla="*/ 784112 w 784112"/>
                      <a:gd name="connsiteY6" fmla="*/ 71438 h 142876"/>
                      <a:gd name="connsiteX7" fmla="*/ 392056 w 784112"/>
                      <a:gd name="connsiteY7" fmla="*/ 142876 h 142876"/>
                      <a:gd name="connsiteX8" fmla="*/ 0 w 784112"/>
                      <a:gd name="connsiteY8" fmla="*/ 71438 h 142876"/>
                      <a:gd name="connsiteX9" fmla="*/ 1309 w 784112"/>
                      <a:gd name="connsiteY9" fmla="*/ 70257 h 142876"/>
                      <a:gd name="connsiteX10" fmla="*/ 0 w 784112"/>
                      <a:gd name="connsiteY10" fmla="*/ 70257 h 142876"/>
                      <a:gd name="connsiteX11" fmla="*/ 0 w 784112"/>
                      <a:gd name="connsiteY11" fmla="*/ 21263 h 142876"/>
                      <a:gd name="connsiteX12" fmla="*/ 113575 w 784112"/>
                      <a:gd name="connsiteY12" fmla="*/ 21263 h 142876"/>
                      <a:gd name="connsiteX13" fmla="*/ 114830 w 784112"/>
                      <a:gd name="connsiteY13" fmla="*/ 20924 h 142876"/>
                      <a:gd name="connsiteX14" fmla="*/ 392056 w 784112"/>
                      <a:gd name="connsiteY14" fmla="*/ 0 h 14287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784112" h="142876">
                        <a:moveTo>
                          <a:pt x="392056" y="0"/>
                        </a:moveTo>
                        <a:cubicBezTo>
                          <a:pt x="500320" y="0"/>
                          <a:pt x="598334" y="7996"/>
                          <a:pt x="669282" y="20924"/>
                        </a:cubicBezTo>
                        <a:lnTo>
                          <a:pt x="670537" y="21263"/>
                        </a:lnTo>
                        <a:lnTo>
                          <a:pt x="784112" y="21263"/>
                        </a:lnTo>
                        <a:lnTo>
                          <a:pt x="784112" y="70257"/>
                        </a:lnTo>
                        <a:lnTo>
                          <a:pt x="782804" y="70257"/>
                        </a:lnTo>
                        <a:lnTo>
                          <a:pt x="784112" y="71438"/>
                        </a:lnTo>
                        <a:cubicBezTo>
                          <a:pt x="784112" y="110892"/>
                          <a:pt x="608583" y="142876"/>
                          <a:pt x="392056" y="142876"/>
                        </a:cubicBezTo>
                        <a:cubicBezTo>
                          <a:pt x="175529" y="142876"/>
                          <a:pt x="0" y="110892"/>
                          <a:pt x="0" y="71438"/>
                        </a:cubicBezTo>
                        <a:lnTo>
                          <a:pt x="1309" y="70257"/>
                        </a:lnTo>
                        <a:lnTo>
                          <a:pt x="0" y="70257"/>
                        </a:lnTo>
                        <a:lnTo>
                          <a:pt x="0" y="21263"/>
                        </a:lnTo>
                        <a:lnTo>
                          <a:pt x="113575" y="21263"/>
                        </a:lnTo>
                        <a:lnTo>
                          <a:pt x="114830" y="20924"/>
                        </a:lnTo>
                        <a:cubicBezTo>
                          <a:pt x="185779" y="7996"/>
                          <a:pt x="283793" y="0"/>
                          <a:pt x="392056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68815">
                        <a:schemeClr val="accent1">
                          <a:lumMod val="60000"/>
                          <a:lumOff val="40000"/>
                        </a:schemeClr>
                      </a:gs>
                      <a:gs pos="37630">
                        <a:schemeClr val="accent1">
                          <a:lumMod val="40000"/>
                          <a:lumOff val="60000"/>
                        </a:schemeClr>
                      </a:gs>
                      <a:gs pos="1000">
                        <a:schemeClr val="accent1">
                          <a:lumMod val="60000"/>
                          <a:lumOff val="40000"/>
                        </a:schemeClr>
                      </a:gs>
                      <a:gs pos="100000">
                        <a:schemeClr val="accent1">
                          <a:lumMod val="60000"/>
                          <a:lumOff val="40000"/>
                        </a:schemeClr>
                      </a:gs>
                    </a:gsLst>
                    <a:lin ang="0" scaled="0"/>
                    <a:tileRect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endParaRPr>
                  </a:p>
                </p:txBody>
              </p:sp>
              <p:sp>
                <p:nvSpPr>
                  <p:cNvPr id="96" name="显眼包PPT-17"/>
                  <p:cNvSpPr/>
                  <p:nvPr/>
                </p:nvSpPr>
                <p:spPr>
                  <a:xfrm>
                    <a:off x="1028700" y="5670769"/>
                    <a:ext cx="784112" cy="142875"/>
                  </a:xfrm>
                  <a:prstGeom prst="ellipse">
                    <a:avLst/>
                  </a:prstGeom>
                  <a:gradFill flip="none" rotWithShape="1">
                    <a:gsLst>
                      <a:gs pos="25000">
                        <a:schemeClr val="accent1">
                          <a:lumMod val="40000"/>
                          <a:lumOff val="60000"/>
                        </a:schemeClr>
                      </a:gs>
                      <a:gs pos="66000">
                        <a:schemeClr val="accent1">
                          <a:lumMod val="60000"/>
                          <a:lumOff val="40000"/>
                        </a:scheme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n w="3175">
                    <a:solidFill>
                      <a:schemeClr val="bg1"/>
                    </a:solidFill>
                  </a:ln>
                  <a:effectLst>
                    <a:outerShdw blurRad="279400" dist="279400" dir="5400000" sx="90000" sy="90000" algn="t" rotWithShape="0">
                      <a:schemeClr val="accent1">
                        <a:lumMod val="60000"/>
                        <a:lumOff val="40000"/>
                        <a:alpha val="29000"/>
                      </a:scheme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82296" tIns="41148" rIns="82296" bIns="41148"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endParaRPr>
                  </a:p>
                </p:txBody>
              </p:sp>
              <p:sp>
                <p:nvSpPr>
                  <p:cNvPr id="97" name="显眼包PPT-18"/>
                  <p:cNvSpPr/>
                  <p:nvPr/>
                </p:nvSpPr>
                <p:spPr>
                  <a:xfrm>
                    <a:off x="1221582" y="5707678"/>
                    <a:ext cx="398350" cy="69056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endParaRPr>
                  </a:p>
                </p:txBody>
              </p:sp>
            </p:grpSp>
          </p:grpSp>
          <p:sp>
            <p:nvSpPr>
              <p:cNvPr id="98" name="显眼包PPT-19"/>
              <p:cNvSpPr txBox="1"/>
              <p:nvPr/>
            </p:nvSpPr>
            <p:spPr>
              <a:xfrm>
                <a:off x="5589116" y="4066525"/>
                <a:ext cx="790994" cy="184231"/>
              </a:xfrm>
              <a:prstGeom prst="rect">
                <a:avLst/>
              </a:prstGeom>
              <a:noFill/>
              <a:effectLst>
                <a:outerShdw blurRad="12700" dist="12700" dir="2700000" algn="tl" rotWithShape="0">
                  <a:srgbClr val="FFFFFF"/>
                </a:outerShdw>
              </a:effectLst>
            </p:spPr>
            <p:txBody>
              <a:bodyPr wrap="square" lIns="0" tIns="0" rIns="0" bIns="0" rtlCol="0">
                <a:spAutoFit/>
              </a:bodyPr>
              <a:lstStyle>
                <a:defPPr>
                  <a:defRPr lang="en-US"/>
                </a:defPPr>
                <a:lvl1pPr algn="ctr">
                  <a:defRPr sz="2000">
                    <a:solidFill>
                      <a:schemeClr val="accent1">
                        <a:lumMod val="75000"/>
                      </a:schemeClr>
                    </a:solidFill>
                    <a:latin typeface="思源黑体 CN Bold" panose="020B0800000000000000" pitchFamily="34" charset="-122"/>
                    <a:ea typeface="思源黑体 CN Bold" panose="020B0800000000000000" pitchFamily="34" charset="-122"/>
                  </a:defRPr>
                </a:lvl1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1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深度诊断</a:t>
                </a: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99" name="组合 98"/>
            <p:cNvGrpSpPr/>
            <p:nvPr/>
          </p:nvGrpSpPr>
          <p:grpSpPr>
            <a:xfrm rot="0">
              <a:off x="2375" y="2763"/>
              <a:ext cx="1516" cy="369"/>
              <a:chOff x="5445546" y="4066525"/>
              <a:chExt cx="1078132" cy="234418"/>
            </a:xfrm>
          </p:grpSpPr>
          <p:grpSp>
            <p:nvGrpSpPr>
              <p:cNvPr id="100" name="组合 99"/>
              <p:cNvGrpSpPr/>
              <p:nvPr/>
            </p:nvGrpSpPr>
            <p:grpSpPr>
              <a:xfrm>
                <a:off x="5445546" y="4117493"/>
                <a:ext cx="1078132" cy="183450"/>
                <a:chOff x="7538601" y="1907049"/>
                <a:chExt cx="784353" cy="382913"/>
              </a:xfrm>
            </p:grpSpPr>
            <p:sp>
              <p:nvSpPr>
                <p:cNvPr id="101" name="显眼包PPT-15"/>
                <p:cNvSpPr/>
                <p:nvPr/>
              </p:nvSpPr>
              <p:spPr>
                <a:xfrm>
                  <a:off x="7538842" y="1907049"/>
                  <a:ext cx="784112" cy="309140"/>
                </a:xfrm>
                <a:prstGeom prst="rect">
                  <a:avLst/>
                </a:prstGeom>
                <a:gradFill>
                  <a:gsLst>
                    <a:gs pos="47700">
                      <a:schemeClr val="accent1">
                        <a:lumMod val="40000"/>
                        <a:lumOff val="60000"/>
                        <a:alpha val="22000"/>
                      </a:schemeClr>
                    </a:gs>
                    <a:gs pos="0">
                      <a:schemeClr val="accent1">
                        <a:lumMod val="40000"/>
                        <a:lumOff val="60000"/>
                        <a:alpha val="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39000"/>
                      </a:schemeClr>
                    </a:gs>
                  </a:gsLst>
                  <a:lin ang="54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  <p:grpSp>
              <p:nvGrpSpPr>
                <p:cNvPr id="102" name="组合 101"/>
                <p:cNvGrpSpPr/>
                <p:nvPr/>
              </p:nvGrpSpPr>
              <p:grpSpPr>
                <a:xfrm>
                  <a:off x="7538601" y="2096913"/>
                  <a:ext cx="784112" cy="193049"/>
                  <a:chOff x="1028700" y="5670769"/>
                  <a:chExt cx="784112" cy="193049"/>
                </a:xfrm>
              </p:grpSpPr>
              <p:sp>
                <p:nvSpPr>
                  <p:cNvPr id="103" name="显眼包PPT-16"/>
                  <p:cNvSpPr/>
                  <p:nvPr/>
                </p:nvSpPr>
                <p:spPr>
                  <a:xfrm>
                    <a:off x="1028700" y="5720942"/>
                    <a:ext cx="784112" cy="142876"/>
                  </a:xfrm>
                  <a:custGeom>
                    <a:avLst/>
                    <a:gdLst>
                      <a:gd name="connsiteX0" fmla="*/ 392056 w 784112"/>
                      <a:gd name="connsiteY0" fmla="*/ 0 h 142876"/>
                      <a:gd name="connsiteX1" fmla="*/ 669282 w 784112"/>
                      <a:gd name="connsiteY1" fmla="*/ 20924 h 142876"/>
                      <a:gd name="connsiteX2" fmla="*/ 670537 w 784112"/>
                      <a:gd name="connsiteY2" fmla="*/ 21263 h 142876"/>
                      <a:gd name="connsiteX3" fmla="*/ 784112 w 784112"/>
                      <a:gd name="connsiteY3" fmla="*/ 21263 h 142876"/>
                      <a:gd name="connsiteX4" fmla="*/ 784112 w 784112"/>
                      <a:gd name="connsiteY4" fmla="*/ 70257 h 142876"/>
                      <a:gd name="connsiteX5" fmla="*/ 782804 w 784112"/>
                      <a:gd name="connsiteY5" fmla="*/ 70257 h 142876"/>
                      <a:gd name="connsiteX6" fmla="*/ 784112 w 784112"/>
                      <a:gd name="connsiteY6" fmla="*/ 71438 h 142876"/>
                      <a:gd name="connsiteX7" fmla="*/ 392056 w 784112"/>
                      <a:gd name="connsiteY7" fmla="*/ 142876 h 142876"/>
                      <a:gd name="connsiteX8" fmla="*/ 0 w 784112"/>
                      <a:gd name="connsiteY8" fmla="*/ 71438 h 142876"/>
                      <a:gd name="connsiteX9" fmla="*/ 1309 w 784112"/>
                      <a:gd name="connsiteY9" fmla="*/ 70257 h 142876"/>
                      <a:gd name="connsiteX10" fmla="*/ 0 w 784112"/>
                      <a:gd name="connsiteY10" fmla="*/ 70257 h 142876"/>
                      <a:gd name="connsiteX11" fmla="*/ 0 w 784112"/>
                      <a:gd name="connsiteY11" fmla="*/ 21263 h 142876"/>
                      <a:gd name="connsiteX12" fmla="*/ 113575 w 784112"/>
                      <a:gd name="connsiteY12" fmla="*/ 21263 h 142876"/>
                      <a:gd name="connsiteX13" fmla="*/ 114830 w 784112"/>
                      <a:gd name="connsiteY13" fmla="*/ 20924 h 142876"/>
                      <a:gd name="connsiteX14" fmla="*/ 392056 w 784112"/>
                      <a:gd name="connsiteY14" fmla="*/ 0 h 14287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784112" h="142876">
                        <a:moveTo>
                          <a:pt x="392056" y="0"/>
                        </a:moveTo>
                        <a:cubicBezTo>
                          <a:pt x="500320" y="0"/>
                          <a:pt x="598334" y="7996"/>
                          <a:pt x="669282" y="20924"/>
                        </a:cubicBezTo>
                        <a:lnTo>
                          <a:pt x="670537" y="21263"/>
                        </a:lnTo>
                        <a:lnTo>
                          <a:pt x="784112" y="21263"/>
                        </a:lnTo>
                        <a:lnTo>
                          <a:pt x="784112" y="70257"/>
                        </a:lnTo>
                        <a:lnTo>
                          <a:pt x="782804" y="70257"/>
                        </a:lnTo>
                        <a:lnTo>
                          <a:pt x="784112" y="71438"/>
                        </a:lnTo>
                        <a:cubicBezTo>
                          <a:pt x="784112" y="110892"/>
                          <a:pt x="608583" y="142876"/>
                          <a:pt x="392056" y="142876"/>
                        </a:cubicBezTo>
                        <a:cubicBezTo>
                          <a:pt x="175529" y="142876"/>
                          <a:pt x="0" y="110892"/>
                          <a:pt x="0" y="71438"/>
                        </a:cubicBezTo>
                        <a:lnTo>
                          <a:pt x="1309" y="70257"/>
                        </a:lnTo>
                        <a:lnTo>
                          <a:pt x="0" y="70257"/>
                        </a:lnTo>
                        <a:lnTo>
                          <a:pt x="0" y="21263"/>
                        </a:lnTo>
                        <a:lnTo>
                          <a:pt x="113575" y="21263"/>
                        </a:lnTo>
                        <a:lnTo>
                          <a:pt x="114830" y="20924"/>
                        </a:lnTo>
                        <a:cubicBezTo>
                          <a:pt x="185779" y="7996"/>
                          <a:pt x="283793" y="0"/>
                          <a:pt x="392056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68815">
                        <a:schemeClr val="accent1">
                          <a:lumMod val="60000"/>
                          <a:lumOff val="40000"/>
                        </a:schemeClr>
                      </a:gs>
                      <a:gs pos="37630">
                        <a:schemeClr val="accent1">
                          <a:lumMod val="40000"/>
                          <a:lumOff val="60000"/>
                        </a:schemeClr>
                      </a:gs>
                      <a:gs pos="1000">
                        <a:schemeClr val="accent1">
                          <a:lumMod val="60000"/>
                          <a:lumOff val="40000"/>
                        </a:schemeClr>
                      </a:gs>
                      <a:gs pos="100000">
                        <a:schemeClr val="accent1">
                          <a:lumMod val="60000"/>
                          <a:lumOff val="40000"/>
                        </a:schemeClr>
                      </a:gs>
                    </a:gsLst>
                    <a:lin ang="0" scaled="0"/>
                    <a:tileRect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endParaRPr>
                  </a:p>
                </p:txBody>
              </p:sp>
              <p:sp>
                <p:nvSpPr>
                  <p:cNvPr id="104" name="显眼包PPT-17"/>
                  <p:cNvSpPr/>
                  <p:nvPr/>
                </p:nvSpPr>
                <p:spPr>
                  <a:xfrm>
                    <a:off x="1028700" y="5670769"/>
                    <a:ext cx="784112" cy="142875"/>
                  </a:xfrm>
                  <a:prstGeom prst="ellipse">
                    <a:avLst/>
                  </a:prstGeom>
                  <a:gradFill flip="none" rotWithShape="1">
                    <a:gsLst>
                      <a:gs pos="25000">
                        <a:schemeClr val="accent1">
                          <a:lumMod val="40000"/>
                          <a:lumOff val="60000"/>
                        </a:schemeClr>
                      </a:gs>
                      <a:gs pos="66000">
                        <a:schemeClr val="accent1">
                          <a:lumMod val="60000"/>
                          <a:lumOff val="40000"/>
                        </a:scheme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n w="3175">
                    <a:solidFill>
                      <a:schemeClr val="bg1"/>
                    </a:solidFill>
                  </a:ln>
                  <a:effectLst>
                    <a:outerShdw blurRad="279400" dist="279400" dir="5400000" sx="90000" sy="90000" algn="t" rotWithShape="0">
                      <a:schemeClr val="accent1">
                        <a:lumMod val="60000"/>
                        <a:lumOff val="40000"/>
                        <a:alpha val="29000"/>
                      </a:scheme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82296" tIns="41148" rIns="82296" bIns="41148"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endParaRPr>
                  </a:p>
                </p:txBody>
              </p:sp>
              <p:sp>
                <p:nvSpPr>
                  <p:cNvPr id="105" name="显眼包PPT-18"/>
                  <p:cNvSpPr/>
                  <p:nvPr/>
                </p:nvSpPr>
                <p:spPr>
                  <a:xfrm>
                    <a:off x="1221582" y="5707678"/>
                    <a:ext cx="398350" cy="69056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endParaRPr>
                  </a:p>
                </p:txBody>
              </p:sp>
            </p:grpSp>
          </p:grpSp>
          <p:sp>
            <p:nvSpPr>
              <p:cNvPr id="106" name="显眼包PPT-19"/>
              <p:cNvSpPr txBox="1"/>
              <p:nvPr/>
            </p:nvSpPr>
            <p:spPr>
              <a:xfrm>
                <a:off x="5533736" y="4066525"/>
                <a:ext cx="909585" cy="184231"/>
              </a:xfrm>
              <a:prstGeom prst="rect">
                <a:avLst/>
              </a:prstGeom>
              <a:noFill/>
              <a:effectLst>
                <a:outerShdw blurRad="12700" dist="12700" dir="2700000" algn="tl" rotWithShape="0">
                  <a:srgbClr val="FFFFFF"/>
                </a:outerShdw>
              </a:effectLst>
            </p:spPr>
            <p:txBody>
              <a:bodyPr wrap="square" lIns="0" tIns="0" rIns="0" bIns="0" rtlCol="0">
                <a:spAutoFit/>
              </a:bodyPr>
              <a:lstStyle>
                <a:defPPr>
                  <a:defRPr lang="en-US"/>
                </a:defPPr>
                <a:lvl1pPr algn="ctr">
                  <a:defRPr sz="2000">
                    <a:solidFill>
                      <a:schemeClr val="accent1">
                        <a:lumMod val="75000"/>
                      </a:schemeClr>
                    </a:solidFill>
                    <a:latin typeface="思源黑体 CN Bold" panose="020B0800000000000000" pitchFamily="34" charset="-122"/>
                    <a:ea typeface="思源黑体 CN Bold" panose="020B0800000000000000" pitchFamily="34" charset="-122"/>
                  </a:defRPr>
                </a:lvl1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1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变革试点</a:t>
                </a: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sp>
          <p:nvSpPr>
            <p:cNvPr id="107" name="文本框 106"/>
            <p:cNvSpPr txBox="1"/>
            <p:nvPr/>
          </p:nvSpPr>
          <p:spPr>
            <a:xfrm>
              <a:off x="485" y="3332"/>
              <a:ext cx="4013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200" b="1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主导平稳变革：</a:t>
              </a:r>
              <a:r>
                <a:rPr lang="zh-CN" altLang="en-US" sz="120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试点</a:t>
              </a:r>
              <a:r>
                <a:rPr lang="en-US" altLang="zh-CN" sz="120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“</a:t>
              </a:r>
              <a:r>
                <a:rPr lang="zh-CN" altLang="en-US" sz="120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敏捷运营流程</a:t>
              </a:r>
              <a:r>
                <a:rPr lang="en-US" altLang="zh-CN" sz="120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”</a:t>
              </a:r>
              <a:r>
                <a:rPr lang="zh-CN" altLang="en-US" sz="120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实现</a:t>
              </a:r>
              <a:r>
                <a:rPr lang="en-US" altLang="zh-CN" sz="120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“</a:t>
              </a:r>
              <a:r>
                <a:rPr lang="zh-CN" altLang="en-US" sz="120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小步快跑、平稳变革</a:t>
              </a:r>
              <a:r>
                <a:rPr lang="en-US" altLang="zh-CN" sz="120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”</a:t>
              </a:r>
              <a:r>
                <a:rPr lang="zh-CN" altLang="en-US" sz="120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。</a:t>
              </a:r>
              <a:endParaRPr lang="zh-CN" altLang="en-US" sz="12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10" name="组合 109"/>
          <p:cNvGrpSpPr/>
          <p:nvPr/>
        </p:nvGrpSpPr>
        <p:grpSpPr>
          <a:xfrm>
            <a:off x="9690100" y="3662681"/>
            <a:ext cx="2457450" cy="854074"/>
            <a:chOff x="485" y="5624"/>
            <a:chExt cx="3870" cy="1345"/>
          </a:xfrm>
        </p:grpSpPr>
        <p:grpSp>
          <p:nvGrpSpPr>
            <p:cNvPr id="113" name="组合 112"/>
            <p:cNvGrpSpPr/>
            <p:nvPr/>
          </p:nvGrpSpPr>
          <p:grpSpPr>
            <a:xfrm rot="0">
              <a:off x="602" y="5624"/>
              <a:ext cx="2899" cy="466"/>
              <a:chOff x="560521" y="1847718"/>
              <a:chExt cx="1686290" cy="295615"/>
            </a:xfrm>
            <a:effectLst/>
          </p:grpSpPr>
          <p:grpSp>
            <p:nvGrpSpPr>
              <p:cNvPr id="114" name="组合 113"/>
              <p:cNvGrpSpPr/>
              <p:nvPr/>
            </p:nvGrpSpPr>
            <p:grpSpPr>
              <a:xfrm>
                <a:off x="560521" y="1847718"/>
                <a:ext cx="1686290" cy="295615"/>
                <a:chOff x="560521" y="1870842"/>
                <a:chExt cx="1686290" cy="250151"/>
              </a:xfrm>
            </p:grpSpPr>
            <p:sp>
              <p:nvSpPr>
                <p:cNvPr id="116" name="显眼包PPT1-19"/>
                <p:cNvSpPr/>
                <p:nvPr/>
              </p:nvSpPr>
              <p:spPr>
                <a:xfrm>
                  <a:off x="560521" y="1875137"/>
                  <a:ext cx="1686290" cy="24585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/>
                </a:solidFill>
                <a:ln w="6350"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  <a:effectLst>
                  <a:outerShdw blurRad="203200" dist="38100" dir="5400000" sx="90000" sy="90000" algn="t" rotWithShape="0">
                    <a:schemeClr val="accent1"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 sz="12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  <p:sp>
              <p:nvSpPr>
                <p:cNvPr id="117" name="显眼包PPT1-20"/>
                <p:cNvSpPr/>
                <p:nvPr/>
              </p:nvSpPr>
              <p:spPr>
                <a:xfrm>
                  <a:off x="1318958" y="1870842"/>
                  <a:ext cx="927753" cy="245856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0">
                      <a:schemeClr val="accent1">
                        <a:lumMod val="40000"/>
                        <a:lumOff val="60000"/>
                      </a:schemeClr>
                    </a:gs>
                    <a:gs pos="95000">
                      <a:schemeClr val="accent1">
                        <a:lumMod val="60000"/>
                        <a:lumOff val="40000"/>
                      </a:schemeClr>
                    </a:gs>
                  </a:gsLst>
                  <a:lin ang="2700000" scaled="1"/>
                  <a:tileRect/>
                </a:gradFill>
                <a:ln w="6350"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  <a:effectLst>
                  <a:innerShdw blurRad="114300">
                    <a:schemeClr val="accent1">
                      <a:lumMod val="60000"/>
                      <a:lumOff val="40000"/>
                    </a:schemeClr>
                  </a:inn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zh-CN" altLang="en-US" sz="1200">
                      <a:solidFill>
                        <a:schemeClr val="bg1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  <a:sym typeface="+mj-ea"/>
                    </a:rPr>
                    <a:t>能力进阶</a:t>
                  </a:r>
                  <a:endParaRPr lang="zh-CN" altLang="en-US" sz="120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j-ea"/>
                  </a:endParaRPr>
                </a:p>
              </p:txBody>
            </p:sp>
          </p:grpSp>
          <p:sp>
            <p:nvSpPr>
              <p:cNvPr id="118" name="显眼包PPT1-21"/>
              <p:cNvSpPr txBox="1"/>
              <p:nvPr/>
            </p:nvSpPr>
            <p:spPr>
              <a:xfrm>
                <a:off x="647365" y="1895033"/>
                <a:ext cx="616700" cy="18396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accent1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j-ea"/>
                  </a:rPr>
                  <a:t>人效提升</a:t>
                </a: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j-ea"/>
                </a:endParaRPr>
              </a:p>
            </p:txBody>
          </p:sp>
        </p:grpSp>
        <p:sp>
          <p:nvSpPr>
            <p:cNvPr id="119" name="文本框 118"/>
            <p:cNvSpPr txBox="1"/>
            <p:nvPr/>
          </p:nvSpPr>
          <p:spPr>
            <a:xfrm>
              <a:off x="485" y="6244"/>
              <a:ext cx="3870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200" b="1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运营人效模型：</a:t>
              </a:r>
              <a:r>
                <a:rPr lang="zh-CN" altLang="en-US" sz="120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绩效考核变革，实现</a:t>
              </a:r>
              <a:r>
                <a:rPr lang="en-US" altLang="zh-CN" sz="120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“</a:t>
              </a:r>
              <a:r>
                <a:rPr lang="zh-CN" altLang="en-US" sz="120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能力专业化</a:t>
              </a:r>
              <a:r>
                <a:rPr lang="en-US" altLang="zh-CN" sz="120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+</a:t>
              </a:r>
              <a:r>
                <a:rPr lang="zh-CN" altLang="en-US" sz="120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组织活力化</a:t>
              </a:r>
              <a:r>
                <a:rPr lang="en-US" altLang="zh-CN" sz="120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”</a:t>
              </a:r>
              <a:r>
                <a:rPr lang="zh-CN" altLang="en-US" sz="120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。</a:t>
              </a:r>
              <a:endParaRPr lang="zh-CN" altLang="en-US" sz="12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28" name="组合 127"/>
          <p:cNvGrpSpPr/>
          <p:nvPr/>
        </p:nvGrpSpPr>
        <p:grpSpPr>
          <a:xfrm>
            <a:off x="9498330" y="5440045"/>
            <a:ext cx="2548255" cy="845185"/>
            <a:chOff x="485" y="8399"/>
            <a:chExt cx="4013" cy="1331"/>
          </a:xfrm>
        </p:grpSpPr>
        <p:sp>
          <p:nvSpPr>
            <p:cNvPr id="129" name="©显眼包PPT3-1"/>
            <p:cNvSpPr/>
            <p:nvPr/>
          </p:nvSpPr>
          <p:spPr>
            <a:xfrm>
              <a:off x="617" y="8399"/>
              <a:ext cx="1489" cy="369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62000">
                  <a:schemeClr val="bg1">
                    <a:alpha val="56000"/>
                  </a:schemeClr>
                </a:gs>
                <a:gs pos="100000">
                  <a:schemeClr val="accent1">
                    <a:lumMod val="40000"/>
                    <a:lumOff val="60000"/>
                    <a:alpha val="9300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19050">
              <a:solidFill>
                <a:schemeClr val="bg1"/>
              </a:solidFill>
            </a:ln>
            <a:effectLst>
              <a:outerShdw blurRad="139700" dist="38100" dir="5400000" algn="t" rotWithShape="0">
                <a:schemeClr val="accent1">
                  <a:lumMod val="60000"/>
                  <a:lumOff val="40000"/>
                  <a:alpha val="3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信息穿透</a:t>
              </a:r>
              <a:endParaRPr lang="zh-CN" altLang="en-US" sz="1200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30" name="©显眼包PPT3-1"/>
            <p:cNvSpPr/>
            <p:nvPr/>
          </p:nvSpPr>
          <p:spPr>
            <a:xfrm>
              <a:off x="2426" y="8399"/>
              <a:ext cx="1471" cy="369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62000">
                  <a:schemeClr val="bg1">
                    <a:alpha val="56000"/>
                  </a:schemeClr>
                </a:gs>
                <a:gs pos="100000">
                  <a:schemeClr val="accent1">
                    <a:lumMod val="40000"/>
                    <a:lumOff val="60000"/>
                    <a:alpha val="9300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19050">
              <a:solidFill>
                <a:schemeClr val="bg1"/>
              </a:solidFill>
            </a:ln>
            <a:effectLst>
              <a:outerShdw blurRad="139700" dist="38100" dir="5400000" algn="t" rotWithShape="0">
                <a:schemeClr val="accent1">
                  <a:lumMod val="60000"/>
                  <a:lumOff val="40000"/>
                  <a:alpha val="3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文化渗透</a:t>
              </a:r>
              <a:endParaRPr lang="zh-CN" altLang="en-US" sz="1200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31" name="文本框 130"/>
            <p:cNvSpPr txBox="1"/>
            <p:nvPr/>
          </p:nvSpPr>
          <p:spPr>
            <a:xfrm>
              <a:off x="485" y="9005"/>
              <a:ext cx="4013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200" b="1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全程可视化：</a:t>
              </a:r>
              <a:r>
                <a:rPr lang="zh-CN" altLang="en-US" sz="120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搭建运营共享平台，打破</a:t>
              </a:r>
              <a:r>
                <a:rPr lang="en-US" altLang="zh-CN" sz="120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“</a:t>
              </a:r>
              <a:r>
                <a:rPr lang="zh-CN" altLang="en-US" sz="120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层级壁垒、信息孤岛</a:t>
              </a:r>
              <a:r>
                <a:rPr lang="en-US" altLang="zh-CN" sz="120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”</a:t>
              </a:r>
              <a:r>
                <a:rPr lang="zh-CN" altLang="en-US" sz="120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。</a:t>
              </a:r>
              <a:endParaRPr lang="zh-CN" altLang="en-US" sz="12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132" name="©显眼包PPT17"/>
          <p:cNvSpPr txBox="1"/>
          <p:nvPr/>
        </p:nvSpPr>
        <p:spPr>
          <a:xfrm>
            <a:off x="9951565" y="1398752"/>
            <a:ext cx="1422400" cy="245745"/>
          </a:xfrm>
          <a:prstGeom prst="rect">
            <a:avLst/>
          </a:prstGeom>
          <a:noFill/>
          <a:effectLst/>
        </p:spPr>
        <p:txBody>
          <a:bodyPr wrap="none" lIns="0" tIns="0" rIns="0" bIns="0" rtlCol="0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j-ea"/>
              </a:rPr>
              <a:t>运营健康度诊断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j-ea"/>
            </a:endParaRPr>
          </a:p>
        </p:txBody>
      </p:sp>
      <p:sp>
        <p:nvSpPr>
          <p:cNvPr id="133" name="©显眼包PPT17"/>
          <p:cNvSpPr txBox="1"/>
          <p:nvPr/>
        </p:nvSpPr>
        <p:spPr>
          <a:xfrm>
            <a:off x="9951565" y="3204057"/>
            <a:ext cx="1625600" cy="245745"/>
          </a:xfrm>
          <a:prstGeom prst="rect">
            <a:avLst/>
          </a:prstGeom>
          <a:noFill/>
          <a:effectLst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j-ea"/>
              </a:rPr>
              <a:t>运营人才韧性建设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j-ea"/>
            </a:endParaRPr>
          </a:p>
        </p:txBody>
      </p:sp>
      <p:sp>
        <p:nvSpPr>
          <p:cNvPr id="134" name="©显眼包PPT17"/>
          <p:cNvSpPr txBox="1"/>
          <p:nvPr/>
        </p:nvSpPr>
        <p:spPr>
          <a:xfrm>
            <a:off x="9951565" y="5026507"/>
            <a:ext cx="1625600" cy="245745"/>
          </a:xfrm>
          <a:prstGeom prst="rect">
            <a:avLst/>
          </a:prstGeom>
          <a:noFill/>
          <a:effectLst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j-ea"/>
              </a:rPr>
              <a:t>深化运营透明机制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j-ea"/>
            </a:endParaRPr>
          </a:p>
        </p:txBody>
      </p:sp>
      <p:sp>
        <p:nvSpPr>
          <p:cNvPr id="290" name="椭圆 289"/>
          <p:cNvSpPr/>
          <p:nvPr/>
        </p:nvSpPr>
        <p:spPr>
          <a:xfrm>
            <a:off x="4801870" y="2466340"/>
            <a:ext cx="2630170" cy="2630170"/>
          </a:xfrm>
          <a:prstGeom prst="ellipse">
            <a:avLst/>
          </a:prstGeom>
          <a:noFill/>
          <a:ln>
            <a:solidFill>
              <a:schemeClr val="accent5">
                <a:alpha val="50000"/>
              </a:schemeClr>
            </a:solidFill>
            <a:prstDash val="sys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93" name="文本框 292"/>
          <p:cNvSpPr txBox="1"/>
          <p:nvPr/>
        </p:nvSpPr>
        <p:spPr>
          <a:xfrm>
            <a:off x="5466715" y="3320415"/>
            <a:ext cx="129984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kumimoji="1"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</a:t>
            </a:r>
            <a:endParaRPr kumimoji="1" lang="en-US" altLang="zh-CN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 defTabSz="457200"/>
            <a:r>
              <a:rPr kumimoji="1"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竞争优势</a:t>
            </a:r>
            <a:endParaRPr kumimoji="1"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1" name="文本框 300"/>
          <p:cNvSpPr txBox="1"/>
          <p:nvPr/>
        </p:nvSpPr>
        <p:spPr>
          <a:xfrm>
            <a:off x="5475605" y="3999865"/>
            <a:ext cx="12827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kumimoji="1"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CORE STRENGTHS</a:t>
            </a:r>
            <a:endParaRPr kumimoji="1" lang="en-US" altLang="zh-CN" sz="1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316" name="组合 315"/>
          <p:cNvGrpSpPr/>
          <p:nvPr/>
        </p:nvGrpSpPr>
        <p:grpSpPr>
          <a:xfrm>
            <a:off x="5249545" y="2914650"/>
            <a:ext cx="1734185" cy="1734185"/>
            <a:chOff x="8234" y="4111"/>
            <a:chExt cx="2731" cy="2731"/>
          </a:xfrm>
        </p:grpSpPr>
        <p:sp>
          <p:nvSpPr>
            <p:cNvPr id="317" name="©显眼包PPT3"/>
            <p:cNvSpPr/>
            <p:nvPr/>
          </p:nvSpPr>
          <p:spPr>
            <a:xfrm>
              <a:off x="8234" y="4111"/>
              <a:ext cx="2731" cy="2731"/>
            </a:xfrm>
            <a:prstGeom prst="ellipse">
              <a:avLst/>
            </a:prstGeom>
            <a:gradFill flip="none" rotWithShape="1">
              <a:gsLst>
                <a:gs pos="15000">
                  <a:schemeClr val="accent5">
                    <a:lumMod val="60000"/>
                    <a:lumOff val="40000"/>
                    <a:alpha val="23000"/>
                  </a:schemeClr>
                </a:gs>
                <a:gs pos="100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18" name="©显眼包PPT4"/>
            <p:cNvSpPr/>
            <p:nvPr/>
          </p:nvSpPr>
          <p:spPr>
            <a:xfrm>
              <a:off x="8622" y="4499"/>
              <a:ext cx="1955" cy="1955"/>
            </a:xfrm>
            <a:prstGeom prst="ellipse">
              <a:avLst/>
            </a:prstGeom>
            <a:gradFill flip="none" rotWithShape="1">
              <a:gsLst>
                <a:gs pos="100000">
                  <a:schemeClr val="accent5">
                    <a:lumMod val="60000"/>
                    <a:lumOff val="40000"/>
                  </a:schemeClr>
                </a:gs>
                <a:gs pos="18000">
                  <a:schemeClr val="accent5"/>
                </a:gs>
              </a:gsLst>
              <a:path path="circle">
                <a:fillToRect l="50000" t="50000" r="50000" b="50000"/>
              </a:path>
              <a:tileRect/>
            </a:gradFill>
            <a:ln w="92075">
              <a:gradFill flip="none" rotWithShape="1">
                <a:gsLst>
                  <a:gs pos="0">
                    <a:schemeClr val="bg1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</a:ln>
            <a:effectLst>
              <a:outerShdw blurRad="342900" dist="279400" dir="5400000" algn="t" rotWithShape="0">
                <a:schemeClr val="accent5">
                  <a:lumMod val="60000"/>
                  <a:lumOff val="40000"/>
                  <a:alpha val="36000"/>
                </a:schemeClr>
              </a:outerShdw>
              <a:softEdge rad="127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8865" tIns="49432" rIns="98865" bIns="49432" rtlCol="0" anchor="ctr"/>
            <a:lstStyle/>
            <a:p>
              <a:pPr algn="ctr"/>
              <a:endParaRPr lang="zh-CN" altLang="en-US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23" name="©显眼包PPT5"/>
            <p:cNvSpPr/>
            <p:nvPr/>
          </p:nvSpPr>
          <p:spPr>
            <a:xfrm flipV="1">
              <a:off x="8622" y="4499"/>
              <a:ext cx="1955" cy="1955"/>
            </a:xfrm>
            <a:prstGeom prst="ellipse">
              <a:avLst/>
            </a:prstGeom>
            <a:gradFill flip="none" rotWithShape="1">
              <a:gsLst>
                <a:gs pos="21000">
                  <a:schemeClr val="accent5">
                    <a:lumMod val="60000"/>
                    <a:lumOff val="40000"/>
                  </a:schemeClr>
                </a:gs>
                <a:gs pos="76000">
                  <a:schemeClr val="accent5"/>
                </a:gs>
              </a:gsLst>
              <a:path path="circle">
                <a:fillToRect l="50000" t="130000" r="50000" b="-30000"/>
              </a:path>
              <a:tileRect/>
            </a:gradFill>
            <a:ln>
              <a:noFill/>
            </a:ln>
            <a:effectLst>
              <a:innerShdw blurRad="241300">
                <a:schemeClr val="accent5">
                  <a:lumMod val="60000"/>
                  <a:lumOff val="40000"/>
                </a:schemeClr>
              </a:innerShdw>
            </a:effectLst>
            <a:scene3d>
              <a:camera prst="orthographicFront"/>
              <a:lightRig rig="threePt" dir="t"/>
            </a:scene3d>
            <a:sp3d extrusionH="63500">
              <a:extrusionClr>
                <a:schemeClr val="accent1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zh-CN" altLang="en-US"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24" name="©显眼包PPT1"/>
            <p:cNvSpPr txBox="1"/>
            <p:nvPr/>
          </p:nvSpPr>
          <p:spPr>
            <a:xfrm>
              <a:off x="9040" y="4798"/>
              <a:ext cx="1120" cy="135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zh-CN" altLang="en-US" sz="2800" b="1" dirty="0">
                  <a:solidFill>
                    <a:schemeClr val="bg1"/>
                  </a:solidFill>
                  <a:effectLst>
                    <a:outerShdw blurRad="12700" dist="63500" dir="2700000" algn="tl">
                      <a:schemeClr val="accent5">
                        <a:alpha val="70000"/>
                      </a:scheme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提效</a:t>
              </a:r>
              <a:endParaRPr lang="en-US" altLang="zh-CN" sz="2800" b="1" dirty="0">
                <a:solidFill>
                  <a:schemeClr val="bg1"/>
                </a:solidFill>
                <a:effectLst>
                  <a:outerShdw blurRad="12700" dist="63500" dir="2700000" algn="tl">
                    <a:schemeClr val="accent5">
                      <a:alpha val="7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ctr"/>
              <a:r>
                <a:rPr lang="zh-CN" altLang="en-US" sz="2800" b="1" dirty="0">
                  <a:solidFill>
                    <a:schemeClr val="bg1"/>
                  </a:solidFill>
                  <a:effectLst>
                    <a:outerShdw blurRad="12700" dist="63500" dir="2700000" algn="tl">
                      <a:schemeClr val="accent5">
                        <a:alpha val="70000"/>
                      </a:scheme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增能</a:t>
              </a:r>
              <a:endParaRPr lang="zh-CN" altLang="en-US" sz="2800" b="1" dirty="0">
                <a:solidFill>
                  <a:schemeClr val="bg1"/>
                </a:solidFill>
                <a:effectLst>
                  <a:outerShdw blurRad="12700" dist="63500" dir="2700000" algn="tl">
                    <a:schemeClr val="accent5">
                      <a:alpha val="7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327" name="椭圆 326"/>
          <p:cNvSpPr/>
          <p:nvPr/>
        </p:nvSpPr>
        <p:spPr>
          <a:xfrm flipV="1">
            <a:off x="5962333" y="2343150"/>
            <a:ext cx="300990" cy="284480"/>
          </a:xfrm>
          <a:prstGeom prst="ellipse">
            <a:avLst/>
          </a:prstGeom>
          <a:gradFill>
            <a:gsLst>
              <a:gs pos="100000">
                <a:schemeClr val="accent5"/>
              </a:gs>
              <a:gs pos="0">
                <a:schemeClr val="accent5">
                  <a:lumMod val="60000"/>
                  <a:lumOff val="40000"/>
                </a:schemeClr>
              </a:gs>
            </a:gsLst>
            <a:lin ang="10800000" scaled="0"/>
          </a:gradFill>
          <a:ln w="381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grpSp>
        <p:nvGrpSpPr>
          <p:cNvPr id="334" name="组合 333"/>
          <p:cNvGrpSpPr/>
          <p:nvPr/>
        </p:nvGrpSpPr>
        <p:grpSpPr>
          <a:xfrm>
            <a:off x="4911090" y="3477895"/>
            <a:ext cx="2322195" cy="638175"/>
            <a:chOff x="7598" y="5511"/>
            <a:chExt cx="4070" cy="1119"/>
          </a:xfrm>
        </p:grpSpPr>
        <p:sp>
          <p:nvSpPr>
            <p:cNvPr id="330" name="©显眼包PPT1-1"/>
            <p:cNvSpPr/>
            <p:nvPr/>
          </p:nvSpPr>
          <p:spPr>
            <a:xfrm rot="20868915">
              <a:off x="7598" y="5511"/>
              <a:ext cx="4071" cy="817"/>
            </a:xfrm>
            <a:prstGeom prst="arc">
              <a:avLst>
                <a:gd name="adj1" fmla="val 20767990"/>
                <a:gd name="adj2" fmla="val 11522985"/>
              </a:avLst>
            </a:prstGeom>
            <a:noFill/>
            <a:ln w="12700" cap="rnd">
              <a:gradFill>
                <a:gsLst>
                  <a:gs pos="0">
                    <a:schemeClr val="accent5">
                      <a:lumMod val="60000"/>
                      <a:lumOff val="40000"/>
                      <a:alpha val="0"/>
                    </a:schemeClr>
                  </a:gs>
                  <a:gs pos="89000">
                    <a:schemeClr val="accent5">
                      <a:lumMod val="60000"/>
                      <a:lumOff val="40000"/>
                    </a:schemeClr>
                  </a:gs>
                </a:gsLst>
                <a:lin ang="5400000" scaled="1"/>
              </a:gradFill>
              <a:prstDash val="solid"/>
              <a:round/>
              <a:head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32" name="©显眼包PPT1-2"/>
            <p:cNvSpPr/>
            <p:nvPr/>
          </p:nvSpPr>
          <p:spPr>
            <a:xfrm rot="3985983">
              <a:off x="11054" y="5774"/>
              <a:ext cx="236" cy="196"/>
            </a:xfrm>
            <a:custGeom>
              <a:avLst/>
              <a:gdLst>
                <a:gd name="connsiteX0" fmla="*/ 48241 w 96483"/>
                <a:gd name="connsiteY0" fmla="*/ 0 h 93616"/>
                <a:gd name="connsiteX1" fmla="*/ 96483 w 96483"/>
                <a:gd name="connsiteY1" fmla="*/ 93616 h 93616"/>
                <a:gd name="connsiteX2" fmla="*/ 48241 w 96483"/>
                <a:gd name="connsiteY2" fmla="*/ 38140 h 93616"/>
                <a:gd name="connsiteX3" fmla="*/ 0 w 96483"/>
                <a:gd name="connsiteY3" fmla="*/ 93616 h 93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483" h="93616">
                  <a:moveTo>
                    <a:pt x="48241" y="0"/>
                  </a:moveTo>
                  <a:lnTo>
                    <a:pt x="96483" y="93616"/>
                  </a:lnTo>
                  <a:lnTo>
                    <a:pt x="48241" y="38140"/>
                  </a:lnTo>
                  <a:lnTo>
                    <a:pt x="0" y="93616"/>
                  </a:ln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 cap="rnd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33" name="©显眼包PPT1-3"/>
            <p:cNvSpPr/>
            <p:nvPr/>
          </p:nvSpPr>
          <p:spPr>
            <a:xfrm rot="4866736">
              <a:off x="8067" y="6414"/>
              <a:ext cx="236" cy="196"/>
            </a:xfrm>
            <a:custGeom>
              <a:avLst/>
              <a:gdLst>
                <a:gd name="connsiteX0" fmla="*/ 48241 w 96483"/>
                <a:gd name="connsiteY0" fmla="*/ 0 h 93616"/>
                <a:gd name="connsiteX1" fmla="*/ 96483 w 96483"/>
                <a:gd name="connsiteY1" fmla="*/ 93616 h 93616"/>
                <a:gd name="connsiteX2" fmla="*/ 48241 w 96483"/>
                <a:gd name="connsiteY2" fmla="*/ 38140 h 93616"/>
                <a:gd name="connsiteX3" fmla="*/ 0 w 96483"/>
                <a:gd name="connsiteY3" fmla="*/ 93616 h 93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483" h="93616">
                  <a:moveTo>
                    <a:pt x="48241" y="0"/>
                  </a:moveTo>
                  <a:lnTo>
                    <a:pt x="96483" y="93616"/>
                  </a:lnTo>
                  <a:lnTo>
                    <a:pt x="48241" y="38140"/>
                  </a:lnTo>
                  <a:lnTo>
                    <a:pt x="0" y="93616"/>
                  </a:ln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 cap="rnd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342" name="显眼包PPT6"/>
          <p:cNvSpPr txBox="1"/>
          <p:nvPr/>
        </p:nvSpPr>
        <p:spPr>
          <a:xfrm>
            <a:off x="7681073" y="3518059"/>
            <a:ext cx="457200" cy="55372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indent="0" algn="l" fontAlgn="auto">
              <a:lnSpc>
                <a:spcPct val="100000"/>
              </a:lnSpc>
              <a:spcAft>
                <a:spcPts val="0"/>
              </a:spcAft>
            </a:pPr>
            <a:r>
              <a:rPr lang="zh-CN" b="1">
                <a:ln>
                  <a:solidFill>
                    <a:schemeClr val="bg1"/>
                  </a:solidFill>
                </a:ln>
                <a:solidFill>
                  <a:schemeClr val="accent5">
                    <a:alpha val="80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运营</a:t>
            </a:r>
            <a:endParaRPr lang="zh-CN" b="1">
              <a:ln>
                <a:solidFill>
                  <a:schemeClr val="bg1"/>
                </a:solidFill>
              </a:ln>
              <a:solidFill>
                <a:schemeClr val="accent5">
                  <a:alpha val="80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 fontAlgn="auto">
              <a:lnSpc>
                <a:spcPct val="100000"/>
              </a:lnSpc>
              <a:spcAft>
                <a:spcPts val="0"/>
              </a:spcAft>
            </a:pPr>
            <a:r>
              <a:rPr lang="zh-CN" b="1">
                <a:ln>
                  <a:solidFill>
                    <a:schemeClr val="bg1"/>
                  </a:solidFill>
                </a:ln>
                <a:solidFill>
                  <a:schemeClr val="accent5">
                    <a:alpha val="80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复盘</a:t>
            </a:r>
            <a:endParaRPr lang="zh-CN" b="1" dirty="0">
              <a:ln>
                <a:solidFill>
                  <a:schemeClr val="bg1"/>
                </a:solidFill>
              </a:ln>
              <a:solidFill>
                <a:schemeClr val="accent5">
                  <a:alpha val="80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3" name="圆角矩形 342"/>
          <p:cNvSpPr/>
          <p:nvPr/>
        </p:nvSpPr>
        <p:spPr>
          <a:xfrm>
            <a:off x="4124960" y="1285875"/>
            <a:ext cx="1243330" cy="322580"/>
          </a:xfrm>
          <a:prstGeom prst="roundRect">
            <a:avLst/>
          </a:prstGeom>
          <a:noFill/>
          <a:ln>
            <a:solidFill>
              <a:schemeClr val="tx2">
                <a:alpha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2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运营模式</a:t>
            </a:r>
            <a:endParaRPr lang="zh-CN" altLang="en-US">
              <a:solidFill>
                <a:schemeClr val="tx2">
                  <a:alpha val="8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4" name="圆角矩形 343"/>
          <p:cNvSpPr/>
          <p:nvPr/>
        </p:nvSpPr>
        <p:spPr>
          <a:xfrm>
            <a:off x="5494020" y="1285875"/>
            <a:ext cx="1243330" cy="322580"/>
          </a:xfrm>
          <a:prstGeom prst="roundRect">
            <a:avLst/>
          </a:prstGeom>
          <a:noFill/>
          <a:ln>
            <a:solidFill>
              <a:schemeClr val="tx2">
                <a:alpha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>
                <a:solidFill>
                  <a:schemeClr val="tx2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效率瓶颈</a:t>
            </a:r>
            <a:endParaRPr lang="zh-CN" altLang="en-US">
              <a:solidFill>
                <a:schemeClr val="tx2">
                  <a:alpha val="8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45" name="圆角矩形 344"/>
          <p:cNvSpPr/>
          <p:nvPr/>
        </p:nvSpPr>
        <p:spPr>
          <a:xfrm>
            <a:off x="6845300" y="1285875"/>
            <a:ext cx="1243330" cy="322580"/>
          </a:xfrm>
          <a:prstGeom prst="roundRect">
            <a:avLst/>
          </a:prstGeom>
          <a:noFill/>
          <a:ln>
            <a:solidFill>
              <a:schemeClr val="tx2">
                <a:alpha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>
                <a:solidFill>
                  <a:schemeClr val="tx2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根因分析</a:t>
            </a:r>
            <a:endParaRPr lang="zh-CN" altLang="en-US">
              <a:solidFill>
                <a:schemeClr val="tx2">
                  <a:alpha val="8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46" name="圆角矩形 345"/>
          <p:cNvSpPr/>
          <p:nvPr/>
        </p:nvSpPr>
        <p:spPr>
          <a:xfrm>
            <a:off x="4068445" y="6087745"/>
            <a:ext cx="1243330" cy="322580"/>
          </a:xfrm>
          <a:prstGeom prst="roundRect">
            <a:avLst/>
          </a:prstGeom>
          <a:noFill/>
          <a:ln>
            <a:solidFill>
              <a:schemeClr val="tx2">
                <a:alpha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2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效能突破</a:t>
            </a:r>
            <a:endParaRPr lang="zh-CN" altLang="en-US">
              <a:solidFill>
                <a:schemeClr val="tx2">
                  <a:alpha val="8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7" name="圆角矩形 346"/>
          <p:cNvSpPr/>
          <p:nvPr/>
        </p:nvSpPr>
        <p:spPr>
          <a:xfrm>
            <a:off x="5437505" y="6087745"/>
            <a:ext cx="1243330" cy="322580"/>
          </a:xfrm>
          <a:prstGeom prst="roundRect">
            <a:avLst/>
          </a:prstGeom>
          <a:noFill/>
          <a:ln>
            <a:solidFill>
              <a:schemeClr val="tx2">
                <a:alpha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>
                <a:solidFill>
                  <a:schemeClr val="tx2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文化重塑</a:t>
            </a:r>
            <a:endParaRPr lang="zh-CN" altLang="en-US">
              <a:solidFill>
                <a:schemeClr val="tx2">
                  <a:alpha val="8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48" name="圆角矩形 347"/>
          <p:cNvSpPr/>
          <p:nvPr/>
        </p:nvSpPr>
        <p:spPr>
          <a:xfrm>
            <a:off x="6788785" y="6087745"/>
            <a:ext cx="1243330" cy="322580"/>
          </a:xfrm>
          <a:prstGeom prst="roundRect">
            <a:avLst/>
          </a:prstGeom>
          <a:noFill/>
          <a:ln>
            <a:solidFill>
              <a:schemeClr val="tx2">
                <a:alpha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>
                <a:solidFill>
                  <a:schemeClr val="tx2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责任共担</a:t>
            </a:r>
            <a:endParaRPr lang="zh-CN" altLang="en-US">
              <a:solidFill>
                <a:schemeClr val="tx2">
                  <a:alpha val="8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" name="椭圆 8"/>
          <p:cNvSpPr/>
          <p:nvPr/>
        </p:nvSpPr>
        <p:spPr>
          <a:xfrm flipV="1">
            <a:off x="4677410" y="3615690"/>
            <a:ext cx="300990" cy="284480"/>
          </a:xfrm>
          <a:prstGeom prst="ellipse">
            <a:avLst/>
          </a:prstGeom>
          <a:gradFill>
            <a:gsLst>
              <a:gs pos="100000">
                <a:schemeClr val="accent5"/>
              </a:gs>
              <a:gs pos="0">
                <a:schemeClr val="accent5">
                  <a:lumMod val="60000"/>
                  <a:lumOff val="40000"/>
                </a:schemeClr>
              </a:gs>
            </a:gsLst>
            <a:lin ang="10800000" scaled="0"/>
          </a:gradFill>
          <a:ln w="381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sp>
        <p:nvSpPr>
          <p:cNvPr id="10" name="椭圆 9"/>
          <p:cNvSpPr/>
          <p:nvPr/>
        </p:nvSpPr>
        <p:spPr>
          <a:xfrm flipV="1">
            <a:off x="5962333" y="4975860"/>
            <a:ext cx="300990" cy="284480"/>
          </a:xfrm>
          <a:prstGeom prst="ellipse">
            <a:avLst/>
          </a:prstGeom>
          <a:gradFill>
            <a:gsLst>
              <a:gs pos="100000">
                <a:schemeClr val="accent5"/>
              </a:gs>
              <a:gs pos="0">
                <a:schemeClr val="accent5">
                  <a:lumMod val="60000"/>
                  <a:lumOff val="40000"/>
                </a:schemeClr>
              </a:gs>
            </a:gsLst>
            <a:lin ang="10800000" scaled="0"/>
          </a:gradFill>
          <a:ln w="381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sp>
        <p:nvSpPr>
          <p:cNvPr id="11" name="椭圆 10"/>
          <p:cNvSpPr/>
          <p:nvPr/>
        </p:nvSpPr>
        <p:spPr>
          <a:xfrm flipV="1">
            <a:off x="7265035" y="3615690"/>
            <a:ext cx="300990" cy="284480"/>
          </a:xfrm>
          <a:prstGeom prst="ellipse">
            <a:avLst/>
          </a:prstGeom>
          <a:gradFill>
            <a:gsLst>
              <a:gs pos="100000">
                <a:schemeClr val="accent5"/>
              </a:gs>
              <a:gs pos="0">
                <a:schemeClr val="accent5">
                  <a:lumMod val="60000"/>
                  <a:lumOff val="40000"/>
                </a:schemeClr>
              </a:gs>
            </a:gsLst>
            <a:lin ang="10800000" scaled="0"/>
          </a:gradFill>
          <a:ln w="381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8738235" y="348615"/>
            <a:ext cx="3219450" cy="332740"/>
            <a:chOff x="13761" y="549"/>
            <a:chExt cx="5070" cy="524"/>
          </a:xfrm>
        </p:grpSpPr>
        <p:pic>
          <p:nvPicPr>
            <p:cNvPr id="6" name="图片 5"/>
            <p:cNvPicPr>
              <a:picLocks noChangeAspect="1"/>
            </p:cNvPicPr>
            <p:nvPr userDrawn="1"/>
          </p:nvPicPr>
          <p:blipFill>
            <a:blip r:embed="rId3"/>
            <a:srcRect l="17002" t="-1765" r="56499" b="-1176"/>
            <a:stretch>
              <a:fillRect/>
            </a:stretch>
          </p:blipFill>
          <p:spPr>
            <a:xfrm>
              <a:off x="13761" y="549"/>
              <a:ext cx="1582" cy="525"/>
            </a:xfrm>
            <a:prstGeom prst="rect">
              <a:avLst/>
            </a:prstGeom>
          </p:spPr>
        </p:pic>
        <p:sp>
          <p:nvSpPr>
            <p:cNvPr id="7" name="文本框 6"/>
            <p:cNvSpPr txBox="1"/>
            <p:nvPr userDrawn="1"/>
          </p:nvSpPr>
          <p:spPr>
            <a:xfrm>
              <a:off x="15219" y="655"/>
              <a:ext cx="3613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复杂逻辑场景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·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框架搭建系列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PPT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模板</a:t>
              </a:r>
              <a:endPara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cxnSp>
        <p:nvCxnSpPr>
          <p:cNvPr id="12" name="直线连接符 7"/>
          <p:cNvCxnSpPr/>
          <p:nvPr userDrawn="1"/>
        </p:nvCxnSpPr>
        <p:spPr>
          <a:xfrm>
            <a:off x="369165" y="839204"/>
            <a:ext cx="11459846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2613025" y="3623945"/>
            <a:ext cx="542290" cy="3822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lang="en-US" altLang="zh-CN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fill="hold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2"/>
          <p:cNvSpPr>
            <a:spLocks noGrp="1"/>
          </p:cNvSpPr>
          <p:nvPr/>
        </p:nvSpPr>
        <p:spPr>
          <a:xfrm>
            <a:off x="1105535" y="348298"/>
            <a:ext cx="7497445" cy="396875"/>
          </a:xfrm>
          <a:prstGeom prst="rect">
            <a:avLst/>
          </a:prstGeom>
          <a:ln w="12700">
            <a:miter lim="400000"/>
          </a:ln>
        </p:spPr>
        <p:txBody>
          <a:bodyPr vert="horz" wrap="square" lIns="25400" tIns="25400" rIns="25400" bIns="2540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0" lang="zh-CN" altLang="en-US" sz="2800" b="1" u="none" strike="noStrike" kern="1200" cap="none" spc="0" normalizeH="0" baseline="0" dirty="0">
                <a:ln>
                  <a:noFill/>
                </a:ln>
                <a:solidFill>
                  <a:schemeClr val="accent1"/>
                </a:solidFill>
                <a:effectLst>
                  <a:outerShdw blurRad="187896" dist="38100" dir="2700000" algn="tl" rotWithShape="0">
                    <a:srgbClr val="1C2952">
                      <a:alpha val="6000"/>
                    </a:srgbClr>
                  </a:outerShdw>
                </a:effectLst>
                <a:uLnTx/>
                <a:uFillTx/>
                <a:latin typeface="HONOR Sans CN" panose="05000200000000000000" charset="-122"/>
                <a:ea typeface="HONOR Sans CN" panose="05000200000000000000" charset="-122"/>
                <a:cs typeface="OPPOSans H" panose="00020600040101010101" pitchFamily="18" charset="-122"/>
              </a:defRPr>
            </a:lvl1pPr>
          </a:lstStyle>
          <a:p>
            <a:pPr algn="l"/>
            <a:r>
              <a:rPr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业务框架</a:t>
            </a:r>
            <a:r>
              <a:rPr lang="en-US" altLang="zh-CN"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中心发散架构 | </a:t>
            </a:r>
            <a:r>
              <a:rPr lang="en-US" altLang="zh-CN"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sz="250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一体两翼</a:t>
            </a:r>
            <a:r>
              <a:rPr lang="en-US" altLang="zh-CN" sz="250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sz="250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年度运营规划</a:t>
            </a:r>
            <a:endParaRPr sz="2500" b="0">
              <a:solidFill>
                <a:schemeClr val="tx2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" name="图片 9" descr="屋顶资源管理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5600" y="186055"/>
            <a:ext cx="549910" cy="549910"/>
          </a:xfrm>
          <a:prstGeom prst="rect">
            <a:avLst/>
          </a:prstGeom>
        </p:spPr>
      </p:pic>
      <p:grpSp>
        <p:nvGrpSpPr>
          <p:cNvPr id="6" name="组合 5"/>
          <p:cNvGrpSpPr/>
          <p:nvPr/>
        </p:nvGrpSpPr>
        <p:grpSpPr>
          <a:xfrm>
            <a:off x="8738235" y="348615"/>
            <a:ext cx="3219450" cy="332740"/>
            <a:chOff x="13761" y="549"/>
            <a:chExt cx="5070" cy="524"/>
          </a:xfrm>
        </p:grpSpPr>
        <p:pic>
          <p:nvPicPr>
            <p:cNvPr id="7" name="图片 6"/>
            <p:cNvPicPr>
              <a:picLocks noChangeAspect="1"/>
            </p:cNvPicPr>
            <p:nvPr userDrawn="1"/>
          </p:nvPicPr>
          <p:blipFill>
            <a:blip r:embed="rId3"/>
            <a:srcRect l="17002" t="-1765" r="56499" b="-1176"/>
            <a:stretch>
              <a:fillRect/>
            </a:stretch>
          </p:blipFill>
          <p:spPr>
            <a:xfrm>
              <a:off x="13761" y="549"/>
              <a:ext cx="1582" cy="525"/>
            </a:xfrm>
            <a:prstGeom prst="rect">
              <a:avLst/>
            </a:prstGeom>
          </p:spPr>
        </p:pic>
        <p:sp>
          <p:nvSpPr>
            <p:cNvPr id="8" name="文本框 7"/>
            <p:cNvSpPr txBox="1"/>
            <p:nvPr userDrawn="1"/>
          </p:nvSpPr>
          <p:spPr>
            <a:xfrm>
              <a:off x="15219" y="655"/>
              <a:ext cx="3613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复杂逻辑场景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·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框架搭建系列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PPT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模板</a:t>
              </a:r>
              <a:endPara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cxnSp>
        <p:nvCxnSpPr>
          <p:cNvPr id="13" name="直线连接符 7"/>
          <p:cNvCxnSpPr/>
          <p:nvPr userDrawn="1"/>
        </p:nvCxnSpPr>
        <p:spPr>
          <a:xfrm>
            <a:off x="369165" y="839204"/>
            <a:ext cx="11459846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直接连接符 1"/>
          <p:cNvCxnSpPr/>
          <p:nvPr/>
        </p:nvCxnSpPr>
        <p:spPr>
          <a:xfrm flipV="1">
            <a:off x="4596357" y="826399"/>
            <a:ext cx="7175696" cy="4912"/>
          </a:xfrm>
          <a:prstGeom prst="line">
            <a:avLst/>
          </a:prstGeom>
          <a:ln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accent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椭圆 40"/>
          <p:cNvSpPr/>
          <p:nvPr/>
        </p:nvSpPr>
        <p:spPr>
          <a:xfrm>
            <a:off x="1685925" y="5403215"/>
            <a:ext cx="8653145" cy="1590675"/>
          </a:xfrm>
          <a:prstGeom prst="ellipse">
            <a:avLst/>
          </a:prstGeom>
          <a:gradFill flip="none" rotWithShape="1">
            <a:gsLst>
              <a:gs pos="0">
                <a:schemeClr val="accent5">
                  <a:lumMod val="60000"/>
                  <a:lumOff val="40000"/>
                  <a:alpha val="5000"/>
                </a:schemeClr>
              </a:gs>
              <a:gs pos="80000">
                <a:schemeClr val="accent5">
                  <a:lumMod val="60000"/>
                  <a:lumOff val="40000"/>
                  <a:alpha val="0"/>
                </a:schemeClr>
              </a:gs>
              <a:gs pos="20000">
                <a:schemeClr val="accent5">
                  <a:lumMod val="60000"/>
                  <a:lumOff val="40000"/>
                  <a:alpha val="0"/>
                </a:schemeClr>
              </a:gs>
              <a:gs pos="100000">
                <a:schemeClr val="accent5">
                  <a:lumMod val="60000"/>
                  <a:lumOff val="40000"/>
                  <a:alpha val="5000"/>
                </a:schemeClr>
              </a:gs>
            </a:gsLst>
            <a:lin ang="10800000" scaled="1"/>
            <a:tileRect/>
          </a:gradFill>
          <a:ln w="6350">
            <a:gradFill>
              <a:gsLst>
                <a:gs pos="13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40000"/>
                    <a:lumOff val="60000"/>
                  </a:schemeClr>
                </a:gs>
              </a:gsLst>
              <a:lin ang="5400000" scaled="1"/>
            </a:gra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42" name="椭圆 41"/>
          <p:cNvSpPr/>
          <p:nvPr/>
        </p:nvSpPr>
        <p:spPr>
          <a:xfrm>
            <a:off x="2560955" y="5403215"/>
            <a:ext cx="6903085" cy="1336040"/>
          </a:xfrm>
          <a:prstGeom prst="ellipse">
            <a:avLst/>
          </a:prstGeom>
          <a:gradFill flip="none" rotWithShape="1">
            <a:gsLst>
              <a:gs pos="0">
                <a:schemeClr val="accent5">
                  <a:lumMod val="60000"/>
                  <a:lumOff val="40000"/>
                  <a:alpha val="10000"/>
                </a:schemeClr>
              </a:gs>
              <a:gs pos="80000">
                <a:schemeClr val="accent5">
                  <a:lumMod val="60000"/>
                  <a:lumOff val="40000"/>
                  <a:alpha val="0"/>
                </a:schemeClr>
              </a:gs>
              <a:gs pos="20000">
                <a:schemeClr val="accent5">
                  <a:lumMod val="60000"/>
                  <a:lumOff val="40000"/>
                  <a:alpha val="0"/>
                </a:schemeClr>
              </a:gs>
              <a:gs pos="100000">
                <a:schemeClr val="accent5">
                  <a:lumMod val="60000"/>
                  <a:lumOff val="40000"/>
                  <a:alpha val="10000"/>
                </a:schemeClr>
              </a:gs>
            </a:gsLst>
            <a:lin ang="10800000" scaled="1"/>
            <a:tileRect/>
          </a:gradFill>
          <a:ln w="6350">
            <a:gradFill>
              <a:gsLst>
                <a:gs pos="13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40000"/>
                    <a:lumOff val="60000"/>
                  </a:schemeClr>
                </a:gs>
              </a:gsLst>
              <a:lin ang="5400000" scaled="1"/>
            </a:gra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3462655" y="5520690"/>
            <a:ext cx="5100320" cy="800100"/>
          </a:xfrm>
          <a:prstGeom prst="ellipse">
            <a:avLst/>
          </a:prstGeom>
          <a:gradFill flip="none" rotWithShape="1">
            <a:gsLst>
              <a:gs pos="0">
                <a:schemeClr val="accent5">
                  <a:lumMod val="60000"/>
                  <a:lumOff val="40000"/>
                  <a:alpha val="10000"/>
                </a:schemeClr>
              </a:gs>
              <a:gs pos="80000">
                <a:schemeClr val="accent5">
                  <a:lumMod val="60000"/>
                  <a:lumOff val="40000"/>
                  <a:alpha val="0"/>
                </a:schemeClr>
              </a:gs>
              <a:gs pos="20000">
                <a:schemeClr val="accent5">
                  <a:lumMod val="60000"/>
                  <a:lumOff val="40000"/>
                  <a:alpha val="0"/>
                </a:schemeClr>
              </a:gs>
              <a:gs pos="100000">
                <a:schemeClr val="accent5">
                  <a:lumMod val="60000"/>
                  <a:lumOff val="40000"/>
                  <a:alpha val="10000"/>
                </a:schemeClr>
              </a:gs>
            </a:gsLst>
            <a:lin ang="10800000" scaled="1"/>
            <a:tileRect/>
          </a:gradFill>
          <a:ln w="6350">
            <a:gradFill>
              <a:gsLst>
                <a:gs pos="13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5400000" scaled="1"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63" name="Freeform 7"/>
          <p:cNvSpPr/>
          <p:nvPr/>
        </p:nvSpPr>
        <p:spPr bwMode="auto">
          <a:xfrm>
            <a:off x="3899535" y="4879955"/>
            <a:ext cx="4292600" cy="1241445"/>
          </a:xfrm>
          <a:custGeom>
            <a:avLst/>
            <a:gdLst>
              <a:gd name="connsiteX0" fmla="*/ 6760 w 6760"/>
              <a:gd name="connsiteY0" fmla="*/ 1455 h 1973"/>
              <a:gd name="connsiteX1" fmla="*/ 6760 w 6760"/>
              <a:gd name="connsiteY1" fmla="*/ 1446 h 1973"/>
              <a:gd name="connsiteX2" fmla="*/ 6748 w 6760"/>
              <a:gd name="connsiteY2" fmla="*/ 1413 h 1973"/>
              <a:gd name="connsiteX3" fmla="*/ 6718 w 6760"/>
              <a:gd name="connsiteY3" fmla="*/ 1332 h 1973"/>
              <a:gd name="connsiteX4" fmla="*/ 6224 w 6760"/>
              <a:gd name="connsiteY4" fmla="*/ 0 h 1973"/>
              <a:gd name="connsiteX5" fmla="*/ 6183 w 6760"/>
              <a:gd name="connsiteY5" fmla="*/ 11 h 1973"/>
              <a:gd name="connsiteX6" fmla="*/ 3380 w 6760"/>
              <a:gd name="connsiteY6" fmla="*/ 239 h 1973"/>
              <a:gd name="connsiteX7" fmla="*/ 590 w 6760"/>
              <a:gd name="connsiteY7" fmla="*/ 64 h 1973"/>
              <a:gd name="connsiteX8" fmla="*/ 518 w 6760"/>
              <a:gd name="connsiteY8" fmla="*/ 8 h 1973"/>
              <a:gd name="connsiteX9" fmla="*/ 12 w 6760"/>
              <a:gd name="connsiteY9" fmla="*/ 1412 h 1973"/>
              <a:gd name="connsiteX10" fmla="*/ 0 w 6760"/>
              <a:gd name="connsiteY10" fmla="*/ 1446 h 1973"/>
              <a:gd name="connsiteX11" fmla="*/ 0 w 6760"/>
              <a:gd name="connsiteY11" fmla="*/ 1455 h 1973"/>
              <a:gd name="connsiteX12" fmla="*/ 3380 w 6760"/>
              <a:gd name="connsiteY12" fmla="*/ 1973 h 1973"/>
              <a:gd name="connsiteX13" fmla="*/ 6760 w 6760"/>
              <a:gd name="connsiteY13" fmla="*/ 1457 h 1973"/>
              <a:gd name="connsiteX14" fmla="*/ 6760 w 6760"/>
              <a:gd name="connsiteY14" fmla="*/ 1456 h 1973"/>
              <a:gd name="connsiteX15" fmla="*/ 6760 w 6760"/>
              <a:gd name="connsiteY15" fmla="*/ 1455 h 1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0" t="0" r="r" b="b"/>
            <a:pathLst>
              <a:path w="6760" h="1955">
                <a:moveTo>
                  <a:pt x="6760" y="1437"/>
                </a:moveTo>
                <a:lnTo>
                  <a:pt x="6760" y="1428"/>
                </a:lnTo>
                <a:lnTo>
                  <a:pt x="6748" y="1395"/>
                </a:lnTo>
                <a:lnTo>
                  <a:pt x="6718" y="1314"/>
                </a:lnTo>
                <a:lnTo>
                  <a:pt x="6233" y="5"/>
                </a:lnTo>
                <a:cubicBezTo>
                  <a:pt x="6136" y="112"/>
                  <a:pt x="4713" y="297"/>
                  <a:pt x="3396" y="287"/>
                </a:cubicBezTo>
                <a:cubicBezTo>
                  <a:pt x="1858" y="292"/>
                  <a:pt x="590" y="155"/>
                  <a:pt x="523" y="20"/>
                </a:cubicBezTo>
                <a:lnTo>
                  <a:pt x="518" y="13"/>
                </a:lnTo>
                <a:lnTo>
                  <a:pt x="515" y="5"/>
                </a:lnTo>
                <a:lnTo>
                  <a:pt x="514" y="0"/>
                </a:lnTo>
                <a:cubicBezTo>
                  <a:pt x="24" y="1321"/>
                  <a:pt x="9" y="1398"/>
                  <a:pt x="12" y="1394"/>
                </a:cubicBezTo>
                <a:lnTo>
                  <a:pt x="12" y="1394"/>
                </a:lnTo>
                <a:lnTo>
                  <a:pt x="12" y="1394"/>
                </a:lnTo>
                <a:lnTo>
                  <a:pt x="12" y="1394"/>
                </a:lnTo>
                <a:lnTo>
                  <a:pt x="12" y="1394"/>
                </a:lnTo>
                <a:lnTo>
                  <a:pt x="0" y="1428"/>
                </a:lnTo>
                <a:lnTo>
                  <a:pt x="0" y="1437"/>
                </a:lnTo>
                <a:lnTo>
                  <a:pt x="1" y="1451"/>
                </a:lnTo>
                <a:lnTo>
                  <a:pt x="5" y="1464"/>
                </a:lnTo>
                <a:cubicBezTo>
                  <a:pt x="40" y="1742"/>
                  <a:pt x="1738" y="1962"/>
                  <a:pt x="3380" y="1955"/>
                </a:cubicBezTo>
                <a:cubicBezTo>
                  <a:pt x="5209" y="1964"/>
                  <a:pt x="6708" y="1714"/>
                  <a:pt x="6755" y="1466"/>
                </a:cubicBezTo>
                <a:lnTo>
                  <a:pt x="6758" y="1453"/>
                </a:lnTo>
                <a:lnTo>
                  <a:pt x="6760" y="1439"/>
                </a:lnTo>
                <a:lnTo>
                  <a:pt x="6760" y="1437"/>
                </a:lnTo>
                <a:close/>
              </a:path>
            </a:pathLst>
          </a:custGeom>
          <a:gradFill flip="none" rotWithShape="1">
            <a:gsLst>
              <a:gs pos="0">
                <a:schemeClr val="accent5">
                  <a:lumMod val="60000"/>
                  <a:lumOff val="40000"/>
                </a:schemeClr>
              </a:gs>
              <a:gs pos="78000">
                <a:schemeClr val="accent5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微软雅黑" panose="020B0503020204020204" charset="-122"/>
              <a:sym typeface="+mn-lt"/>
            </a:endParaRPr>
          </a:p>
        </p:txBody>
      </p:sp>
      <p:sp>
        <p:nvSpPr>
          <p:cNvPr id="38" name="梯形 37"/>
          <p:cNvSpPr/>
          <p:nvPr/>
        </p:nvSpPr>
        <p:spPr>
          <a:xfrm rot="5400000">
            <a:off x="3841115" y="1283335"/>
            <a:ext cx="2352675" cy="2379345"/>
          </a:xfrm>
          <a:prstGeom prst="trapezoid">
            <a:avLst>
              <a:gd name="adj" fmla="val 32300"/>
            </a:avLst>
          </a:pr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41000">
                <a:schemeClr val="accent1">
                  <a:lumMod val="60000"/>
                  <a:lumOff val="40000"/>
                  <a:alpha val="2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5400000" scaled="1"/>
          </a:gradFill>
          <a:ln>
            <a:gradFill>
              <a:gsLst>
                <a:gs pos="55600">
                  <a:schemeClr val="accent1">
                    <a:lumMod val="60000"/>
                    <a:lumOff val="40000"/>
                  </a:schemeClr>
                </a:gs>
                <a:gs pos="23000">
                  <a:schemeClr val="accent1">
                    <a:lumMod val="60000"/>
                    <a:lumOff val="40000"/>
                    <a:alpha val="0"/>
                  </a:schemeClr>
                </a:gs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4" name="梯形 43"/>
          <p:cNvSpPr/>
          <p:nvPr/>
        </p:nvSpPr>
        <p:spPr>
          <a:xfrm rot="5400000">
            <a:off x="3992880" y="1356995"/>
            <a:ext cx="1915795" cy="2249170"/>
          </a:xfrm>
          <a:prstGeom prst="trapezoid">
            <a:avLst>
              <a:gd name="adj" fmla="val 34176"/>
            </a:avLst>
          </a:pr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  <a:gs pos="25000">
                <a:schemeClr val="accent1">
                  <a:lumMod val="60000"/>
                  <a:lumOff val="40000"/>
                  <a:alpha val="2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6" name="梯形 45"/>
          <p:cNvSpPr/>
          <p:nvPr/>
        </p:nvSpPr>
        <p:spPr>
          <a:xfrm rot="16200000" flipH="1">
            <a:off x="5974715" y="1283335"/>
            <a:ext cx="2352675" cy="2379345"/>
          </a:xfrm>
          <a:prstGeom prst="trapezoid">
            <a:avLst>
              <a:gd name="adj" fmla="val 32300"/>
            </a:avLst>
          </a:pr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41000">
                <a:schemeClr val="accent1">
                  <a:lumMod val="60000"/>
                  <a:lumOff val="40000"/>
                  <a:alpha val="2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5400000" scaled="1"/>
          </a:gradFill>
          <a:ln>
            <a:gradFill>
              <a:gsLst>
                <a:gs pos="55600">
                  <a:schemeClr val="accent1">
                    <a:lumMod val="60000"/>
                    <a:lumOff val="40000"/>
                  </a:schemeClr>
                </a:gs>
                <a:gs pos="23000">
                  <a:schemeClr val="accent1">
                    <a:lumMod val="60000"/>
                    <a:lumOff val="40000"/>
                    <a:alpha val="0"/>
                  </a:schemeClr>
                </a:gs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1" name="梯形 50"/>
          <p:cNvSpPr/>
          <p:nvPr/>
        </p:nvSpPr>
        <p:spPr>
          <a:xfrm rot="16200000" flipH="1">
            <a:off x="6102350" y="1348740"/>
            <a:ext cx="1915795" cy="2247900"/>
          </a:xfrm>
          <a:prstGeom prst="trapezoid">
            <a:avLst>
              <a:gd name="adj" fmla="val 34176"/>
            </a:avLst>
          </a:pr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  <a:gs pos="25000">
                <a:schemeClr val="accent1">
                  <a:lumMod val="60000"/>
                  <a:lumOff val="40000"/>
                  <a:alpha val="2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4090035" y="2143760"/>
            <a:ext cx="681355" cy="6153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市场拓展</a:t>
            </a:r>
            <a:endParaRPr lang="zh-CN" sz="2000" b="1" dirty="0">
              <a:solidFill>
                <a:schemeClr val="accent1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6" name="文本框 455"/>
          <p:cNvSpPr txBox="1"/>
          <p:nvPr/>
        </p:nvSpPr>
        <p:spPr>
          <a:xfrm>
            <a:off x="7397115" y="2143760"/>
            <a:ext cx="681355" cy="6153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产品创新</a:t>
            </a:r>
            <a:endParaRPr lang="zh-CN" altLang="en-US" sz="2000" b="1" dirty="0">
              <a:solidFill>
                <a:schemeClr val="accent1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143" name="组合 142"/>
          <p:cNvGrpSpPr/>
          <p:nvPr/>
        </p:nvGrpSpPr>
        <p:grpSpPr>
          <a:xfrm>
            <a:off x="838835" y="1247140"/>
            <a:ext cx="2987675" cy="2468880"/>
            <a:chOff x="1113" y="1724"/>
            <a:chExt cx="4705" cy="3888"/>
          </a:xfrm>
        </p:grpSpPr>
        <p:sp>
          <p:nvSpPr>
            <p:cNvPr id="45" name="矩形: 圆顶角 5"/>
            <p:cNvSpPr/>
            <p:nvPr>
              <p:custDataLst>
                <p:tags r:id="rId4"/>
              </p:custDataLst>
            </p:nvPr>
          </p:nvSpPr>
          <p:spPr>
            <a:xfrm>
              <a:off x="1113" y="1724"/>
              <a:ext cx="4705" cy="3787"/>
            </a:xfrm>
            <a:prstGeom prst="round2SameRect">
              <a:avLst>
                <a:gd name="adj1" fmla="val 3698"/>
                <a:gd name="adj2" fmla="val 0"/>
              </a:avLst>
            </a:prstGeom>
            <a:solidFill>
              <a:schemeClr val="bg1"/>
            </a:solidFill>
            <a:ln w="19050"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>
                      <a:lumMod val="60000"/>
                      <a:lumOff val="40000"/>
                      <a:alpha val="0"/>
                    </a:schemeClr>
                  </a:gs>
                </a:gsLst>
                <a:lin ang="5400000" scaled="1"/>
              </a:gra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6868" tIns="43434" rIns="86868" bIns="43434" rtlCol="0" anchor="ctr"/>
            <a:lstStyle/>
            <a:p>
              <a:pPr algn="ctr"/>
              <a:endParaRPr lang="zh-CN" altLang="en-US" sz="171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32" name="PA-任意多边形 2264"/>
            <p:cNvSpPr/>
            <p:nvPr>
              <p:custDataLst>
                <p:tags r:id="rId5"/>
              </p:custDataLst>
            </p:nvPr>
          </p:nvSpPr>
          <p:spPr>
            <a:xfrm>
              <a:off x="1489" y="1724"/>
              <a:ext cx="3955" cy="570"/>
            </a:xfrm>
            <a:custGeom>
              <a:avLst/>
              <a:gdLst>
                <a:gd name="connsiteX0" fmla="*/ 0 w 1933116"/>
                <a:gd name="connsiteY0" fmla="*/ 0 h 420531"/>
                <a:gd name="connsiteX1" fmla="*/ 137724 w 1933116"/>
                <a:gd name="connsiteY1" fmla="*/ 76816 h 420531"/>
                <a:gd name="connsiteX2" fmla="*/ 302754 w 1933116"/>
                <a:gd name="connsiteY2" fmla="*/ 343715 h 420531"/>
                <a:gd name="connsiteX3" fmla="*/ 440478 w 1933116"/>
                <a:gd name="connsiteY3" fmla="*/ 420532 h 420531"/>
                <a:gd name="connsiteX4" fmla="*/ 1492638 w 1933116"/>
                <a:gd name="connsiteY4" fmla="*/ 420532 h 420531"/>
                <a:gd name="connsiteX5" fmla="*/ 1630362 w 1933116"/>
                <a:gd name="connsiteY5" fmla="*/ 343715 h 420531"/>
                <a:gd name="connsiteX6" fmla="*/ 1795393 w 1933116"/>
                <a:gd name="connsiteY6" fmla="*/ 76816 h 420531"/>
                <a:gd name="connsiteX7" fmla="*/ 1933116 w 1933116"/>
                <a:gd name="connsiteY7" fmla="*/ 0 h 420531"/>
                <a:gd name="connsiteX8" fmla="*/ 0 w 1933116"/>
                <a:gd name="connsiteY8" fmla="*/ 0 h 420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33116" h="420531">
                  <a:moveTo>
                    <a:pt x="0" y="0"/>
                  </a:moveTo>
                  <a:cubicBezTo>
                    <a:pt x="56158" y="0"/>
                    <a:pt x="108279" y="29088"/>
                    <a:pt x="137724" y="76816"/>
                  </a:cubicBezTo>
                  <a:lnTo>
                    <a:pt x="302754" y="343715"/>
                  </a:lnTo>
                  <a:cubicBezTo>
                    <a:pt x="332317" y="391444"/>
                    <a:pt x="384439" y="420532"/>
                    <a:pt x="440478" y="420532"/>
                  </a:cubicBezTo>
                  <a:lnTo>
                    <a:pt x="1492638" y="420532"/>
                  </a:lnTo>
                  <a:cubicBezTo>
                    <a:pt x="1548796" y="420532"/>
                    <a:pt x="1600917" y="391444"/>
                    <a:pt x="1630362" y="343715"/>
                  </a:cubicBezTo>
                  <a:lnTo>
                    <a:pt x="1795393" y="76816"/>
                  </a:lnTo>
                  <a:cubicBezTo>
                    <a:pt x="1824956" y="29088"/>
                    <a:pt x="1877077" y="0"/>
                    <a:pt x="1933116" y="0"/>
                  </a:cubicBez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101600" dist="76200" dir="2700000" algn="tl" rotWithShape="0">
                <a:schemeClr val="accent1">
                  <a:lumMod val="60000"/>
                  <a:lumOff val="40000"/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33" name="文本框 332"/>
            <p:cNvSpPr txBox="1"/>
            <p:nvPr/>
          </p:nvSpPr>
          <p:spPr>
            <a:xfrm>
              <a:off x="2570" y="1816"/>
              <a:ext cx="1791" cy="3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市场拓展翼</a:t>
              </a:r>
              <a:endPara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25" name="矩形: 圆角 324"/>
            <p:cNvSpPr/>
            <p:nvPr>
              <p:custDataLst>
                <p:tags r:id="rId6"/>
              </p:custDataLst>
            </p:nvPr>
          </p:nvSpPr>
          <p:spPr>
            <a:xfrm>
              <a:off x="1581" y="2581"/>
              <a:ext cx="3576" cy="601"/>
            </a:xfrm>
            <a:prstGeom prst="roundRect">
              <a:avLst>
                <a:gd name="adj" fmla="val 6500"/>
              </a:avLst>
            </a:prstGeom>
            <a:noFill/>
            <a:ln>
              <a:solidFill>
                <a:schemeClr val="accent1">
                  <a:lumMod val="60000"/>
                  <a:lumOff val="40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 sz="135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27" name="文本框 326"/>
            <p:cNvSpPr txBox="1"/>
            <p:nvPr/>
          </p:nvSpPr>
          <p:spPr>
            <a:xfrm>
              <a:off x="2672" y="2741"/>
              <a:ext cx="1689" cy="29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zh-CN" altLang="en-US" sz="12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积极开拓新市场</a:t>
              </a:r>
              <a:endParaRPr lang="zh-CN" altLang="en-US" sz="1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24" name="文本框 323"/>
            <p:cNvSpPr txBox="1"/>
            <p:nvPr/>
          </p:nvSpPr>
          <p:spPr>
            <a:xfrm>
              <a:off x="2386" y="3263"/>
              <a:ext cx="3211" cy="24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zh-CN" sz="10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市场占有率由</a:t>
              </a:r>
              <a:r>
                <a:rPr lang="en-US" altLang="zh-CN" sz="10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15%</a:t>
              </a:r>
              <a:r>
                <a:rPr lang="zh-CN" altLang="en-US" sz="10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提升至</a:t>
              </a:r>
              <a:r>
                <a:rPr lang="en-US" altLang="zh-CN" sz="10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25%</a:t>
              </a:r>
              <a:endParaRPr lang="en-US" altLang="zh-CN" sz="10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30" name="椭圆 329"/>
            <p:cNvSpPr/>
            <p:nvPr/>
          </p:nvSpPr>
          <p:spPr>
            <a:xfrm>
              <a:off x="1680" y="2530"/>
              <a:ext cx="704" cy="704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  <a:effectLst>
              <a:outerShdw blurRad="127000" dist="88900" dir="2700000" algn="tl" rotWithShape="0">
                <a:schemeClr val="accent1">
                  <a:lumMod val="60000"/>
                  <a:lumOff val="40000"/>
                  <a:alpha val="3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29" name="文本框 328"/>
            <p:cNvSpPr txBox="1"/>
            <p:nvPr/>
          </p:nvSpPr>
          <p:spPr>
            <a:xfrm>
              <a:off x="1850" y="2713"/>
              <a:ext cx="365" cy="33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1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01</a:t>
              </a:r>
              <a:endParaRPr lang="en-US" altLang="zh-CN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56" name="矩形: 圆角 1"/>
            <p:cNvSpPr/>
            <p:nvPr>
              <p:custDataLst>
                <p:tags r:id="rId7"/>
              </p:custDataLst>
            </p:nvPr>
          </p:nvSpPr>
          <p:spPr>
            <a:xfrm>
              <a:off x="1581" y="3655"/>
              <a:ext cx="3576" cy="601"/>
            </a:xfrm>
            <a:prstGeom prst="roundRect">
              <a:avLst>
                <a:gd name="adj" fmla="val 6500"/>
              </a:avLst>
            </a:prstGeom>
            <a:noFill/>
            <a:ln>
              <a:solidFill>
                <a:schemeClr val="accent1">
                  <a:lumMod val="60000"/>
                  <a:lumOff val="40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35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57" name="文本框 56"/>
            <p:cNvSpPr txBox="1"/>
            <p:nvPr/>
          </p:nvSpPr>
          <p:spPr>
            <a:xfrm>
              <a:off x="2672" y="3815"/>
              <a:ext cx="1689" cy="29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lvl="0" algn="l">
                <a:buClrTx/>
                <a:buSzTx/>
                <a:buFontTx/>
              </a:pPr>
              <a:r>
                <a:rPr lang="zh-CN" altLang="en-US" sz="12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渠道下沉与裂变</a:t>
              </a:r>
              <a:endParaRPr lang="zh-CN" altLang="en-US" sz="1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62" name="文本框 61"/>
            <p:cNvSpPr txBox="1"/>
            <p:nvPr/>
          </p:nvSpPr>
          <p:spPr>
            <a:xfrm>
              <a:off x="2386" y="4337"/>
              <a:ext cx="3211" cy="24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lvl="0" algn="l">
                <a:buClrTx/>
                <a:buSzTx/>
                <a:buFontTx/>
              </a:pPr>
              <a:r>
                <a:rPr lang="zh-CN" sz="10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直销</a:t>
              </a:r>
              <a:r>
                <a:rPr lang="en-US" altLang="zh-CN" sz="10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+</a:t>
              </a:r>
              <a:r>
                <a:rPr lang="zh-CN" sz="10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发展城市合伙人</a:t>
              </a:r>
              <a:r>
                <a:rPr lang="zh-CN" sz="10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模式推广</a:t>
              </a:r>
              <a:endParaRPr lang="zh-CN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65" name="椭圆 64"/>
            <p:cNvSpPr/>
            <p:nvPr/>
          </p:nvSpPr>
          <p:spPr>
            <a:xfrm>
              <a:off x="1680" y="3603"/>
              <a:ext cx="704" cy="704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  <a:effectLst>
              <a:outerShdw blurRad="127000" dist="88900" dir="2700000" algn="tl" rotWithShape="0">
                <a:schemeClr val="accent1">
                  <a:lumMod val="60000"/>
                  <a:lumOff val="40000"/>
                  <a:alpha val="3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66" name="文本框 65"/>
            <p:cNvSpPr txBox="1"/>
            <p:nvPr/>
          </p:nvSpPr>
          <p:spPr>
            <a:xfrm>
              <a:off x="1844" y="3786"/>
              <a:ext cx="376" cy="33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lIns="0" tIns="0" rIns="0" bIns="0" rtlCol="0">
              <a:sp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altLang="zh-CN" sz="1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02</a:t>
              </a:r>
              <a:endParaRPr lang="en-US" altLang="zh-CN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67" name="矩形: 圆角 15"/>
            <p:cNvSpPr/>
            <p:nvPr>
              <p:custDataLst>
                <p:tags r:id="rId8"/>
              </p:custDataLst>
            </p:nvPr>
          </p:nvSpPr>
          <p:spPr>
            <a:xfrm>
              <a:off x="1581" y="4688"/>
              <a:ext cx="3576" cy="601"/>
            </a:xfrm>
            <a:prstGeom prst="roundRect">
              <a:avLst>
                <a:gd name="adj" fmla="val 6500"/>
              </a:avLst>
            </a:prstGeom>
            <a:noFill/>
            <a:ln>
              <a:solidFill>
                <a:schemeClr val="accent1">
                  <a:lumMod val="60000"/>
                  <a:lumOff val="40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35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68" name="文本框 67"/>
            <p:cNvSpPr txBox="1"/>
            <p:nvPr/>
          </p:nvSpPr>
          <p:spPr>
            <a:xfrm>
              <a:off x="2672" y="4849"/>
              <a:ext cx="1982" cy="29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lvl="0" algn="l">
                <a:buClrTx/>
                <a:buSzTx/>
                <a:buFontTx/>
              </a:pPr>
              <a:r>
                <a:rPr lang="zh-CN" altLang="en-US" sz="12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存</a:t>
              </a:r>
              <a:r>
                <a:rPr lang="zh-CN" altLang="en-US" sz="12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量客户深度挖掘</a:t>
              </a:r>
              <a:endParaRPr lang="zh-CN" altLang="en-US" sz="1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69" name="文本框 68"/>
            <p:cNvSpPr txBox="1"/>
            <p:nvPr/>
          </p:nvSpPr>
          <p:spPr>
            <a:xfrm>
              <a:off x="2386" y="5370"/>
              <a:ext cx="3211" cy="24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lvl="0" algn="l">
                <a:buClrTx/>
                <a:buSzTx/>
                <a:buFontTx/>
              </a:pPr>
              <a:r>
                <a:rPr lang="zh-CN" sz="10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推出</a:t>
              </a:r>
              <a:r>
                <a:rPr lang="zh-CN" sz="10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“</a:t>
              </a:r>
              <a:r>
                <a:rPr lang="zh-CN" sz="10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老带新</a:t>
              </a:r>
              <a:r>
                <a:rPr lang="zh-CN" sz="10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”</a:t>
              </a:r>
              <a:r>
                <a:rPr lang="zh-CN" sz="10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激励计划</a:t>
              </a:r>
              <a:endParaRPr lang="zh-CN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70" name="椭圆 69"/>
            <p:cNvSpPr/>
            <p:nvPr/>
          </p:nvSpPr>
          <p:spPr>
            <a:xfrm>
              <a:off x="1680" y="4636"/>
              <a:ext cx="704" cy="704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  <a:effectLst>
              <a:outerShdw blurRad="127000" dist="88900" dir="2700000" algn="tl" rotWithShape="0">
                <a:schemeClr val="accent1">
                  <a:lumMod val="60000"/>
                  <a:lumOff val="40000"/>
                  <a:alpha val="3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74" name="文本框 73"/>
            <p:cNvSpPr txBox="1"/>
            <p:nvPr/>
          </p:nvSpPr>
          <p:spPr>
            <a:xfrm>
              <a:off x="1847" y="4819"/>
              <a:ext cx="370" cy="33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lIns="0" tIns="0" rIns="0" bIns="0" rtlCol="0">
              <a:sp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altLang="zh-CN" sz="1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03</a:t>
              </a:r>
              <a:endParaRPr lang="en-US" altLang="zh-CN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sp>
        <p:nvSpPr>
          <p:cNvPr id="213" name="Freeform 9"/>
          <p:cNvSpPr/>
          <p:nvPr/>
        </p:nvSpPr>
        <p:spPr bwMode="auto">
          <a:xfrm>
            <a:off x="4267200" y="3715763"/>
            <a:ext cx="3578225" cy="1164199"/>
          </a:xfrm>
          <a:custGeom>
            <a:avLst/>
            <a:gdLst>
              <a:gd name="T0" fmla="*/ 6539 w 6655"/>
              <a:gd name="T1" fmla="*/ 1210 h 1651"/>
              <a:gd name="T2" fmla="*/ 6418 w 6655"/>
              <a:gd name="T3" fmla="*/ 967 h 1651"/>
              <a:gd name="T4" fmla="*/ 6418 w 6655"/>
              <a:gd name="T5" fmla="*/ 967 h 1651"/>
              <a:gd name="T6" fmla="*/ 6398 w 6655"/>
              <a:gd name="T7" fmla="*/ 927 h 1651"/>
              <a:gd name="T8" fmla="*/ 6227 w 6655"/>
              <a:gd name="T9" fmla="*/ 582 h 1651"/>
              <a:gd name="T10" fmla="*/ 6073 w 6655"/>
              <a:gd name="T11" fmla="*/ 270 h 1651"/>
              <a:gd name="T12" fmla="*/ 5939 w 6655"/>
              <a:gd name="T13" fmla="*/ 0 h 1651"/>
              <a:gd name="T14" fmla="*/ 5845 w 6655"/>
              <a:gd name="T15" fmla="*/ 10 h 1651"/>
              <a:gd name="T16" fmla="*/ 3308 w 6655"/>
              <a:gd name="T17" fmla="*/ 114 h 1651"/>
              <a:gd name="T18" fmla="*/ 772 w 6655"/>
              <a:gd name="T19" fmla="*/ 10 h 1651"/>
              <a:gd name="T20" fmla="*/ 714 w 6655"/>
              <a:gd name="T21" fmla="*/ 4 h 1651"/>
              <a:gd name="T22" fmla="*/ 270 w 6655"/>
              <a:gd name="T23" fmla="*/ 901 h 1651"/>
              <a:gd name="T24" fmla="*/ 237 w 6655"/>
              <a:gd name="T25" fmla="*/ 967 h 1651"/>
              <a:gd name="T26" fmla="*/ 237 w 6655"/>
              <a:gd name="T27" fmla="*/ 967 h 1651"/>
              <a:gd name="T28" fmla="*/ 0 w 6655"/>
              <a:gd name="T29" fmla="*/ 1446 h 1651"/>
              <a:gd name="T30" fmla="*/ 21 w 6655"/>
              <a:gd name="T31" fmla="*/ 1450 h 1651"/>
              <a:gd name="T32" fmla="*/ 3328 w 6655"/>
              <a:gd name="T33" fmla="*/ 1651 h 1651"/>
              <a:gd name="T34" fmla="*/ 6634 w 6655"/>
              <a:gd name="T35" fmla="*/ 1450 h 1651"/>
              <a:gd name="T36" fmla="*/ 6655 w 6655"/>
              <a:gd name="T37" fmla="*/ 1446 h 1651"/>
              <a:gd name="T38" fmla="*/ 6539 w 6655"/>
              <a:gd name="T39" fmla="*/ 1210 h 16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5635" h="1833">
                <a:moveTo>
                  <a:pt x="5537" y="1335"/>
                </a:moveTo>
                <a:lnTo>
                  <a:pt x="5434" y="1060"/>
                </a:lnTo>
                <a:lnTo>
                  <a:pt x="5417" y="1015"/>
                </a:lnTo>
                <a:lnTo>
                  <a:pt x="5273" y="625"/>
                </a:lnTo>
                <a:lnTo>
                  <a:pt x="5142" y="273"/>
                </a:lnTo>
                <a:lnTo>
                  <a:pt x="5041" y="0"/>
                </a:lnTo>
                <a:lnTo>
                  <a:pt x="5037" y="1"/>
                </a:lnTo>
                <a:lnTo>
                  <a:pt x="5040" y="6"/>
                </a:lnTo>
                <a:lnTo>
                  <a:pt x="5042" y="13"/>
                </a:lnTo>
                <a:lnTo>
                  <a:pt x="5043" y="20"/>
                </a:lnTo>
                <a:lnTo>
                  <a:pt x="5042" y="27"/>
                </a:lnTo>
                <a:lnTo>
                  <a:pt x="5040" y="34"/>
                </a:lnTo>
                <a:lnTo>
                  <a:pt x="5036" y="41"/>
                </a:lnTo>
                <a:cubicBezTo>
                  <a:pt x="4984" y="181"/>
                  <a:pt x="3876" y="291"/>
                  <a:pt x="2812" y="287"/>
                </a:cubicBezTo>
                <a:cubicBezTo>
                  <a:pt x="1621" y="292"/>
                  <a:pt x="640" y="166"/>
                  <a:pt x="588" y="41"/>
                </a:cubicBezTo>
                <a:lnTo>
                  <a:pt x="584" y="34"/>
                </a:lnTo>
                <a:lnTo>
                  <a:pt x="583" y="31"/>
                </a:lnTo>
                <a:lnTo>
                  <a:pt x="229" y="986"/>
                </a:lnTo>
                <a:lnTo>
                  <a:pt x="201" y="1060"/>
                </a:lnTo>
                <a:lnTo>
                  <a:pt x="0" y="1602"/>
                </a:lnTo>
                <a:cubicBezTo>
                  <a:pt x="518" y="1740"/>
                  <a:pt x="1814" y="1837"/>
                  <a:pt x="2767" y="1833"/>
                </a:cubicBezTo>
                <a:lnTo>
                  <a:pt x="2818" y="1833"/>
                </a:lnTo>
                <a:lnTo>
                  <a:pt x="2874" y="1833"/>
                </a:lnTo>
                <a:lnTo>
                  <a:pt x="2930" y="1833"/>
                </a:lnTo>
                <a:cubicBezTo>
                  <a:pt x="4069" y="1835"/>
                  <a:pt x="5209" y="1710"/>
                  <a:pt x="5635" y="1602"/>
                </a:cubicBezTo>
                <a:lnTo>
                  <a:pt x="5537" y="1335"/>
                </a:lnTo>
                <a:close/>
              </a:path>
            </a:pathLst>
          </a:custGeom>
          <a:gradFill flip="none" rotWithShape="1">
            <a:gsLst>
              <a:gs pos="0">
                <a:schemeClr val="accent5">
                  <a:lumMod val="60000"/>
                  <a:lumOff val="40000"/>
                </a:schemeClr>
              </a:gs>
              <a:gs pos="78000">
                <a:schemeClr val="accent5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微软雅黑" panose="020B0503020204020204" charset="-122"/>
              <a:sym typeface="+mn-lt"/>
            </a:endParaRPr>
          </a:p>
        </p:txBody>
      </p:sp>
      <p:sp>
        <p:nvSpPr>
          <p:cNvPr id="215" name="任意多边形 214"/>
          <p:cNvSpPr/>
          <p:nvPr/>
        </p:nvSpPr>
        <p:spPr>
          <a:xfrm>
            <a:off x="4235450" y="4716145"/>
            <a:ext cx="3621600" cy="368300"/>
          </a:xfrm>
          <a:custGeom>
            <a:avLst/>
            <a:gdLst>
              <a:gd name="connsiteX0" fmla="*/ 0 w 5680"/>
              <a:gd name="connsiteY0" fmla="*/ 237 h 473"/>
              <a:gd name="connsiteX1" fmla="*/ 2849 w 5680"/>
              <a:gd name="connsiteY1" fmla="*/ 0 h 473"/>
              <a:gd name="connsiteX2" fmla="*/ 5680 w 5680"/>
              <a:gd name="connsiteY2" fmla="*/ 214 h 473"/>
              <a:gd name="connsiteX3" fmla="*/ 2849 w 5680"/>
              <a:gd name="connsiteY3" fmla="*/ 473 h 473"/>
              <a:gd name="connsiteX4" fmla="*/ 0 w 5680"/>
              <a:gd name="connsiteY4" fmla="*/ 237 h 4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80" h="473">
                <a:moveTo>
                  <a:pt x="0" y="237"/>
                </a:moveTo>
                <a:cubicBezTo>
                  <a:pt x="0" y="106"/>
                  <a:pt x="1275" y="0"/>
                  <a:pt x="2849" y="0"/>
                </a:cubicBezTo>
                <a:cubicBezTo>
                  <a:pt x="4422" y="0"/>
                  <a:pt x="5647" y="85"/>
                  <a:pt x="5680" y="214"/>
                </a:cubicBezTo>
                <a:cubicBezTo>
                  <a:pt x="5704" y="310"/>
                  <a:pt x="4422" y="473"/>
                  <a:pt x="2849" y="473"/>
                </a:cubicBezTo>
                <a:cubicBezTo>
                  <a:pt x="1275" y="473"/>
                  <a:pt x="0" y="367"/>
                  <a:pt x="0" y="237"/>
                </a:cubicBezTo>
                <a:close/>
              </a:path>
            </a:pathLst>
          </a:custGeom>
          <a:gradFill flip="none" rotWithShape="1">
            <a:gsLst>
              <a:gs pos="0">
                <a:schemeClr val="accent5">
                  <a:lumMod val="60000"/>
                  <a:lumOff val="40000"/>
                  <a:alpha val="44000"/>
                </a:schemeClr>
              </a:gs>
              <a:gs pos="88000">
                <a:schemeClr val="accent5">
                  <a:lumMod val="60000"/>
                  <a:lumOff val="40000"/>
                  <a:alpha val="0"/>
                </a:schemeClr>
              </a:gs>
            </a:gsLst>
            <a:lin ang="16200000" scaled="1"/>
            <a:tileRect/>
          </a:gradFill>
          <a:ln w="19050">
            <a:gradFill>
              <a:gsLst>
                <a:gs pos="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5400000" scaled="1"/>
            </a:gradFill>
          </a:ln>
          <a:scene3d>
            <a:camera prst="orthographicFront"/>
            <a:lightRig rig="threePt" dir="t"/>
          </a:scene3d>
          <a:sp3d extrusionH="5715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  <p:grpSp>
        <p:nvGrpSpPr>
          <p:cNvPr id="216" name="组合 215"/>
          <p:cNvGrpSpPr/>
          <p:nvPr/>
        </p:nvGrpSpPr>
        <p:grpSpPr>
          <a:xfrm>
            <a:off x="8242935" y="1259205"/>
            <a:ext cx="2987675" cy="2468880"/>
            <a:chOff x="1113" y="1724"/>
            <a:chExt cx="4705" cy="3888"/>
          </a:xfrm>
        </p:grpSpPr>
        <p:sp>
          <p:nvSpPr>
            <p:cNvPr id="217" name="矩形: 圆顶角 5"/>
            <p:cNvSpPr/>
            <p:nvPr>
              <p:custDataLst>
                <p:tags r:id="rId9"/>
              </p:custDataLst>
            </p:nvPr>
          </p:nvSpPr>
          <p:spPr>
            <a:xfrm>
              <a:off x="1113" y="1724"/>
              <a:ext cx="4705" cy="3787"/>
            </a:xfrm>
            <a:prstGeom prst="round2SameRect">
              <a:avLst>
                <a:gd name="adj1" fmla="val 3698"/>
                <a:gd name="adj2" fmla="val 0"/>
              </a:avLst>
            </a:prstGeom>
            <a:solidFill>
              <a:schemeClr val="bg1"/>
            </a:solidFill>
            <a:ln w="19050"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>
                      <a:lumMod val="60000"/>
                      <a:lumOff val="40000"/>
                      <a:alpha val="0"/>
                    </a:schemeClr>
                  </a:gs>
                </a:gsLst>
                <a:lin ang="5400000" scaled="1"/>
              </a:gra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6868" tIns="43434" rIns="86868" bIns="43434" rtlCol="0" anchor="ctr"/>
            <a:lstStyle/>
            <a:p>
              <a:pPr algn="ctr"/>
              <a:endParaRPr lang="zh-CN" altLang="en-US" sz="171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18" name="PA-任意多边形 2264"/>
            <p:cNvSpPr/>
            <p:nvPr>
              <p:custDataLst>
                <p:tags r:id="rId10"/>
              </p:custDataLst>
            </p:nvPr>
          </p:nvSpPr>
          <p:spPr>
            <a:xfrm>
              <a:off x="1489" y="1724"/>
              <a:ext cx="3955" cy="570"/>
            </a:xfrm>
            <a:custGeom>
              <a:avLst/>
              <a:gdLst>
                <a:gd name="connsiteX0" fmla="*/ 0 w 1933116"/>
                <a:gd name="connsiteY0" fmla="*/ 0 h 420531"/>
                <a:gd name="connsiteX1" fmla="*/ 137724 w 1933116"/>
                <a:gd name="connsiteY1" fmla="*/ 76816 h 420531"/>
                <a:gd name="connsiteX2" fmla="*/ 302754 w 1933116"/>
                <a:gd name="connsiteY2" fmla="*/ 343715 h 420531"/>
                <a:gd name="connsiteX3" fmla="*/ 440478 w 1933116"/>
                <a:gd name="connsiteY3" fmla="*/ 420532 h 420531"/>
                <a:gd name="connsiteX4" fmla="*/ 1492638 w 1933116"/>
                <a:gd name="connsiteY4" fmla="*/ 420532 h 420531"/>
                <a:gd name="connsiteX5" fmla="*/ 1630362 w 1933116"/>
                <a:gd name="connsiteY5" fmla="*/ 343715 h 420531"/>
                <a:gd name="connsiteX6" fmla="*/ 1795393 w 1933116"/>
                <a:gd name="connsiteY6" fmla="*/ 76816 h 420531"/>
                <a:gd name="connsiteX7" fmla="*/ 1933116 w 1933116"/>
                <a:gd name="connsiteY7" fmla="*/ 0 h 420531"/>
                <a:gd name="connsiteX8" fmla="*/ 0 w 1933116"/>
                <a:gd name="connsiteY8" fmla="*/ 0 h 420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33116" h="420531">
                  <a:moveTo>
                    <a:pt x="0" y="0"/>
                  </a:moveTo>
                  <a:cubicBezTo>
                    <a:pt x="56158" y="0"/>
                    <a:pt x="108279" y="29088"/>
                    <a:pt x="137724" y="76816"/>
                  </a:cubicBezTo>
                  <a:lnTo>
                    <a:pt x="302754" y="343715"/>
                  </a:lnTo>
                  <a:cubicBezTo>
                    <a:pt x="332317" y="391444"/>
                    <a:pt x="384439" y="420532"/>
                    <a:pt x="440478" y="420532"/>
                  </a:cubicBezTo>
                  <a:lnTo>
                    <a:pt x="1492638" y="420532"/>
                  </a:lnTo>
                  <a:cubicBezTo>
                    <a:pt x="1548796" y="420532"/>
                    <a:pt x="1600917" y="391444"/>
                    <a:pt x="1630362" y="343715"/>
                  </a:cubicBezTo>
                  <a:lnTo>
                    <a:pt x="1795393" y="76816"/>
                  </a:lnTo>
                  <a:cubicBezTo>
                    <a:pt x="1824956" y="29088"/>
                    <a:pt x="1877077" y="0"/>
                    <a:pt x="1933116" y="0"/>
                  </a:cubicBez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101600" dist="76200" dir="2700000" algn="tl" rotWithShape="0">
                <a:schemeClr val="accent1">
                  <a:lumMod val="60000"/>
                  <a:lumOff val="40000"/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19" name="文本框 218"/>
            <p:cNvSpPr txBox="1"/>
            <p:nvPr/>
          </p:nvSpPr>
          <p:spPr>
            <a:xfrm>
              <a:off x="2570" y="1816"/>
              <a:ext cx="1791" cy="3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产品创新翼</a:t>
              </a:r>
              <a:endPara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20" name="矩形: 圆角 324"/>
            <p:cNvSpPr/>
            <p:nvPr>
              <p:custDataLst>
                <p:tags r:id="rId11"/>
              </p:custDataLst>
            </p:nvPr>
          </p:nvSpPr>
          <p:spPr>
            <a:xfrm>
              <a:off x="1581" y="2581"/>
              <a:ext cx="3576" cy="601"/>
            </a:xfrm>
            <a:prstGeom prst="roundRect">
              <a:avLst>
                <a:gd name="adj" fmla="val 6500"/>
              </a:avLst>
            </a:prstGeom>
            <a:noFill/>
            <a:ln>
              <a:solidFill>
                <a:schemeClr val="accent1">
                  <a:lumMod val="60000"/>
                  <a:lumOff val="40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 sz="135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21" name="文本框 220"/>
            <p:cNvSpPr txBox="1"/>
            <p:nvPr/>
          </p:nvSpPr>
          <p:spPr>
            <a:xfrm>
              <a:off x="2672" y="2741"/>
              <a:ext cx="1988" cy="29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zh-CN" altLang="en-US" sz="12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打造爆品钩子引流</a:t>
              </a:r>
              <a:endParaRPr lang="zh-CN" altLang="en-US" sz="1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22" name="文本框 221"/>
            <p:cNvSpPr txBox="1"/>
            <p:nvPr/>
          </p:nvSpPr>
          <p:spPr>
            <a:xfrm>
              <a:off x="2470" y="3263"/>
              <a:ext cx="3211" cy="24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lvl="0" algn="l">
                <a:buClrTx/>
                <a:buSzTx/>
                <a:buFontTx/>
              </a:pPr>
              <a:r>
                <a:rPr lang="zh-CN" altLang="en-US" sz="10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通过极致性价比吸引海量新用户</a:t>
              </a:r>
              <a:endParaRPr lang="zh-CN" altLang="en-US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223" name="椭圆 222"/>
            <p:cNvSpPr/>
            <p:nvPr/>
          </p:nvSpPr>
          <p:spPr>
            <a:xfrm>
              <a:off x="1680" y="2530"/>
              <a:ext cx="704" cy="704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  <a:effectLst>
              <a:outerShdw blurRad="127000" dist="88900" dir="2700000" algn="tl" rotWithShape="0">
                <a:schemeClr val="accent1">
                  <a:lumMod val="60000"/>
                  <a:lumOff val="40000"/>
                  <a:alpha val="3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24" name="文本框 223"/>
            <p:cNvSpPr txBox="1"/>
            <p:nvPr/>
          </p:nvSpPr>
          <p:spPr>
            <a:xfrm>
              <a:off x="1850" y="2713"/>
              <a:ext cx="365" cy="33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1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01</a:t>
              </a:r>
              <a:endParaRPr lang="en-US" altLang="zh-CN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25" name="矩形: 圆角 1"/>
            <p:cNvSpPr/>
            <p:nvPr>
              <p:custDataLst>
                <p:tags r:id="rId12"/>
              </p:custDataLst>
            </p:nvPr>
          </p:nvSpPr>
          <p:spPr>
            <a:xfrm>
              <a:off x="1581" y="3655"/>
              <a:ext cx="3576" cy="601"/>
            </a:xfrm>
            <a:prstGeom prst="roundRect">
              <a:avLst>
                <a:gd name="adj" fmla="val 6500"/>
              </a:avLst>
            </a:prstGeom>
            <a:noFill/>
            <a:ln>
              <a:solidFill>
                <a:schemeClr val="accent1">
                  <a:lumMod val="60000"/>
                  <a:lumOff val="40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35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226" name="文本框 225"/>
            <p:cNvSpPr txBox="1"/>
            <p:nvPr/>
          </p:nvSpPr>
          <p:spPr>
            <a:xfrm>
              <a:off x="2672" y="3815"/>
              <a:ext cx="1988" cy="29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lvl="0" algn="l">
                <a:buClrTx/>
                <a:buSzTx/>
                <a:buFontTx/>
              </a:pPr>
              <a:r>
                <a:rPr lang="zh-CN" altLang="en-US" sz="12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推出</a:t>
              </a:r>
              <a:r>
                <a:rPr lang="en-US" altLang="zh-CN" sz="12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“</a:t>
              </a:r>
              <a:r>
                <a:rPr lang="zh-CN" altLang="en-US" sz="12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高定服务包</a:t>
              </a:r>
              <a:r>
                <a:rPr lang="en-US" altLang="zh-CN" sz="12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”</a:t>
              </a:r>
              <a:endParaRPr lang="en-US" altLang="zh-CN" sz="1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227" name="文本框 226"/>
            <p:cNvSpPr txBox="1"/>
            <p:nvPr/>
          </p:nvSpPr>
          <p:spPr>
            <a:xfrm>
              <a:off x="2470" y="4337"/>
              <a:ext cx="3211" cy="24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lvl="0" algn="l">
                <a:buClrTx/>
                <a:buSzTx/>
                <a:buFontTx/>
              </a:pPr>
              <a:r>
                <a:rPr lang="zh-CN" altLang="en-US" sz="10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中高端客户的定制化服务模块</a:t>
              </a:r>
              <a:endParaRPr lang="zh-CN" altLang="en-US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228" name="椭圆 227"/>
            <p:cNvSpPr/>
            <p:nvPr/>
          </p:nvSpPr>
          <p:spPr>
            <a:xfrm>
              <a:off x="1680" y="3603"/>
              <a:ext cx="704" cy="704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  <a:effectLst>
              <a:outerShdw blurRad="127000" dist="88900" dir="2700000" algn="tl" rotWithShape="0">
                <a:schemeClr val="accent1">
                  <a:lumMod val="60000"/>
                  <a:lumOff val="40000"/>
                  <a:alpha val="3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229" name="文本框 228"/>
            <p:cNvSpPr txBox="1"/>
            <p:nvPr/>
          </p:nvSpPr>
          <p:spPr>
            <a:xfrm>
              <a:off x="1844" y="3786"/>
              <a:ext cx="376" cy="33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lIns="0" tIns="0" rIns="0" bIns="0" rtlCol="0">
              <a:sp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altLang="zh-CN" sz="1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02</a:t>
              </a:r>
              <a:endParaRPr lang="en-US" altLang="zh-CN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230" name="矩形: 圆角 15"/>
            <p:cNvSpPr/>
            <p:nvPr>
              <p:custDataLst>
                <p:tags r:id="rId13"/>
              </p:custDataLst>
            </p:nvPr>
          </p:nvSpPr>
          <p:spPr>
            <a:xfrm>
              <a:off x="1581" y="4688"/>
              <a:ext cx="3576" cy="601"/>
            </a:xfrm>
            <a:prstGeom prst="roundRect">
              <a:avLst>
                <a:gd name="adj" fmla="val 6500"/>
              </a:avLst>
            </a:prstGeom>
            <a:noFill/>
            <a:ln>
              <a:solidFill>
                <a:schemeClr val="accent1">
                  <a:lumMod val="60000"/>
                  <a:lumOff val="40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35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231" name="文本框 230"/>
            <p:cNvSpPr txBox="1"/>
            <p:nvPr/>
          </p:nvSpPr>
          <p:spPr>
            <a:xfrm>
              <a:off x="2672" y="4849"/>
              <a:ext cx="2164" cy="29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lvl="0" algn="l">
                <a:buClrTx/>
                <a:buSzTx/>
                <a:buFontTx/>
              </a:pPr>
              <a:r>
                <a:rPr lang="zh-CN" altLang="en-US" sz="12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技术复用与跨界创新</a:t>
              </a:r>
              <a:endParaRPr lang="zh-CN" altLang="en-US" sz="1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232" name="文本框 231"/>
            <p:cNvSpPr txBox="1"/>
            <p:nvPr/>
          </p:nvSpPr>
          <p:spPr>
            <a:xfrm>
              <a:off x="2470" y="5370"/>
              <a:ext cx="3211" cy="24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lvl="0" algn="l">
                <a:buClrTx/>
                <a:buSzTx/>
                <a:buFontTx/>
              </a:pPr>
              <a:r>
                <a:rPr lang="zh-CN" altLang="en-US" sz="10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核心技术模块打包对外授权</a:t>
              </a:r>
              <a:endParaRPr lang="zh-CN" altLang="en-US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233" name="椭圆 232"/>
            <p:cNvSpPr/>
            <p:nvPr/>
          </p:nvSpPr>
          <p:spPr>
            <a:xfrm>
              <a:off x="1680" y="4636"/>
              <a:ext cx="704" cy="704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  <a:effectLst>
              <a:outerShdw blurRad="127000" dist="88900" dir="2700000" algn="tl" rotWithShape="0">
                <a:schemeClr val="accent1">
                  <a:lumMod val="60000"/>
                  <a:lumOff val="40000"/>
                  <a:alpha val="3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234" name="文本框 233"/>
            <p:cNvSpPr txBox="1"/>
            <p:nvPr/>
          </p:nvSpPr>
          <p:spPr>
            <a:xfrm>
              <a:off x="1847" y="4819"/>
              <a:ext cx="370" cy="33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lIns="0" tIns="0" rIns="0" bIns="0" rtlCol="0">
              <a:sp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altLang="zh-CN" sz="1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03</a:t>
              </a:r>
              <a:endParaRPr lang="en-US" altLang="zh-CN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sp>
        <p:nvSpPr>
          <p:cNvPr id="236" name="PA-弧形 76"/>
          <p:cNvSpPr/>
          <p:nvPr>
            <p:custDataLst>
              <p:tags r:id="rId14"/>
            </p:custDataLst>
          </p:nvPr>
        </p:nvSpPr>
        <p:spPr>
          <a:xfrm>
            <a:off x="4859020" y="1266825"/>
            <a:ext cx="2428875" cy="2428875"/>
          </a:xfrm>
          <a:prstGeom prst="arc">
            <a:avLst>
              <a:gd name="adj1" fmla="val 13559932"/>
              <a:gd name="adj2" fmla="val 18630972"/>
            </a:avLst>
          </a:prstGeom>
          <a:noFill/>
          <a:ln w="22860" cap="flat" cmpd="sng" algn="ctr">
            <a:gradFill>
              <a:gsLst>
                <a:gs pos="100000">
                  <a:schemeClr val="accent5"/>
                </a:gs>
                <a:gs pos="0">
                  <a:schemeClr val="accent5">
                    <a:lumMod val="20000"/>
                    <a:lumOff val="80000"/>
                  </a:schemeClr>
                </a:gs>
              </a:gsLst>
              <a:lin ang="0" scaled="1"/>
            </a:gradFill>
            <a:prstDash val="solid"/>
            <a:miter lim="800000"/>
            <a:headEnd type="none" w="lg" len="lg"/>
            <a:tailEnd type="triangle" w="med" len="lg"/>
          </a:ln>
          <a:effectLst/>
        </p:spPr>
        <p:txBody>
          <a:bodyPr lIns="54864" tIns="27432" rIns="54864" bIns="27432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endParaRPr kumimoji="0" lang="zh-CN" altLang="en-US" sz="24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37" name="等腰三角形 236"/>
          <p:cNvSpPr/>
          <p:nvPr/>
        </p:nvSpPr>
        <p:spPr>
          <a:xfrm rot="5400000" flipH="1">
            <a:off x="7094855" y="2370455"/>
            <a:ext cx="291465" cy="205740"/>
          </a:xfrm>
          <a:prstGeom prst="triangl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  <a:effectLst>
            <a:outerShdw blurRad="127000" dist="88900" dir="2700000" algn="tl" rotWithShape="0">
              <a:schemeClr val="accent1">
                <a:lumMod val="50000"/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43" name="等腰三角形 242"/>
          <p:cNvSpPr/>
          <p:nvPr/>
        </p:nvSpPr>
        <p:spPr>
          <a:xfrm rot="16200000">
            <a:off x="4755515" y="2370455"/>
            <a:ext cx="291465" cy="205740"/>
          </a:xfrm>
          <a:prstGeom prst="triangl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  <a:effectLst>
            <a:outerShdw blurRad="127000" dist="88900" dir="2700000" algn="tl" rotWithShape="0">
              <a:schemeClr val="accent1">
                <a:lumMod val="50000"/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4" name="椭圆 243"/>
          <p:cNvSpPr/>
          <p:nvPr/>
        </p:nvSpPr>
        <p:spPr>
          <a:xfrm>
            <a:off x="4987925" y="1404620"/>
            <a:ext cx="2157730" cy="2157730"/>
          </a:xfrm>
          <a:prstGeom prst="ellipse">
            <a:avLst/>
          </a:prstGeom>
          <a:gradFill>
            <a:gsLst>
              <a:gs pos="0">
                <a:schemeClr val="bg1"/>
              </a:gs>
              <a:gs pos="85000">
                <a:schemeClr val="bg1">
                  <a:alpha val="0"/>
                </a:schemeClr>
              </a:gs>
              <a:gs pos="62000">
                <a:schemeClr val="bg1"/>
              </a:gs>
            </a:gsLst>
            <a:lin ang="5400000" scaled="1"/>
          </a:gradFill>
          <a:ln>
            <a:gradFill>
              <a:gsLst>
                <a:gs pos="0">
                  <a:schemeClr val="accent5">
                    <a:lumMod val="60000"/>
                    <a:lumOff val="40000"/>
                  </a:schemeClr>
                </a:gs>
                <a:gs pos="97000">
                  <a:schemeClr val="accent5">
                    <a:lumMod val="20000"/>
                    <a:lumOff val="80000"/>
                    <a:alpha val="0"/>
                  </a:schemeClr>
                </a:gs>
              </a:gsLst>
              <a:lin ang="5400000" scaled="1"/>
            </a:gradFill>
          </a:ln>
          <a:effectLst>
            <a:outerShdw blurRad="279400" sx="102000" sy="102000" algn="ctr" rotWithShape="0">
              <a:schemeClr val="accent5">
                <a:lumMod val="60000"/>
                <a:lumOff val="40000"/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45" name="显眼包PPT1-2"/>
          <p:cNvSpPr/>
          <p:nvPr/>
        </p:nvSpPr>
        <p:spPr>
          <a:xfrm>
            <a:off x="5280222" y="1674343"/>
            <a:ext cx="1618222" cy="1618222"/>
          </a:xfrm>
          <a:prstGeom prst="ellipse">
            <a:avLst/>
          </a:prstGeom>
          <a:gradFill flip="none" rotWithShape="1">
            <a:gsLst>
              <a:gs pos="15000">
                <a:schemeClr val="accent5">
                  <a:lumMod val="60000"/>
                  <a:lumOff val="40000"/>
                </a:schemeClr>
              </a:gs>
              <a:gs pos="67000">
                <a:schemeClr val="accent5"/>
              </a:gs>
            </a:gsLst>
            <a:lin ang="2700000" scaled="1"/>
            <a:tileRect/>
          </a:gradFill>
          <a:ln>
            <a:noFill/>
          </a:ln>
          <a:effectLst>
            <a:innerShdw blurRad="304800">
              <a:schemeClr val="accent5">
                <a:lumMod val="60000"/>
                <a:lumOff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6" name="文本框 245"/>
          <p:cNvSpPr txBox="1"/>
          <p:nvPr/>
        </p:nvSpPr>
        <p:spPr>
          <a:xfrm>
            <a:off x="5426075" y="2143760"/>
            <a:ext cx="1249045" cy="384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5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1000</a:t>
            </a:r>
            <a:r>
              <a:rPr lang="zh-CN" altLang="en-US" sz="25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</a:t>
            </a:r>
            <a:endParaRPr lang="zh-CN" altLang="en-US" sz="25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7" name="文本框 246"/>
          <p:cNvSpPr txBox="1"/>
          <p:nvPr/>
        </p:nvSpPr>
        <p:spPr>
          <a:xfrm>
            <a:off x="5426075" y="2556510"/>
            <a:ext cx="1295400" cy="2152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核心盈利目标</a:t>
            </a:r>
            <a:endParaRPr lang="zh-CN" sz="1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60" name="组合 259"/>
          <p:cNvGrpSpPr/>
          <p:nvPr/>
        </p:nvGrpSpPr>
        <p:grpSpPr>
          <a:xfrm>
            <a:off x="3982099" y="5004435"/>
            <a:ext cx="4092561" cy="305482"/>
            <a:chOff x="6271" y="7749"/>
            <a:chExt cx="6445" cy="481"/>
          </a:xfrm>
        </p:grpSpPr>
        <p:sp>
          <p:nvSpPr>
            <p:cNvPr id="252" name="文本框 251"/>
            <p:cNvSpPr txBox="1"/>
            <p:nvPr/>
          </p:nvSpPr>
          <p:spPr>
            <a:xfrm rot="180000">
              <a:off x="6271" y="7770"/>
              <a:ext cx="2004" cy="410"/>
            </a:xfrm>
            <a:prstGeom prst="rect">
              <a:avLst/>
            </a:prstGeom>
            <a:noFill/>
          </p:spPr>
          <p:txBody>
            <a:bodyPr wrap="square">
              <a:prstTxWarp prst="textArchDown">
                <a:avLst>
                  <a:gd name="adj" fmla="val 157903"/>
                </a:avLst>
              </a:prstTxWarp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rPr>
                <a:t>产品模块化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53" name="文本框 252"/>
            <p:cNvSpPr txBox="1"/>
            <p:nvPr/>
          </p:nvSpPr>
          <p:spPr>
            <a:xfrm>
              <a:off x="7721" y="7917"/>
              <a:ext cx="2003" cy="308"/>
            </a:xfrm>
            <a:prstGeom prst="rect">
              <a:avLst/>
            </a:prstGeom>
            <a:noFill/>
          </p:spPr>
          <p:txBody>
            <a:bodyPr wrap="square">
              <a:prstTxWarp prst="textArchDown">
                <a:avLst>
                  <a:gd name="adj" fmla="val 528974"/>
                </a:avLst>
              </a:prstTxWarp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rPr>
                <a:t>数据中台化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54" name="文本框 253"/>
            <p:cNvSpPr txBox="1"/>
            <p:nvPr/>
          </p:nvSpPr>
          <p:spPr>
            <a:xfrm>
              <a:off x="9018" y="7820"/>
              <a:ext cx="2441" cy="410"/>
            </a:xfrm>
            <a:prstGeom prst="rect">
              <a:avLst/>
            </a:prstGeom>
            <a:noFill/>
          </p:spPr>
          <p:txBody>
            <a:bodyPr wrap="square">
              <a:prstTxWarp prst="textArchDown">
                <a:avLst>
                  <a:gd name="adj" fmla="val 406910"/>
                </a:avLst>
              </a:prstTxWarp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rPr>
                <a:t>报表可视化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55" name="文本框 254"/>
            <p:cNvSpPr txBox="1"/>
            <p:nvPr/>
          </p:nvSpPr>
          <p:spPr>
            <a:xfrm rot="21400521">
              <a:off x="10713" y="7749"/>
              <a:ext cx="2003" cy="410"/>
            </a:xfrm>
            <a:prstGeom prst="rect">
              <a:avLst/>
            </a:prstGeom>
            <a:noFill/>
          </p:spPr>
          <p:txBody>
            <a:bodyPr wrap="square">
              <a:prstTxWarp prst="textArchDown">
                <a:avLst>
                  <a:gd name="adj" fmla="val 157903"/>
                </a:avLst>
              </a:prstTxWarp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rPr>
                <a:t>决策驾驶舱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256" name="矩形 255"/>
          <p:cNvSpPr/>
          <p:nvPr/>
        </p:nvSpPr>
        <p:spPr>
          <a:xfrm>
            <a:off x="2769235" y="5510530"/>
            <a:ext cx="6487160" cy="989965"/>
          </a:xfrm>
          <a:prstGeom prst="rect">
            <a:avLst/>
          </a:prstGeom>
        </p:spPr>
        <p:txBody>
          <a:bodyPr wrap="square">
            <a:prstTxWarp prst="textArchDown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30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人才体系</a:t>
            </a:r>
            <a:r>
              <a:rPr kumimoji="0" lang="en-US" altLang="zh-CN" sz="1600" b="0" i="0" u="none" strike="noStrike" kern="1200" cap="none" spc="30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+</a:t>
            </a:r>
            <a:r>
              <a:rPr kumimoji="0" lang="zh-CN" altLang="en-US" sz="1600" b="0" i="0" u="none" strike="noStrike" kern="1200" cap="none" spc="30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数据中台，赋能支撑</a:t>
            </a:r>
            <a:endParaRPr kumimoji="0" lang="zh-CN" altLang="en-US" sz="1600" b="0" i="0" u="none" strike="noStrike" kern="1200" cap="none" spc="30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257" name="显眼包PPT8"/>
          <p:cNvSpPr txBox="1"/>
          <p:nvPr/>
        </p:nvSpPr>
        <p:spPr>
          <a:xfrm>
            <a:off x="4859655" y="5481955"/>
            <a:ext cx="2423160" cy="362585"/>
          </a:xfrm>
          <a:prstGeom prst="rect">
            <a:avLst/>
          </a:prstGeom>
          <a:noFill/>
        </p:spPr>
        <p:txBody>
          <a:bodyPr wrap="square" lIns="0" tIns="0" rIns="0" bIns="0" rtlCol="0">
            <a:prstTxWarp prst="textArchDown">
              <a:avLst>
                <a:gd name="adj" fmla="val 21304741"/>
              </a:avLst>
            </a:prstTxWarp>
            <a:no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effectLst/>
                <a:latin typeface="+mn-ea"/>
                <a:cs typeface="微软雅黑" panose="020B0503020204020204" charset="-122"/>
                <a:sym typeface="+mj-ea"/>
              </a:rPr>
              <a:t>数字引擎支撑</a:t>
            </a:r>
            <a:endParaRPr lang="zh-CN" altLang="en-US" sz="1600" b="1" dirty="0">
              <a:solidFill>
                <a:schemeClr val="bg1"/>
              </a:solidFill>
              <a:effectLst/>
              <a:latin typeface="+mn-ea"/>
              <a:cs typeface="微软雅黑" panose="020B0503020204020204" charset="-122"/>
              <a:sym typeface="+mj-ea"/>
            </a:endParaRPr>
          </a:p>
        </p:txBody>
      </p:sp>
      <p:sp>
        <p:nvSpPr>
          <p:cNvPr id="277" name="椭圆 276"/>
          <p:cNvSpPr/>
          <p:nvPr/>
        </p:nvSpPr>
        <p:spPr>
          <a:xfrm>
            <a:off x="4645660" y="3564255"/>
            <a:ext cx="2830830" cy="339090"/>
          </a:xfrm>
          <a:prstGeom prst="ellipse">
            <a:avLst/>
          </a:prstGeom>
          <a:gradFill flip="none" rotWithShape="1">
            <a:gsLst>
              <a:gs pos="0">
                <a:schemeClr val="accent5">
                  <a:lumMod val="60000"/>
                  <a:lumOff val="40000"/>
                  <a:alpha val="44000"/>
                </a:schemeClr>
              </a:gs>
              <a:gs pos="88000">
                <a:schemeClr val="accent5">
                  <a:lumMod val="60000"/>
                  <a:lumOff val="40000"/>
                  <a:alpha val="0"/>
                </a:schemeClr>
              </a:gs>
            </a:gsLst>
            <a:lin ang="16200000" scaled="1"/>
            <a:tileRect/>
          </a:gradFill>
          <a:ln w="19050">
            <a:gradFill>
              <a:gsLst>
                <a:gs pos="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5400000" scaled="1"/>
            </a:gradFill>
          </a:ln>
          <a:scene3d>
            <a:camera prst="orthographicFront"/>
            <a:lightRig rig="threePt" dir="t"/>
          </a:scene3d>
          <a:sp3d extrusionH="5715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  <p:sp>
        <p:nvSpPr>
          <p:cNvPr id="278" name="显眼包PPT8"/>
          <p:cNvSpPr txBox="1"/>
          <p:nvPr/>
        </p:nvSpPr>
        <p:spPr>
          <a:xfrm>
            <a:off x="4966335" y="3462655"/>
            <a:ext cx="2279015" cy="2152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tx2"/>
                </a:solidFill>
                <a:effectLst/>
                <a:latin typeface="+mn-ea"/>
                <a:cs typeface="微软雅黑" panose="020B0503020204020204" charset="-122"/>
                <a:sym typeface="+mj-ea"/>
              </a:rPr>
              <a:t>赋能托举目标</a:t>
            </a:r>
            <a:endParaRPr lang="zh-CN" altLang="en-US" sz="1400" b="1" dirty="0">
              <a:solidFill>
                <a:schemeClr val="tx2"/>
              </a:solidFill>
              <a:effectLst/>
              <a:latin typeface="+mn-ea"/>
              <a:cs typeface="微软雅黑" panose="020B0503020204020204" charset="-122"/>
              <a:sym typeface="+mj-ea"/>
            </a:endParaRPr>
          </a:p>
        </p:txBody>
      </p:sp>
      <p:sp>
        <p:nvSpPr>
          <p:cNvPr id="279" name="显眼包PPT8"/>
          <p:cNvSpPr txBox="1"/>
          <p:nvPr/>
        </p:nvSpPr>
        <p:spPr>
          <a:xfrm>
            <a:off x="4897755" y="4285615"/>
            <a:ext cx="2423160" cy="362585"/>
          </a:xfrm>
          <a:prstGeom prst="rect">
            <a:avLst/>
          </a:prstGeom>
          <a:noFill/>
        </p:spPr>
        <p:txBody>
          <a:bodyPr wrap="square" lIns="0" tIns="0" rIns="0" bIns="0" rtlCol="0">
            <a:prstTxWarp prst="textArchDown">
              <a:avLst>
                <a:gd name="adj" fmla="val 21304741"/>
              </a:avLst>
            </a:prstTxWarp>
            <a:no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effectLst/>
                <a:latin typeface="+mn-ea"/>
                <a:cs typeface="微软雅黑" panose="020B0503020204020204" charset="-122"/>
                <a:sym typeface="+mj-ea"/>
              </a:rPr>
              <a:t>人才体系支撑</a:t>
            </a:r>
            <a:endParaRPr lang="zh-CN" altLang="en-US" sz="1600" b="1" dirty="0">
              <a:solidFill>
                <a:schemeClr val="bg1"/>
              </a:solidFill>
              <a:effectLst/>
              <a:latin typeface="+mn-ea"/>
              <a:cs typeface="微软雅黑" panose="020B0503020204020204" charset="-122"/>
              <a:sym typeface="+mj-ea"/>
            </a:endParaRPr>
          </a:p>
        </p:txBody>
      </p:sp>
      <p:grpSp>
        <p:nvGrpSpPr>
          <p:cNvPr id="288" name="组合 287"/>
          <p:cNvGrpSpPr/>
          <p:nvPr/>
        </p:nvGrpSpPr>
        <p:grpSpPr>
          <a:xfrm>
            <a:off x="4451985" y="3810635"/>
            <a:ext cx="3234690" cy="505460"/>
            <a:chOff x="7011" y="5761"/>
            <a:chExt cx="5094" cy="796"/>
          </a:xfrm>
        </p:grpSpPr>
        <p:sp>
          <p:nvSpPr>
            <p:cNvPr id="281" name="文本框 280"/>
            <p:cNvSpPr txBox="1"/>
            <p:nvPr/>
          </p:nvSpPr>
          <p:spPr>
            <a:xfrm>
              <a:off x="7716" y="5763"/>
              <a:ext cx="2398" cy="456"/>
            </a:xfrm>
            <a:prstGeom prst="rect">
              <a:avLst/>
            </a:prstGeom>
            <a:noFill/>
          </p:spPr>
          <p:txBody>
            <a:bodyPr wrap="square">
              <a:prstTxWarp prst="textArchDown">
                <a:avLst>
                  <a:gd name="adj" fmla="val 1162447"/>
                </a:avLst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rPr>
                <a:t>绩效激励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82" name="文本框 281"/>
            <p:cNvSpPr txBox="1"/>
            <p:nvPr/>
          </p:nvSpPr>
          <p:spPr>
            <a:xfrm>
              <a:off x="8936" y="5761"/>
              <a:ext cx="2398" cy="456"/>
            </a:xfrm>
            <a:prstGeom prst="rect">
              <a:avLst/>
            </a:prstGeom>
            <a:noFill/>
          </p:spPr>
          <p:txBody>
            <a:bodyPr wrap="square">
              <a:prstTxWarp prst="textArchDown">
                <a:avLst>
                  <a:gd name="adj" fmla="val 1162447"/>
                </a:avLst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rPr>
                <a:t>部门协同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84" name="文本框 283"/>
            <p:cNvSpPr txBox="1"/>
            <p:nvPr/>
          </p:nvSpPr>
          <p:spPr>
            <a:xfrm rot="180000">
              <a:off x="7011" y="6082"/>
              <a:ext cx="2398" cy="456"/>
            </a:xfrm>
            <a:prstGeom prst="rect">
              <a:avLst/>
            </a:prstGeom>
            <a:noFill/>
          </p:spPr>
          <p:txBody>
            <a:bodyPr wrap="square">
              <a:prstTxWarp prst="textArchDown">
                <a:avLst>
                  <a:gd name="adj" fmla="val 1162447"/>
                </a:avLst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rPr>
                <a:t>双轨制计划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85" name="文本框 284"/>
            <p:cNvSpPr txBox="1"/>
            <p:nvPr/>
          </p:nvSpPr>
          <p:spPr>
            <a:xfrm rot="21215504">
              <a:off x="9707" y="6071"/>
              <a:ext cx="2398" cy="456"/>
            </a:xfrm>
            <a:prstGeom prst="rect">
              <a:avLst/>
            </a:prstGeom>
            <a:noFill/>
          </p:spPr>
          <p:txBody>
            <a:bodyPr wrap="square">
              <a:prstTxWarp prst="textArchDown">
                <a:avLst>
                  <a:gd name="adj" fmla="val 1162447"/>
                </a:avLst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rPr>
                <a:t>实战分享会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86" name="文本框 285"/>
            <p:cNvSpPr txBox="1"/>
            <p:nvPr/>
          </p:nvSpPr>
          <p:spPr>
            <a:xfrm>
              <a:off x="8402" y="6217"/>
              <a:ext cx="2398" cy="340"/>
            </a:xfrm>
            <a:prstGeom prst="rect">
              <a:avLst/>
            </a:prstGeom>
            <a:noFill/>
          </p:spPr>
          <p:txBody>
            <a:bodyPr wrap="square">
              <a:prstTxWarp prst="textArchDown">
                <a:avLst>
                  <a:gd name="adj" fmla="val 1162447"/>
                </a:avLst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rPr>
                <a:t>晋升机制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287" name="文本框 286"/>
          <p:cNvSpPr txBox="1"/>
          <p:nvPr/>
        </p:nvSpPr>
        <p:spPr>
          <a:xfrm rot="215506">
            <a:off x="4135755" y="3754120"/>
            <a:ext cx="1522730" cy="289560"/>
          </a:xfrm>
          <a:prstGeom prst="rect">
            <a:avLst/>
          </a:prstGeom>
          <a:noFill/>
        </p:spPr>
        <p:txBody>
          <a:bodyPr wrap="square">
            <a:prstTxWarp prst="textArchDown">
              <a:avLst>
                <a:gd name="adj" fmla="val 1162447"/>
              </a:avLst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rPr>
              <a:t>人才培养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89" name="文本框 288"/>
          <p:cNvSpPr txBox="1"/>
          <p:nvPr/>
        </p:nvSpPr>
        <p:spPr>
          <a:xfrm rot="21215504">
            <a:off x="6381750" y="3781425"/>
            <a:ext cx="1522730" cy="289560"/>
          </a:xfrm>
          <a:prstGeom prst="rect">
            <a:avLst/>
          </a:prstGeom>
          <a:noFill/>
        </p:spPr>
        <p:txBody>
          <a:bodyPr wrap="square">
            <a:prstTxWarp prst="textArchDown">
              <a:avLst>
                <a:gd name="adj" fmla="val 1162447"/>
              </a:avLst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rPr>
              <a:t>敏捷小组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91" name="文本框 290"/>
          <p:cNvSpPr txBox="1"/>
          <p:nvPr/>
        </p:nvSpPr>
        <p:spPr>
          <a:xfrm rot="21420000">
            <a:off x="6430659" y="5277562"/>
            <a:ext cx="1272509" cy="260397"/>
          </a:xfrm>
          <a:prstGeom prst="rect">
            <a:avLst/>
          </a:prstGeom>
          <a:noFill/>
        </p:spPr>
        <p:txBody>
          <a:bodyPr wrap="square">
            <a:prstTxWarp prst="textArchDown">
              <a:avLst>
                <a:gd name="adj" fmla="val 157903"/>
              </a:avLst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rPr>
              <a:t>动态监控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92" name="文本框 291"/>
          <p:cNvSpPr txBox="1"/>
          <p:nvPr/>
        </p:nvSpPr>
        <p:spPr>
          <a:xfrm>
            <a:off x="5473065" y="5338445"/>
            <a:ext cx="1272540" cy="214630"/>
          </a:xfrm>
          <a:prstGeom prst="rect">
            <a:avLst/>
          </a:prstGeom>
          <a:noFill/>
        </p:spPr>
        <p:txBody>
          <a:bodyPr wrap="square">
            <a:prstTxWarp prst="textArchDown">
              <a:avLst>
                <a:gd name="adj" fmla="val 157903"/>
              </a:avLst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rPr>
              <a:t>精准营销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94" name="文本框 293"/>
          <p:cNvSpPr txBox="1"/>
          <p:nvPr/>
        </p:nvSpPr>
        <p:spPr>
          <a:xfrm rot="180000">
            <a:off x="4447554" y="5274387"/>
            <a:ext cx="1272509" cy="260397"/>
          </a:xfrm>
          <a:prstGeom prst="rect">
            <a:avLst/>
          </a:prstGeom>
          <a:noFill/>
        </p:spPr>
        <p:txBody>
          <a:bodyPr wrap="square">
            <a:prstTxWarp prst="textArchDown">
              <a:avLst>
                <a:gd name="adj" fmla="val 157903"/>
              </a:avLst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rPr>
              <a:t>快速迭代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96" name="文本框 295"/>
          <p:cNvSpPr txBox="1"/>
          <p:nvPr/>
        </p:nvSpPr>
        <p:spPr>
          <a:xfrm>
            <a:off x="440055" y="4422775"/>
            <a:ext cx="361315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b="1" dirty="0">
                <a:solidFill>
                  <a:schemeClr val="accent5"/>
                </a:solidFill>
                <a:cs typeface="+mn-ea"/>
                <a:sym typeface="+mn-lt"/>
              </a:rPr>
              <a:t>支撑①：技术与数据中台</a:t>
            </a:r>
            <a:endParaRPr lang="zh-CN" altLang="en-US" sz="2000" b="1" dirty="0">
              <a:solidFill>
                <a:schemeClr val="accent5"/>
              </a:solidFill>
              <a:cs typeface="+mn-ea"/>
              <a:sym typeface="+mn-lt"/>
            </a:endParaRPr>
          </a:p>
        </p:txBody>
      </p:sp>
      <p:sp>
        <p:nvSpPr>
          <p:cNvPr id="297" name="任意多边形: 形状 66"/>
          <p:cNvSpPr/>
          <p:nvPr/>
        </p:nvSpPr>
        <p:spPr>
          <a:xfrm>
            <a:off x="789894" y="4880476"/>
            <a:ext cx="3473450" cy="190500"/>
          </a:xfrm>
          <a:custGeom>
            <a:avLst/>
            <a:gdLst>
              <a:gd name="connsiteX0" fmla="*/ 3473450 w 3473450"/>
              <a:gd name="connsiteY0" fmla="*/ 190500 h 190500"/>
              <a:gd name="connsiteX1" fmla="*/ 3282950 w 3473450"/>
              <a:gd name="connsiteY1" fmla="*/ 0 h 190500"/>
              <a:gd name="connsiteX2" fmla="*/ 0 w 3473450"/>
              <a:gd name="connsiteY2" fmla="*/ 0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73450" h="190500">
                <a:moveTo>
                  <a:pt x="3473450" y="190500"/>
                </a:moveTo>
                <a:lnTo>
                  <a:pt x="3282950" y="0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tx2">
                <a:lumMod val="60000"/>
                <a:lumOff val="40000"/>
              </a:schemeClr>
            </a:solidFill>
            <a:prstDash val="dash"/>
            <a:head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98" name="文本框 297"/>
          <p:cNvSpPr txBox="1"/>
          <p:nvPr/>
        </p:nvSpPr>
        <p:spPr>
          <a:xfrm>
            <a:off x="748648" y="4892325"/>
            <a:ext cx="3002468" cy="755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+mn-ea"/>
                <a:sym typeface="+mn-lt"/>
              </a:rPr>
              <a:t>构建敏捷开发与数据洞察能力，降低创新成本，提升市场精准度，为盈利目标提供技术杠杆。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99" name="任意多边形: 形状 66"/>
          <p:cNvSpPr/>
          <p:nvPr/>
        </p:nvSpPr>
        <p:spPr>
          <a:xfrm flipH="1">
            <a:off x="7757114" y="4468996"/>
            <a:ext cx="3473450" cy="190500"/>
          </a:xfrm>
          <a:custGeom>
            <a:avLst/>
            <a:gdLst>
              <a:gd name="connsiteX0" fmla="*/ 3473450 w 3473450"/>
              <a:gd name="connsiteY0" fmla="*/ 190500 h 190500"/>
              <a:gd name="connsiteX1" fmla="*/ 3282950 w 3473450"/>
              <a:gd name="connsiteY1" fmla="*/ 0 h 190500"/>
              <a:gd name="connsiteX2" fmla="*/ 0 w 3473450"/>
              <a:gd name="connsiteY2" fmla="*/ 0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73450" h="190500">
                <a:moveTo>
                  <a:pt x="3473450" y="190500"/>
                </a:moveTo>
                <a:lnTo>
                  <a:pt x="3282950" y="0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tx2">
                <a:lumMod val="60000"/>
                <a:lumOff val="40000"/>
              </a:schemeClr>
            </a:solidFill>
            <a:prstDash val="dash"/>
            <a:head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00" name="文本框 299"/>
          <p:cNvSpPr txBox="1"/>
          <p:nvPr/>
        </p:nvSpPr>
        <p:spPr>
          <a:xfrm>
            <a:off x="7915910" y="4024630"/>
            <a:ext cx="361315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b="1" dirty="0">
                <a:solidFill>
                  <a:schemeClr val="accent5"/>
                </a:solidFill>
                <a:cs typeface="+mn-ea"/>
                <a:sym typeface="+mn-lt"/>
              </a:rPr>
              <a:t>支撑②：组织与人才体系</a:t>
            </a:r>
            <a:endParaRPr lang="zh-CN" altLang="en-US" sz="2000" b="1" dirty="0">
              <a:solidFill>
                <a:schemeClr val="accent5"/>
              </a:solidFill>
              <a:cs typeface="+mn-ea"/>
              <a:sym typeface="+mn-lt"/>
            </a:endParaRPr>
          </a:p>
        </p:txBody>
      </p:sp>
      <p:sp>
        <p:nvSpPr>
          <p:cNvPr id="301" name="文本框 300"/>
          <p:cNvSpPr txBox="1"/>
          <p:nvPr/>
        </p:nvSpPr>
        <p:spPr>
          <a:xfrm>
            <a:off x="8297528" y="4537995"/>
            <a:ext cx="3002468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+mn-ea"/>
                <a:sym typeface="+mn-lt"/>
              </a:rPr>
              <a:t>打造敏捷型组织，确保市场与产品团队高效协同，为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+mn-ea"/>
                <a:sym typeface="+mn-lt"/>
              </a:rPr>
              <a:t>1000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+mn-ea"/>
                <a:sym typeface="+mn-lt"/>
              </a:rPr>
              <a:t>万盈利目标提供人才动能。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01" name="任意多边形: 形状 1036"/>
          <p:cNvSpPr/>
          <p:nvPr/>
        </p:nvSpPr>
        <p:spPr>
          <a:xfrm>
            <a:off x="5025963" y="3336907"/>
            <a:ext cx="485884" cy="432845"/>
          </a:xfrm>
          <a:custGeom>
            <a:avLst/>
            <a:gdLst>
              <a:gd name="connsiteX0" fmla="*/ 492945 w 987251"/>
              <a:gd name="connsiteY0" fmla="*/ 0 h 785016"/>
              <a:gd name="connsiteX1" fmla="*/ 886379 w 987251"/>
              <a:gd name="connsiteY1" fmla="*/ 358284 h 785016"/>
              <a:gd name="connsiteX2" fmla="*/ 651185 w 987251"/>
              <a:gd name="connsiteY2" fmla="*/ 286423 h 785016"/>
              <a:gd name="connsiteX3" fmla="*/ 655826 w 987251"/>
              <a:gd name="connsiteY3" fmla="*/ 301395 h 785016"/>
              <a:gd name="connsiteX4" fmla="*/ 715976 w 987251"/>
              <a:gd name="connsiteY4" fmla="*/ 434705 h 785016"/>
              <a:gd name="connsiteX5" fmla="*/ 975009 w 987251"/>
              <a:gd name="connsiteY5" fmla="*/ 775178 h 785016"/>
              <a:gd name="connsiteX6" fmla="*/ 987251 w 987251"/>
              <a:gd name="connsiteY6" fmla="*/ 785016 h 785016"/>
              <a:gd name="connsiteX7" fmla="*/ 493625 w 987251"/>
              <a:gd name="connsiteY7" fmla="*/ 683361 h 785016"/>
              <a:gd name="connsiteX8" fmla="*/ 0 w 987251"/>
              <a:gd name="connsiteY8" fmla="*/ 785016 h 785016"/>
              <a:gd name="connsiteX9" fmla="*/ 12241 w 987251"/>
              <a:gd name="connsiteY9" fmla="*/ 775177 h 785016"/>
              <a:gd name="connsiteX10" fmla="*/ 271276 w 987251"/>
              <a:gd name="connsiteY10" fmla="*/ 434704 h 785016"/>
              <a:gd name="connsiteX11" fmla="*/ 331426 w 987251"/>
              <a:gd name="connsiteY11" fmla="*/ 301394 h 785016"/>
              <a:gd name="connsiteX12" fmla="*/ 336208 w 987251"/>
              <a:gd name="connsiteY12" fmla="*/ 285964 h 785016"/>
              <a:gd name="connsiteX13" fmla="*/ 99511 w 987251"/>
              <a:gd name="connsiteY13" fmla="*/ 358284 h 785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987251" h="785016">
                <a:moveTo>
                  <a:pt x="492945" y="0"/>
                </a:moveTo>
                <a:lnTo>
                  <a:pt x="886379" y="358284"/>
                </a:lnTo>
                <a:lnTo>
                  <a:pt x="651185" y="286423"/>
                </a:lnTo>
                <a:lnTo>
                  <a:pt x="655826" y="301395"/>
                </a:lnTo>
                <a:cubicBezTo>
                  <a:pt x="672513" y="345329"/>
                  <a:pt x="692548" y="389940"/>
                  <a:pt x="715976" y="434705"/>
                </a:cubicBezTo>
                <a:cubicBezTo>
                  <a:pt x="786260" y="569003"/>
                  <a:pt x="877099" y="685625"/>
                  <a:pt x="975009" y="775178"/>
                </a:cubicBezTo>
                <a:lnTo>
                  <a:pt x="987251" y="785016"/>
                </a:lnTo>
                <a:lnTo>
                  <a:pt x="493625" y="683361"/>
                </a:lnTo>
                <a:lnTo>
                  <a:pt x="0" y="785016"/>
                </a:lnTo>
                <a:lnTo>
                  <a:pt x="12241" y="775177"/>
                </a:lnTo>
                <a:cubicBezTo>
                  <a:pt x="110152" y="685624"/>
                  <a:pt x="200991" y="569002"/>
                  <a:pt x="271276" y="434704"/>
                </a:cubicBezTo>
                <a:cubicBezTo>
                  <a:pt x="294704" y="389939"/>
                  <a:pt x="314739" y="345328"/>
                  <a:pt x="331426" y="301394"/>
                </a:cubicBezTo>
                <a:lnTo>
                  <a:pt x="336208" y="285964"/>
                </a:lnTo>
                <a:lnTo>
                  <a:pt x="99511" y="358284"/>
                </a:lnTo>
                <a:close/>
              </a:path>
            </a:pathLst>
          </a:custGeom>
          <a:gradFill flip="none" rotWithShape="1">
            <a:gsLst>
              <a:gs pos="0">
                <a:schemeClr val="accent5">
                  <a:lumMod val="60000"/>
                  <a:lumOff val="40000"/>
                </a:schemeClr>
              </a:gs>
              <a:gs pos="100000">
                <a:schemeClr val="accent5">
                  <a:lumMod val="20000"/>
                  <a:lumOff val="80000"/>
                  <a:alpha val="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sz="1000" kern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" name="任意多边形: 形状 1036"/>
          <p:cNvSpPr/>
          <p:nvPr/>
        </p:nvSpPr>
        <p:spPr>
          <a:xfrm>
            <a:off x="6640133" y="3336907"/>
            <a:ext cx="485884" cy="432845"/>
          </a:xfrm>
          <a:custGeom>
            <a:avLst/>
            <a:gdLst>
              <a:gd name="connsiteX0" fmla="*/ 492945 w 987251"/>
              <a:gd name="connsiteY0" fmla="*/ 0 h 785016"/>
              <a:gd name="connsiteX1" fmla="*/ 886379 w 987251"/>
              <a:gd name="connsiteY1" fmla="*/ 358284 h 785016"/>
              <a:gd name="connsiteX2" fmla="*/ 651185 w 987251"/>
              <a:gd name="connsiteY2" fmla="*/ 286423 h 785016"/>
              <a:gd name="connsiteX3" fmla="*/ 655826 w 987251"/>
              <a:gd name="connsiteY3" fmla="*/ 301395 h 785016"/>
              <a:gd name="connsiteX4" fmla="*/ 715976 w 987251"/>
              <a:gd name="connsiteY4" fmla="*/ 434705 h 785016"/>
              <a:gd name="connsiteX5" fmla="*/ 975009 w 987251"/>
              <a:gd name="connsiteY5" fmla="*/ 775178 h 785016"/>
              <a:gd name="connsiteX6" fmla="*/ 987251 w 987251"/>
              <a:gd name="connsiteY6" fmla="*/ 785016 h 785016"/>
              <a:gd name="connsiteX7" fmla="*/ 493625 w 987251"/>
              <a:gd name="connsiteY7" fmla="*/ 683361 h 785016"/>
              <a:gd name="connsiteX8" fmla="*/ 0 w 987251"/>
              <a:gd name="connsiteY8" fmla="*/ 785016 h 785016"/>
              <a:gd name="connsiteX9" fmla="*/ 12241 w 987251"/>
              <a:gd name="connsiteY9" fmla="*/ 775177 h 785016"/>
              <a:gd name="connsiteX10" fmla="*/ 271276 w 987251"/>
              <a:gd name="connsiteY10" fmla="*/ 434704 h 785016"/>
              <a:gd name="connsiteX11" fmla="*/ 331426 w 987251"/>
              <a:gd name="connsiteY11" fmla="*/ 301394 h 785016"/>
              <a:gd name="connsiteX12" fmla="*/ 336208 w 987251"/>
              <a:gd name="connsiteY12" fmla="*/ 285964 h 785016"/>
              <a:gd name="connsiteX13" fmla="*/ 99511 w 987251"/>
              <a:gd name="connsiteY13" fmla="*/ 358284 h 785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987251" h="785016">
                <a:moveTo>
                  <a:pt x="492945" y="0"/>
                </a:moveTo>
                <a:lnTo>
                  <a:pt x="886379" y="358284"/>
                </a:lnTo>
                <a:lnTo>
                  <a:pt x="651185" y="286423"/>
                </a:lnTo>
                <a:lnTo>
                  <a:pt x="655826" y="301395"/>
                </a:lnTo>
                <a:cubicBezTo>
                  <a:pt x="672513" y="345329"/>
                  <a:pt x="692548" y="389940"/>
                  <a:pt x="715976" y="434705"/>
                </a:cubicBezTo>
                <a:cubicBezTo>
                  <a:pt x="786260" y="569003"/>
                  <a:pt x="877099" y="685625"/>
                  <a:pt x="975009" y="775178"/>
                </a:cubicBezTo>
                <a:lnTo>
                  <a:pt x="987251" y="785016"/>
                </a:lnTo>
                <a:lnTo>
                  <a:pt x="493625" y="683361"/>
                </a:lnTo>
                <a:lnTo>
                  <a:pt x="0" y="785016"/>
                </a:lnTo>
                <a:lnTo>
                  <a:pt x="12241" y="775177"/>
                </a:lnTo>
                <a:cubicBezTo>
                  <a:pt x="110152" y="685624"/>
                  <a:pt x="200991" y="569002"/>
                  <a:pt x="271276" y="434704"/>
                </a:cubicBezTo>
                <a:cubicBezTo>
                  <a:pt x="294704" y="389939"/>
                  <a:pt x="314739" y="345328"/>
                  <a:pt x="331426" y="301394"/>
                </a:cubicBezTo>
                <a:lnTo>
                  <a:pt x="336208" y="285964"/>
                </a:lnTo>
                <a:lnTo>
                  <a:pt x="99511" y="358284"/>
                </a:lnTo>
                <a:close/>
              </a:path>
            </a:pathLst>
          </a:custGeom>
          <a:gradFill flip="none" rotWithShape="1">
            <a:gsLst>
              <a:gs pos="0">
                <a:schemeClr val="accent5">
                  <a:lumMod val="60000"/>
                  <a:lumOff val="40000"/>
                </a:schemeClr>
              </a:gs>
              <a:gs pos="100000">
                <a:schemeClr val="accent5">
                  <a:lumMod val="20000"/>
                  <a:lumOff val="80000"/>
                  <a:alpha val="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sz="1000" kern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椭圆 11"/>
          <p:cNvSpPr/>
          <p:nvPr/>
        </p:nvSpPr>
        <p:spPr>
          <a:xfrm>
            <a:off x="906145" y="1312545"/>
            <a:ext cx="5189855" cy="5189855"/>
          </a:xfrm>
          <a:prstGeom prst="ellipse">
            <a:avLst/>
          </a:prstGeom>
          <a:gradFill flip="none" rotWithShape="1">
            <a:gsLst>
              <a:gs pos="1900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20000"/>
                  <a:lumOff val="80000"/>
                  <a:alpha val="50000"/>
                </a:schemeClr>
              </a:gs>
            </a:gsLst>
            <a:lin ang="0" scaled="1"/>
            <a:tileRect/>
          </a:gradFill>
          <a:ln w="19050" cap="flat"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accent1">
                    <a:lumMod val="45000"/>
                    <a:lumOff val="55000"/>
                    <a:alpha val="70000"/>
                  </a:schemeClr>
                </a:gs>
              </a:gsLst>
              <a:lin ang="0" scaled="0"/>
              <a:tileRect/>
            </a:gradFill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l">
              <a:buClrTx/>
              <a:buSzTx/>
              <a:buFontTx/>
            </a:pPr>
            <a:endParaRPr lang="zh-CN" altLang="en-US" sz="1600" dirty="0">
              <a:cs typeface="微软雅黑" panose="020B0503020204020204" charset="-122"/>
              <a:sym typeface="+mn-ea"/>
            </a:endParaRPr>
          </a:p>
        </p:txBody>
      </p:sp>
      <p:sp>
        <p:nvSpPr>
          <p:cNvPr id="13" name="椭圆 12"/>
          <p:cNvSpPr/>
          <p:nvPr/>
        </p:nvSpPr>
        <p:spPr>
          <a:xfrm flipH="1">
            <a:off x="6096000" y="1312545"/>
            <a:ext cx="5189855" cy="5189855"/>
          </a:xfrm>
          <a:prstGeom prst="ellipse">
            <a:avLst/>
          </a:prstGeom>
          <a:gradFill flip="none" rotWithShape="1">
            <a:gsLst>
              <a:gs pos="1900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20000"/>
                  <a:lumOff val="80000"/>
                  <a:alpha val="50000"/>
                </a:schemeClr>
              </a:gs>
            </a:gsLst>
            <a:lin ang="0" scaled="1"/>
            <a:tileRect/>
          </a:gradFill>
          <a:ln w="19050" cap="flat"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accent1">
                    <a:lumMod val="45000"/>
                    <a:lumOff val="55000"/>
                    <a:alpha val="70000"/>
                  </a:schemeClr>
                </a:gs>
              </a:gsLst>
              <a:lin ang="0" scaled="0"/>
              <a:tileRect/>
            </a:gradFill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l">
              <a:buClrTx/>
              <a:buSzTx/>
              <a:buFontTx/>
            </a:pPr>
            <a:endParaRPr lang="zh-CN" altLang="en-US" sz="1600" dirty="0">
              <a:cs typeface="微软雅黑" panose="020B0503020204020204" charset="-122"/>
              <a:sym typeface="+mn-ea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2792730" y="2221865"/>
            <a:ext cx="3303270" cy="3303270"/>
          </a:xfrm>
          <a:prstGeom prst="ellipse">
            <a:avLst/>
          </a:prstGeom>
          <a:gradFill flip="none" rotWithShape="1">
            <a:gsLst>
              <a:gs pos="19000">
                <a:schemeClr val="accent5">
                  <a:lumMod val="20000"/>
                  <a:lumOff val="80000"/>
                  <a:alpha val="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0" scaled="1"/>
            <a:tileRect/>
          </a:gradFill>
          <a:ln w="19050" cap="flat">
            <a:gradFill flip="none" rotWithShape="1">
              <a:gsLst>
                <a:gs pos="0">
                  <a:schemeClr val="bg1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0" scaled="0"/>
              <a:tileRect/>
            </a:gradFill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l">
              <a:buClrTx/>
              <a:buSzTx/>
              <a:buFontTx/>
            </a:pPr>
            <a:endParaRPr lang="zh-CN" altLang="en-US" sz="1600" dirty="0">
              <a:cs typeface="微软雅黑" panose="020B0503020204020204" charset="-122"/>
              <a:sym typeface="+mn-ea"/>
            </a:endParaRPr>
          </a:p>
        </p:txBody>
      </p:sp>
      <p:sp>
        <p:nvSpPr>
          <p:cNvPr id="15" name="椭圆 14"/>
          <p:cNvSpPr/>
          <p:nvPr/>
        </p:nvSpPr>
        <p:spPr>
          <a:xfrm flipH="1">
            <a:off x="6096000" y="2221865"/>
            <a:ext cx="3303270" cy="3303270"/>
          </a:xfrm>
          <a:prstGeom prst="ellipse">
            <a:avLst/>
          </a:prstGeom>
          <a:gradFill flip="none" rotWithShape="1">
            <a:gsLst>
              <a:gs pos="19000">
                <a:schemeClr val="accent5">
                  <a:lumMod val="20000"/>
                  <a:lumOff val="80000"/>
                  <a:alpha val="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0" scaled="1"/>
            <a:tileRect/>
          </a:gradFill>
          <a:ln w="19050" cap="flat">
            <a:gradFill flip="none" rotWithShape="1">
              <a:gsLst>
                <a:gs pos="0">
                  <a:schemeClr val="bg1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0" scaled="0"/>
              <a:tileRect/>
            </a:gradFill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l">
              <a:buClrTx/>
              <a:buSzTx/>
              <a:buFontTx/>
            </a:pPr>
            <a:endParaRPr lang="zh-CN" altLang="en-US" sz="1600" dirty="0">
              <a:cs typeface="微软雅黑" panose="020B0503020204020204" charset="-122"/>
              <a:sym typeface="+mn-ea"/>
            </a:endParaRPr>
          </a:p>
        </p:txBody>
      </p:sp>
      <p:sp>
        <p:nvSpPr>
          <p:cNvPr id="5" name="标题 2"/>
          <p:cNvSpPr>
            <a:spLocks noGrp="1"/>
          </p:cNvSpPr>
          <p:nvPr/>
        </p:nvSpPr>
        <p:spPr>
          <a:xfrm>
            <a:off x="1105535" y="348298"/>
            <a:ext cx="7352665" cy="396875"/>
          </a:xfrm>
          <a:prstGeom prst="rect">
            <a:avLst/>
          </a:prstGeom>
          <a:ln w="12700">
            <a:miter lim="400000"/>
          </a:ln>
        </p:spPr>
        <p:txBody>
          <a:bodyPr vert="horz" wrap="square" lIns="25400" tIns="25400" rIns="25400" bIns="2540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0" lang="zh-CN" altLang="en-US" sz="2800" b="1" u="none" strike="noStrike" kern="1200" cap="none" spc="0" normalizeH="0" baseline="0" dirty="0">
                <a:ln>
                  <a:noFill/>
                </a:ln>
                <a:solidFill>
                  <a:schemeClr val="accent1"/>
                </a:solidFill>
                <a:effectLst>
                  <a:outerShdw blurRad="187896" dist="38100" dir="2700000" algn="tl" rotWithShape="0">
                    <a:srgbClr val="1C2952">
                      <a:alpha val="6000"/>
                    </a:srgbClr>
                  </a:outerShdw>
                </a:effectLst>
                <a:uLnTx/>
                <a:uFillTx/>
                <a:latin typeface="HONOR Sans CN" panose="05000200000000000000" charset="-122"/>
                <a:ea typeface="HONOR Sans CN" panose="05000200000000000000" charset="-122"/>
                <a:cs typeface="OPPOSans H" panose="00020600040101010101" pitchFamily="18" charset="-122"/>
              </a:defRPr>
            </a:lvl1pPr>
          </a:lstStyle>
          <a:p>
            <a:pPr algn="l"/>
            <a:r>
              <a:rPr sz="2500" dirty="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业务框架</a:t>
            </a:r>
            <a:r>
              <a:rPr lang="en-US" altLang="zh-CN" sz="2500" dirty="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sz="2500" dirty="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业务流程架构 |</a:t>
            </a:r>
            <a:r>
              <a:rPr lang="zh-CN" altLang="en-US" sz="2500" dirty="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500" dirty="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数字化产学平台建设思路</a:t>
            </a:r>
            <a:endParaRPr lang="zh-CN" altLang="en-US" sz="2500" dirty="0">
              <a:solidFill>
                <a:schemeClr val="tx2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4" name="图片 103" descr="屋顶资源管理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5600" y="186055"/>
            <a:ext cx="549910" cy="549910"/>
          </a:xfrm>
          <a:prstGeom prst="rect">
            <a:avLst/>
          </a:prstGeom>
        </p:spPr>
      </p:pic>
      <p:sp>
        <p:nvSpPr>
          <p:cNvPr id="2" name="椭圆 1"/>
          <p:cNvSpPr/>
          <p:nvPr/>
        </p:nvSpPr>
        <p:spPr>
          <a:xfrm>
            <a:off x="5296535" y="3053080"/>
            <a:ext cx="1595120" cy="1595120"/>
          </a:xfrm>
          <a:prstGeom prst="ellipse">
            <a:avLst/>
          </a:prstGeom>
          <a:gradFill flip="none" rotWithShape="1">
            <a:gsLst>
              <a:gs pos="20000">
                <a:schemeClr val="accent5">
                  <a:lumMod val="60000"/>
                  <a:lumOff val="40000"/>
                </a:schemeClr>
              </a:gs>
              <a:gs pos="82000">
                <a:schemeClr val="accent5"/>
              </a:gs>
            </a:gsLst>
            <a:path path="circle">
              <a:fillToRect r="100000" b="100000"/>
            </a:path>
            <a:tileRect l="-100000" t="-100000"/>
          </a:gradFill>
          <a:ln w="63500">
            <a:solidFill>
              <a:schemeClr val="bg1"/>
            </a:solidFill>
          </a:ln>
          <a:effectLst>
            <a:innerShdw blurRad="698500">
              <a:schemeClr val="accent5">
                <a:lumMod val="60000"/>
                <a:lumOff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微软雅黑" panose="020B0503020204020204" charset="-122"/>
              <a:sym typeface="+mn-ea"/>
            </a:endParaRPr>
          </a:p>
        </p:txBody>
      </p:sp>
      <p:sp>
        <p:nvSpPr>
          <p:cNvPr id="3401" name="显眼包PPT2-5"/>
          <p:cNvSpPr txBox="1"/>
          <p:nvPr/>
        </p:nvSpPr>
        <p:spPr>
          <a:xfrm flipH="1">
            <a:off x="5408295" y="3528060"/>
            <a:ext cx="1371600" cy="55372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数字化</a:t>
            </a:r>
            <a:endParaRPr lang="zh-CN" altLang="en-US" b="1" dirty="0">
              <a:solidFill>
                <a:schemeClr val="bg1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b="1" dirty="0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产学服务平台</a:t>
            </a:r>
            <a:endParaRPr lang="zh-CN" altLang="en-US" b="1" dirty="0">
              <a:solidFill>
                <a:schemeClr val="bg1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59" name="组合 58"/>
          <p:cNvGrpSpPr/>
          <p:nvPr/>
        </p:nvGrpSpPr>
        <p:grpSpPr>
          <a:xfrm rot="0" flipV="1">
            <a:off x="6996617" y="3568356"/>
            <a:ext cx="470491" cy="586921"/>
            <a:chOff x="3757249" y="3429001"/>
            <a:chExt cx="928843" cy="1219201"/>
          </a:xfrm>
          <a:solidFill>
            <a:schemeClr val="accent1"/>
          </a:solidFill>
          <a:effectLst/>
        </p:grpSpPr>
        <p:sp>
          <p:nvSpPr>
            <p:cNvPr id="60" name="任意形状 178"/>
            <p:cNvSpPr/>
            <p:nvPr/>
          </p:nvSpPr>
          <p:spPr>
            <a:xfrm rot="5400000" flipH="1">
              <a:off x="3505177" y="3681073"/>
              <a:ext cx="1219201" cy="715058"/>
            </a:xfrm>
            <a:custGeom>
              <a:avLst/>
              <a:gdLst>
                <a:gd name="connsiteX0" fmla="*/ 732665 w 1457604"/>
                <a:gd name="connsiteY0" fmla="*/ 0 h 715059"/>
                <a:gd name="connsiteX1" fmla="*/ 728802 w 1457604"/>
                <a:gd name="connsiteY1" fmla="*/ 3771 h 715059"/>
                <a:gd name="connsiteX2" fmla="*/ 724939 w 1457604"/>
                <a:gd name="connsiteY2" fmla="*/ 0 h 715059"/>
                <a:gd name="connsiteX3" fmla="*/ 724921 w 1457604"/>
                <a:gd name="connsiteY3" fmla="*/ 7558 h 715059"/>
                <a:gd name="connsiteX4" fmla="*/ 0 w 1457604"/>
                <a:gd name="connsiteY4" fmla="*/ 715059 h 715059"/>
                <a:gd name="connsiteX5" fmla="*/ 728802 w 1457604"/>
                <a:gd name="connsiteY5" fmla="*/ 483764 h 715059"/>
                <a:gd name="connsiteX6" fmla="*/ 1457604 w 1457604"/>
                <a:gd name="connsiteY6" fmla="*/ 715059 h 715059"/>
                <a:gd name="connsiteX7" fmla="*/ 732683 w 1457604"/>
                <a:gd name="connsiteY7" fmla="*/ 7558 h 715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57604" h="715059">
                  <a:moveTo>
                    <a:pt x="732665" y="0"/>
                  </a:moveTo>
                  <a:lnTo>
                    <a:pt x="728802" y="3771"/>
                  </a:lnTo>
                  <a:lnTo>
                    <a:pt x="724939" y="0"/>
                  </a:lnTo>
                  <a:lnTo>
                    <a:pt x="724921" y="7558"/>
                  </a:lnTo>
                  <a:lnTo>
                    <a:pt x="0" y="715059"/>
                  </a:lnTo>
                  <a:lnTo>
                    <a:pt x="728802" y="483764"/>
                  </a:lnTo>
                  <a:lnTo>
                    <a:pt x="1457604" y="715059"/>
                  </a:lnTo>
                  <a:lnTo>
                    <a:pt x="732683" y="7558"/>
                  </a:lnTo>
                  <a:close/>
                </a:path>
              </a:pathLst>
            </a:custGeom>
            <a:gradFill flip="none" rotWithShape="1">
              <a:gsLst>
                <a:gs pos="89000">
                  <a:schemeClr val="accent5">
                    <a:lumMod val="60000"/>
                    <a:lumOff val="40000"/>
                  </a:schemeClr>
                </a:gs>
                <a:gs pos="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kumimoji="1" lang="zh-CN" altLang="en-US"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61" name="任意形状 179"/>
            <p:cNvSpPr/>
            <p:nvPr/>
          </p:nvSpPr>
          <p:spPr>
            <a:xfrm rot="5400000" flipH="1">
              <a:off x="3961913" y="3786494"/>
              <a:ext cx="944147" cy="504211"/>
            </a:xfrm>
            <a:custGeom>
              <a:avLst/>
              <a:gdLst>
                <a:gd name="connsiteX0" fmla="*/ 732665 w 1457604"/>
                <a:gd name="connsiteY0" fmla="*/ 0 h 715059"/>
                <a:gd name="connsiteX1" fmla="*/ 728802 w 1457604"/>
                <a:gd name="connsiteY1" fmla="*/ 3771 h 715059"/>
                <a:gd name="connsiteX2" fmla="*/ 724939 w 1457604"/>
                <a:gd name="connsiteY2" fmla="*/ 0 h 715059"/>
                <a:gd name="connsiteX3" fmla="*/ 724921 w 1457604"/>
                <a:gd name="connsiteY3" fmla="*/ 7558 h 715059"/>
                <a:gd name="connsiteX4" fmla="*/ 0 w 1457604"/>
                <a:gd name="connsiteY4" fmla="*/ 715059 h 715059"/>
                <a:gd name="connsiteX5" fmla="*/ 728802 w 1457604"/>
                <a:gd name="connsiteY5" fmla="*/ 483764 h 715059"/>
                <a:gd name="connsiteX6" fmla="*/ 1457604 w 1457604"/>
                <a:gd name="connsiteY6" fmla="*/ 715059 h 715059"/>
                <a:gd name="connsiteX7" fmla="*/ 732683 w 1457604"/>
                <a:gd name="connsiteY7" fmla="*/ 7558 h 715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57604" h="715059">
                  <a:moveTo>
                    <a:pt x="732665" y="0"/>
                  </a:moveTo>
                  <a:lnTo>
                    <a:pt x="728802" y="3771"/>
                  </a:lnTo>
                  <a:lnTo>
                    <a:pt x="724939" y="0"/>
                  </a:lnTo>
                  <a:lnTo>
                    <a:pt x="724921" y="7558"/>
                  </a:lnTo>
                  <a:lnTo>
                    <a:pt x="0" y="715059"/>
                  </a:lnTo>
                  <a:lnTo>
                    <a:pt x="728802" y="483764"/>
                  </a:lnTo>
                  <a:lnTo>
                    <a:pt x="1457604" y="715059"/>
                  </a:lnTo>
                  <a:lnTo>
                    <a:pt x="732683" y="7558"/>
                  </a:lnTo>
                  <a:close/>
                </a:path>
              </a:pathLst>
            </a:custGeom>
            <a:gradFill flip="none" rotWithShape="1">
              <a:gsLst>
                <a:gs pos="89000">
                  <a:schemeClr val="accent5">
                    <a:lumMod val="60000"/>
                    <a:lumOff val="40000"/>
                  </a:schemeClr>
                </a:gs>
                <a:gs pos="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kumimoji="1" lang="zh-CN" altLang="en-US">
                <a:cs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 rot="0" flipH="1" flipV="1">
            <a:off x="4675057" y="3568356"/>
            <a:ext cx="470491" cy="586921"/>
            <a:chOff x="3757249" y="3429001"/>
            <a:chExt cx="928843" cy="1219201"/>
          </a:xfrm>
          <a:solidFill>
            <a:schemeClr val="accent1"/>
          </a:solidFill>
          <a:effectLst/>
        </p:grpSpPr>
        <p:sp>
          <p:nvSpPr>
            <p:cNvPr id="25" name="任意形状 178"/>
            <p:cNvSpPr/>
            <p:nvPr/>
          </p:nvSpPr>
          <p:spPr>
            <a:xfrm rot="5400000" flipH="1">
              <a:off x="3505177" y="3681073"/>
              <a:ext cx="1219201" cy="715058"/>
            </a:xfrm>
            <a:custGeom>
              <a:avLst/>
              <a:gdLst>
                <a:gd name="connsiteX0" fmla="*/ 732665 w 1457604"/>
                <a:gd name="connsiteY0" fmla="*/ 0 h 715059"/>
                <a:gd name="connsiteX1" fmla="*/ 728802 w 1457604"/>
                <a:gd name="connsiteY1" fmla="*/ 3771 h 715059"/>
                <a:gd name="connsiteX2" fmla="*/ 724939 w 1457604"/>
                <a:gd name="connsiteY2" fmla="*/ 0 h 715059"/>
                <a:gd name="connsiteX3" fmla="*/ 724921 w 1457604"/>
                <a:gd name="connsiteY3" fmla="*/ 7558 h 715059"/>
                <a:gd name="connsiteX4" fmla="*/ 0 w 1457604"/>
                <a:gd name="connsiteY4" fmla="*/ 715059 h 715059"/>
                <a:gd name="connsiteX5" fmla="*/ 728802 w 1457604"/>
                <a:gd name="connsiteY5" fmla="*/ 483764 h 715059"/>
                <a:gd name="connsiteX6" fmla="*/ 1457604 w 1457604"/>
                <a:gd name="connsiteY6" fmla="*/ 715059 h 715059"/>
                <a:gd name="connsiteX7" fmla="*/ 732683 w 1457604"/>
                <a:gd name="connsiteY7" fmla="*/ 7558 h 715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57604" h="715059">
                  <a:moveTo>
                    <a:pt x="732665" y="0"/>
                  </a:moveTo>
                  <a:lnTo>
                    <a:pt x="728802" y="3771"/>
                  </a:lnTo>
                  <a:lnTo>
                    <a:pt x="724939" y="0"/>
                  </a:lnTo>
                  <a:lnTo>
                    <a:pt x="724921" y="7558"/>
                  </a:lnTo>
                  <a:lnTo>
                    <a:pt x="0" y="715059"/>
                  </a:lnTo>
                  <a:lnTo>
                    <a:pt x="728802" y="483764"/>
                  </a:lnTo>
                  <a:lnTo>
                    <a:pt x="1457604" y="715059"/>
                  </a:lnTo>
                  <a:lnTo>
                    <a:pt x="732683" y="7558"/>
                  </a:lnTo>
                  <a:close/>
                </a:path>
              </a:pathLst>
            </a:custGeom>
            <a:gradFill flip="none" rotWithShape="1">
              <a:gsLst>
                <a:gs pos="89000">
                  <a:schemeClr val="accent5">
                    <a:lumMod val="60000"/>
                    <a:lumOff val="40000"/>
                  </a:schemeClr>
                </a:gs>
                <a:gs pos="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>
                <a:cs typeface="微软雅黑" panose="020B0503020204020204" charset="-122"/>
              </a:endParaRPr>
            </a:p>
          </p:txBody>
        </p:sp>
        <p:sp>
          <p:nvSpPr>
            <p:cNvPr id="26" name="任意形状 179"/>
            <p:cNvSpPr/>
            <p:nvPr/>
          </p:nvSpPr>
          <p:spPr>
            <a:xfrm rot="5400000" flipH="1">
              <a:off x="3961913" y="3786494"/>
              <a:ext cx="944147" cy="504211"/>
            </a:xfrm>
            <a:custGeom>
              <a:avLst/>
              <a:gdLst>
                <a:gd name="connsiteX0" fmla="*/ 732665 w 1457604"/>
                <a:gd name="connsiteY0" fmla="*/ 0 h 715059"/>
                <a:gd name="connsiteX1" fmla="*/ 728802 w 1457604"/>
                <a:gd name="connsiteY1" fmla="*/ 3771 h 715059"/>
                <a:gd name="connsiteX2" fmla="*/ 724939 w 1457604"/>
                <a:gd name="connsiteY2" fmla="*/ 0 h 715059"/>
                <a:gd name="connsiteX3" fmla="*/ 724921 w 1457604"/>
                <a:gd name="connsiteY3" fmla="*/ 7558 h 715059"/>
                <a:gd name="connsiteX4" fmla="*/ 0 w 1457604"/>
                <a:gd name="connsiteY4" fmla="*/ 715059 h 715059"/>
                <a:gd name="connsiteX5" fmla="*/ 728802 w 1457604"/>
                <a:gd name="connsiteY5" fmla="*/ 483764 h 715059"/>
                <a:gd name="connsiteX6" fmla="*/ 1457604 w 1457604"/>
                <a:gd name="connsiteY6" fmla="*/ 715059 h 715059"/>
                <a:gd name="connsiteX7" fmla="*/ 732683 w 1457604"/>
                <a:gd name="connsiteY7" fmla="*/ 7558 h 715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57604" h="715059">
                  <a:moveTo>
                    <a:pt x="732665" y="0"/>
                  </a:moveTo>
                  <a:lnTo>
                    <a:pt x="728802" y="3771"/>
                  </a:lnTo>
                  <a:lnTo>
                    <a:pt x="724939" y="0"/>
                  </a:lnTo>
                  <a:lnTo>
                    <a:pt x="724921" y="7558"/>
                  </a:lnTo>
                  <a:lnTo>
                    <a:pt x="0" y="715059"/>
                  </a:lnTo>
                  <a:lnTo>
                    <a:pt x="728802" y="483764"/>
                  </a:lnTo>
                  <a:lnTo>
                    <a:pt x="1457604" y="715059"/>
                  </a:lnTo>
                  <a:lnTo>
                    <a:pt x="732683" y="7558"/>
                  </a:lnTo>
                  <a:close/>
                </a:path>
              </a:pathLst>
            </a:custGeom>
            <a:gradFill flip="none" rotWithShape="1">
              <a:gsLst>
                <a:gs pos="89000">
                  <a:schemeClr val="accent5">
                    <a:lumMod val="60000"/>
                    <a:lumOff val="40000"/>
                  </a:schemeClr>
                </a:gs>
                <a:gs pos="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>
                <a:cs typeface="微软雅黑" panose="020B0503020204020204" charset="-122"/>
              </a:endParaRPr>
            </a:p>
          </p:txBody>
        </p:sp>
      </p:grpSp>
      <p:cxnSp>
        <p:nvCxnSpPr>
          <p:cNvPr id="162" name="直线连接符 7"/>
          <p:cNvCxnSpPr/>
          <p:nvPr userDrawn="1"/>
        </p:nvCxnSpPr>
        <p:spPr>
          <a:xfrm>
            <a:off x="369165" y="839204"/>
            <a:ext cx="11459846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三角形 98"/>
          <p:cNvSpPr/>
          <p:nvPr/>
        </p:nvSpPr>
        <p:spPr>
          <a:xfrm rot="5400000" flipH="1">
            <a:off x="-1196340" y="1736725"/>
            <a:ext cx="6911340" cy="4178935"/>
          </a:xfrm>
          <a:prstGeom prst="triangle">
            <a:avLst/>
          </a:prstGeom>
          <a:gradFill flip="none" rotWithShape="1">
            <a:gsLst>
              <a:gs pos="1900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16200000" scaled="1"/>
          </a:gradFill>
          <a:ln w="19050" cap="flat">
            <a:gradFill flip="none" rotWithShape="1">
              <a:gsLst>
                <a:gs pos="0">
                  <a:schemeClr val="accent1">
                    <a:lumMod val="20000"/>
                    <a:lumOff val="80000"/>
                    <a:alpha val="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16200000" scaled="0"/>
              <a:tileRect/>
            </a:gradFill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l">
              <a:buClrTx/>
              <a:buSzTx/>
              <a:buFontTx/>
            </a:pPr>
            <a:endParaRPr lang="zh-CN" altLang="en-US" sz="1600" dirty="0">
              <a:cs typeface="微软雅黑" panose="020B0503020204020204" charset="-122"/>
              <a:sym typeface="+mn-ea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3321050" y="3322320"/>
            <a:ext cx="1056640" cy="105664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80000"/>
                  <a:lumOff val="20000"/>
                </a:schemeClr>
              </a:gs>
              <a:gs pos="100000">
                <a:schemeClr val="accent1"/>
              </a:gs>
            </a:gsLst>
            <a:lin ang="0"/>
          </a:gradFill>
          <a:ln w="38100">
            <a:noFill/>
          </a:ln>
          <a:effectLst>
            <a:outerShdw blurRad="50800" dist="38100" dir="2700000" algn="tl" rotWithShape="0">
              <a:schemeClr val="accent1">
                <a:lumMod val="60000"/>
                <a:lumOff val="4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945">
              <a:solidFill>
                <a:schemeClr val="bg1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3128645" y="3132455"/>
            <a:ext cx="1437005" cy="1437005"/>
          </a:xfrm>
          <a:prstGeom prst="ellipse">
            <a:avLst/>
          </a:prstGeom>
          <a:noFill/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kumimoji="1"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" name="显眼包PPT2-5"/>
          <p:cNvSpPr txBox="1"/>
          <p:nvPr/>
        </p:nvSpPr>
        <p:spPr>
          <a:xfrm flipH="1">
            <a:off x="3437890" y="3616325"/>
            <a:ext cx="812800" cy="49212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服务体系</a:t>
            </a:r>
            <a:endParaRPr lang="zh-CN" altLang="en-US" sz="1600" b="1" dirty="0">
              <a:solidFill>
                <a:schemeClr val="bg1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600" b="1" dirty="0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驱动</a:t>
            </a:r>
            <a:endParaRPr lang="zh-CN" altLang="en-US" sz="1600" b="1" dirty="0">
              <a:solidFill>
                <a:schemeClr val="bg1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72" name="组合 71"/>
          <p:cNvGrpSpPr/>
          <p:nvPr/>
        </p:nvGrpSpPr>
        <p:grpSpPr>
          <a:xfrm rot="0">
            <a:off x="3536950" y="1849755"/>
            <a:ext cx="365125" cy="1358900"/>
            <a:chOff x="6214" y="3024"/>
            <a:chExt cx="575" cy="2140"/>
          </a:xfrm>
        </p:grpSpPr>
        <p:sp>
          <p:nvSpPr>
            <p:cNvPr id="73" name="圆角矩形 72"/>
            <p:cNvSpPr/>
            <p:nvPr/>
          </p:nvSpPr>
          <p:spPr>
            <a:xfrm>
              <a:off x="6214" y="3024"/>
              <a:ext cx="544" cy="150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75" name="文本框 74"/>
            <p:cNvSpPr txBox="1"/>
            <p:nvPr/>
          </p:nvSpPr>
          <p:spPr>
            <a:xfrm>
              <a:off x="6235" y="3029"/>
              <a:ext cx="554" cy="1490"/>
            </a:xfrm>
            <a:prstGeom prst="rect">
              <a:avLst/>
            </a:prstGeom>
          </p:spPr>
          <p:txBody>
            <a:bodyPr vert="eaVert" wrap="square">
              <a:sp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p>
              <a:pPr algn="l"/>
              <a:r>
                <a:rPr lang="zh-CN" altLang="en-US" sz="110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人才画像匹配</a:t>
              </a:r>
              <a:endParaRPr lang="zh-CN" altLang="en-US" sz="1100">
                <a:solidFill>
                  <a:schemeClr val="accent5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grpSp>
          <p:nvGrpSpPr>
            <p:cNvPr id="76" name="组合 75"/>
            <p:cNvGrpSpPr/>
            <p:nvPr/>
          </p:nvGrpSpPr>
          <p:grpSpPr>
            <a:xfrm>
              <a:off x="6375" y="4894"/>
              <a:ext cx="274" cy="270"/>
              <a:chOff x="5469" y="4887"/>
              <a:chExt cx="274" cy="270"/>
            </a:xfrm>
          </p:grpSpPr>
          <p:grpSp>
            <p:nvGrpSpPr>
              <p:cNvPr id="77" name="组合 76"/>
              <p:cNvGrpSpPr/>
              <p:nvPr/>
            </p:nvGrpSpPr>
            <p:grpSpPr>
              <a:xfrm rot="0">
                <a:off x="5469" y="4887"/>
                <a:ext cx="274" cy="270"/>
                <a:chOff x="2253649" y="5484016"/>
                <a:chExt cx="1142158" cy="1124265"/>
              </a:xfrm>
              <a:effectLst>
                <a:outerShdw blurRad="190500" dist="88900" dir="5400000" algn="t" rotWithShape="0">
                  <a:schemeClr val="accent1">
                    <a:lumMod val="60000"/>
                    <a:lumOff val="40000"/>
                    <a:alpha val="32000"/>
                  </a:schemeClr>
                </a:outerShdw>
              </a:effectLst>
            </p:grpSpPr>
            <p:sp>
              <p:nvSpPr>
                <p:cNvPr id="78" name="显眼包PPT-1"/>
                <p:cNvSpPr/>
                <p:nvPr/>
              </p:nvSpPr>
              <p:spPr>
                <a:xfrm>
                  <a:off x="2253649" y="5484016"/>
                  <a:ext cx="1142158" cy="1124265"/>
                </a:xfrm>
                <a:prstGeom prst="ellipse">
                  <a:avLst/>
                </a:prstGeom>
                <a:gradFill flip="none" rotWithShape="1">
                  <a:gsLst>
                    <a:gs pos="15000">
                      <a:schemeClr val="bg1">
                        <a:alpha val="0"/>
                        <a:lumMod val="99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  <a:tileRect/>
                </a:gradFill>
                <a:ln w="9525">
                  <a:gradFill flip="none" rotWithShape="1">
                    <a:gsLst>
                      <a:gs pos="0">
                        <a:schemeClr val="bg1">
                          <a:alpha val="0"/>
                        </a:schemeClr>
                      </a:gs>
                      <a:gs pos="100000">
                        <a:schemeClr val="bg1"/>
                      </a:gs>
                    </a:gsLst>
                    <a:lin ang="5400000" scaled="1"/>
                    <a:tileRect/>
                  </a:gradFill>
                </a:ln>
                <a:scene3d>
                  <a:camera prst="orthographicFront"/>
                  <a:lightRig rig="threePt" dir="t"/>
                </a:scene3d>
                <a:sp3d extrusionH="5715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  <p:sp>
              <p:nvSpPr>
                <p:cNvPr id="79" name="显眼包PPT-2"/>
                <p:cNvSpPr/>
                <p:nvPr/>
              </p:nvSpPr>
              <p:spPr>
                <a:xfrm>
                  <a:off x="2501202" y="5727682"/>
                  <a:ext cx="647053" cy="636929"/>
                </a:xfrm>
                <a:prstGeom prst="ellipse">
                  <a:avLst/>
                </a:prstGeom>
                <a:gradFill flip="none" rotWithShape="1">
                  <a:gsLst>
                    <a:gs pos="89000">
                      <a:schemeClr val="accent5"/>
                    </a:gs>
                    <a:gs pos="49000">
                      <a:schemeClr val="accent5">
                        <a:lumMod val="60000"/>
                        <a:lumOff val="40000"/>
                      </a:schemeClr>
                    </a:gs>
                    <a:gs pos="9000">
                      <a:schemeClr val="accent5">
                        <a:lumMod val="20000"/>
                        <a:lumOff val="80000"/>
                        <a:alpha val="3000"/>
                      </a:scheme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  <a:effectLst>
                  <a:innerShdw blurRad="114300">
                    <a:schemeClr val="accent5">
                      <a:lumMod val="60000"/>
                      <a:lumOff val="40000"/>
                    </a:schemeClr>
                  </a:inn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</p:grpSp>
          <p:sp>
            <p:nvSpPr>
              <p:cNvPr id="80" name="显眼包PPT-3"/>
              <p:cNvSpPr/>
              <p:nvPr/>
            </p:nvSpPr>
            <p:spPr>
              <a:xfrm>
                <a:off x="5528" y="4946"/>
                <a:ext cx="155" cy="153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56000">
                    <a:schemeClr val="bg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  <a:effectLst>
                <a:innerShdw blurRad="114300">
                  <a:schemeClr val="accent5">
                    <a:lumMod val="60000"/>
                    <a:lumOff val="4000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cxnSp>
          <p:nvCxnSpPr>
            <p:cNvPr id="81" name="直接连接符 80"/>
            <p:cNvCxnSpPr>
              <a:stCxn id="80" idx="0"/>
              <a:endCxn id="75" idx="2"/>
            </p:cNvCxnSpPr>
            <p:nvPr/>
          </p:nvCxnSpPr>
          <p:spPr>
            <a:xfrm flipV="1">
              <a:off x="6512" y="4519"/>
              <a:ext cx="0" cy="434"/>
            </a:xfrm>
            <a:prstGeom prst="line">
              <a:avLst/>
            </a:prstGeom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84" name="组合 83"/>
          <p:cNvGrpSpPr/>
          <p:nvPr/>
        </p:nvGrpSpPr>
        <p:grpSpPr>
          <a:xfrm rot="0">
            <a:off x="4069715" y="2048510"/>
            <a:ext cx="363855" cy="1290955"/>
            <a:chOff x="6409" y="3226"/>
            <a:chExt cx="573" cy="2033"/>
          </a:xfrm>
        </p:grpSpPr>
        <p:grpSp>
          <p:nvGrpSpPr>
            <p:cNvPr id="21" name="组合 20"/>
            <p:cNvGrpSpPr/>
            <p:nvPr/>
          </p:nvGrpSpPr>
          <p:grpSpPr>
            <a:xfrm rot="0">
              <a:off x="6552" y="4989"/>
              <a:ext cx="274" cy="270"/>
              <a:chOff x="5469" y="4887"/>
              <a:chExt cx="274" cy="270"/>
            </a:xfrm>
          </p:grpSpPr>
          <p:grpSp>
            <p:nvGrpSpPr>
              <p:cNvPr id="22" name="组合 21"/>
              <p:cNvGrpSpPr/>
              <p:nvPr/>
            </p:nvGrpSpPr>
            <p:grpSpPr>
              <a:xfrm rot="0">
                <a:off x="5469" y="4887"/>
                <a:ext cx="274" cy="270"/>
                <a:chOff x="2253649" y="5484016"/>
                <a:chExt cx="1142158" cy="1124265"/>
              </a:xfrm>
              <a:effectLst>
                <a:outerShdw blurRad="190500" dist="88900" dir="5400000" algn="t" rotWithShape="0">
                  <a:schemeClr val="accent1">
                    <a:lumMod val="60000"/>
                    <a:lumOff val="40000"/>
                    <a:alpha val="32000"/>
                  </a:schemeClr>
                </a:outerShdw>
              </a:effectLst>
            </p:grpSpPr>
            <p:sp>
              <p:nvSpPr>
                <p:cNvPr id="23" name="显眼包PPT-1"/>
                <p:cNvSpPr/>
                <p:nvPr/>
              </p:nvSpPr>
              <p:spPr>
                <a:xfrm>
                  <a:off x="2253649" y="5484016"/>
                  <a:ext cx="1142158" cy="1124265"/>
                </a:xfrm>
                <a:prstGeom prst="ellipse">
                  <a:avLst/>
                </a:prstGeom>
                <a:gradFill flip="none" rotWithShape="1">
                  <a:gsLst>
                    <a:gs pos="15000">
                      <a:schemeClr val="bg1">
                        <a:alpha val="0"/>
                        <a:lumMod val="99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  <a:tileRect/>
                </a:gradFill>
                <a:ln w="9525">
                  <a:gradFill flip="none" rotWithShape="1">
                    <a:gsLst>
                      <a:gs pos="0">
                        <a:schemeClr val="bg1">
                          <a:alpha val="0"/>
                        </a:schemeClr>
                      </a:gs>
                      <a:gs pos="100000">
                        <a:schemeClr val="bg1"/>
                      </a:gs>
                    </a:gsLst>
                    <a:lin ang="5400000" scaled="1"/>
                    <a:tileRect/>
                  </a:gradFill>
                </a:ln>
                <a:scene3d>
                  <a:camera prst="orthographicFront"/>
                  <a:lightRig rig="threePt" dir="t"/>
                </a:scene3d>
                <a:sp3d extrusionH="5715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  <p:sp>
              <p:nvSpPr>
                <p:cNvPr id="27" name="显眼包PPT-2"/>
                <p:cNvSpPr/>
                <p:nvPr/>
              </p:nvSpPr>
              <p:spPr>
                <a:xfrm>
                  <a:off x="2501202" y="5727682"/>
                  <a:ext cx="647053" cy="636929"/>
                </a:xfrm>
                <a:prstGeom prst="ellipse">
                  <a:avLst/>
                </a:prstGeom>
                <a:gradFill flip="none" rotWithShape="1">
                  <a:gsLst>
                    <a:gs pos="89000">
                      <a:schemeClr val="accent5"/>
                    </a:gs>
                    <a:gs pos="49000">
                      <a:schemeClr val="accent5">
                        <a:lumMod val="60000"/>
                        <a:lumOff val="40000"/>
                      </a:schemeClr>
                    </a:gs>
                    <a:gs pos="9000">
                      <a:schemeClr val="accent5">
                        <a:lumMod val="20000"/>
                        <a:lumOff val="80000"/>
                        <a:alpha val="3000"/>
                      </a:scheme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  <a:effectLst>
                  <a:innerShdw blurRad="114300">
                    <a:schemeClr val="accent5">
                      <a:lumMod val="60000"/>
                      <a:lumOff val="40000"/>
                    </a:schemeClr>
                  </a:inn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</p:grpSp>
          <p:sp>
            <p:nvSpPr>
              <p:cNvPr id="28" name="显眼包PPT-3"/>
              <p:cNvSpPr/>
              <p:nvPr/>
            </p:nvSpPr>
            <p:spPr>
              <a:xfrm>
                <a:off x="5528" y="4946"/>
                <a:ext cx="155" cy="153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56000">
                    <a:schemeClr val="bg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  <a:effectLst>
                <a:innerShdw blurRad="114300">
                  <a:schemeClr val="accent5">
                    <a:lumMod val="60000"/>
                    <a:lumOff val="4000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cxnSp>
          <p:nvCxnSpPr>
            <p:cNvPr id="57" name="直接连接符 56"/>
            <p:cNvCxnSpPr>
              <a:stCxn id="28" idx="0"/>
            </p:cNvCxnSpPr>
            <p:nvPr/>
          </p:nvCxnSpPr>
          <p:spPr>
            <a:xfrm flipV="1">
              <a:off x="6689" y="4726"/>
              <a:ext cx="0" cy="322"/>
            </a:xfrm>
            <a:prstGeom prst="line">
              <a:avLst/>
            </a:prstGeom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83" name="组合 82"/>
            <p:cNvGrpSpPr/>
            <p:nvPr/>
          </p:nvGrpSpPr>
          <p:grpSpPr>
            <a:xfrm>
              <a:off x="6409" y="3226"/>
              <a:ext cx="573" cy="1504"/>
              <a:chOff x="6409" y="3226"/>
              <a:chExt cx="573" cy="1504"/>
            </a:xfrm>
          </p:grpSpPr>
          <p:sp>
            <p:nvSpPr>
              <p:cNvPr id="54" name="圆角矩形 53"/>
              <p:cNvSpPr/>
              <p:nvPr/>
            </p:nvSpPr>
            <p:spPr>
              <a:xfrm>
                <a:off x="6409" y="3226"/>
                <a:ext cx="544" cy="1504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zh-CN" altLang="en-US">
                  <a:cs typeface="微软雅黑" panose="020B0503020204020204" charset="-122"/>
                  <a:sym typeface="+mn-ea"/>
                </a:endParaRPr>
              </a:p>
            </p:txBody>
          </p:sp>
          <p:sp>
            <p:nvSpPr>
              <p:cNvPr id="82" name="文本框 81"/>
              <p:cNvSpPr txBox="1"/>
              <p:nvPr/>
            </p:nvSpPr>
            <p:spPr>
              <a:xfrm>
                <a:off x="6428" y="3229"/>
                <a:ext cx="554" cy="1490"/>
              </a:xfrm>
              <a:prstGeom prst="rect">
                <a:avLst/>
              </a:prstGeom>
            </p:spPr>
            <p:txBody>
              <a:bodyPr vert="eaVert" wrap="square" anchor="ctr" anchorCtr="0">
                <a:spAutoFit/>
                <a:extLst>
                  <a:ext uri="{4A0BC546-FE56-4ADE-93B0-CB8AF2F6F144}">
                    <wpsdc:textFrameExt xmlns:wpsdc="http://www.wps.cn/officeDocument/2022/drawingmlCustomData" type="text"/>
                  </a:ext>
                </a:extLst>
              </a:bodyPr>
              <a:p>
                <a:pPr algn="ctr"/>
                <a:r>
                  <a:rPr lang="zh-CN" altLang="en-US" sz="1100">
                    <a:solidFill>
                      <a:schemeClr val="accent5">
                        <a:lumMod val="60000"/>
                        <a:lumOff val="4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虚拟仿真实训</a:t>
                </a:r>
                <a:endParaRPr lang="zh-CN" altLang="en-US" sz="110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</p:grpSp>
      <p:grpSp>
        <p:nvGrpSpPr>
          <p:cNvPr id="85" name="组合 84"/>
          <p:cNvGrpSpPr/>
          <p:nvPr/>
        </p:nvGrpSpPr>
        <p:grpSpPr>
          <a:xfrm rot="0" flipV="1">
            <a:off x="4069715" y="4377690"/>
            <a:ext cx="345440" cy="1290955"/>
            <a:chOff x="6409" y="3226"/>
            <a:chExt cx="544" cy="2033"/>
          </a:xfrm>
        </p:grpSpPr>
        <p:grpSp>
          <p:nvGrpSpPr>
            <p:cNvPr id="86" name="组合 85"/>
            <p:cNvGrpSpPr/>
            <p:nvPr/>
          </p:nvGrpSpPr>
          <p:grpSpPr>
            <a:xfrm rot="0">
              <a:off x="6552" y="4989"/>
              <a:ext cx="274" cy="270"/>
              <a:chOff x="5469" y="4887"/>
              <a:chExt cx="274" cy="270"/>
            </a:xfrm>
          </p:grpSpPr>
          <p:grpSp>
            <p:nvGrpSpPr>
              <p:cNvPr id="87" name="组合 86"/>
              <p:cNvGrpSpPr/>
              <p:nvPr/>
            </p:nvGrpSpPr>
            <p:grpSpPr>
              <a:xfrm rot="0">
                <a:off x="5469" y="4887"/>
                <a:ext cx="274" cy="270"/>
                <a:chOff x="2253649" y="5484016"/>
                <a:chExt cx="1142158" cy="1124265"/>
              </a:xfrm>
              <a:effectLst>
                <a:outerShdw blurRad="190500" dist="88900" dir="5400000" algn="t" rotWithShape="0">
                  <a:schemeClr val="accent1">
                    <a:lumMod val="60000"/>
                    <a:lumOff val="40000"/>
                    <a:alpha val="32000"/>
                  </a:schemeClr>
                </a:outerShdw>
              </a:effectLst>
            </p:grpSpPr>
            <p:sp>
              <p:nvSpPr>
                <p:cNvPr id="88" name="显眼包PPT-1"/>
                <p:cNvSpPr/>
                <p:nvPr/>
              </p:nvSpPr>
              <p:spPr>
                <a:xfrm>
                  <a:off x="2253649" y="5484016"/>
                  <a:ext cx="1142158" cy="1124265"/>
                </a:xfrm>
                <a:prstGeom prst="ellipse">
                  <a:avLst/>
                </a:prstGeom>
                <a:gradFill flip="none" rotWithShape="1">
                  <a:gsLst>
                    <a:gs pos="15000">
                      <a:schemeClr val="bg1">
                        <a:alpha val="0"/>
                        <a:lumMod val="99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  <a:tileRect/>
                </a:gradFill>
                <a:ln w="9525">
                  <a:gradFill flip="none" rotWithShape="1">
                    <a:gsLst>
                      <a:gs pos="0">
                        <a:schemeClr val="bg1">
                          <a:alpha val="0"/>
                        </a:schemeClr>
                      </a:gs>
                      <a:gs pos="100000">
                        <a:schemeClr val="bg1"/>
                      </a:gs>
                    </a:gsLst>
                    <a:lin ang="5400000" scaled="1"/>
                    <a:tileRect/>
                  </a:gradFill>
                </a:ln>
                <a:scene3d>
                  <a:camera prst="orthographicFront"/>
                  <a:lightRig rig="threePt" dir="t"/>
                </a:scene3d>
                <a:sp3d extrusionH="5715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  <p:sp>
              <p:nvSpPr>
                <p:cNvPr id="89" name="显眼包PPT-2"/>
                <p:cNvSpPr/>
                <p:nvPr/>
              </p:nvSpPr>
              <p:spPr>
                <a:xfrm>
                  <a:off x="2501202" y="5727682"/>
                  <a:ext cx="647053" cy="636929"/>
                </a:xfrm>
                <a:prstGeom prst="ellipse">
                  <a:avLst/>
                </a:prstGeom>
                <a:gradFill flip="none" rotWithShape="1">
                  <a:gsLst>
                    <a:gs pos="89000">
                      <a:schemeClr val="accent5"/>
                    </a:gs>
                    <a:gs pos="49000">
                      <a:schemeClr val="accent5">
                        <a:lumMod val="60000"/>
                        <a:lumOff val="40000"/>
                      </a:schemeClr>
                    </a:gs>
                    <a:gs pos="9000">
                      <a:schemeClr val="accent5">
                        <a:lumMod val="20000"/>
                        <a:lumOff val="80000"/>
                        <a:alpha val="3000"/>
                      </a:scheme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  <a:effectLst>
                  <a:innerShdw blurRad="114300">
                    <a:schemeClr val="accent5">
                      <a:lumMod val="60000"/>
                      <a:lumOff val="40000"/>
                    </a:schemeClr>
                  </a:inn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</p:grpSp>
          <p:sp>
            <p:nvSpPr>
              <p:cNvPr id="91" name="显眼包PPT-3"/>
              <p:cNvSpPr/>
              <p:nvPr/>
            </p:nvSpPr>
            <p:spPr>
              <a:xfrm>
                <a:off x="5528" y="4946"/>
                <a:ext cx="155" cy="153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56000">
                    <a:schemeClr val="bg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  <a:effectLst>
                <a:innerShdw blurRad="114300">
                  <a:schemeClr val="accent5">
                    <a:lumMod val="60000"/>
                    <a:lumOff val="4000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cxnSp>
          <p:nvCxnSpPr>
            <p:cNvPr id="92" name="直接连接符 91"/>
            <p:cNvCxnSpPr>
              <a:stCxn id="91" idx="0"/>
            </p:cNvCxnSpPr>
            <p:nvPr/>
          </p:nvCxnSpPr>
          <p:spPr>
            <a:xfrm flipV="1">
              <a:off x="6689" y="4726"/>
              <a:ext cx="0" cy="322"/>
            </a:xfrm>
            <a:prstGeom prst="line">
              <a:avLst/>
            </a:prstGeom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94" name="圆角矩形 93"/>
            <p:cNvSpPr/>
            <p:nvPr/>
          </p:nvSpPr>
          <p:spPr>
            <a:xfrm>
              <a:off x="6409" y="3226"/>
              <a:ext cx="544" cy="150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cs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96" name="组合 95"/>
          <p:cNvGrpSpPr/>
          <p:nvPr/>
        </p:nvGrpSpPr>
        <p:grpSpPr>
          <a:xfrm rot="0" flipV="1">
            <a:off x="3536950" y="4462780"/>
            <a:ext cx="345440" cy="1358900"/>
            <a:chOff x="6214" y="3024"/>
            <a:chExt cx="544" cy="2140"/>
          </a:xfrm>
        </p:grpSpPr>
        <p:sp>
          <p:nvSpPr>
            <p:cNvPr id="97" name="圆角矩形 96"/>
            <p:cNvSpPr/>
            <p:nvPr/>
          </p:nvSpPr>
          <p:spPr>
            <a:xfrm>
              <a:off x="6214" y="3024"/>
              <a:ext cx="544" cy="150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cs typeface="微软雅黑" panose="020B0503020204020204" charset="-122"/>
                <a:sym typeface="+mn-ea"/>
              </a:endParaRPr>
            </a:p>
          </p:txBody>
        </p:sp>
        <p:grpSp>
          <p:nvGrpSpPr>
            <p:cNvPr id="100" name="组合 99"/>
            <p:cNvGrpSpPr/>
            <p:nvPr/>
          </p:nvGrpSpPr>
          <p:grpSpPr>
            <a:xfrm>
              <a:off x="6375" y="4894"/>
              <a:ext cx="274" cy="270"/>
              <a:chOff x="5469" y="4887"/>
              <a:chExt cx="274" cy="270"/>
            </a:xfrm>
          </p:grpSpPr>
          <p:grpSp>
            <p:nvGrpSpPr>
              <p:cNvPr id="101" name="组合 100"/>
              <p:cNvGrpSpPr/>
              <p:nvPr/>
            </p:nvGrpSpPr>
            <p:grpSpPr>
              <a:xfrm rot="0">
                <a:off x="5469" y="4887"/>
                <a:ext cx="274" cy="270"/>
                <a:chOff x="2253649" y="5484016"/>
                <a:chExt cx="1142158" cy="1124265"/>
              </a:xfrm>
              <a:effectLst>
                <a:outerShdw blurRad="190500" dist="88900" dir="5400000" algn="t" rotWithShape="0">
                  <a:schemeClr val="accent1">
                    <a:lumMod val="60000"/>
                    <a:lumOff val="40000"/>
                    <a:alpha val="32000"/>
                  </a:schemeClr>
                </a:outerShdw>
              </a:effectLst>
            </p:grpSpPr>
            <p:sp>
              <p:nvSpPr>
                <p:cNvPr id="102" name="显眼包PPT-1"/>
                <p:cNvSpPr/>
                <p:nvPr/>
              </p:nvSpPr>
              <p:spPr>
                <a:xfrm>
                  <a:off x="2253649" y="5484016"/>
                  <a:ext cx="1142158" cy="1124265"/>
                </a:xfrm>
                <a:prstGeom prst="ellipse">
                  <a:avLst/>
                </a:prstGeom>
                <a:gradFill flip="none" rotWithShape="1">
                  <a:gsLst>
                    <a:gs pos="15000">
                      <a:schemeClr val="bg1">
                        <a:alpha val="0"/>
                        <a:lumMod val="99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  <a:tileRect/>
                </a:gradFill>
                <a:ln w="9525">
                  <a:gradFill flip="none" rotWithShape="1">
                    <a:gsLst>
                      <a:gs pos="0">
                        <a:schemeClr val="bg1">
                          <a:alpha val="0"/>
                        </a:schemeClr>
                      </a:gs>
                      <a:gs pos="100000">
                        <a:schemeClr val="bg1"/>
                      </a:gs>
                    </a:gsLst>
                    <a:lin ang="5400000" scaled="1"/>
                    <a:tileRect/>
                  </a:gradFill>
                </a:ln>
                <a:scene3d>
                  <a:camera prst="orthographicFront"/>
                  <a:lightRig rig="threePt" dir="t"/>
                </a:scene3d>
                <a:sp3d extrusionH="5715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  <p:sp>
              <p:nvSpPr>
                <p:cNvPr id="103" name="显眼包PPT-2"/>
                <p:cNvSpPr/>
                <p:nvPr/>
              </p:nvSpPr>
              <p:spPr>
                <a:xfrm>
                  <a:off x="2501202" y="5727682"/>
                  <a:ext cx="647053" cy="636929"/>
                </a:xfrm>
                <a:prstGeom prst="ellipse">
                  <a:avLst/>
                </a:prstGeom>
                <a:gradFill flip="none" rotWithShape="1">
                  <a:gsLst>
                    <a:gs pos="89000">
                      <a:schemeClr val="accent5"/>
                    </a:gs>
                    <a:gs pos="49000">
                      <a:schemeClr val="accent5">
                        <a:lumMod val="60000"/>
                        <a:lumOff val="40000"/>
                      </a:schemeClr>
                    </a:gs>
                    <a:gs pos="9000">
                      <a:schemeClr val="accent5">
                        <a:lumMod val="20000"/>
                        <a:lumOff val="80000"/>
                        <a:alpha val="3000"/>
                      </a:scheme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  <a:effectLst>
                  <a:innerShdw blurRad="114300">
                    <a:schemeClr val="accent5">
                      <a:lumMod val="60000"/>
                      <a:lumOff val="40000"/>
                    </a:schemeClr>
                  </a:inn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</p:grpSp>
          <p:sp>
            <p:nvSpPr>
              <p:cNvPr id="105" name="显眼包PPT-3"/>
              <p:cNvSpPr/>
              <p:nvPr/>
            </p:nvSpPr>
            <p:spPr>
              <a:xfrm>
                <a:off x="5528" y="4946"/>
                <a:ext cx="155" cy="153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56000">
                    <a:schemeClr val="bg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  <a:effectLst>
                <a:innerShdw blurRad="114300">
                  <a:schemeClr val="accent5">
                    <a:lumMod val="60000"/>
                    <a:lumOff val="4000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</p:grpSp>
      <p:sp>
        <p:nvSpPr>
          <p:cNvPr id="4" name="文本框 3"/>
          <p:cNvSpPr txBox="1"/>
          <p:nvPr/>
        </p:nvSpPr>
        <p:spPr>
          <a:xfrm>
            <a:off x="3548380" y="4871720"/>
            <a:ext cx="351790" cy="946150"/>
          </a:xfrm>
          <a:prstGeom prst="rect">
            <a:avLst/>
          </a:prstGeom>
        </p:spPr>
        <p:txBody>
          <a:bodyPr vert="eaVert"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100">
                <a:solidFill>
                  <a:schemeClr val="accent5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双创孵化转化</a:t>
            </a:r>
            <a:endParaRPr lang="zh-CN" altLang="en-US" sz="1100">
              <a:solidFill>
                <a:schemeClr val="accent5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084955" y="4709160"/>
            <a:ext cx="351790" cy="946150"/>
          </a:xfrm>
          <a:prstGeom prst="rect">
            <a:avLst/>
          </a:prstGeom>
        </p:spPr>
        <p:txBody>
          <a:bodyPr vert="eaVert"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100">
                <a:solidFill>
                  <a:schemeClr val="accent5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产业教学赋能</a:t>
            </a:r>
            <a:endParaRPr lang="zh-CN" altLang="en-US" sz="1100">
              <a:solidFill>
                <a:schemeClr val="accent5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35" name="组合 34"/>
          <p:cNvGrpSpPr/>
          <p:nvPr/>
        </p:nvGrpSpPr>
        <p:grpSpPr>
          <a:xfrm rot="0">
            <a:off x="3216275" y="3292475"/>
            <a:ext cx="173990" cy="171450"/>
            <a:chOff x="5065" y="5185"/>
            <a:chExt cx="274" cy="270"/>
          </a:xfrm>
        </p:grpSpPr>
        <p:grpSp>
          <p:nvGrpSpPr>
            <p:cNvPr id="29" name="组合 28"/>
            <p:cNvGrpSpPr/>
            <p:nvPr/>
          </p:nvGrpSpPr>
          <p:grpSpPr>
            <a:xfrm rot="0">
              <a:off x="5065" y="5185"/>
              <a:ext cx="274" cy="270"/>
              <a:chOff x="2253649" y="5484016"/>
              <a:chExt cx="1142158" cy="1124265"/>
            </a:xfrm>
            <a:effectLst>
              <a:outerShdw blurRad="190500" dist="88900" dir="5400000" algn="t" rotWithShape="0">
                <a:schemeClr val="accent1">
                  <a:lumMod val="60000"/>
                  <a:lumOff val="40000"/>
                  <a:alpha val="32000"/>
                </a:schemeClr>
              </a:outerShdw>
            </a:effectLst>
          </p:grpSpPr>
          <p:sp>
            <p:nvSpPr>
              <p:cNvPr id="30" name="显眼包PPT-1"/>
              <p:cNvSpPr/>
              <p:nvPr/>
            </p:nvSpPr>
            <p:spPr>
              <a:xfrm>
                <a:off x="2253649" y="5484016"/>
                <a:ext cx="1142158" cy="1124265"/>
              </a:xfrm>
              <a:prstGeom prst="ellipse">
                <a:avLst/>
              </a:prstGeom>
              <a:gradFill flip="none" rotWithShape="1">
                <a:gsLst>
                  <a:gs pos="15000">
                    <a:schemeClr val="bg1">
                      <a:alpha val="0"/>
                      <a:lumMod val="99000"/>
                    </a:schemeClr>
                  </a:gs>
                  <a:gs pos="100000">
                    <a:schemeClr val="bg1"/>
                  </a:gs>
                </a:gsLst>
                <a:lin ang="5400000" scaled="1"/>
                <a:tileRect/>
              </a:gradFill>
              <a:ln w="9525">
                <a:gradFill flip="none" rotWithShape="1">
                  <a:gsLst>
                    <a:gs pos="0">
                      <a:schemeClr val="bg1">
                        <a:alpha val="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  <a:tileRect/>
                </a:gradFill>
              </a:ln>
              <a:scene3d>
                <a:camera prst="orthographicFront"/>
                <a:lightRig rig="threePt" dir="t"/>
              </a:scene3d>
              <a:sp3d extrusionH="5715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31" name="显眼包PPT-2"/>
              <p:cNvSpPr/>
              <p:nvPr/>
            </p:nvSpPr>
            <p:spPr>
              <a:xfrm>
                <a:off x="2501202" y="5727682"/>
                <a:ext cx="647053" cy="636929"/>
              </a:xfrm>
              <a:prstGeom prst="ellipse">
                <a:avLst/>
              </a:prstGeom>
              <a:gradFill flip="none" rotWithShape="1">
                <a:gsLst>
                  <a:gs pos="89000">
                    <a:schemeClr val="accent1"/>
                  </a:gs>
                  <a:gs pos="49000">
                    <a:schemeClr val="accent1">
                      <a:lumMod val="60000"/>
                      <a:lumOff val="40000"/>
                    </a:schemeClr>
                  </a:gs>
                  <a:gs pos="9000">
                    <a:schemeClr val="accent1">
                      <a:lumMod val="20000"/>
                      <a:lumOff val="80000"/>
                      <a:alpha val="3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  <a:effectLst>
                <a:innerShdw blurRad="114300">
                  <a:schemeClr val="accent1">
                    <a:lumMod val="60000"/>
                    <a:lumOff val="4000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.</a:t>
                </a:r>
                <a:endParaRPr kumimoji="0" lang="en-US" altLang="zh-CN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sp>
          <p:nvSpPr>
            <p:cNvPr id="34" name="显眼包PPT-3"/>
            <p:cNvSpPr/>
            <p:nvPr/>
          </p:nvSpPr>
          <p:spPr>
            <a:xfrm>
              <a:off x="5124" y="5244"/>
              <a:ext cx="155" cy="153"/>
            </a:xfrm>
            <a:prstGeom prst="ellipse">
              <a:avLst/>
            </a:prstGeom>
            <a:gradFill flip="none" rotWithShape="1">
              <a:gsLst>
                <a:gs pos="0">
                  <a:schemeClr val="bg1"/>
                </a:gs>
                <a:gs pos="56000">
                  <a:schemeClr val="bg1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  <a:effectLst>
              <a:innerShdw blurRad="114300">
                <a:schemeClr val="accent1">
                  <a:lumMod val="60000"/>
                  <a:lumOff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 rot="0">
            <a:off x="3061335" y="3612515"/>
            <a:ext cx="173990" cy="171450"/>
            <a:chOff x="5065" y="5185"/>
            <a:chExt cx="274" cy="270"/>
          </a:xfrm>
        </p:grpSpPr>
        <p:grpSp>
          <p:nvGrpSpPr>
            <p:cNvPr id="37" name="组合 36"/>
            <p:cNvGrpSpPr/>
            <p:nvPr/>
          </p:nvGrpSpPr>
          <p:grpSpPr>
            <a:xfrm rot="0">
              <a:off x="5065" y="5185"/>
              <a:ext cx="274" cy="270"/>
              <a:chOff x="2253649" y="5484016"/>
              <a:chExt cx="1142158" cy="1124265"/>
            </a:xfrm>
            <a:effectLst>
              <a:outerShdw blurRad="190500" dist="88900" dir="5400000" algn="t" rotWithShape="0">
                <a:schemeClr val="accent1">
                  <a:lumMod val="60000"/>
                  <a:lumOff val="40000"/>
                  <a:alpha val="32000"/>
                </a:schemeClr>
              </a:outerShdw>
            </a:effectLst>
          </p:grpSpPr>
          <p:sp>
            <p:nvSpPr>
              <p:cNvPr id="38" name="显眼包PPT-1"/>
              <p:cNvSpPr/>
              <p:nvPr/>
            </p:nvSpPr>
            <p:spPr>
              <a:xfrm>
                <a:off x="2253649" y="5484016"/>
                <a:ext cx="1142158" cy="1124265"/>
              </a:xfrm>
              <a:prstGeom prst="ellipse">
                <a:avLst/>
              </a:prstGeom>
              <a:gradFill flip="none" rotWithShape="1">
                <a:gsLst>
                  <a:gs pos="15000">
                    <a:schemeClr val="bg1">
                      <a:alpha val="0"/>
                      <a:lumMod val="99000"/>
                    </a:schemeClr>
                  </a:gs>
                  <a:gs pos="100000">
                    <a:schemeClr val="bg1"/>
                  </a:gs>
                </a:gsLst>
                <a:lin ang="5400000" scaled="1"/>
                <a:tileRect/>
              </a:gradFill>
              <a:ln w="9525">
                <a:gradFill flip="none" rotWithShape="1">
                  <a:gsLst>
                    <a:gs pos="0">
                      <a:schemeClr val="bg1">
                        <a:alpha val="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  <a:tileRect/>
                </a:gradFill>
              </a:ln>
              <a:scene3d>
                <a:camera prst="orthographicFront"/>
                <a:lightRig rig="threePt" dir="t"/>
              </a:scene3d>
              <a:sp3d extrusionH="5715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39" name="显眼包PPT-2"/>
              <p:cNvSpPr/>
              <p:nvPr/>
            </p:nvSpPr>
            <p:spPr>
              <a:xfrm>
                <a:off x="2501202" y="5727682"/>
                <a:ext cx="647053" cy="636929"/>
              </a:xfrm>
              <a:prstGeom prst="ellipse">
                <a:avLst/>
              </a:prstGeom>
              <a:gradFill flip="none" rotWithShape="1">
                <a:gsLst>
                  <a:gs pos="89000">
                    <a:schemeClr val="accent1"/>
                  </a:gs>
                  <a:gs pos="49000">
                    <a:schemeClr val="accent1">
                      <a:lumMod val="60000"/>
                      <a:lumOff val="40000"/>
                    </a:schemeClr>
                  </a:gs>
                  <a:gs pos="9000">
                    <a:schemeClr val="accent1">
                      <a:lumMod val="20000"/>
                      <a:lumOff val="80000"/>
                      <a:alpha val="3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  <a:effectLst>
                <a:innerShdw blurRad="114300">
                  <a:schemeClr val="accent1">
                    <a:lumMod val="60000"/>
                    <a:lumOff val="4000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.</a:t>
                </a:r>
                <a:endParaRPr kumimoji="0" lang="en-US" altLang="zh-CN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sp>
          <p:nvSpPr>
            <p:cNvPr id="40" name="显眼包PPT-3"/>
            <p:cNvSpPr/>
            <p:nvPr/>
          </p:nvSpPr>
          <p:spPr>
            <a:xfrm>
              <a:off x="5124" y="5244"/>
              <a:ext cx="155" cy="153"/>
            </a:xfrm>
            <a:prstGeom prst="ellipse">
              <a:avLst/>
            </a:prstGeom>
            <a:gradFill flip="none" rotWithShape="1">
              <a:gsLst>
                <a:gs pos="0">
                  <a:schemeClr val="bg1"/>
                </a:gs>
                <a:gs pos="56000">
                  <a:schemeClr val="bg1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  <a:effectLst>
              <a:innerShdw blurRad="114300">
                <a:schemeClr val="accent1">
                  <a:lumMod val="60000"/>
                  <a:lumOff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41" name="组合 40"/>
          <p:cNvGrpSpPr/>
          <p:nvPr/>
        </p:nvGrpSpPr>
        <p:grpSpPr>
          <a:xfrm rot="0">
            <a:off x="3061335" y="3932555"/>
            <a:ext cx="173990" cy="171450"/>
            <a:chOff x="5065" y="5185"/>
            <a:chExt cx="274" cy="270"/>
          </a:xfrm>
        </p:grpSpPr>
        <p:grpSp>
          <p:nvGrpSpPr>
            <p:cNvPr id="42" name="组合 41"/>
            <p:cNvGrpSpPr/>
            <p:nvPr/>
          </p:nvGrpSpPr>
          <p:grpSpPr>
            <a:xfrm rot="0">
              <a:off x="5065" y="5185"/>
              <a:ext cx="274" cy="270"/>
              <a:chOff x="2253649" y="5484016"/>
              <a:chExt cx="1142158" cy="1124265"/>
            </a:xfrm>
            <a:effectLst>
              <a:outerShdw blurRad="190500" dist="88900" dir="5400000" algn="t" rotWithShape="0">
                <a:schemeClr val="accent1">
                  <a:lumMod val="60000"/>
                  <a:lumOff val="40000"/>
                  <a:alpha val="32000"/>
                </a:schemeClr>
              </a:outerShdw>
            </a:effectLst>
          </p:grpSpPr>
          <p:sp>
            <p:nvSpPr>
              <p:cNvPr id="43" name="显眼包PPT-1"/>
              <p:cNvSpPr/>
              <p:nvPr/>
            </p:nvSpPr>
            <p:spPr>
              <a:xfrm>
                <a:off x="2253649" y="5484016"/>
                <a:ext cx="1142158" cy="1124265"/>
              </a:xfrm>
              <a:prstGeom prst="ellipse">
                <a:avLst/>
              </a:prstGeom>
              <a:gradFill flip="none" rotWithShape="1">
                <a:gsLst>
                  <a:gs pos="15000">
                    <a:schemeClr val="bg1">
                      <a:alpha val="0"/>
                      <a:lumMod val="99000"/>
                    </a:schemeClr>
                  </a:gs>
                  <a:gs pos="100000">
                    <a:schemeClr val="bg1"/>
                  </a:gs>
                </a:gsLst>
                <a:lin ang="5400000" scaled="1"/>
                <a:tileRect/>
              </a:gradFill>
              <a:ln w="9525">
                <a:gradFill flip="none" rotWithShape="1">
                  <a:gsLst>
                    <a:gs pos="0">
                      <a:schemeClr val="bg1">
                        <a:alpha val="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  <a:tileRect/>
                </a:gradFill>
              </a:ln>
              <a:scene3d>
                <a:camera prst="orthographicFront"/>
                <a:lightRig rig="threePt" dir="t"/>
              </a:scene3d>
              <a:sp3d extrusionH="5715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44" name="显眼包PPT-2"/>
              <p:cNvSpPr/>
              <p:nvPr/>
            </p:nvSpPr>
            <p:spPr>
              <a:xfrm>
                <a:off x="2501202" y="5727682"/>
                <a:ext cx="647053" cy="636929"/>
              </a:xfrm>
              <a:prstGeom prst="ellipse">
                <a:avLst/>
              </a:prstGeom>
              <a:gradFill flip="none" rotWithShape="1">
                <a:gsLst>
                  <a:gs pos="89000">
                    <a:schemeClr val="accent1"/>
                  </a:gs>
                  <a:gs pos="49000">
                    <a:schemeClr val="accent1">
                      <a:lumMod val="60000"/>
                      <a:lumOff val="40000"/>
                    </a:schemeClr>
                  </a:gs>
                  <a:gs pos="9000">
                    <a:schemeClr val="accent1">
                      <a:lumMod val="20000"/>
                      <a:lumOff val="80000"/>
                      <a:alpha val="3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  <a:effectLst>
                <a:innerShdw blurRad="114300">
                  <a:schemeClr val="accent1">
                    <a:lumMod val="60000"/>
                    <a:lumOff val="4000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.</a:t>
                </a:r>
                <a:endParaRPr kumimoji="0" lang="en-US" altLang="zh-CN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sp>
          <p:nvSpPr>
            <p:cNvPr id="45" name="显眼包PPT-3"/>
            <p:cNvSpPr/>
            <p:nvPr/>
          </p:nvSpPr>
          <p:spPr>
            <a:xfrm>
              <a:off x="5124" y="5244"/>
              <a:ext cx="155" cy="153"/>
            </a:xfrm>
            <a:prstGeom prst="ellipse">
              <a:avLst/>
            </a:prstGeom>
            <a:gradFill flip="none" rotWithShape="1">
              <a:gsLst>
                <a:gs pos="0">
                  <a:schemeClr val="bg1"/>
                </a:gs>
                <a:gs pos="56000">
                  <a:schemeClr val="bg1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  <a:effectLst>
              <a:innerShdw blurRad="114300">
                <a:schemeClr val="accent1">
                  <a:lumMod val="60000"/>
                  <a:lumOff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46" name="组合 45"/>
          <p:cNvGrpSpPr/>
          <p:nvPr/>
        </p:nvGrpSpPr>
        <p:grpSpPr>
          <a:xfrm rot="0">
            <a:off x="3250565" y="4252595"/>
            <a:ext cx="173990" cy="171450"/>
            <a:chOff x="5065" y="5185"/>
            <a:chExt cx="274" cy="270"/>
          </a:xfrm>
        </p:grpSpPr>
        <p:grpSp>
          <p:nvGrpSpPr>
            <p:cNvPr id="47" name="组合 46"/>
            <p:cNvGrpSpPr/>
            <p:nvPr/>
          </p:nvGrpSpPr>
          <p:grpSpPr>
            <a:xfrm rot="0">
              <a:off x="5065" y="5185"/>
              <a:ext cx="274" cy="270"/>
              <a:chOff x="2253649" y="5484016"/>
              <a:chExt cx="1142158" cy="1124265"/>
            </a:xfrm>
            <a:effectLst>
              <a:outerShdw blurRad="190500" dist="88900" dir="5400000" algn="t" rotWithShape="0">
                <a:schemeClr val="accent1">
                  <a:lumMod val="60000"/>
                  <a:lumOff val="40000"/>
                  <a:alpha val="32000"/>
                </a:schemeClr>
              </a:outerShdw>
            </a:effectLst>
          </p:grpSpPr>
          <p:sp>
            <p:nvSpPr>
              <p:cNvPr id="48" name="显眼包PPT-1"/>
              <p:cNvSpPr/>
              <p:nvPr/>
            </p:nvSpPr>
            <p:spPr>
              <a:xfrm>
                <a:off x="2253649" y="5484016"/>
                <a:ext cx="1142158" cy="1124265"/>
              </a:xfrm>
              <a:prstGeom prst="ellipse">
                <a:avLst/>
              </a:prstGeom>
              <a:gradFill flip="none" rotWithShape="1">
                <a:gsLst>
                  <a:gs pos="15000">
                    <a:schemeClr val="bg1">
                      <a:alpha val="0"/>
                      <a:lumMod val="99000"/>
                    </a:schemeClr>
                  </a:gs>
                  <a:gs pos="100000">
                    <a:schemeClr val="bg1"/>
                  </a:gs>
                </a:gsLst>
                <a:lin ang="5400000" scaled="1"/>
                <a:tileRect/>
              </a:gradFill>
              <a:ln w="9525">
                <a:gradFill flip="none" rotWithShape="1">
                  <a:gsLst>
                    <a:gs pos="0">
                      <a:schemeClr val="bg1">
                        <a:alpha val="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  <a:tileRect/>
                </a:gradFill>
              </a:ln>
              <a:scene3d>
                <a:camera prst="orthographicFront"/>
                <a:lightRig rig="threePt" dir="t"/>
              </a:scene3d>
              <a:sp3d extrusionH="5715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49" name="显眼包PPT-2"/>
              <p:cNvSpPr/>
              <p:nvPr/>
            </p:nvSpPr>
            <p:spPr>
              <a:xfrm>
                <a:off x="2501202" y="5727682"/>
                <a:ext cx="647053" cy="636929"/>
              </a:xfrm>
              <a:prstGeom prst="ellipse">
                <a:avLst/>
              </a:prstGeom>
              <a:gradFill flip="none" rotWithShape="1">
                <a:gsLst>
                  <a:gs pos="89000">
                    <a:schemeClr val="accent1"/>
                  </a:gs>
                  <a:gs pos="49000">
                    <a:schemeClr val="accent1">
                      <a:lumMod val="60000"/>
                      <a:lumOff val="40000"/>
                    </a:schemeClr>
                  </a:gs>
                  <a:gs pos="9000">
                    <a:schemeClr val="accent1">
                      <a:lumMod val="20000"/>
                      <a:lumOff val="80000"/>
                      <a:alpha val="3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  <a:effectLst>
                <a:innerShdw blurRad="114300">
                  <a:schemeClr val="accent1">
                    <a:lumMod val="60000"/>
                    <a:lumOff val="4000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.</a:t>
                </a:r>
                <a:endParaRPr kumimoji="0" lang="en-US" altLang="zh-CN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sp>
          <p:nvSpPr>
            <p:cNvPr id="50" name="显眼包PPT-3"/>
            <p:cNvSpPr/>
            <p:nvPr/>
          </p:nvSpPr>
          <p:spPr>
            <a:xfrm>
              <a:off x="5124" y="5244"/>
              <a:ext cx="155" cy="153"/>
            </a:xfrm>
            <a:prstGeom prst="ellipse">
              <a:avLst/>
            </a:prstGeom>
            <a:gradFill flip="none" rotWithShape="1">
              <a:gsLst>
                <a:gs pos="0">
                  <a:schemeClr val="bg1"/>
                </a:gs>
                <a:gs pos="56000">
                  <a:schemeClr val="bg1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  <a:effectLst>
              <a:innerShdw blurRad="114300">
                <a:schemeClr val="accent1">
                  <a:lumMod val="60000"/>
                  <a:lumOff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cxnSp>
        <p:nvCxnSpPr>
          <p:cNvPr id="115" name="直接连接符 114"/>
          <p:cNvCxnSpPr>
            <a:endCxn id="4" idx="0"/>
          </p:cNvCxnSpPr>
          <p:nvPr/>
        </p:nvCxnSpPr>
        <p:spPr>
          <a:xfrm flipH="1">
            <a:off x="3724275" y="4596765"/>
            <a:ext cx="1905" cy="274955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51" name="组合 50"/>
          <p:cNvGrpSpPr/>
          <p:nvPr/>
        </p:nvGrpSpPr>
        <p:grpSpPr>
          <a:xfrm rot="0">
            <a:off x="253365" y="2298700"/>
            <a:ext cx="1965960" cy="607060"/>
            <a:chOff x="-4301" y="4291"/>
            <a:chExt cx="4094" cy="1469"/>
          </a:xfrm>
        </p:grpSpPr>
        <p:sp>
          <p:nvSpPr>
            <p:cNvPr id="71" name="PPT13"/>
            <p:cNvSpPr/>
            <p:nvPr>
              <p:custDataLst>
                <p:tags r:id="rId3"/>
              </p:custDataLst>
            </p:nvPr>
          </p:nvSpPr>
          <p:spPr>
            <a:xfrm>
              <a:off x="-4301" y="4319"/>
              <a:ext cx="4094" cy="1441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accent1">
                  <a:lumMod val="60000"/>
                  <a:lumOff val="40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0" i="0" u="none" strike="noStrike" kern="0" cap="none" spc="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90" name="PPT14"/>
            <p:cNvSpPr txBox="1"/>
            <p:nvPr>
              <p:custDataLst>
                <p:tags r:id="rId4"/>
              </p:custDataLst>
            </p:nvPr>
          </p:nvSpPr>
          <p:spPr>
            <a:xfrm>
              <a:off x="-4222" y="4291"/>
              <a:ext cx="2618" cy="14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 defTabSz="457200">
                <a:lnSpc>
                  <a:spcPct val="120000"/>
                </a:lnSpc>
              </a:pPr>
              <a:r>
                <a:rPr lang="zh-CN" altLang="en-US" sz="7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将学校与企业的</a:t>
              </a:r>
              <a:r>
                <a:rPr lang="en-US" altLang="zh-CN" sz="7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MES</a:t>
              </a:r>
              <a:r>
                <a:rPr lang="zh-CN" altLang="en-US" sz="7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、工业互联网平台对接利用数字孪生技术模拟产线调试，实现</a:t>
              </a:r>
              <a:r>
                <a:rPr lang="en-US" altLang="zh-CN" sz="7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“</a:t>
              </a:r>
              <a:r>
                <a:rPr lang="zh-CN" altLang="en-US" sz="7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所学即所用</a:t>
              </a:r>
              <a:r>
                <a:rPr lang="en-US" altLang="zh-CN" sz="7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”</a:t>
              </a:r>
              <a:r>
                <a:rPr lang="zh-CN" altLang="en-US" sz="7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。</a:t>
              </a:r>
              <a:endParaRPr lang="zh-CN" altLang="en-US" sz="7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09" name="PPT15"/>
            <p:cNvSpPr txBox="1"/>
            <p:nvPr>
              <p:custDataLst>
                <p:tags r:id="rId5"/>
              </p:custDataLst>
            </p:nvPr>
          </p:nvSpPr>
          <p:spPr>
            <a:xfrm>
              <a:off x="-1643" y="4441"/>
              <a:ext cx="1263" cy="118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defRPr/>
              </a:pPr>
              <a:r>
                <a:rPr lang="zh-CN" sz="13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智能制造</a:t>
              </a:r>
              <a:endParaRPr lang="zh-CN" sz="13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cxnSp>
          <p:nvCxnSpPr>
            <p:cNvPr id="144" name="PPT16"/>
            <p:cNvCxnSpPr/>
            <p:nvPr>
              <p:custDataLst>
                <p:tags r:id="rId6"/>
              </p:custDataLst>
            </p:nvPr>
          </p:nvCxnSpPr>
          <p:spPr>
            <a:xfrm>
              <a:off x="-1580" y="4423"/>
              <a:ext cx="0" cy="123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8" name="Line"/>
          <p:cNvSpPr/>
          <p:nvPr/>
        </p:nvSpPr>
        <p:spPr>
          <a:xfrm rot="480000" flipH="1" flipV="1">
            <a:off x="2184400" y="2683510"/>
            <a:ext cx="1128395" cy="580390"/>
          </a:xfrm>
          <a:prstGeom prst="line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custDash>
              <a:ds d="200000" sp="200000"/>
            </a:custDash>
            <a:miter lim="400000"/>
            <a:tailEnd type="triangle" w="med" len="lg"/>
          </a:ln>
        </p:spPr>
        <p:txBody>
          <a:bodyPr lIns="22859" tIns="22859" rIns="22859" bIns="22859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sp>
        <p:nvSpPr>
          <p:cNvPr id="116" name="Line"/>
          <p:cNvSpPr/>
          <p:nvPr/>
        </p:nvSpPr>
        <p:spPr>
          <a:xfrm rot="480000" flipH="1" flipV="1">
            <a:off x="2215515" y="3519805"/>
            <a:ext cx="906145" cy="91440"/>
          </a:xfrm>
          <a:prstGeom prst="line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custDash>
              <a:ds d="200000" sp="200000"/>
            </a:custDash>
            <a:miter lim="400000"/>
            <a:tailEnd type="triangle" w="med" len="lg"/>
          </a:ln>
        </p:spPr>
        <p:txBody>
          <a:bodyPr lIns="22859" tIns="22859" rIns="22859" bIns="22859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sp>
        <p:nvSpPr>
          <p:cNvPr id="160" name="Line"/>
          <p:cNvSpPr/>
          <p:nvPr/>
        </p:nvSpPr>
        <p:spPr>
          <a:xfrm rot="21120000" flipH="1">
            <a:off x="2221230" y="4086860"/>
            <a:ext cx="902970" cy="112395"/>
          </a:xfrm>
          <a:prstGeom prst="line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custDash>
              <a:ds d="200000" sp="200000"/>
            </a:custDash>
            <a:miter lim="400000"/>
            <a:tailEnd type="triangle" w="med" len="lg"/>
          </a:ln>
        </p:spPr>
        <p:txBody>
          <a:bodyPr lIns="22859" tIns="22859" rIns="22859" bIns="22859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sp>
        <p:nvSpPr>
          <p:cNvPr id="161" name="Line"/>
          <p:cNvSpPr/>
          <p:nvPr/>
        </p:nvSpPr>
        <p:spPr>
          <a:xfrm rot="21120000" flipH="1">
            <a:off x="2194560" y="4430395"/>
            <a:ext cx="1187450" cy="626110"/>
          </a:xfrm>
          <a:prstGeom prst="line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custDash>
              <a:ds d="200000" sp="200000"/>
            </a:custDash>
            <a:miter lim="400000"/>
            <a:tailEnd type="triangle" w="med" len="lg"/>
          </a:ln>
        </p:spPr>
        <p:txBody>
          <a:bodyPr lIns="22859" tIns="22859" rIns="22859" bIns="22859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grpSp>
        <p:nvGrpSpPr>
          <p:cNvPr id="178" name="组合 177"/>
          <p:cNvGrpSpPr/>
          <p:nvPr/>
        </p:nvGrpSpPr>
        <p:grpSpPr>
          <a:xfrm rot="0">
            <a:off x="253365" y="3140710"/>
            <a:ext cx="1965960" cy="607060"/>
            <a:chOff x="-4301" y="4291"/>
            <a:chExt cx="4094" cy="1469"/>
          </a:xfrm>
        </p:grpSpPr>
        <p:sp>
          <p:nvSpPr>
            <p:cNvPr id="179" name="PPT13"/>
            <p:cNvSpPr/>
            <p:nvPr>
              <p:custDataLst>
                <p:tags r:id="rId7"/>
              </p:custDataLst>
            </p:nvPr>
          </p:nvSpPr>
          <p:spPr>
            <a:xfrm>
              <a:off x="-4301" y="4319"/>
              <a:ext cx="4094" cy="1441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accent1">
                  <a:lumMod val="60000"/>
                  <a:lumOff val="40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0" i="0" u="none" strike="noStrike" kern="0" cap="none" spc="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80" name="PPT14"/>
            <p:cNvSpPr txBox="1"/>
            <p:nvPr>
              <p:custDataLst>
                <p:tags r:id="rId8"/>
              </p:custDataLst>
            </p:nvPr>
          </p:nvSpPr>
          <p:spPr>
            <a:xfrm>
              <a:off x="-4222" y="4291"/>
              <a:ext cx="2618" cy="14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 defTabSz="457200">
                <a:lnSpc>
                  <a:spcPct val="120000"/>
                </a:lnSpc>
              </a:pPr>
              <a:r>
                <a:rPr lang="zh-CN" altLang="en-US" sz="7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整合企业真实店铺、供应链及流量资源，构建</a:t>
              </a:r>
              <a:r>
                <a:rPr lang="en-US" altLang="zh-CN" sz="7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“</a:t>
              </a:r>
              <a:r>
                <a:rPr lang="zh-CN" altLang="en-US" sz="7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校中企</a:t>
              </a:r>
              <a:r>
                <a:rPr lang="en-US" altLang="zh-CN" sz="7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”</a:t>
              </a:r>
              <a:r>
                <a:rPr lang="zh-CN" altLang="en-US" sz="7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数字化环境，模拟开展直播、短视频、跨境电商运营。</a:t>
              </a:r>
              <a:endParaRPr lang="zh-CN" altLang="en-US" sz="7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81" name="PPT15"/>
            <p:cNvSpPr txBox="1"/>
            <p:nvPr>
              <p:custDataLst>
                <p:tags r:id="rId9"/>
              </p:custDataLst>
            </p:nvPr>
          </p:nvSpPr>
          <p:spPr>
            <a:xfrm>
              <a:off x="-1643" y="4441"/>
              <a:ext cx="1263" cy="118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defRPr/>
              </a:pPr>
              <a:r>
                <a:rPr lang="zh-CN" altLang="en-US" sz="13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数字商贸</a:t>
              </a:r>
              <a:endParaRPr lang="zh-CN" altLang="en-US" sz="13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cxnSp>
          <p:nvCxnSpPr>
            <p:cNvPr id="182" name="PPT16"/>
            <p:cNvCxnSpPr/>
            <p:nvPr>
              <p:custDataLst>
                <p:tags r:id="rId10"/>
              </p:custDataLst>
            </p:nvPr>
          </p:nvCxnSpPr>
          <p:spPr>
            <a:xfrm>
              <a:off x="-1580" y="4423"/>
              <a:ext cx="0" cy="123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3" name="组合 182"/>
          <p:cNvGrpSpPr/>
          <p:nvPr/>
        </p:nvGrpSpPr>
        <p:grpSpPr>
          <a:xfrm rot="0">
            <a:off x="253365" y="3982720"/>
            <a:ext cx="1965960" cy="607060"/>
            <a:chOff x="-4301" y="4291"/>
            <a:chExt cx="4094" cy="1469"/>
          </a:xfrm>
        </p:grpSpPr>
        <p:sp>
          <p:nvSpPr>
            <p:cNvPr id="184" name="PPT13"/>
            <p:cNvSpPr/>
            <p:nvPr>
              <p:custDataLst>
                <p:tags r:id="rId11"/>
              </p:custDataLst>
            </p:nvPr>
          </p:nvSpPr>
          <p:spPr>
            <a:xfrm>
              <a:off x="-4301" y="4319"/>
              <a:ext cx="4094" cy="1441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accent1">
                  <a:lumMod val="60000"/>
                  <a:lumOff val="40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0" i="0" u="none" strike="noStrike" kern="0" cap="none" spc="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85" name="PPT14"/>
            <p:cNvSpPr txBox="1"/>
            <p:nvPr>
              <p:custDataLst>
                <p:tags r:id="rId12"/>
              </p:custDataLst>
            </p:nvPr>
          </p:nvSpPr>
          <p:spPr>
            <a:xfrm>
              <a:off x="-4222" y="4291"/>
              <a:ext cx="2618" cy="14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 defTabSz="457200">
                <a:lnSpc>
                  <a:spcPct val="120000"/>
                </a:lnSpc>
              </a:pPr>
              <a:r>
                <a:rPr lang="zh-CN" altLang="en-US" sz="7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学生通过平台为老年人提供远程健康咨询、制定个性化康复计划，利用数据分析工具评估干预效果。</a:t>
              </a:r>
              <a:endParaRPr lang="zh-CN" altLang="en-US" sz="7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86" name="PPT15"/>
            <p:cNvSpPr txBox="1"/>
            <p:nvPr>
              <p:custDataLst>
                <p:tags r:id="rId13"/>
              </p:custDataLst>
            </p:nvPr>
          </p:nvSpPr>
          <p:spPr>
            <a:xfrm>
              <a:off x="-1643" y="4441"/>
              <a:ext cx="1263" cy="118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defRPr/>
              </a:pPr>
              <a:r>
                <a:rPr lang="zh-CN" sz="13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智慧健康</a:t>
              </a:r>
              <a:endParaRPr lang="zh-CN" sz="13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cxnSp>
          <p:nvCxnSpPr>
            <p:cNvPr id="187" name="PPT16"/>
            <p:cNvCxnSpPr/>
            <p:nvPr>
              <p:custDataLst>
                <p:tags r:id="rId14"/>
              </p:custDataLst>
            </p:nvPr>
          </p:nvCxnSpPr>
          <p:spPr>
            <a:xfrm>
              <a:off x="-1580" y="4423"/>
              <a:ext cx="0" cy="123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8" name="组合 187"/>
          <p:cNvGrpSpPr/>
          <p:nvPr/>
        </p:nvGrpSpPr>
        <p:grpSpPr>
          <a:xfrm rot="0">
            <a:off x="253365" y="4824730"/>
            <a:ext cx="1965960" cy="607060"/>
            <a:chOff x="-4301" y="4291"/>
            <a:chExt cx="4094" cy="1469"/>
          </a:xfrm>
        </p:grpSpPr>
        <p:sp>
          <p:nvSpPr>
            <p:cNvPr id="189" name="PPT13"/>
            <p:cNvSpPr/>
            <p:nvPr>
              <p:custDataLst>
                <p:tags r:id="rId15"/>
              </p:custDataLst>
            </p:nvPr>
          </p:nvSpPr>
          <p:spPr>
            <a:xfrm>
              <a:off x="-4301" y="4319"/>
              <a:ext cx="4094" cy="1441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accent1">
                  <a:lumMod val="60000"/>
                  <a:lumOff val="40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0" i="0" u="none" strike="noStrike" kern="0" cap="none" spc="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90" name="PPT14"/>
            <p:cNvSpPr txBox="1"/>
            <p:nvPr>
              <p:custDataLst>
                <p:tags r:id="rId16"/>
              </p:custDataLst>
            </p:nvPr>
          </p:nvSpPr>
          <p:spPr>
            <a:xfrm>
              <a:off x="-4222" y="4291"/>
              <a:ext cx="2618" cy="14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 defTabSz="457200">
                <a:lnSpc>
                  <a:spcPct val="120000"/>
                </a:lnSpc>
              </a:pPr>
              <a:r>
                <a:rPr lang="zh-CN" altLang="en-US" sz="7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结合文旅景区数字化需求，利用</a:t>
              </a:r>
              <a:r>
                <a:rPr lang="en-US" altLang="zh-CN" sz="7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VR/AR</a:t>
              </a:r>
              <a:r>
                <a:rPr lang="zh-CN" altLang="en-US" sz="7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、数字人技术，让学生参与景区的虚拟导游设计及新媒体推广活动。</a:t>
              </a:r>
              <a:endParaRPr lang="zh-CN" altLang="en-US" sz="7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91" name="PPT15"/>
            <p:cNvSpPr txBox="1"/>
            <p:nvPr>
              <p:custDataLst>
                <p:tags r:id="rId17"/>
              </p:custDataLst>
            </p:nvPr>
          </p:nvSpPr>
          <p:spPr>
            <a:xfrm>
              <a:off x="-1643" y="4441"/>
              <a:ext cx="1263" cy="118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defRPr/>
              </a:pPr>
              <a:r>
                <a:rPr lang="zh-CN" sz="13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数字文旅</a:t>
              </a:r>
              <a:endParaRPr lang="zh-CN" sz="13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cxnSp>
          <p:nvCxnSpPr>
            <p:cNvPr id="192" name="PPT16"/>
            <p:cNvCxnSpPr/>
            <p:nvPr>
              <p:custDataLst>
                <p:tags r:id="rId18"/>
              </p:custDataLst>
            </p:nvPr>
          </p:nvCxnSpPr>
          <p:spPr>
            <a:xfrm>
              <a:off x="-1580" y="4423"/>
              <a:ext cx="0" cy="123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9" name="组合 278"/>
          <p:cNvGrpSpPr/>
          <p:nvPr/>
        </p:nvGrpSpPr>
        <p:grpSpPr>
          <a:xfrm flipH="1">
            <a:off x="7560310" y="233680"/>
            <a:ext cx="4395470" cy="7095628"/>
            <a:chOff x="-5891" y="8917"/>
            <a:chExt cx="6922" cy="11174"/>
          </a:xfrm>
        </p:grpSpPr>
        <p:sp>
          <p:nvSpPr>
            <p:cNvPr id="193" name="三角形 98"/>
            <p:cNvSpPr/>
            <p:nvPr/>
          </p:nvSpPr>
          <p:spPr>
            <a:xfrm rot="5400000" flipH="1">
              <a:off x="-8043" y="11359"/>
              <a:ext cx="10884" cy="6581"/>
            </a:xfrm>
            <a:prstGeom prst="triangle">
              <a:avLst/>
            </a:prstGeom>
            <a:gradFill flip="none" rotWithShape="1">
              <a:gsLst>
                <a:gs pos="19000">
                  <a:schemeClr val="accent1">
                    <a:lumMod val="20000"/>
                    <a:lumOff val="80000"/>
                    <a:alpha val="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16200000" scaled="1"/>
            </a:gradFill>
            <a:ln w="19050" cap="flat">
              <a:gradFill flip="none" rotWithShape="1">
                <a:gsLst>
                  <a:gs pos="0">
                    <a:schemeClr val="accent1">
                      <a:lumMod val="20000"/>
                      <a:lumOff val="80000"/>
                      <a:alpha val="0"/>
                    </a:schemeClr>
                  </a:gs>
                  <a:gs pos="100000">
                    <a:schemeClr val="accent1">
                      <a:lumMod val="60000"/>
                      <a:lumOff val="40000"/>
                    </a:schemeClr>
                  </a:gs>
                </a:gsLst>
                <a:lin ang="16200000" scaled="0"/>
                <a:tileRect/>
              </a:gradFill>
              <a:prstDash val="solid"/>
              <a:miter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l">
                <a:buClrTx/>
                <a:buSzTx/>
                <a:buFontTx/>
              </a:pPr>
              <a:endParaRPr lang="zh-CN" altLang="en-US" sz="1600" dirty="0">
                <a:cs typeface="微软雅黑" panose="020B0503020204020204" charset="-122"/>
                <a:sym typeface="+mn-ea"/>
              </a:endParaRPr>
            </a:p>
          </p:txBody>
        </p:sp>
        <p:pic>
          <p:nvPicPr>
            <p:cNvPr id="194" name="图片 193" descr="屋顶资源管理"/>
            <p:cNvPicPr>
              <a:picLocks noChangeAspect="1"/>
            </p:cNvPicPr>
            <p:nvPr/>
          </p:nvPicPr>
          <p:blipFill>
            <a:blip/>
            <a:stretch>
              <a:fillRect/>
            </a:stretch>
          </p:blipFill>
          <p:spPr>
            <a:xfrm>
              <a:off x="-5599" y="8917"/>
              <a:ext cx="866" cy="866"/>
            </a:xfrm>
            <a:prstGeom prst="rect">
              <a:avLst/>
            </a:prstGeom>
          </p:spPr>
        </p:pic>
        <p:sp>
          <p:nvSpPr>
            <p:cNvPr id="195" name="椭圆 194"/>
            <p:cNvSpPr/>
            <p:nvPr/>
          </p:nvSpPr>
          <p:spPr>
            <a:xfrm>
              <a:off x="-929" y="13856"/>
              <a:ext cx="1664" cy="1664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80000"/>
                    <a:lumOff val="20000"/>
                  </a:schemeClr>
                </a:gs>
                <a:gs pos="100000">
                  <a:schemeClr val="accent1"/>
                </a:gs>
              </a:gsLst>
              <a:lin ang="0"/>
            </a:gradFill>
            <a:ln w="38100">
              <a:noFill/>
            </a:ln>
            <a:effectLst>
              <a:outerShdw blurRad="50800" dist="38100" dir="2700000" algn="tl" rotWithShape="0">
                <a:schemeClr val="accent1">
                  <a:lumMod val="60000"/>
                  <a:lumOff val="4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945">
                <a:solidFill>
                  <a:schemeClr val="bg1"/>
                </a:solidFill>
                <a:effectLst>
                  <a:outerShdw blurRad="137160" dist="41148" dir="2699997" algn="tl">
                    <a:srgbClr val="000000">
                      <a:alpha val="4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96" name="椭圆 195"/>
            <p:cNvSpPr/>
            <p:nvPr/>
          </p:nvSpPr>
          <p:spPr>
            <a:xfrm>
              <a:off x="-1232" y="13557"/>
              <a:ext cx="2263" cy="2263"/>
            </a:xfrm>
            <a:prstGeom prst="ellipse">
              <a:avLst/>
            </a:prstGeom>
            <a:noFill/>
            <a:ln>
              <a:gradFill>
                <a:gsLst>
                  <a:gs pos="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60000"/>
                      <a:lumOff val="40000"/>
                    </a:schemeClr>
                  </a:gs>
                </a:gsLst>
                <a:lin ang="0" scaled="1"/>
              </a:gra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kumimoji="1"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97" name="显眼包PPT2-5"/>
            <p:cNvSpPr txBox="1"/>
            <p:nvPr/>
          </p:nvSpPr>
          <p:spPr>
            <a:xfrm flipH="1">
              <a:off x="-745" y="14319"/>
              <a:ext cx="1280" cy="775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产业平台</a:t>
              </a:r>
              <a:endParaRPr lang="zh-CN" altLang="en-US" sz="1600" b="1" dirty="0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融合</a:t>
              </a:r>
              <a:endParaRPr lang="zh-CN" altLang="en-US" sz="1600" b="1" dirty="0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grpSp>
          <p:nvGrpSpPr>
            <p:cNvPr id="207" name="组合 206"/>
            <p:cNvGrpSpPr/>
            <p:nvPr/>
          </p:nvGrpSpPr>
          <p:grpSpPr>
            <a:xfrm>
              <a:off x="250" y="11850"/>
              <a:ext cx="544" cy="2033"/>
              <a:chOff x="6409" y="3226"/>
              <a:chExt cx="544" cy="2033"/>
            </a:xfrm>
          </p:grpSpPr>
          <p:grpSp>
            <p:nvGrpSpPr>
              <p:cNvPr id="208" name="组合 207"/>
              <p:cNvGrpSpPr/>
              <p:nvPr/>
            </p:nvGrpSpPr>
            <p:grpSpPr>
              <a:xfrm rot="0">
                <a:off x="6552" y="4989"/>
                <a:ext cx="274" cy="270"/>
                <a:chOff x="5469" y="4887"/>
                <a:chExt cx="274" cy="270"/>
              </a:xfrm>
            </p:grpSpPr>
            <p:grpSp>
              <p:nvGrpSpPr>
                <p:cNvPr id="209" name="组合 208"/>
                <p:cNvGrpSpPr/>
                <p:nvPr/>
              </p:nvGrpSpPr>
              <p:grpSpPr>
                <a:xfrm rot="0">
                  <a:off x="5469" y="4887"/>
                  <a:ext cx="274" cy="270"/>
                  <a:chOff x="2253649" y="5484016"/>
                  <a:chExt cx="1142158" cy="1124265"/>
                </a:xfrm>
                <a:effectLst>
                  <a:outerShdw blurRad="190500" dist="88900" dir="5400000" algn="t" rotWithShape="0">
                    <a:schemeClr val="accent1">
                      <a:lumMod val="60000"/>
                      <a:lumOff val="40000"/>
                      <a:alpha val="32000"/>
                    </a:schemeClr>
                  </a:outerShdw>
                </a:effectLst>
              </p:grpSpPr>
              <p:sp>
                <p:nvSpPr>
                  <p:cNvPr id="210" name="显眼包PPT-1"/>
                  <p:cNvSpPr/>
                  <p:nvPr/>
                </p:nvSpPr>
                <p:spPr>
                  <a:xfrm>
                    <a:off x="2253649" y="5484016"/>
                    <a:ext cx="1142158" cy="1124265"/>
                  </a:xfrm>
                  <a:prstGeom prst="ellipse">
                    <a:avLst/>
                  </a:prstGeom>
                  <a:gradFill flip="none" rotWithShape="1">
                    <a:gsLst>
                      <a:gs pos="15000">
                        <a:schemeClr val="bg1">
                          <a:alpha val="0"/>
                          <a:lumMod val="99000"/>
                        </a:schemeClr>
                      </a:gs>
                      <a:gs pos="100000">
                        <a:schemeClr val="bg1"/>
                      </a:gs>
                    </a:gsLst>
                    <a:lin ang="5400000" scaled="1"/>
                    <a:tileRect/>
                  </a:gradFill>
                  <a:ln w="9525">
                    <a:gradFill flip="none" rotWithShape="1">
                      <a:gsLst>
                        <a:gs pos="0">
                          <a:schemeClr val="bg1">
                            <a:alpha val="0"/>
                          </a:schemeClr>
                        </a:gs>
                        <a:gs pos="100000">
                          <a:schemeClr val="bg1"/>
                        </a:gs>
                      </a:gsLst>
                      <a:lin ang="5400000" scaled="1"/>
                      <a:tileRect/>
                    </a:gradFill>
                  </a:ln>
                  <a:scene3d>
                    <a:camera prst="orthographicFront"/>
                    <a:lightRig rig="threePt" dir="t"/>
                  </a:scene3d>
                  <a:sp3d extrusionH="5715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endParaRPr>
                  </a:p>
                </p:txBody>
              </p:sp>
              <p:sp>
                <p:nvSpPr>
                  <p:cNvPr id="211" name="显眼包PPT-2"/>
                  <p:cNvSpPr/>
                  <p:nvPr/>
                </p:nvSpPr>
                <p:spPr>
                  <a:xfrm>
                    <a:off x="2501202" y="5727682"/>
                    <a:ext cx="647053" cy="636929"/>
                  </a:xfrm>
                  <a:prstGeom prst="ellipse">
                    <a:avLst/>
                  </a:prstGeom>
                  <a:gradFill flip="none" rotWithShape="1">
                    <a:gsLst>
                      <a:gs pos="89000">
                        <a:schemeClr val="accent5"/>
                      </a:gs>
                      <a:gs pos="49000">
                        <a:schemeClr val="accent5">
                          <a:lumMod val="60000"/>
                          <a:lumOff val="40000"/>
                        </a:schemeClr>
                      </a:gs>
                      <a:gs pos="9000">
                        <a:schemeClr val="accent5">
                          <a:lumMod val="20000"/>
                          <a:lumOff val="80000"/>
                          <a:alpha val="3000"/>
                        </a:scheme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n>
                    <a:noFill/>
                  </a:ln>
                  <a:effectLst>
                    <a:innerShdw blurRad="114300">
                      <a:schemeClr val="accent5">
                        <a:lumMod val="60000"/>
                        <a:lumOff val="40000"/>
                      </a:schemeClr>
                    </a:inn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endParaRPr>
                  </a:p>
                </p:txBody>
              </p:sp>
            </p:grpSp>
            <p:sp>
              <p:nvSpPr>
                <p:cNvPr id="212" name="显眼包PPT-3"/>
                <p:cNvSpPr/>
                <p:nvPr/>
              </p:nvSpPr>
              <p:spPr>
                <a:xfrm>
                  <a:off x="5528" y="4946"/>
                  <a:ext cx="155" cy="153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bg1"/>
                    </a:gs>
                    <a:gs pos="56000">
                      <a:schemeClr val="bg1">
                        <a:alpha val="0"/>
                      </a:scheme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  <a:effectLst>
                  <a:innerShdw blurRad="114300">
                    <a:schemeClr val="accent5">
                      <a:lumMod val="60000"/>
                      <a:lumOff val="40000"/>
                    </a:schemeClr>
                  </a:inn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</p:grpSp>
          <p:cxnSp>
            <p:nvCxnSpPr>
              <p:cNvPr id="213" name="直接连接符 212"/>
              <p:cNvCxnSpPr>
                <a:stCxn id="212" idx="0"/>
              </p:cNvCxnSpPr>
              <p:nvPr/>
            </p:nvCxnSpPr>
            <p:spPr>
              <a:xfrm flipV="1">
                <a:off x="6689" y="4726"/>
                <a:ext cx="0" cy="322"/>
              </a:xfrm>
              <a:prstGeom prst="line">
                <a:avLst/>
              </a:prstGeom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215" name="圆角矩形 214"/>
              <p:cNvSpPr/>
              <p:nvPr/>
            </p:nvSpPr>
            <p:spPr>
              <a:xfrm>
                <a:off x="6409" y="3226"/>
                <a:ext cx="544" cy="1504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zh-CN" altLang="en-US">
                  <a:cs typeface="微软雅黑" panose="020B0503020204020204" charset="-122"/>
                  <a:sym typeface="+mn-ea"/>
                </a:endParaRPr>
              </a:p>
            </p:txBody>
          </p:sp>
        </p:grpSp>
        <p:grpSp>
          <p:nvGrpSpPr>
            <p:cNvPr id="217" name="组合 216"/>
            <p:cNvGrpSpPr/>
            <p:nvPr/>
          </p:nvGrpSpPr>
          <p:grpSpPr>
            <a:xfrm flipV="1">
              <a:off x="250" y="15518"/>
              <a:ext cx="544" cy="2033"/>
              <a:chOff x="6409" y="3226"/>
              <a:chExt cx="544" cy="2033"/>
            </a:xfrm>
          </p:grpSpPr>
          <p:grpSp>
            <p:nvGrpSpPr>
              <p:cNvPr id="218" name="组合 217"/>
              <p:cNvGrpSpPr/>
              <p:nvPr/>
            </p:nvGrpSpPr>
            <p:grpSpPr>
              <a:xfrm rot="0">
                <a:off x="6552" y="4989"/>
                <a:ext cx="274" cy="270"/>
                <a:chOff x="5469" y="4887"/>
                <a:chExt cx="274" cy="270"/>
              </a:xfrm>
            </p:grpSpPr>
            <p:grpSp>
              <p:nvGrpSpPr>
                <p:cNvPr id="219" name="组合 218"/>
                <p:cNvGrpSpPr/>
                <p:nvPr/>
              </p:nvGrpSpPr>
              <p:grpSpPr>
                <a:xfrm rot="0">
                  <a:off x="5469" y="4887"/>
                  <a:ext cx="274" cy="270"/>
                  <a:chOff x="2253649" y="5484016"/>
                  <a:chExt cx="1142158" cy="1124265"/>
                </a:xfrm>
                <a:effectLst>
                  <a:outerShdw blurRad="190500" dist="88900" dir="5400000" algn="t" rotWithShape="0">
                    <a:schemeClr val="accent1">
                      <a:lumMod val="60000"/>
                      <a:lumOff val="40000"/>
                      <a:alpha val="32000"/>
                    </a:schemeClr>
                  </a:outerShdw>
                </a:effectLst>
              </p:grpSpPr>
              <p:sp>
                <p:nvSpPr>
                  <p:cNvPr id="220" name="显眼包PPT-1"/>
                  <p:cNvSpPr/>
                  <p:nvPr/>
                </p:nvSpPr>
                <p:spPr>
                  <a:xfrm>
                    <a:off x="2253649" y="5484016"/>
                    <a:ext cx="1142158" cy="1124265"/>
                  </a:xfrm>
                  <a:prstGeom prst="ellipse">
                    <a:avLst/>
                  </a:prstGeom>
                  <a:gradFill flip="none" rotWithShape="1">
                    <a:gsLst>
                      <a:gs pos="15000">
                        <a:schemeClr val="bg1">
                          <a:alpha val="0"/>
                          <a:lumMod val="99000"/>
                        </a:schemeClr>
                      </a:gs>
                      <a:gs pos="100000">
                        <a:schemeClr val="bg1"/>
                      </a:gs>
                    </a:gsLst>
                    <a:lin ang="5400000" scaled="1"/>
                    <a:tileRect/>
                  </a:gradFill>
                  <a:ln w="9525">
                    <a:gradFill flip="none" rotWithShape="1">
                      <a:gsLst>
                        <a:gs pos="0">
                          <a:schemeClr val="bg1">
                            <a:alpha val="0"/>
                          </a:schemeClr>
                        </a:gs>
                        <a:gs pos="100000">
                          <a:schemeClr val="bg1"/>
                        </a:gs>
                      </a:gsLst>
                      <a:lin ang="5400000" scaled="1"/>
                      <a:tileRect/>
                    </a:gradFill>
                  </a:ln>
                  <a:scene3d>
                    <a:camera prst="orthographicFront"/>
                    <a:lightRig rig="threePt" dir="t"/>
                  </a:scene3d>
                  <a:sp3d extrusionH="5715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endParaRPr>
                  </a:p>
                </p:txBody>
              </p:sp>
              <p:sp>
                <p:nvSpPr>
                  <p:cNvPr id="221" name="显眼包PPT-2"/>
                  <p:cNvSpPr/>
                  <p:nvPr/>
                </p:nvSpPr>
                <p:spPr>
                  <a:xfrm>
                    <a:off x="2501202" y="5727682"/>
                    <a:ext cx="647053" cy="636929"/>
                  </a:xfrm>
                  <a:prstGeom prst="ellipse">
                    <a:avLst/>
                  </a:prstGeom>
                  <a:gradFill flip="none" rotWithShape="1">
                    <a:gsLst>
                      <a:gs pos="89000">
                        <a:schemeClr val="accent5"/>
                      </a:gs>
                      <a:gs pos="49000">
                        <a:schemeClr val="accent5">
                          <a:lumMod val="60000"/>
                          <a:lumOff val="40000"/>
                        </a:schemeClr>
                      </a:gs>
                      <a:gs pos="9000">
                        <a:schemeClr val="accent5">
                          <a:lumMod val="20000"/>
                          <a:lumOff val="80000"/>
                          <a:alpha val="3000"/>
                        </a:scheme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n>
                    <a:noFill/>
                  </a:ln>
                  <a:effectLst>
                    <a:innerShdw blurRad="114300">
                      <a:schemeClr val="accent5">
                        <a:lumMod val="60000"/>
                        <a:lumOff val="40000"/>
                      </a:schemeClr>
                    </a:inn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endParaRPr>
                  </a:p>
                </p:txBody>
              </p:sp>
            </p:grpSp>
            <p:sp>
              <p:nvSpPr>
                <p:cNvPr id="222" name="显眼包PPT-3"/>
                <p:cNvSpPr/>
                <p:nvPr/>
              </p:nvSpPr>
              <p:spPr>
                <a:xfrm>
                  <a:off x="5528" y="4946"/>
                  <a:ext cx="155" cy="153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bg1"/>
                    </a:gs>
                    <a:gs pos="56000">
                      <a:schemeClr val="bg1">
                        <a:alpha val="0"/>
                      </a:scheme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  <a:effectLst>
                  <a:innerShdw blurRad="114300">
                    <a:schemeClr val="accent5">
                      <a:lumMod val="60000"/>
                      <a:lumOff val="40000"/>
                    </a:schemeClr>
                  </a:inn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</p:grpSp>
          <p:cxnSp>
            <p:nvCxnSpPr>
              <p:cNvPr id="223" name="直接连接符 222"/>
              <p:cNvCxnSpPr>
                <a:stCxn id="222" idx="0"/>
              </p:cNvCxnSpPr>
              <p:nvPr/>
            </p:nvCxnSpPr>
            <p:spPr>
              <a:xfrm flipV="1">
                <a:off x="6689" y="4726"/>
                <a:ext cx="0" cy="322"/>
              </a:xfrm>
              <a:prstGeom prst="line">
                <a:avLst/>
              </a:prstGeom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224" name="圆角矩形 223"/>
              <p:cNvSpPr/>
              <p:nvPr/>
            </p:nvSpPr>
            <p:spPr>
              <a:xfrm>
                <a:off x="6409" y="3226"/>
                <a:ext cx="544" cy="1504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zh-CN" altLang="en-US">
                  <a:cs typeface="微软雅黑" panose="020B0503020204020204" charset="-122"/>
                  <a:sym typeface="+mn-ea"/>
                </a:endParaRPr>
              </a:p>
            </p:txBody>
          </p:sp>
        </p:grpSp>
        <p:grpSp>
          <p:nvGrpSpPr>
            <p:cNvPr id="225" name="组合 224"/>
            <p:cNvGrpSpPr/>
            <p:nvPr/>
          </p:nvGrpSpPr>
          <p:grpSpPr>
            <a:xfrm flipV="1">
              <a:off x="-589" y="15652"/>
              <a:ext cx="544" cy="2140"/>
              <a:chOff x="6214" y="3024"/>
              <a:chExt cx="544" cy="2140"/>
            </a:xfrm>
          </p:grpSpPr>
          <p:sp>
            <p:nvSpPr>
              <p:cNvPr id="226" name="圆角矩形 225"/>
              <p:cNvSpPr/>
              <p:nvPr/>
            </p:nvSpPr>
            <p:spPr>
              <a:xfrm>
                <a:off x="6214" y="3024"/>
                <a:ext cx="544" cy="1504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zh-CN" altLang="en-US">
                  <a:cs typeface="微软雅黑" panose="020B0503020204020204" charset="-122"/>
                  <a:sym typeface="+mn-ea"/>
                </a:endParaRPr>
              </a:p>
            </p:txBody>
          </p:sp>
          <p:grpSp>
            <p:nvGrpSpPr>
              <p:cNvPr id="227" name="组合 226"/>
              <p:cNvGrpSpPr/>
              <p:nvPr/>
            </p:nvGrpSpPr>
            <p:grpSpPr>
              <a:xfrm>
                <a:off x="6375" y="4894"/>
                <a:ext cx="274" cy="270"/>
                <a:chOff x="5469" y="4887"/>
                <a:chExt cx="274" cy="270"/>
              </a:xfrm>
            </p:grpSpPr>
            <p:grpSp>
              <p:nvGrpSpPr>
                <p:cNvPr id="228" name="组合 227"/>
                <p:cNvGrpSpPr/>
                <p:nvPr/>
              </p:nvGrpSpPr>
              <p:grpSpPr>
                <a:xfrm rot="0">
                  <a:off x="5469" y="4887"/>
                  <a:ext cx="274" cy="270"/>
                  <a:chOff x="2253649" y="5484016"/>
                  <a:chExt cx="1142158" cy="1124265"/>
                </a:xfrm>
                <a:effectLst>
                  <a:outerShdw blurRad="190500" dist="88900" dir="5400000" algn="t" rotWithShape="0">
                    <a:schemeClr val="accent1">
                      <a:lumMod val="60000"/>
                      <a:lumOff val="40000"/>
                      <a:alpha val="32000"/>
                    </a:schemeClr>
                  </a:outerShdw>
                </a:effectLst>
              </p:grpSpPr>
              <p:sp>
                <p:nvSpPr>
                  <p:cNvPr id="229" name="显眼包PPT-1"/>
                  <p:cNvSpPr/>
                  <p:nvPr/>
                </p:nvSpPr>
                <p:spPr>
                  <a:xfrm>
                    <a:off x="2253649" y="5484016"/>
                    <a:ext cx="1142158" cy="1124265"/>
                  </a:xfrm>
                  <a:prstGeom prst="ellipse">
                    <a:avLst/>
                  </a:prstGeom>
                  <a:gradFill flip="none" rotWithShape="1">
                    <a:gsLst>
                      <a:gs pos="15000">
                        <a:schemeClr val="bg1">
                          <a:alpha val="0"/>
                          <a:lumMod val="99000"/>
                        </a:schemeClr>
                      </a:gs>
                      <a:gs pos="100000">
                        <a:schemeClr val="bg1"/>
                      </a:gs>
                    </a:gsLst>
                    <a:lin ang="5400000" scaled="1"/>
                    <a:tileRect/>
                  </a:gradFill>
                  <a:ln w="9525">
                    <a:gradFill flip="none" rotWithShape="1">
                      <a:gsLst>
                        <a:gs pos="0">
                          <a:schemeClr val="bg1">
                            <a:alpha val="0"/>
                          </a:schemeClr>
                        </a:gs>
                        <a:gs pos="100000">
                          <a:schemeClr val="bg1"/>
                        </a:gs>
                      </a:gsLst>
                      <a:lin ang="5400000" scaled="1"/>
                      <a:tileRect/>
                    </a:gradFill>
                  </a:ln>
                  <a:scene3d>
                    <a:camera prst="orthographicFront"/>
                    <a:lightRig rig="threePt" dir="t"/>
                  </a:scene3d>
                  <a:sp3d extrusionH="5715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endParaRPr>
                  </a:p>
                </p:txBody>
              </p:sp>
              <p:sp>
                <p:nvSpPr>
                  <p:cNvPr id="230" name="显眼包PPT-2"/>
                  <p:cNvSpPr/>
                  <p:nvPr/>
                </p:nvSpPr>
                <p:spPr>
                  <a:xfrm>
                    <a:off x="2501202" y="5727682"/>
                    <a:ext cx="647053" cy="636929"/>
                  </a:xfrm>
                  <a:prstGeom prst="ellipse">
                    <a:avLst/>
                  </a:prstGeom>
                  <a:gradFill flip="none" rotWithShape="1">
                    <a:gsLst>
                      <a:gs pos="89000">
                        <a:schemeClr val="accent5"/>
                      </a:gs>
                      <a:gs pos="49000">
                        <a:schemeClr val="accent5">
                          <a:lumMod val="60000"/>
                          <a:lumOff val="40000"/>
                        </a:schemeClr>
                      </a:gs>
                      <a:gs pos="9000">
                        <a:schemeClr val="accent5">
                          <a:lumMod val="20000"/>
                          <a:lumOff val="80000"/>
                          <a:alpha val="3000"/>
                        </a:scheme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n>
                    <a:noFill/>
                  </a:ln>
                  <a:effectLst>
                    <a:innerShdw blurRad="114300">
                      <a:schemeClr val="accent5">
                        <a:lumMod val="60000"/>
                        <a:lumOff val="40000"/>
                      </a:schemeClr>
                    </a:inn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endParaRPr>
                  </a:p>
                </p:txBody>
              </p:sp>
            </p:grpSp>
            <p:sp>
              <p:nvSpPr>
                <p:cNvPr id="231" name="显眼包PPT-3"/>
                <p:cNvSpPr/>
                <p:nvPr/>
              </p:nvSpPr>
              <p:spPr>
                <a:xfrm>
                  <a:off x="5528" y="4946"/>
                  <a:ext cx="155" cy="153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bg1"/>
                    </a:gs>
                    <a:gs pos="56000">
                      <a:schemeClr val="bg1">
                        <a:alpha val="0"/>
                      </a:scheme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  <a:effectLst>
                  <a:innerShdw blurRad="114300">
                    <a:schemeClr val="accent5">
                      <a:lumMod val="60000"/>
                      <a:lumOff val="40000"/>
                    </a:schemeClr>
                  </a:inn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</p:grpSp>
        </p:grpSp>
        <p:sp>
          <p:nvSpPr>
            <p:cNvPr id="232" name="文本框 231"/>
            <p:cNvSpPr txBox="1"/>
            <p:nvPr/>
          </p:nvSpPr>
          <p:spPr>
            <a:xfrm>
              <a:off x="-619" y="16296"/>
              <a:ext cx="554" cy="1490"/>
            </a:xfrm>
            <a:prstGeom prst="rect">
              <a:avLst/>
            </a:prstGeom>
          </p:spPr>
          <p:txBody>
            <a:bodyPr vert="eaVert" wrap="square">
              <a:sp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p>
              <a:pPr algn="l"/>
              <a:r>
                <a:rPr lang="zh-CN" altLang="en-US" sz="110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产业标准认证</a:t>
              </a:r>
              <a:endParaRPr lang="zh-CN" altLang="en-US" sz="1100">
                <a:solidFill>
                  <a:schemeClr val="accent5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33" name="文本框 232"/>
            <p:cNvSpPr txBox="1"/>
            <p:nvPr/>
          </p:nvSpPr>
          <p:spPr>
            <a:xfrm>
              <a:off x="218" y="16056"/>
              <a:ext cx="554" cy="1490"/>
            </a:xfrm>
            <a:prstGeom prst="rect">
              <a:avLst/>
            </a:prstGeom>
          </p:spPr>
          <p:txBody>
            <a:bodyPr vert="eaVert" wrap="square">
              <a:sp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p>
              <a:pPr algn="l"/>
              <a:r>
                <a:rPr lang="zh-CN" altLang="en-US" sz="110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项目众包交付</a:t>
              </a:r>
              <a:endParaRPr lang="zh-CN" altLang="en-US" sz="1100">
                <a:solidFill>
                  <a:schemeClr val="accent5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grpSp>
          <p:nvGrpSpPr>
            <p:cNvPr id="234" name="组合 233"/>
            <p:cNvGrpSpPr/>
            <p:nvPr/>
          </p:nvGrpSpPr>
          <p:grpSpPr>
            <a:xfrm>
              <a:off x="-1094" y="13809"/>
              <a:ext cx="274" cy="270"/>
              <a:chOff x="5065" y="5185"/>
              <a:chExt cx="274" cy="270"/>
            </a:xfrm>
          </p:grpSpPr>
          <p:grpSp>
            <p:nvGrpSpPr>
              <p:cNvPr id="235" name="组合 234"/>
              <p:cNvGrpSpPr/>
              <p:nvPr/>
            </p:nvGrpSpPr>
            <p:grpSpPr>
              <a:xfrm rot="0">
                <a:off x="5065" y="5185"/>
                <a:ext cx="274" cy="270"/>
                <a:chOff x="2253649" y="5484016"/>
                <a:chExt cx="1142158" cy="1124265"/>
              </a:xfrm>
              <a:effectLst>
                <a:outerShdw blurRad="190500" dist="88900" dir="5400000" algn="t" rotWithShape="0">
                  <a:schemeClr val="accent1">
                    <a:lumMod val="60000"/>
                    <a:lumOff val="40000"/>
                    <a:alpha val="32000"/>
                  </a:schemeClr>
                </a:outerShdw>
              </a:effectLst>
            </p:grpSpPr>
            <p:sp>
              <p:nvSpPr>
                <p:cNvPr id="236" name="显眼包PPT-1"/>
                <p:cNvSpPr/>
                <p:nvPr/>
              </p:nvSpPr>
              <p:spPr>
                <a:xfrm>
                  <a:off x="2253649" y="5484016"/>
                  <a:ext cx="1142158" cy="1124265"/>
                </a:xfrm>
                <a:prstGeom prst="ellipse">
                  <a:avLst/>
                </a:prstGeom>
                <a:gradFill flip="none" rotWithShape="1">
                  <a:gsLst>
                    <a:gs pos="15000">
                      <a:schemeClr val="bg1">
                        <a:alpha val="0"/>
                        <a:lumMod val="99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  <a:tileRect/>
                </a:gradFill>
                <a:ln w="9525">
                  <a:gradFill flip="none" rotWithShape="1">
                    <a:gsLst>
                      <a:gs pos="0">
                        <a:schemeClr val="bg1">
                          <a:alpha val="0"/>
                        </a:schemeClr>
                      </a:gs>
                      <a:gs pos="100000">
                        <a:schemeClr val="bg1"/>
                      </a:gs>
                    </a:gsLst>
                    <a:lin ang="5400000" scaled="1"/>
                    <a:tileRect/>
                  </a:gradFill>
                </a:ln>
                <a:scene3d>
                  <a:camera prst="orthographicFront"/>
                  <a:lightRig rig="threePt" dir="t"/>
                </a:scene3d>
                <a:sp3d extrusionH="5715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  <p:sp>
              <p:nvSpPr>
                <p:cNvPr id="237" name="显眼包PPT-2"/>
                <p:cNvSpPr/>
                <p:nvPr/>
              </p:nvSpPr>
              <p:spPr>
                <a:xfrm>
                  <a:off x="2501202" y="5727682"/>
                  <a:ext cx="647053" cy="636929"/>
                </a:xfrm>
                <a:prstGeom prst="ellipse">
                  <a:avLst/>
                </a:prstGeom>
                <a:gradFill flip="none" rotWithShape="1">
                  <a:gsLst>
                    <a:gs pos="89000">
                      <a:schemeClr val="accent1"/>
                    </a:gs>
                    <a:gs pos="49000">
                      <a:schemeClr val="accent1">
                        <a:lumMod val="60000"/>
                        <a:lumOff val="40000"/>
                      </a:schemeClr>
                    </a:gs>
                    <a:gs pos="9000">
                      <a:schemeClr val="accent1">
                        <a:lumMod val="20000"/>
                        <a:lumOff val="80000"/>
                        <a:alpha val="3000"/>
                      </a:scheme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  <a:effectLst>
                  <a:innerShdw blurRad="114300">
                    <a:schemeClr val="accent1">
                      <a:lumMod val="60000"/>
                      <a:lumOff val="40000"/>
                    </a:schemeClr>
                  </a:inn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.</a:t>
                  </a:r>
                  <a:endParaRPr kumimoji="0" lang="en-US" altLang="zh-CN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</p:grpSp>
          <p:sp>
            <p:nvSpPr>
              <p:cNvPr id="238" name="显眼包PPT-3"/>
              <p:cNvSpPr/>
              <p:nvPr/>
            </p:nvSpPr>
            <p:spPr>
              <a:xfrm>
                <a:off x="5124" y="5244"/>
                <a:ext cx="155" cy="153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56000">
                    <a:schemeClr val="bg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  <a:effectLst>
                <a:innerShdw blurRad="114300">
                  <a:schemeClr val="accent1">
                    <a:lumMod val="60000"/>
                    <a:lumOff val="4000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239" name="组合 238"/>
            <p:cNvGrpSpPr/>
            <p:nvPr/>
          </p:nvGrpSpPr>
          <p:grpSpPr>
            <a:xfrm>
              <a:off x="-1338" y="14313"/>
              <a:ext cx="274" cy="270"/>
              <a:chOff x="5065" y="5185"/>
              <a:chExt cx="274" cy="270"/>
            </a:xfrm>
          </p:grpSpPr>
          <p:grpSp>
            <p:nvGrpSpPr>
              <p:cNvPr id="240" name="组合 239"/>
              <p:cNvGrpSpPr/>
              <p:nvPr/>
            </p:nvGrpSpPr>
            <p:grpSpPr>
              <a:xfrm rot="0">
                <a:off x="5065" y="5185"/>
                <a:ext cx="274" cy="270"/>
                <a:chOff x="2253649" y="5484016"/>
                <a:chExt cx="1142158" cy="1124265"/>
              </a:xfrm>
              <a:effectLst>
                <a:outerShdw blurRad="190500" dist="88900" dir="5400000" algn="t" rotWithShape="0">
                  <a:schemeClr val="accent1">
                    <a:lumMod val="60000"/>
                    <a:lumOff val="40000"/>
                    <a:alpha val="32000"/>
                  </a:schemeClr>
                </a:outerShdw>
              </a:effectLst>
            </p:grpSpPr>
            <p:sp>
              <p:nvSpPr>
                <p:cNvPr id="241" name="显眼包PPT-1"/>
                <p:cNvSpPr/>
                <p:nvPr/>
              </p:nvSpPr>
              <p:spPr>
                <a:xfrm>
                  <a:off x="2253649" y="5484016"/>
                  <a:ext cx="1142158" cy="1124265"/>
                </a:xfrm>
                <a:prstGeom prst="ellipse">
                  <a:avLst/>
                </a:prstGeom>
                <a:gradFill flip="none" rotWithShape="1">
                  <a:gsLst>
                    <a:gs pos="15000">
                      <a:schemeClr val="bg1">
                        <a:alpha val="0"/>
                        <a:lumMod val="99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  <a:tileRect/>
                </a:gradFill>
                <a:ln w="9525">
                  <a:gradFill flip="none" rotWithShape="1">
                    <a:gsLst>
                      <a:gs pos="0">
                        <a:schemeClr val="bg1">
                          <a:alpha val="0"/>
                        </a:schemeClr>
                      </a:gs>
                      <a:gs pos="100000">
                        <a:schemeClr val="bg1"/>
                      </a:gs>
                    </a:gsLst>
                    <a:lin ang="5400000" scaled="1"/>
                    <a:tileRect/>
                  </a:gradFill>
                </a:ln>
                <a:scene3d>
                  <a:camera prst="orthographicFront"/>
                  <a:lightRig rig="threePt" dir="t"/>
                </a:scene3d>
                <a:sp3d extrusionH="5715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  <p:sp>
              <p:nvSpPr>
                <p:cNvPr id="242" name="显眼包PPT-2"/>
                <p:cNvSpPr/>
                <p:nvPr/>
              </p:nvSpPr>
              <p:spPr>
                <a:xfrm>
                  <a:off x="2501202" y="5727682"/>
                  <a:ext cx="647053" cy="636929"/>
                </a:xfrm>
                <a:prstGeom prst="ellipse">
                  <a:avLst/>
                </a:prstGeom>
                <a:gradFill flip="none" rotWithShape="1">
                  <a:gsLst>
                    <a:gs pos="89000">
                      <a:schemeClr val="accent1"/>
                    </a:gs>
                    <a:gs pos="49000">
                      <a:schemeClr val="accent1">
                        <a:lumMod val="60000"/>
                        <a:lumOff val="40000"/>
                      </a:schemeClr>
                    </a:gs>
                    <a:gs pos="9000">
                      <a:schemeClr val="accent1">
                        <a:lumMod val="20000"/>
                        <a:lumOff val="80000"/>
                        <a:alpha val="3000"/>
                      </a:scheme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  <a:effectLst>
                  <a:innerShdw blurRad="114300">
                    <a:schemeClr val="accent1">
                      <a:lumMod val="60000"/>
                      <a:lumOff val="40000"/>
                    </a:schemeClr>
                  </a:inn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.</a:t>
                  </a:r>
                  <a:endParaRPr kumimoji="0" lang="en-US" altLang="zh-CN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</p:grpSp>
          <p:sp>
            <p:nvSpPr>
              <p:cNvPr id="243" name="显眼包PPT-3"/>
              <p:cNvSpPr/>
              <p:nvPr/>
            </p:nvSpPr>
            <p:spPr>
              <a:xfrm>
                <a:off x="5124" y="5244"/>
                <a:ext cx="155" cy="153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56000">
                    <a:schemeClr val="bg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  <a:effectLst>
                <a:innerShdw blurRad="114300">
                  <a:schemeClr val="accent1">
                    <a:lumMod val="60000"/>
                    <a:lumOff val="4000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244" name="组合 243"/>
            <p:cNvGrpSpPr/>
            <p:nvPr/>
          </p:nvGrpSpPr>
          <p:grpSpPr>
            <a:xfrm>
              <a:off x="-1338" y="14817"/>
              <a:ext cx="274" cy="270"/>
              <a:chOff x="5065" y="5185"/>
              <a:chExt cx="274" cy="270"/>
            </a:xfrm>
          </p:grpSpPr>
          <p:grpSp>
            <p:nvGrpSpPr>
              <p:cNvPr id="245" name="组合 244"/>
              <p:cNvGrpSpPr/>
              <p:nvPr/>
            </p:nvGrpSpPr>
            <p:grpSpPr>
              <a:xfrm rot="0">
                <a:off x="5065" y="5185"/>
                <a:ext cx="274" cy="270"/>
                <a:chOff x="2253649" y="5484016"/>
                <a:chExt cx="1142158" cy="1124265"/>
              </a:xfrm>
              <a:effectLst>
                <a:outerShdw blurRad="190500" dist="88900" dir="5400000" algn="t" rotWithShape="0">
                  <a:schemeClr val="accent1">
                    <a:lumMod val="60000"/>
                    <a:lumOff val="40000"/>
                    <a:alpha val="32000"/>
                  </a:schemeClr>
                </a:outerShdw>
              </a:effectLst>
            </p:grpSpPr>
            <p:sp>
              <p:nvSpPr>
                <p:cNvPr id="246" name="显眼包PPT-1"/>
                <p:cNvSpPr/>
                <p:nvPr/>
              </p:nvSpPr>
              <p:spPr>
                <a:xfrm>
                  <a:off x="2253649" y="5484016"/>
                  <a:ext cx="1142158" cy="1124265"/>
                </a:xfrm>
                <a:prstGeom prst="ellipse">
                  <a:avLst/>
                </a:prstGeom>
                <a:gradFill flip="none" rotWithShape="1">
                  <a:gsLst>
                    <a:gs pos="15000">
                      <a:schemeClr val="bg1">
                        <a:alpha val="0"/>
                        <a:lumMod val="99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  <a:tileRect/>
                </a:gradFill>
                <a:ln w="9525">
                  <a:gradFill flip="none" rotWithShape="1">
                    <a:gsLst>
                      <a:gs pos="0">
                        <a:schemeClr val="bg1">
                          <a:alpha val="0"/>
                        </a:schemeClr>
                      </a:gs>
                      <a:gs pos="100000">
                        <a:schemeClr val="bg1"/>
                      </a:gs>
                    </a:gsLst>
                    <a:lin ang="5400000" scaled="1"/>
                    <a:tileRect/>
                  </a:gradFill>
                </a:ln>
                <a:scene3d>
                  <a:camera prst="orthographicFront"/>
                  <a:lightRig rig="threePt" dir="t"/>
                </a:scene3d>
                <a:sp3d extrusionH="5715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  <p:sp>
              <p:nvSpPr>
                <p:cNvPr id="247" name="显眼包PPT-2"/>
                <p:cNvSpPr/>
                <p:nvPr/>
              </p:nvSpPr>
              <p:spPr>
                <a:xfrm>
                  <a:off x="2501202" y="5727682"/>
                  <a:ext cx="647053" cy="636929"/>
                </a:xfrm>
                <a:prstGeom prst="ellipse">
                  <a:avLst/>
                </a:prstGeom>
                <a:gradFill flip="none" rotWithShape="1">
                  <a:gsLst>
                    <a:gs pos="89000">
                      <a:schemeClr val="accent1"/>
                    </a:gs>
                    <a:gs pos="49000">
                      <a:schemeClr val="accent1">
                        <a:lumMod val="60000"/>
                        <a:lumOff val="40000"/>
                      </a:schemeClr>
                    </a:gs>
                    <a:gs pos="9000">
                      <a:schemeClr val="accent1">
                        <a:lumMod val="20000"/>
                        <a:lumOff val="80000"/>
                        <a:alpha val="3000"/>
                      </a:scheme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  <a:effectLst>
                  <a:innerShdw blurRad="114300">
                    <a:schemeClr val="accent1">
                      <a:lumMod val="60000"/>
                      <a:lumOff val="40000"/>
                    </a:schemeClr>
                  </a:inn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.</a:t>
                  </a:r>
                  <a:endParaRPr kumimoji="0" lang="en-US" altLang="zh-CN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</p:grpSp>
          <p:sp>
            <p:nvSpPr>
              <p:cNvPr id="248" name="显眼包PPT-3"/>
              <p:cNvSpPr/>
              <p:nvPr/>
            </p:nvSpPr>
            <p:spPr>
              <a:xfrm>
                <a:off x="5124" y="5244"/>
                <a:ext cx="155" cy="153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56000">
                    <a:schemeClr val="bg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  <a:effectLst>
                <a:innerShdw blurRad="114300">
                  <a:schemeClr val="accent1">
                    <a:lumMod val="60000"/>
                    <a:lumOff val="4000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249" name="组合 248"/>
            <p:cNvGrpSpPr/>
            <p:nvPr/>
          </p:nvGrpSpPr>
          <p:grpSpPr>
            <a:xfrm>
              <a:off x="-1040" y="15321"/>
              <a:ext cx="274" cy="270"/>
              <a:chOff x="5065" y="5185"/>
              <a:chExt cx="274" cy="270"/>
            </a:xfrm>
          </p:grpSpPr>
          <p:grpSp>
            <p:nvGrpSpPr>
              <p:cNvPr id="250" name="组合 249"/>
              <p:cNvGrpSpPr/>
              <p:nvPr/>
            </p:nvGrpSpPr>
            <p:grpSpPr>
              <a:xfrm rot="0">
                <a:off x="5065" y="5185"/>
                <a:ext cx="274" cy="270"/>
                <a:chOff x="2253649" y="5484016"/>
                <a:chExt cx="1142158" cy="1124265"/>
              </a:xfrm>
              <a:effectLst>
                <a:outerShdw blurRad="190500" dist="88900" dir="5400000" algn="t" rotWithShape="0">
                  <a:schemeClr val="accent1">
                    <a:lumMod val="60000"/>
                    <a:lumOff val="40000"/>
                    <a:alpha val="32000"/>
                  </a:schemeClr>
                </a:outerShdw>
              </a:effectLst>
            </p:grpSpPr>
            <p:sp>
              <p:nvSpPr>
                <p:cNvPr id="251" name="显眼包PPT-1"/>
                <p:cNvSpPr/>
                <p:nvPr/>
              </p:nvSpPr>
              <p:spPr>
                <a:xfrm>
                  <a:off x="2253649" y="5484016"/>
                  <a:ext cx="1142158" cy="1124265"/>
                </a:xfrm>
                <a:prstGeom prst="ellipse">
                  <a:avLst/>
                </a:prstGeom>
                <a:gradFill flip="none" rotWithShape="1">
                  <a:gsLst>
                    <a:gs pos="15000">
                      <a:schemeClr val="bg1">
                        <a:alpha val="0"/>
                        <a:lumMod val="99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  <a:tileRect/>
                </a:gradFill>
                <a:ln w="9525">
                  <a:gradFill flip="none" rotWithShape="1">
                    <a:gsLst>
                      <a:gs pos="0">
                        <a:schemeClr val="bg1">
                          <a:alpha val="0"/>
                        </a:schemeClr>
                      </a:gs>
                      <a:gs pos="100000">
                        <a:schemeClr val="bg1"/>
                      </a:gs>
                    </a:gsLst>
                    <a:lin ang="5400000" scaled="1"/>
                    <a:tileRect/>
                  </a:gradFill>
                </a:ln>
                <a:scene3d>
                  <a:camera prst="orthographicFront"/>
                  <a:lightRig rig="threePt" dir="t"/>
                </a:scene3d>
                <a:sp3d extrusionH="5715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  <p:sp>
              <p:nvSpPr>
                <p:cNvPr id="252" name="显眼包PPT-2"/>
                <p:cNvSpPr/>
                <p:nvPr/>
              </p:nvSpPr>
              <p:spPr>
                <a:xfrm>
                  <a:off x="2501202" y="5727682"/>
                  <a:ext cx="647053" cy="636929"/>
                </a:xfrm>
                <a:prstGeom prst="ellipse">
                  <a:avLst/>
                </a:prstGeom>
                <a:gradFill flip="none" rotWithShape="1">
                  <a:gsLst>
                    <a:gs pos="89000">
                      <a:schemeClr val="accent1"/>
                    </a:gs>
                    <a:gs pos="49000">
                      <a:schemeClr val="accent1">
                        <a:lumMod val="60000"/>
                        <a:lumOff val="40000"/>
                      </a:schemeClr>
                    </a:gs>
                    <a:gs pos="9000">
                      <a:schemeClr val="accent1">
                        <a:lumMod val="20000"/>
                        <a:lumOff val="80000"/>
                        <a:alpha val="3000"/>
                      </a:scheme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  <a:effectLst>
                  <a:innerShdw blurRad="114300">
                    <a:schemeClr val="accent1">
                      <a:lumMod val="60000"/>
                      <a:lumOff val="40000"/>
                    </a:schemeClr>
                  </a:inn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.</a:t>
                  </a:r>
                  <a:endParaRPr kumimoji="0" lang="en-US" altLang="zh-CN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</p:grpSp>
          <p:sp>
            <p:nvSpPr>
              <p:cNvPr id="253" name="显眼包PPT-3"/>
              <p:cNvSpPr/>
              <p:nvPr/>
            </p:nvSpPr>
            <p:spPr>
              <a:xfrm>
                <a:off x="5124" y="5244"/>
                <a:ext cx="155" cy="153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56000">
                    <a:schemeClr val="bg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  <a:effectLst>
                <a:innerShdw blurRad="114300">
                  <a:schemeClr val="accent1">
                    <a:lumMod val="60000"/>
                    <a:lumOff val="4000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cxnSp>
          <p:nvCxnSpPr>
            <p:cNvPr id="254" name="直接连接符 253"/>
            <p:cNvCxnSpPr>
              <a:endCxn id="232" idx="0"/>
            </p:cNvCxnSpPr>
            <p:nvPr/>
          </p:nvCxnSpPr>
          <p:spPr>
            <a:xfrm flipH="1">
              <a:off x="-342" y="15863"/>
              <a:ext cx="3" cy="433"/>
            </a:xfrm>
            <a:prstGeom prst="line">
              <a:avLst/>
            </a:prstGeom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255" name="组合 254"/>
            <p:cNvGrpSpPr/>
            <p:nvPr/>
          </p:nvGrpSpPr>
          <p:grpSpPr>
            <a:xfrm rot="0">
              <a:off x="-5760" y="12244"/>
              <a:ext cx="3096" cy="956"/>
              <a:chOff x="-4301" y="4291"/>
              <a:chExt cx="4094" cy="1469"/>
            </a:xfrm>
          </p:grpSpPr>
          <p:sp>
            <p:nvSpPr>
              <p:cNvPr id="256" name="PPT13"/>
              <p:cNvSpPr/>
              <p:nvPr>
                <p:custDataLst>
                  <p:tags r:id="rId19"/>
                </p:custDataLst>
              </p:nvPr>
            </p:nvSpPr>
            <p:spPr>
              <a:xfrm>
                <a:off x="-4301" y="4319"/>
                <a:ext cx="4094" cy="1441"/>
              </a:xfrm>
              <a:prstGeom prst="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accent1">
                    <a:lumMod val="60000"/>
                    <a:lumOff val="40000"/>
                  </a:scheme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00" b="0" i="0" u="none" strike="noStrike" kern="0" cap="none" spc="1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257" name="PPT14"/>
              <p:cNvSpPr txBox="1"/>
              <p:nvPr>
                <p:custDataLst>
                  <p:tags r:id="rId20"/>
                </p:custDataLst>
              </p:nvPr>
            </p:nvSpPr>
            <p:spPr>
              <a:xfrm>
                <a:off x="-4222" y="4291"/>
                <a:ext cx="2618" cy="14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defTabSz="457200">
                  <a:lnSpc>
                    <a:spcPct val="120000"/>
                  </a:lnSpc>
                </a:pPr>
                <a:r>
                  <a:rPr lang="zh-CN" altLang="en-US" sz="700" dirty="0">
                    <a:solidFill>
                      <a:schemeClr val="tx2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学校数字工厂与企业的实际产线数据互通，学生通过仿真优化并</a:t>
                </a:r>
                <a:r>
                  <a:rPr lang="en-US" altLang="zh-CN" sz="700" dirty="0">
                    <a:solidFill>
                      <a:schemeClr val="tx2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f</a:t>
                </a:r>
                <a:r>
                  <a:rPr lang="zh-CN" altLang="en-US" sz="700" dirty="0">
                    <a:solidFill>
                      <a:schemeClr val="tx2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返回企业，形成</a:t>
                </a:r>
                <a:r>
                  <a:rPr lang="en-US" altLang="zh-CN" sz="700" dirty="0">
                    <a:solidFill>
                      <a:schemeClr val="tx2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“</a:t>
                </a:r>
                <a:r>
                  <a:rPr lang="zh-CN" altLang="en-US" sz="700" dirty="0">
                    <a:solidFill>
                      <a:schemeClr val="tx2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教学</a:t>
                </a:r>
                <a:r>
                  <a:rPr lang="en-US" altLang="zh-CN" sz="700" dirty="0">
                    <a:solidFill>
                      <a:schemeClr val="tx2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-</a:t>
                </a:r>
                <a:r>
                  <a:rPr lang="zh-CN" altLang="en-US" sz="700" dirty="0">
                    <a:solidFill>
                      <a:schemeClr val="tx2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研发</a:t>
                </a:r>
                <a:r>
                  <a:rPr lang="en-US" altLang="zh-CN" sz="700" dirty="0">
                    <a:solidFill>
                      <a:schemeClr val="tx2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-</a:t>
                </a:r>
                <a:r>
                  <a:rPr lang="zh-CN" altLang="en-US" sz="700" dirty="0">
                    <a:solidFill>
                      <a:schemeClr val="tx2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生产</a:t>
                </a:r>
                <a:r>
                  <a:rPr lang="en-US" altLang="zh-CN" sz="700" dirty="0">
                    <a:solidFill>
                      <a:schemeClr val="tx2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”</a:t>
                </a:r>
                <a:r>
                  <a:rPr lang="zh-CN" altLang="en-US" sz="700" dirty="0">
                    <a:solidFill>
                      <a:schemeClr val="tx2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闭环。</a:t>
                </a:r>
                <a:endParaRPr lang="zh-CN" altLang="en-US" sz="7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258" name="PPT15"/>
              <p:cNvSpPr txBox="1"/>
              <p:nvPr>
                <p:custDataLst>
                  <p:tags r:id="rId21"/>
                </p:custDataLst>
              </p:nvPr>
            </p:nvSpPr>
            <p:spPr>
              <a:xfrm>
                <a:off x="-1643" y="4441"/>
                <a:ext cx="1263" cy="11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defRPr/>
                </a:pPr>
                <a:r>
                  <a:rPr lang="zh-CN" sz="1300" b="1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智能制造</a:t>
                </a:r>
                <a:endParaRPr lang="zh-CN" sz="13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cxnSp>
            <p:nvCxnSpPr>
              <p:cNvPr id="259" name="PPT16"/>
              <p:cNvCxnSpPr/>
              <p:nvPr>
                <p:custDataLst>
                  <p:tags r:id="rId22"/>
                </p:custDataLst>
              </p:nvPr>
            </p:nvCxnSpPr>
            <p:spPr>
              <a:xfrm>
                <a:off x="-1580" y="4423"/>
                <a:ext cx="0" cy="1232"/>
              </a:xfrm>
              <a:prstGeom prst="line">
                <a:avLst/>
              </a:prstGeom>
              <a:ln>
                <a:solidFill>
                  <a:schemeClr val="accent1">
                    <a:lumMod val="60000"/>
                    <a:lumOff val="4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60" name="Line"/>
            <p:cNvSpPr/>
            <p:nvPr/>
          </p:nvSpPr>
          <p:spPr>
            <a:xfrm rot="480000" flipH="1" flipV="1">
              <a:off x="-2719" y="12850"/>
              <a:ext cx="1777" cy="914"/>
            </a:xfrm>
            <a:prstGeom prst="line">
              <a:avLst/>
            </a:prstGeom>
            <a:ln w="19050">
              <a:solidFill>
                <a:schemeClr val="accent1">
                  <a:lumMod val="60000"/>
                  <a:lumOff val="40000"/>
                </a:schemeClr>
              </a:solidFill>
              <a:custDash>
                <a:ds d="200000" sp="200000"/>
              </a:custDash>
              <a:miter lim="400000"/>
              <a:tailEnd type="triangle" w="med" len="lg"/>
            </a:ln>
          </p:spPr>
          <p:txBody>
            <a:bodyPr lIns="22859" tIns="22859" rIns="22859" bIns="22859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+mn-ea"/>
                <a:cs typeface="微软雅黑" panose="020B0503020204020204" charset="-122"/>
              </a:endParaRPr>
            </a:p>
          </p:txBody>
        </p:sp>
        <p:sp>
          <p:nvSpPr>
            <p:cNvPr id="261" name="Line"/>
            <p:cNvSpPr/>
            <p:nvPr/>
          </p:nvSpPr>
          <p:spPr>
            <a:xfrm rot="480000" flipH="1" flipV="1">
              <a:off x="-2670" y="14167"/>
              <a:ext cx="1427" cy="144"/>
            </a:xfrm>
            <a:prstGeom prst="line">
              <a:avLst/>
            </a:prstGeom>
            <a:ln w="19050">
              <a:solidFill>
                <a:schemeClr val="accent1">
                  <a:lumMod val="60000"/>
                  <a:lumOff val="40000"/>
                </a:schemeClr>
              </a:solidFill>
              <a:custDash>
                <a:ds d="200000" sp="200000"/>
              </a:custDash>
              <a:miter lim="400000"/>
              <a:tailEnd type="triangle" w="med" len="lg"/>
            </a:ln>
          </p:spPr>
          <p:txBody>
            <a:bodyPr lIns="22859" tIns="22859" rIns="22859" bIns="22859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+mn-ea"/>
                <a:cs typeface="微软雅黑" panose="020B0503020204020204" charset="-122"/>
              </a:endParaRPr>
            </a:p>
          </p:txBody>
        </p:sp>
        <p:sp>
          <p:nvSpPr>
            <p:cNvPr id="262" name="Line"/>
            <p:cNvSpPr/>
            <p:nvPr/>
          </p:nvSpPr>
          <p:spPr>
            <a:xfrm rot="21120000" flipH="1">
              <a:off x="-2661" y="15060"/>
              <a:ext cx="1422" cy="177"/>
            </a:xfrm>
            <a:prstGeom prst="line">
              <a:avLst/>
            </a:prstGeom>
            <a:ln w="19050">
              <a:solidFill>
                <a:schemeClr val="accent1">
                  <a:lumMod val="60000"/>
                  <a:lumOff val="40000"/>
                </a:schemeClr>
              </a:solidFill>
              <a:custDash>
                <a:ds d="200000" sp="200000"/>
              </a:custDash>
              <a:miter lim="400000"/>
              <a:tailEnd type="triangle" w="med" len="lg"/>
            </a:ln>
          </p:spPr>
          <p:txBody>
            <a:bodyPr lIns="22859" tIns="22859" rIns="22859" bIns="22859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+mn-ea"/>
                <a:cs typeface="微软雅黑" panose="020B0503020204020204" charset="-122"/>
              </a:endParaRPr>
            </a:p>
          </p:txBody>
        </p:sp>
        <p:sp>
          <p:nvSpPr>
            <p:cNvPr id="263" name="Line"/>
            <p:cNvSpPr/>
            <p:nvPr/>
          </p:nvSpPr>
          <p:spPr>
            <a:xfrm rot="21120000" flipH="1">
              <a:off x="-2703" y="15601"/>
              <a:ext cx="1870" cy="986"/>
            </a:xfrm>
            <a:prstGeom prst="line">
              <a:avLst/>
            </a:prstGeom>
            <a:ln w="19050">
              <a:solidFill>
                <a:schemeClr val="accent1">
                  <a:lumMod val="60000"/>
                  <a:lumOff val="40000"/>
                </a:schemeClr>
              </a:solidFill>
              <a:custDash>
                <a:ds d="200000" sp="200000"/>
              </a:custDash>
              <a:miter lim="400000"/>
              <a:tailEnd type="triangle" w="med" len="lg"/>
            </a:ln>
          </p:spPr>
          <p:txBody>
            <a:bodyPr lIns="22859" tIns="22859" rIns="22859" bIns="22859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+mn-ea"/>
                <a:cs typeface="微软雅黑" panose="020B0503020204020204" charset="-122"/>
              </a:endParaRPr>
            </a:p>
          </p:txBody>
        </p:sp>
        <p:grpSp>
          <p:nvGrpSpPr>
            <p:cNvPr id="264" name="组合 263"/>
            <p:cNvGrpSpPr/>
            <p:nvPr/>
          </p:nvGrpSpPr>
          <p:grpSpPr>
            <a:xfrm rot="0">
              <a:off x="-5760" y="13570"/>
              <a:ext cx="3096" cy="956"/>
              <a:chOff x="-4301" y="4291"/>
              <a:chExt cx="4094" cy="1469"/>
            </a:xfrm>
          </p:grpSpPr>
          <p:sp>
            <p:nvSpPr>
              <p:cNvPr id="265" name="PPT13"/>
              <p:cNvSpPr/>
              <p:nvPr>
                <p:custDataLst>
                  <p:tags r:id="rId23"/>
                </p:custDataLst>
              </p:nvPr>
            </p:nvSpPr>
            <p:spPr>
              <a:xfrm>
                <a:off x="-4301" y="4319"/>
                <a:ext cx="4094" cy="1441"/>
              </a:xfrm>
              <a:prstGeom prst="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accent1">
                    <a:lumMod val="60000"/>
                    <a:lumOff val="40000"/>
                  </a:scheme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00" b="0" i="0" u="none" strike="noStrike" kern="0" cap="none" spc="1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266" name="PPT14"/>
              <p:cNvSpPr txBox="1"/>
              <p:nvPr>
                <p:custDataLst>
                  <p:tags r:id="rId24"/>
                </p:custDataLst>
              </p:nvPr>
            </p:nvSpPr>
            <p:spPr>
              <a:xfrm>
                <a:off x="-4222" y="4291"/>
                <a:ext cx="2618" cy="12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defTabSz="457200">
                  <a:lnSpc>
                    <a:spcPct val="120000"/>
                  </a:lnSpc>
                </a:pPr>
                <a:r>
                  <a:rPr lang="zh-CN" altLang="en-US" sz="700" dirty="0">
                    <a:solidFill>
                      <a:schemeClr val="tx2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平台接入跨境电商平台</a:t>
                </a:r>
                <a:r>
                  <a:rPr lang="en-US" altLang="zh-CN" sz="700" dirty="0">
                    <a:solidFill>
                      <a:schemeClr val="tx2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API</a:t>
                </a:r>
                <a:r>
                  <a:rPr lang="zh-CN" altLang="en-US" sz="700" dirty="0">
                    <a:solidFill>
                      <a:schemeClr val="tx2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，学生在真实店铺后台进行全流程操作，体验从交易到结算的完整业务链条。</a:t>
                </a:r>
                <a:endParaRPr lang="zh-CN" altLang="en-US" sz="7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267" name="PPT15"/>
              <p:cNvSpPr txBox="1"/>
              <p:nvPr>
                <p:custDataLst>
                  <p:tags r:id="rId25"/>
                </p:custDataLst>
              </p:nvPr>
            </p:nvSpPr>
            <p:spPr>
              <a:xfrm>
                <a:off x="-1643" y="4441"/>
                <a:ext cx="1263" cy="11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defRPr/>
                </a:pPr>
                <a:r>
                  <a:rPr lang="zh-CN" altLang="en-US" sz="1300" b="1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数字商贸</a:t>
                </a:r>
                <a:endParaRPr lang="zh-CN" altLang="en-US" sz="13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cxnSp>
            <p:nvCxnSpPr>
              <p:cNvPr id="268" name="PPT16"/>
              <p:cNvCxnSpPr/>
              <p:nvPr>
                <p:custDataLst>
                  <p:tags r:id="rId26"/>
                </p:custDataLst>
              </p:nvPr>
            </p:nvCxnSpPr>
            <p:spPr>
              <a:xfrm>
                <a:off x="-1580" y="4423"/>
                <a:ext cx="0" cy="1232"/>
              </a:xfrm>
              <a:prstGeom prst="line">
                <a:avLst/>
              </a:prstGeom>
              <a:ln>
                <a:solidFill>
                  <a:schemeClr val="accent1">
                    <a:lumMod val="60000"/>
                    <a:lumOff val="4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9" name="组合 268"/>
            <p:cNvGrpSpPr/>
            <p:nvPr/>
          </p:nvGrpSpPr>
          <p:grpSpPr>
            <a:xfrm rot="0">
              <a:off x="-5760" y="14896"/>
              <a:ext cx="3096" cy="956"/>
              <a:chOff x="-4301" y="4291"/>
              <a:chExt cx="4094" cy="1469"/>
            </a:xfrm>
          </p:grpSpPr>
          <p:sp>
            <p:nvSpPr>
              <p:cNvPr id="270" name="PPT13"/>
              <p:cNvSpPr/>
              <p:nvPr>
                <p:custDataLst>
                  <p:tags r:id="rId27"/>
                </p:custDataLst>
              </p:nvPr>
            </p:nvSpPr>
            <p:spPr>
              <a:xfrm>
                <a:off x="-4301" y="4319"/>
                <a:ext cx="4094" cy="1441"/>
              </a:xfrm>
              <a:prstGeom prst="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accent1">
                    <a:lumMod val="60000"/>
                    <a:lumOff val="40000"/>
                  </a:scheme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00" b="0" i="0" u="none" strike="noStrike" kern="0" cap="none" spc="1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271" name="PPT14"/>
              <p:cNvSpPr txBox="1"/>
              <p:nvPr>
                <p:custDataLst>
                  <p:tags r:id="rId28"/>
                </p:custDataLst>
              </p:nvPr>
            </p:nvSpPr>
            <p:spPr>
              <a:xfrm>
                <a:off x="-4222" y="4291"/>
                <a:ext cx="2618" cy="12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defTabSz="457200">
                  <a:lnSpc>
                    <a:spcPct val="120000"/>
                  </a:lnSpc>
                </a:pPr>
                <a:r>
                  <a:rPr lang="zh-CN" altLang="en-US" sz="700" dirty="0">
                    <a:solidFill>
                      <a:schemeClr val="tx2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建立健康档案，利用</a:t>
                </a:r>
                <a:r>
                  <a:rPr lang="en-US" altLang="zh-CN" sz="700" dirty="0">
                    <a:solidFill>
                      <a:schemeClr val="tx2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AI</a:t>
                </a:r>
                <a:r>
                  <a:rPr lang="zh-CN" altLang="en-US" sz="700" dirty="0">
                    <a:solidFill>
                      <a:schemeClr val="tx2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模型预测风险，并为签约家庭医生提供干预建议，实现</a:t>
                </a:r>
                <a:r>
                  <a:rPr lang="en-US" altLang="zh-CN" sz="700" dirty="0">
                    <a:solidFill>
                      <a:schemeClr val="tx2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“</a:t>
                </a:r>
                <a:r>
                  <a:rPr lang="zh-CN" altLang="en-US" sz="700" dirty="0">
                    <a:solidFill>
                      <a:schemeClr val="tx2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教学</a:t>
                </a:r>
                <a:r>
                  <a:rPr lang="en-US" altLang="zh-CN" sz="700" dirty="0">
                    <a:solidFill>
                      <a:schemeClr val="tx2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-</a:t>
                </a:r>
                <a:r>
                  <a:rPr lang="zh-CN" altLang="en-US" sz="700" dirty="0">
                    <a:solidFill>
                      <a:schemeClr val="tx2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服务</a:t>
                </a:r>
                <a:r>
                  <a:rPr lang="en-US" altLang="zh-CN" sz="700" dirty="0">
                    <a:solidFill>
                      <a:schemeClr val="tx2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-</a:t>
                </a:r>
                <a:r>
                  <a:rPr lang="zh-CN" altLang="en-US" sz="700" dirty="0">
                    <a:solidFill>
                      <a:schemeClr val="tx2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科研</a:t>
                </a:r>
                <a:r>
                  <a:rPr lang="en-US" altLang="zh-CN" sz="700" dirty="0">
                    <a:solidFill>
                      <a:schemeClr val="tx2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”</a:t>
                </a:r>
                <a:r>
                  <a:rPr lang="zh-CN" altLang="en-US" sz="700" dirty="0">
                    <a:solidFill>
                      <a:schemeClr val="tx2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一体化。</a:t>
                </a:r>
                <a:endParaRPr lang="zh-CN" altLang="en-US" sz="7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272" name="PPT15"/>
              <p:cNvSpPr txBox="1"/>
              <p:nvPr>
                <p:custDataLst>
                  <p:tags r:id="rId29"/>
                </p:custDataLst>
              </p:nvPr>
            </p:nvSpPr>
            <p:spPr>
              <a:xfrm>
                <a:off x="-1643" y="4441"/>
                <a:ext cx="1263" cy="11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defRPr/>
                </a:pPr>
                <a:r>
                  <a:rPr lang="zh-CN" sz="1300" b="1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智慧健康</a:t>
                </a:r>
                <a:endParaRPr lang="zh-CN" sz="13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cxnSp>
            <p:nvCxnSpPr>
              <p:cNvPr id="273" name="PPT16"/>
              <p:cNvCxnSpPr/>
              <p:nvPr>
                <p:custDataLst>
                  <p:tags r:id="rId30"/>
                </p:custDataLst>
              </p:nvPr>
            </p:nvCxnSpPr>
            <p:spPr>
              <a:xfrm>
                <a:off x="-1580" y="4423"/>
                <a:ext cx="0" cy="1232"/>
              </a:xfrm>
              <a:prstGeom prst="line">
                <a:avLst/>
              </a:prstGeom>
              <a:ln>
                <a:solidFill>
                  <a:schemeClr val="accent1">
                    <a:lumMod val="60000"/>
                    <a:lumOff val="4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4" name="组合 273"/>
            <p:cNvGrpSpPr/>
            <p:nvPr/>
          </p:nvGrpSpPr>
          <p:grpSpPr>
            <a:xfrm rot="0">
              <a:off x="-5760" y="16222"/>
              <a:ext cx="3096" cy="956"/>
              <a:chOff x="-4301" y="4291"/>
              <a:chExt cx="4094" cy="1469"/>
            </a:xfrm>
          </p:grpSpPr>
          <p:sp>
            <p:nvSpPr>
              <p:cNvPr id="275" name="PPT13"/>
              <p:cNvSpPr/>
              <p:nvPr>
                <p:custDataLst>
                  <p:tags r:id="rId31"/>
                </p:custDataLst>
              </p:nvPr>
            </p:nvSpPr>
            <p:spPr>
              <a:xfrm>
                <a:off x="-4301" y="4319"/>
                <a:ext cx="4094" cy="1441"/>
              </a:xfrm>
              <a:prstGeom prst="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accent1">
                    <a:lumMod val="60000"/>
                    <a:lumOff val="40000"/>
                  </a:scheme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00" b="0" i="0" u="none" strike="noStrike" kern="0" cap="none" spc="1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276" name="PPT14"/>
              <p:cNvSpPr txBox="1"/>
              <p:nvPr>
                <p:custDataLst>
                  <p:tags r:id="rId32"/>
                </p:custDataLst>
              </p:nvPr>
            </p:nvSpPr>
            <p:spPr>
              <a:xfrm>
                <a:off x="-4222" y="4291"/>
                <a:ext cx="2618" cy="14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defTabSz="457200">
                  <a:lnSpc>
                    <a:spcPct val="120000"/>
                  </a:lnSpc>
                </a:pPr>
                <a:r>
                  <a:rPr lang="zh-CN" altLang="en-US" sz="700" dirty="0">
                    <a:solidFill>
                      <a:schemeClr val="tx2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结合景区物联网与票务系统，设计客流疏导方案与个性化游览路线，并通过平台将方案部署到景区导览</a:t>
                </a:r>
                <a:r>
                  <a:rPr lang="en-US" altLang="zh-CN" sz="700" dirty="0">
                    <a:solidFill>
                      <a:schemeClr val="tx2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APP</a:t>
                </a:r>
                <a:r>
                  <a:rPr lang="zh-CN" altLang="en-US" sz="700" dirty="0">
                    <a:solidFill>
                      <a:schemeClr val="tx2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中。</a:t>
                </a:r>
                <a:endParaRPr lang="zh-CN" altLang="en-US" sz="7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277" name="PPT15"/>
              <p:cNvSpPr txBox="1"/>
              <p:nvPr>
                <p:custDataLst>
                  <p:tags r:id="rId33"/>
                </p:custDataLst>
              </p:nvPr>
            </p:nvSpPr>
            <p:spPr>
              <a:xfrm>
                <a:off x="-1643" y="4441"/>
                <a:ext cx="1263" cy="11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defRPr/>
                </a:pPr>
                <a:r>
                  <a:rPr lang="zh-CN" sz="1300" b="1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数字文旅</a:t>
                </a:r>
                <a:endParaRPr lang="zh-CN" sz="13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cxnSp>
            <p:nvCxnSpPr>
              <p:cNvPr id="278" name="PPT16"/>
              <p:cNvCxnSpPr/>
              <p:nvPr>
                <p:custDataLst>
                  <p:tags r:id="rId34"/>
                </p:custDataLst>
              </p:nvPr>
            </p:nvCxnSpPr>
            <p:spPr>
              <a:xfrm>
                <a:off x="-1580" y="4423"/>
                <a:ext cx="0" cy="1232"/>
              </a:xfrm>
              <a:prstGeom prst="line">
                <a:avLst/>
              </a:prstGeom>
              <a:ln>
                <a:solidFill>
                  <a:schemeClr val="accent1">
                    <a:lumMod val="60000"/>
                    <a:lumOff val="4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82" name="文本框 281"/>
          <p:cNvSpPr txBox="1"/>
          <p:nvPr/>
        </p:nvSpPr>
        <p:spPr>
          <a:xfrm flipH="1">
            <a:off x="7722870" y="2096135"/>
            <a:ext cx="351790" cy="946150"/>
          </a:xfrm>
          <a:prstGeom prst="rect">
            <a:avLst/>
          </a:prstGeom>
        </p:spPr>
        <p:txBody>
          <a:bodyPr vert="eaVert" wrap="square" anchor="ctr" anchorCtr="0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ctr"/>
            <a:r>
              <a:rPr lang="zh-CN" altLang="en-US" sz="1100">
                <a:solidFill>
                  <a:schemeClr val="accent5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产业数据集成</a:t>
            </a:r>
            <a:endParaRPr lang="zh-CN" altLang="en-US" sz="1100">
              <a:solidFill>
                <a:schemeClr val="accent5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97" name="组合 296"/>
          <p:cNvGrpSpPr/>
          <p:nvPr/>
        </p:nvGrpSpPr>
        <p:grpSpPr>
          <a:xfrm rot="0">
            <a:off x="8210550" y="1915795"/>
            <a:ext cx="365125" cy="1358900"/>
            <a:chOff x="6214" y="3024"/>
            <a:chExt cx="575" cy="2140"/>
          </a:xfrm>
        </p:grpSpPr>
        <p:sp>
          <p:nvSpPr>
            <p:cNvPr id="298" name="圆角矩形 297"/>
            <p:cNvSpPr/>
            <p:nvPr/>
          </p:nvSpPr>
          <p:spPr>
            <a:xfrm>
              <a:off x="6214" y="3024"/>
              <a:ext cx="544" cy="150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299" name="文本框 298"/>
            <p:cNvSpPr txBox="1"/>
            <p:nvPr/>
          </p:nvSpPr>
          <p:spPr>
            <a:xfrm>
              <a:off x="6235" y="3029"/>
              <a:ext cx="554" cy="1490"/>
            </a:xfrm>
            <a:prstGeom prst="rect">
              <a:avLst/>
            </a:prstGeom>
          </p:spPr>
          <p:txBody>
            <a:bodyPr vert="eaVert" wrap="square">
              <a:sp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p>
              <a:pPr algn="l"/>
              <a:r>
                <a:rPr lang="zh-CN" altLang="en-US" sz="110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产业资源共享</a:t>
              </a:r>
              <a:endParaRPr lang="zh-CN" altLang="en-US" sz="1100">
                <a:solidFill>
                  <a:schemeClr val="accent5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grpSp>
          <p:nvGrpSpPr>
            <p:cNvPr id="300" name="组合 299"/>
            <p:cNvGrpSpPr/>
            <p:nvPr/>
          </p:nvGrpSpPr>
          <p:grpSpPr>
            <a:xfrm>
              <a:off x="6375" y="4894"/>
              <a:ext cx="274" cy="270"/>
              <a:chOff x="5469" y="4887"/>
              <a:chExt cx="274" cy="270"/>
            </a:xfrm>
          </p:grpSpPr>
          <p:grpSp>
            <p:nvGrpSpPr>
              <p:cNvPr id="301" name="组合 300"/>
              <p:cNvGrpSpPr/>
              <p:nvPr/>
            </p:nvGrpSpPr>
            <p:grpSpPr>
              <a:xfrm rot="0">
                <a:off x="5469" y="4887"/>
                <a:ext cx="274" cy="270"/>
                <a:chOff x="2253649" y="5484016"/>
                <a:chExt cx="1142158" cy="1124265"/>
              </a:xfrm>
              <a:effectLst>
                <a:outerShdw blurRad="190500" dist="88900" dir="5400000" algn="t" rotWithShape="0">
                  <a:schemeClr val="accent1">
                    <a:lumMod val="60000"/>
                    <a:lumOff val="40000"/>
                    <a:alpha val="32000"/>
                  </a:schemeClr>
                </a:outerShdw>
              </a:effectLst>
            </p:grpSpPr>
            <p:sp>
              <p:nvSpPr>
                <p:cNvPr id="302" name="显眼包PPT-1"/>
                <p:cNvSpPr/>
                <p:nvPr/>
              </p:nvSpPr>
              <p:spPr>
                <a:xfrm>
                  <a:off x="2253649" y="5484016"/>
                  <a:ext cx="1142158" cy="1124265"/>
                </a:xfrm>
                <a:prstGeom prst="ellipse">
                  <a:avLst/>
                </a:prstGeom>
                <a:gradFill flip="none" rotWithShape="1">
                  <a:gsLst>
                    <a:gs pos="15000">
                      <a:schemeClr val="bg1">
                        <a:alpha val="0"/>
                        <a:lumMod val="99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  <a:tileRect/>
                </a:gradFill>
                <a:ln w="9525">
                  <a:gradFill flip="none" rotWithShape="1">
                    <a:gsLst>
                      <a:gs pos="0">
                        <a:schemeClr val="bg1">
                          <a:alpha val="0"/>
                        </a:schemeClr>
                      </a:gs>
                      <a:gs pos="100000">
                        <a:schemeClr val="bg1"/>
                      </a:gs>
                    </a:gsLst>
                    <a:lin ang="5400000" scaled="1"/>
                    <a:tileRect/>
                  </a:gradFill>
                </a:ln>
                <a:scene3d>
                  <a:camera prst="orthographicFront"/>
                  <a:lightRig rig="threePt" dir="t"/>
                </a:scene3d>
                <a:sp3d extrusionH="5715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  <p:sp>
              <p:nvSpPr>
                <p:cNvPr id="303" name="显眼包PPT-2"/>
                <p:cNvSpPr/>
                <p:nvPr/>
              </p:nvSpPr>
              <p:spPr>
                <a:xfrm>
                  <a:off x="2501202" y="5727682"/>
                  <a:ext cx="647053" cy="636929"/>
                </a:xfrm>
                <a:prstGeom prst="ellipse">
                  <a:avLst/>
                </a:prstGeom>
                <a:gradFill flip="none" rotWithShape="1">
                  <a:gsLst>
                    <a:gs pos="89000">
                      <a:schemeClr val="accent5"/>
                    </a:gs>
                    <a:gs pos="49000">
                      <a:schemeClr val="accent5">
                        <a:lumMod val="60000"/>
                        <a:lumOff val="40000"/>
                      </a:schemeClr>
                    </a:gs>
                    <a:gs pos="9000">
                      <a:schemeClr val="accent5">
                        <a:lumMod val="20000"/>
                        <a:lumOff val="80000"/>
                        <a:alpha val="3000"/>
                      </a:scheme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  <a:effectLst>
                  <a:innerShdw blurRad="114300">
                    <a:schemeClr val="accent5">
                      <a:lumMod val="60000"/>
                      <a:lumOff val="40000"/>
                    </a:schemeClr>
                  </a:inn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</p:grpSp>
          <p:sp>
            <p:nvSpPr>
              <p:cNvPr id="304" name="显眼包PPT-3"/>
              <p:cNvSpPr/>
              <p:nvPr/>
            </p:nvSpPr>
            <p:spPr>
              <a:xfrm>
                <a:off x="5528" y="4946"/>
                <a:ext cx="155" cy="153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56000">
                    <a:schemeClr val="bg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  <a:effectLst>
                <a:innerShdw blurRad="114300">
                  <a:schemeClr val="accent5">
                    <a:lumMod val="60000"/>
                    <a:lumOff val="4000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cxnSp>
          <p:nvCxnSpPr>
            <p:cNvPr id="305" name="直接连接符 304"/>
            <p:cNvCxnSpPr>
              <a:stCxn id="304" idx="0"/>
              <a:endCxn id="299" idx="2"/>
            </p:cNvCxnSpPr>
            <p:nvPr/>
          </p:nvCxnSpPr>
          <p:spPr>
            <a:xfrm flipV="1">
              <a:off x="6512" y="4519"/>
              <a:ext cx="0" cy="434"/>
            </a:xfrm>
            <a:prstGeom prst="line">
              <a:avLst/>
            </a:prstGeom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306" name="显眼包PPT2-5"/>
          <p:cNvSpPr txBox="1"/>
          <p:nvPr/>
        </p:nvSpPr>
        <p:spPr>
          <a:xfrm flipH="1">
            <a:off x="4516120" y="3242945"/>
            <a:ext cx="762000" cy="18415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服务中台化</a:t>
            </a:r>
            <a:endParaRPr lang="zh-CN" altLang="en-US" sz="1200" b="1" dirty="0">
              <a:solidFill>
                <a:schemeClr val="accent5">
                  <a:lumMod val="60000"/>
                  <a:lumOff val="40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7" name="显眼包PPT2-5"/>
          <p:cNvSpPr txBox="1"/>
          <p:nvPr/>
        </p:nvSpPr>
        <p:spPr>
          <a:xfrm flipH="1">
            <a:off x="4516120" y="4246880"/>
            <a:ext cx="762000" cy="18415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200" b="1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产教协同化</a:t>
            </a:r>
            <a:endParaRPr lang="zh-CN" altLang="en-US" sz="1200" b="1" dirty="0">
              <a:solidFill>
                <a:schemeClr val="accent5">
                  <a:lumMod val="60000"/>
                  <a:lumOff val="40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10" name="显眼包PPT2-5"/>
          <p:cNvSpPr txBox="1"/>
          <p:nvPr/>
        </p:nvSpPr>
        <p:spPr>
          <a:xfrm flipH="1">
            <a:off x="6815455" y="3242945"/>
            <a:ext cx="914400" cy="18415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渗透业务链条</a:t>
            </a:r>
            <a:endParaRPr lang="zh-CN" altLang="en-US" sz="1200" b="1" dirty="0">
              <a:solidFill>
                <a:schemeClr val="accent5">
                  <a:lumMod val="60000"/>
                  <a:lumOff val="40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1" name="显眼包PPT2-5"/>
          <p:cNvSpPr txBox="1"/>
          <p:nvPr/>
        </p:nvSpPr>
        <p:spPr>
          <a:xfrm flipH="1">
            <a:off x="6784975" y="4326255"/>
            <a:ext cx="914400" cy="18415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200" b="1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产业生态融合</a:t>
            </a:r>
            <a:endParaRPr lang="zh-CN" altLang="en-US" sz="1200" b="1" dirty="0">
              <a:solidFill>
                <a:schemeClr val="accent5">
                  <a:lumMod val="60000"/>
                  <a:lumOff val="40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320" name="组合 319"/>
          <p:cNvGrpSpPr/>
          <p:nvPr/>
        </p:nvGrpSpPr>
        <p:grpSpPr>
          <a:xfrm rot="5400000" flipH="1" flipV="1">
            <a:off x="5868857" y="5125376"/>
            <a:ext cx="470491" cy="586921"/>
            <a:chOff x="3757249" y="3429001"/>
            <a:chExt cx="928843" cy="1219201"/>
          </a:xfrm>
          <a:solidFill>
            <a:schemeClr val="accent1"/>
          </a:solidFill>
          <a:effectLst/>
        </p:grpSpPr>
        <p:sp>
          <p:nvSpPr>
            <p:cNvPr id="321" name="任意形状 178"/>
            <p:cNvSpPr/>
            <p:nvPr/>
          </p:nvSpPr>
          <p:spPr>
            <a:xfrm rot="5400000" flipH="1">
              <a:off x="3505177" y="3681073"/>
              <a:ext cx="1219201" cy="715058"/>
            </a:xfrm>
            <a:custGeom>
              <a:avLst/>
              <a:gdLst>
                <a:gd name="connsiteX0" fmla="*/ 732665 w 1457604"/>
                <a:gd name="connsiteY0" fmla="*/ 0 h 715059"/>
                <a:gd name="connsiteX1" fmla="*/ 728802 w 1457604"/>
                <a:gd name="connsiteY1" fmla="*/ 3771 h 715059"/>
                <a:gd name="connsiteX2" fmla="*/ 724939 w 1457604"/>
                <a:gd name="connsiteY2" fmla="*/ 0 h 715059"/>
                <a:gd name="connsiteX3" fmla="*/ 724921 w 1457604"/>
                <a:gd name="connsiteY3" fmla="*/ 7558 h 715059"/>
                <a:gd name="connsiteX4" fmla="*/ 0 w 1457604"/>
                <a:gd name="connsiteY4" fmla="*/ 715059 h 715059"/>
                <a:gd name="connsiteX5" fmla="*/ 728802 w 1457604"/>
                <a:gd name="connsiteY5" fmla="*/ 483764 h 715059"/>
                <a:gd name="connsiteX6" fmla="*/ 1457604 w 1457604"/>
                <a:gd name="connsiteY6" fmla="*/ 715059 h 715059"/>
                <a:gd name="connsiteX7" fmla="*/ 732683 w 1457604"/>
                <a:gd name="connsiteY7" fmla="*/ 7558 h 715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57604" h="715059">
                  <a:moveTo>
                    <a:pt x="732665" y="0"/>
                  </a:moveTo>
                  <a:lnTo>
                    <a:pt x="728802" y="3771"/>
                  </a:lnTo>
                  <a:lnTo>
                    <a:pt x="724939" y="0"/>
                  </a:lnTo>
                  <a:lnTo>
                    <a:pt x="724921" y="7558"/>
                  </a:lnTo>
                  <a:lnTo>
                    <a:pt x="0" y="715059"/>
                  </a:lnTo>
                  <a:lnTo>
                    <a:pt x="728802" y="483764"/>
                  </a:lnTo>
                  <a:lnTo>
                    <a:pt x="1457604" y="715059"/>
                  </a:lnTo>
                  <a:lnTo>
                    <a:pt x="732683" y="7558"/>
                  </a:lnTo>
                  <a:close/>
                </a:path>
              </a:pathLst>
            </a:custGeom>
            <a:gradFill flip="none" rotWithShape="1">
              <a:gsLst>
                <a:gs pos="89000">
                  <a:schemeClr val="accent5">
                    <a:lumMod val="60000"/>
                    <a:lumOff val="40000"/>
                  </a:schemeClr>
                </a:gs>
                <a:gs pos="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>
                <a:cs typeface="微软雅黑" panose="020B0503020204020204" charset="-122"/>
              </a:endParaRPr>
            </a:p>
          </p:txBody>
        </p:sp>
        <p:sp>
          <p:nvSpPr>
            <p:cNvPr id="322" name="任意形状 179"/>
            <p:cNvSpPr/>
            <p:nvPr/>
          </p:nvSpPr>
          <p:spPr>
            <a:xfrm rot="5400000" flipH="1">
              <a:off x="3961913" y="3786494"/>
              <a:ext cx="944147" cy="504211"/>
            </a:xfrm>
            <a:custGeom>
              <a:avLst/>
              <a:gdLst>
                <a:gd name="connsiteX0" fmla="*/ 732665 w 1457604"/>
                <a:gd name="connsiteY0" fmla="*/ 0 h 715059"/>
                <a:gd name="connsiteX1" fmla="*/ 728802 w 1457604"/>
                <a:gd name="connsiteY1" fmla="*/ 3771 h 715059"/>
                <a:gd name="connsiteX2" fmla="*/ 724939 w 1457604"/>
                <a:gd name="connsiteY2" fmla="*/ 0 h 715059"/>
                <a:gd name="connsiteX3" fmla="*/ 724921 w 1457604"/>
                <a:gd name="connsiteY3" fmla="*/ 7558 h 715059"/>
                <a:gd name="connsiteX4" fmla="*/ 0 w 1457604"/>
                <a:gd name="connsiteY4" fmla="*/ 715059 h 715059"/>
                <a:gd name="connsiteX5" fmla="*/ 728802 w 1457604"/>
                <a:gd name="connsiteY5" fmla="*/ 483764 h 715059"/>
                <a:gd name="connsiteX6" fmla="*/ 1457604 w 1457604"/>
                <a:gd name="connsiteY6" fmla="*/ 715059 h 715059"/>
                <a:gd name="connsiteX7" fmla="*/ 732683 w 1457604"/>
                <a:gd name="connsiteY7" fmla="*/ 7558 h 715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57604" h="715059">
                  <a:moveTo>
                    <a:pt x="732665" y="0"/>
                  </a:moveTo>
                  <a:lnTo>
                    <a:pt x="728802" y="3771"/>
                  </a:lnTo>
                  <a:lnTo>
                    <a:pt x="724939" y="0"/>
                  </a:lnTo>
                  <a:lnTo>
                    <a:pt x="724921" y="7558"/>
                  </a:lnTo>
                  <a:lnTo>
                    <a:pt x="0" y="715059"/>
                  </a:lnTo>
                  <a:lnTo>
                    <a:pt x="728802" y="483764"/>
                  </a:lnTo>
                  <a:lnTo>
                    <a:pt x="1457604" y="715059"/>
                  </a:lnTo>
                  <a:lnTo>
                    <a:pt x="732683" y="7558"/>
                  </a:lnTo>
                  <a:close/>
                </a:path>
              </a:pathLst>
            </a:custGeom>
            <a:gradFill flip="none" rotWithShape="1">
              <a:gsLst>
                <a:gs pos="89000">
                  <a:schemeClr val="accent5">
                    <a:lumMod val="60000"/>
                    <a:lumOff val="40000"/>
                  </a:schemeClr>
                </a:gs>
                <a:gs pos="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>
                <a:cs typeface="微软雅黑" panose="020B0503020204020204" charset="-122"/>
              </a:endParaRPr>
            </a:p>
          </p:txBody>
        </p:sp>
      </p:grpSp>
      <p:grpSp>
        <p:nvGrpSpPr>
          <p:cNvPr id="323" name="组合 322"/>
          <p:cNvGrpSpPr/>
          <p:nvPr/>
        </p:nvGrpSpPr>
        <p:grpSpPr>
          <a:xfrm rot="5400000" flipH="1" flipV="1">
            <a:off x="5863777" y="2079281"/>
            <a:ext cx="470491" cy="586921"/>
            <a:chOff x="3757249" y="3429001"/>
            <a:chExt cx="928843" cy="1219201"/>
          </a:xfrm>
          <a:solidFill>
            <a:schemeClr val="accent1"/>
          </a:solidFill>
          <a:effectLst/>
        </p:grpSpPr>
        <p:sp>
          <p:nvSpPr>
            <p:cNvPr id="324" name="任意形状 178"/>
            <p:cNvSpPr/>
            <p:nvPr/>
          </p:nvSpPr>
          <p:spPr>
            <a:xfrm rot="5400000" flipH="1">
              <a:off x="3505177" y="3681073"/>
              <a:ext cx="1219201" cy="715058"/>
            </a:xfrm>
            <a:custGeom>
              <a:avLst/>
              <a:gdLst>
                <a:gd name="connsiteX0" fmla="*/ 732665 w 1457604"/>
                <a:gd name="connsiteY0" fmla="*/ 0 h 715059"/>
                <a:gd name="connsiteX1" fmla="*/ 728802 w 1457604"/>
                <a:gd name="connsiteY1" fmla="*/ 3771 h 715059"/>
                <a:gd name="connsiteX2" fmla="*/ 724939 w 1457604"/>
                <a:gd name="connsiteY2" fmla="*/ 0 h 715059"/>
                <a:gd name="connsiteX3" fmla="*/ 724921 w 1457604"/>
                <a:gd name="connsiteY3" fmla="*/ 7558 h 715059"/>
                <a:gd name="connsiteX4" fmla="*/ 0 w 1457604"/>
                <a:gd name="connsiteY4" fmla="*/ 715059 h 715059"/>
                <a:gd name="connsiteX5" fmla="*/ 728802 w 1457604"/>
                <a:gd name="connsiteY5" fmla="*/ 483764 h 715059"/>
                <a:gd name="connsiteX6" fmla="*/ 1457604 w 1457604"/>
                <a:gd name="connsiteY6" fmla="*/ 715059 h 715059"/>
                <a:gd name="connsiteX7" fmla="*/ 732683 w 1457604"/>
                <a:gd name="connsiteY7" fmla="*/ 7558 h 715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57604" h="715059">
                  <a:moveTo>
                    <a:pt x="732665" y="0"/>
                  </a:moveTo>
                  <a:lnTo>
                    <a:pt x="728802" y="3771"/>
                  </a:lnTo>
                  <a:lnTo>
                    <a:pt x="724939" y="0"/>
                  </a:lnTo>
                  <a:lnTo>
                    <a:pt x="724921" y="7558"/>
                  </a:lnTo>
                  <a:lnTo>
                    <a:pt x="0" y="715059"/>
                  </a:lnTo>
                  <a:lnTo>
                    <a:pt x="728802" y="483764"/>
                  </a:lnTo>
                  <a:lnTo>
                    <a:pt x="1457604" y="715059"/>
                  </a:lnTo>
                  <a:lnTo>
                    <a:pt x="732683" y="7558"/>
                  </a:lnTo>
                  <a:close/>
                </a:path>
              </a:pathLst>
            </a:custGeom>
            <a:gradFill flip="none" rotWithShape="1">
              <a:gsLst>
                <a:gs pos="89000">
                  <a:schemeClr val="accent5">
                    <a:lumMod val="60000"/>
                    <a:lumOff val="40000"/>
                  </a:schemeClr>
                </a:gs>
                <a:gs pos="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>
                <a:cs typeface="微软雅黑" panose="020B0503020204020204" charset="-122"/>
              </a:endParaRPr>
            </a:p>
          </p:txBody>
        </p:sp>
        <p:sp>
          <p:nvSpPr>
            <p:cNvPr id="325" name="任意形状 179"/>
            <p:cNvSpPr/>
            <p:nvPr/>
          </p:nvSpPr>
          <p:spPr>
            <a:xfrm rot="5400000" flipH="1">
              <a:off x="3961913" y="3786494"/>
              <a:ext cx="944147" cy="504211"/>
            </a:xfrm>
            <a:custGeom>
              <a:avLst/>
              <a:gdLst>
                <a:gd name="connsiteX0" fmla="*/ 732665 w 1457604"/>
                <a:gd name="connsiteY0" fmla="*/ 0 h 715059"/>
                <a:gd name="connsiteX1" fmla="*/ 728802 w 1457604"/>
                <a:gd name="connsiteY1" fmla="*/ 3771 h 715059"/>
                <a:gd name="connsiteX2" fmla="*/ 724939 w 1457604"/>
                <a:gd name="connsiteY2" fmla="*/ 0 h 715059"/>
                <a:gd name="connsiteX3" fmla="*/ 724921 w 1457604"/>
                <a:gd name="connsiteY3" fmla="*/ 7558 h 715059"/>
                <a:gd name="connsiteX4" fmla="*/ 0 w 1457604"/>
                <a:gd name="connsiteY4" fmla="*/ 715059 h 715059"/>
                <a:gd name="connsiteX5" fmla="*/ 728802 w 1457604"/>
                <a:gd name="connsiteY5" fmla="*/ 483764 h 715059"/>
                <a:gd name="connsiteX6" fmla="*/ 1457604 w 1457604"/>
                <a:gd name="connsiteY6" fmla="*/ 715059 h 715059"/>
                <a:gd name="connsiteX7" fmla="*/ 732683 w 1457604"/>
                <a:gd name="connsiteY7" fmla="*/ 7558 h 715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57604" h="715059">
                  <a:moveTo>
                    <a:pt x="732665" y="0"/>
                  </a:moveTo>
                  <a:lnTo>
                    <a:pt x="728802" y="3771"/>
                  </a:lnTo>
                  <a:lnTo>
                    <a:pt x="724939" y="0"/>
                  </a:lnTo>
                  <a:lnTo>
                    <a:pt x="724921" y="7558"/>
                  </a:lnTo>
                  <a:lnTo>
                    <a:pt x="0" y="715059"/>
                  </a:lnTo>
                  <a:lnTo>
                    <a:pt x="728802" y="483764"/>
                  </a:lnTo>
                  <a:lnTo>
                    <a:pt x="1457604" y="715059"/>
                  </a:lnTo>
                  <a:lnTo>
                    <a:pt x="732683" y="7558"/>
                  </a:lnTo>
                  <a:close/>
                </a:path>
              </a:pathLst>
            </a:custGeom>
            <a:gradFill flip="none" rotWithShape="1">
              <a:gsLst>
                <a:gs pos="89000">
                  <a:schemeClr val="accent5">
                    <a:lumMod val="60000"/>
                    <a:lumOff val="40000"/>
                  </a:schemeClr>
                </a:gs>
                <a:gs pos="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>
                <a:cs typeface="微软雅黑" panose="020B0503020204020204" charset="-122"/>
              </a:endParaRPr>
            </a:p>
          </p:txBody>
        </p:sp>
      </p:grpSp>
      <p:sp>
        <p:nvSpPr>
          <p:cNvPr id="328" name="圆角矩形 327"/>
          <p:cNvSpPr/>
          <p:nvPr/>
        </p:nvSpPr>
        <p:spPr>
          <a:xfrm>
            <a:off x="5407660" y="5864860"/>
            <a:ext cx="1377950" cy="359410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80000"/>
                  <a:lumOff val="20000"/>
                </a:schemeClr>
              </a:gs>
              <a:gs pos="100000">
                <a:schemeClr val="accent1"/>
              </a:gs>
            </a:gsLst>
            <a:lin ang="0"/>
          </a:gradFill>
          <a:ln w="38100">
            <a:noFill/>
          </a:ln>
          <a:effectLst>
            <a:outerShdw blurRad="50800" dist="38100" dir="2700000" algn="tl" rotWithShape="0">
              <a:schemeClr val="accent1">
                <a:lumMod val="60000"/>
                <a:lumOff val="4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945">
              <a:solidFill>
                <a:schemeClr val="bg1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29" name="显眼包PPT2-5"/>
          <p:cNvSpPr txBox="1"/>
          <p:nvPr/>
        </p:nvSpPr>
        <p:spPr>
          <a:xfrm flipH="1">
            <a:off x="5639435" y="5952490"/>
            <a:ext cx="914400" cy="18415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技术底座支撑</a:t>
            </a:r>
            <a:endParaRPr lang="zh-CN" altLang="en-US" sz="1200" b="1" dirty="0">
              <a:solidFill>
                <a:schemeClr val="bg1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0" name="圆角矩形 329"/>
          <p:cNvSpPr/>
          <p:nvPr/>
        </p:nvSpPr>
        <p:spPr>
          <a:xfrm>
            <a:off x="5437505" y="1609725"/>
            <a:ext cx="1377950" cy="359410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80000"/>
                  <a:lumOff val="20000"/>
                </a:schemeClr>
              </a:gs>
              <a:gs pos="100000">
                <a:schemeClr val="accent1"/>
              </a:gs>
            </a:gsLst>
            <a:lin ang="0"/>
          </a:gradFill>
          <a:ln w="38100">
            <a:noFill/>
          </a:ln>
          <a:effectLst>
            <a:outerShdw blurRad="50800" dist="38100" dir="2700000" algn="tl" rotWithShape="0">
              <a:schemeClr val="accent1">
                <a:lumMod val="60000"/>
                <a:lumOff val="4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945">
              <a:solidFill>
                <a:schemeClr val="bg1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31" name="显眼包PPT2-5"/>
          <p:cNvSpPr txBox="1"/>
          <p:nvPr/>
        </p:nvSpPr>
        <p:spPr>
          <a:xfrm flipH="1">
            <a:off x="5669280" y="1697355"/>
            <a:ext cx="914400" cy="18415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运营治理机制</a:t>
            </a:r>
            <a:endParaRPr lang="zh-CN" altLang="en-US" sz="1200" b="1" dirty="0">
              <a:solidFill>
                <a:schemeClr val="bg1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8738235" y="348615"/>
            <a:ext cx="3219450" cy="332740"/>
            <a:chOff x="13761" y="549"/>
            <a:chExt cx="5070" cy="524"/>
          </a:xfrm>
        </p:grpSpPr>
        <p:pic>
          <p:nvPicPr>
            <p:cNvPr id="10" name="图片 9"/>
            <p:cNvPicPr>
              <a:picLocks noChangeAspect="1"/>
            </p:cNvPicPr>
            <p:nvPr userDrawn="1"/>
          </p:nvPicPr>
          <p:blipFill>
            <a:blip r:embed="rId35"/>
            <a:srcRect l="17002" t="-1765" r="56499" b="-1176"/>
            <a:stretch>
              <a:fillRect/>
            </a:stretch>
          </p:blipFill>
          <p:spPr>
            <a:xfrm>
              <a:off x="13761" y="549"/>
              <a:ext cx="1582" cy="525"/>
            </a:xfrm>
            <a:prstGeom prst="rect">
              <a:avLst/>
            </a:prstGeom>
          </p:spPr>
        </p:pic>
        <p:sp>
          <p:nvSpPr>
            <p:cNvPr id="11" name="文本框 10"/>
            <p:cNvSpPr txBox="1"/>
            <p:nvPr userDrawn="1"/>
          </p:nvSpPr>
          <p:spPr>
            <a:xfrm>
              <a:off x="15219" y="655"/>
              <a:ext cx="3613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复杂逻辑场景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·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框架搭建系列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PPT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模板</a:t>
              </a:r>
              <a:endPara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fill="hold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梯形 322"/>
          <p:cNvSpPr/>
          <p:nvPr/>
        </p:nvSpPr>
        <p:spPr>
          <a:xfrm rot="5400000">
            <a:off x="230550" y="1942738"/>
            <a:ext cx="4049894" cy="4025219"/>
          </a:xfrm>
          <a:custGeom>
            <a:avLst/>
            <a:gdLst>
              <a:gd name="connsiteX0" fmla="*/ 0 w 965390"/>
              <a:gd name="connsiteY0" fmla="*/ 697627 h 697627"/>
              <a:gd name="connsiteX1" fmla="*/ 174407 w 965390"/>
              <a:gd name="connsiteY1" fmla="*/ 0 h 697627"/>
              <a:gd name="connsiteX2" fmla="*/ 790983 w 965390"/>
              <a:gd name="connsiteY2" fmla="*/ 0 h 697627"/>
              <a:gd name="connsiteX3" fmla="*/ 965390 w 965390"/>
              <a:gd name="connsiteY3" fmla="*/ 697627 h 697627"/>
              <a:gd name="connsiteX4" fmla="*/ 0 w 965390"/>
              <a:gd name="connsiteY4" fmla="*/ 697627 h 697627"/>
              <a:gd name="connsiteX0-1" fmla="*/ 0 w 965390"/>
              <a:gd name="connsiteY0-2" fmla="*/ 697627 h 697627"/>
              <a:gd name="connsiteX1-3" fmla="*/ 174407 w 965390"/>
              <a:gd name="connsiteY1-4" fmla="*/ 0 h 697627"/>
              <a:gd name="connsiteX2-5" fmla="*/ 790983 w 965390"/>
              <a:gd name="connsiteY2-6" fmla="*/ 0 h 697627"/>
              <a:gd name="connsiteX3-7" fmla="*/ 965390 w 965390"/>
              <a:gd name="connsiteY3-8" fmla="*/ 697627 h 697627"/>
              <a:gd name="connsiteX4-9" fmla="*/ 0 w 965390"/>
              <a:gd name="connsiteY4-10" fmla="*/ 697627 h 697627"/>
              <a:gd name="connsiteX0-11" fmla="*/ 0 w 965390"/>
              <a:gd name="connsiteY0-12" fmla="*/ 697627 h 697627"/>
              <a:gd name="connsiteX1-13" fmla="*/ 174407 w 965390"/>
              <a:gd name="connsiteY1-14" fmla="*/ 0 h 697627"/>
              <a:gd name="connsiteX2-15" fmla="*/ 790983 w 965390"/>
              <a:gd name="connsiteY2-16" fmla="*/ 0 h 697627"/>
              <a:gd name="connsiteX3-17" fmla="*/ 965390 w 965390"/>
              <a:gd name="connsiteY3-18" fmla="*/ 697627 h 697627"/>
              <a:gd name="connsiteX4-19" fmla="*/ 0 w 965390"/>
              <a:gd name="connsiteY4-20" fmla="*/ 697627 h 697627"/>
              <a:gd name="connsiteX0-21" fmla="*/ 0 w 965390"/>
              <a:gd name="connsiteY0-22" fmla="*/ 697627 h 697627"/>
              <a:gd name="connsiteX1-23" fmla="*/ 174407 w 965390"/>
              <a:gd name="connsiteY1-24" fmla="*/ 0 h 697627"/>
              <a:gd name="connsiteX2-25" fmla="*/ 790983 w 965390"/>
              <a:gd name="connsiteY2-26" fmla="*/ 0 h 697627"/>
              <a:gd name="connsiteX3-27" fmla="*/ 965390 w 965390"/>
              <a:gd name="connsiteY3-28" fmla="*/ 697627 h 697627"/>
              <a:gd name="connsiteX4-29" fmla="*/ 0 w 965390"/>
              <a:gd name="connsiteY4-30" fmla="*/ 697627 h 697627"/>
              <a:gd name="connsiteX0-31" fmla="*/ 0 w 965390"/>
              <a:gd name="connsiteY0-32" fmla="*/ 697627 h 697627"/>
              <a:gd name="connsiteX1-33" fmla="*/ 174407 w 965390"/>
              <a:gd name="connsiteY1-34" fmla="*/ 0 h 697627"/>
              <a:gd name="connsiteX2-35" fmla="*/ 790983 w 965390"/>
              <a:gd name="connsiteY2-36" fmla="*/ 0 h 697627"/>
              <a:gd name="connsiteX3-37" fmla="*/ 965390 w 965390"/>
              <a:gd name="connsiteY3-38" fmla="*/ 697627 h 697627"/>
              <a:gd name="connsiteX4-39" fmla="*/ 0 w 965390"/>
              <a:gd name="connsiteY4-40" fmla="*/ 697627 h 697627"/>
              <a:gd name="connsiteX0-41" fmla="*/ 0 w 965390"/>
              <a:gd name="connsiteY0-42" fmla="*/ 697627 h 697627"/>
              <a:gd name="connsiteX1-43" fmla="*/ 174407 w 965390"/>
              <a:gd name="connsiteY1-44" fmla="*/ 0 h 697627"/>
              <a:gd name="connsiteX2-45" fmla="*/ 745261 w 965390"/>
              <a:gd name="connsiteY2-46" fmla="*/ 0 h 697627"/>
              <a:gd name="connsiteX3-47" fmla="*/ 965390 w 965390"/>
              <a:gd name="connsiteY3-48" fmla="*/ 697627 h 697627"/>
              <a:gd name="connsiteX4-49" fmla="*/ 0 w 965390"/>
              <a:gd name="connsiteY4-50" fmla="*/ 697627 h 697627"/>
              <a:gd name="connsiteX0-51" fmla="*/ 0 w 965390"/>
              <a:gd name="connsiteY0-52" fmla="*/ 697627 h 697627"/>
              <a:gd name="connsiteX1-53" fmla="*/ 197267 w 965390"/>
              <a:gd name="connsiteY1-54" fmla="*/ 0 h 697627"/>
              <a:gd name="connsiteX2-55" fmla="*/ 745261 w 965390"/>
              <a:gd name="connsiteY2-56" fmla="*/ 0 h 697627"/>
              <a:gd name="connsiteX3-57" fmla="*/ 965390 w 965390"/>
              <a:gd name="connsiteY3-58" fmla="*/ 697627 h 697627"/>
              <a:gd name="connsiteX4-59" fmla="*/ 0 w 965390"/>
              <a:gd name="connsiteY4-60" fmla="*/ 697627 h 697627"/>
              <a:gd name="connsiteX0-61" fmla="*/ 0 w 965390"/>
              <a:gd name="connsiteY0-62" fmla="*/ 697627 h 697627"/>
              <a:gd name="connsiteX1-63" fmla="*/ 255327 w 965390"/>
              <a:gd name="connsiteY1-64" fmla="*/ 0 h 697627"/>
              <a:gd name="connsiteX2-65" fmla="*/ 745261 w 965390"/>
              <a:gd name="connsiteY2-66" fmla="*/ 0 h 697627"/>
              <a:gd name="connsiteX3-67" fmla="*/ 965390 w 965390"/>
              <a:gd name="connsiteY3-68" fmla="*/ 697627 h 697627"/>
              <a:gd name="connsiteX4-69" fmla="*/ 0 w 965390"/>
              <a:gd name="connsiteY4-70" fmla="*/ 697627 h 697627"/>
              <a:gd name="connsiteX0-71" fmla="*/ 0 w 965390"/>
              <a:gd name="connsiteY0-72" fmla="*/ 701285 h 701285"/>
              <a:gd name="connsiteX1-73" fmla="*/ 255327 w 965390"/>
              <a:gd name="connsiteY1-74" fmla="*/ 3658 h 701285"/>
              <a:gd name="connsiteX2-75" fmla="*/ 694459 w 965390"/>
              <a:gd name="connsiteY2-76" fmla="*/ 0 h 701285"/>
              <a:gd name="connsiteX3-77" fmla="*/ 965390 w 965390"/>
              <a:gd name="connsiteY3-78" fmla="*/ 701285 h 701285"/>
              <a:gd name="connsiteX4-79" fmla="*/ 0 w 965390"/>
              <a:gd name="connsiteY4-80" fmla="*/ 701285 h 701285"/>
              <a:gd name="connsiteX0-81" fmla="*/ 0 w 965390"/>
              <a:gd name="connsiteY0-82" fmla="*/ 701285 h 708601"/>
              <a:gd name="connsiteX1-83" fmla="*/ 255327 w 965390"/>
              <a:gd name="connsiteY1-84" fmla="*/ 3658 h 708601"/>
              <a:gd name="connsiteX2-85" fmla="*/ 694459 w 965390"/>
              <a:gd name="connsiteY2-86" fmla="*/ 0 h 708601"/>
              <a:gd name="connsiteX3-87" fmla="*/ 965390 w 965390"/>
              <a:gd name="connsiteY3-88" fmla="*/ 708601 h 708601"/>
              <a:gd name="connsiteX4-89" fmla="*/ 0 w 965390"/>
              <a:gd name="connsiteY4-90" fmla="*/ 701285 h 708601"/>
              <a:gd name="connsiteX0-91" fmla="*/ 0 w 965390"/>
              <a:gd name="connsiteY0-92" fmla="*/ 701285 h 708601"/>
              <a:gd name="connsiteX1-93" fmla="*/ 255327 w 965390"/>
              <a:gd name="connsiteY1-94" fmla="*/ 3658 h 708601"/>
              <a:gd name="connsiteX2-95" fmla="*/ 694459 w 965390"/>
              <a:gd name="connsiteY2-96" fmla="*/ 0 h 708601"/>
              <a:gd name="connsiteX3-97" fmla="*/ 965390 w 965390"/>
              <a:gd name="connsiteY3-98" fmla="*/ 708601 h 708601"/>
              <a:gd name="connsiteX4-99" fmla="*/ 0 w 965390"/>
              <a:gd name="connsiteY4-100" fmla="*/ 701285 h 708601"/>
              <a:gd name="connsiteX0-101" fmla="*/ 0 w 965390"/>
              <a:gd name="connsiteY0-102" fmla="*/ 701285 h 708601"/>
              <a:gd name="connsiteX1-103" fmla="*/ 255327 w 965390"/>
              <a:gd name="connsiteY1-104" fmla="*/ 3658 h 708601"/>
              <a:gd name="connsiteX2-105" fmla="*/ 694459 w 965390"/>
              <a:gd name="connsiteY2-106" fmla="*/ 0 h 708601"/>
              <a:gd name="connsiteX3-107" fmla="*/ 965390 w 965390"/>
              <a:gd name="connsiteY3-108" fmla="*/ 708601 h 708601"/>
              <a:gd name="connsiteX4-109" fmla="*/ 0 w 965390"/>
              <a:gd name="connsiteY4-110" fmla="*/ 701285 h 70860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965390" h="708601">
                <a:moveTo>
                  <a:pt x="0" y="701285"/>
                </a:moveTo>
                <a:cubicBezTo>
                  <a:pt x="142112" y="496738"/>
                  <a:pt x="281166" y="310848"/>
                  <a:pt x="255327" y="3658"/>
                </a:cubicBezTo>
                <a:lnTo>
                  <a:pt x="694459" y="0"/>
                </a:lnTo>
                <a:cubicBezTo>
                  <a:pt x="696612" y="269867"/>
                  <a:pt x="797877" y="425379"/>
                  <a:pt x="965390" y="708601"/>
                </a:cubicBezTo>
                <a:lnTo>
                  <a:pt x="0" y="701285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  <a:gs pos="73000">
                <a:schemeClr val="accent1">
                  <a:lumMod val="60000"/>
                  <a:lumOff val="40000"/>
                  <a:alpha val="24000"/>
                </a:schemeClr>
              </a:gs>
            </a:gsLst>
            <a:lin ang="5400000" scaled="1"/>
          </a:gradFill>
          <a:ln>
            <a:gradFill>
              <a:gsLst>
                <a:gs pos="55600">
                  <a:schemeClr val="accent1">
                    <a:lumMod val="60000"/>
                    <a:lumOff val="40000"/>
                  </a:schemeClr>
                </a:gs>
                <a:gs pos="23000">
                  <a:schemeClr val="accent1">
                    <a:lumMod val="60000"/>
                    <a:lumOff val="40000"/>
                    <a:alpha val="0"/>
                  </a:schemeClr>
                </a:gs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微软雅黑" panose="020B0503020204020204" charset="-122"/>
              <a:sym typeface="+mn-ea"/>
            </a:endParaRPr>
          </a:p>
        </p:txBody>
      </p:sp>
      <p:sp>
        <p:nvSpPr>
          <p:cNvPr id="5" name="标题 2"/>
          <p:cNvSpPr>
            <a:spLocks noGrp="1"/>
          </p:cNvSpPr>
          <p:nvPr/>
        </p:nvSpPr>
        <p:spPr>
          <a:xfrm>
            <a:off x="1105535" y="347980"/>
            <a:ext cx="7137400" cy="396875"/>
          </a:xfrm>
          <a:prstGeom prst="rect">
            <a:avLst/>
          </a:prstGeom>
          <a:ln w="12700">
            <a:miter lim="400000"/>
          </a:ln>
        </p:spPr>
        <p:txBody>
          <a:bodyPr vert="horz" wrap="square" lIns="25400" tIns="25400" rIns="25400" bIns="2540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0" lang="zh-CN" altLang="en-US" sz="2800" b="1" u="none" strike="noStrike" kern="1200" cap="none" spc="0" normalizeH="0" baseline="0" dirty="0">
                <a:ln>
                  <a:noFill/>
                </a:ln>
                <a:solidFill>
                  <a:schemeClr val="accent1"/>
                </a:solidFill>
                <a:effectLst>
                  <a:outerShdw blurRad="187896" dist="38100" dir="2700000" algn="tl" rotWithShape="0">
                    <a:srgbClr val="1C2952">
                      <a:alpha val="6000"/>
                    </a:srgbClr>
                  </a:outerShdw>
                </a:effectLst>
                <a:uLnTx/>
                <a:uFillTx/>
                <a:latin typeface="HONOR Sans CN" panose="05000200000000000000" charset="-122"/>
                <a:ea typeface="HONOR Sans CN" panose="05000200000000000000" charset="-122"/>
                <a:cs typeface="OPPOSans H" panose="00020600040101010101" pitchFamily="18" charset="-122"/>
              </a:defRPr>
            </a:lvl1pPr>
          </a:lstStyle>
          <a:p>
            <a:pPr algn="l"/>
            <a:r>
              <a:rPr sz="2500" dirty="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业务框架</a:t>
            </a:r>
            <a:r>
              <a:rPr lang="en-US" altLang="zh-CN" sz="2500" dirty="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sz="2500" dirty="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中心发散架构 |</a:t>
            </a:r>
            <a:r>
              <a:rPr lang="zh-CN" altLang="en-US" sz="2500" dirty="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500" dirty="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金融科技行业标准解读</a:t>
            </a:r>
            <a:endParaRPr lang="zh-CN" altLang="en-US" sz="2500" dirty="0">
              <a:solidFill>
                <a:schemeClr val="tx2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" name="图片 9" descr="屋顶资源管理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5600" y="186055"/>
            <a:ext cx="549910" cy="549910"/>
          </a:xfrm>
          <a:prstGeom prst="rect">
            <a:avLst/>
          </a:prstGeom>
        </p:spPr>
      </p:pic>
      <p:sp>
        <p:nvSpPr>
          <p:cNvPr id="2" name="梯形 322"/>
          <p:cNvSpPr/>
          <p:nvPr/>
        </p:nvSpPr>
        <p:spPr>
          <a:xfrm rot="16200000">
            <a:off x="7797259" y="1942739"/>
            <a:ext cx="4049894" cy="4025219"/>
          </a:xfrm>
          <a:custGeom>
            <a:avLst/>
            <a:gdLst>
              <a:gd name="connsiteX0" fmla="*/ 0 w 965390"/>
              <a:gd name="connsiteY0" fmla="*/ 697627 h 697627"/>
              <a:gd name="connsiteX1" fmla="*/ 174407 w 965390"/>
              <a:gd name="connsiteY1" fmla="*/ 0 h 697627"/>
              <a:gd name="connsiteX2" fmla="*/ 790983 w 965390"/>
              <a:gd name="connsiteY2" fmla="*/ 0 h 697627"/>
              <a:gd name="connsiteX3" fmla="*/ 965390 w 965390"/>
              <a:gd name="connsiteY3" fmla="*/ 697627 h 697627"/>
              <a:gd name="connsiteX4" fmla="*/ 0 w 965390"/>
              <a:gd name="connsiteY4" fmla="*/ 697627 h 697627"/>
              <a:gd name="connsiteX0-1" fmla="*/ 0 w 965390"/>
              <a:gd name="connsiteY0-2" fmla="*/ 697627 h 697627"/>
              <a:gd name="connsiteX1-3" fmla="*/ 174407 w 965390"/>
              <a:gd name="connsiteY1-4" fmla="*/ 0 h 697627"/>
              <a:gd name="connsiteX2-5" fmla="*/ 790983 w 965390"/>
              <a:gd name="connsiteY2-6" fmla="*/ 0 h 697627"/>
              <a:gd name="connsiteX3-7" fmla="*/ 965390 w 965390"/>
              <a:gd name="connsiteY3-8" fmla="*/ 697627 h 697627"/>
              <a:gd name="connsiteX4-9" fmla="*/ 0 w 965390"/>
              <a:gd name="connsiteY4-10" fmla="*/ 697627 h 697627"/>
              <a:gd name="connsiteX0-11" fmla="*/ 0 w 965390"/>
              <a:gd name="connsiteY0-12" fmla="*/ 697627 h 697627"/>
              <a:gd name="connsiteX1-13" fmla="*/ 174407 w 965390"/>
              <a:gd name="connsiteY1-14" fmla="*/ 0 h 697627"/>
              <a:gd name="connsiteX2-15" fmla="*/ 790983 w 965390"/>
              <a:gd name="connsiteY2-16" fmla="*/ 0 h 697627"/>
              <a:gd name="connsiteX3-17" fmla="*/ 965390 w 965390"/>
              <a:gd name="connsiteY3-18" fmla="*/ 697627 h 697627"/>
              <a:gd name="connsiteX4-19" fmla="*/ 0 w 965390"/>
              <a:gd name="connsiteY4-20" fmla="*/ 697627 h 697627"/>
              <a:gd name="connsiteX0-21" fmla="*/ 0 w 965390"/>
              <a:gd name="connsiteY0-22" fmla="*/ 697627 h 697627"/>
              <a:gd name="connsiteX1-23" fmla="*/ 174407 w 965390"/>
              <a:gd name="connsiteY1-24" fmla="*/ 0 h 697627"/>
              <a:gd name="connsiteX2-25" fmla="*/ 790983 w 965390"/>
              <a:gd name="connsiteY2-26" fmla="*/ 0 h 697627"/>
              <a:gd name="connsiteX3-27" fmla="*/ 965390 w 965390"/>
              <a:gd name="connsiteY3-28" fmla="*/ 697627 h 697627"/>
              <a:gd name="connsiteX4-29" fmla="*/ 0 w 965390"/>
              <a:gd name="connsiteY4-30" fmla="*/ 697627 h 697627"/>
              <a:gd name="connsiteX0-31" fmla="*/ 0 w 965390"/>
              <a:gd name="connsiteY0-32" fmla="*/ 697627 h 697627"/>
              <a:gd name="connsiteX1-33" fmla="*/ 174407 w 965390"/>
              <a:gd name="connsiteY1-34" fmla="*/ 0 h 697627"/>
              <a:gd name="connsiteX2-35" fmla="*/ 790983 w 965390"/>
              <a:gd name="connsiteY2-36" fmla="*/ 0 h 697627"/>
              <a:gd name="connsiteX3-37" fmla="*/ 965390 w 965390"/>
              <a:gd name="connsiteY3-38" fmla="*/ 697627 h 697627"/>
              <a:gd name="connsiteX4-39" fmla="*/ 0 w 965390"/>
              <a:gd name="connsiteY4-40" fmla="*/ 697627 h 697627"/>
              <a:gd name="connsiteX0-41" fmla="*/ 0 w 965390"/>
              <a:gd name="connsiteY0-42" fmla="*/ 697627 h 697627"/>
              <a:gd name="connsiteX1-43" fmla="*/ 174407 w 965390"/>
              <a:gd name="connsiteY1-44" fmla="*/ 0 h 697627"/>
              <a:gd name="connsiteX2-45" fmla="*/ 745261 w 965390"/>
              <a:gd name="connsiteY2-46" fmla="*/ 0 h 697627"/>
              <a:gd name="connsiteX3-47" fmla="*/ 965390 w 965390"/>
              <a:gd name="connsiteY3-48" fmla="*/ 697627 h 697627"/>
              <a:gd name="connsiteX4-49" fmla="*/ 0 w 965390"/>
              <a:gd name="connsiteY4-50" fmla="*/ 697627 h 697627"/>
              <a:gd name="connsiteX0-51" fmla="*/ 0 w 965390"/>
              <a:gd name="connsiteY0-52" fmla="*/ 697627 h 697627"/>
              <a:gd name="connsiteX1-53" fmla="*/ 197267 w 965390"/>
              <a:gd name="connsiteY1-54" fmla="*/ 0 h 697627"/>
              <a:gd name="connsiteX2-55" fmla="*/ 745261 w 965390"/>
              <a:gd name="connsiteY2-56" fmla="*/ 0 h 697627"/>
              <a:gd name="connsiteX3-57" fmla="*/ 965390 w 965390"/>
              <a:gd name="connsiteY3-58" fmla="*/ 697627 h 697627"/>
              <a:gd name="connsiteX4-59" fmla="*/ 0 w 965390"/>
              <a:gd name="connsiteY4-60" fmla="*/ 697627 h 697627"/>
              <a:gd name="connsiteX0-61" fmla="*/ 0 w 965390"/>
              <a:gd name="connsiteY0-62" fmla="*/ 697627 h 697627"/>
              <a:gd name="connsiteX1-63" fmla="*/ 255327 w 965390"/>
              <a:gd name="connsiteY1-64" fmla="*/ 0 h 697627"/>
              <a:gd name="connsiteX2-65" fmla="*/ 745261 w 965390"/>
              <a:gd name="connsiteY2-66" fmla="*/ 0 h 697627"/>
              <a:gd name="connsiteX3-67" fmla="*/ 965390 w 965390"/>
              <a:gd name="connsiteY3-68" fmla="*/ 697627 h 697627"/>
              <a:gd name="connsiteX4-69" fmla="*/ 0 w 965390"/>
              <a:gd name="connsiteY4-70" fmla="*/ 697627 h 697627"/>
              <a:gd name="connsiteX0-71" fmla="*/ 0 w 965390"/>
              <a:gd name="connsiteY0-72" fmla="*/ 701285 h 701285"/>
              <a:gd name="connsiteX1-73" fmla="*/ 255327 w 965390"/>
              <a:gd name="connsiteY1-74" fmla="*/ 3658 h 701285"/>
              <a:gd name="connsiteX2-75" fmla="*/ 694459 w 965390"/>
              <a:gd name="connsiteY2-76" fmla="*/ 0 h 701285"/>
              <a:gd name="connsiteX3-77" fmla="*/ 965390 w 965390"/>
              <a:gd name="connsiteY3-78" fmla="*/ 701285 h 701285"/>
              <a:gd name="connsiteX4-79" fmla="*/ 0 w 965390"/>
              <a:gd name="connsiteY4-80" fmla="*/ 701285 h 701285"/>
              <a:gd name="connsiteX0-81" fmla="*/ 0 w 965390"/>
              <a:gd name="connsiteY0-82" fmla="*/ 701285 h 708601"/>
              <a:gd name="connsiteX1-83" fmla="*/ 255327 w 965390"/>
              <a:gd name="connsiteY1-84" fmla="*/ 3658 h 708601"/>
              <a:gd name="connsiteX2-85" fmla="*/ 694459 w 965390"/>
              <a:gd name="connsiteY2-86" fmla="*/ 0 h 708601"/>
              <a:gd name="connsiteX3-87" fmla="*/ 965390 w 965390"/>
              <a:gd name="connsiteY3-88" fmla="*/ 708601 h 708601"/>
              <a:gd name="connsiteX4-89" fmla="*/ 0 w 965390"/>
              <a:gd name="connsiteY4-90" fmla="*/ 701285 h 708601"/>
              <a:gd name="connsiteX0-91" fmla="*/ 0 w 965390"/>
              <a:gd name="connsiteY0-92" fmla="*/ 701285 h 708601"/>
              <a:gd name="connsiteX1-93" fmla="*/ 255327 w 965390"/>
              <a:gd name="connsiteY1-94" fmla="*/ 3658 h 708601"/>
              <a:gd name="connsiteX2-95" fmla="*/ 694459 w 965390"/>
              <a:gd name="connsiteY2-96" fmla="*/ 0 h 708601"/>
              <a:gd name="connsiteX3-97" fmla="*/ 965390 w 965390"/>
              <a:gd name="connsiteY3-98" fmla="*/ 708601 h 708601"/>
              <a:gd name="connsiteX4-99" fmla="*/ 0 w 965390"/>
              <a:gd name="connsiteY4-100" fmla="*/ 701285 h 708601"/>
              <a:gd name="connsiteX0-101" fmla="*/ 0 w 965390"/>
              <a:gd name="connsiteY0-102" fmla="*/ 701285 h 708601"/>
              <a:gd name="connsiteX1-103" fmla="*/ 255327 w 965390"/>
              <a:gd name="connsiteY1-104" fmla="*/ 3658 h 708601"/>
              <a:gd name="connsiteX2-105" fmla="*/ 694459 w 965390"/>
              <a:gd name="connsiteY2-106" fmla="*/ 0 h 708601"/>
              <a:gd name="connsiteX3-107" fmla="*/ 965390 w 965390"/>
              <a:gd name="connsiteY3-108" fmla="*/ 708601 h 708601"/>
              <a:gd name="connsiteX4-109" fmla="*/ 0 w 965390"/>
              <a:gd name="connsiteY4-110" fmla="*/ 701285 h 70860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965390" h="708601">
                <a:moveTo>
                  <a:pt x="0" y="701285"/>
                </a:moveTo>
                <a:cubicBezTo>
                  <a:pt x="142112" y="496738"/>
                  <a:pt x="281166" y="310848"/>
                  <a:pt x="255327" y="3658"/>
                </a:cubicBezTo>
                <a:lnTo>
                  <a:pt x="694459" y="0"/>
                </a:lnTo>
                <a:cubicBezTo>
                  <a:pt x="696612" y="269867"/>
                  <a:pt x="797877" y="425379"/>
                  <a:pt x="965390" y="708601"/>
                </a:cubicBezTo>
                <a:lnTo>
                  <a:pt x="0" y="701285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chemeClr val="accent5">
                  <a:lumMod val="60000"/>
                  <a:lumOff val="40000"/>
                  <a:alpha val="0"/>
                </a:schemeClr>
              </a:gs>
              <a:gs pos="73000">
                <a:schemeClr val="accent5">
                  <a:lumMod val="60000"/>
                  <a:lumOff val="40000"/>
                  <a:alpha val="24000"/>
                </a:schemeClr>
              </a:gs>
            </a:gsLst>
            <a:lin ang="5400000" scaled="1"/>
          </a:gradFill>
          <a:ln>
            <a:gradFill>
              <a:gsLst>
                <a:gs pos="55600">
                  <a:schemeClr val="accent5">
                    <a:lumMod val="60000"/>
                    <a:lumOff val="40000"/>
                  </a:schemeClr>
                </a:gs>
                <a:gs pos="23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微软雅黑" panose="020B0503020204020204" charset="-122"/>
              <a:sym typeface="+mn-ea"/>
            </a:endParaRPr>
          </a:p>
        </p:txBody>
      </p:sp>
      <p:sp>
        <p:nvSpPr>
          <p:cNvPr id="464" name="椭圆 463"/>
          <p:cNvSpPr/>
          <p:nvPr>
            <p:custDataLst>
              <p:tags r:id="rId3"/>
            </p:custDataLst>
          </p:nvPr>
        </p:nvSpPr>
        <p:spPr>
          <a:xfrm flipH="1">
            <a:off x="3489878" y="1264166"/>
            <a:ext cx="5341062" cy="5341062"/>
          </a:xfrm>
          <a:prstGeom prst="ellipse">
            <a:avLst/>
          </a:prstGeom>
          <a:noFill/>
          <a:ln w="15875">
            <a:solidFill>
              <a:schemeClr val="tx2">
                <a:lumMod val="40000"/>
                <a:lumOff val="60000"/>
                <a:alpha val="51000"/>
              </a:schemeClr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755" tIns="49378" rIns="98755" bIns="49378" rtlCol="0" anchor="ctr"/>
          <a:lstStyle/>
          <a:p>
            <a:pPr algn="ctr"/>
            <a:endParaRPr lang="zh-CN" altLang="en-US" sz="1945">
              <a:solidFill>
                <a:schemeClr val="bg1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7" name="椭圆 456"/>
          <p:cNvSpPr/>
          <p:nvPr>
            <p:custDataLst>
              <p:tags r:id="rId4"/>
            </p:custDataLst>
          </p:nvPr>
        </p:nvSpPr>
        <p:spPr>
          <a:xfrm flipH="1">
            <a:off x="4358662" y="2164848"/>
            <a:ext cx="3576276" cy="3576276"/>
          </a:xfrm>
          <a:prstGeom prst="ellipse">
            <a:avLst/>
          </a:prstGeom>
          <a:noFill/>
          <a:ln w="15875">
            <a:solidFill>
              <a:schemeClr val="tx2">
                <a:lumMod val="40000"/>
                <a:lumOff val="60000"/>
              </a:schemeClr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755" tIns="49378" rIns="98755" bIns="49378" rtlCol="0" anchor="ctr"/>
          <a:lstStyle/>
          <a:p>
            <a:pPr algn="ctr"/>
            <a:endParaRPr lang="zh-CN" altLang="en-US" sz="1945">
              <a:solidFill>
                <a:schemeClr val="bg1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椭圆 17"/>
          <p:cNvSpPr/>
          <p:nvPr>
            <p:custDataLst>
              <p:tags r:id="rId5"/>
            </p:custDataLst>
          </p:nvPr>
        </p:nvSpPr>
        <p:spPr>
          <a:xfrm flipH="1">
            <a:off x="6763435" y="2782545"/>
            <a:ext cx="2340882" cy="2340882"/>
          </a:xfrm>
          <a:prstGeom prst="ellipse">
            <a:avLst/>
          </a:prstGeom>
          <a:gradFill flip="none" rotWithShape="1">
            <a:gsLst>
              <a:gs pos="0">
                <a:schemeClr val="accent5">
                  <a:lumMod val="60000"/>
                  <a:lumOff val="40000"/>
                </a:schemeClr>
              </a:gs>
              <a:gs pos="100000">
                <a:schemeClr val="accent5"/>
              </a:gs>
            </a:gsLst>
            <a:lin ang="0"/>
          </a:gradFill>
          <a:ln w="38100">
            <a:noFill/>
          </a:ln>
          <a:effectLst>
            <a:outerShdw blurRad="50800" dist="38100" dir="2700000" algn="tl" rotWithShape="0">
              <a:schemeClr val="accent5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945">
              <a:solidFill>
                <a:schemeClr val="bg1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0" name="椭圆 19"/>
          <p:cNvSpPr/>
          <p:nvPr>
            <p:custDataLst>
              <p:tags r:id="rId6"/>
            </p:custDataLst>
          </p:nvPr>
        </p:nvSpPr>
        <p:spPr>
          <a:xfrm flipH="1">
            <a:off x="3191101" y="2782545"/>
            <a:ext cx="2340882" cy="2340882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80000"/>
                  <a:lumOff val="20000"/>
                </a:schemeClr>
              </a:gs>
              <a:gs pos="100000">
                <a:schemeClr val="accent1"/>
              </a:gs>
            </a:gsLst>
            <a:lin ang="0"/>
          </a:gradFill>
          <a:ln w="38100">
            <a:noFill/>
          </a:ln>
          <a:effectLst>
            <a:outerShdw blurRad="50800" dist="38100" dir="2700000" algn="tl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755" tIns="49378" rIns="98755" bIns="49378" rtlCol="0" anchor="ctr"/>
          <a:lstStyle/>
          <a:p>
            <a:pPr algn="ctr"/>
            <a:endParaRPr lang="zh-CN" altLang="en-US" sz="1945">
              <a:solidFill>
                <a:schemeClr val="bg1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6" name="文本框 455"/>
          <p:cNvSpPr txBox="1"/>
          <p:nvPr/>
        </p:nvSpPr>
        <p:spPr>
          <a:xfrm>
            <a:off x="5427980" y="3506470"/>
            <a:ext cx="147891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sz="1800" b="1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金融科技企业</a:t>
            </a:r>
            <a:r>
              <a:rPr kumimoji="0" lang="en-US" altLang="zh-CN" sz="1800" b="1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ESG</a:t>
            </a:r>
            <a:r>
              <a:rPr kumimoji="0" lang="zh-CN" altLang="en-US" sz="1800" b="1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信息标准</a:t>
            </a:r>
            <a:endParaRPr kumimoji="0" lang="zh-CN" altLang="en-US" sz="1800" b="1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2" name="文本框 461"/>
          <p:cNvSpPr txBox="1"/>
          <p:nvPr/>
        </p:nvSpPr>
        <p:spPr>
          <a:xfrm>
            <a:off x="5213985" y="1387475"/>
            <a:ext cx="1976120" cy="646430"/>
          </a:xfrm>
          <a:prstGeom prst="rect">
            <a:avLst/>
          </a:prstGeom>
          <a:noFill/>
          <a:ln w="38100">
            <a:noFill/>
          </a:ln>
          <a:effectLst>
            <a:outerShdw blurRad="411480" dist="123444" dir="5400000" sx="108000" sy="108000" algn="ctr" rotWithShape="0">
              <a:schemeClr val="accent2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755" tIns="49378" rIns="98755" bIns="49378" rtlCol="0" anchor="ctr"/>
          <a:lstStyle>
            <a:defPPr>
              <a:defRPr lang="zh-CN"/>
            </a:defPPr>
            <a:lvl1pPr algn="ctr">
              <a:defRPr sz="1945">
                <a:solidFill>
                  <a:schemeClr val="bg1"/>
                </a:solidFill>
                <a:effectLst>
                  <a:outerShdw blurRad="137160" dist="41148" dir="2699997" algn="tl">
                    <a:srgbClr val="000000">
                      <a:alpha val="40000"/>
                    </a:srgbClr>
                  </a:outerShdw>
                </a:effectLst>
                <a:latin typeface="+mj-ea"/>
                <a:ea typeface="+mj-ea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sz="1600" dirty="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金融科技行业特性</a:t>
            </a:r>
            <a:endParaRPr lang="zh-CN" altLang="en-US" sz="1600" dirty="0">
              <a:solidFill>
                <a:schemeClr val="tx2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355600" y="2788285"/>
            <a:ext cx="1183005" cy="266700"/>
            <a:chOff x="560" y="4391"/>
            <a:chExt cx="1863" cy="420"/>
          </a:xfrm>
        </p:grpSpPr>
        <p:sp>
          <p:nvSpPr>
            <p:cNvPr id="35" name="矩形: 圆角 34"/>
            <p:cNvSpPr/>
            <p:nvPr>
              <p:custDataLst>
                <p:tags r:id="rId7"/>
              </p:custDataLst>
            </p:nvPr>
          </p:nvSpPr>
          <p:spPr>
            <a:xfrm>
              <a:off x="560" y="4400"/>
              <a:ext cx="1863" cy="403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9050">
              <a:solidFill>
                <a:schemeClr val="accent1">
                  <a:lumMod val="60000"/>
                  <a:lumOff val="4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8755" tIns="49378" rIns="98755" bIns="49378" rtlCol="0" anchor="ctr"/>
            <a:lstStyle/>
            <a:p>
              <a:pPr algn="ctr"/>
              <a:endParaRPr lang="zh-CN" altLang="en-US" sz="1945">
                <a:solidFill>
                  <a:schemeClr val="bg1"/>
                </a:solidFill>
                <a:effectLst>
                  <a:outerShdw blurRad="137160" dist="41148" dir="2699997" algn="tl">
                    <a:srgbClr val="000000">
                      <a:alpha val="4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695" y="4391"/>
              <a:ext cx="1615" cy="420"/>
            </a:xfrm>
            <a:prstGeom prst="rect">
              <a:avLst/>
            </a:prstGeom>
            <a:noFill/>
            <a:effectLst/>
          </p:spPr>
          <p:txBody>
            <a:bodyPr wrap="square" lIns="98755" tIns="49378" rIns="98755" bIns="49378" rtlCol="0">
              <a:spAutoFit/>
            </a:bodyPr>
            <a:lstStyle/>
            <a:p>
              <a:pPr algn="ctr"/>
              <a:r>
                <a:rPr lang="en-US" altLang="zh-CN" sz="11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SDGs</a:t>
              </a:r>
              <a:endParaRPr lang="en-US" altLang="zh-CN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26" name="任意多边形: 形状 51"/>
          <p:cNvSpPr/>
          <p:nvPr/>
        </p:nvSpPr>
        <p:spPr>
          <a:xfrm rot="5616845">
            <a:off x="9143768" y="1833929"/>
            <a:ext cx="624976" cy="1473811"/>
          </a:xfrm>
          <a:custGeom>
            <a:avLst/>
            <a:gdLst>
              <a:gd name="connsiteX0" fmla="*/ 478971 w 478971"/>
              <a:gd name="connsiteY0" fmla="*/ 1001485 h 1001485"/>
              <a:gd name="connsiteX1" fmla="*/ 0 w 478971"/>
              <a:gd name="connsiteY1" fmla="*/ 0 h 1001485"/>
              <a:gd name="connsiteX0-1" fmla="*/ 478971 w 478971"/>
              <a:gd name="connsiteY0-2" fmla="*/ 1001485 h 1001485"/>
              <a:gd name="connsiteX1-3" fmla="*/ 0 w 478971"/>
              <a:gd name="connsiteY1-4" fmla="*/ 0 h 1001485"/>
              <a:gd name="connsiteX0-5" fmla="*/ 478971 w 478971"/>
              <a:gd name="connsiteY0-6" fmla="*/ 1001485 h 1001485"/>
              <a:gd name="connsiteX1-7" fmla="*/ 0 w 478971"/>
              <a:gd name="connsiteY1-8" fmla="*/ 0 h 1001485"/>
              <a:gd name="connsiteX0-9" fmla="*/ 478971 w 478971"/>
              <a:gd name="connsiteY0-10" fmla="*/ 1001485 h 1001485"/>
              <a:gd name="connsiteX1-11" fmla="*/ 0 w 478971"/>
              <a:gd name="connsiteY1-12" fmla="*/ 0 h 100148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478971" h="1001485">
                <a:moveTo>
                  <a:pt x="478971" y="1001485"/>
                </a:moveTo>
                <a:cubicBezTo>
                  <a:pt x="425994" y="606697"/>
                  <a:pt x="273957" y="288108"/>
                  <a:pt x="0" y="0"/>
                </a:cubicBezTo>
              </a:path>
            </a:pathLst>
          </a:custGeom>
          <a:noFill/>
          <a:ln>
            <a:solidFill>
              <a:schemeClr val="accent5">
                <a:lumMod val="20000"/>
                <a:lumOff val="80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任意多边形: 形状 52"/>
          <p:cNvSpPr/>
          <p:nvPr/>
        </p:nvSpPr>
        <p:spPr>
          <a:xfrm rot="15983155" flipV="1">
            <a:off x="9143768" y="4598583"/>
            <a:ext cx="624976" cy="1473811"/>
          </a:xfrm>
          <a:custGeom>
            <a:avLst/>
            <a:gdLst>
              <a:gd name="connsiteX0" fmla="*/ 478971 w 478971"/>
              <a:gd name="connsiteY0" fmla="*/ 1001485 h 1001485"/>
              <a:gd name="connsiteX1" fmla="*/ 0 w 478971"/>
              <a:gd name="connsiteY1" fmla="*/ 0 h 1001485"/>
              <a:gd name="connsiteX0-1" fmla="*/ 478971 w 478971"/>
              <a:gd name="connsiteY0-2" fmla="*/ 1001485 h 1001485"/>
              <a:gd name="connsiteX1-3" fmla="*/ 0 w 478971"/>
              <a:gd name="connsiteY1-4" fmla="*/ 0 h 1001485"/>
              <a:gd name="connsiteX0-5" fmla="*/ 478971 w 478971"/>
              <a:gd name="connsiteY0-6" fmla="*/ 1001485 h 1001485"/>
              <a:gd name="connsiteX1-7" fmla="*/ 0 w 478971"/>
              <a:gd name="connsiteY1-8" fmla="*/ 0 h 1001485"/>
              <a:gd name="connsiteX0-9" fmla="*/ 478971 w 478971"/>
              <a:gd name="connsiteY0-10" fmla="*/ 1001485 h 1001485"/>
              <a:gd name="connsiteX1-11" fmla="*/ 0 w 478971"/>
              <a:gd name="connsiteY1-12" fmla="*/ 0 h 100148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478971" h="1001485">
                <a:moveTo>
                  <a:pt x="478971" y="1001485"/>
                </a:moveTo>
                <a:cubicBezTo>
                  <a:pt x="425994" y="606697"/>
                  <a:pt x="273957" y="288108"/>
                  <a:pt x="0" y="0"/>
                </a:cubicBezTo>
              </a:path>
            </a:pathLst>
          </a:custGeom>
          <a:noFill/>
          <a:ln>
            <a:solidFill>
              <a:schemeClr val="accent5">
                <a:lumMod val="20000"/>
                <a:lumOff val="80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56" name="组合 55"/>
          <p:cNvGrpSpPr/>
          <p:nvPr/>
        </p:nvGrpSpPr>
        <p:grpSpPr>
          <a:xfrm flipH="1">
            <a:off x="1852355" y="2276847"/>
            <a:ext cx="1473811" cy="3389630"/>
            <a:chOff x="1849794" y="1839246"/>
            <a:chExt cx="1473811" cy="3389630"/>
          </a:xfrm>
        </p:grpSpPr>
        <p:sp>
          <p:nvSpPr>
            <p:cNvPr id="54" name="任意多边形: 形状 53"/>
            <p:cNvSpPr/>
            <p:nvPr/>
          </p:nvSpPr>
          <p:spPr>
            <a:xfrm rot="5616845">
              <a:off x="2274212" y="1414828"/>
              <a:ext cx="624976" cy="1473811"/>
            </a:xfrm>
            <a:custGeom>
              <a:avLst/>
              <a:gdLst>
                <a:gd name="connsiteX0" fmla="*/ 478971 w 478971"/>
                <a:gd name="connsiteY0" fmla="*/ 1001485 h 1001485"/>
                <a:gd name="connsiteX1" fmla="*/ 0 w 478971"/>
                <a:gd name="connsiteY1" fmla="*/ 0 h 1001485"/>
                <a:gd name="connsiteX0-1" fmla="*/ 478971 w 478971"/>
                <a:gd name="connsiteY0-2" fmla="*/ 1001485 h 1001485"/>
                <a:gd name="connsiteX1-3" fmla="*/ 0 w 478971"/>
                <a:gd name="connsiteY1-4" fmla="*/ 0 h 1001485"/>
                <a:gd name="connsiteX0-5" fmla="*/ 478971 w 478971"/>
                <a:gd name="connsiteY0-6" fmla="*/ 1001485 h 1001485"/>
                <a:gd name="connsiteX1-7" fmla="*/ 0 w 478971"/>
                <a:gd name="connsiteY1-8" fmla="*/ 0 h 1001485"/>
                <a:gd name="connsiteX0-9" fmla="*/ 478971 w 478971"/>
                <a:gd name="connsiteY0-10" fmla="*/ 1001485 h 1001485"/>
                <a:gd name="connsiteX1-11" fmla="*/ 0 w 478971"/>
                <a:gd name="connsiteY1-12" fmla="*/ 0 h 100148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w="478971" h="1001485">
                  <a:moveTo>
                    <a:pt x="478971" y="1001485"/>
                  </a:moveTo>
                  <a:cubicBezTo>
                    <a:pt x="425994" y="606697"/>
                    <a:pt x="273957" y="288108"/>
                    <a:pt x="0" y="0"/>
                  </a:cubicBezTo>
                </a:path>
              </a:pathLst>
            </a:custGeom>
            <a:noFill/>
            <a:ln>
              <a:solidFill>
                <a:schemeClr val="accent1">
                  <a:lumMod val="20000"/>
                  <a:lumOff val="80000"/>
                </a:schemeClr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55" name="任意多边形: 形状 54"/>
            <p:cNvSpPr/>
            <p:nvPr/>
          </p:nvSpPr>
          <p:spPr>
            <a:xfrm rot="15983155" flipV="1">
              <a:off x="2274212" y="4179482"/>
              <a:ext cx="624976" cy="1473811"/>
            </a:xfrm>
            <a:custGeom>
              <a:avLst/>
              <a:gdLst>
                <a:gd name="connsiteX0" fmla="*/ 478971 w 478971"/>
                <a:gd name="connsiteY0" fmla="*/ 1001485 h 1001485"/>
                <a:gd name="connsiteX1" fmla="*/ 0 w 478971"/>
                <a:gd name="connsiteY1" fmla="*/ 0 h 1001485"/>
                <a:gd name="connsiteX0-1" fmla="*/ 478971 w 478971"/>
                <a:gd name="connsiteY0-2" fmla="*/ 1001485 h 1001485"/>
                <a:gd name="connsiteX1-3" fmla="*/ 0 w 478971"/>
                <a:gd name="connsiteY1-4" fmla="*/ 0 h 1001485"/>
                <a:gd name="connsiteX0-5" fmla="*/ 478971 w 478971"/>
                <a:gd name="connsiteY0-6" fmla="*/ 1001485 h 1001485"/>
                <a:gd name="connsiteX1-7" fmla="*/ 0 w 478971"/>
                <a:gd name="connsiteY1-8" fmla="*/ 0 h 1001485"/>
                <a:gd name="connsiteX0-9" fmla="*/ 478971 w 478971"/>
                <a:gd name="connsiteY0-10" fmla="*/ 1001485 h 1001485"/>
                <a:gd name="connsiteX1-11" fmla="*/ 0 w 478971"/>
                <a:gd name="connsiteY1-12" fmla="*/ 0 h 100148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w="478971" h="1001485">
                  <a:moveTo>
                    <a:pt x="478971" y="1001485"/>
                  </a:moveTo>
                  <a:cubicBezTo>
                    <a:pt x="425994" y="606697"/>
                    <a:pt x="273957" y="288108"/>
                    <a:pt x="0" y="0"/>
                  </a:cubicBezTo>
                </a:path>
              </a:pathLst>
            </a:custGeom>
            <a:noFill/>
            <a:ln>
              <a:solidFill>
                <a:schemeClr val="accent1">
                  <a:lumMod val="20000"/>
                  <a:lumOff val="80000"/>
                </a:schemeClr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3558540" y="3305175"/>
            <a:ext cx="1605915" cy="1296035"/>
            <a:chOff x="5627" y="5309"/>
            <a:chExt cx="2638" cy="2041"/>
          </a:xfrm>
        </p:grpSpPr>
        <p:sp>
          <p:nvSpPr>
            <p:cNvPr id="451" name="文本框 450"/>
            <p:cNvSpPr txBox="1"/>
            <p:nvPr/>
          </p:nvSpPr>
          <p:spPr>
            <a:xfrm>
              <a:off x="5627" y="6332"/>
              <a:ext cx="2638" cy="1018"/>
            </a:xfrm>
            <a:prstGeom prst="rect">
              <a:avLst/>
            </a:prstGeom>
            <a:noFill/>
            <a:ln w="38100">
              <a:noFill/>
            </a:ln>
            <a:effectLst>
              <a:outerShdw blurRad="411480" dist="123444" dir="5400000" sx="108000" sy="108000" algn="ctr" rotWithShape="0">
                <a:schemeClr val="accent2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8755" tIns="49378" rIns="98755" bIns="49378" rtlCol="0" anchor="ctr"/>
            <a:lstStyle>
              <a:defPPr>
                <a:defRPr lang="zh-CN"/>
              </a:defPPr>
              <a:lvl1pPr algn="ctr">
                <a:defRPr sz="1945">
                  <a:solidFill>
                    <a:schemeClr val="bg1"/>
                  </a:solidFill>
                  <a:effectLst>
                    <a:outerShdw blurRad="137160" dist="41148" dir="2699997" algn="tl">
                      <a:srgbClr val="000000">
                        <a:alpha val="40000"/>
                      </a:srgbClr>
                    </a:outerShdw>
                  </a:effectLst>
                  <a:latin typeface="+mj-ea"/>
                  <a:ea typeface="+mj-ea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zh-CN" altLang="en-US" sz="2000" b="1" dirty="0">
                  <a:effectLst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国际标准</a:t>
              </a:r>
              <a:endParaRPr lang="zh-CN" altLang="en-US" sz="2000" b="1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pic>
          <p:nvPicPr>
            <p:cNvPr id="28" name="图片 27" descr="ISO"/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340" y="5309"/>
              <a:ext cx="1212" cy="1023"/>
            </a:xfrm>
            <a:prstGeom prst="rect">
              <a:avLst/>
            </a:prstGeom>
          </p:spPr>
        </p:pic>
      </p:grpSp>
      <p:grpSp>
        <p:nvGrpSpPr>
          <p:cNvPr id="71" name="组合 70"/>
          <p:cNvGrpSpPr/>
          <p:nvPr/>
        </p:nvGrpSpPr>
        <p:grpSpPr>
          <a:xfrm>
            <a:off x="355600" y="3155315"/>
            <a:ext cx="1183005" cy="397510"/>
            <a:chOff x="560" y="4281"/>
            <a:chExt cx="1863" cy="626"/>
          </a:xfrm>
        </p:grpSpPr>
        <p:sp>
          <p:nvSpPr>
            <p:cNvPr id="72" name="矩形: 圆角 34"/>
            <p:cNvSpPr/>
            <p:nvPr>
              <p:custDataLst>
                <p:tags r:id="rId10"/>
              </p:custDataLst>
            </p:nvPr>
          </p:nvSpPr>
          <p:spPr>
            <a:xfrm>
              <a:off x="560" y="4382"/>
              <a:ext cx="1863" cy="403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9050">
              <a:solidFill>
                <a:schemeClr val="accent1">
                  <a:lumMod val="60000"/>
                  <a:lumOff val="4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945">
                <a:solidFill>
                  <a:schemeClr val="bg1"/>
                </a:solidFill>
                <a:effectLst>
                  <a:outerShdw blurRad="137160" dist="41148" dir="2699997" algn="tl">
                    <a:srgbClr val="000000">
                      <a:alpha val="4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73" name="矩形 72"/>
            <p:cNvSpPr/>
            <p:nvPr/>
          </p:nvSpPr>
          <p:spPr>
            <a:xfrm>
              <a:off x="695" y="4281"/>
              <a:ext cx="1615" cy="626"/>
            </a:xfrm>
            <a:prstGeom prst="rect">
              <a:avLst/>
            </a:prstGeom>
            <a:noFill/>
            <a:ln w="19050"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1100">
                  <a:solidFill>
                    <a:schemeClr val="accent1">
                      <a:lumMod val="60000"/>
                      <a:lumOff val="40000"/>
                    </a:schemeClr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GRIs</a:t>
              </a:r>
              <a:endParaRPr lang="zh-CN" altLang="en-US" sz="110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74" name="组合 73"/>
          <p:cNvGrpSpPr/>
          <p:nvPr/>
        </p:nvGrpSpPr>
        <p:grpSpPr>
          <a:xfrm>
            <a:off x="355600" y="3442335"/>
            <a:ext cx="1183005" cy="697865"/>
            <a:chOff x="560" y="4045"/>
            <a:chExt cx="1863" cy="1099"/>
          </a:xfrm>
        </p:grpSpPr>
        <p:sp>
          <p:nvSpPr>
            <p:cNvPr id="75" name="矩形: 圆角 34"/>
            <p:cNvSpPr/>
            <p:nvPr>
              <p:custDataLst>
                <p:tags r:id="rId11"/>
              </p:custDataLst>
            </p:nvPr>
          </p:nvSpPr>
          <p:spPr>
            <a:xfrm>
              <a:off x="560" y="4382"/>
              <a:ext cx="1863" cy="403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9050">
              <a:solidFill>
                <a:schemeClr val="accent1">
                  <a:lumMod val="60000"/>
                  <a:lumOff val="4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945">
                <a:solidFill>
                  <a:schemeClr val="bg1"/>
                </a:solidFill>
                <a:effectLst>
                  <a:outerShdw blurRad="137160" dist="41148" dir="2699997" algn="tl">
                    <a:srgbClr val="000000">
                      <a:alpha val="4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80" name="矩形 79"/>
            <p:cNvSpPr/>
            <p:nvPr/>
          </p:nvSpPr>
          <p:spPr>
            <a:xfrm>
              <a:off x="631" y="4045"/>
              <a:ext cx="1679" cy="1099"/>
            </a:xfrm>
            <a:prstGeom prst="rect">
              <a:avLst/>
            </a:prstGeom>
            <a:noFill/>
            <a:ln w="19050"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1100">
                  <a:solidFill>
                    <a:schemeClr val="accent1">
                      <a:lumMod val="60000"/>
                      <a:lumOff val="40000"/>
                    </a:schemeClr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社会责任指南</a:t>
              </a:r>
              <a:endParaRPr lang="zh-CN" altLang="en-US" sz="110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82" name="组合 81"/>
          <p:cNvGrpSpPr/>
          <p:nvPr/>
        </p:nvGrpSpPr>
        <p:grpSpPr>
          <a:xfrm>
            <a:off x="355600" y="3879215"/>
            <a:ext cx="1183005" cy="697865"/>
            <a:chOff x="560" y="4045"/>
            <a:chExt cx="1863" cy="1099"/>
          </a:xfrm>
        </p:grpSpPr>
        <p:sp>
          <p:nvSpPr>
            <p:cNvPr id="83" name="矩形: 圆角 34"/>
            <p:cNvSpPr/>
            <p:nvPr>
              <p:custDataLst>
                <p:tags r:id="rId12"/>
              </p:custDataLst>
            </p:nvPr>
          </p:nvSpPr>
          <p:spPr>
            <a:xfrm>
              <a:off x="560" y="4382"/>
              <a:ext cx="1863" cy="403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9050">
              <a:solidFill>
                <a:schemeClr val="accent1">
                  <a:lumMod val="60000"/>
                  <a:lumOff val="4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945">
                <a:solidFill>
                  <a:schemeClr val="bg1"/>
                </a:solidFill>
                <a:effectLst>
                  <a:outerShdw blurRad="137160" dist="41148" dir="2699997" algn="tl">
                    <a:srgbClr val="000000">
                      <a:alpha val="4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84" name="矩形 83"/>
            <p:cNvSpPr/>
            <p:nvPr/>
          </p:nvSpPr>
          <p:spPr>
            <a:xfrm>
              <a:off x="695" y="4045"/>
              <a:ext cx="1615" cy="1099"/>
            </a:xfrm>
            <a:prstGeom prst="rect">
              <a:avLst/>
            </a:prstGeom>
            <a:noFill/>
            <a:ln w="19050"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1100">
                  <a:solidFill>
                    <a:schemeClr val="accent1">
                      <a:lumMod val="60000"/>
                      <a:lumOff val="40000"/>
                    </a:schemeClr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ISO2000</a:t>
              </a:r>
              <a:endParaRPr lang="zh-CN" altLang="en-US" sz="110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85" name="组合 84"/>
          <p:cNvGrpSpPr/>
          <p:nvPr/>
        </p:nvGrpSpPr>
        <p:grpSpPr>
          <a:xfrm>
            <a:off x="355600" y="4316095"/>
            <a:ext cx="1183005" cy="697865"/>
            <a:chOff x="560" y="4045"/>
            <a:chExt cx="1863" cy="1099"/>
          </a:xfrm>
        </p:grpSpPr>
        <p:sp>
          <p:nvSpPr>
            <p:cNvPr id="87" name="矩形: 圆角 34"/>
            <p:cNvSpPr/>
            <p:nvPr>
              <p:custDataLst>
                <p:tags r:id="rId13"/>
              </p:custDataLst>
            </p:nvPr>
          </p:nvSpPr>
          <p:spPr>
            <a:xfrm>
              <a:off x="560" y="4382"/>
              <a:ext cx="1863" cy="403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9050">
              <a:solidFill>
                <a:schemeClr val="accent1">
                  <a:lumMod val="60000"/>
                  <a:lumOff val="4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945">
                <a:solidFill>
                  <a:schemeClr val="bg1"/>
                </a:solidFill>
                <a:effectLst>
                  <a:outerShdw blurRad="137160" dist="41148" dir="2699997" algn="tl">
                    <a:srgbClr val="000000">
                      <a:alpha val="4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92" name="矩形 91"/>
            <p:cNvSpPr/>
            <p:nvPr/>
          </p:nvSpPr>
          <p:spPr>
            <a:xfrm>
              <a:off x="695" y="4045"/>
              <a:ext cx="1615" cy="1099"/>
            </a:xfrm>
            <a:prstGeom prst="rect">
              <a:avLst/>
            </a:prstGeom>
            <a:noFill/>
            <a:ln w="19050"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1100">
                  <a:solidFill>
                    <a:schemeClr val="accent1">
                      <a:lumMod val="60000"/>
                      <a:lumOff val="40000"/>
                    </a:schemeClr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TCF</a:t>
              </a:r>
              <a:r>
                <a:rPr lang="zh-CN" altLang="en-US" sz="1100">
                  <a:solidFill>
                    <a:schemeClr val="accent1">
                      <a:lumMod val="60000"/>
                      <a:lumOff val="40000"/>
                    </a:schemeClr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建议</a:t>
              </a:r>
              <a:endParaRPr lang="zh-CN" altLang="en-US" sz="110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93" name="组合 92"/>
          <p:cNvGrpSpPr/>
          <p:nvPr/>
        </p:nvGrpSpPr>
        <p:grpSpPr>
          <a:xfrm>
            <a:off x="355600" y="4902835"/>
            <a:ext cx="1183005" cy="397510"/>
            <a:chOff x="560" y="4281"/>
            <a:chExt cx="1863" cy="626"/>
          </a:xfrm>
        </p:grpSpPr>
        <p:sp>
          <p:nvSpPr>
            <p:cNvPr id="94" name="矩形: 圆角 34"/>
            <p:cNvSpPr/>
            <p:nvPr>
              <p:custDataLst>
                <p:tags r:id="rId14"/>
              </p:custDataLst>
            </p:nvPr>
          </p:nvSpPr>
          <p:spPr>
            <a:xfrm>
              <a:off x="560" y="4382"/>
              <a:ext cx="1863" cy="403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9050">
              <a:solidFill>
                <a:schemeClr val="accent1">
                  <a:lumMod val="60000"/>
                  <a:lumOff val="4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945">
                <a:solidFill>
                  <a:schemeClr val="bg1"/>
                </a:solidFill>
                <a:effectLst>
                  <a:outerShdw blurRad="137160" dist="41148" dir="2699997" algn="tl">
                    <a:srgbClr val="000000">
                      <a:alpha val="4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95" name="矩形 94"/>
            <p:cNvSpPr/>
            <p:nvPr/>
          </p:nvSpPr>
          <p:spPr>
            <a:xfrm>
              <a:off x="695" y="4281"/>
              <a:ext cx="1615" cy="626"/>
            </a:xfrm>
            <a:prstGeom prst="rect">
              <a:avLst/>
            </a:prstGeom>
            <a:noFill/>
            <a:ln w="19050"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1100">
                  <a:solidFill>
                    <a:schemeClr val="accent1">
                      <a:lumMod val="60000"/>
                      <a:lumOff val="40000"/>
                    </a:schemeClr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……</a:t>
              </a:r>
              <a:endParaRPr lang="zh-CN" altLang="en-US" sz="110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97" name="组合 96"/>
          <p:cNvGrpSpPr/>
          <p:nvPr/>
        </p:nvGrpSpPr>
        <p:grpSpPr>
          <a:xfrm>
            <a:off x="1901825" y="3131185"/>
            <a:ext cx="1183005" cy="697865"/>
            <a:chOff x="560" y="4045"/>
            <a:chExt cx="1863" cy="1099"/>
          </a:xfrm>
        </p:grpSpPr>
        <p:sp>
          <p:nvSpPr>
            <p:cNvPr id="98" name="矩形: 圆角 34"/>
            <p:cNvSpPr/>
            <p:nvPr>
              <p:custDataLst>
                <p:tags r:id="rId15"/>
              </p:custDataLst>
            </p:nvPr>
          </p:nvSpPr>
          <p:spPr>
            <a:xfrm>
              <a:off x="560" y="4382"/>
              <a:ext cx="1863" cy="403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9050">
              <a:solidFill>
                <a:schemeClr val="accent1">
                  <a:lumMod val="60000"/>
                  <a:lumOff val="4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945">
                <a:solidFill>
                  <a:schemeClr val="bg1"/>
                </a:solidFill>
                <a:effectLst>
                  <a:outerShdw blurRad="137160" dist="41148" dir="2699997" algn="tl">
                    <a:srgbClr val="000000">
                      <a:alpha val="4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99" name="矩形 98"/>
            <p:cNvSpPr/>
            <p:nvPr/>
          </p:nvSpPr>
          <p:spPr>
            <a:xfrm>
              <a:off x="695" y="4045"/>
              <a:ext cx="1615" cy="1099"/>
            </a:xfrm>
            <a:prstGeom prst="rect">
              <a:avLst/>
            </a:prstGeom>
            <a:noFill/>
            <a:ln w="19050"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1100">
                  <a:solidFill>
                    <a:schemeClr val="accent1">
                      <a:lumMod val="60000"/>
                      <a:lumOff val="40000"/>
                    </a:schemeClr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IFRS S1</a:t>
              </a:r>
              <a:endParaRPr lang="zh-CN" altLang="en-US" sz="110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100" name="组合 99"/>
          <p:cNvGrpSpPr/>
          <p:nvPr/>
        </p:nvGrpSpPr>
        <p:grpSpPr>
          <a:xfrm>
            <a:off x="1901825" y="3791585"/>
            <a:ext cx="1183005" cy="397510"/>
            <a:chOff x="560" y="4281"/>
            <a:chExt cx="1863" cy="626"/>
          </a:xfrm>
        </p:grpSpPr>
        <p:sp>
          <p:nvSpPr>
            <p:cNvPr id="101" name="矩形: 圆角 34"/>
            <p:cNvSpPr/>
            <p:nvPr>
              <p:custDataLst>
                <p:tags r:id="rId16"/>
              </p:custDataLst>
            </p:nvPr>
          </p:nvSpPr>
          <p:spPr>
            <a:xfrm>
              <a:off x="560" y="4382"/>
              <a:ext cx="1863" cy="403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9050">
              <a:solidFill>
                <a:schemeClr val="accent1">
                  <a:lumMod val="60000"/>
                  <a:lumOff val="4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945">
                <a:solidFill>
                  <a:schemeClr val="bg1"/>
                </a:solidFill>
                <a:effectLst>
                  <a:outerShdw blurRad="137160" dist="41148" dir="2699997" algn="tl">
                    <a:srgbClr val="000000">
                      <a:alpha val="4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02" name="矩形 101"/>
            <p:cNvSpPr/>
            <p:nvPr/>
          </p:nvSpPr>
          <p:spPr>
            <a:xfrm>
              <a:off x="695" y="4281"/>
              <a:ext cx="1615" cy="626"/>
            </a:xfrm>
            <a:prstGeom prst="rect">
              <a:avLst/>
            </a:prstGeom>
            <a:noFill/>
            <a:ln w="19050"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1100">
                  <a:solidFill>
                    <a:schemeClr val="accent1">
                      <a:lumMod val="60000"/>
                      <a:lumOff val="40000"/>
                    </a:schemeClr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UNGC</a:t>
              </a:r>
              <a:endParaRPr lang="zh-CN" altLang="en-US" sz="110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104" name="组合 103"/>
          <p:cNvGrpSpPr/>
          <p:nvPr/>
        </p:nvGrpSpPr>
        <p:grpSpPr>
          <a:xfrm>
            <a:off x="1901190" y="4002405"/>
            <a:ext cx="1184275" cy="997585"/>
            <a:chOff x="559" y="3809"/>
            <a:chExt cx="1865" cy="1571"/>
          </a:xfrm>
        </p:grpSpPr>
        <p:sp>
          <p:nvSpPr>
            <p:cNvPr id="105" name="矩形: 圆角 34"/>
            <p:cNvSpPr/>
            <p:nvPr>
              <p:custDataLst>
                <p:tags r:id="rId17"/>
              </p:custDataLst>
            </p:nvPr>
          </p:nvSpPr>
          <p:spPr>
            <a:xfrm>
              <a:off x="560" y="4382"/>
              <a:ext cx="1863" cy="403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9050">
              <a:solidFill>
                <a:schemeClr val="accent1">
                  <a:lumMod val="60000"/>
                  <a:lumOff val="4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945">
                <a:solidFill>
                  <a:schemeClr val="bg1"/>
                </a:solidFill>
                <a:effectLst>
                  <a:outerShdw blurRad="137160" dist="41148" dir="2699997" algn="tl">
                    <a:srgbClr val="000000">
                      <a:alpha val="4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42" name="矩形 141"/>
            <p:cNvSpPr/>
            <p:nvPr/>
          </p:nvSpPr>
          <p:spPr>
            <a:xfrm>
              <a:off x="559" y="3809"/>
              <a:ext cx="1865" cy="1571"/>
            </a:xfrm>
            <a:prstGeom prst="rect">
              <a:avLst/>
            </a:prstGeom>
            <a:noFill/>
            <a:ln w="19050"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1100">
                  <a:solidFill>
                    <a:schemeClr val="accent1">
                      <a:lumMod val="60000"/>
                      <a:lumOff val="40000"/>
                    </a:schemeClr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SASA</a:t>
              </a:r>
              <a:r>
                <a:rPr lang="zh-CN" altLang="en-US" sz="1100">
                  <a:solidFill>
                    <a:schemeClr val="accent1">
                      <a:lumMod val="60000"/>
                      <a:lumOff val="40000"/>
                    </a:schemeClr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行业准则</a:t>
              </a:r>
              <a:endParaRPr lang="zh-CN" altLang="en-US" sz="110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sp>
        <p:nvSpPr>
          <p:cNvPr id="161" name="矩形: 圆角 34"/>
          <p:cNvSpPr/>
          <p:nvPr>
            <p:custDataLst>
              <p:tags r:id="rId18"/>
            </p:custDataLst>
          </p:nvPr>
        </p:nvSpPr>
        <p:spPr>
          <a:xfrm>
            <a:off x="10652125" y="2680970"/>
            <a:ext cx="1183005" cy="25590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1945">
              <a:solidFill>
                <a:schemeClr val="bg1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64" name="矩形: 圆角 34"/>
          <p:cNvSpPr/>
          <p:nvPr>
            <p:custDataLst>
              <p:tags r:id="rId19"/>
            </p:custDataLst>
          </p:nvPr>
        </p:nvSpPr>
        <p:spPr>
          <a:xfrm>
            <a:off x="10652125" y="3117850"/>
            <a:ext cx="1183005" cy="25590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1945">
              <a:solidFill>
                <a:schemeClr val="bg1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67" name="矩形: 圆角 34"/>
          <p:cNvSpPr/>
          <p:nvPr>
            <p:custDataLst>
              <p:tags r:id="rId20"/>
            </p:custDataLst>
          </p:nvPr>
        </p:nvSpPr>
        <p:spPr>
          <a:xfrm>
            <a:off x="10652125" y="3554730"/>
            <a:ext cx="1183005" cy="25590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1945">
              <a:solidFill>
                <a:schemeClr val="bg1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70" name="矩形: 圆角 34"/>
          <p:cNvSpPr/>
          <p:nvPr>
            <p:custDataLst>
              <p:tags r:id="rId21"/>
            </p:custDataLst>
          </p:nvPr>
        </p:nvSpPr>
        <p:spPr>
          <a:xfrm>
            <a:off x="10652125" y="3991610"/>
            <a:ext cx="1183005" cy="25590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1945">
              <a:solidFill>
                <a:schemeClr val="bg1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74" name="矩形: 圆角 34"/>
          <p:cNvSpPr/>
          <p:nvPr>
            <p:custDataLst>
              <p:tags r:id="rId22"/>
            </p:custDataLst>
          </p:nvPr>
        </p:nvSpPr>
        <p:spPr>
          <a:xfrm>
            <a:off x="10652125" y="4428490"/>
            <a:ext cx="1183005" cy="25590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1945">
              <a:solidFill>
                <a:schemeClr val="bg1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68" name="矩形: 圆角 34"/>
          <p:cNvSpPr/>
          <p:nvPr>
            <p:custDataLst>
              <p:tags r:id="rId23"/>
            </p:custDataLst>
          </p:nvPr>
        </p:nvSpPr>
        <p:spPr>
          <a:xfrm>
            <a:off x="10652125" y="4865370"/>
            <a:ext cx="1183005" cy="25590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1945">
              <a:solidFill>
                <a:schemeClr val="bg1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272" name="组合 271"/>
          <p:cNvGrpSpPr/>
          <p:nvPr/>
        </p:nvGrpSpPr>
        <p:grpSpPr>
          <a:xfrm>
            <a:off x="9230995" y="3348990"/>
            <a:ext cx="1183005" cy="266700"/>
            <a:chOff x="560" y="4391"/>
            <a:chExt cx="1863" cy="420"/>
          </a:xfrm>
        </p:grpSpPr>
        <p:sp>
          <p:nvSpPr>
            <p:cNvPr id="275" name="矩形: 圆角 34"/>
            <p:cNvSpPr/>
            <p:nvPr>
              <p:custDataLst>
                <p:tags r:id="rId24"/>
              </p:custDataLst>
            </p:nvPr>
          </p:nvSpPr>
          <p:spPr>
            <a:xfrm>
              <a:off x="560" y="4400"/>
              <a:ext cx="1863" cy="403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>
              <a:solidFill>
                <a:schemeClr val="accent5">
                  <a:lumMod val="60000"/>
                  <a:lumOff val="4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8755" tIns="49378" rIns="98755" bIns="49378" rtlCol="0" anchor="ctr"/>
            <a:p>
              <a:pPr algn="ctr"/>
              <a:endParaRPr lang="zh-CN" altLang="en-US" sz="1945">
                <a:solidFill>
                  <a:schemeClr val="bg1"/>
                </a:solidFill>
                <a:effectLst>
                  <a:outerShdw blurRad="137160" dist="41148" dir="2699997" algn="tl">
                    <a:srgbClr val="000000">
                      <a:alpha val="4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78" name="文本框 277"/>
            <p:cNvSpPr txBox="1"/>
            <p:nvPr/>
          </p:nvSpPr>
          <p:spPr>
            <a:xfrm>
              <a:off x="695" y="4391"/>
              <a:ext cx="1615" cy="420"/>
            </a:xfrm>
            <a:prstGeom prst="rect">
              <a:avLst/>
            </a:prstGeom>
            <a:noFill/>
            <a:effectLst/>
          </p:spPr>
          <p:txBody>
            <a:bodyPr wrap="square" lIns="98755" tIns="49378" rIns="98755" bIns="49378" rtlCol="0">
              <a:spAutoFit/>
            </a:bodyPr>
            <a:p>
              <a:pPr algn="ctr"/>
              <a:r>
                <a:rPr lang="zh-CN" altLang="en-US" sz="1100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联交所</a:t>
              </a:r>
              <a:r>
                <a:rPr lang="en-US" altLang="zh-CN" sz="1100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C2</a:t>
              </a:r>
              <a:endParaRPr lang="en-US" altLang="zh-CN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294" name="矩形: 圆角 34"/>
          <p:cNvSpPr/>
          <p:nvPr>
            <p:custDataLst>
              <p:tags r:id="rId25"/>
            </p:custDataLst>
          </p:nvPr>
        </p:nvSpPr>
        <p:spPr>
          <a:xfrm>
            <a:off x="9230995" y="3853815"/>
            <a:ext cx="1183005" cy="25590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755" tIns="49378" rIns="98755" bIns="49378" rtlCol="0" anchor="ctr"/>
          <a:p>
            <a:pPr algn="ctr"/>
            <a:endParaRPr lang="zh-CN" altLang="en-US" sz="1945">
              <a:solidFill>
                <a:schemeClr val="bg1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96" name="组合 295"/>
          <p:cNvGrpSpPr/>
          <p:nvPr/>
        </p:nvGrpSpPr>
        <p:grpSpPr>
          <a:xfrm>
            <a:off x="9230995" y="4364355"/>
            <a:ext cx="1183005" cy="257810"/>
            <a:chOff x="560" y="4382"/>
            <a:chExt cx="1863" cy="406"/>
          </a:xfrm>
        </p:grpSpPr>
        <p:sp>
          <p:nvSpPr>
            <p:cNvPr id="297" name="矩形: 圆角 34"/>
            <p:cNvSpPr/>
            <p:nvPr>
              <p:custDataLst>
                <p:tags r:id="rId26"/>
              </p:custDataLst>
            </p:nvPr>
          </p:nvSpPr>
          <p:spPr>
            <a:xfrm>
              <a:off x="560" y="4382"/>
              <a:ext cx="1863" cy="403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>
              <a:solidFill>
                <a:schemeClr val="accent5">
                  <a:lumMod val="60000"/>
                  <a:lumOff val="4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8755" tIns="49378" rIns="98755" bIns="49378" rtlCol="0" anchor="ctr"/>
            <a:p>
              <a:pPr algn="ctr"/>
              <a:endParaRPr lang="zh-CN" altLang="en-US" sz="1945">
                <a:solidFill>
                  <a:schemeClr val="bg1"/>
                </a:solidFill>
                <a:effectLst>
                  <a:outerShdw blurRad="137160" dist="41148" dir="2699997" algn="tl">
                    <a:srgbClr val="000000">
                      <a:alpha val="4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98" name="文本框 297"/>
            <p:cNvSpPr txBox="1"/>
            <p:nvPr/>
          </p:nvSpPr>
          <p:spPr>
            <a:xfrm>
              <a:off x="695" y="4400"/>
              <a:ext cx="1615" cy="388"/>
            </a:xfrm>
            <a:prstGeom prst="rect">
              <a:avLst/>
            </a:prstGeom>
            <a:noFill/>
            <a:effectLst/>
          </p:spPr>
          <p:txBody>
            <a:bodyPr wrap="square" lIns="98755" tIns="49378" rIns="98755" bIns="49378" rtlCol="0">
              <a:spAutoFit/>
            </a:bodyPr>
            <a:p>
              <a:pPr algn="ctr"/>
              <a:r>
                <a:rPr lang="zh-CN" sz="970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地方政府条例</a:t>
              </a:r>
              <a:endParaRPr lang="zh-CN" sz="970" dirty="0">
                <a:solidFill>
                  <a:schemeClr val="accent5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300" name="文本框 299"/>
          <p:cNvSpPr txBox="1"/>
          <p:nvPr/>
        </p:nvSpPr>
        <p:spPr>
          <a:xfrm>
            <a:off x="7190105" y="3902075"/>
            <a:ext cx="1605915" cy="646430"/>
          </a:xfrm>
          <a:prstGeom prst="rect">
            <a:avLst/>
          </a:prstGeom>
          <a:noFill/>
          <a:ln w="38100">
            <a:noFill/>
          </a:ln>
          <a:effectLst>
            <a:outerShdw blurRad="411480" dist="123444" dir="5400000" sx="108000" sy="108000" algn="ctr" rotWithShape="0">
              <a:schemeClr val="accent2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755" tIns="49378" rIns="98755" bIns="49378" rtlCol="0" anchor="ctr"/>
          <a:lstStyle>
            <a:defPPr>
              <a:defRPr lang="zh-CN"/>
            </a:defPPr>
            <a:lvl1pPr algn="ctr">
              <a:defRPr sz="1945">
                <a:solidFill>
                  <a:schemeClr val="bg1"/>
                </a:solidFill>
                <a:effectLst>
                  <a:outerShdw blurRad="137160" dist="41148" dir="2699997" algn="tl">
                    <a:srgbClr val="000000">
                      <a:alpha val="40000"/>
                    </a:srgbClr>
                  </a:outerShdw>
                </a:effectLst>
                <a:latin typeface="+mj-ea"/>
                <a:ea typeface="+mj-ea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sz="2000" b="1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国内标准</a:t>
            </a:r>
            <a:endParaRPr lang="zh-CN" altLang="en-US" sz="2000" b="1" dirty="0"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27" name="图片 326" descr="国家标准新"/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7492365" y="3129280"/>
            <a:ext cx="883920" cy="883920"/>
          </a:xfrm>
          <a:prstGeom prst="rect">
            <a:avLst/>
          </a:prstGeom>
        </p:spPr>
      </p:pic>
      <p:grpSp>
        <p:nvGrpSpPr>
          <p:cNvPr id="328" name="组合 327"/>
          <p:cNvGrpSpPr/>
          <p:nvPr/>
        </p:nvGrpSpPr>
        <p:grpSpPr>
          <a:xfrm>
            <a:off x="1579880" y="1776095"/>
            <a:ext cx="1183005" cy="257810"/>
            <a:chOff x="560" y="4382"/>
            <a:chExt cx="1863" cy="406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329" name="矩形: 圆角 34"/>
            <p:cNvSpPr/>
            <p:nvPr>
              <p:custDataLst>
                <p:tags r:id="rId29"/>
              </p:custDataLst>
            </p:nvPr>
          </p:nvSpPr>
          <p:spPr>
            <a:xfrm>
              <a:off x="560" y="4382"/>
              <a:ext cx="1863" cy="403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 w="381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8755" tIns="49378" rIns="98755" bIns="49378" rtlCol="0" anchor="ctr"/>
            <a:p>
              <a:pPr algn="ctr"/>
              <a:endParaRPr lang="zh-CN" altLang="en-US" sz="1945">
                <a:solidFill>
                  <a:schemeClr val="bg1"/>
                </a:solidFill>
                <a:effectLst>
                  <a:outerShdw blurRad="137160" dist="41148" dir="2699997" algn="tl">
                    <a:srgbClr val="000000">
                      <a:alpha val="4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30" name="文本框 329"/>
            <p:cNvSpPr txBox="1"/>
            <p:nvPr/>
          </p:nvSpPr>
          <p:spPr>
            <a:xfrm>
              <a:off x="695" y="4400"/>
              <a:ext cx="1615" cy="388"/>
            </a:xfrm>
            <a:prstGeom prst="rect">
              <a:avLst/>
            </a:prstGeom>
            <a:noFill/>
            <a:effectLst/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 wrap="square" lIns="98755" tIns="49378" rIns="98755" bIns="49378" rtlCol="0">
              <a:spAutoFit/>
            </a:bodyPr>
            <a:p>
              <a:pPr algn="ctr"/>
              <a:r>
                <a:rPr lang="zh-CN" altLang="en-US" sz="97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绿色金融</a:t>
              </a:r>
              <a:endParaRPr lang="zh-CN" altLang="en-US" sz="97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331" name="组合 330"/>
          <p:cNvGrpSpPr/>
          <p:nvPr/>
        </p:nvGrpSpPr>
        <p:grpSpPr>
          <a:xfrm>
            <a:off x="2927350" y="1776095"/>
            <a:ext cx="1183005" cy="257810"/>
            <a:chOff x="560" y="4382"/>
            <a:chExt cx="1863" cy="406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332" name="矩形: 圆角 34"/>
            <p:cNvSpPr/>
            <p:nvPr>
              <p:custDataLst>
                <p:tags r:id="rId30"/>
              </p:custDataLst>
            </p:nvPr>
          </p:nvSpPr>
          <p:spPr>
            <a:xfrm>
              <a:off x="560" y="4382"/>
              <a:ext cx="1863" cy="403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 w="381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8755" tIns="49378" rIns="98755" bIns="49378" rtlCol="0" anchor="ctr"/>
            <a:p>
              <a:pPr algn="ctr"/>
              <a:endParaRPr lang="zh-CN" altLang="en-US" sz="1945">
                <a:solidFill>
                  <a:schemeClr val="bg1"/>
                </a:solidFill>
                <a:effectLst>
                  <a:outerShdw blurRad="137160" dist="41148" dir="2699997" algn="tl">
                    <a:srgbClr val="000000">
                      <a:alpha val="4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33" name="文本框 332"/>
            <p:cNvSpPr txBox="1"/>
            <p:nvPr/>
          </p:nvSpPr>
          <p:spPr>
            <a:xfrm>
              <a:off x="695" y="4400"/>
              <a:ext cx="1615" cy="388"/>
            </a:xfrm>
            <a:prstGeom prst="rect">
              <a:avLst/>
            </a:prstGeom>
            <a:noFill/>
            <a:effectLst/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 wrap="square" lIns="98755" tIns="49378" rIns="98755" bIns="49378" rtlCol="0">
              <a:spAutoFit/>
            </a:bodyPr>
            <a:p>
              <a:pPr algn="ctr"/>
              <a:r>
                <a:rPr lang="zh-CN" altLang="en-US" sz="97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普惠金融</a:t>
              </a:r>
              <a:endParaRPr lang="zh-CN" altLang="en-US" sz="97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334" name="组合 333"/>
          <p:cNvGrpSpPr/>
          <p:nvPr/>
        </p:nvGrpSpPr>
        <p:grpSpPr>
          <a:xfrm>
            <a:off x="2447290" y="2183765"/>
            <a:ext cx="1183005" cy="257810"/>
            <a:chOff x="560" y="4382"/>
            <a:chExt cx="1863" cy="406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335" name="矩形: 圆角 34"/>
            <p:cNvSpPr/>
            <p:nvPr>
              <p:custDataLst>
                <p:tags r:id="rId31"/>
              </p:custDataLst>
            </p:nvPr>
          </p:nvSpPr>
          <p:spPr>
            <a:xfrm>
              <a:off x="560" y="4382"/>
              <a:ext cx="1863" cy="403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 w="381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8755" tIns="49378" rIns="98755" bIns="49378" rtlCol="0" anchor="ctr"/>
            <a:p>
              <a:pPr algn="ctr"/>
              <a:endParaRPr lang="zh-CN" altLang="en-US" sz="1945">
                <a:solidFill>
                  <a:schemeClr val="bg1"/>
                </a:solidFill>
                <a:effectLst>
                  <a:outerShdw blurRad="137160" dist="41148" dir="2699997" algn="tl">
                    <a:srgbClr val="000000">
                      <a:alpha val="4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36" name="文本框 335"/>
            <p:cNvSpPr txBox="1"/>
            <p:nvPr/>
          </p:nvSpPr>
          <p:spPr>
            <a:xfrm>
              <a:off x="695" y="4400"/>
              <a:ext cx="1615" cy="388"/>
            </a:xfrm>
            <a:prstGeom prst="rect">
              <a:avLst/>
            </a:prstGeom>
            <a:noFill/>
            <a:effectLst/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 wrap="square" lIns="98755" tIns="49378" rIns="98755" bIns="49378" rtlCol="0">
              <a:spAutoFit/>
            </a:bodyPr>
            <a:p>
              <a:pPr algn="ctr"/>
              <a:r>
                <a:rPr lang="zh-CN" altLang="en-US" sz="97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负责任金融</a:t>
              </a:r>
              <a:endParaRPr lang="zh-CN" altLang="en-US" sz="97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337" name="组合 336"/>
          <p:cNvGrpSpPr/>
          <p:nvPr/>
        </p:nvGrpSpPr>
        <p:grpSpPr>
          <a:xfrm>
            <a:off x="8151495" y="1776095"/>
            <a:ext cx="1183005" cy="257810"/>
            <a:chOff x="560" y="4382"/>
            <a:chExt cx="1863" cy="406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338" name="矩形: 圆角 34"/>
            <p:cNvSpPr/>
            <p:nvPr>
              <p:custDataLst>
                <p:tags r:id="rId32"/>
              </p:custDataLst>
            </p:nvPr>
          </p:nvSpPr>
          <p:spPr>
            <a:xfrm>
              <a:off x="560" y="4382"/>
              <a:ext cx="1863" cy="403"/>
            </a:xfrm>
            <a:prstGeom prst="roundRect">
              <a:avLst>
                <a:gd name="adj" fmla="val 50000"/>
              </a:avLst>
            </a:prstGeom>
            <a:grpFill/>
            <a:ln w="381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8755" tIns="49378" rIns="98755" bIns="49378" rtlCol="0" anchor="ctr"/>
            <a:p>
              <a:pPr algn="ctr"/>
              <a:endParaRPr lang="zh-CN" altLang="en-US" sz="1945">
                <a:solidFill>
                  <a:schemeClr val="bg1"/>
                </a:solidFill>
                <a:effectLst>
                  <a:outerShdw blurRad="137160" dist="41148" dir="2699997" algn="tl">
                    <a:srgbClr val="000000">
                      <a:alpha val="4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39" name="文本框 338"/>
            <p:cNvSpPr txBox="1"/>
            <p:nvPr/>
          </p:nvSpPr>
          <p:spPr>
            <a:xfrm>
              <a:off x="695" y="4400"/>
              <a:ext cx="1615" cy="388"/>
            </a:xfrm>
            <a:prstGeom prst="rect">
              <a:avLst/>
            </a:prstGeom>
            <a:noFill/>
            <a:effectLst/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 wrap="square" lIns="98755" tIns="49378" rIns="98755" bIns="49378" rtlCol="0">
              <a:spAutoFit/>
            </a:bodyPr>
            <a:p>
              <a:pPr algn="ctr"/>
              <a:r>
                <a:rPr lang="zh-CN" altLang="en-US" sz="97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绿色金融</a:t>
              </a:r>
              <a:endParaRPr lang="zh-CN" altLang="en-US" sz="97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340" name="组合 339"/>
          <p:cNvGrpSpPr/>
          <p:nvPr/>
        </p:nvGrpSpPr>
        <p:grpSpPr>
          <a:xfrm>
            <a:off x="9498965" y="1776095"/>
            <a:ext cx="1183005" cy="257810"/>
            <a:chOff x="560" y="4382"/>
            <a:chExt cx="1863" cy="406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341" name="矩形: 圆角 34"/>
            <p:cNvSpPr/>
            <p:nvPr>
              <p:custDataLst>
                <p:tags r:id="rId33"/>
              </p:custDataLst>
            </p:nvPr>
          </p:nvSpPr>
          <p:spPr>
            <a:xfrm>
              <a:off x="560" y="4382"/>
              <a:ext cx="1863" cy="403"/>
            </a:xfrm>
            <a:prstGeom prst="roundRect">
              <a:avLst>
                <a:gd name="adj" fmla="val 50000"/>
              </a:avLst>
            </a:prstGeom>
            <a:grpFill/>
            <a:ln w="381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8755" tIns="49378" rIns="98755" bIns="49378" rtlCol="0" anchor="ctr"/>
            <a:p>
              <a:pPr algn="ctr"/>
              <a:endParaRPr lang="zh-CN" altLang="en-US" sz="1945">
                <a:solidFill>
                  <a:schemeClr val="bg1"/>
                </a:solidFill>
                <a:effectLst>
                  <a:outerShdw blurRad="137160" dist="41148" dir="2699997" algn="tl">
                    <a:srgbClr val="000000">
                      <a:alpha val="4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42" name="文本框 341"/>
            <p:cNvSpPr txBox="1"/>
            <p:nvPr/>
          </p:nvSpPr>
          <p:spPr>
            <a:xfrm>
              <a:off x="695" y="4400"/>
              <a:ext cx="1615" cy="388"/>
            </a:xfrm>
            <a:prstGeom prst="rect">
              <a:avLst/>
            </a:prstGeom>
            <a:noFill/>
            <a:effectLst/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 wrap="square" lIns="98755" tIns="49378" rIns="98755" bIns="49378" rtlCol="0">
              <a:spAutoFit/>
            </a:bodyPr>
            <a:p>
              <a:pPr algn="ctr"/>
              <a:r>
                <a:rPr lang="zh-CN" altLang="en-US" sz="97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普惠金融</a:t>
              </a:r>
              <a:endParaRPr lang="zh-CN" altLang="en-US" sz="97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343" name="组合 342"/>
          <p:cNvGrpSpPr/>
          <p:nvPr/>
        </p:nvGrpSpPr>
        <p:grpSpPr>
          <a:xfrm>
            <a:off x="9018905" y="2183765"/>
            <a:ext cx="1183005" cy="257810"/>
            <a:chOff x="560" y="4382"/>
            <a:chExt cx="1863" cy="406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344" name="矩形: 圆角 34"/>
            <p:cNvSpPr/>
            <p:nvPr>
              <p:custDataLst>
                <p:tags r:id="rId34"/>
              </p:custDataLst>
            </p:nvPr>
          </p:nvSpPr>
          <p:spPr>
            <a:xfrm>
              <a:off x="560" y="4382"/>
              <a:ext cx="1863" cy="403"/>
            </a:xfrm>
            <a:prstGeom prst="roundRect">
              <a:avLst>
                <a:gd name="adj" fmla="val 50000"/>
              </a:avLst>
            </a:prstGeom>
            <a:grpFill/>
            <a:ln w="381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8755" tIns="49378" rIns="98755" bIns="49378" rtlCol="0" anchor="ctr"/>
            <a:p>
              <a:pPr algn="ctr"/>
              <a:endParaRPr lang="zh-CN" altLang="en-US" sz="1945">
                <a:solidFill>
                  <a:schemeClr val="bg1"/>
                </a:solidFill>
                <a:effectLst>
                  <a:outerShdw blurRad="137160" dist="41148" dir="2699997" algn="tl">
                    <a:srgbClr val="000000">
                      <a:alpha val="4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45" name="文本框 344"/>
            <p:cNvSpPr txBox="1"/>
            <p:nvPr/>
          </p:nvSpPr>
          <p:spPr>
            <a:xfrm>
              <a:off x="695" y="4400"/>
              <a:ext cx="1615" cy="388"/>
            </a:xfrm>
            <a:prstGeom prst="rect">
              <a:avLst/>
            </a:prstGeom>
            <a:noFill/>
            <a:effectLst/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 wrap="square" lIns="98755" tIns="49378" rIns="98755" bIns="49378" rtlCol="0">
              <a:spAutoFit/>
            </a:bodyPr>
            <a:p>
              <a:pPr algn="ctr"/>
              <a:r>
                <a:rPr lang="zh-CN" altLang="en-US" sz="97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负责任金融</a:t>
              </a:r>
              <a:endParaRPr lang="zh-CN" altLang="en-US" sz="97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346" name="组合 345"/>
          <p:cNvGrpSpPr/>
          <p:nvPr/>
        </p:nvGrpSpPr>
        <p:grpSpPr>
          <a:xfrm>
            <a:off x="2519045" y="5483225"/>
            <a:ext cx="1183005" cy="257810"/>
            <a:chOff x="560" y="4382"/>
            <a:chExt cx="1863" cy="406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347" name="矩形: 圆角 34"/>
            <p:cNvSpPr/>
            <p:nvPr>
              <p:custDataLst>
                <p:tags r:id="rId35"/>
              </p:custDataLst>
            </p:nvPr>
          </p:nvSpPr>
          <p:spPr>
            <a:xfrm>
              <a:off x="560" y="4382"/>
              <a:ext cx="1863" cy="403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 w="381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8755" tIns="49378" rIns="98755" bIns="49378" rtlCol="0" anchor="ctr"/>
            <a:p>
              <a:pPr algn="ctr"/>
              <a:endParaRPr lang="zh-CN" altLang="en-US" sz="1945">
                <a:solidFill>
                  <a:schemeClr val="bg1"/>
                </a:solidFill>
                <a:effectLst>
                  <a:outerShdw blurRad="137160" dist="41148" dir="2699997" algn="tl">
                    <a:srgbClr val="000000">
                      <a:alpha val="4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48" name="文本框 347"/>
            <p:cNvSpPr txBox="1"/>
            <p:nvPr/>
          </p:nvSpPr>
          <p:spPr>
            <a:xfrm>
              <a:off x="695" y="4400"/>
              <a:ext cx="1615" cy="388"/>
            </a:xfrm>
            <a:prstGeom prst="rect">
              <a:avLst/>
            </a:prstGeom>
            <a:noFill/>
            <a:effectLst/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 wrap="square" lIns="98755" tIns="49378" rIns="98755" bIns="49378" rtlCol="0">
              <a:spAutoFit/>
            </a:bodyPr>
            <a:p>
              <a:pPr algn="ctr"/>
              <a:r>
                <a:rPr lang="zh-CN" altLang="en-US" sz="97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防范金融犯罪</a:t>
              </a:r>
              <a:endParaRPr lang="zh-CN" altLang="en-US" sz="97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350" name="矩形: 圆角 34"/>
          <p:cNvSpPr/>
          <p:nvPr>
            <p:custDataLst>
              <p:tags r:id="rId36"/>
            </p:custDataLst>
          </p:nvPr>
        </p:nvSpPr>
        <p:spPr>
          <a:xfrm>
            <a:off x="3302635" y="6116955"/>
            <a:ext cx="1183005" cy="255905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755" tIns="49378" rIns="98755" bIns="49378" rtlCol="0" anchor="ctr"/>
          <a:p>
            <a:pPr algn="ctr"/>
            <a:endParaRPr lang="zh-CN" altLang="en-US" sz="1945">
              <a:solidFill>
                <a:schemeClr val="bg1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352" name="组合 351"/>
          <p:cNvGrpSpPr/>
          <p:nvPr/>
        </p:nvGrpSpPr>
        <p:grpSpPr>
          <a:xfrm>
            <a:off x="8387715" y="5870575"/>
            <a:ext cx="1183005" cy="257810"/>
            <a:chOff x="560" y="4382"/>
            <a:chExt cx="1863" cy="406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353" name="矩形: 圆角 34"/>
            <p:cNvSpPr/>
            <p:nvPr>
              <p:custDataLst>
                <p:tags r:id="rId37"/>
              </p:custDataLst>
            </p:nvPr>
          </p:nvSpPr>
          <p:spPr>
            <a:xfrm>
              <a:off x="560" y="4382"/>
              <a:ext cx="1863" cy="403"/>
            </a:xfrm>
            <a:prstGeom prst="roundRect">
              <a:avLst>
                <a:gd name="adj" fmla="val 50000"/>
              </a:avLst>
            </a:prstGeom>
            <a:grpFill/>
            <a:ln w="381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8755" tIns="49378" rIns="98755" bIns="49378" rtlCol="0" anchor="ctr"/>
            <a:p>
              <a:pPr algn="ctr"/>
              <a:endParaRPr lang="zh-CN" altLang="en-US" sz="1945">
                <a:solidFill>
                  <a:schemeClr val="bg1"/>
                </a:solidFill>
                <a:effectLst>
                  <a:outerShdw blurRad="137160" dist="41148" dir="2699997" algn="tl">
                    <a:srgbClr val="000000">
                      <a:alpha val="4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54" name="文本框 353"/>
            <p:cNvSpPr txBox="1"/>
            <p:nvPr/>
          </p:nvSpPr>
          <p:spPr>
            <a:xfrm>
              <a:off x="695" y="4400"/>
              <a:ext cx="1615" cy="388"/>
            </a:xfrm>
            <a:prstGeom prst="rect">
              <a:avLst/>
            </a:prstGeom>
            <a:noFill/>
            <a:effectLst/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 wrap="square" lIns="98755" tIns="49378" rIns="98755" bIns="49378" rtlCol="0">
              <a:spAutoFit/>
            </a:bodyPr>
            <a:p>
              <a:pPr algn="ctr"/>
              <a:r>
                <a:rPr lang="zh-CN" altLang="en-US" sz="97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科技伦理</a:t>
              </a:r>
              <a:endParaRPr lang="zh-CN" altLang="en-US" sz="97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355" name="组合 354"/>
          <p:cNvGrpSpPr/>
          <p:nvPr/>
        </p:nvGrpSpPr>
        <p:grpSpPr>
          <a:xfrm>
            <a:off x="8428990" y="6313170"/>
            <a:ext cx="1183005" cy="257810"/>
            <a:chOff x="560" y="4382"/>
            <a:chExt cx="1863" cy="406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356" name="矩形: 圆角 34"/>
            <p:cNvSpPr/>
            <p:nvPr>
              <p:custDataLst>
                <p:tags r:id="rId38"/>
              </p:custDataLst>
            </p:nvPr>
          </p:nvSpPr>
          <p:spPr>
            <a:xfrm>
              <a:off x="560" y="4382"/>
              <a:ext cx="1863" cy="403"/>
            </a:xfrm>
            <a:prstGeom prst="roundRect">
              <a:avLst>
                <a:gd name="adj" fmla="val 50000"/>
              </a:avLst>
            </a:prstGeom>
            <a:grpFill/>
            <a:ln w="381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8755" tIns="49378" rIns="98755" bIns="49378" rtlCol="0" anchor="ctr"/>
            <a:p>
              <a:pPr algn="ctr"/>
              <a:endParaRPr lang="zh-CN" altLang="en-US" sz="1945">
                <a:solidFill>
                  <a:schemeClr val="bg1"/>
                </a:solidFill>
                <a:effectLst>
                  <a:outerShdw blurRad="137160" dist="41148" dir="2699997" algn="tl">
                    <a:srgbClr val="000000">
                      <a:alpha val="4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57" name="文本框 356"/>
            <p:cNvSpPr txBox="1"/>
            <p:nvPr/>
          </p:nvSpPr>
          <p:spPr>
            <a:xfrm>
              <a:off x="695" y="4400"/>
              <a:ext cx="1615" cy="388"/>
            </a:xfrm>
            <a:prstGeom prst="rect">
              <a:avLst/>
            </a:prstGeom>
            <a:noFill/>
            <a:effectLst/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 wrap="square" lIns="98755" tIns="49378" rIns="98755" bIns="49378" rtlCol="0">
              <a:spAutoFit/>
            </a:bodyPr>
            <a:p>
              <a:pPr algn="ctr"/>
              <a:r>
                <a:rPr lang="zh-CN" altLang="en-US" sz="97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数据保护</a:t>
              </a:r>
              <a:endParaRPr lang="zh-CN" altLang="en-US" sz="97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358" name="组合 357"/>
          <p:cNvGrpSpPr/>
          <p:nvPr/>
        </p:nvGrpSpPr>
        <p:grpSpPr>
          <a:xfrm>
            <a:off x="9839960" y="6313170"/>
            <a:ext cx="1183005" cy="257810"/>
            <a:chOff x="560" y="4382"/>
            <a:chExt cx="1863" cy="406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359" name="矩形: 圆角 34"/>
            <p:cNvSpPr/>
            <p:nvPr>
              <p:custDataLst>
                <p:tags r:id="rId39"/>
              </p:custDataLst>
            </p:nvPr>
          </p:nvSpPr>
          <p:spPr>
            <a:xfrm>
              <a:off x="560" y="4382"/>
              <a:ext cx="1863" cy="403"/>
            </a:xfrm>
            <a:prstGeom prst="roundRect">
              <a:avLst>
                <a:gd name="adj" fmla="val 50000"/>
              </a:avLst>
            </a:prstGeom>
            <a:grpFill/>
            <a:ln w="381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8755" tIns="49378" rIns="98755" bIns="49378" rtlCol="0" anchor="ctr"/>
            <a:p>
              <a:pPr algn="ctr"/>
              <a:endParaRPr lang="zh-CN" altLang="en-US" sz="1945">
                <a:solidFill>
                  <a:schemeClr val="bg1"/>
                </a:solidFill>
                <a:effectLst>
                  <a:outerShdw blurRad="137160" dist="41148" dir="2699997" algn="tl">
                    <a:srgbClr val="000000">
                      <a:alpha val="4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60" name="文本框 359"/>
            <p:cNvSpPr txBox="1"/>
            <p:nvPr/>
          </p:nvSpPr>
          <p:spPr>
            <a:xfrm>
              <a:off x="695" y="4400"/>
              <a:ext cx="1615" cy="388"/>
            </a:xfrm>
            <a:prstGeom prst="rect">
              <a:avLst/>
            </a:prstGeom>
            <a:noFill/>
            <a:effectLst/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 wrap="square" lIns="98755" tIns="49378" rIns="98755" bIns="49378" rtlCol="0">
              <a:spAutoFit/>
            </a:bodyPr>
            <a:p>
              <a:pPr algn="ctr"/>
              <a:r>
                <a:rPr lang="en-US" altLang="zh-CN" sz="97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……</a:t>
              </a:r>
              <a:endParaRPr lang="en-US" altLang="zh-CN" sz="97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362" name="Rounded Rectangle 5"/>
          <p:cNvSpPr/>
          <p:nvPr/>
        </p:nvSpPr>
        <p:spPr>
          <a:xfrm rot="8100000">
            <a:off x="5666535" y="2119736"/>
            <a:ext cx="858416" cy="857688"/>
          </a:xfrm>
          <a:custGeom>
            <a:avLst/>
            <a:gdLst>
              <a:gd name="adj" fmla="val 50000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352" h="1351">
                <a:moveTo>
                  <a:pt x="450" y="142"/>
                </a:moveTo>
                <a:cubicBezTo>
                  <a:pt x="447" y="63"/>
                  <a:pt x="519" y="0"/>
                  <a:pt x="590" y="2"/>
                </a:cubicBezTo>
                <a:lnTo>
                  <a:pt x="1191" y="2"/>
                </a:lnTo>
                <a:lnTo>
                  <a:pt x="1192" y="1"/>
                </a:lnTo>
                <a:lnTo>
                  <a:pt x="1192" y="1"/>
                </a:lnTo>
                <a:cubicBezTo>
                  <a:pt x="1194" y="1"/>
                  <a:pt x="1211" y="0"/>
                  <a:pt x="1212" y="0"/>
                </a:cubicBezTo>
                <a:cubicBezTo>
                  <a:pt x="1284" y="-4"/>
                  <a:pt x="1345" y="63"/>
                  <a:pt x="1350" y="120"/>
                </a:cubicBezTo>
                <a:cubicBezTo>
                  <a:pt x="1351" y="120"/>
                  <a:pt x="1352" y="141"/>
                  <a:pt x="1352" y="142"/>
                </a:cubicBezTo>
                <a:lnTo>
                  <a:pt x="1352" y="145"/>
                </a:lnTo>
                <a:lnTo>
                  <a:pt x="1352" y="149"/>
                </a:lnTo>
                <a:lnTo>
                  <a:pt x="1352" y="149"/>
                </a:lnTo>
                <a:lnTo>
                  <a:pt x="1352" y="759"/>
                </a:lnTo>
                <a:cubicBezTo>
                  <a:pt x="1354" y="838"/>
                  <a:pt x="1282" y="901"/>
                  <a:pt x="1212" y="899"/>
                </a:cubicBezTo>
                <a:cubicBezTo>
                  <a:pt x="1133" y="901"/>
                  <a:pt x="1070" y="829"/>
                  <a:pt x="1072" y="759"/>
                </a:cubicBezTo>
                <a:lnTo>
                  <a:pt x="1072" y="477"/>
                </a:lnTo>
                <a:lnTo>
                  <a:pt x="239" y="1310"/>
                </a:lnTo>
                <a:cubicBezTo>
                  <a:pt x="213" y="1337"/>
                  <a:pt x="170" y="1351"/>
                  <a:pt x="142" y="1351"/>
                </a:cubicBezTo>
                <a:lnTo>
                  <a:pt x="138" y="1351"/>
                </a:lnTo>
                <a:cubicBezTo>
                  <a:pt x="66" y="1356"/>
                  <a:pt x="-5" y="1277"/>
                  <a:pt x="0" y="1212"/>
                </a:cubicBezTo>
                <a:lnTo>
                  <a:pt x="0" y="1209"/>
                </a:lnTo>
                <a:cubicBezTo>
                  <a:pt x="-1" y="1174"/>
                  <a:pt x="18" y="1133"/>
                  <a:pt x="41" y="1112"/>
                </a:cubicBezTo>
                <a:lnTo>
                  <a:pt x="871" y="282"/>
                </a:lnTo>
                <a:lnTo>
                  <a:pt x="590" y="282"/>
                </a:lnTo>
                <a:cubicBezTo>
                  <a:pt x="511" y="284"/>
                  <a:pt x="448" y="212"/>
                  <a:pt x="450" y="142"/>
                </a:cubicBezTo>
                <a:close/>
              </a:path>
            </a:pathLst>
          </a:custGeom>
          <a:gradFill>
            <a:gsLst>
              <a:gs pos="0">
                <a:schemeClr val="tx2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0" scaled="0"/>
          </a:gra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5" tIns="49378" rIns="98755" bIns="49378" rtlCol="0" anchor="ctr">
            <a:noAutofit/>
          </a:bodyPr>
          <a:p>
            <a:pPr algn="ctr"/>
            <a:endParaRPr lang="en-US" sz="1945">
              <a:solidFill>
                <a:schemeClr val="bg1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5" name="文本框 364"/>
          <p:cNvSpPr txBox="1"/>
          <p:nvPr/>
        </p:nvSpPr>
        <p:spPr>
          <a:xfrm>
            <a:off x="5213985" y="5958840"/>
            <a:ext cx="1976120" cy="646430"/>
          </a:xfrm>
          <a:prstGeom prst="rect">
            <a:avLst/>
          </a:prstGeom>
          <a:noFill/>
          <a:ln w="38100">
            <a:noFill/>
          </a:ln>
          <a:effectLst>
            <a:outerShdw blurRad="411480" dist="123444" dir="5400000" sx="108000" sy="108000" algn="ctr" rotWithShape="0">
              <a:schemeClr val="accent2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755" tIns="49378" rIns="98755" bIns="49378" rtlCol="0" anchor="ctr"/>
          <a:lstStyle>
            <a:defPPr>
              <a:defRPr lang="zh-CN"/>
            </a:defPPr>
            <a:lvl1pPr algn="ctr">
              <a:defRPr sz="1945">
                <a:solidFill>
                  <a:schemeClr val="bg1"/>
                </a:solidFill>
                <a:effectLst>
                  <a:outerShdw blurRad="137160" dist="41148" dir="2699997" algn="tl">
                    <a:srgbClr val="000000">
                      <a:alpha val="40000"/>
                    </a:srgbClr>
                  </a:outerShdw>
                </a:effectLst>
                <a:latin typeface="+mj-ea"/>
                <a:ea typeface="+mj-ea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sz="1600" dirty="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金融科技行业特性</a:t>
            </a:r>
            <a:endParaRPr lang="zh-CN" altLang="en-US" sz="1600" dirty="0">
              <a:solidFill>
                <a:schemeClr val="tx2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8738235" y="348615"/>
            <a:ext cx="3219450" cy="332740"/>
            <a:chOff x="13761" y="549"/>
            <a:chExt cx="5070" cy="524"/>
          </a:xfrm>
        </p:grpSpPr>
        <p:pic>
          <p:nvPicPr>
            <p:cNvPr id="4" name="图片 3"/>
            <p:cNvPicPr>
              <a:picLocks noChangeAspect="1"/>
            </p:cNvPicPr>
            <p:nvPr userDrawn="1"/>
          </p:nvPicPr>
          <p:blipFill>
            <a:blip r:embed="rId40"/>
            <a:srcRect l="17002" t="-1765" r="56499" b="-1176"/>
            <a:stretch>
              <a:fillRect/>
            </a:stretch>
          </p:blipFill>
          <p:spPr>
            <a:xfrm>
              <a:off x="13761" y="549"/>
              <a:ext cx="1582" cy="525"/>
            </a:xfrm>
            <a:prstGeom prst="rect">
              <a:avLst/>
            </a:prstGeom>
          </p:spPr>
        </p:pic>
        <p:sp>
          <p:nvSpPr>
            <p:cNvPr id="7" name="文本框 6"/>
            <p:cNvSpPr txBox="1"/>
            <p:nvPr userDrawn="1"/>
          </p:nvSpPr>
          <p:spPr>
            <a:xfrm>
              <a:off x="15219" y="655"/>
              <a:ext cx="3613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复杂逻辑场景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·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框架搭建系列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PPT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模板</a:t>
              </a:r>
              <a:endPara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cxnSp>
        <p:nvCxnSpPr>
          <p:cNvPr id="8" name="直线连接符 7"/>
          <p:cNvCxnSpPr/>
          <p:nvPr userDrawn="1"/>
        </p:nvCxnSpPr>
        <p:spPr>
          <a:xfrm>
            <a:off x="369165" y="839204"/>
            <a:ext cx="11459846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3302000" y="6128385"/>
            <a:ext cx="1183640" cy="246380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grpFill/>
              </a14:hiddenFill>
            </a:ext>
          </a:extLst>
        </p:spPr>
        <p:txBody>
          <a:bodyPr wrap="square" lIns="98755" tIns="49378" rIns="98755" bIns="49378" rtlCol="0">
            <a:spAutoFit/>
          </a:bodyPr>
          <a:p>
            <a:pPr algn="ctr"/>
            <a:r>
              <a:rPr lang="zh-CN" altLang="en-US" sz="97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金融适当性管理</a:t>
            </a:r>
            <a:endParaRPr lang="zh-CN" altLang="en-US" sz="97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9230360" y="3865245"/>
            <a:ext cx="1184275" cy="246380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grpFill/>
              </a14:hiddenFill>
            </a:ext>
          </a:extLst>
        </p:spPr>
        <p:txBody>
          <a:bodyPr wrap="square" lIns="98755" tIns="49378" rIns="98755" bIns="49378" rtlCol="0">
            <a:spAutoFit/>
          </a:bodyPr>
          <a:p>
            <a:pPr algn="ctr"/>
            <a:r>
              <a:rPr lang="zh-CN" altLang="en-US" sz="970" dirty="0">
                <a:solidFill>
                  <a:schemeClr val="accent5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上市公司社会责任</a:t>
            </a:r>
            <a:endParaRPr lang="zh-CN" altLang="en-US" sz="970" dirty="0">
              <a:solidFill>
                <a:schemeClr val="accent5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0615930" y="2692400"/>
            <a:ext cx="1246505" cy="246380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grpFill/>
              </a14:hiddenFill>
            </a:ext>
          </a:extLst>
        </p:spPr>
        <p:txBody>
          <a:bodyPr wrap="square" lIns="98755" tIns="49378" rIns="98755" bIns="49378" rtlCol="0">
            <a:spAutoFit/>
          </a:bodyPr>
          <a:p>
            <a:pPr algn="ctr"/>
            <a:r>
              <a:rPr lang="en-US" altLang="zh-CN" sz="970" dirty="0">
                <a:solidFill>
                  <a:schemeClr val="accent5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GB/T36001-2015</a:t>
            </a:r>
            <a:endParaRPr lang="en-US" altLang="zh-CN" sz="970" dirty="0">
              <a:solidFill>
                <a:schemeClr val="accent5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0651490" y="3129280"/>
            <a:ext cx="1233170" cy="246380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grpFill/>
              </a14:hiddenFill>
            </a:ext>
          </a:extLst>
        </p:spPr>
        <p:txBody>
          <a:bodyPr wrap="square" lIns="98755" tIns="49378" rIns="98755" bIns="49378" rtlCol="0">
            <a:spAutoFit/>
          </a:bodyPr>
          <a:p>
            <a:pPr algn="ctr"/>
            <a:r>
              <a:rPr lang="zh-CN" altLang="en-US" sz="970" dirty="0">
                <a:solidFill>
                  <a:schemeClr val="accent5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社会责任指南</a:t>
            </a:r>
            <a:endParaRPr lang="zh-CN" altLang="en-US" sz="970" dirty="0">
              <a:solidFill>
                <a:schemeClr val="accent5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0651490" y="3566160"/>
            <a:ext cx="1183640" cy="246380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grpFill/>
              </a14:hiddenFill>
            </a:ext>
          </a:extLst>
        </p:spPr>
        <p:txBody>
          <a:bodyPr wrap="square" lIns="98755" tIns="49378" rIns="98755" bIns="49378" rtlCol="0">
            <a:spAutoFit/>
          </a:bodyPr>
          <a:p>
            <a:pPr algn="ctr"/>
            <a:r>
              <a:rPr lang="zh-CN" altLang="en-US" sz="970" dirty="0">
                <a:solidFill>
                  <a:schemeClr val="accent5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联交所信息披露</a:t>
            </a:r>
            <a:endParaRPr lang="zh-CN" altLang="en-US" sz="970" dirty="0">
              <a:solidFill>
                <a:schemeClr val="accent5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0615930" y="4003040"/>
            <a:ext cx="1247140" cy="246380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grpFill/>
              </a14:hiddenFill>
            </a:ext>
          </a:extLst>
        </p:spPr>
        <p:txBody>
          <a:bodyPr wrap="square" lIns="98755" tIns="49378" rIns="98755" bIns="49378" rtlCol="0">
            <a:spAutoFit/>
          </a:bodyPr>
          <a:p>
            <a:pPr algn="ctr"/>
            <a:r>
              <a:rPr lang="zh-CN" altLang="en-US" sz="970" dirty="0">
                <a:solidFill>
                  <a:schemeClr val="accent5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交易所编制指引</a:t>
            </a:r>
            <a:endParaRPr lang="zh-CN" altLang="en-US" sz="970" dirty="0">
              <a:solidFill>
                <a:schemeClr val="accent5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0616565" y="4439920"/>
            <a:ext cx="1268730" cy="246380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grpFill/>
              </a14:hiddenFill>
            </a:ext>
          </a:extLst>
        </p:spPr>
        <p:txBody>
          <a:bodyPr wrap="square" lIns="98755" tIns="49378" rIns="98755" bIns="49378" rtlCol="0">
            <a:spAutoFit/>
          </a:bodyPr>
          <a:p>
            <a:pPr algn="ctr"/>
            <a:r>
              <a:rPr lang="zh-CN" sz="970" dirty="0">
                <a:solidFill>
                  <a:schemeClr val="accent5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金融机构信息披露</a:t>
            </a:r>
            <a:endParaRPr lang="zh-CN" altLang="zh-CN" sz="970" dirty="0">
              <a:solidFill>
                <a:schemeClr val="accent5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0737850" y="4876800"/>
            <a:ext cx="1025525" cy="246380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grpFill/>
              </a14:hiddenFill>
            </a:ext>
          </a:extLst>
        </p:spPr>
        <p:txBody>
          <a:bodyPr wrap="square" lIns="98755" tIns="49378" rIns="98755" bIns="49378" rtlCol="0">
            <a:spAutoFit/>
          </a:bodyPr>
          <a:p>
            <a:pPr algn="ctr"/>
            <a:r>
              <a:rPr lang="en-US" altLang="zh-CN" sz="970" dirty="0">
                <a:solidFill>
                  <a:schemeClr val="accent5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……</a:t>
            </a:r>
            <a:endParaRPr lang="en-US" altLang="zh-CN" sz="970" dirty="0">
              <a:solidFill>
                <a:schemeClr val="accent5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ounded Rectangle 5"/>
          <p:cNvSpPr/>
          <p:nvPr/>
        </p:nvSpPr>
        <p:spPr>
          <a:xfrm rot="13500000" flipV="1">
            <a:off x="5727495" y="4676881"/>
            <a:ext cx="858416" cy="857688"/>
          </a:xfrm>
          <a:custGeom>
            <a:avLst/>
            <a:gdLst>
              <a:gd name="adj" fmla="val 50000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352" h="1351">
                <a:moveTo>
                  <a:pt x="450" y="142"/>
                </a:moveTo>
                <a:cubicBezTo>
                  <a:pt x="447" y="63"/>
                  <a:pt x="519" y="0"/>
                  <a:pt x="590" y="2"/>
                </a:cubicBezTo>
                <a:lnTo>
                  <a:pt x="1191" y="2"/>
                </a:lnTo>
                <a:lnTo>
                  <a:pt x="1192" y="1"/>
                </a:lnTo>
                <a:lnTo>
                  <a:pt x="1192" y="1"/>
                </a:lnTo>
                <a:cubicBezTo>
                  <a:pt x="1194" y="1"/>
                  <a:pt x="1211" y="0"/>
                  <a:pt x="1212" y="0"/>
                </a:cubicBezTo>
                <a:cubicBezTo>
                  <a:pt x="1284" y="-4"/>
                  <a:pt x="1345" y="63"/>
                  <a:pt x="1350" y="120"/>
                </a:cubicBezTo>
                <a:cubicBezTo>
                  <a:pt x="1351" y="120"/>
                  <a:pt x="1352" y="141"/>
                  <a:pt x="1352" y="142"/>
                </a:cubicBezTo>
                <a:lnTo>
                  <a:pt x="1352" y="145"/>
                </a:lnTo>
                <a:lnTo>
                  <a:pt x="1352" y="149"/>
                </a:lnTo>
                <a:lnTo>
                  <a:pt x="1352" y="149"/>
                </a:lnTo>
                <a:lnTo>
                  <a:pt x="1352" y="759"/>
                </a:lnTo>
                <a:cubicBezTo>
                  <a:pt x="1354" y="838"/>
                  <a:pt x="1282" y="901"/>
                  <a:pt x="1212" y="899"/>
                </a:cubicBezTo>
                <a:cubicBezTo>
                  <a:pt x="1133" y="901"/>
                  <a:pt x="1070" y="829"/>
                  <a:pt x="1072" y="759"/>
                </a:cubicBezTo>
                <a:lnTo>
                  <a:pt x="1072" y="477"/>
                </a:lnTo>
                <a:lnTo>
                  <a:pt x="239" y="1310"/>
                </a:lnTo>
                <a:cubicBezTo>
                  <a:pt x="213" y="1337"/>
                  <a:pt x="170" y="1351"/>
                  <a:pt x="142" y="1351"/>
                </a:cubicBezTo>
                <a:lnTo>
                  <a:pt x="138" y="1351"/>
                </a:lnTo>
                <a:cubicBezTo>
                  <a:pt x="66" y="1356"/>
                  <a:pt x="-5" y="1277"/>
                  <a:pt x="0" y="1212"/>
                </a:cubicBezTo>
                <a:lnTo>
                  <a:pt x="0" y="1209"/>
                </a:lnTo>
                <a:cubicBezTo>
                  <a:pt x="-1" y="1174"/>
                  <a:pt x="18" y="1133"/>
                  <a:pt x="41" y="1112"/>
                </a:cubicBezTo>
                <a:lnTo>
                  <a:pt x="871" y="282"/>
                </a:lnTo>
                <a:lnTo>
                  <a:pt x="590" y="282"/>
                </a:lnTo>
                <a:cubicBezTo>
                  <a:pt x="511" y="284"/>
                  <a:pt x="448" y="212"/>
                  <a:pt x="450" y="142"/>
                </a:cubicBezTo>
                <a:close/>
              </a:path>
            </a:pathLst>
          </a:custGeom>
          <a:gradFill>
            <a:gsLst>
              <a:gs pos="0">
                <a:schemeClr val="tx2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0" scaled="0"/>
          </a:gra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sz="1945">
              <a:solidFill>
                <a:schemeClr val="bg1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©天蝎PPT6"/>
          <p:cNvSpPr/>
          <p:nvPr>
            <p:custDataLst>
              <p:tags r:id="rId1"/>
            </p:custDataLst>
          </p:nvPr>
        </p:nvSpPr>
        <p:spPr>
          <a:xfrm rot="16200000" flipH="1">
            <a:off x="3190240" y="1364428"/>
            <a:ext cx="8493760" cy="4600575"/>
          </a:xfrm>
          <a:prstGeom prst="triangle">
            <a:avLst/>
          </a:pr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66000">
                <a:schemeClr val="accent1">
                  <a:lumMod val="20000"/>
                  <a:lumOff val="80000"/>
                  <a:alpha val="0"/>
                </a:schemeClr>
              </a:gs>
            </a:gsLst>
            <a:lin ang="5400000" scaled="0"/>
          </a:gradFill>
          <a:ln w="9525">
            <a:noFill/>
          </a:ln>
        </p:spPr>
        <p:txBody>
          <a:bodyPr vert="horz" wrap="square" lIns="68580" tIns="34290" rIns="68580" bIns="34290" numCol="1" rtlCol="0" anchor="t" anchorCtr="0" compatLnSpc="1">
            <a:noAutofit/>
          </a:bodyPr>
          <a:p>
            <a:pPr lvl="0" algn="l">
              <a:buClrTx/>
              <a:buSzTx/>
              <a:buFontTx/>
            </a:pPr>
            <a:endParaRPr kumimoji="1" lang="zh-CN" altLang="en-US" sz="135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02" name="©天蝎PPT6"/>
          <p:cNvSpPr/>
          <p:nvPr>
            <p:custDataLst>
              <p:tags r:id="rId2"/>
            </p:custDataLst>
          </p:nvPr>
        </p:nvSpPr>
        <p:spPr>
          <a:xfrm rot="5400000">
            <a:off x="-1591310" y="1369508"/>
            <a:ext cx="8493760" cy="4600575"/>
          </a:xfrm>
          <a:prstGeom prst="triangle">
            <a:avLst/>
          </a:prstGeom>
          <a:gradFill>
            <a:gsLst>
              <a:gs pos="0">
                <a:schemeClr val="accent5">
                  <a:lumMod val="40000"/>
                  <a:lumOff val="60000"/>
                </a:schemeClr>
              </a:gs>
              <a:gs pos="63000">
                <a:schemeClr val="accent5">
                  <a:lumMod val="20000"/>
                  <a:lumOff val="80000"/>
                  <a:alpha val="0"/>
                </a:schemeClr>
              </a:gs>
            </a:gsLst>
            <a:lin ang="5400000" scaled="0"/>
          </a:gradFill>
          <a:ln w="9525">
            <a:noFill/>
          </a:ln>
        </p:spPr>
        <p:txBody>
          <a:bodyPr vert="horz" wrap="square" lIns="68580" tIns="34290" rIns="68580" bIns="34290" numCol="1" rtlCol="0" anchor="t" anchorCtr="0" compatLnSpc="1"/>
          <a:p>
            <a:endParaRPr kumimoji="1" lang="zh-CN" altLang="en-US" sz="135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5" name="标题 2"/>
          <p:cNvSpPr>
            <a:spLocks noGrp="1"/>
          </p:cNvSpPr>
          <p:nvPr/>
        </p:nvSpPr>
        <p:spPr>
          <a:xfrm>
            <a:off x="1105535" y="347980"/>
            <a:ext cx="7137400" cy="396875"/>
          </a:xfrm>
          <a:prstGeom prst="rect">
            <a:avLst/>
          </a:prstGeom>
          <a:ln w="12700">
            <a:miter lim="400000"/>
          </a:ln>
        </p:spPr>
        <p:txBody>
          <a:bodyPr vert="horz" wrap="square" lIns="25400" tIns="25400" rIns="25400" bIns="2540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0" lang="zh-CN" altLang="en-US" sz="2800" b="1" u="none" strike="noStrike" kern="1200" cap="none" spc="0" normalizeH="0" baseline="0" dirty="0">
                <a:ln>
                  <a:noFill/>
                </a:ln>
                <a:solidFill>
                  <a:schemeClr val="accent1"/>
                </a:solidFill>
                <a:effectLst>
                  <a:outerShdw blurRad="187896" dist="38100" dir="2700000" algn="tl" rotWithShape="0">
                    <a:srgbClr val="1C2952">
                      <a:alpha val="6000"/>
                    </a:srgbClr>
                  </a:outerShdw>
                </a:effectLst>
                <a:uLnTx/>
                <a:uFillTx/>
                <a:latin typeface="HONOR Sans CN" panose="05000200000000000000" charset="-122"/>
                <a:ea typeface="HONOR Sans CN" panose="05000200000000000000" charset="-122"/>
                <a:cs typeface="OPPOSans H" panose="00020600040101010101" pitchFamily="18" charset="-122"/>
              </a:defRPr>
            </a:lvl1pPr>
          </a:lstStyle>
          <a:p>
            <a:pPr algn="l"/>
            <a:r>
              <a:rPr sz="2500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业务框架</a:t>
            </a:r>
            <a:r>
              <a:rPr lang="en-US" altLang="zh-CN" sz="2500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sz="2500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中心发散架构 |</a:t>
            </a:r>
            <a:r>
              <a:rPr lang="zh-CN" altLang="en-US" sz="2500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500" dirty="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PC</a:t>
            </a:r>
            <a:r>
              <a:rPr sz="2500" dirty="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未来发展趋势</a:t>
            </a:r>
            <a:endParaRPr sz="2500" dirty="0">
              <a:solidFill>
                <a:schemeClr val="tx2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" name="图片 9" descr="屋顶资源管理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5600" y="186055"/>
            <a:ext cx="549910" cy="549910"/>
          </a:xfrm>
          <a:prstGeom prst="rect">
            <a:avLst/>
          </a:prstGeom>
        </p:spPr>
      </p:pic>
      <p:sp>
        <p:nvSpPr>
          <p:cNvPr id="6" name="椭圆 5"/>
          <p:cNvSpPr/>
          <p:nvPr/>
        </p:nvSpPr>
        <p:spPr>
          <a:xfrm>
            <a:off x="3326130" y="2035810"/>
            <a:ext cx="3267710" cy="3267710"/>
          </a:xfrm>
          <a:prstGeom prst="ellipse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3416300" y="2327910"/>
            <a:ext cx="523875" cy="523875"/>
          </a:xfrm>
          <a:prstGeom prst="ellipse">
            <a:avLst/>
          </a:prstGeom>
          <a:gradFill>
            <a:gsLst>
              <a:gs pos="13000">
                <a:schemeClr val="accent5">
                  <a:lumMod val="40000"/>
                  <a:lumOff val="60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38100">
            <a:solidFill>
              <a:schemeClr val="bg1"/>
            </a:solidFill>
          </a:ln>
          <a:effectLst>
            <a:glow rad="101600">
              <a:schemeClr val="accent6">
                <a:lumMod val="40000"/>
                <a:lumOff val="60000"/>
                <a:alpha val="40000"/>
              </a:schemeClr>
            </a:glo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3048000" y="3445510"/>
            <a:ext cx="523875" cy="523875"/>
          </a:xfrm>
          <a:prstGeom prst="ellipse">
            <a:avLst/>
          </a:prstGeom>
          <a:gradFill>
            <a:gsLst>
              <a:gs pos="13000">
                <a:schemeClr val="accent5">
                  <a:lumMod val="40000"/>
                  <a:lumOff val="60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38100">
            <a:solidFill>
              <a:schemeClr val="bg1"/>
            </a:solidFill>
          </a:ln>
          <a:effectLst>
            <a:glow rad="101600">
              <a:schemeClr val="accent6">
                <a:lumMod val="40000"/>
                <a:lumOff val="60000"/>
                <a:alpha val="40000"/>
              </a:schemeClr>
            </a:glo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cs typeface="微软雅黑" panose="020B0503020204020204" charset="-122"/>
              <a:sym typeface="+mn-ea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3416300" y="4496435"/>
            <a:ext cx="523875" cy="523875"/>
          </a:xfrm>
          <a:prstGeom prst="ellipse">
            <a:avLst/>
          </a:prstGeom>
          <a:gradFill>
            <a:gsLst>
              <a:gs pos="13000">
                <a:schemeClr val="accent5">
                  <a:lumMod val="40000"/>
                  <a:lumOff val="60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38100">
            <a:solidFill>
              <a:schemeClr val="bg1"/>
            </a:solidFill>
          </a:ln>
          <a:effectLst>
            <a:glow rad="101600">
              <a:schemeClr val="accent6">
                <a:lumMod val="40000"/>
                <a:lumOff val="60000"/>
                <a:alpha val="40000"/>
              </a:schemeClr>
            </a:glo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cs typeface="微软雅黑" panose="020B0503020204020204" charset="-122"/>
              <a:sym typeface="+mn-ea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5977255" y="2327910"/>
            <a:ext cx="523875" cy="523875"/>
          </a:xfrm>
          <a:prstGeom prst="ellipse">
            <a:avLst/>
          </a:prstGeom>
          <a:gradFill>
            <a:gsLst>
              <a:gs pos="1300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 w="38100">
            <a:solidFill>
              <a:schemeClr val="bg1"/>
            </a:solidFill>
          </a:ln>
          <a:effectLst>
            <a:glow rad="101600">
              <a:schemeClr val="accent6">
                <a:lumMod val="40000"/>
                <a:lumOff val="60000"/>
                <a:alpha val="40000"/>
              </a:schemeClr>
            </a:glo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cs typeface="微软雅黑" panose="020B0503020204020204" charset="-122"/>
              <a:sym typeface="+mn-ea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6304280" y="3445510"/>
            <a:ext cx="523875" cy="523875"/>
          </a:xfrm>
          <a:prstGeom prst="ellipse">
            <a:avLst/>
          </a:prstGeom>
          <a:gradFill>
            <a:gsLst>
              <a:gs pos="1300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 w="38100">
            <a:solidFill>
              <a:schemeClr val="bg1"/>
            </a:solidFill>
          </a:ln>
          <a:effectLst>
            <a:glow rad="101600">
              <a:schemeClr val="accent6">
                <a:lumMod val="40000"/>
                <a:lumOff val="60000"/>
                <a:alpha val="40000"/>
              </a:schemeClr>
            </a:glo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cs typeface="微软雅黑" panose="020B0503020204020204" charset="-122"/>
              <a:sym typeface="+mn-ea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5977255" y="4496435"/>
            <a:ext cx="523875" cy="523875"/>
          </a:xfrm>
          <a:prstGeom prst="ellipse">
            <a:avLst/>
          </a:prstGeom>
          <a:gradFill>
            <a:gsLst>
              <a:gs pos="1300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 w="38100">
            <a:solidFill>
              <a:schemeClr val="bg1"/>
            </a:solidFill>
          </a:ln>
          <a:effectLst>
            <a:glow rad="101600">
              <a:schemeClr val="accent6">
                <a:lumMod val="40000"/>
                <a:lumOff val="60000"/>
                <a:alpha val="40000"/>
              </a:schemeClr>
            </a:glo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cs typeface="微软雅黑" panose="020B0503020204020204" charset="-122"/>
              <a:sym typeface="+mn-ea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93720" y="5859145"/>
            <a:ext cx="3876675" cy="585470"/>
          </a:xfrm>
          <a:prstGeom prst="rect">
            <a:avLst/>
          </a:prstGeom>
          <a:solidFill>
            <a:schemeClr val="accent5">
              <a:lumMod val="20000"/>
              <a:lumOff val="80000"/>
              <a:alpha val="20000"/>
            </a:schemeClr>
          </a:solidFill>
          <a:ln>
            <a:solidFill>
              <a:schemeClr val="accent5">
                <a:lumMod val="60000"/>
                <a:lumOff val="40000"/>
                <a:alpha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3809365" y="2505075"/>
            <a:ext cx="2405380" cy="2405380"/>
          </a:xfrm>
          <a:prstGeom prst="ellipse">
            <a:avLst/>
          </a:prstGeom>
          <a:solidFill>
            <a:schemeClr val="accent5">
              <a:alpha val="2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4104640" y="2800350"/>
            <a:ext cx="1814830" cy="1814830"/>
          </a:xfrm>
          <a:prstGeom prst="ellipse">
            <a:avLst/>
          </a:prstGeom>
          <a:gradFill>
            <a:gsLst>
              <a:gs pos="13000">
                <a:schemeClr val="accent5">
                  <a:lumMod val="60000"/>
                  <a:lumOff val="40000"/>
                </a:schemeClr>
              </a:gs>
              <a:gs pos="100000">
                <a:schemeClr val="accent5"/>
              </a:gs>
            </a:gsLst>
            <a:path path="circle">
              <a:fillToRect r="100000" b="100000"/>
            </a:path>
            <a:tileRect l="-100000" t="-100000"/>
          </a:gra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pic>
        <p:nvPicPr>
          <p:cNvPr id="21" name="图片 20" descr="笔记本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78045" y="3670935"/>
            <a:ext cx="668020" cy="668020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4468495" y="3217545"/>
            <a:ext cx="1087120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5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PC</a:t>
            </a:r>
            <a:endParaRPr lang="en-US" altLang="zh-CN" sz="25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3" name="图片 22" descr="卡口视频摄像头,监控,桌面摄像头,网络摄像头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168650" y="3568065"/>
            <a:ext cx="270510" cy="270510"/>
          </a:xfrm>
          <a:prstGeom prst="rect">
            <a:avLst/>
          </a:prstGeom>
        </p:spPr>
      </p:pic>
      <p:pic>
        <p:nvPicPr>
          <p:cNvPr id="24" name="图片 23" descr="鼠标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539490" y="2451100"/>
            <a:ext cx="277495" cy="277495"/>
          </a:xfrm>
          <a:prstGeom prst="rect">
            <a:avLst/>
          </a:prstGeom>
        </p:spPr>
      </p:pic>
      <p:pic>
        <p:nvPicPr>
          <p:cNvPr id="25" name="图片 24" descr="键盘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545205" y="4615180"/>
            <a:ext cx="278765" cy="254635"/>
          </a:xfrm>
          <a:prstGeom prst="rect">
            <a:avLst/>
          </a:prstGeom>
        </p:spPr>
      </p:pic>
      <p:pic>
        <p:nvPicPr>
          <p:cNvPr id="26" name="图片 25" descr="pad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436995" y="3562350"/>
            <a:ext cx="277495" cy="277495"/>
          </a:xfrm>
          <a:prstGeom prst="rect">
            <a:avLst/>
          </a:prstGeom>
        </p:spPr>
      </p:pic>
      <p:pic>
        <p:nvPicPr>
          <p:cNvPr id="27" name="图片 26" descr="手机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085840" y="2446020"/>
            <a:ext cx="311150" cy="311150"/>
          </a:xfrm>
          <a:prstGeom prst="rect">
            <a:avLst/>
          </a:prstGeom>
        </p:spPr>
      </p:pic>
      <p:pic>
        <p:nvPicPr>
          <p:cNvPr id="28" name="图片 27" descr="VR眼镜2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083935" y="4578350"/>
            <a:ext cx="312420" cy="312420"/>
          </a:xfrm>
          <a:prstGeom prst="rect">
            <a:avLst/>
          </a:prstGeom>
        </p:spPr>
      </p:pic>
      <p:sp>
        <p:nvSpPr>
          <p:cNvPr id="29" name="文本框 28"/>
          <p:cNvSpPr txBox="1"/>
          <p:nvPr/>
        </p:nvSpPr>
        <p:spPr>
          <a:xfrm>
            <a:off x="2845435" y="2421890"/>
            <a:ext cx="54546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鼠标</a:t>
            </a:r>
            <a:endParaRPr lang="zh-CN" altLang="en-US" sz="140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2353945" y="3568065"/>
            <a:ext cx="73977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摄像头</a:t>
            </a:r>
            <a:endParaRPr lang="zh-CN" altLang="en-US" sz="140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2881630" y="4603115"/>
            <a:ext cx="73977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键盘</a:t>
            </a:r>
            <a:endParaRPr lang="zh-CN" altLang="en-US" sz="140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6558915" y="2371725"/>
            <a:ext cx="73977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手机</a:t>
            </a:r>
            <a:endParaRPr lang="zh-CN" altLang="en-US" sz="140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6888480" y="3605530"/>
            <a:ext cx="73977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PAD</a:t>
            </a:r>
            <a:endParaRPr lang="en-US" altLang="zh-CN" sz="140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6584950" y="4622165"/>
            <a:ext cx="73977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XR</a:t>
            </a:r>
            <a:endParaRPr lang="en-US" altLang="zh-CN" sz="140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3265170" y="5928360"/>
            <a:ext cx="36226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模拟厂商、软件厂商、硬件厂商将陆续开发、迭代、优化相应</a:t>
            </a:r>
            <a:r>
              <a:rPr lang="en-US" altLang="zh-CN" sz="12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12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能力，促使用户长期使用</a:t>
            </a:r>
            <a:r>
              <a:rPr lang="en-US" altLang="zh-CN" sz="12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 PC</a:t>
            </a:r>
            <a:endParaRPr lang="en-US" altLang="zh-CN" sz="120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7" name="紫荆的职场Point99-4"/>
          <p:cNvSpPr/>
          <p:nvPr/>
        </p:nvSpPr>
        <p:spPr>
          <a:xfrm rot="16200000" flipV="1">
            <a:off x="1482725" y="3294380"/>
            <a:ext cx="779145" cy="812800"/>
          </a:xfrm>
          <a:custGeom>
            <a:avLst/>
            <a:gdLst>
              <a:gd name="connsiteX0" fmla="*/ 202633 w 416172"/>
              <a:gd name="connsiteY0" fmla="*/ 0 h 485927"/>
              <a:gd name="connsiteX1" fmla="*/ 374083 w 416172"/>
              <a:gd name="connsiteY1" fmla="*/ 157551 h 485927"/>
              <a:gd name="connsiteX2" fmla="*/ 294275 w 416172"/>
              <a:gd name="connsiteY2" fmla="*/ 157551 h 485927"/>
              <a:gd name="connsiteX3" fmla="*/ 306015 w 416172"/>
              <a:gd name="connsiteY3" fmla="*/ 222549 h 485927"/>
              <a:gd name="connsiteX4" fmla="*/ 416172 w 416172"/>
              <a:gd name="connsiteY4" fmla="*/ 485927 h 485927"/>
              <a:gd name="connsiteX5" fmla="*/ 0 w 416172"/>
              <a:gd name="connsiteY5" fmla="*/ 485927 h 485927"/>
              <a:gd name="connsiteX6" fmla="*/ 112166 w 416172"/>
              <a:gd name="connsiteY6" fmla="*/ 219870 h 485927"/>
              <a:gd name="connsiteX7" fmla="*/ 122329 w 416172"/>
              <a:gd name="connsiteY7" fmla="*/ 157551 h 485927"/>
              <a:gd name="connsiteX8" fmla="*/ 31183 w 416172"/>
              <a:gd name="connsiteY8" fmla="*/ 157551 h 485927"/>
              <a:gd name="connsiteX9" fmla="*/ 202633 w 416172"/>
              <a:gd name="connsiteY9" fmla="*/ 0 h 4859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16172" h="485927">
                <a:moveTo>
                  <a:pt x="202633" y="0"/>
                </a:moveTo>
                <a:cubicBezTo>
                  <a:pt x="238352" y="59661"/>
                  <a:pt x="269308" y="105034"/>
                  <a:pt x="374083" y="157551"/>
                </a:cubicBezTo>
                <a:lnTo>
                  <a:pt x="294275" y="157551"/>
                </a:lnTo>
                <a:lnTo>
                  <a:pt x="306015" y="222549"/>
                </a:lnTo>
                <a:cubicBezTo>
                  <a:pt x="326661" y="313020"/>
                  <a:pt x="361370" y="404832"/>
                  <a:pt x="416172" y="485927"/>
                </a:cubicBezTo>
                <a:lnTo>
                  <a:pt x="0" y="485927"/>
                </a:lnTo>
                <a:cubicBezTo>
                  <a:pt x="54801" y="401260"/>
                  <a:pt x="92191" y="308555"/>
                  <a:pt x="112166" y="219870"/>
                </a:cubicBezTo>
                <a:lnTo>
                  <a:pt x="122329" y="157551"/>
                </a:lnTo>
                <a:lnTo>
                  <a:pt x="31183" y="157551"/>
                </a:lnTo>
                <a:cubicBezTo>
                  <a:pt x="131195" y="107415"/>
                  <a:pt x="181202" y="45373"/>
                  <a:pt x="202633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chemeClr val="accent5">
                  <a:lumMod val="40000"/>
                  <a:lumOff val="60000"/>
                </a:schemeClr>
              </a:gs>
            </a:gsLst>
            <a:lin ang="16200000" scaled="1"/>
            <a:tileRect/>
          </a:gradFill>
          <a:ln w="6350" cap="flat" cmpd="sng" algn="ctr">
            <a:noFill/>
            <a:prstDash val="lgDash"/>
            <a:miter lim="800000"/>
          </a:ln>
          <a:effectLst/>
        </p:spPr>
        <p:txBody>
          <a:bodyPr wrap="square" rtlCol="0" anchor="ctr">
            <a:noAutofit/>
          </a:bodyPr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3" name="图片 42" descr="团队 (3)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06400" y="3217545"/>
            <a:ext cx="873125" cy="873125"/>
          </a:xfrm>
          <a:prstGeom prst="rect">
            <a:avLst/>
          </a:prstGeom>
        </p:spPr>
      </p:pic>
      <p:sp>
        <p:nvSpPr>
          <p:cNvPr id="44" name="文本框 43"/>
          <p:cNvSpPr txBox="1"/>
          <p:nvPr/>
        </p:nvSpPr>
        <p:spPr>
          <a:xfrm>
            <a:off x="273050" y="4272915"/>
            <a:ext cx="140017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用户按照自己的习惯、需求，通过</a:t>
            </a:r>
            <a:r>
              <a:rPr lang="en-US" altLang="zh-CN" sz="12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PC</a:t>
            </a:r>
            <a:r>
              <a:rPr lang="zh-CN" altLang="en-US" sz="12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及相对应的外设，持续输入、反馈及修正相应结果。</a:t>
            </a:r>
            <a:endParaRPr lang="zh-CN" altLang="en-US" sz="120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2353945" y="1278890"/>
            <a:ext cx="5160645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200" b="1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PC</a:t>
            </a:r>
            <a:r>
              <a:rPr lang="zh-CN" altLang="en-US" sz="2200" b="1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的后端持续运维及服务将非常重要</a:t>
            </a:r>
            <a:endParaRPr lang="zh-CN" altLang="en-US" sz="2200" b="1">
              <a:solidFill>
                <a:schemeClr val="accent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紫荆的职场Point99-4"/>
          <p:cNvSpPr/>
          <p:nvPr/>
        </p:nvSpPr>
        <p:spPr>
          <a:xfrm rot="16200000" flipV="1">
            <a:off x="7446645" y="3294380"/>
            <a:ext cx="779145" cy="812800"/>
          </a:xfrm>
          <a:custGeom>
            <a:avLst/>
            <a:gdLst>
              <a:gd name="connsiteX0" fmla="*/ 202633 w 416172"/>
              <a:gd name="connsiteY0" fmla="*/ 0 h 485927"/>
              <a:gd name="connsiteX1" fmla="*/ 374083 w 416172"/>
              <a:gd name="connsiteY1" fmla="*/ 157551 h 485927"/>
              <a:gd name="connsiteX2" fmla="*/ 294275 w 416172"/>
              <a:gd name="connsiteY2" fmla="*/ 157551 h 485927"/>
              <a:gd name="connsiteX3" fmla="*/ 306015 w 416172"/>
              <a:gd name="connsiteY3" fmla="*/ 222549 h 485927"/>
              <a:gd name="connsiteX4" fmla="*/ 416172 w 416172"/>
              <a:gd name="connsiteY4" fmla="*/ 485927 h 485927"/>
              <a:gd name="connsiteX5" fmla="*/ 0 w 416172"/>
              <a:gd name="connsiteY5" fmla="*/ 485927 h 485927"/>
              <a:gd name="connsiteX6" fmla="*/ 112166 w 416172"/>
              <a:gd name="connsiteY6" fmla="*/ 219870 h 485927"/>
              <a:gd name="connsiteX7" fmla="*/ 122329 w 416172"/>
              <a:gd name="connsiteY7" fmla="*/ 157551 h 485927"/>
              <a:gd name="connsiteX8" fmla="*/ 31183 w 416172"/>
              <a:gd name="connsiteY8" fmla="*/ 157551 h 485927"/>
              <a:gd name="connsiteX9" fmla="*/ 202633 w 416172"/>
              <a:gd name="connsiteY9" fmla="*/ 0 h 4859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16172" h="485927">
                <a:moveTo>
                  <a:pt x="202633" y="0"/>
                </a:moveTo>
                <a:cubicBezTo>
                  <a:pt x="238352" y="59661"/>
                  <a:pt x="269308" y="105034"/>
                  <a:pt x="374083" y="157551"/>
                </a:cubicBezTo>
                <a:lnTo>
                  <a:pt x="294275" y="157551"/>
                </a:lnTo>
                <a:lnTo>
                  <a:pt x="306015" y="222549"/>
                </a:lnTo>
                <a:cubicBezTo>
                  <a:pt x="326661" y="313020"/>
                  <a:pt x="361370" y="404832"/>
                  <a:pt x="416172" y="485927"/>
                </a:cubicBezTo>
                <a:lnTo>
                  <a:pt x="0" y="485927"/>
                </a:lnTo>
                <a:cubicBezTo>
                  <a:pt x="54801" y="401260"/>
                  <a:pt x="92191" y="308555"/>
                  <a:pt x="112166" y="219870"/>
                </a:cubicBezTo>
                <a:lnTo>
                  <a:pt x="122329" y="157551"/>
                </a:lnTo>
                <a:lnTo>
                  <a:pt x="31183" y="157551"/>
                </a:lnTo>
                <a:cubicBezTo>
                  <a:pt x="131195" y="107415"/>
                  <a:pt x="181202" y="45373"/>
                  <a:pt x="202633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16200000" scaled="1"/>
            <a:tileRect/>
          </a:gradFill>
          <a:ln w="6350" cap="flat" cmpd="sng" algn="ctr">
            <a:noFill/>
            <a:prstDash val="lgDash"/>
            <a:miter lim="800000"/>
          </a:ln>
          <a:effectLst/>
        </p:spPr>
        <p:txBody>
          <a:bodyPr wrap="square" rtlCol="0" anchor="ctr">
            <a:noAutofit/>
          </a:bodyPr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7" name="图片 46" descr="大脑,研判,智慧,思考,联想 (1)"/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8493125" y="2456815"/>
            <a:ext cx="924560" cy="924560"/>
          </a:xfrm>
          <a:prstGeom prst="rect">
            <a:avLst/>
          </a:prstGeom>
        </p:spPr>
      </p:pic>
      <p:sp>
        <p:nvSpPr>
          <p:cNvPr id="49" name="菱形 48"/>
          <p:cNvSpPr/>
          <p:nvPr/>
        </p:nvSpPr>
        <p:spPr>
          <a:xfrm rot="5400000" flipH="1">
            <a:off x="8794115" y="3171190"/>
            <a:ext cx="546735" cy="775970"/>
          </a:xfrm>
          <a:prstGeom prst="diamond">
            <a:avLst/>
          </a:prstGeom>
          <a:gradFill flip="none" rotWithShape="1">
            <a:gsLst>
              <a:gs pos="0">
                <a:schemeClr val="accent1"/>
              </a:gs>
              <a:gs pos="50000">
                <a:schemeClr val="accent1">
                  <a:alpha val="0"/>
                </a:schemeClr>
              </a:gs>
            </a:gsLst>
            <a:lin ang="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p>
            <a:pPr lvl="0" algn="ctr">
              <a:buClrTx/>
              <a:buSzTx/>
              <a:buFontTx/>
              <a:defRPr/>
            </a:pPr>
            <a:endParaRPr lang="zh-CN" altLang="en-US" kern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1" name="菱形 50"/>
          <p:cNvSpPr/>
          <p:nvPr/>
        </p:nvSpPr>
        <p:spPr>
          <a:xfrm rot="5400000" flipH="1">
            <a:off x="10330815" y="3171190"/>
            <a:ext cx="546735" cy="775970"/>
          </a:xfrm>
          <a:prstGeom prst="diamond">
            <a:avLst/>
          </a:prstGeom>
          <a:gradFill flip="none" rotWithShape="1">
            <a:gsLst>
              <a:gs pos="0">
                <a:schemeClr val="accent1"/>
              </a:gs>
              <a:gs pos="50000">
                <a:schemeClr val="accent1">
                  <a:alpha val="0"/>
                </a:schemeClr>
              </a:gs>
            </a:gsLst>
            <a:lin ang="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p>
            <a:pPr lvl="0" algn="ctr">
              <a:buClrTx/>
              <a:buSzTx/>
              <a:buFontTx/>
              <a:defRPr/>
            </a:pPr>
            <a:endParaRPr lang="zh-CN" altLang="en-US" kern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9455785" y="2515235"/>
            <a:ext cx="232092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12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经过用户的持续</a:t>
            </a:r>
            <a:r>
              <a:rPr lang="en-US" altLang="zh-CN" sz="12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sz="12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喂养</a:t>
            </a:r>
            <a:r>
              <a:rPr lang="en-US" altLang="zh-CN" sz="12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12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lang="en-US" altLang="zh-CN" sz="12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PC</a:t>
            </a:r>
            <a:r>
              <a:rPr lang="zh-CN" altLang="en-US" sz="12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的自我训练，</a:t>
            </a:r>
            <a:r>
              <a:rPr lang="en-US" altLang="zh-CN" sz="12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PC</a:t>
            </a:r>
            <a:r>
              <a:rPr lang="zh-CN" altLang="en-US" sz="12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逐步成为更接近用户习惯、思维范式的个人智能体。</a:t>
            </a:r>
            <a:endParaRPr lang="zh-CN" altLang="en-US" sz="120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8223885" y="4025900"/>
            <a:ext cx="352679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</a:t>
            </a:r>
            <a:r>
              <a:rPr lang="zh-CN" altLang="en-US" sz="1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1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PC</a:t>
            </a:r>
            <a:r>
              <a:rPr lang="zh-CN" altLang="en-US" sz="1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厂商的角色与功能将会发生何种变化？</a:t>
            </a:r>
            <a:endParaRPr lang="zh-CN" altLang="en-US" sz="12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圆角矩形 53"/>
          <p:cNvSpPr/>
          <p:nvPr/>
        </p:nvSpPr>
        <p:spPr>
          <a:xfrm>
            <a:off x="8266430" y="4453255"/>
            <a:ext cx="3675380" cy="1672590"/>
          </a:xfrm>
          <a:prstGeom prst="roundRect">
            <a:avLst/>
          </a:prstGeom>
          <a:solidFill>
            <a:schemeClr val="accent1">
              <a:lumMod val="20000"/>
              <a:lumOff val="80000"/>
              <a:alpha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8387080" y="4603115"/>
            <a:ext cx="3496945" cy="1353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171450" indent="-171450" fontAlgn="auto">
              <a:lnSpc>
                <a:spcPts val="1640"/>
              </a:lnSpc>
              <a:buFont typeface="Wingdings" panose="05000000000000000000" charset="0"/>
              <a:buChar char="ü"/>
            </a:pPr>
            <a:r>
              <a:rPr lang="zh-CN" sz="10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流量入口：</a:t>
            </a:r>
            <a:r>
              <a:rPr lang="zh-CN" sz="10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作为个人智能体与新兴</a:t>
            </a:r>
            <a:r>
              <a:rPr lang="en-US" altLang="zh-CN" sz="10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10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应用生态构建新流量入口，具有</a:t>
            </a:r>
            <a:r>
              <a:rPr lang="en-US" altLang="zh-CN" sz="10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10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应用集成于分发能力；</a:t>
            </a:r>
            <a:endParaRPr lang="zh-CN" altLang="en-US" sz="100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indent="-171450" fontAlgn="auto">
              <a:lnSpc>
                <a:spcPts val="1640"/>
              </a:lnSpc>
              <a:buFont typeface="Wingdings" panose="05000000000000000000" charset="0"/>
              <a:buChar char="ü"/>
            </a:pPr>
            <a:r>
              <a:rPr lang="zh-CN" altLang="en-US" sz="10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用户服务：</a:t>
            </a:r>
            <a:r>
              <a:rPr lang="en-US" altLang="zh-CN" sz="10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1-</a:t>
            </a:r>
            <a:r>
              <a:rPr lang="zh-CN" altLang="en-US" sz="10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针对应用软件的适配、迭代、优化等将持续；</a:t>
            </a:r>
            <a:r>
              <a:rPr lang="en-US" altLang="zh-CN" sz="10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2-</a:t>
            </a:r>
            <a:r>
              <a:rPr lang="zh-CN" altLang="en-US" sz="10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更换电脑时，个人智能体将跟随账号延续；</a:t>
            </a:r>
            <a:endParaRPr lang="zh-CN" altLang="en-US" sz="100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indent="-171450" fontAlgn="auto">
              <a:lnSpc>
                <a:spcPts val="1640"/>
              </a:lnSpc>
              <a:buFont typeface="Wingdings" panose="05000000000000000000" charset="0"/>
              <a:buChar char="ü"/>
            </a:pPr>
            <a:r>
              <a:rPr lang="zh-CN" altLang="en-US" sz="10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用户链接：</a:t>
            </a:r>
            <a:r>
              <a:rPr lang="zh-CN" altLang="en-US" sz="10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脱离硬件售卖后的低频链接，转而为用户提供持续运营及服务的高频连接。</a:t>
            </a:r>
            <a:endParaRPr lang="zh-CN" altLang="en-US" sz="100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8738235" y="348615"/>
            <a:ext cx="3219450" cy="332740"/>
            <a:chOff x="13761" y="549"/>
            <a:chExt cx="5070" cy="524"/>
          </a:xfrm>
        </p:grpSpPr>
        <p:pic>
          <p:nvPicPr>
            <p:cNvPr id="4" name="图片 3"/>
            <p:cNvPicPr>
              <a:picLocks noChangeAspect="1"/>
            </p:cNvPicPr>
            <p:nvPr userDrawn="1"/>
          </p:nvPicPr>
          <p:blipFill>
            <a:blip r:embed="rId23"/>
            <a:srcRect l="17002" t="-1765" r="56499" b="-1176"/>
            <a:stretch>
              <a:fillRect/>
            </a:stretch>
          </p:blipFill>
          <p:spPr>
            <a:xfrm>
              <a:off x="13761" y="549"/>
              <a:ext cx="1582" cy="525"/>
            </a:xfrm>
            <a:prstGeom prst="rect">
              <a:avLst/>
            </a:prstGeom>
          </p:spPr>
        </p:pic>
        <p:sp>
          <p:nvSpPr>
            <p:cNvPr id="2" name="文本框 1"/>
            <p:cNvSpPr txBox="1"/>
            <p:nvPr userDrawn="1"/>
          </p:nvSpPr>
          <p:spPr>
            <a:xfrm>
              <a:off x="15219" y="655"/>
              <a:ext cx="3613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复杂逻辑场景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·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框架搭建系列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PPT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模板</a:t>
              </a:r>
              <a:endPara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cxnSp>
        <p:nvCxnSpPr>
          <p:cNvPr id="8" name="直线连接符 7"/>
          <p:cNvCxnSpPr/>
          <p:nvPr userDrawn="1"/>
        </p:nvCxnSpPr>
        <p:spPr>
          <a:xfrm>
            <a:off x="369165" y="839204"/>
            <a:ext cx="11459846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8" name="组合 57"/>
          <p:cNvGrpSpPr/>
          <p:nvPr/>
        </p:nvGrpSpPr>
        <p:grpSpPr>
          <a:xfrm>
            <a:off x="3638550" y="5481320"/>
            <a:ext cx="325120" cy="448945"/>
            <a:chOff x="5730" y="8632"/>
            <a:chExt cx="512" cy="707"/>
          </a:xfrm>
        </p:grpSpPr>
        <p:sp>
          <p:nvSpPr>
            <p:cNvPr id="59" name="菱形 58"/>
            <p:cNvSpPr/>
            <p:nvPr/>
          </p:nvSpPr>
          <p:spPr>
            <a:xfrm rot="16200000" flipH="1" flipV="1">
              <a:off x="5727" y="8824"/>
              <a:ext cx="519" cy="513"/>
            </a:xfrm>
            <a:prstGeom prst="diamond">
              <a:avLst/>
            </a:prstGeom>
            <a:gradFill flip="none" rotWithShape="1">
              <a:gsLst>
                <a:gs pos="0">
                  <a:schemeClr val="accent5">
                    <a:lumMod val="60000"/>
                    <a:lumOff val="40000"/>
                  </a:schemeClr>
                </a:gs>
                <a:gs pos="50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>
              <a:noAutofit/>
            </a:bodyPr>
            <a:p>
              <a:pPr lvl="0" algn="ctr">
                <a:buClrTx/>
                <a:buSzTx/>
                <a:buFontTx/>
                <a:defRPr/>
              </a:pPr>
              <a:endParaRPr lang="zh-CN" altLang="en-US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60" name="菱形 59"/>
            <p:cNvSpPr/>
            <p:nvPr/>
          </p:nvSpPr>
          <p:spPr>
            <a:xfrm rot="16200000" flipH="1" flipV="1">
              <a:off x="5727" y="8635"/>
              <a:ext cx="519" cy="513"/>
            </a:xfrm>
            <a:prstGeom prst="diamond">
              <a:avLst/>
            </a:prstGeom>
            <a:gradFill flip="none" rotWithShape="1">
              <a:gsLst>
                <a:gs pos="0">
                  <a:schemeClr val="accent5">
                    <a:lumMod val="60000"/>
                    <a:lumOff val="40000"/>
                  </a:schemeClr>
                </a:gs>
                <a:gs pos="50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>
              <a:noAutofit/>
            </a:bodyPr>
            <a:p>
              <a:pPr lvl="0" algn="ctr">
                <a:buClrTx/>
                <a:buSzTx/>
                <a:buFontTx/>
                <a:defRPr/>
              </a:pPr>
              <a:endParaRPr lang="zh-CN" altLang="en-US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61" name="组合 60"/>
          <p:cNvGrpSpPr/>
          <p:nvPr/>
        </p:nvGrpSpPr>
        <p:grpSpPr>
          <a:xfrm>
            <a:off x="4855845" y="5481320"/>
            <a:ext cx="325120" cy="448945"/>
            <a:chOff x="5730" y="8632"/>
            <a:chExt cx="512" cy="707"/>
          </a:xfrm>
        </p:grpSpPr>
        <p:sp>
          <p:nvSpPr>
            <p:cNvPr id="62" name="菱形 61"/>
            <p:cNvSpPr/>
            <p:nvPr/>
          </p:nvSpPr>
          <p:spPr>
            <a:xfrm rot="16200000" flipH="1" flipV="1">
              <a:off x="5727" y="8824"/>
              <a:ext cx="519" cy="513"/>
            </a:xfrm>
            <a:prstGeom prst="diamond">
              <a:avLst/>
            </a:prstGeom>
            <a:gradFill flip="none" rotWithShape="1">
              <a:gsLst>
                <a:gs pos="0">
                  <a:schemeClr val="accent5">
                    <a:lumMod val="60000"/>
                    <a:lumOff val="40000"/>
                  </a:schemeClr>
                </a:gs>
                <a:gs pos="50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>
              <a:noAutofit/>
            </a:bodyPr>
            <a:p>
              <a:pPr lvl="0" algn="ctr">
                <a:buClrTx/>
                <a:buSzTx/>
                <a:buFontTx/>
                <a:defRPr/>
              </a:pPr>
              <a:endParaRPr lang="zh-CN" altLang="en-US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63" name="菱形 62"/>
            <p:cNvSpPr/>
            <p:nvPr/>
          </p:nvSpPr>
          <p:spPr>
            <a:xfrm rot="16200000" flipH="1" flipV="1">
              <a:off x="5727" y="8635"/>
              <a:ext cx="519" cy="513"/>
            </a:xfrm>
            <a:prstGeom prst="diamond">
              <a:avLst/>
            </a:prstGeom>
            <a:gradFill flip="none" rotWithShape="1">
              <a:gsLst>
                <a:gs pos="0">
                  <a:schemeClr val="accent5">
                    <a:lumMod val="60000"/>
                    <a:lumOff val="40000"/>
                  </a:schemeClr>
                </a:gs>
                <a:gs pos="50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>
              <a:noAutofit/>
            </a:bodyPr>
            <a:p>
              <a:pPr lvl="0" algn="ctr">
                <a:buClrTx/>
                <a:buSzTx/>
                <a:buFontTx/>
                <a:defRPr/>
              </a:pPr>
              <a:endParaRPr lang="zh-CN" altLang="en-US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64" name="组合 63"/>
          <p:cNvGrpSpPr/>
          <p:nvPr/>
        </p:nvGrpSpPr>
        <p:grpSpPr>
          <a:xfrm>
            <a:off x="6070600" y="5481320"/>
            <a:ext cx="325120" cy="448945"/>
            <a:chOff x="5730" y="8632"/>
            <a:chExt cx="512" cy="707"/>
          </a:xfrm>
        </p:grpSpPr>
        <p:sp>
          <p:nvSpPr>
            <p:cNvPr id="65" name="菱形 64"/>
            <p:cNvSpPr/>
            <p:nvPr/>
          </p:nvSpPr>
          <p:spPr>
            <a:xfrm rot="16200000" flipH="1" flipV="1">
              <a:off x="5727" y="8824"/>
              <a:ext cx="519" cy="513"/>
            </a:xfrm>
            <a:prstGeom prst="diamond">
              <a:avLst/>
            </a:prstGeom>
            <a:gradFill flip="none" rotWithShape="1">
              <a:gsLst>
                <a:gs pos="0">
                  <a:schemeClr val="accent5">
                    <a:lumMod val="60000"/>
                    <a:lumOff val="40000"/>
                  </a:schemeClr>
                </a:gs>
                <a:gs pos="50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>
              <a:noAutofit/>
            </a:bodyPr>
            <a:p>
              <a:pPr lvl="0" algn="ctr">
                <a:buClrTx/>
                <a:buSzTx/>
                <a:buFontTx/>
                <a:defRPr/>
              </a:pPr>
              <a:endParaRPr lang="zh-CN" altLang="en-US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66" name="菱形 65"/>
            <p:cNvSpPr/>
            <p:nvPr/>
          </p:nvSpPr>
          <p:spPr>
            <a:xfrm rot="16200000" flipH="1" flipV="1">
              <a:off x="5727" y="8635"/>
              <a:ext cx="519" cy="513"/>
            </a:xfrm>
            <a:prstGeom prst="diamond">
              <a:avLst/>
            </a:prstGeom>
            <a:gradFill flip="none" rotWithShape="1">
              <a:gsLst>
                <a:gs pos="0">
                  <a:schemeClr val="accent5">
                    <a:lumMod val="60000"/>
                    <a:lumOff val="40000"/>
                  </a:schemeClr>
                </a:gs>
                <a:gs pos="50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>
              <a:noAutofit/>
            </a:bodyPr>
            <a:p>
              <a:pPr lvl="0" algn="ctr">
                <a:buClrTx/>
                <a:buSzTx/>
                <a:buFontTx/>
                <a:defRPr/>
              </a:pPr>
              <a:endParaRPr lang="zh-CN" altLang="en-US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/>
        </p:nvSpPr>
        <p:spPr>
          <a:xfrm>
            <a:off x="3394710" y="1069975"/>
            <a:ext cx="5401310" cy="5401310"/>
          </a:xfrm>
          <a:prstGeom prst="ellipse">
            <a:avLst/>
          </a:prstGeom>
          <a:solidFill>
            <a:schemeClr val="bg1">
              <a:alpha val="31000"/>
            </a:schemeClr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标题 2"/>
          <p:cNvSpPr>
            <a:spLocks noGrp="1"/>
          </p:cNvSpPr>
          <p:nvPr/>
        </p:nvSpPr>
        <p:spPr>
          <a:xfrm>
            <a:off x="1105535" y="348298"/>
            <a:ext cx="7728585" cy="396875"/>
          </a:xfrm>
          <a:prstGeom prst="rect">
            <a:avLst/>
          </a:prstGeom>
          <a:ln w="12700">
            <a:miter lim="400000"/>
          </a:ln>
        </p:spPr>
        <p:txBody>
          <a:bodyPr vert="horz" wrap="square" lIns="25400" tIns="25400" rIns="25400" bIns="2540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0" lang="zh-CN" altLang="en-US" sz="2800" b="1" u="none" strike="noStrike" kern="1200" cap="none" spc="0" normalizeH="0" baseline="0" dirty="0">
                <a:ln>
                  <a:noFill/>
                </a:ln>
                <a:solidFill>
                  <a:schemeClr val="accent1"/>
                </a:solidFill>
                <a:effectLst>
                  <a:outerShdw blurRad="187896" dist="38100" dir="2700000" algn="tl" rotWithShape="0">
                    <a:srgbClr val="1C2952">
                      <a:alpha val="6000"/>
                    </a:srgbClr>
                  </a:outerShdw>
                </a:effectLst>
                <a:uLnTx/>
                <a:uFillTx/>
                <a:latin typeface="HONOR Sans CN" panose="05000200000000000000" charset="-122"/>
                <a:ea typeface="HONOR Sans CN" panose="05000200000000000000" charset="-122"/>
                <a:cs typeface="OPPOSans H" panose="00020600040101010101" pitchFamily="18" charset="-122"/>
              </a:defRPr>
            </a:lvl1pPr>
          </a:lstStyle>
          <a:p>
            <a:pPr algn="l"/>
            <a:r>
              <a:rPr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业务框架</a:t>
            </a:r>
            <a:r>
              <a:rPr lang="en-US" altLang="zh-CN"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中心发散架构 | </a:t>
            </a:r>
            <a:r>
              <a:rPr sz="250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年度运营工作目标制定</a:t>
            </a:r>
            <a:endParaRPr lang="en-US" altLang="zh-CN" sz="2500" b="0">
              <a:solidFill>
                <a:schemeClr val="tx2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" name="图片 9" descr="屋顶资源管理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5600" y="186055"/>
            <a:ext cx="549910" cy="549910"/>
          </a:xfrm>
          <a:prstGeom prst="rect">
            <a:avLst/>
          </a:prstGeom>
        </p:spPr>
      </p:pic>
      <p:sp>
        <p:nvSpPr>
          <p:cNvPr id="3" name="紫荆的职场Point1"/>
          <p:cNvSpPr/>
          <p:nvPr/>
        </p:nvSpPr>
        <p:spPr>
          <a:xfrm>
            <a:off x="1475226" y="4879136"/>
            <a:ext cx="9171750" cy="2114914"/>
          </a:xfrm>
          <a:custGeom>
            <a:avLst/>
            <a:gdLst>
              <a:gd name="connsiteX0" fmla="*/ 4585875 w 9171750"/>
              <a:gd name="connsiteY0" fmla="*/ 0 h 2114914"/>
              <a:gd name="connsiteX1" fmla="*/ 9168362 w 9171750"/>
              <a:gd name="connsiteY1" fmla="*/ 2051746 h 2114914"/>
              <a:gd name="connsiteX2" fmla="*/ 9171750 w 9171750"/>
              <a:gd name="connsiteY2" fmla="*/ 2114914 h 2114914"/>
              <a:gd name="connsiteX3" fmla="*/ 0 w 9171750"/>
              <a:gd name="connsiteY3" fmla="*/ 2114914 h 2114914"/>
              <a:gd name="connsiteX4" fmla="*/ 3389 w 9171750"/>
              <a:gd name="connsiteY4" fmla="*/ 2051746 h 2114914"/>
              <a:gd name="connsiteX5" fmla="*/ 4585875 w 9171750"/>
              <a:gd name="connsiteY5" fmla="*/ 0 h 21149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71750" h="2114914">
                <a:moveTo>
                  <a:pt x="4585875" y="0"/>
                </a:moveTo>
                <a:cubicBezTo>
                  <a:pt x="7040818" y="0"/>
                  <a:pt x="9045468" y="908852"/>
                  <a:pt x="9168362" y="2051746"/>
                </a:cubicBezTo>
                <a:lnTo>
                  <a:pt x="9171750" y="2114914"/>
                </a:lnTo>
                <a:lnTo>
                  <a:pt x="0" y="2114914"/>
                </a:lnTo>
                <a:lnTo>
                  <a:pt x="3389" y="2051746"/>
                </a:lnTo>
                <a:cubicBezTo>
                  <a:pt x="126282" y="908852"/>
                  <a:pt x="2130932" y="0"/>
                  <a:pt x="4585875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>
                  <a:alpha val="10000"/>
                </a:schemeClr>
              </a:gs>
              <a:gs pos="62000">
                <a:schemeClr val="accent3">
                  <a:alpha val="0"/>
                </a:schemeClr>
              </a:gs>
            </a:gsLst>
            <a:lin ang="5400000" scaled="1"/>
            <a:tileRect/>
          </a:gradFill>
          <a:ln w="1867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紫荆的职场Point2"/>
          <p:cNvSpPr/>
          <p:nvPr/>
        </p:nvSpPr>
        <p:spPr>
          <a:xfrm>
            <a:off x="4698361" y="5072458"/>
            <a:ext cx="2860048" cy="542008"/>
          </a:xfrm>
          <a:prstGeom prst="ellipse">
            <a:avLst/>
          </a:prstGeom>
          <a:gradFill flip="none" rotWithShape="1">
            <a:gsLst>
              <a:gs pos="0">
                <a:schemeClr val="accent5">
                  <a:lumMod val="20000"/>
                  <a:lumOff val="80000"/>
                  <a:alpha val="0"/>
                </a:schemeClr>
              </a:gs>
              <a:gs pos="100000">
                <a:schemeClr val="accent5">
                  <a:lumMod val="20000"/>
                  <a:lumOff val="80000"/>
                  <a:alpha val="43000"/>
                </a:schemeClr>
              </a:gs>
            </a:gsLst>
            <a:lin ang="5400000" scaled="1"/>
            <a:tileRect/>
          </a:gradFill>
          <a:ln w="2802">
            <a:gradFill flip="none" rotWithShape="1">
              <a:gsLst>
                <a:gs pos="0">
                  <a:schemeClr val="accent5">
                    <a:lumMod val="60000"/>
                    <a:lumOff val="40000"/>
                    <a:alpha val="0"/>
                  </a:schemeClr>
                </a:gs>
                <a:gs pos="70000">
                  <a:schemeClr val="accent5">
                    <a:lumMod val="60000"/>
                    <a:lumOff val="4000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紫荆的职场Point3"/>
          <p:cNvSpPr/>
          <p:nvPr/>
        </p:nvSpPr>
        <p:spPr>
          <a:xfrm>
            <a:off x="4359275" y="5189220"/>
            <a:ext cx="3538220" cy="676275"/>
          </a:xfrm>
          <a:prstGeom prst="ellipse">
            <a:avLst/>
          </a:prstGeom>
          <a:noFill/>
          <a:ln w="2802">
            <a:gradFill flip="none" rotWithShape="1">
              <a:gsLst>
                <a:gs pos="0">
                  <a:schemeClr val="accent5">
                    <a:lumMod val="60000"/>
                    <a:lumOff val="40000"/>
                    <a:alpha val="0"/>
                  </a:schemeClr>
                </a:gs>
                <a:gs pos="70000">
                  <a:schemeClr val="accent5">
                    <a:lumMod val="60000"/>
                    <a:lumOff val="4000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7" name="紫荆的职场Point5"/>
          <p:cNvSpPr/>
          <p:nvPr/>
        </p:nvSpPr>
        <p:spPr>
          <a:xfrm rot="16200000" flipV="1">
            <a:off x="-715684" y="1897321"/>
            <a:ext cx="5846204" cy="3814763"/>
          </a:xfrm>
          <a:custGeom>
            <a:avLst/>
            <a:gdLst>
              <a:gd name="connsiteX0" fmla="*/ 560778 w 1921064"/>
              <a:gd name="connsiteY0" fmla="*/ 0 h 1602569"/>
              <a:gd name="connsiteX1" fmla="*/ 1362699 w 1921064"/>
              <a:gd name="connsiteY1" fmla="*/ 0 h 1602569"/>
              <a:gd name="connsiteX2" fmla="*/ 1412576 w 1921064"/>
              <a:gd name="connsiteY2" fmla="*/ 296622 h 1602569"/>
              <a:gd name="connsiteX3" fmla="*/ 1921064 w 1921064"/>
              <a:gd name="connsiteY3" fmla="*/ 1602569 h 1602569"/>
              <a:gd name="connsiteX4" fmla="*/ 0 w 1921064"/>
              <a:gd name="connsiteY4" fmla="*/ 1602569 h 1602569"/>
              <a:gd name="connsiteX5" fmla="*/ 517762 w 1921064"/>
              <a:gd name="connsiteY5" fmla="*/ 283338 h 16025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21064" h="1602569">
                <a:moveTo>
                  <a:pt x="560778" y="0"/>
                </a:moveTo>
                <a:lnTo>
                  <a:pt x="1362699" y="0"/>
                </a:lnTo>
                <a:lnTo>
                  <a:pt x="1412576" y="296622"/>
                </a:lnTo>
                <a:cubicBezTo>
                  <a:pt x="1507878" y="745218"/>
                  <a:pt x="1668096" y="1200463"/>
                  <a:pt x="1921064" y="1602569"/>
                </a:cubicBezTo>
                <a:lnTo>
                  <a:pt x="0" y="1602569"/>
                </a:lnTo>
                <a:cubicBezTo>
                  <a:pt x="252963" y="1182752"/>
                  <a:pt x="425557" y="723079"/>
                  <a:pt x="517762" y="283338"/>
                </a:cubicBezTo>
                <a:close/>
              </a:path>
            </a:pathLst>
          </a:custGeom>
          <a:gradFill flip="none" rotWithShape="1">
            <a:gsLst>
              <a:gs pos="15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9000"/>
                </a:schemeClr>
              </a:gs>
            </a:gsLst>
            <a:lin ang="16200000" scaled="1"/>
            <a:tileRect/>
          </a:gradFill>
          <a:ln w="12700" cap="flat" cmpd="sng" algn="ctr"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54000">
                  <a:schemeClr val="accent1">
                    <a:lumMod val="60000"/>
                    <a:lumOff val="40000"/>
                  </a:schemeClr>
                </a:gs>
                <a:gs pos="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紫荆的职场Point6"/>
          <p:cNvSpPr/>
          <p:nvPr/>
        </p:nvSpPr>
        <p:spPr>
          <a:xfrm rot="16200000">
            <a:off x="2866257" y="3461822"/>
            <a:ext cx="2464598" cy="688724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bg2"/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algn="ctr"/>
            <a:endParaRPr lang="zh-CN" altLang="en-US" kern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紫荆的职场Point7"/>
          <p:cNvSpPr/>
          <p:nvPr/>
        </p:nvSpPr>
        <p:spPr>
          <a:xfrm>
            <a:off x="4568000" y="2293529"/>
            <a:ext cx="3022346" cy="3022346"/>
          </a:xfrm>
          <a:prstGeom prst="ellipse">
            <a:avLst/>
          </a:prstGeom>
          <a:gradFill flip="none" rotWithShape="1">
            <a:gsLst>
              <a:gs pos="100000">
                <a:schemeClr val="accent5"/>
              </a:gs>
              <a:gs pos="0">
                <a:schemeClr val="accent5">
                  <a:lumMod val="60000"/>
                  <a:lumOff val="40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gradFill>
              <a:gsLst>
                <a:gs pos="0">
                  <a:schemeClr val="accent3">
                    <a:lumMod val="20000"/>
                    <a:lumOff val="8000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  <a:effectLst>
            <a:innerShdw blurRad="825500">
              <a:schemeClr val="accent5">
                <a:lumMod val="60000"/>
                <a:lumOff val="40000"/>
              </a:scheme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紫荆的职场Point9"/>
          <p:cNvSpPr/>
          <p:nvPr/>
        </p:nvSpPr>
        <p:spPr>
          <a:xfrm rot="5400000" flipH="1" flipV="1">
            <a:off x="7061481" y="1897322"/>
            <a:ext cx="5846204" cy="3814763"/>
          </a:xfrm>
          <a:custGeom>
            <a:avLst/>
            <a:gdLst>
              <a:gd name="connsiteX0" fmla="*/ 560778 w 1921064"/>
              <a:gd name="connsiteY0" fmla="*/ 0 h 1602569"/>
              <a:gd name="connsiteX1" fmla="*/ 1362699 w 1921064"/>
              <a:gd name="connsiteY1" fmla="*/ 0 h 1602569"/>
              <a:gd name="connsiteX2" fmla="*/ 1412576 w 1921064"/>
              <a:gd name="connsiteY2" fmla="*/ 296622 h 1602569"/>
              <a:gd name="connsiteX3" fmla="*/ 1921064 w 1921064"/>
              <a:gd name="connsiteY3" fmla="*/ 1602569 h 1602569"/>
              <a:gd name="connsiteX4" fmla="*/ 0 w 1921064"/>
              <a:gd name="connsiteY4" fmla="*/ 1602569 h 1602569"/>
              <a:gd name="connsiteX5" fmla="*/ 517762 w 1921064"/>
              <a:gd name="connsiteY5" fmla="*/ 283338 h 16025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21064" h="1602569">
                <a:moveTo>
                  <a:pt x="560778" y="0"/>
                </a:moveTo>
                <a:lnTo>
                  <a:pt x="1362699" y="0"/>
                </a:lnTo>
                <a:lnTo>
                  <a:pt x="1412576" y="296622"/>
                </a:lnTo>
                <a:cubicBezTo>
                  <a:pt x="1507878" y="745218"/>
                  <a:pt x="1668096" y="1200463"/>
                  <a:pt x="1921064" y="1602569"/>
                </a:cubicBezTo>
                <a:lnTo>
                  <a:pt x="0" y="1602569"/>
                </a:lnTo>
                <a:cubicBezTo>
                  <a:pt x="252963" y="1182752"/>
                  <a:pt x="425557" y="723079"/>
                  <a:pt x="517762" y="283338"/>
                </a:cubicBezTo>
                <a:close/>
              </a:path>
            </a:pathLst>
          </a:custGeom>
          <a:gradFill flip="none" rotWithShape="1">
            <a:gsLst>
              <a:gs pos="15000">
                <a:schemeClr val="accent5">
                  <a:lumMod val="60000"/>
                  <a:lumOff val="40000"/>
                  <a:alpha val="0"/>
                </a:schemeClr>
              </a:gs>
              <a:gs pos="100000">
                <a:schemeClr val="accent5">
                  <a:lumMod val="60000"/>
                  <a:lumOff val="40000"/>
                  <a:alpha val="19000"/>
                </a:schemeClr>
              </a:gs>
            </a:gsLst>
            <a:lin ang="16200000" scaled="1"/>
            <a:tileRect/>
          </a:gradFill>
          <a:ln w="12700" cap="flat" cmpd="sng" algn="ctr">
            <a:gradFill>
              <a:gsLst>
                <a:gs pos="100000">
                  <a:schemeClr val="accent5">
                    <a:lumMod val="60000"/>
                    <a:lumOff val="40000"/>
                    <a:alpha val="0"/>
                  </a:schemeClr>
                </a:gs>
                <a:gs pos="54000">
                  <a:schemeClr val="accent5">
                    <a:lumMod val="60000"/>
                    <a:lumOff val="40000"/>
                  </a:schemeClr>
                </a:gs>
                <a:gs pos="0">
                  <a:schemeClr val="accent5">
                    <a:lumMod val="20000"/>
                    <a:lumOff val="80000"/>
                    <a:alpha val="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algn="ctr"/>
            <a:endParaRPr lang="zh-CN" altLang="en-US" kern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紫荆的职场Point10"/>
          <p:cNvSpPr/>
          <p:nvPr/>
        </p:nvSpPr>
        <p:spPr>
          <a:xfrm rot="5400000" flipH="1">
            <a:off x="6861146" y="3461822"/>
            <a:ext cx="2464598" cy="688724"/>
          </a:xfrm>
          <a:prstGeom prst="ellipse">
            <a:avLst/>
          </a:prstGeom>
          <a:gradFill flip="none" rotWithShape="1"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bg2"/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algn="ctr"/>
            <a:endParaRPr lang="zh-CN" altLang="en-US" kern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5" name="紫荆的职场Point41"/>
          <p:cNvSpPr/>
          <p:nvPr/>
        </p:nvSpPr>
        <p:spPr>
          <a:xfrm rot="13718502">
            <a:off x="4286338" y="1978307"/>
            <a:ext cx="3881163" cy="3881163"/>
          </a:xfrm>
          <a:prstGeom prst="arc">
            <a:avLst>
              <a:gd name="adj1" fmla="val 19401993"/>
              <a:gd name="adj2" fmla="val 2325809"/>
            </a:avLst>
          </a:prstGeom>
          <a:noFill/>
          <a:ln w="57150" cap="flat" cmpd="sng" algn="ctr">
            <a:gradFill flip="none" rotWithShape="1">
              <a:gsLst>
                <a:gs pos="100000">
                  <a:schemeClr val="accent5"/>
                </a:gs>
                <a:gs pos="17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5400000" scaled="1"/>
              <a:tileRect/>
            </a:gradFill>
            <a:prstDash val="solid"/>
            <a:miter lim="800000"/>
            <a:headEnd type="none"/>
            <a:tailEnd type="arrow" w="med" len="sm"/>
          </a:ln>
          <a:effectLst/>
        </p:spPr>
        <p:txBody>
          <a:bodyPr rtlCol="0" anchor="ctr"/>
          <a:lstStyle/>
          <a:p>
            <a:pPr algn="ctr"/>
            <a:endParaRPr lang="zh-CN" altLang="en-US" kern="0" dirty="0">
              <a:solidFill>
                <a:srgbClr val="000000">
                  <a:lumMod val="75000"/>
                  <a:lumOff val="25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6" name="紫荆的职场Point42"/>
          <p:cNvSpPr/>
          <p:nvPr/>
        </p:nvSpPr>
        <p:spPr>
          <a:xfrm rot="1589125">
            <a:off x="4083578" y="1702924"/>
            <a:ext cx="3881163" cy="3881163"/>
          </a:xfrm>
          <a:prstGeom prst="arc">
            <a:avLst>
              <a:gd name="adj1" fmla="val 20638628"/>
              <a:gd name="adj2" fmla="val 2913415"/>
            </a:avLst>
          </a:prstGeom>
          <a:noFill/>
          <a:ln w="57150" cap="flat" cmpd="sng" algn="ctr">
            <a:gradFill flip="none" rotWithShape="1">
              <a:gsLst>
                <a:gs pos="100000">
                  <a:schemeClr val="accent5"/>
                </a:gs>
                <a:gs pos="17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5400000" scaled="1"/>
              <a:tileRect/>
            </a:gradFill>
            <a:prstDash val="solid"/>
            <a:miter lim="800000"/>
            <a:headEnd type="none"/>
            <a:tailEnd type="arrow" w="med" len="sm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kern="0" dirty="0">
              <a:solidFill>
                <a:srgbClr val="000000">
                  <a:lumMod val="75000"/>
                  <a:lumOff val="25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2604135" y="1819910"/>
            <a:ext cx="883920" cy="3794760"/>
            <a:chOff x="4101" y="2866"/>
            <a:chExt cx="1176" cy="5976"/>
          </a:xfrm>
        </p:grpSpPr>
        <p:sp>
          <p:nvSpPr>
            <p:cNvPr id="117" name="任意多边形: 形状 8"/>
            <p:cNvSpPr/>
            <p:nvPr/>
          </p:nvSpPr>
          <p:spPr>
            <a:xfrm rot="16200000">
              <a:off x="1945" y="5509"/>
              <a:ext cx="5975" cy="691"/>
            </a:xfrm>
            <a:custGeom>
              <a:avLst/>
              <a:gdLst>
                <a:gd name="connsiteX0" fmla="*/ 4326150 w 4326544"/>
                <a:gd name="connsiteY0" fmla="*/ 115296 h 884884"/>
                <a:gd name="connsiteX1" fmla="*/ 4322497 w 4326544"/>
                <a:gd name="connsiteY1" fmla="*/ 234887 h 884884"/>
                <a:gd name="connsiteX2" fmla="*/ 4320504 w 4326544"/>
                <a:gd name="connsiteY2" fmla="*/ 265449 h 884884"/>
                <a:gd name="connsiteX3" fmla="*/ 57076 w 4326544"/>
                <a:gd name="connsiteY3" fmla="*/ 390023 h 884884"/>
                <a:gd name="connsiteX4" fmla="*/ 5585 w 4326544"/>
                <a:gd name="connsiteY4" fmla="*/ 266779 h 884884"/>
                <a:gd name="connsiteX5" fmla="*/ -394 w 4326544"/>
                <a:gd name="connsiteY5" fmla="*/ 104333 h 884884"/>
                <a:gd name="connsiteX6" fmla="*/ 2264 w 4326544"/>
                <a:gd name="connsiteY6" fmla="*/ -643 h 884884"/>
                <a:gd name="connsiteX7" fmla="*/ 2125339 w 4326544"/>
                <a:gd name="connsiteY7" fmla="*/ 639837 h 884884"/>
                <a:gd name="connsiteX8" fmla="*/ 4323825 w 4326544"/>
                <a:gd name="connsiteY8" fmla="*/ 19290 h 884884"/>
                <a:gd name="connsiteX9" fmla="*/ 4326150 w 4326544"/>
                <a:gd name="connsiteY9" fmla="*/ 115296 h 884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326544" h="884884">
                  <a:moveTo>
                    <a:pt x="4326150" y="115296"/>
                  </a:moveTo>
                  <a:cubicBezTo>
                    <a:pt x="4326150" y="155491"/>
                    <a:pt x="4326150" y="195355"/>
                    <a:pt x="4322497" y="234887"/>
                  </a:cubicBezTo>
                  <a:lnTo>
                    <a:pt x="4320504" y="265449"/>
                  </a:lnTo>
                  <a:cubicBezTo>
                    <a:pt x="4133143" y="1143119"/>
                    <a:pt x="516174" y="996286"/>
                    <a:pt x="57076" y="390023"/>
                  </a:cubicBezTo>
                  <a:cubicBezTo>
                    <a:pt x="28772" y="354544"/>
                    <a:pt x="10934" y="311858"/>
                    <a:pt x="5585" y="266779"/>
                  </a:cubicBezTo>
                  <a:lnTo>
                    <a:pt x="-394" y="104333"/>
                  </a:lnTo>
                  <a:lnTo>
                    <a:pt x="2264" y="-643"/>
                  </a:lnTo>
                  <a:cubicBezTo>
                    <a:pt x="-14346" y="347170"/>
                    <a:pt x="934742" y="633858"/>
                    <a:pt x="2125339" y="639837"/>
                  </a:cubicBezTo>
                  <a:cubicBezTo>
                    <a:pt x="3315937" y="645816"/>
                    <a:pt x="4303229" y="368099"/>
                    <a:pt x="4323825" y="19290"/>
                  </a:cubicBezTo>
                  <a:cubicBezTo>
                    <a:pt x="4325487" y="52510"/>
                    <a:pt x="4326150" y="83072"/>
                    <a:pt x="4326150" y="115296"/>
                  </a:cubicBezTo>
                </a:path>
              </a:pathLst>
            </a:custGeom>
            <a:gradFill>
              <a:gsLst>
                <a:gs pos="13000">
                  <a:schemeClr val="accent1">
                    <a:alpha val="10000"/>
                  </a:schemeClr>
                </a:gs>
                <a:gs pos="86000">
                  <a:schemeClr val="accent1">
                    <a:alpha val="12000"/>
                  </a:schemeClr>
                </a:gs>
              </a:gsLst>
              <a:path path="circle">
                <a:fillToRect r="100000" b="100000"/>
              </a:path>
            </a:gradFill>
            <a:ln w="37516" cap="flat">
              <a:noFill/>
              <a:prstDash val="solid"/>
              <a:miter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 sz="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18" name="任意多边形: 形状 22"/>
            <p:cNvSpPr/>
            <p:nvPr/>
          </p:nvSpPr>
          <p:spPr>
            <a:xfrm rot="16200000">
              <a:off x="1460" y="5507"/>
              <a:ext cx="5976" cy="695"/>
            </a:xfrm>
            <a:custGeom>
              <a:avLst/>
              <a:gdLst>
                <a:gd name="connsiteX0" fmla="*/ 4322497 w 4326876"/>
                <a:gd name="connsiteY0" fmla="*/ 885760 h 890388"/>
                <a:gd name="connsiteX1" fmla="*/ 4322497 w 4326876"/>
                <a:gd name="connsiteY1" fmla="*/ 857854 h 890388"/>
                <a:gd name="connsiteX2" fmla="*/ 4326483 w 4326876"/>
                <a:gd name="connsiteY2" fmla="*/ 726968 h 890388"/>
                <a:gd name="connsiteX3" fmla="*/ 4324157 w 4326876"/>
                <a:gd name="connsiteY3" fmla="*/ 621329 h 890388"/>
                <a:gd name="connsiteX4" fmla="*/ 2200748 w 4326876"/>
                <a:gd name="connsiteY4" fmla="*/ -548 h 890388"/>
                <a:gd name="connsiteX5" fmla="*/ 2263 w 4326876"/>
                <a:gd name="connsiteY5" fmla="*/ 620001 h 890388"/>
                <a:gd name="connsiteX6" fmla="*/ 2263 w 4326876"/>
                <a:gd name="connsiteY6" fmla="*/ 622324 h 890388"/>
                <a:gd name="connsiteX7" fmla="*/ -394 w 4326876"/>
                <a:gd name="connsiteY7" fmla="*/ 727300 h 890388"/>
                <a:gd name="connsiteX8" fmla="*/ 5585 w 4326876"/>
                <a:gd name="connsiteY8" fmla="*/ 889746 h 890388"/>
                <a:gd name="connsiteX9" fmla="*/ 5585 w 4326876"/>
                <a:gd name="connsiteY9" fmla="*/ 863501 h 890388"/>
                <a:gd name="connsiteX10" fmla="*/ 2200748 w 4326876"/>
                <a:gd name="connsiteY10" fmla="*/ 243952 h 890388"/>
                <a:gd name="connsiteX11" fmla="*/ 4320836 w 4326876"/>
                <a:gd name="connsiteY11" fmla="*/ 885760 h 890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26876" h="890388">
                  <a:moveTo>
                    <a:pt x="4322497" y="885760"/>
                  </a:moveTo>
                  <a:cubicBezTo>
                    <a:pt x="4322497" y="876457"/>
                    <a:pt x="4322497" y="867157"/>
                    <a:pt x="4322497" y="857854"/>
                  </a:cubicBezTo>
                  <a:lnTo>
                    <a:pt x="4326483" y="726968"/>
                  </a:lnTo>
                  <a:lnTo>
                    <a:pt x="4324157" y="621329"/>
                  </a:lnTo>
                  <a:cubicBezTo>
                    <a:pt x="4306550" y="281821"/>
                    <a:pt x="3370417" y="5433"/>
                    <a:pt x="2200748" y="-548"/>
                  </a:cubicBezTo>
                  <a:cubicBezTo>
                    <a:pt x="1007494" y="-6528"/>
                    <a:pt x="23191" y="271192"/>
                    <a:pt x="2263" y="620001"/>
                  </a:cubicBezTo>
                  <a:lnTo>
                    <a:pt x="2263" y="622324"/>
                  </a:lnTo>
                  <a:lnTo>
                    <a:pt x="-394" y="727300"/>
                  </a:lnTo>
                  <a:lnTo>
                    <a:pt x="5585" y="889746"/>
                  </a:lnTo>
                  <a:cubicBezTo>
                    <a:pt x="4921" y="881009"/>
                    <a:pt x="4921" y="872238"/>
                    <a:pt x="5585" y="863501"/>
                  </a:cubicBezTo>
                  <a:cubicBezTo>
                    <a:pt x="26181" y="515357"/>
                    <a:pt x="1009154" y="237640"/>
                    <a:pt x="2200748" y="243952"/>
                  </a:cubicBezTo>
                  <a:cubicBezTo>
                    <a:pt x="3392343" y="250263"/>
                    <a:pt x="4341765" y="537282"/>
                    <a:pt x="4320836" y="885760"/>
                  </a:cubicBezTo>
                </a:path>
              </a:pathLst>
            </a:custGeom>
            <a:gradFill>
              <a:gsLst>
                <a:gs pos="13000">
                  <a:schemeClr val="accent1">
                    <a:lumMod val="60000"/>
                    <a:lumOff val="40000"/>
                  </a:schemeClr>
                </a:gs>
                <a:gs pos="86000">
                  <a:schemeClr val="accent1"/>
                </a:gs>
              </a:gsLst>
              <a:path path="circle">
                <a:fillToRect r="100000" b="100000"/>
              </a:path>
            </a:gradFill>
            <a:ln w="37516" cap="flat">
              <a:noFill/>
              <a:prstDash val="solid"/>
              <a:miter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 sz="7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8738235" y="1854200"/>
            <a:ext cx="962660" cy="3794760"/>
            <a:chOff x="14100" y="2920"/>
            <a:chExt cx="1177" cy="5976"/>
          </a:xfrm>
        </p:grpSpPr>
        <p:sp>
          <p:nvSpPr>
            <p:cNvPr id="119" name="任意多边形: 形状 9"/>
            <p:cNvSpPr/>
            <p:nvPr/>
          </p:nvSpPr>
          <p:spPr>
            <a:xfrm rot="5400000" flipH="1">
              <a:off x="11458" y="5563"/>
              <a:ext cx="5975" cy="691"/>
            </a:xfrm>
            <a:custGeom>
              <a:avLst/>
              <a:gdLst>
                <a:gd name="connsiteX0" fmla="*/ 4326150 w 4326544"/>
                <a:gd name="connsiteY0" fmla="*/ 115296 h 884884"/>
                <a:gd name="connsiteX1" fmla="*/ 4322497 w 4326544"/>
                <a:gd name="connsiteY1" fmla="*/ 234887 h 884884"/>
                <a:gd name="connsiteX2" fmla="*/ 4320504 w 4326544"/>
                <a:gd name="connsiteY2" fmla="*/ 265449 h 884884"/>
                <a:gd name="connsiteX3" fmla="*/ 57076 w 4326544"/>
                <a:gd name="connsiteY3" fmla="*/ 390023 h 884884"/>
                <a:gd name="connsiteX4" fmla="*/ 5585 w 4326544"/>
                <a:gd name="connsiteY4" fmla="*/ 266779 h 884884"/>
                <a:gd name="connsiteX5" fmla="*/ -394 w 4326544"/>
                <a:gd name="connsiteY5" fmla="*/ 104333 h 884884"/>
                <a:gd name="connsiteX6" fmla="*/ 2264 w 4326544"/>
                <a:gd name="connsiteY6" fmla="*/ -643 h 884884"/>
                <a:gd name="connsiteX7" fmla="*/ 2125339 w 4326544"/>
                <a:gd name="connsiteY7" fmla="*/ 639837 h 884884"/>
                <a:gd name="connsiteX8" fmla="*/ 4323825 w 4326544"/>
                <a:gd name="connsiteY8" fmla="*/ 19290 h 884884"/>
                <a:gd name="connsiteX9" fmla="*/ 4326150 w 4326544"/>
                <a:gd name="connsiteY9" fmla="*/ 115296 h 884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326544" h="884884">
                  <a:moveTo>
                    <a:pt x="4326150" y="115296"/>
                  </a:moveTo>
                  <a:cubicBezTo>
                    <a:pt x="4326150" y="155491"/>
                    <a:pt x="4326150" y="195355"/>
                    <a:pt x="4322497" y="234887"/>
                  </a:cubicBezTo>
                  <a:lnTo>
                    <a:pt x="4320504" y="265449"/>
                  </a:lnTo>
                  <a:cubicBezTo>
                    <a:pt x="4133143" y="1143119"/>
                    <a:pt x="516174" y="996286"/>
                    <a:pt x="57076" y="390023"/>
                  </a:cubicBezTo>
                  <a:cubicBezTo>
                    <a:pt x="28772" y="354544"/>
                    <a:pt x="10934" y="311858"/>
                    <a:pt x="5585" y="266779"/>
                  </a:cubicBezTo>
                  <a:lnTo>
                    <a:pt x="-394" y="104333"/>
                  </a:lnTo>
                  <a:lnTo>
                    <a:pt x="2264" y="-643"/>
                  </a:lnTo>
                  <a:cubicBezTo>
                    <a:pt x="-14346" y="347170"/>
                    <a:pt x="934742" y="633858"/>
                    <a:pt x="2125339" y="639837"/>
                  </a:cubicBezTo>
                  <a:cubicBezTo>
                    <a:pt x="3315937" y="645816"/>
                    <a:pt x="4303229" y="368099"/>
                    <a:pt x="4323825" y="19290"/>
                  </a:cubicBezTo>
                  <a:cubicBezTo>
                    <a:pt x="4325487" y="52510"/>
                    <a:pt x="4326150" y="83072"/>
                    <a:pt x="4326150" y="115296"/>
                  </a:cubicBezTo>
                </a:path>
              </a:pathLst>
            </a:custGeom>
            <a:gradFill>
              <a:gsLst>
                <a:gs pos="13000">
                  <a:schemeClr val="accent5">
                    <a:alpha val="10000"/>
                  </a:schemeClr>
                </a:gs>
                <a:gs pos="86000">
                  <a:schemeClr val="accent5">
                    <a:alpha val="12000"/>
                  </a:schemeClr>
                </a:gs>
              </a:gsLst>
              <a:path path="circle">
                <a:fillToRect r="100000" b="100000"/>
              </a:path>
            </a:gradFill>
            <a:ln w="37516" cap="flat">
              <a:noFill/>
              <a:prstDash val="solid"/>
              <a:miter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 sz="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20" name="任意多边形: 形状 21"/>
            <p:cNvSpPr/>
            <p:nvPr/>
          </p:nvSpPr>
          <p:spPr>
            <a:xfrm rot="5400000" flipH="1">
              <a:off x="11942" y="5561"/>
              <a:ext cx="5976" cy="695"/>
            </a:xfrm>
            <a:custGeom>
              <a:avLst/>
              <a:gdLst>
                <a:gd name="connsiteX0" fmla="*/ 4322497 w 4326876"/>
                <a:gd name="connsiteY0" fmla="*/ 885760 h 890388"/>
                <a:gd name="connsiteX1" fmla="*/ 4322497 w 4326876"/>
                <a:gd name="connsiteY1" fmla="*/ 857854 h 890388"/>
                <a:gd name="connsiteX2" fmla="*/ 4326483 w 4326876"/>
                <a:gd name="connsiteY2" fmla="*/ 726968 h 890388"/>
                <a:gd name="connsiteX3" fmla="*/ 4324157 w 4326876"/>
                <a:gd name="connsiteY3" fmla="*/ 621329 h 890388"/>
                <a:gd name="connsiteX4" fmla="*/ 2200748 w 4326876"/>
                <a:gd name="connsiteY4" fmla="*/ -548 h 890388"/>
                <a:gd name="connsiteX5" fmla="*/ 2263 w 4326876"/>
                <a:gd name="connsiteY5" fmla="*/ 620001 h 890388"/>
                <a:gd name="connsiteX6" fmla="*/ 2263 w 4326876"/>
                <a:gd name="connsiteY6" fmla="*/ 622324 h 890388"/>
                <a:gd name="connsiteX7" fmla="*/ -394 w 4326876"/>
                <a:gd name="connsiteY7" fmla="*/ 727300 h 890388"/>
                <a:gd name="connsiteX8" fmla="*/ 5585 w 4326876"/>
                <a:gd name="connsiteY8" fmla="*/ 889746 h 890388"/>
                <a:gd name="connsiteX9" fmla="*/ 5585 w 4326876"/>
                <a:gd name="connsiteY9" fmla="*/ 863501 h 890388"/>
                <a:gd name="connsiteX10" fmla="*/ 2200748 w 4326876"/>
                <a:gd name="connsiteY10" fmla="*/ 243952 h 890388"/>
                <a:gd name="connsiteX11" fmla="*/ 4320836 w 4326876"/>
                <a:gd name="connsiteY11" fmla="*/ 885760 h 890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26876" h="890388">
                  <a:moveTo>
                    <a:pt x="4322497" y="885760"/>
                  </a:moveTo>
                  <a:cubicBezTo>
                    <a:pt x="4322497" y="876457"/>
                    <a:pt x="4322497" y="867157"/>
                    <a:pt x="4322497" y="857854"/>
                  </a:cubicBezTo>
                  <a:lnTo>
                    <a:pt x="4326483" y="726968"/>
                  </a:lnTo>
                  <a:lnTo>
                    <a:pt x="4324157" y="621329"/>
                  </a:lnTo>
                  <a:cubicBezTo>
                    <a:pt x="4306550" y="281821"/>
                    <a:pt x="3370417" y="5433"/>
                    <a:pt x="2200748" y="-548"/>
                  </a:cubicBezTo>
                  <a:cubicBezTo>
                    <a:pt x="1007494" y="-6528"/>
                    <a:pt x="23191" y="271192"/>
                    <a:pt x="2263" y="620001"/>
                  </a:cubicBezTo>
                  <a:lnTo>
                    <a:pt x="2263" y="622324"/>
                  </a:lnTo>
                  <a:lnTo>
                    <a:pt x="-394" y="727300"/>
                  </a:lnTo>
                  <a:lnTo>
                    <a:pt x="5585" y="889746"/>
                  </a:lnTo>
                  <a:cubicBezTo>
                    <a:pt x="4921" y="881009"/>
                    <a:pt x="4921" y="872238"/>
                    <a:pt x="5585" y="863501"/>
                  </a:cubicBezTo>
                  <a:cubicBezTo>
                    <a:pt x="26181" y="515357"/>
                    <a:pt x="1009154" y="237640"/>
                    <a:pt x="2200748" y="243952"/>
                  </a:cubicBezTo>
                  <a:cubicBezTo>
                    <a:pt x="3392343" y="250263"/>
                    <a:pt x="4341765" y="537282"/>
                    <a:pt x="4320836" y="885760"/>
                  </a:cubicBezTo>
                </a:path>
              </a:pathLst>
            </a:custGeom>
            <a:gradFill>
              <a:gsLst>
                <a:gs pos="13000">
                  <a:schemeClr val="accent5">
                    <a:lumMod val="60000"/>
                    <a:lumOff val="40000"/>
                  </a:schemeClr>
                </a:gs>
                <a:gs pos="86000">
                  <a:schemeClr val="accent5"/>
                </a:gs>
              </a:gsLst>
              <a:path path="circle">
                <a:fillToRect r="100000" b="100000"/>
              </a:path>
            </a:gradFill>
            <a:ln w="37516" cap="flat">
              <a:noFill/>
              <a:prstDash val="solid"/>
              <a:miter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 sz="7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8738235" y="348615"/>
            <a:ext cx="3219450" cy="332740"/>
            <a:chOff x="13761" y="549"/>
            <a:chExt cx="5070" cy="524"/>
          </a:xfrm>
        </p:grpSpPr>
        <p:pic>
          <p:nvPicPr>
            <p:cNvPr id="7" name="图片 6"/>
            <p:cNvPicPr>
              <a:picLocks noChangeAspect="1"/>
            </p:cNvPicPr>
            <p:nvPr userDrawn="1"/>
          </p:nvPicPr>
          <p:blipFill>
            <a:blip r:embed="rId3"/>
            <a:srcRect l="17002" t="-1765" r="56499" b="-1176"/>
            <a:stretch>
              <a:fillRect/>
            </a:stretch>
          </p:blipFill>
          <p:spPr>
            <a:xfrm>
              <a:off x="13761" y="549"/>
              <a:ext cx="1582" cy="525"/>
            </a:xfrm>
            <a:prstGeom prst="rect">
              <a:avLst/>
            </a:prstGeom>
          </p:spPr>
        </p:pic>
        <p:sp>
          <p:nvSpPr>
            <p:cNvPr id="8" name="文本框 7"/>
            <p:cNvSpPr txBox="1"/>
            <p:nvPr userDrawn="1"/>
          </p:nvSpPr>
          <p:spPr>
            <a:xfrm>
              <a:off x="15219" y="655"/>
              <a:ext cx="3613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复杂逻辑场景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·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框架搭建系列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PPT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模板</a:t>
              </a:r>
              <a:endPara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cxnSp>
        <p:nvCxnSpPr>
          <p:cNvPr id="13" name="直线连接符 7"/>
          <p:cNvCxnSpPr/>
          <p:nvPr userDrawn="1"/>
        </p:nvCxnSpPr>
        <p:spPr>
          <a:xfrm>
            <a:off x="369165" y="839204"/>
            <a:ext cx="11459846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©天蝎PPT29"/>
          <p:cNvSpPr txBox="1"/>
          <p:nvPr>
            <p:custDataLst>
              <p:tags r:id="rId4"/>
            </p:custDataLst>
          </p:nvPr>
        </p:nvSpPr>
        <p:spPr>
          <a:xfrm>
            <a:off x="5569387" y="2964976"/>
            <a:ext cx="996315" cy="39878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zh-CN"/>
            </a:defPPr>
            <a:lvl1pPr>
              <a:defRPr kumimoji="0" sz="105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ea"/>
                <a:ea typeface="+mj-ea"/>
              </a:defRPr>
            </a:lvl1pPr>
          </a:lstStyle>
          <a:p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rPr>
              <a:t>年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rPr>
              <a:t>GMV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1" name="©天蝎PPT30"/>
          <p:cNvSpPr txBox="1"/>
          <p:nvPr>
            <p:custDataLst>
              <p:tags r:id="rId5"/>
            </p:custDataLst>
          </p:nvPr>
        </p:nvSpPr>
        <p:spPr>
          <a:xfrm>
            <a:off x="5266364" y="3363785"/>
            <a:ext cx="167322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zh-CN"/>
            </a:defPPr>
            <a:lvl1pPr>
              <a:defRPr kumimoji="0" sz="105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ea"/>
                <a:ea typeface="+mj-ea"/>
              </a:defRPr>
            </a:lvl1pPr>
          </a:lstStyle>
          <a:p>
            <a:pPr algn="ctr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5000W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2" name="©天蝎PPT31"/>
          <p:cNvSpPr txBox="1"/>
          <p:nvPr>
            <p:custDataLst>
              <p:tags r:id="rId6"/>
            </p:custDataLst>
          </p:nvPr>
        </p:nvSpPr>
        <p:spPr>
          <a:xfrm>
            <a:off x="5070754" y="4091419"/>
            <a:ext cx="214674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zh-CN"/>
            </a:defPPr>
            <a:lvl1pPr>
              <a:defRPr kumimoji="0" sz="105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ea"/>
                <a:ea typeface="+mj-ea"/>
              </a:defRPr>
            </a:lvl1pPr>
          </a:lstStyle>
          <a:p>
            <a:pPr algn="ctr"/>
            <a:r>
              <a:rPr lang="zh-CN" altLang="en-US" sz="1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rPr>
              <a:t>两大抓手 目标拆解</a:t>
            </a:r>
            <a:endParaRPr lang="zh-CN" altLang="en-US" sz="1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4" name="©天蝎PPT12"/>
          <p:cNvSpPr/>
          <p:nvPr>
            <p:custDataLst>
              <p:tags r:id="rId7"/>
            </p:custDataLst>
          </p:nvPr>
        </p:nvSpPr>
        <p:spPr>
          <a:xfrm>
            <a:off x="582195" y="4628390"/>
            <a:ext cx="1495501" cy="409448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kumimoji="1" lang="zh-CN" altLang="en-US">
              <a:solidFill>
                <a:srgbClr val="101010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5" name="©天蝎PPT13"/>
          <p:cNvSpPr/>
          <p:nvPr>
            <p:custDataLst>
              <p:tags r:id="rId8"/>
            </p:custDataLst>
          </p:nvPr>
        </p:nvSpPr>
        <p:spPr>
          <a:xfrm>
            <a:off x="582195" y="2198445"/>
            <a:ext cx="1495501" cy="409448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101010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6" name="©天蝎PPT14"/>
          <p:cNvSpPr txBox="1"/>
          <p:nvPr>
            <p:custDataLst>
              <p:tags r:id="rId9"/>
            </p:custDataLst>
          </p:nvPr>
        </p:nvSpPr>
        <p:spPr>
          <a:xfrm flipH="1">
            <a:off x="582195" y="2657762"/>
            <a:ext cx="1887802" cy="4373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000" dirty="0">
                <a:solidFill>
                  <a:schemeClr val="tx2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制定针对性的推广策略，跟踪分析广告效果，调整投放策略</a:t>
            </a:r>
            <a:endParaRPr lang="zh-CN" altLang="en-US" sz="1000" dirty="0">
              <a:solidFill>
                <a:schemeClr val="tx2">
                  <a:alpha val="8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7" name="©天蝎PPT15"/>
          <p:cNvSpPr txBox="1"/>
          <p:nvPr>
            <p:custDataLst>
              <p:tags r:id="rId10"/>
            </p:custDataLst>
          </p:nvPr>
        </p:nvSpPr>
        <p:spPr>
          <a:xfrm flipH="1">
            <a:off x="651137" y="2278282"/>
            <a:ext cx="1355211" cy="2385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550" dirty="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加大推广力度</a:t>
            </a:r>
            <a:endParaRPr lang="zh-CN" altLang="en-US" sz="1550" dirty="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8" name="©天蝎PPT16"/>
          <p:cNvSpPr txBox="1"/>
          <p:nvPr>
            <p:custDataLst>
              <p:tags r:id="rId11"/>
            </p:custDataLst>
          </p:nvPr>
        </p:nvSpPr>
        <p:spPr>
          <a:xfrm flipH="1">
            <a:off x="582194" y="3874936"/>
            <a:ext cx="1930063" cy="4373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000">
                <a:solidFill>
                  <a:schemeClr val="tx1">
                    <a:alpha val="65000"/>
                  </a:schemeClr>
                </a:solidFill>
                <a:ea typeface="OPPOSans R" panose="00020600040101010101" charset="-122"/>
              </a:defRPr>
            </a:lvl1pPr>
          </a:lstStyle>
          <a:p>
            <a:r>
              <a:rPr lang="zh-CN" altLang="en-US" dirty="0">
                <a:solidFill>
                  <a:schemeClr val="tx2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探索新的销售渠道和合作伙伴</a:t>
            </a:r>
            <a:endParaRPr lang="zh-CN" altLang="en-US" dirty="0">
              <a:solidFill>
                <a:schemeClr val="tx2">
                  <a:alpha val="8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r>
              <a:rPr lang="zh-CN" altLang="en-US" dirty="0">
                <a:solidFill>
                  <a:schemeClr val="tx2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定期评估渠道效果，优化渠道布局</a:t>
            </a:r>
            <a:endParaRPr lang="zh-CN" altLang="en-US" dirty="0">
              <a:solidFill>
                <a:schemeClr val="tx2">
                  <a:alpha val="8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9" name="©天蝎PPT17"/>
          <p:cNvSpPr txBox="1"/>
          <p:nvPr>
            <p:custDataLst>
              <p:tags r:id="rId12"/>
            </p:custDataLst>
          </p:nvPr>
        </p:nvSpPr>
        <p:spPr>
          <a:xfrm flipH="1">
            <a:off x="582195" y="5102359"/>
            <a:ext cx="1887802" cy="4373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000">
                <a:solidFill>
                  <a:schemeClr val="tx1">
                    <a:alpha val="65000"/>
                  </a:schemeClr>
                </a:solidFill>
                <a:ea typeface="OPPOSans R" panose="00020600040101010101" charset="-122"/>
              </a:defRPr>
            </a:lvl1pPr>
          </a:lstStyle>
          <a:p>
            <a:r>
              <a:rPr lang="zh-CN" altLang="en-US" dirty="0">
                <a:solidFill>
                  <a:schemeClr val="tx2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完善服务体系及定期组织老带新活动，提升客户满意度增强黏性</a:t>
            </a:r>
            <a:endParaRPr lang="zh-CN" altLang="en-US" dirty="0">
              <a:solidFill>
                <a:schemeClr val="tx2">
                  <a:alpha val="8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0" name="©天蝎PPT18"/>
          <p:cNvSpPr/>
          <p:nvPr>
            <p:custDataLst>
              <p:tags r:id="rId13"/>
            </p:custDataLst>
          </p:nvPr>
        </p:nvSpPr>
        <p:spPr>
          <a:xfrm>
            <a:off x="582195" y="3410449"/>
            <a:ext cx="1495501" cy="409448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kumimoji="1" lang="zh-CN" altLang="en-US">
              <a:solidFill>
                <a:srgbClr val="101010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1" name="©天蝎PPT19"/>
          <p:cNvSpPr txBox="1"/>
          <p:nvPr>
            <p:custDataLst>
              <p:tags r:id="rId14"/>
            </p:custDataLst>
          </p:nvPr>
        </p:nvSpPr>
        <p:spPr>
          <a:xfrm flipH="1">
            <a:off x="652339" y="3491717"/>
            <a:ext cx="1355211" cy="2385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550" dirty="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拓展销售渠道</a:t>
            </a:r>
            <a:endParaRPr lang="zh-CN" altLang="en-US" sz="1550" dirty="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2" name="©天蝎PPT20"/>
          <p:cNvSpPr txBox="1"/>
          <p:nvPr>
            <p:custDataLst>
              <p:tags r:id="rId15"/>
            </p:custDataLst>
          </p:nvPr>
        </p:nvSpPr>
        <p:spPr>
          <a:xfrm flipH="1">
            <a:off x="625473" y="4709989"/>
            <a:ext cx="1355211" cy="2385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550" dirty="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强化老带新客</a:t>
            </a:r>
            <a:endParaRPr lang="zh-CN" altLang="en-US" sz="1550" dirty="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3" name="显眼包PPT7"/>
          <p:cNvSpPr txBox="1"/>
          <p:nvPr/>
        </p:nvSpPr>
        <p:spPr>
          <a:xfrm>
            <a:off x="2871324" y="2980349"/>
            <a:ext cx="384175" cy="1270000"/>
          </a:xfrm>
          <a:prstGeom prst="rect">
            <a:avLst/>
          </a:prstGeom>
          <a:noFill/>
        </p:spPr>
        <p:txBody>
          <a:bodyPr vert="eaVert" wrap="none" lIns="0" tIns="0" rIns="0" bIns="0" rtlCol="0">
            <a:spAutoFit/>
          </a:bodyPr>
          <a:lstStyle/>
          <a:p>
            <a:pPr algn="l"/>
            <a:r>
              <a:rPr lang="zh-CN" altLang="en-US" sz="2500" b="1" dirty="0">
                <a:ln w="6350">
                  <a:noFill/>
                </a:ln>
                <a:gradFill>
                  <a:gsLst>
                    <a:gs pos="0">
                      <a:schemeClr val="accent1"/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5400000" scaled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j-ea"/>
              </a:rPr>
              <a:t>市场拓展</a:t>
            </a:r>
            <a:endParaRPr lang="zh-CN" altLang="en-US" sz="2500" b="1" dirty="0">
              <a:ln w="6350">
                <a:noFill/>
              </a:ln>
              <a:gradFill>
                <a:gsLst>
                  <a:gs pos="0">
                    <a:schemeClr val="accent1"/>
                  </a:gs>
                  <a:gs pos="100000">
                    <a:schemeClr val="accent1">
                      <a:lumMod val="60000"/>
                      <a:lumOff val="40000"/>
                    </a:schemeClr>
                  </a:gs>
                </a:gsLst>
                <a:lin ang="5400000" scaled="0"/>
              </a:gra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j-ea"/>
            </a:endParaRPr>
          </a:p>
        </p:txBody>
      </p:sp>
      <p:sp>
        <p:nvSpPr>
          <p:cNvPr id="26" name="©天蝎PPT21-1"/>
          <p:cNvSpPr/>
          <p:nvPr>
            <p:custDataLst>
              <p:tags r:id="rId16"/>
            </p:custDataLst>
          </p:nvPr>
        </p:nvSpPr>
        <p:spPr>
          <a:xfrm>
            <a:off x="9900285" y="4640580"/>
            <a:ext cx="1495425" cy="409575"/>
          </a:xfrm>
          <a:prstGeom prst="roundRect">
            <a:avLst>
              <a:gd name="adj" fmla="val 50000"/>
            </a:avLst>
          </a:prstGeom>
          <a:gradFill>
            <a:gsLst>
              <a:gs pos="15000">
                <a:schemeClr val="accent5">
                  <a:lumMod val="60000"/>
                  <a:lumOff val="40000"/>
                </a:schemeClr>
              </a:gs>
              <a:gs pos="100000">
                <a:schemeClr val="accent5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kumimoji="1" lang="zh-CN" altLang="en-US">
              <a:solidFill>
                <a:srgbClr val="101010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3" name="©天蝎PPT21-2"/>
          <p:cNvSpPr/>
          <p:nvPr>
            <p:custDataLst>
              <p:tags r:id="rId17"/>
            </p:custDataLst>
          </p:nvPr>
        </p:nvSpPr>
        <p:spPr>
          <a:xfrm>
            <a:off x="9900285" y="2210435"/>
            <a:ext cx="1495425" cy="409575"/>
          </a:xfrm>
          <a:prstGeom prst="roundRect">
            <a:avLst>
              <a:gd name="adj" fmla="val 50000"/>
            </a:avLst>
          </a:prstGeom>
          <a:gradFill>
            <a:gsLst>
              <a:gs pos="15000">
                <a:schemeClr val="accent5">
                  <a:lumMod val="60000"/>
                  <a:lumOff val="40000"/>
                </a:schemeClr>
              </a:gs>
              <a:gs pos="100000">
                <a:schemeClr val="accent5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101010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4" name="©天蝎PPT21-3"/>
          <p:cNvSpPr txBox="1"/>
          <p:nvPr>
            <p:custDataLst>
              <p:tags r:id="rId18"/>
            </p:custDataLst>
          </p:nvPr>
        </p:nvSpPr>
        <p:spPr>
          <a:xfrm flipH="1">
            <a:off x="9900285" y="2669540"/>
            <a:ext cx="1887855" cy="4375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000">
                <a:solidFill>
                  <a:schemeClr val="tx1">
                    <a:alpha val="65000"/>
                  </a:schemeClr>
                </a:solidFill>
                <a:ea typeface="OPPOSans R" panose="00020600040101010101" charset="-122"/>
              </a:defRPr>
            </a:lvl1pPr>
          </a:lstStyle>
          <a:p>
            <a:r>
              <a:rPr lang="zh-CN" altLang="en-US" dirty="0">
                <a:solidFill>
                  <a:schemeClr val="tx2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精简供应链流程，降低成本，紧密联系确保品质与供应稳定性</a:t>
            </a:r>
            <a:endParaRPr lang="zh-CN" altLang="en-US" dirty="0">
              <a:solidFill>
                <a:schemeClr val="tx2">
                  <a:alpha val="8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5" name="©天蝎PPT21-4"/>
          <p:cNvSpPr txBox="1"/>
          <p:nvPr>
            <p:custDataLst>
              <p:tags r:id="rId19"/>
            </p:custDataLst>
          </p:nvPr>
        </p:nvSpPr>
        <p:spPr>
          <a:xfrm flipH="1">
            <a:off x="9969500" y="2290445"/>
            <a:ext cx="1355090" cy="2387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550" dirty="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优化供应链</a:t>
            </a:r>
            <a:endParaRPr lang="zh-CN" altLang="en-US" sz="1550" dirty="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8" name="©天蝎PPT21-5"/>
          <p:cNvSpPr txBox="1"/>
          <p:nvPr>
            <p:custDataLst>
              <p:tags r:id="rId20"/>
            </p:custDataLst>
          </p:nvPr>
        </p:nvSpPr>
        <p:spPr>
          <a:xfrm flipH="1">
            <a:off x="9900285" y="3886835"/>
            <a:ext cx="1997710" cy="4375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000">
                <a:solidFill>
                  <a:schemeClr val="tx1">
                    <a:alpha val="65000"/>
                  </a:schemeClr>
                </a:solidFill>
                <a:ea typeface="OPPOSans R" panose="00020600040101010101" charset="-122"/>
              </a:defRPr>
            </a:lvl1pPr>
          </a:lstStyle>
          <a:p>
            <a:r>
              <a:rPr lang="zh-CN" altLang="en-US" dirty="0">
                <a:solidFill>
                  <a:schemeClr val="tx2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明确各部门协作机制，引入项目管理工具，提高任务分配与跟踪效率</a:t>
            </a:r>
            <a:endParaRPr lang="zh-CN" altLang="en-US" dirty="0">
              <a:solidFill>
                <a:schemeClr val="tx2">
                  <a:alpha val="8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9" name="©天蝎PPT21-6"/>
          <p:cNvSpPr txBox="1"/>
          <p:nvPr>
            <p:custDataLst>
              <p:tags r:id="rId21"/>
            </p:custDataLst>
          </p:nvPr>
        </p:nvSpPr>
        <p:spPr>
          <a:xfrm flipH="1">
            <a:off x="9900285" y="5114290"/>
            <a:ext cx="1997710" cy="4375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000">
                <a:solidFill>
                  <a:schemeClr val="tx1">
                    <a:alpha val="65000"/>
                  </a:schemeClr>
                </a:solidFill>
                <a:ea typeface="OPPOSans R" panose="00020600040101010101" charset="-122"/>
              </a:defRPr>
            </a:lvl1pPr>
          </a:lstStyle>
          <a:p>
            <a:r>
              <a:rPr lang="zh-CN" altLang="en-US" dirty="0">
                <a:solidFill>
                  <a:schemeClr val="tx2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完善数据分析体系，定期对业务进行分析，以数据结果指导业务决策</a:t>
            </a:r>
            <a:endParaRPr lang="zh-CN" altLang="en-US" dirty="0">
              <a:solidFill>
                <a:schemeClr val="tx2">
                  <a:alpha val="8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3" name="©天蝎PPT21-7"/>
          <p:cNvSpPr/>
          <p:nvPr>
            <p:custDataLst>
              <p:tags r:id="rId22"/>
            </p:custDataLst>
          </p:nvPr>
        </p:nvSpPr>
        <p:spPr>
          <a:xfrm>
            <a:off x="9900285" y="3422650"/>
            <a:ext cx="1495425" cy="409575"/>
          </a:xfrm>
          <a:prstGeom prst="roundRect">
            <a:avLst>
              <a:gd name="adj" fmla="val 50000"/>
            </a:avLst>
          </a:prstGeom>
          <a:gradFill>
            <a:gsLst>
              <a:gs pos="15000">
                <a:schemeClr val="accent5">
                  <a:lumMod val="60000"/>
                  <a:lumOff val="40000"/>
                </a:schemeClr>
              </a:gs>
              <a:gs pos="100000">
                <a:schemeClr val="accent5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kumimoji="1" lang="zh-CN" altLang="en-US">
              <a:solidFill>
                <a:srgbClr val="101010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4" name="©天蝎PPT21-8"/>
          <p:cNvSpPr txBox="1"/>
          <p:nvPr>
            <p:custDataLst>
              <p:tags r:id="rId23"/>
            </p:custDataLst>
          </p:nvPr>
        </p:nvSpPr>
        <p:spPr>
          <a:xfrm flipH="1">
            <a:off x="9970770" y="3503930"/>
            <a:ext cx="1355090" cy="2387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550" dirty="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提升协同效率</a:t>
            </a:r>
            <a:endParaRPr lang="zh-CN" altLang="en-US" sz="1550" dirty="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5" name="©天蝎PPT21-9"/>
          <p:cNvSpPr txBox="1"/>
          <p:nvPr>
            <p:custDataLst>
              <p:tags r:id="rId24"/>
            </p:custDataLst>
          </p:nvPr>
        </p:nvSpPr>
        <p:spPr>
          <a:xfrm flipH="1">
            <a:off x="9944100" y="4721860"/>
            <a:ext cx="1355090" cy="2463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550" dirty="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数据驱动决策</a:t>
            </a:r>
            <a:endParaRPr lang="zh-CN" altLang="en-US" sz="1550" dirty="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7" name="显眼包PPT7"/>
          <p:cNvSpPr txBox="1"/>
          <p:nvPr/>
        </p:nvSpPr>
        <p:spPr>
          <a:xfrm>
            <a:off x="9047969" y="3095284"/>
            <a:ext cx="384175" cy="1270000"/>
          </a:xfrm>
          <a:prstGeom prst="rect">
            <a:avLst/>
          </a:prstGeom>
          <a:noFill/>
        </p:spPr>
        <p:txBody>
          <a:bodyPr vert="eaVert" wrap="none" lIns="0" tIns="0" rIns="0" bIns="0" rtlCol="0">
            <a:spAutoFit/>
          </a:bodyPr>
          <a:lstStyle/>
          <a:p>
            <a:pPr algn="l"/>
            <a:r>
              <a:rPr lang="zh-CN" altLang="en-US" sz="2500" b="1" dirty="0">
                <a:ln w="6350">
                  <a:noFill/>
                </a:ln>
                <a:gradFill>
                  <a:gsLst>
                    <a:gs pos="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 scaled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j-ea"/>
              </a:rPr>
              <a:t>运营优化</a:t>
            </a:r>
            <a:endParaRPr lang="zh-CN" altLang="en-US" sz="2500" b="1" dirty="0">
              <a:ln w="6350">
                <a:noFill/>
              </a:ln>
              <a:gradFill>
                <a:gsLst>
                  <a:gs pos="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 scaled="0"/>
              </a:gra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j-ea"/>
            </a:endParaRPr>
          </a:p>
        </p:txBody>
      </p:sp>
      <p:sp>
        <p:nvSpPr>
          <p:cNvPr id="48" name="紫荆的职场Point1"/>
          <p:cNvSpPr/>
          <p:nvPr/>
        </p:nvSpPr>
        <p:spPr>
          <a:xfrm>
            <a:off x="3663950" y="1179830"/>
            <a:ext cx="4830445" cy="488315"/>
          </a:xfrm>
          <a:prstGeom prst="trapezoid">
            <a:avLst>
              <a:gd name="adj" fmla="val 87389"/>
            </a:avLst>
          </a:prstGeom>
          <a:gradFill flip="none" rotWithShape="1">
            <a:gsLst>
              <a:gs pos="100000">
                <a:schemeClr val="accent5">
                  <a:lumMod val="20000"/>
                  <a:lumOff val="80000"/>
                  <a:alpha val="0"/>
                </a:schemeClr>
              </a:gs>
              <a:gs pos="0">
                <a:schemeClr val="accent5">
                  <a:lumMod val="20000"/>
                  <a:lumOff val="80000"/>
                </a:schemeClr>
              </a:gs>
            </a:gsLst>
            <a:lin ang="16200000" scaled="1"/>
            <a:tileRect/>
          </a:gradFill>
          <a:ln>
            <a:gradFill flip="none" rotWithShape="1">
              <a:gsLst>
                <a:gs pos="0">
                  <a:schemeClr val="accent5">
                    <a:lumMod val="60000"/>
                    <a:lumOff val="40000"/>
                  </a:schemeClr>
                </a:gs>
                <a:gs pos="100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紫荆的职场Point43"/>
          <p:cNvSpPr txBox="1"/>
          <p:nvPr/>
        </p:nvSpPr>
        <p:spPr>
          <a:xfrm>
            <a:off x="4273233" y="1148791"/>
            <a:ext cx="3611880" cy="4235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b="1" dirty="0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聚焦核心指标，全力达成全年目标</a:t>
            </a:r>
            <a:endParaRPr lang="zh-CN" altLang="en-US" b="1" dirty="0">
              <a:solidFill>
                <a:schemeClr val="accent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63" name="组合 62"/>
          <p:cNvGrpSpPr/>
          <p:nvPr/>
        </p:nvGrpSpPr>
        <p:grpSpPr>
          <a:xfrm>
            <a:off x="3092242" y="5731009"/>
            <a:ext cx="1324488" cy="260511"/>
            <a:chOff x="4779" y="9237"/>
            <a:chExt cx="2086" cy="410"/>
          </a:xfrm>
          <a:effectLst/>
        </p:grpSpPr>
        <p:sp>
          <p:nvSpPr>
            <p:cNvPr id="61" name="紫荆的职场Point53"/>
            <p:cNvSpPr/>
            <p:nvPr/>
          </p:nvSpPr>
          <p:spPr>
            <a:xfrm>
              <a:off x="4779" y="9237"/>
              <a:ext cx="2086" cy="410"/>
            </a:xfrm>
            <a:prstGeom prst="roundRect">
              <a:avLst>
                <a:gd name="adj" fmla="val 50000"/>
              </a:avLst>
            </a:prstGeom>
            <a:noFill/>
            <a:ln w="12700">
              <a:gradFill flip="none" rotWithShape="1">
                <a:gsLst>
                  <a:gs pos="0">
                    <a:schemeClr val="accent5">
                      <a:lumMod val="40000"/>
                      <a:lumOff val="60000"/>
                    </a:schemeClr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2700000" scaled="1"/>
                <a:tileRect/>
              </a:gradFill>
            </a:ln>
            <a:effectLst>
              <a:outerShdw blurRad="127000" dist="63500" dir="5400000" sx="99000" sy="99000" algn="t" rotWithShape="0">
                <a:schemeClr val="accent5">
                  <a:lumMod val="60000"/>
                  <a:lumOff val="40000"/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62" name="紫荆的职场Point61"/>
            <p:cNvSpPr txBox="1"/>
            <p:nvPr/>
          </p:nvSpPr>
          <p:spPr>
            <a:xfrm>
              <a:off x="4868" y="9248"/>
              <a:ext cx="1906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市场拓展贡献利润</a:t>
              </a:r>
              <a:endPara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627880" y="5998845"/>
            <a:ext cx="1324610" cy="260350"/>
            <a:chOff x="4779" y="9237"/>
            <a:chExt cx="2086" cy="410"/>
          </a:xfrm>
          <a:effectLst/>
        </p:grpSpPr>
        <p:sp>
          <p:nvSpPr>
            <p:cNvPr id="74" name="紫荆的职场Point53"/>
            <p:cNvSpPr/>
            <p:nvPr/>
          </p:nvSpPr>
          <p:spPr>
            <a:xfrm>
              <a:off x="4779" y="9237"/>
              <a:ext cx="2086" cy="410"/>
            </a:xfrm>
            <a:prstGeom prst="roundRect">
              <a:avLst>
                <a:gd name="adj" fmla="val 50000"/>
              </a:avLst>
            </a:prstGeom>
            <a:noFill/>
            <a:ln w="12700">
              <a:gradFill flip="none" rotWithShape="1">
                <a:gsLst>
                  <a:gs pos="0">
                    <a:schemeClr val="accent5">
                      <a:lumMod val="40000"/>
                      <a:lumOff val="60000"/>
                    </a:schemeClr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2700000" scaled="1"/>
                <a:tileRect/>
              </a:gradFill>
            </a:ln>
            <a:effectLst>
              <a:outerShdw blurRad="127000" dist="63500" dir="5400000" sx="99000" sy="99000" algn="t" rotWithShape="0">
                <a:schemeClr val="accent5">
                  <a:lumMod val="60000"/>
                  <a:lumOff val="40000"/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75" name="紫荆的职场Point61"/>
            <p:cNvSpPr txBox="1"/>
            <p:nvPr/>
          </p:nvSpPr>
          <p:spPr>
            <a:xfrm>
              <a:off x="4868" y="9248"/>
              <a:ext cx="1906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新产品销售占比</a:t>
              </a:r>
              <a:endPara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96" name="组合 95"/>
          <p:cNvGrpSpPr/>
          <p:nvPr/>
        </p:nvGrpSpPr>
        <p:grpSpPr>
          <a:xfrm>
            <a:off x="6289675" y="5984240"/>
            <a:ext cx="1324610" cy="260350"/>
            <a:chOff x="4779" y="9237"/>
            <a:chExt cx="2086" cy="410"/>
          </a:xfrm>
          <a:effectLst/>
        </p:grpSpPr>
        <p:sp>
          <p:nvSpPr>
            <p:cNvPr id="97" name="紫荆的职场Point53"/>
            <p:cNvSpPr/>
            <p:nvPr/>
          </p:nvSpPr>
          <p:spPr>
            <a:xfrm>
              <a:off x="4779" y="9237"/>
              <a:ext cx="2086" cy="410"/>
            </a:xfrm>
            <a:prstGeom prst="roundRect">
              <a:avLst>
                <a:gd name="adj" fmla="val 50000"/>
              </a:avLst>
            </a:prstGeom>
            <a:noFill/>
            <a:ln w="12700">
              <a:gradFill flip="none" rotWithShape="1">
                <a:gsLst>
                  <a:gs pos="0">
                    <a:schemeClr val="accent5">
                      <a:lumMod val="40000"/>
                      <a:lumOff val="60000"/>
                    </a:schemeClr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2700000" scaled="1"/>
                <a:tileRect/>
              </a:gradFill>
            </a:ln>
            <a:effectLst>
              <a:outerShdw blurRad="127000" dist="63500" dir="5400000" sx="99000" sy="99000" algn="t" rotWithShape="0">
                <a:schemeClr val="accent5">
                  <a:lumMod val="60000"/>
                  <a:lumOff val="40000"/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98" name="紫荆的职场Point61"/>
            <p:cNvSpPr txBox="1"/>
            <p:nvPr/>
          </p:nvSpPr>
          <p:spPr>
            <a:xfrm>
              <a:off x="4868" y="9248"/>
              <a:ext cx="1906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研发投资回报率</a:t>
              </a:r>
              <a:endPara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02" name="组合 101"/>
          <p:cNvGrpSpPr/>
          <p:nvPr/>
        </p:nvGrpSpPr>
        <p:grpSpPr>
          <a:xfrm>
            <a:off x="7839075" y="5723890"/>
            <a:ext cx="1324610" cy="260350"/>
            <a:chOff x="4779" y="9237"/>
            <a:chExt cx="2086" cy="410"/>
          </a:xfrm>
          <a:effectLst/>
        </p:grpSpPr>
        <p:sp>
          <p:nvSpPr>
            <p:cNvPr id="103" name="紫荆的职场Point53"/>
            <p:cNvSpPr/>
            <p:nvPr/>
          </p:nvSpPr>
          <p:spPr>
            <a:xfrm>
              <a:off x="4779" y="9237"/>
              <a:ext cx="2086" cy="410"/>
            </a:xfrm>
            <a:prstGeom prst="roundRect">
              <a:avLst>
                <a:gd name="adj" fmla="val 50000"/>
              </a:avLst>
            </a:prstGeom>
            <a:noFill/>
            <a:ln w="12700">
              <a:gradFill flip="none" rotWithShape="1">
                <a:gsLst>
                  <a:gs pos="0">
                    <a:schemeClr val="accent5">
                      <a:lumMod val="40000"/>
                      <a:lumOff val="60000"/>
                    </a:schemeClr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2700000" scaled="1"/>
                <a:tileRect/>
              </a:gradFill>
            </a:ln>
            <a:effectLst>
              <a:outerShdw blurRad="127000" dist="63500" dir="5400000" sx="99000" sy="99000" algn="t" rotWithShape="0">
                <a:schemeClr val="accent5">
                  <a:lumMod val="60000"/>
                  <a:lumOff val="40000"/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04" name="紫荆的职场Point61"/>
            <p:cNvSpPr txBox="1"/>
            <p:nvPr/>
          </p:nvSpPr>
          <p:spPr>
            <a:xfrm>
              <a:off x="4868" y="9248"/>
              <a:ext cx="1906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爆品产品转化率</a:t>
              </a:r>
              <a:endPara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26" name="组合 125"/>
          <p:cNvGrpSpPr/>
          <p:nvPr/>
        </p:nvGrpSpPr>
        <p:grpSpPr>
          <a:xfrm>
            <a:off x="3338195" y="6337935"/>
            <a:ext cx="1324610" cy="260350"/>
            <a:chOff x="4779" y="9237"/>
            <a:chExt cx="2086" cy="410"/>
          </a:xfrm>
          <a:effectLst/>
        </p:grpSpPr>
        <p:sp>
          <p:nvSpPr>
            <p:cNvPr id="127" name="紫荆的职场Point53"/>
            <p:cNvSpPr/>
            <p:nvPr/>
          </p:nvSpPr>
          <p:spPr>
            <a:xfrm>
              <a:off x="4779" y="9237"/>
              <a:ext cx="2086" cy="410"/>
            </a:xfrm>
            <a:prstGeom prst="roundRect">
              <a:avLst>
                <a:gd name="adj" fmla="val 50000"/>
              </a:avLst>
            </a:prstGeom>
            <a:noFill/>
            <a:ln w="12700">
              <a:gradFill flip="none" rotWithShape="1">
                <a:gsLst>
                  <a:gs pos="0">
                    <a:schemeClr val="accent5">
                      <a:lumMod val="40000"/>
                      <a:lumOff val="60000"/>
                    </a:schemeClr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2700000" scaled="1"/>
                <a:tileRect/>
              </a:gradFill>
            </a:ln>
            <a:effectLst>
              <a:outerShdw blurRad="127000" dist="63500" dir="5400000" sx="99000" sy="99000" algn="t" rotWithShape="0">
                <a:schemeClr val="accent5">
                  <a:lumMod val="60000"/>
                  <a:lumOff val="40000"/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28" name="紫荆的职场Point61"/>
            <p:cNvSpPr txBox="1"/>
            <p:nvPr/>
          </p:nvSpPr>
          <p:spPr>
            <a:xfrm>
              <a:off x="4868" y="9248"/>
              <a:ext cx="1906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新客户获取数量</a:t>
              </a:r>
              <a:endPara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29" name="组合 128"/>
          <p:cNvGrpSpPr/>
          <p:nvPr/>
        </p:nvGrpSpPr>
        <p:grpSpPr>
          <a:xfrm>
            <a:off x="5565140" y="6404610"/>
            <a:ext cx="1324610" cy="260350"/>
            <a:chOff x="4779" y="9237"/>
            <a:chExt cx="2086" cy="410"/>
          </a:xfrm>
          <a:effectLst/>
        </p:grpSpPr>
        <p:sp>
          <p:nvSpPr>
            <p:cNvPr id="130" name="紫荆的职场Point53"/>
            <p:cNvSpPr/>
            <p:nvPr/>
          </p:nvSpPr>
          <p:spPr>
            <a:xfrm>
              <a:off x="4779" y="9237"/>
              <a:ext cx="2086" cy="410"/>
            </a:xfrm>
            <a:prstGeom prst="roundRect">
              <a:avLst>
                <a:gd name="adj" fmla="val 50000"/>
              </a:avLst>
            </a:prstGeom>
            <a:noFill/>
            <a:ln w="12700">
              <a:gradFill flip="none" rotWithShape="1">
                <a:gsLst>
                  <a:gs pos="0">
                    <a:schemeClr val="accent5">
                      <a:lumMod val="40000"/>
                      <a:lumOff val="60000"/>
                    </a:schemeClr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2700000" scaled="1"/>
                <a:tileRect/>
              </a:gradFill>
            </a:ln>
            <a:effectLst>
              <a:outerShdw blurRad="127000" dist="63500" dir="5400000" sx="99000" sy="99000" algn="t" rotWithShape="0">
                <a:schemeClr val="accent5">
                  <a:lumMod val="60000"/>
                  <a:lumOff val="40000"/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31" name="紫荆的职场Point61"/>
            <p:cNvSpPr txBox="1"/>
            <p:nvPr/>
          </p:nvSpPr>
          <p:spPr>
            <a:xfrm>
              <a:off x="4868" y="9248"/>
              <a:ext cx="1906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客户生命周期价值</a:t>
              </a:r>
              <a:endPara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32" name="组合 131"/>
          <p:cNvGrpSpPr/>
          <p:nvPr/>
        </p:nvGrpSpPr>
        <p:grpSpPr>
          <a:xfrm>
            <a:off x="7567295" y="6344920"/>
            <a:ext cx="1324610" cy="260350"/>
            <a:chOff x="4779" y="9237"/>
            <a:chExt cx="2086" cy="410"/>
          </a:xfrm>
          <a:effectLst/>
        </p:grpSpPr>
        <p:sp>
          <p:nvSpPr>
            <p:cNvPr id="133" name="紫荆的职场Point53"/>
            <p:cNvSpPr/>
            <p:nvPr/>
          </p:nvSpPr>
          <p:spPr>
            <a:xfrm>
              <a:off x="4779" y="9237"/>
              <a:ext cx="2086" cy="410"/>
            </a:xfrm>
            <a:prstGeom prst="roundRect">
              <a:avLst>
                <a:gd name="adj" fmla="val 50000"/>
              </a:avLst>
            </a:prstGeom>
            <a:noFill/>
            <a:ln w="12700">
              <a:gradFill flip="none" rotWithShape="1">
                <a:gsLst>
                  <a:gs pos="0">
                    <a:schemeClr val="accent5">
                      <a:lumMod val="40000"/>
                      <a:lumOff val="60000"/>
                    </a:schemeClr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2700000" scaled="1"/>
                <a:tileRect/>
              </a:gradFill>
            </a:ln>
            <a:effectLst>
              <a:outerShdw blurRad="127000" dist="63500" dir="5400000" sx="99000" sy="99000" algn="t" rotWithShape="0">
                <a:schemeClr val="accent5">
                  <a:lumMod val="60000"/>
                  <a:lumOff val="40000"/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34" name="紫荆的职场Point61"/>
            <p:cNvSpPr txBox="1"/>
            <p:nvPr/>
          </p:nvSpPr>
          <p:spPr>
            <a:xfrm>
              <a:off x="4868" y="9248"/>
              <a:ext cx="1906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存量客户复购率</a:t>
              </a:r>
              <a:endPara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35" name="组合 134"/>
          <p:cNvGrpSpPr/>
          <p:nvPr/>
        </p:nvGrpSpPr>
        <p:grpSpPr>
          <a:xfrm>
            <a:off x="2159000" y="5852795"/>
            <a:ext cx="712470" cy="833755"/>
            <a:chOff x="3400" y="9217"/>
            <a:chExt cx="1122" cy="1313"/>
          </a:xfrm>
        </p:grpSpPr>
        <p:cxnSp>
          <p:nvCxnSpPr>
            <p:cNvPr id="947" name="显眼包PPT-5"/>
            <p:cNvCxnSpPr/>
            <p:nvPr/>
          </p:nvCxnSpPr>
          <p:spPr>
            <a:xfrm flipH="1">
              <a:off x="3956" y="9217"/>
              <a:ext cx="0" cy="786"/>
            </a:xfrm>
            <a:prstGeom prst="line">
              <a:avLst/>
            </a:prstGeom>
            <a:ln w="19050">
              <a:gradFill>
                <a:gsLst>
                  <a:gs pos="0">
                    <a:schemeClr val="accent5">
                      <a:lumMod val="60000"/>
                      <a:lumOff val="40000"/>
                    </a:schemeClr>
                  </a:gs>
                  <a:gs pos="100000">
                    <a:schemeClr val="accent5">
                      <a:lumMod val="60000"/>
                      <a:lumOff val="40000"/>
                      <a:alpha val="0"/>
                    </a:schemeClr>
                  </a:gs>
                  <a:gs pos="44000">
                    <a:schemeClr val="accent5">
                      <a:lumMod val="60000"/>
                      <a:lumOff val="40000"/>
                      <a:alpha val="6400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8" name="显眼包PPT-6"/>
            <p:cNvCxnSpPr/>
            <p:nvPr/>
          </p:nvCxnSpPr>
          <p:spPr>
            <a:xfrm flipH="1">
              <a:off x="4522" y="9513"/>
              <a:ext cx="0" cy="621"/>
            </a:xfrm>
            <a:prstGeom prst="line">
              <a:avLst/>
            </a:prstGeom>
            <a:ln w="19050">
              <a:gradFill>
                <a:gsLst>
                  <a:gs pos="0">
                    <a:schemeClr val="accent5">
                      <a:lumMod val="60000"/>
                      <a:lumOff val="40000"/>
                    </a:schemeClr>
                  </a:gs>
                  <a:gs pos="100000">
                    <a:schemeClr val="accent5">
                      <a:lumMod val="60000"/>
                      <a:lumOff val="40000"/>
                      <a:alpha val="0"/>
                    </a:schemeClr>
                  </a:gs>
                  <a:gs pos="44000">
                    <a:schemeClr val="accent5">
                      <a:lumMod val="60000"/>
                      <a:lumOff val="40000"/>
                      <a:alpha val="64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9" name="显眼包PPT-7"/>
            <p:cNvCxnSpPr/>
            <p:nvPr/>
          </p:nvCxnSpPr>
          <p:spPr>
            <a:xfrm flipH="1">
              <a:off x="3400" y="9910"/>
              <a:ext cx="0" cy="621"/>
            </a:xfrm>
            <a:prstGeom prst="line">
              <a:avLst/>
            </a:prstGeom>
            <a:ln w="19050">
              <a:gradFill>
                <a:gsLst>
                  <a:gs pos="0">
                    <a:schemeClr val="accent5">
                      <a:lumMod val="60000"/>
                      <a:lumOff val="40000"/>
                    </a:schemeClr>
                  </a:gs>
                  <a:gs pos="100000">
                    <a:schemeClr val="accent5">
                      <a:lumMod val="60000"/>
                      <a:lumOff val="40000"/>
                      <a:alpha val="0"/>
                    </a:schemeClr>
                  </a:gs>
                  <a:gs pos="44000">
                    <a:schemeClr val="accent5">
                      <a:lumMod val="60000"/>
                      <a:lumOff val="40000"/>
                      <a:alpha val="64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6" name="组合 135"/>
          <p:cNvGrpSpPr/>
          <p:nvPr/>
        </p:nvGrpSpPr>
        <p:grpSpPr>
          <a:xfrm>
            <a:off x="9566910" y="5852795"/>
            <a:ext cx="712470" cy="833755"/>
            <a:chOff x="3400" y="9217"/>
            <a:chExt cx="1122" cy="1313"/>
          </a:xfrm>
        </p:grpSpPr>
        <p:cxnSp>
          <p:nvCxnSpPr>
            <p:cNvPr id="137" name="显眼包PPT-5"/>
            <p:cNvCxnSpPr/>
            <p:nvPr/>
          </p:nvCxnSpPr>
          <p:spPr>
            <a:xfrm flipH="1">
              <a:off x="3956" y="9217"/>
              <a:ext cx="0" cy="786"/>
            </a:xfrm>
            <a:prstGeom prst="line">
              <a:avLst/>
            </a:prstGeom>
            <a:ln w="19050">
              <a:gradFill>
                <a:gsLst>
                  <a:gs pos="0">
                    <a:schemeClr val="accent5">
                      <a:lumMod val="60000"/>
                      <a:lumOff val="40000"/>
                    </a:schemeClr>
                  </a:gs>
                  <a:gs pos="100000">
                    <a:schemeClr val="accent5">
                      <a:lumMod val="60000"/>
                      <a:lumOff val="40000"/>
                      <a:alpha val="0"/>
                    </a:schemeClr>
                  </a:gs>
                  <a:gs pos="44000">
                    <a:schemeClr val="accent5">
                      <a:lumMod val="60000"/>
                      <a:lumOff val="40000"/>
                      <a:alpha val="6400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显眼包PPT-6"/>
            <p:cNvCxnSpPr/>
            <p:nvPr/>
          </p:nvCxnSpPr>
          <p:spPr>
            <a:xfrm flipH="1">
              <a:off x="4522" y="9513"/>
              <a:ext cx="0" cy="621"/>
            </a:xfrm>
            <a:prstGeom prst="line">
              <a:avLst/>
            </a:prstGeom>
            <a:ln w="19050">
              <a:gradFill>
                <a:gsLst>
                  <a:gs pos="0">
                    <a:schemeClr val="accent5">
                      <a:lumMod val="60000"/>
                      <a:lumOff val="40000"/>
                    </a:schemeClr>
                  </a:gs>
                  <a:gs pos="100000">
                    <a:schemeClr val="accent5">
                      <a:lumMod val="60000"/>
                      <a:lumOff val="40000"/>
                      <a:alpha val="0"/>
                    </a:schemeClr>
                  </a:gs>
                  <a:gs pos="44000">
                    <a:schemeClr val="accent5">
                      <a:lumMod val="60000"/>
                      <a:lumOff val="40000"/>
                      <a:alpha val="64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显眼包PPT-7"/>
            <p:cNvCxnSpPr/>
            <p:nvPr/>
          </p:nvCxnSpPr>
          <p:spPr>
            <a:xfrm flipH="1">
              <a:off x="3400" y="9910"/>
              <a:ext cx="0" cy="621"/>
            </a:xfrm>
            <a:prstGeom prst="line">
              <a:avLst/>
            </a:prstGeom>
            <a:ln w="19050">
              <a:gradFill>
                <a:gsLst>
                  <a:gs pos="0">
                    <a:schemeClr val="accent5">
                      <a:lumMod val="60000"/>
                      <a:lumOff val="40000"/>
                    </a:schemeClr>
                  </a:gs>
                  <a:gs pos="100000">
                    <a:schemeClr val="accent5">
                      <a:lumMod val="60000"/>
                      <a:lumOff val="40000"/>
                      <a:alpha val="0"/>
                    </a:schemeClr>
                  </a:gs>
                  <a:gs pos="44000">
                    <a:schemeClr val="accent5">
                      <a:lumMod val="60000"/>
                      <a:lumOff val="40000"/>
                      <a:alpha val="64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2"/>
          <p:cNvSpPr>
            <a:spLocks noGrp="1"/>
          </p:cNvSpPr>
          <p:nvPr/>
        </p:nvSpPr>
        <p:spPr>
          <a:xfrm>
            <a:off x="1105535" y="347980"/>
            <a:ext cx="7137400" cy="396875"/>
          </a:xfrm>
          <a:prstGeom prst="rect">
            <a:avLst/>
          </a:prstGeom>
          <a:ln w="12700">
            <a:miter lim="400000"/>
          </a:ln>
        </p:spPr>
        <p:txBody>
          <a:bodyPr vert="horz" wrap="square" lIns="25400" tIns="25400" rIns="25400" bIns="2540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0" lang="zh-CN" altLang="en-US" sz="2800" b="1" u="none" strike="noStrike" kern="1200" cap="none" spc="0" normalizeH="0" baseline="0" dirty="0">
                <a:ln>
                  <a:noFill/>
                </a:ln>
                <a:solidFill>
                  <a:schemeClr val="accent1"/>
                </a:solidFill>
                <a:effectLst>
                  <a:outerShdw blurRad="187896" dist="38100" dir="2700000" algn="tl" rotWithShape="0">
                    <a:srgbClr val="1C2952">
                      <a:alpha val="6000"/>
                    </a:srgbClr>
                  </a:outerShdw>
                </a:effectLst>
                <a:uLnTx/>
                <a:uFillTx/>
                <a:latin typeface="HONOR Sans CN" panose="05000200000000000000" charset="-122"/>
                <a:ea typeface="HONOR Sans CN" panose="05000200000000000000" charset="-122"/>
                <a:cs typeface="OPPOSans H" panose="00020600040101010101" pitchFamily="18" charset="-122"/>
              </a:defRPr>
            </a:lvl1pPr>
          </a:lstStyle>
          <a:p>
            <a:pPr algn="l"/>
            <a:r>
              <a:rPr sz="2500" dirty="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业务框架</a:t>
            </a:r>
            <a:r>
              <a:rPr lang="en-US" altLang="zh-CN" sz="2500" dirty="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sz="2500" dirty="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中心发散架构 |</a:t>
            </a:r>
            <a:r>
              <a:rPr lang="zh-CN" altLang="en-US" sz="2500" dirty="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dirty="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项目精益化管理架构</a:t>
            </a:r>
            <a:endParaRPr sz="2500" dirty="0">
              <a:solidFill>
                <a:schemeClr val="tx2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" name="图片 9" descr="屋顶资源管理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5600" y="186055"/>
            <a:ext cx="549910" cy="549910"/>
          </a:xfrm>
          <a:prstGeom prst="rect">
            <a:avLst/>
          </a:prstGeom>
        </p:spPr>
      </p:pic>
      <p:sp>
        <p:nvSpPr>
          <p:cNvPr id="28" name="任意形状 27"/>
          <p:cNvSpPr/>
          <p:nvPr/>
        </p:nvSpPr>
        <p:spPr>
          <a:xfrm rot="16200000" flipH="1">
            <a:off x="7697816" y="2438208"/>
            <a:ext cx="3740148" cy="2477415"/>
          </a:xfrm>
          <a:custGeom>
            <a:avLst/>
            <a:gdLst>
              <a:gd name="connsiteX0" fmla="*/ 2830992 w 8596408"/>
              <a:gd name="connsiteY0" fmla="*/ 0 h 3825218"/>
              <a:gd name="connsiteX1" fmla="*/ 5765416 w 8596408"/>
              <a:gd name="connsiteY1" fmla="*/ 0 h 3825218"/>
              <a:gd name="connsiteX2" fmla="*/ 5778703 w 8596408"/>
              <a:gd name="connsiteY2" fmla="*/ 69146 h 3825218"/>
              <a:gd name="connsiteX3" fmla="*/ 7310135 w 8596408"/>
              <a:gd name="connsiteY3" fmla="*/ 2635970 h 3825218"/>
              <a:gd name="connsiteX4" fmla="*/ 8549250 w 8596408"/>
              <a:gd name="connsiteY4" fmla="*/ 3791201 h 3825218"/>
              <a:gd name="connsiteX5" fmla="*/ 8596408 w 8596408"/>
              <a:gd name="connsiteY5" fmla="*/ 3825218 h 3825218"/>
              <a:gd name="connsiteX6" fmla="*/ 0 w 8596408"/>
              <a:gd name="connsiteY6" fmla="*/ 3825218 h 3825218"/>
              <a:gd name="connsiteX7" fmla="*/ 47157 w 8596408"/>
              <a:gd name="connsiteY7" fmla="*/ 3791202 h 3825218"/>
              <a:gd name="connsiteX8" fmla="*/ 1286272 w 8596408"/>
              <a:gd name="connsiteY8" fmla="*/ 2635971 h 3825218"/>
              <a:gd name="connsiteX9" fmla="*/ 2817704 w 8596408"/>
              <a:gd name="connsiteY9" fmla="*/ 69147 h 38252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596408" h="3825218">
                <a:moveTo>
                  <a:pt x="2830992" y="0"/>
                </a:moveTo>
                <a:lnTo>
                  <a:pt x="5765416" y="0"/>
                </a:lnTo>
                <a:lnTo>
                  <a:pt x="5778703" y="69146"/>
                </a:lnTo>
                <a:cubicBezTo>
                  <a:pt x="5947128" y="771335"/>
                  <a:pt x="6496637" y="1724580"/>
                  <a:pt x="7310135" y="2635970"/>
                </a:cubicBezTo>
                <a:cubicBezTo>
                  <a:pt x="7716884" y="3091665"/>
                  <a:pt x="8141497" y="3482970"/>
                  <a:pt x="8549250" y="3791201"/>
                </a:cubicBezTo>
                <a:lnTo>
                  <a:pt x="8596408" y="3825218"/>
                </a:lnTo>
                <a:lnTo>
                  <a:pt x="0" y="3825218"/>
                </a:lnTo>
                <a:lnTo>
                  <a:pt x="47157" y="3791202"/>
                </a:lnTo>
                <a:cubicBezTo>
                  <a:pt x="454911" y="3482971"/>
                  <a:pt x="879523" y="3091666"/>
                  <a:pt x="1286272" y="2635971"/>
                </a:cubicBezTo>
                <a:cubicBezTo>
                  <a:pt x="2099770" y="1724581"/>
                  <a:pt x="2649280" y="771337"/>
                  <a:pt x="2817704" y="69147"/>
                </a:cubicBezTo>
                <a:close/>
              </a:path>
            </a:pathLst>
          </a:custGeom>
          <a:gradFill flip="none" rotWithShape="1">
            <a:gsLst>
              <a:gs pos="70000">
                <a:schemeClr val="accent5">
                  <a:lumMod val="60000"/>
                  <a:lumOff val="40000"/>
                  <a:alpha val="10000"/>
                </a:schemeClr>
              </a:gs>
              <a:gs pos="30000">
                <a:schemeClr val="accent5">
                  <a:lumMod val="60000"/>
                  <a:lumOff val="40000"/>
                  <a:alpha val="10000"/>
                </a:schemeClr>
              </a:gs>
              <a:gs pos="10000">
                <a:schemeClr val="accent5">
                  <a:lumMod val="60000"/>
                  <a:lumOff val="40000"/>
                  <a:alpha val="0"/>
                </a:schemeClr>
              </a:gs>
              <a:gs pos="90000">
                <a:schemeClr val="accent5">
                  <a:lumMod val="60000"/>
                  <a:lumOff val="40000"/>
                  <a:alpha val="0"/>
                </a:schemeClr>
              </a:gs>
            </a:gsLst>
            <a:lin ang="16200000" scaled="1"/>
            <a:tileRect/>
          </a:gradFill>
          <a:ln w="3175">
            <a:gradFill flip="none" rotWithShape="1">
              <a:gsLst>
                <a:gs pos="70000">
                  <a:schemeClr val="accent5">
                    <a:lumMod val="60000"/>
                    <a:lumOff val="40000"/>
                    <a:alpha val="60000"/>
                  </a:schemeClr>
                </a:gs>
                <a:gs pos="29000">
                  <a:schemeClr val="accent5">
                    <a:lumMod val="60000"/>
                    <a:lumOff val="40000"/>
                    <a:alpha val="60000"/>
                  </a:schemeClr>
                </a:gs>
                <a:gs pos="0">
                  <a:schemeClr val="accent1">
                    <a:lumMod val="0"/>
                    <a:lumOff val="100000"/>
                    <a:alpha val="0"/>
                  </a:schemeClr>
                </a:gs>
                <a:gs pos="100000">
                  <a:schemeClr val="accent1">
                    <a:lumMod val="0"/>
                    <a:lumOff val="100000"/>
                    <a:alpha val="0"/>
                  </a:schemeClr>
                </a:gs>
              </a:gsLst>
              <a:lin ang="16200000" scaled="1"/>
              <a:tileRect/>
            </a:gradFill>
          </a:ln>
          <a:effectLst>
            <a:outerShdw blurRad="330200" dist="88900" dir="5400000" algn="t" rotWithShape="0">
              <a:schemeClr val="accent1"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kumimoji="1"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" name="任意形状 4"/>
          <p:cNvSpPr/>
          <p:nvPr/>
        </p:nvSpPr>
        <p:spPr>
          <a:xfrm flipV="1">
            <a:off x="2860023" y="1367691"/>
            <a:ext cx="6311934" cy="1756581"/>
          </a:xfrm>
          <a:custGeom>
            <a:avLst/>
            <a:gdLst>
              <a:gd name="connsiteX0" fmla="*/ 2830992 w 8596408"/>
              <a:gd name="connsiteY0" fmla="*/ 0 h 3825218"/>
              <a:gd name="connsiteX1" fmla="*/ 5765416 w 8596408"/>
              <a:gd name="connsiteY1" fmla="*/ 0 h 3825218"/>
              <a:gd name="connsiteX2" fmla="*/ 5778703 w 8596408"/>
              <a:gd name="connsiteY2" fmla="*/ 69146 h 3825218"/>
              <a:gd name="connsiteX3" fmla="*/ 7310135 w 8596408"/>
              <a:gd name="connsiteY3" fmla="*/ 2635970 h 3825218"/>
              <a:gd name="connsiteX4" fmla="*/ 8549250 w 8596408"/>
              <a:gd name="connsiteY4" fmla="*/ 3791201 h 3825218"/>
              <a:gd name="connsiteX5" fmla="*/ 8596408 w 8596408"/>
              <a:gd name="connsiteY5" fmla="*/ 3825218 h 3825218"/>
              <a:gd name="connsiteX6" fmla="*/ 0 w 8596408"/>
              <a:gd name="connsiteY6" fmla="*/ 3825218 h 3825218"/>
              <a:gd name="connsiteX7" fmla="*/ 47157 w 8596408"/>
              <a:gd name="connsiteY7" fmla="*/ 3791202 h 3825218"/>
              <a:gd name="connsiteX8" fmla="*/ 1286272 w 8596408"/>
              <a:gd name="connsiteY8" fmla="*/ 2635971 h 3825218"/>
              <a:gd name="connsiteX9" fmla="*/ 2817704 w 8596408"/>
              <a:gd name="connsiteY9" fmla="*/ 69147 h 38252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596408" h="3825218">
                <a:moveTo>
                  <a:pt x="2830992" y="0"/>
                </a:moveTo>
                <a:lnTo>
                  <a:pt x="5765416" y="0"/>
                </a:lnTo>
                <a:lnTo>
                  <a:pt x="5778703" y="69146"/>
                </a:lnTo>
                <a:cubicBezTo>
                  <a:pt x="5947128" y="771335"/>
                  <a:pt x="6496637" y="1724580"/>
                  <a:pt x="7310135" y="2635970"/>
                </a:cubicBezTo>
                <a:cubicBezTo>
                  <a:pt x="7716884" y="3091665"/>
                  <a:pt x="8141497" y="3482970"/>
                  <a:pt x="8549250" y="3791201"/>
                </a:cubicBezTo>
                <a:lnTo>
                  <a:pt x="8596408" y="3825218"/>
                </a:lnTo>
                <a:lnTo>
                  <a:pt x="0" y="3825218"/>
                </a:lnTo>
                <a:lnTo>
                  <a:pt x="47157" y="3791202"/>
                </a:lnTo>
                <a:cubicBezTo>
                  <a:pt x="454911" y="3482971"/>
                  <a:pt x="879523" y="3091666"/>
                  <a:pt x="1286272" y="2635971"/>
                </a:cubicBezTo>
                <a:cubicBezTo>
                  <a:pt x="2099770" y="1724581"/>
                  <a:pt x="2649280" y="771337"/>
                  <a:pt x="2817704" y="69147"/>
                </a:cubicBezTo>
                <a:close/>
              </a:path>
            </a:pathLst>
          </a:custGeom>
          <a:gradFill flip="none" rotWithShape="1">
            <a:gsLst>
              <a:gs pos="70000">
                <a:schemeClr val="accent1">
                  <a:alpha val="3000"/>
                </a:schemeClr>
              </a:gs>
              <a:gs pos="30000">
                <a:schemeClr val="accent1">
                  <a:alpha val="3000"/>
                </a:schemeClr>
              </a:gs>
              <a:gs pos="10000">
                <a:schemeClr val="accent1">
                  <a:alpha val="0"/>
                </a:schemeClr>
              </a:gs>
              <a:gs pos="90000">
                <a:schemeClr val="accent1">
                  <a:alpha val="0"/>
                </a:schemeClr>
              </a:gs>
            </a:gsLst>
            <a:lin ang="16200000" scaled="1"/>
            <a:tileRect/>
          </a:gradFill>
          <a:ln w="3175">
            <a:gradFill flip="none" rotWithShape="1">
              <a:gsLst>
                <a:gs pos="70000">
                  <a:schemeClr val="accent1">
                    <a:alpha val="60000"/>
                  </a:schemeClr>
                </a:gs>
                <a:gs pos="29000">
                  <a:schemeClr val="accent1">
                    <a:alpha val="60000"/>
                  </a:schemeClr>
                </a:gs>
                <a:gs pos="0">
                  <a:schemeClr val="accent1">
                    <a:lumMod val="0"/>
                    <a:lumOff val="100000"/>
                    <a:alpha val="0"/>
                  </a:schemeClr>
                </a:gs>
                <a:gs pos="100000">
                  <a:schemeClr val="accent1">
                    <a:lumMod val="0"/>
                    <a:lumOff val="100000"/>
                    <a:alpha val="0"/>
                  </a:schemeClr>
                </a:gs>
              </a:gsLst>
              <a:lin ang="16200000" scaled="1"/>
              <a:tileRect/>
            </a:gradFill>
          </a:ln>
          <a:effectLst>
            <a:outerShdw blurRad="330200" dist="88900" dir="5400000" algn="t" rotWithShape="0">
              <a:schemeClr val="accent1"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568065" y="1931056"/>
            <a:ext cx="4895850" cy="752736"/>
          </a:xfrm>
          <a:prstGeom prst="rect">
            <a:avLst/>
          </a:prstGeom>
          <a:noFill/>
        </p:spPr>
        <p:txBody>
          <a:bodyPr wrap="none" rtlCol="0">
            <a:prstTxWarp prst="textArchUp">
              <a:avLst/>
            </a:prstTxWarp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000" spc="3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纵向一体化</a:t>
            </a:r>
            <a:endParaRPr lang="en-US" altLang="zh-CN" sz="1000" spc="30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30000"/>
              </a:lnSpc>
            </a:pPr>
            <a:r>
              <a:rPr lang="zh-CN" altLang="en-US" sz="1000" spc="3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管理协同和组织层级穿透</a:t>
            </a:r>
            <a:endParaRPr lang="zh-CN" altLang="en-US" sz="1000" spc="30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椭圆 60"/>
          <p:cNvSpPr/>
          <p:nvPr/>
        </p:nvSpPr>
        <p:spPr>
          <a:xfrm>
            <a:off x="3996690" y="1697265"/>
            <a:ext cx="4038600" cy="4038600"/>
          </a:xfrm>
          <a:prstGeom prst="ellipse">
            <a:avLst/>
          </a:prstGeom>
          <a:noFill/>
          <a:ln w="6350">
            <a:gradFill>
              <a:gsLst>
                <a:gs pos="20000">
                  <a:schemeClr val="accent5">
                    <a:lumMod val="60000"/>
                    <a:lumOff val="40000"/>
                    <a:alpha val="0"/>
                  </a:schemeClr>
                </a:gs>
                <a:gs pos="35000">
                  <a:schemeClr val="accent5">
                    <a:lumMod val="60000"/>
                    <a:lumOff val="40000"/>
                    <a:alpha val="70000"/>
                  </a:schemeClr>
                </a:gs>
                <a:gs pos="66000">
                  <a:schemeClr val="accent5">
                    <a:lumMod val="60000"/>
                    <a:lumOff val="40000"/>
                    <a:alpha val="70000"/>
                  </a:schemeClr>
                </a:gs>
                <a:gs pos="81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5400000" scaled="1"/>
            </a:gra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1336540" y="5451606"/>
            <a:ext cx="9358900" cy="1149920"/>
          </a:xfrm>
          <a:prstGeom prst="ellipse">
            <a:avLst/>
          </a:prstGeom>
          <a:gradFill>
            <a:gsLst>
              <a:gs pos="72000">
                <a:schemeClr val="bg1">
                  <a:alpha val="0"/>
                </a:schemeClr>
              </a:gs>
              <a:gs pos="100000">
                <a:schemeClr val="bg1"/>
              </a:gs>
            </a:gsLst>
            <a:lin ang="5400000" scaled="1"/>
          </a:gradFill>
          <a:ln w="38100">
            <a:gradFill>
              <a:gsLst>
                <a:gs pos="24000">
                  <a:schemeClr val="accent1">
                    <a:lumMod val="60000"/>
                    <a:lumOff val="40000"/>
                    <a:alpha val="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5400000" scaled="1"/>
            </a:gradFill>
          </a:ln>
          <a:effectLst>
            <a:outerShdw blurRad="101600" dist="38100" dir="5400000" algn="t" rotWithShape="0">
              <a:schemeClr val="accent1"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kumimoji="1"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8" name="任意形状 4"/>
          <p:cNvSpPr/>
          <p:nvPr/>
        </p:nvSpPr>
        <p:spPr>
          <a:xfrm>
            <a:off x="2285462" y="4319763"/>
            <a:ext cx="7461056" cy="1486396"/>
          </a:xfrm>
          <a:custGeom>
            <a:avLst/>
            <a:gdLst>
              <a:gd name="connsiteX0" fmla="*/ 2830992 w 8596408"/>
              <a:gd name="connsiteY0" fmla="*/ 0 h 3825218"/>
              <a:gd name="connsiteX1" fmla="*/ 5765416 w 8596408"/>
              <a:gd name="connsiteY1" fmla="*/ 0 h 3825218"/>
              <a:gd name="connsiteX2" fmla="*/ 5778703 w 8596408"/>
              <a:gd name="connsiteY2" fmla="*/ 69146 h 3825218"/>
              <a:gd name="connsiteX3" fmla="*/ 7310135 w 8596408"/>
              <a:gd name="connsiteY3" fmla="*/ 2635970 h 3825218"/>
              <a:gd name="connsiteX4" fmla="*/ 8549250 w 8596408"/>
              <a:gd name="connsiteY4" fmla="*/ 3791201 h 3825218"/>
              <a:gd name="connsiteX5" fmla="*/ 8596408 w 8596408"/>
              <a:gd name="connsiteY5" fmla="*/ 3825218 h 3825218"/>
              <a:gd name="connsiteX6" fmla="*/ 0 w 8596408"/>
              <a:gd name="connsiteY6" fmla="*/ 3825218 h 3825218"/>
              <a:gd name="connsiteX7" fmla="*/ 47157 w 8596408"/>
              <a:gd name="connsiteY7" fmla="*/ 3791202 h 3825218"/>
              <a:gd name="connsiteX8" fmla="*/ 1286272 w 8596408"/>
              <a:gd name="connsiteY8" fmla="*/ 2635971 h 3825218"/>
              <a:gd name="connsiteX9" fmla="*/ 2817704 w 8596408"/>
              <a:gd name="connsiteY9" fmla="*/ 69147 h 38252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596408" h="3825218">
                <a:moveTo>
                  <a:pt x="2830992" y="0"/>
                </a:moveTo>
                <a:lnTo>
                  <a:pt x="5765416" y="0"/>
                </a:lnTo>
                <a:lnTo>
                  <a:pt x="5778703" y="69146"/>
                </a:lnTo>
                <a:cubicBezTo>
                  <a:pt x="5947128" y="771335"/>
                  <a:pt x="6496637" y="1724580"/>
                  <a:pt x="7310135" y="2635970"/>
                </a:cubicBezTo>
                <a:cubicBezTo>
                  <a:pt x="7716884" y="3091665"/>
                  <a:pt x="8141497" y="3482970"/>
                  <a:pt x="8549250" y="3791201"/>
                </a:cubicBezTo>
                <a:lnTo>
                  <a:pt x="8596408" y="3825218"/>
                </a:lnTo>
                <a:lnTo>
                  <a:pt x="0" y="3825218"/>
                </a:lnTo>
                <a:lnTo>
                  <a:pt x="47157" y="3791202"/>
                </a:lnTo>
                <a:cubicBezTo>
                  <a:pt x="454911" y="3482971"/>
                  <a:pt x="879523" y="3091666"/>
                  <a:pt x="1286272" y="2635971"/>
                </a:cubicBezTo>
                <a:cubicBezTo>
                  <a:pt x="2099770" y="1724581"/>
                  <a:pt x="2649280" y="771337"/>
                  <a:pt x="2817704" y="69147"/>
                </a:cubicBezTo>
                <a:close/>
              </a:path>
            </a:pathLst>
          </a:custGeom>
          <a:gradFill flip="none" rotWithShape="1">
            <a:gsLst>
              <a:gs pos="70000">
                <a:schemeClr val="accent1">
                  <a:alpha val="3000"/>
                </a:schemeClr>
              </a:gs>
              <a:gs pos="30000">
                <a:schemeClr val="accent1">
                  <a:alpha val="3000"/>
                </a:schemeClr>
              </a:gs>
              <a:gs pos="10000">
                <a:schemeClr val="accent1">
                  <a:alpha val="0"/>
                </a:schemeClr>
              </a:gs>
              <a:gs pos="90000">
                <a:schemeClr val="accent1">
                  <a:alpha val="0"/>
                </a:schemeClr>
              </a:gs>
            </a:gsLst>
            <a:lin ang="16200000" scaled="1"/>
            <a:tileRect/>
          </a:gradFill>
          <a:ln w="3175">
            <a:gradFill flip="none" rotWithShape="1">
              <a:gsLst>
                <a:gs pos="70000">
                  <a:schemeClr val="accent1">
                    <a:alpha val="60000"/>
                  </a:schemeClr>
                </a:gs>
                <a:gs pos="29000">
                  <a:schemeClr val="accent1">
                    <a:alpha val="60000"/>
                  </a:schemeClr>
                </a:gs>
                <a:gs pos="0">
                  <a:schemeClr val="accent1">
                    <a:lumMod val="0"/>
                    <a:lumOff val="100000"/>
                    <a:alpha val="0"/>
                  </a:schemeClr>
                </a:gs>
                <a:gs pos="100000">
                  <a:schemeClr val="accent1">
                    <a:lumMod val="0"/>
                    <a:lumOff val="100000"/>
                    <a:alpha val="0"/>
                  </a:schemeClr>
                </a:gs>
              </a:gsLst>
              <a:lin ang="16200000" scaled="1"/>
              <a:tileRect/>
            </a:gradFill>
          </a:ln>
          <a:effectLst>
            <a:outerShdw blurRad="330200" dist="88900" dir="5400000" algn="t" rotWithShape="0">
              <a:schemeClr val="accent1"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4777740" y="2478315"/>
            <a:ext cx="2476500" cy="2476500"/>
          </a:xfrm>
          <a:prstGeom prst="ellipse">
            <a:avLst/>
          </a:prstGeom>
          <a:gradFill flip="none" rotWithShape="1">
            <a:gsLst>
              <a:gs pos="99000">
                <a:schemeClr val="accent5">
                  <a:alpha val="15000"/>
                </a:schemeClr>
              </a:gs>
              <a:gs pos="72000">
                <a:schemeClr val="bg1">
                  <a:alpha val="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5069840" y="2770416"/>
            <a:ext cx="1892300" cy="1892298"/>
          </a:xfrm>
          <a:prstGeom prst="ellipse">
            <a:avLst/>
          </a:prstGeom>
          <a:gradFill flip="none" rotWithShape="1">
            <a:gsLst>
              <a:gs pos="0">
                <a:schemeClr val="accent5">
                  <a:lumMod val="60000"/>
                  <a:lumOff val="40000"/>
                </a:schemeClr>
              </a:gs>
              <a:gs pos="99000">
                <a:schemeClr val="accent5"/>
              </a:gs>
            </a:gsLst>
            <a:lin ang="0" scaled="1"/>
            <a:tileRect/>
          </a:gradFill>
          <a:ln>
            <a:noFill/>
          </a:ln>
          <a:effectLst>
            <a:outerShdw blurRad="330200" dist="88900" dir="5400000" algn="t" rotWithShape="0">
              <a:schemeClr val="accent5"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5179683" y="3323278"/>
            <a:ext cx="16726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项目管理精益化</a:t>
            </a:r>
            <a:endParaRPr kumimoji="1"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3041956" y="2924437"/>
            <a:ext cx="1486396" cy="1486396"/>
          </a:xfrm>
          <a:prstGeom prst="ellipse">
            <a:avLst/>
          </a:prstGeom>
          <a:gradFill flip="none" rotWithShape="1">
            <a:gsLst>
              <a:gs pos="99000">
                <a:schemeClr val="accent5">
                  <a:lumMod val="60000"/>
                  <a:lumOff val="40000"/>
                  <a:alpha val="15000"/>
                </a:schemeClr>
              </a:gs>
              <a:gs pos="72000">
                <a:schemeClr val="bg1">
                  <a:alpha val="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任意形状 19"/>
          <p:cNvSpPr/>
          <p:nvPr/>
        </p:nvSpPr>
        <p:spPr>
          <a:xfrm rot="5400000">
            <a:off x="594016" y="2438208"/>
            <a:ext cx="3740148" cy="2477415"/>
          </a:xfrm>
          <a:custGeom>
            <a:avLst/>
            <a:gdLst>
              <a:gd name="connsiteX0" fmla="*/ 2830992 w 8596408"/>
              <a:gd name="connsiteY0" fmla="*/ 0 h 3825218"/>
              <a:gd name="connsiteX1" fmla="*/ 5765416 w 8596408"/>
              <a:gd name="connsiteY1" fmla="*/ 0 h 3825218"/>
              <a:gd name="connsiteX2" fmla="*/ 5778703 w 8596408"/>
              <a:gd name="connsiteY2" fmla="*/ 69146 h 3825218"/>
              <a:gd name="connsiteX3" fmla="*/ 7310135 w 8596408"/>
              <a:gd name="connsiteY3" fmla="*/ 2635970 h 3825218"/>
              <a:gd name="connsiteX4" fmla="*/ 8549250 w 8596408"/>
              <a:gd name="connsiteY4" fmla="*/ 3791201 h 3825218"/>
              <a:gd name="connsiteX5" fmla="*/ 8596408 w 8596408"/>
              <a:gd name="connsiteY5" fmla="*/ 3825218 h 3825218"/>
              <a:gd name="connsiteX6" fmla="*/ 0 w 8596408"/>
              <a:gd name="connsiteY6" fmla="*/ 3825218 h 3825218"/>
              <a:gd name="connsiteX7" fmla="*/ 47157 w 8596408"/>
              <a:gd name="connsiteY7" fmla="*/ 3791202 h 3825218"/>
              <a:gd name="connsiteX8" fmla="*/ 1286272 w 8596408"/>
              <a:gd name="connsiteY8" fmla="*/ 2635971 h 3825218"/>
              <a:gd name="connsiteX9" fmla="*/ 2817704 w 8596408"/>
              <a:gd name="connsiteY9" fmla="*/ 69147 h 38252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596408" h="3825218">
                <a:moveTo>
                  <a:pt x="2830992" y="0"/>
                </a:moveTo>
                <a:lnTo>
                  <a:pt x="5765416" y="0"/>
                </a:lnTo>
                <a:lnTo>
                  <a:pt x="5778703" y="69146"/>
                </a:lnTo>
                <a:cubicBezTo>
                  <a:pt x="5947128" y="771335"/>
                  <a:pt x="6496637" y="1724580"/>
                  <a:pt x="7310135" y="2635970"/>
                </a:cubicBezTo>
                <a:cubicBezTo>
                  <a:pt x="7716884" y="3091665"/>
                  <a:pt x="8141497" y="3482970"/>
                  <a:pt x="8549250" y="3791201"/>
                </a:cubicBezTo>
                <a:lnTo>
                  <a:pt x="8596408" y="3825218"/>
                </a:lnTo>
                <a:lnTo>
                  <a:pt x="0" y="3825218"/>
                </a:lnTo>
                <a:lnTo>
                  <a:pt x="47157" y="3791202"/>
                </a:lnTo>
                <a:cubicBezTo>
                  <a:pt x="454911" y="3482971"/>
                  <a:pt x="879523" y="3091666"/>
                  <a:pt x="1286272" y="2635971"/>
                </a:cubicBezTo>
                <a:cubicBezTo>
                  <a:pt x="2099770" y="1724581"/>
                  <a:pt x="2649280" y="771337"/>
                  <a:pt x="2817704" y="69147"/>
                </a:cubicBezTo>
                <a:close/>
              </a:path>
            </a:pathLst>
          </a:custGeom>
          <a:gradFill flip="none" rotWithShape="1">
            <a:gsLst>
              <a:gs pos="70000">
                <a:schemeClr val="accent5">
                  <a:lumMod val="60000"/>
                  <a:lumOff val="40000"/>
                  <a:alpha val="10000"/>
                </a:schemeClr>
              </a:gs>
              <a:gs pos="30000">
                <a:schemeClr val="accent5">
                  <a:lumMod val="60000"/>
                  <a:lumOff val="40000"/>
                  <a:alpha val="10000"/>
                </a:schemeClr>
              </a:gs>
              <a:gs pos="10000">
                <a:schemeClr val="accent5">
                  <a:lumMod val="60000"/>
                  <a:lumOff val="40000"/>
                  <a:alpha val="0"/>
                </a:schemeClr>
              </a:gs>
              <a:gs pos="90000">
                <a:schemeClr val="accent5">
                  <a:lumMod val="60000"/>
                  <a:lumOff val="40000"/>
                  <a:alpha val="0"/>
                </a:schemeClr>
              </a:gs>
            </a:gsLst>
            <a:lin ang="16200000" scaled="1"/>
            <a:tileRect/>
          </a:gradFill>
          <a:ln w="3175">
            <a:gradFill flip="none" rotWithShape="1">
              <a:gsLst>
                <a:gs pos="70000">
                  <a:schemeClr val="accent5">
                    <a:lumMod val="60000"/>
                    <a:lumOff val="40000"/>
                    <a:alpha val="60000"/>
                  </a:schemeClr>
                </a:gs>
                <a:gs pos="29000">
                  <a:schemeClr val="accent5">
                    <a:lumMod val="60000"/>
                    <a:lumOff val="40000"/>
                    <a:alpha val="60000"/>
                  </a:schemeClr>
                </a:gs>
                <a:gs pos="0">
                  <a:schemeClr val="accent1">
                    <a:lumMod val="0"/>
                    <a:lumOff val="100000"/>
                    <a:alpha val="0"/>
                  </a:schemeClr>
                </a:gs>
                <a:gs pos="100000">
                  <a:schemeClr val="accent1">
                    <a:lumMod val="0"/>
                    <a:lumOff val="100000"/>
                    <a:alpha val="0"/>
                  </a:schemeClr>
                </a:gs>
              </a:gsLst>
              <a:lin ang="16200000" scaled="1"/>
              <a:tileRect/>
            </a:gradFill>
          </a:ln>
          <a:effectLst>
            <a:outerShdw blurRad="330200" dist="88900" dir="5400000" algn="t" rotWithShape="0">
              <a:schemeClr val="accent1"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3232047" y="3113517"/>
            <a:ext cx="1133386" cy="1133386"/>
          </a:xfrm>
          <a:prstGeom prst="ellipse">
            <a:avLst/>
          </a:prstGeom>
          <a:gradFill flip="none" rotWithShape="1">
            <a:gsLst>
              <a:gs pos="0">
                <a:schemeClr val="accent5">
                  <a:lumMod val="40000"/>
                  <a:lumOff val="60000"/>
                </a:schemeClr>
              </a:gs>
              <a:gs pos="98000">
                <a:schemeClr val="accent5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  <a:effectLst>
            <a:outerShdw blurRad="254000" dist="127000" dir="5400000" algn="t" rotWithShape="0">
              <a:schemeClr val="accent5">
                <a:lumMod val="60000"/>
                <a:lumOff val="40000"/>
                <a:alpha val="3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3296042" y="3676805"/>
            <a:ext cx="10054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6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数据驱动</a:t>
            </a:r>
            <a:endParaRPr kumimoji="1" lang="zh-CN" altLang="en-US" sz="1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椭圆 28"/>
          <p:cNvSpPr/>
          <p:nvPr/>
        </p:nvSpPr>
        <p:spPr>
          <a:xfrm flipH="1">
            <a:off x="7503628" y="2924437"/>
            <a:ext cx="1486396" cy="1486396"/>
          </a:xfrm>
          <a:prstGeom prst="ellipse">
            <a:avLst/>
          </a:prstGeom>
          <a:gradFill flip="none" rotWithShape="1">
            <a:gsLst>
              <a:gs pos="99000">
                <a:schemeClr val="accent5">
                  <a:lumMod val="60000"/>
                  <a:lumOff val="40000"/>
                  <a:alpha val="15000"/>
                </a:schemeClr>
              </a:gs>
              <a:gs pos="72000">
                <a:schemeClr val="bg1">
                  <a:alpha val="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kumimoji="1"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0" name="椭圆 29"/>
          <p:cNvSpPr/>
          <p:nvPr/>
        </p:nvSpPr>
        <p:spPr>
          <a:xfrm flipH="1">
            <a:off x="7666547" y="3113517"/>
            <a:ext cx="1133386" cy="1133386"/>
          </a:xfrm>
          <a:prstGeom prst="ellipse">
            <a:avLst/>
          </a:prstGeom>
          <a:gradFill flip="none" rotWithShape="1">
            <a:gsLst>
              <a:gs pos="0">
                <a:schemeClr val="accent5">
                  <a:lumMod val="40000"/>
                  <a:lumOff val="60000"/>
                </a:schemeClr>
              </a:gs>
              <a:gs pos="98000">
                <a:schemeClr val="accent5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  <a:effectLst>
            <a:outerShdw blurRad="254000" dist="127000" dir="5400000" algn="t" rotWithShape="0">
              <a:schemeClr val="accent5">
                <a:lumMod val="60000"/>
                <a:lumOff val="40000"/>
                <a:alpha val="3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kumimoji="1" lang="zh-CN" altLang="en-US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1" name="文本框 30"/>
          <p:cNvSpPr txBox="1"/>
          <p:nvPr/>
        </p:nvSpPr>
        <p:spPr>
          <a:xfrm flipH="1">
            <a:off x="7730540" y="3676805"/>
            <a:ext cx="10054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kumimoji="1" sz="16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业务前置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图形 13"/>
          <p:cNvSpPr/>
          <p:nvPr/>
        </p:nvSpPr>
        <p:spPr>
          <a:xfrm>
            <a:off x="3663911" y="3332522"/>
            <a:ext cx="273256" cy="273253"/>
          </a:xfrm>
          <a:custGeom>
            <a:avLst/>
            <a:gdLst>
              <a:gd name="connsiteX0" fmla="*/ 136628 w 273256"/>
              <a:gd name="connsiteY0" fmla="*/ 0 h 273253"/>
              <a:gd name="connsiteX1" fmla="*/ 0 w 273256"/>
              <a:gd name="connsiteY1" fmla="*/ 136627 h 273253"/>
              <a:gd name="connsiteX2" fmla="*/ 136628 w 273256"/>
              <a:gd name="connsiteY2" fmla="*/ 273253 h 273253"/>
              <a:gd name="connsiteX3" fmla="*/ 273257 w 273256"/>
              <a:gd name="connsiteY3" fmla="*/ 136627 h 273253"/>
              <a:gd name="connsiteX4" fmla="*/ 136628 w 273256"/>
              <a:gd name="connsiteY4" fmla="*/ 0 h 273253"/>
              <a:gd name="connsiteX5" fmla="*/ 217319 w 273256"/>
              <a:gd name="connsiteY5" fmla="*/ 180315 h 273253"/>
              <a:gd name="connsiteX6" fmla="*/ 216162 w 273256"/>
              <a:gd name="connsiteY6" fmla="*/ 181505 h 273253"/>
              <a:gd name="connsiteX7" fmla="*/ 159582 w 273256"/>
              <a:gd name="connsiteY7" fmla="*/ 223361 h 273253"/>
              <a:gd name="connsiteX8" fmla="*/ 152188 w 273256"/>
              <a:gd name="connsiteY8" fmla="*/ 222268 h 273253"/>
              <a:gd name="connsiteX9" fmla="*/ 151159 w 273256"/>
              <a:gd name="connsiteY9" fmla="*/ 219117 h 273253"/>
              <a:gd name="connsiteX10" fmla="*/ 151159 w 273256"/>
              <a:gd name="connsiteY10" fmla="*/ 192178 h 273253"/>
              <a:gd name="connsiteX11" fmla="*/ 104931 w 273256"/>
              <a:gd name="connsiteY11" fmla="*/ 192178 h 273253"/>
              <a:gd name="connsiteX12" fmla="*/ 51244 w 273256"/>
              <a:gd name="connsiteY12" fmla="*/ 143313 h 273253"/>
              <a:gd name="connsiteX13" fmla="*/ 104931 w 273256"/>
              <a:gd name="connsiteY13" fmla="*/ 163984 h 273253"/>
              <a:gd name="connsiteX14" fmla="*/ 151159 w 273256"/>
              <a:gd name="connsiteY14" fmla="*/ 163116 h 273253"/>
              <a:gd name="connsiteX15" fmla="*/ 151159 w 273256"/>
              <a:gd name="connsiteY15" fmla="*/ 137270 h 273253"/>
              <a:gd name="connsiteX16" fmla="*/ 156431 w 273256"/>
              <a:gd name="connsiteY16" fmla="*/ 131997 h 273253"/>
              <a:gd name="connsiteX17" fmla="*/ 159486 w 273256"/>
              <a:gd name="connsiteY17" fmla="*/ 132962 h 273253"/>
              <a:gd name="connsiteX18" fmla="*/ 216034 w 273256"/>
              <a:gd name="connsiteY18" fmla="*/ 172921 h 273253"/>
              <a:gd name="connsiteX19" fmla="*/ 217319 w 273256"/>
              <a:gd name="connsiteY19" fmla="*/ 180315 h 273253"/>
              <a:gd name="connsiteX20" fmla="*/ 168358 w 273256"/>
              <a:gd name="connsiteY20" fmla="*/ 109205 h 273253"/>
              <a:gd name="connsiteX21" fmla="*/ 122130 w 273256"/>
              <a:gd name="connsiteY21" fmla="*/ 110073 h 273253"/>
              <a:gd name="connsiteX22" fmla="*/ 122130 w 273256"/>
              <a:gd name="connsiteY22" fmla="*/ 135919 h 273253"/>
              <a:gd name="connsiteX23" fmla="*/ 116857 w 273256"/>
              <a:gd name="connsiteY23" fmla="*/ 141192 h 273253"/>
              <a:gd name="connsiteX24" fmla="*/ 113803 w 273256"/>
              <a:gd name="connsiteY24" fmla="*/ 140227 h 273253"/>
              <a:gd name="connsiteX25" fmla="*/ 57223 w 273256"/>
              <a:gd name="connsiteY25" fmla="*/ 100300 h 273253"/>
              <a:gd name="connsiteX26" fmla="*/ 55969 w 273256"/>
              <a:gd name="connsiteY26" fmla="*/ 92938 h 273253"/>
              <a:gd name="connsiteX27" fmla="*/ 57127 w 273256"/>
              <a:gd name="connsiteY27" fmla="*/ 91749 h 273253"/>
              <a:gd name="connsiteX28" fmla="*/ 113675 w 273256"/>
              <a:gd name="connsiteY28" fmla="*/ 49893 h 273253"/>
              <a:gd name="connsiteX29" fmla="*/ 121069 w 273256"/>
              <a:gd name="connsiteY29" fmla="*/ 50986 h 273253"/>
              <a:gd name="connsiteX30" fmla="*/ 122098 w 273256"/>
              <a:gd name="connsiteY30" fmla="*/ 54136 h 273253"/>
              <a:gd name="connsiteX31" fmla="*/ 122098 w 273256"/>
              <a:gd name="connsiteY31" fmla="*/ 81076 h 273253"/>
              <a:gd name="connsiteX32" fmla="*/ 168326 w 273256"/>
              <a:gd name="connsiteY32" fmla="*/ 81076 h 273253"/>
              <a:gd name="connsiteX33" fmla="*/ 222013 w 273256"/>
              <a:gd name="connsiteY33" fmla="*/ 129940 h 273253"/>
              <a:gd name="connsiteX34" fmla="*/ 168358 w 273256"/>
              <a:gd name="connsiteY34" fmla="*/ 109205 h 2732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273256" h="273253">
                <a:moveTo>
                  <a:pt x="136628" y="0"/>
                </a:moveTo>
                <a:cubicBezTo>
                  <a:pt x="61177" y="0"/>
                  <a:pt x="0" y="61177"/>
                  <a:pt x="0" y="136627"/>
                </a:cubicBezTo>
                <a:cubicBezTo>
                  <a:pt x="0" y="212077"/>
                  <a:pt x="61177" y="273253"/>
                  <a:pt x="136628" y="273253"/>
                </a:cubicBezTo>
                <a:cubicBezTo>
                  <a:pt x="212079" y="273253"/>
                  <a:pt x="273257" y="212077"/>
                  <a:pt x="273257" y="136627"/>
                </a:cubicBezTo>
                <a:cubicBezTo>
                  <a:pt x="273257" y="61177"/>
                  <a:pt x="212112" y="0"/>
                  <a:pt x="136628" y="0"/>
                </a:cubicBezTo>
                <a:close/>
                <a:moveTo>
                  <a:pt x="217319" y="180315"/>
                </a:moveTo>
                <a:cubicBezTo>
                  <a:pt x="216998" y="180765"/>
                  <a:pt x="216612" y="181183"/>
                  <a:pt x="216162" y="181505"/>
                </a:cubicBezTo>
                <a:lnTo>
                  <a:pt x="159582" y="223361"/>
                </a:lnTo>
                <a:cubicBezTo>
                  <a:pt x="157235" y="225097"/>
                  <a:pt x="153924" y="224614"/>
                  <a:pt x="152188" y="222268"/>
                </a:cubicBezTo>
                <a:cubicBezTo>
                  <a:pt x="151513" y="221367"/>
                  <a:pt x="151159" y="220242"/>
                  <a:pt x="151159" y="219117"/>
                </a:cubicBezTo>
                <a:lnTo>
                  <a:pt x="151159" y="192178"/>
                </a:lnTo>
                <a:lnTo>
                  <a:pt x="104931" y="192178"/>
                </a:lnTo>
                <a:cubicBezTo>
                  <a:pt x="71979" y="192370"/>
                  <a:pt x="54105" y="176072"/>
                  <a:pt x="51244" y="143313"/>
                </a:cubicBezTo>
                <a:cubicBezTo>
                  <a:pt x="54105" y="146303"/>
                  <a:pt x="66610" y="163984"/>
                  <a:pt x="104931" y="163984"/>
                </a:cubicBezTo>
                <a:cubicBezTo>
                  <a:pt x="130456" y="163984"/>
                  <a:pt x="145887" y="163695"/>
                  <a:pt x="151159" y="163116"/>
                </a:cubicBezTo>
                <a:lnTo>
                  <a:pt x="151159" y="137270"/>
                </a:lnTo>
                <a:cubicBezTo>
                  <a:pt x="151159" y="134344"/>
                  <a:pt x="153538" y="131997"/>
                  <a:pt x="156431" y="131997"/>
                </a:cubicBezTo>
                <a:cubicBezTo>
                  <a:pt x="157524" y="131997"/>
                  <a:pt x="158585" y="132351"/>
                  <a:pt x="159486" y="132962"/>
                </a:cubicBezTo>
                <a:lnTo>
                  <a:pt x="216034" y="172921"/>
                </a:lnTo>
                <a:cubicBezTo>
                  <a:pt x="218445" y="174625"/>
                  <a:pt x="218991" y="177936"/>
                  <a:pt x="217319" y="180315"/>
                </a:cubicBezTo>
                <a:close/>
                <a:moveTo>
                  <a:pt x="168358" y="109205"/>
                </a:moveTo>
                <a:cubicBezTo>
                  <a:pt x="142833" y="109205"/>
                  <a:pt x="127402" y="109494"/>
                  <a:pt x="122130" y="110073"/>
                </a:cubicBezTo>
                <a:lnTo>
                  <a:pt x="122130" y="135919"/>
                </a:lnTo>
                <a:cubicBezTo>
                  <a:pt x="122130" y="138845"/>
                  <a:pt x="119751" y="141192"/>
                  <a:pt x="116857" y="141192"/>
                </a:cubicBezTo>
                <a:cubicBezTo>
                  <a:pt x="115764" y="141192"/>
                  <a:pt x="114704" y="140838"/>
                  <a:pt x="113803" y="140227"/>
                </a:cubicBezTo>
                <a:lnTo>
                  <a:pt x="57223" y="100300"/>
                </a:lnTo>
                <a:cubicBezTo>
                  <a:pt x="54844" y="98628"/>
                  <a:pt x="54266" y="95317"/>
                  <a:pt x="55969" y="92938"/>
                </a:cubicBezTo>
                <a:cubicBezTo>
                  <a:pt x="56291" y="92488"/>
                  <a:pt x="56677" y="92070"/>
                  <a:pt x="57127" y="91749"/>
                </a:cubicBezTo>
                <a:lnTo>
                  <a:pt x="113675" y="49893"/>
                </a:lnTo>
                <a:cubicBezTo>
                  <a:pt x="116022" y="48157"/>
                  <a:pt x="119333" y="48639"/>
                  <a:pt x="121069" y="50986"/>
                </a:cubicBezTo>
                <a:cubicBezTo>
                  <a:pt x="121744" y="51886"/>
                  <a:pt x="122098" y="53011"/>
                  <a:pt x="122098" y="54136"/>
                </a:cubicBezTo>
                <a:lnTo>
                  <a:pt x="122098" y="81076"/>
                </a:lnTo>
                <a:lnTo>
                  <a:pt x="168326" y="81076"/>
                </a:lnTo>
                <a:cubicBezTo>
                  <a:pt x="201278" y="80883"/>
                  <a:pt x="219152" y="97182"/>
                  <a:pt x="222013" y="129940"/>
                </a:cubicBezTo>
                <a:cubicBezTo>
                  <a:pt x="219152" y="126886"/>
                  <a:pt x="206646" y="109205"/>
                  <a:pt x="168358" y="109205"/>
                </a:cubicBezTo>
                <a:close/>
              </a:path>
            </a:pathLst>
          </a:custGeom>
          <a:gradFill flip="none" rotWithShape="1">
            <a:gsLst>
              <a:gs pos="68000">
                <a:schemeClr val="bg1"/>
              </a:gs>
              <a:gs pos="0">
                <a:schemeClr val="bg1">
                  <a:alpha val="0"/>
                </a:schemeClr>
              </a:gs>
            </a:gsLst>
            <a:lin ang="7200000" scaled="0"/>
            <a:tileRect/>
          </a:gradFill>
          <a:ln w="31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图形 15"/>
          <p:cNvSpPr/>
          <p:nvPr/>
        </p:nvSpPr>
        <p:spPr>
          <a:xfrm>
            <a:off x="8098486" y="3351479"/>
            <a:ext cx="268802" cy="299891"/>
          </a:xfrm>
          <a:custGeom>
            <a:avLst/>
            <a:gdLst>
              <a:gd name="T0" fmla="*/ 8957 w 10646"/>
              <a:gd name="T1" fmla="*/ 11874 h 11874"/>
              <a:gd name="T2" fmla="*/ 1689 w 10646"/>
              <a:gd name="T3" fmla="*/ 11874 h 11874"/>
              <a:gd name="T4" fmla="*/ 0 w 10646"/>
              <a:gd name="T5" fmla="*/ 10186 h 11874"/>
              <a:gd name="T6" fmla="*/ 0 w 10646"/>
              <a:gd name="T7" fmla="*/ 3323 h 11874"/>
              <a:gd name="T8" fmla="*/ 1535 w 10646"/>
              <a:gd name="T9" fmla="*/ 1635 h 11874"/>
              <a:gd name="T10" fmla="*/ 2454 w 10646"/>
              <a:gd name="T11" fmla="*/ 1635 h 11874"/>
              <a:gd name="T12" fmla="*/ 2454 w 10646"/>
              <a:gd name="T13" fmla="*/ 3270 h 11874"/>
              <a:gd name="T14" fmla="*/ 8181 w 10646"/>
              <a:gd name="T15" fmla="*/ 3270 h 11874"/>
              <a:gd name="T16" fmla="*/ 8181 w 10646"/>
              <a:gd name="T17" fmla="*/ 1635 h 11874"/>
              <a:gd name="T18" fmla="*/ 8985 w 10646"/>
              <a:gd name="T19" fmla="*/ 1635 h 11874"/>
              <a:gd name="T20" fmla="*/ 10646 w 10646"/>
              <a:gd name="T21" fmla="*/ 3328 h 11874"/>
              <a:gd name="T22" fmla="*/ 10646 w 10646"/>
              <a:gd name="T23" fmla="*/ 10238 h 11874"/>
              <a:gd name="T24" fmla="*/ 8957 w 10646"/>
              <a:gd name="T25" fmla="*/ 11874 h 11874"/>
              <a:gd name="T26" fmla="*/ 8598 w 10646"/>
              <a:gd name="T27" fmla="*/ 5118 h 11874"/>
              <a:gd name="T28" fmla="*/ 8394 w 10646"/>
              <a:gd name="T29" fmla="*/ 4913 h 11874"/>
              <a:gd name="T30" fmla="*/ 2252 w 10646"/>
              <a:gd name="T31" fmla="*/ 4913 h 11874"/>
              <a:gd name="T32" fmla="*/ 2048 w 10646"/>
              <a:gd name="T33" fmla="*/ 5118 h 11874"/>
              <a:gd name="T34" fmla="*/ 2048 w 10646"/>
              <a:gd name="T35" fmla="*/ 5528 h 11874"/>
              <a:gd name="T36" fmla="*/ 2252 w 10646"/>
              <a:gd name="T37" fmla="*/ 5732 h 11874"/>
              <a:gd name="T38" fmla="*/ 8394 w 10646"/>
              <a:gd name="T39" fmla="*/ 5732 h 11874"/>
              <a:gd name="T40" fmla="*/ 8598 w 10646"/>
              <a:gd name="T41" fmla="*/ 5528 h 11874"/>
              <a:gd name="T42" fmla="*/ 8598 w 10646"/>
              <a:gd name="T43" fmla="*/ 5118 h 11874"/>
              <a:gd name="T44" fmla="*/ 8598 w 10646"/>
              <a:gd name="T45" fmla="*/ 7165 h 11874"/>
              <a:gd name="T46" fmla="*/ 8394 w 10646"/>
              <a:gd name="T47" fmla="*/ 6961 h 11874"/>
              <a:gd name="T48" fmla="*/ 2252 w 10646"/>
              <a:gd name="T49" fmla="*/ 6961 h 11874"/>
              <a:gd name="T50" fmla="*/ 2048 w 10646"/>
              <a:gd name="T51" fmla="*/ 7165 h 11874"/>
              <a:gd name="T52" fmla="*/ 2048 w 10646"/>
              <a:gd name="T53" fmla="*/ 7574 h 11874"/>
              <a:gd name="T54" fmla="*/ 2252 w 10646"/>
              <a:gd name="T55" fmla="*/ 7780 h 11874"/>
              <a:gd name="T56" fmla="*/ 8394 w 10646"/>
              <a:gd name="T57" fmla="*/ 7780 h 11874"/>
              <a:gd name="T58" fmla="*/ 8598 w 10646"/>
              <a:gd name="T59" fmla="*/ 7574 h 11874"/>
              <a:gd name="T60" fmla="*/ 8598 w 10646"/>
              <a:gd name="T61" fmla="*/ 7165 h 11874"/>
              <a:gd name="T62" fmla="*/ 8598 w 10646"/>
              <a:gd name="T63" fmla="*/ 9212 h 11874"/>
              <a:gd name="T64" fmla="*/ 8394 w 10646"/>
              <a:gd name="T65" fmla="*/ 9008 h 11874"/>
              <a:gd name="T66" fmla="*/ 2252 w 10646"/>
              <a:gd name="T67" fmla="*/ 9008 h 11874"/>
              <a:gd name="T68" fmla="*/ 2048 w 10646"/>
              <a:gd name="T69" fmla="*/ 9212 h 11874"/>
              <a:gd name="T70" fmla="*/ 2048 w 10646"/>
              <a:gd name="T71" fmla="*/ 9622 h 11874"/>
              <a:gd name="T72" fmla="*/ 2252 w 10646"/>
              <a:gd name="T73" fmla="*/ 9826 h 11874"/>
              <a:gd name="T74" fmla="*/ 8394 w 10646"/>
              <a:gd name="T75" fmla="*/ 9826 h 11874"/>
              <a:gd name="T76" fmla="*/ 8598 w 10646"/>
              <a:gd name="T77" fmla="*/ 9622 h 11874"/>
              <a:gd name="T78" fmla="*/ 8598 w 10646"/>
              <a:gd name="T79" fmla="*/ 9212 h 11874"/>
              <a:gd name="T80" fmla="*/ 4909 w 10646"/>
              <a:gd name="T81" fmla="*/ 2453 h 11874"/>
              <a:gd name="T82" fmla="*/ 3272 w 10646"/>
              <a:gd name="T83" fmla="*/ 2453 h 11874"/>
              <a:gd name="T84" fmla="*/ 3272 w 10646"/>
              <a:gd name="T85" fmla="*/ 818 h 11874"/>
              <a:gd name="T86" fmla="*/ 4091 w 10646"/>
              <a:gd name="T87" fmla="*/ 818 h 11874"/>
              <a:gd name="T88" fmla="*/ 4909 w 10646"/>
              <a:gd name="T89" fmla="*/ 0 h 11874"/>
              <a:gd name="T90" fmla="*/ 5727 w 10646"/>
              <a:gd name="T91" fmla="*/ 0 h 11874"/>
              <a:gd name="T92" fmla="*/ 6545 w 10646"/>
              <a:gd name="T93" fmla="*/ 818 h 11874"/>
              <a:gd name="T94" fmla="*/ 7363 w 10646"/>
              <a:gd name="T95" fmla="*/ 818 h 11874"/>
              <a:gd name="T96" fmla="*/ 7363 w 10646"/>
              <a:gd name="T97" fmla="*/ 2453 h 11874"/>
              <a:gd name="T98" fmla="*/ 4909 w 10646"/>
              <a:gd name="T99" fmla="*/ 2453 h 11874"/>
              <a:gd name="T100" fmla="*/ 4909 w 10646"/>
              <a:gd name="T101" fmla="*/ 2453 h 11874"/>
              <a:gd name="T102" fmla="*/ 5318 w 10646"/>
              <a:gd name="T103" fmla="*/ 689 h 11874"/>
              <a:gd name="T104" fmla="*/ 4806 w 10646"/>
              <a:gd name="T105" fmla="*/ 1201 h 11874"/>
              <a:gd name="T106" fmla="*/ 5318 w 10646"/>
              <a:gd name="T107" fmla="*/ 1712 h 11874"/>
              <a:gd name="T108" fmla="*/ 5829 w 10646"/>
              <a:gd name="T109" fmla="*/ 1201 h 11874"/>
              <a:gd name="T110" fmla="*/ 5318 w 10646"/>
              <a:gd name="T111" fmla="*/ 689 h 118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0646" h="11874">
                <a:moveTo>
                  <a:pt x="8957" y="11874"/>
                </a:moveTo>
                <a:lnTo>
                  <a:pt x="1689" y="11874"/>
                </a:lnTo>
                <a:cubicBezTo>
                  <a:pt x="1031" y="11874"/>
                  <a:pt x="0" y="11047"/>
                  <a:pt x="0" y="10186"/>
                </a:cubicBezTo>
                <a:lnTo>
                  <a:pt x="0" y="3323"/>
                </a:lnTo>
                <a:cubicBezTo>
                  <a:pt x="0" y="2598"/>
                  <a:pt x="742" y="1635"/>
                  <a:pt x="1535" y="1635"/>
                </a:cubicBezTo>
                <a:lnTo>
                  <a:pt x="2454" y="1635"/>
                </a:lnTo>
                <a:lnTo>
                  <a:pt x="2454" y="3270"/>
                </a:lnTo>
                <a:lnTo>
                  <a:pt x="8181" y="3270"/>
                </a:lnTo>
                <a:lnTo>
                  <a:pt x="8181" y="1635"/>
                </a:lnTo>
                <a:lnTo>
                  <a:pt x="8985" y="1635"/>
                </a:lnTo>
                <a:cubicBezTo>
                  <a:pt x="9778" y="1635"/>
                  <a:pt x="10646" y="2368"/>
                  <a:pt x="10646" y="3328"/>
                </a:cubicBezTo>
                <a:lnTo>
                  <a:pt x="10646" y="10238"/>
                </a:lnTo>
                <a:cubicBezTo>
                  <a:pt x="10646" y="11235"/>
                  <a:pt x="9750" y="11874"/>
                  <a:pt x="8957" y="11874"/>
                </a:cubicBezTo>
                <a:close/>
                <a:moveTo>
                  <a:pt x="8598" y="5118"/>
                </a:moveTo>
                <a:cubicBezTo>
                  <a:pt x="8598" y="5006"/>
                  <a:pt x="8507" y="4913"/>
                  <a:pt x="8394" y="4913"/>
                </a:cubicBezTo>
                <a:lnTo>
                  <a:pt x="2252" y="4913"/>
                </a:lnTo>
                <a:cubicBezTo>
                  <a:pt x="2139" y="4913"/>
                  <a:pt x="2048" y="5006"/>
                  <a:pt x="2048" y="5118"/>
                </a:cubicBezTo>
                <a:lnTo>
                  <a:pt x="2048" y="5528"/>
                </a:lnTo>
                <a:cubicBezTo>
                  <a:pt x="2048" y="5641"/>
                  <a:pt x="2139" y="5732"/>
                  <a:pt x="2252" y="5732"/>
                </a:cubicBezTo>
                <a:lnTo>
                  <a:pt x="8394" y="5732"/>
                </a:lnTo>
                <a:cubicBezTo>
                  <a:pt x="8507" y="5732"/>
                  <a:pt x="8598" y="5641"/>
                  <a:pt x="8598" y="5528"/>
                </a:cubicBezTo>
                <a:lnTo>
                  <a:pt x="8598" y="5118"/>
                </a:lnTo>
                <a:close/>
                <a:moveTo>
                  <a:pt x="8598" y="7165"/>
                </a:moveTo>
                <a:cubicBezTo>
                  <a:pt x="8598" y="7052"/>
                  <a:pt x="8507" y="6961"/>
                  <a:pt x="8394" y="6961"/>
                </a:cubicBezTo>
                <a:lnTo>
                  <a:pt x="2252" y="6961"/>
                </a:lnTo>
                <a:cubicBezTo>
                  <a:pt x="2139" y="6961"/>
                  <a:pt x="2048" y="7052"/>
                  <a:pt x="2048" y="7165"/>
                </a:cubicBezTo>
                <a:lnTo>
                  <a:pt x="2048" y="7574"/>
                </a:lnTo>
                <a:cubicBezTo>
                  <a:pt x="2048" y="7688"/>
                  <a:pt x="2139" y="7780"/>
                  <a:pt x="2252" y="7780"/>
                </a:cubicBezTo>
                <a:lnTo>
                  <a:pt x="8394" y="7780"/>
                </a:lnTo>
                <a:cubicBezTo>
                  <a:pt x="8507" y="7780"/>
                  <a:pt x="8598" y="7688"/>
                  <a:pt x="8598" y="7574"/>
                </a:cubicBezTo>
                <a:lnTo>
                  <a:pt x="8598" y="7165"/>
                </a:lnTo>
                <a:close/>
                <a:moveTo>
                  <a:pt x="8598" y="9212"/>
                </a:moveTo>
                <a:cubicBezTo>
                  <a:pt x="8598" y="9100"/>
                  <a:pt x="8507" y="9008"/>
                  <a:pt x="8394" y="9008"/>
                </a:cubicBezTo>
                <a:lnTo>
                  <a:pt x="2252" y="9008"/>
                </a:lnTo>
                <a:cubicBezTo>
                  <a:pt x="2139" y="9008"/>
                  <a:pt x="2048" y="9100"/>
                  <a:pt x="2048" y="9212"/>
                </a:cubicBezTo>
                <a:lnTo>
                  <a:pt x="2048" y="9622"/>
                </a:lnTo>
                <a:cubicBezTo>
                  <a:pt x="2048" y="9735"/>
                  <a:pt x="2139" y="9826"/>
                  <a:pt x="2252" y="9826"/>
                </a:cubicBezTo>
                <a:lnTo>
                  <a:pt x="8394" y="9826"/>
                </a:lnTo>
                <a:cubicBezTo>
                  <a:pt x="8507" y="9826"/>
                  <a:pt x="8598" y="9735"/>
                  <a:pt x="8598" y="9622"/>
                </a:cubicBezTo>
                <a:lnTo>
                  <a:pt x="8598" y="9212"/>
                </a:lnTo>
                <a:close/>
                <a:moveTo>
                  <a:pt x="4909" y="2453"/>
                </a:moveTo>
                <a:lnTo>
                  <a:pt x="3272" y="2453"/>
                </a:lnTo>
                <a:lnTo>
                  <a:pt x="3272" y="818"/>
                </a:lnTo>
                <a:lnTo>
                  <a:pt x="4091" y="818"/>
                </a:lnTo>
                <a:cubicBezTo>
                  <a:pt x="4091" y="367"/>
                  <a:pt x="4457" y="0"/>
                  <a:pt x="4909" y="0"/>
                </a:cubicBezTo>
                <a:lnTo>
                  <a:pt x="5727" y="0"/>
                </a:lnTo>
                <a:cubicBezTo>
                  <a:pt x="6178" y="0"/>
                  <a:pt x="6545" y="367"/>
                  <a:pt x="6545" y="818"/>
                </a:cubicBezTo>
                <a:lnTo>
                  <a:pt x="7363" y="818"/>
                </a:lnTo>
                <a:lnTo>
                  <a:pt x="7363" y="2453"/>
                </a:lnTo>
                <a:lnTo>
                  <a:pt x="4909" y="2453"/>
                </a:lnTo>
                <a:lnTo>
                  <a:pt x="4909" y="2453"/>
                </a:lnTo>
                <a:close/>
                <a:moveTo>
                  <a:pt x="5318" y="689"/>
                </a:moveTo>
                <a:cubicBezTo>
                  <a:pt x="5035" y="689"/>
                  <a:pt x="4806" y="919"/>
                  <a:pt x="4806" y="1201"/>
                </a:cubicBezTo>
                <a:cubicBezTo>
                  <a:pt x="4806" y="1483"/>
                  <a:pt x="5035" y="1712"/>
                  <a:pt x="5318" y="1712"/>
                </a:cubicBezTo>
                <a:cubicBezTo>
                  <a:pt x="5600" y="1712"/>
                  <a:pt x="5829" y="1483"/>
                  <a:pt x="5829" y="1201"/>
                </a:cubicBezTo>
                <a:cubicBezTo>
                  <a:pt x="5829" y="919"/>
                  <a:pt x="5600" y="689"/>
                  <a:pt x="5318" y="689"/>
                </a:cubicBezTo>
                <a:close/>
              </a:path>
            </a:pathLst>
          </a:custGeom>
          <a:gradFill flip="none" rotWithShape="1">
            <a:gsLst>
              <a:gs pos="68000">
                <a:schemeClr val="bg1"/>
              </a:gs>
              <a:gs pos="0">
                <a:schemeClr val="bg1">
                  <a:alpha val="0"/>
                </a:schemeClr>
              </a:gs>
            </a:gsLst>
            <a:lin ang="7200000" scaled="0"/>
            <a:tileRect/>
          </a:gradFill>
          <a:ln w="391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5" name="文本框 94"/>
          <p:cNvSpPr txBox="1"/>
          <p:nvPr/>
        </p:nvSpPr>
        <p:spPr>
          <a:xfrm>
            <a:off x="4009390" y="5005095"/>
            <a:ext cx="4013200" cy="674283"/>
          </a:xfrm>
          <a:prstGeom prst="rect">
            <a:avLst/>
          </a:prstGeom>
          <a:noFill/>
        </p:spPr>
        <p:txBody>
          <a:bodyPr wrap="none" rtlCol="0">
            <a:prstTxWarp prst="textArchDown">
              <a:avLst/>
            </a:prstTxWarp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000" spc="3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甲乙一体化</a:t>
            </a:r>
            <a:endParaRPr lang="en-US" altLang="zh-CN" sz="1000" spc="30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30000"/>
              </a:lnSpc>
            </a:pPr>
            <a:r>
              <a:rPr lang="zh-CN" altLang="en-US" sz="1000" spc="3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数据联动和价值链协同</a:t>
            </a:r>
            <a:endParaRPr lang="zh-CN" altLang="en-US" sz="1000" spc="30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3" name="圆角矩形 12"/>
          <p:cNvSpPr/>
          <p:nvPr/>
        </p:nvSpPr>
        <p:spPr>
          <a:xfrm>
            <a:off x="5206365" y="5091863"/>
            <a:ext cx="1619250" cy="350734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99000">
                <a:schemeClr val="accent1"/>
              </a:gs>
            </a:gsLst>
            <a:lin ang="0" scaled="1"/>
            <a:tileRect/>
          </a:gradFill>
          <a:ln w="130175">
            <a:solidFill>
              <a:schemeClr val="accent1">
                <a:alpha val="10000"/>
              </a:schemeClr>
            </a:solidFill>
          </a:ln>
          <a:effectLst>
            <a:outerShdw blurRad="330200" dist="88900" dir="5400000" algn="t" rotWithShape="0">
              <a:schemeClr val="accent1"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kumimoji="1" lang="zh-CN" altLang="en-US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2" name="文本框 101"/>
          <p:cNvSpPr txBox="1"/>
          <p:nvPr/>
        </p:nvSpPr>
        <p:spPr>
          <a:xfrm>
            <a:off x="5564585" y="5113342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甲乙联动</a:t>
            </a:r>
            <a:endParaRPr lang="zh-CN" altLang="en-US" sz="14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2" name="圆角矩形 12"/>
          <p:cNvSpPr/>
          <p:nvPr/>
        </p:nvSpPr>
        <p:spPr>
          <a:xfrm>
            <a:off x="5375434" y="2117291"/>
            <a:ext cx="1281112" cy="259806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99000">
                <a:schemeClr val="accent1"/>
              </a:gs>
            </a:gsLst>
            <a:lin ang="0" scaled="1"/>
            <a:tileRect/>
          </a:gradFill>
          <a:ln w="130175">
            <a:solidFill>
              <a:schemeClr val="accent1">
                <a:alpha val="10000"/>
              </a:schemeClr>
            </a:solidFill>
          </a:ln>
          <a:effectLst>
            <a:outerShdw blurRad="330200" dist="88900" dir="5400000" algn="t" rotWithShape="0">
              <a:schemeClr val="accent1"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" name="文本框 103"/>
          <p:cNvSpPr txBox="1"/>
          <p:nvPr/>
        </p:nvSpPr>
        <p:spPr>
          <a:xfrm>
            <a:off x="5564586" y="2093306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企项一体</a:t>
            </a:r>
            <a:endParaRPr lang="zh-CN" altLang="en-US" sz="14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3" name="椭圆 82"/>
          <p:cNvSpPr/>
          <p:nvPr/>
        </p:nvSpPr>
        <p:spPr>
          <a:xfrm>
            <a:off x="3089304" y="1170438"/>
            <a:ext cx="5960282" cy="379540"/>
          </a:xfrm>
          <a:prstGeom prst="ellipse">
            <a:avLst/>
          </a:prstGeom>
          <a:gradFill>
            <a:gsLst>
              <a:gs pos="72000">
                <a:schemeClr val="bg1">
                  <a:alpha val="0"/>
                </a:schemeClr>
              </a:gs>
              <a:gs pos="100000">
                <a:schemeClr val="bg1"/>
              </a:gs>
            </a:gsLst>
            <a:lin ang="5400000" scaled="1"/>
          </a:gradFill>
          <a:ln w="38100">
            <a:gradFill>
              <a:gsLst>
                <a:gs pos="24000">
                  <a:schemeClr val="accent1">
                    <a:lumMod val="60000"/>
                    <a:lumOff val="40000"/>
                    <a:alpha val="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5400000" scaled="1"/>
            </a:gradFill>
          </a:ln>
          <a:effectLst>
            <a:outerShdw blurRad="101600" dist="38100" dir="5400000" algn="t" rotWithShape="0">
              <a:schemeClr val="accent1"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84" name="组合 83"/>
          <p:cNvGrpSpPr/>
          <p:nvPr/>
        </p:nvGrpSpPr>
        <p:grpSpPr>
          <a:xfrm>
            <a:off x="4078080" y="1029692"/>
            <a:ext cx="890706" cy="307777"/>
            <a:chOff x="4024567" y="926822"/>
            <a:chExt cx="890706" cy="307777"/>
          </a:xfrm>
        </p:grpSpPr>
        <p:sp>
          <p:nvSpPr>
            <p:cNvPr id="85" name="圆角矩形 12"/>
            <p:cNvSpPr/>
            <p:nvPr/>
          </p:nvSpPr>
          <p:spPr>
            <a:xfrm>
              <a:off x="4024567" y="926822"/>
              <a:ext cx="890706" cy="307777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accent1">
                    <a:lumMod val="40000"/>
                    <a:lumOff val="60000"/>
                  </a:schemeClr>
                </a:gs>
                <a:gs pos="99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solidFill>
                <a:schemeClr val="bg1"/>
              </a:solidFill>
            </a:ln>
            <a:effectLst>
              <a:outerShdw blurRad="330200" dist="88900" dir="5400000" algn="t" rotWithShape="0">
                <a:schemeClr val="accent1">
                  <a:lumMod val="60000"/>
                  <a:lumOff val="40000"/>
                  <a:alpha val="38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94" name="文本框 93"/>
            <p:cNvSpPr txBox="1"/>
            <p:nvPr/>
          </p:nvSpPr>
          <p:spPr>
            <a:xfrm>
              <a:off x="4260760" y="945670"/>
              <a:ext cx="418320" cy="270081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pPr marR="0" lvl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defRPr/>
              </a:pPr>
              <a:r>
                <a:rPr kumimoji="1" lang="zh-CN" altLang="en-US" sz="140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企业</a:t>
              </a:r>
              <a:endParaRPr kumimoji="1" lang="zh-CN" altLang="en-US" sz="14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8738235" y="348615"/>
            <a:ext cx="3219450" cy="332740"/>
            <a:chOff x="13761" y="549"/>
            <a:chExt cx="5070" cy="524"/>
          </a:xfrm>
        </p:grpSpPr>
        <p:pic>
          <p:nvPicPr>
            <p:cNvPr id="2" name="图片 1"/>
            <p:cNvPicPr>
              <a:picLocks noChangeAspect="1"/>
            </p:cNvPicPr>
            <p:nvPr userDrawn="1"/>
          </p:nvPicPr>
          <p:blipFill>
            <a:blip r:embed="rId3"/>
            <a:srcRect l="17002" t="-1765" r="56499" b="-1176"/>
            <a:stretch>
              <a:fillRect/>
            </a:stretch>
          </p:blipFill>
          <p:spPr>
            <a:xfrm>
              <a:off x="13761" y="549"/>
              <a:ext cx="1582" cy="525"/>
            </a:xfrm>
            <a:prstGeom prst="rect">
              <a:avLst/>
            </a:prstGeom>
          </p:spPr>
        </p:pic>
        <p:sp>
          <p:nvSpPr>
            <p:cNvPr id="8" name="文本框 7"/>
            <p:cNvSpPr txBox="1"/>
            <p:nvPr userDrawn="1"/>
          </p:nvSpPr>
          <p:spPr>
            <a:xfrm>
              <a:off x="15219" y="655"/>
              <a:ext cx="3613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复杂逻辑场景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·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框架搭建系列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PPT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模板</a:t>
              </a:r>
              <a:endPara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cxnSp>
        <p:nvCxnSpPr>
          <p:cNvPr id="9" name="直线连接符 7"/>
          <p:cNvCxnSpPr/>
          <p:nvPr userDrawn="1"/>
        </p:nvCxnSpPr>
        <p:spPr>
          <a:xfrm>
            <a:off x="369165" y="839204"/>
            <a:ext cx="11459846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6" name="显眼包PPT"/>
          <p:cNvGrpSpPr/>
          <p:nvPr/>
        </p:nvGrpSpPr>
        <p:grpSpPr>
          <a:xfrm>
            <a:off x="788035" y="3411220"/>
            <a:ext cx="570865" cy="571642"/>
            <a:chOff x="2104935" y="2274814"/>
            <a:chExt cx="1060631" cy="1060631"/>
          </a:xfrm>
        </p:grpSpPr>
        <p:sp>
          <p:nvSpPr>
            <p:cNvPr id="88" name="显眼包PPT-2"/>
            <p:cNvSpPr/>
            <p:nvPr/>
          </p:nvSpPr>
          <p:spPr>
            <a:xfrm>
              <a:off x="2104935" y="2274814"/>
              <a:ext cx="1060631" cy="1060631"/>
            </a:xfrm>
            <a:prstGeom prst="ellipse">
              <a:avLst/>
            </a:prstGeom>
            <a:gradFill flip="none" rotWithShape="1">
              <a:gsLst>
                <a:gs pos="60000">
                  <a:schemeClr val="bg1">
                    <a:alpha val="56000"/>
                  </a:schemeClr>
                </a:gs>
                <a:gs pos="100000">
                  <a:schemeClr val="accent5">
                    <a:lumMod val="40000"/>
                    <a:lumOff val="6000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317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89" name="显眼包PPT-4"/>
            <p:cNvSpPr txBox="1"/>
            <p:nvPr/>
          </p:nvSpPr>
          <p:spPr>
            <a:xfrm>
              <a:off x="2202441" y="2606103"/>
              <a:ext cx="865622" cy="3994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5">
                      <a:lumMod val="60000"/>
                      <a:lumOff val="40000"/>
                    </a:schemeClr>
                  </a:solidFill>
                  <a:effectLst/>
                  <a:uLnTx/>
                  <a:uFillTx/>
                  <a:latin typeface="+mj-ea"/>
                  <a:ea typeface="+mj-ea"/>
                  <a:cs typeface="微软雅黑" panose="020B0503020204020204" charset="-122"/>
                </a:rPr>
                <a:t>产品</a:t>
              </a:r>
              <a:endParaRPr kumimoji="0" 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+mj-ea"/>
                <a:ea typeface="+mj-ea"/>
                <a:cs typeface="微软雅黑" panose="020B0503020204020204" charset="-122"/>
              </a:endParaRPr>
            </a:p>
          </p:txBody>
        </p:sp>
      </p:grpSp>
      <p:grpSp>
        <p:nvGrpSpPr>
          <p:cNvPr id="90" name="显眼包PPT"/>
          <p:cNvGrpSpPr/>
          <p:nvPr/>
        </p:nvGrpSpPr>
        <p:grpSpPr>
          <a:xfrm>
            <a:off x="1550670" y="3113405"/>
            <a:ext cx="570865" cy="571642"/>
            <a:chOff x="2104935" y="2274814"/>
            <a:chExt cx="1060631" cy="1060631"/>
          </a:xfrm>
        </p:grpSpPr>
        <p:sp>
          <p:nvSpPr>
            <p:cNvPr id="91" name="显眼包PPT-2"/>
            <p:cNvSpPr/>
            <p:nvPr/>
          </p:nvSpPr>
          <p:spPr>
            <a:xfrm>
              <a:off x="2104935" y="2274814"/>
              <a:ext cx="1060631" cy="1060631"/>
            </a:xfrm>
            <a:prstGeom prst="ellipse">
              <a:avLst/>
            </a:prstGeom>
            <a:gradFill flip="none" rotWithShape="1">
              <a:gsLst>
                <a:gs pos="60000">
                  <a:schemeClr val="bg1">
                    <a:alpha val="56000"/>
                  </a:schemeClr>
                </a:gs>
                <a:gs pos="100000">
                  <a:schemeClr val="accent5">
                    <a:lumMod val="40000"/>
                    <a:lumOff val="6000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317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96" name="显眼包PPT-4"/>
            <p:cNvSpPr txBox="1"/>
            <p:nvPr/>
          </p:nvSpPr>
          <p:spPr>
            <a:xfrm>
              <a:off x="2202441" y="2606103"/>
              <a:ext cx="865622" cy="3994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5">
                      <a:lumMod val="60000"/>
                      <a:lumOff val="40000"/>
                    </a:schemeClr>
                  </a:solidFill>
                  <a:effectLst/>
                  <a:uLnTx/>
                  <a:uFillTx/>
                  <a:latin typeface="+mj-ea"/>
                  <a:ea typeface="+mj-ea"/>
                  <a:cs typeface="微软雅黑" panose="020B0503020204020204" charset="-122"/>
                </a:rPr>
                <a:t>经营</a:t>
              </a:r>
              <a:endParaRPr kumimoji="0" 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+mj-ea"/>
                <a:ea typeface="+mj-ea"/>
                <a:cs typeface="微软雅黑" panose="020B0503020204020204" charset="-122"/>
              </a:endParaRPr>
            </a:p>
          </p:txBody>
        </p:sp>
      </p:grpSp>
      <p:grpSp>
        <p:nvGrpSpPr>
          <p:cNvPr id="103" name="显眼包PPT"/>
          <p:cNvGrpSpPr/>
          <p:nvPr/>
        </p:nvGrpSpPr>
        <p:grpSpPr>
          <a:xfrm>
            <a:off x="1412875" y="3982720"/>
            <a:ext cx="655955" cy="656590"/>
            <a:chOff x="2104935" y="2274814"/>
            <a:chExt cx="1060631" cy="1060631"/>
          </a:xfrm>
        </p:grpSpPr>
        <p:sp>
          <p:nvSpPr>
            <p:cNvPr id="106" name="显眼包PPT-2"/>
            <p:cNvSpPr/>
            <p:nvPr/>
          </p:nvSpPr>
          <p:spPr>
            <a:xfrm>
              <a:off x="2104935" y="2274814"/>
              <a:ext cx="1060631" cy="1060631"/>
            </a:xfrm>
            <a:prstGeom prst="ellipse">
              <a:avLst/>
            </a:prstGeom>
            <a:gradFill flip="none" rotWithShape="1">
              <a:gsLst>
                <a:gs pos="60000">
                  <a:schemeClr val="bg1">
                    <a:alpha val="56000"/>
                  </a:schemeClr>
                </a:gs>
                <a:gs pos="100000">
                  <a:schemeClr val="accent5">
                    <a:lumMod val="60000"/>
                    <a:lumOff val="40000"/>
                    <a:alpha val="6000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317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07" name="显眼包PPT-4"/>
            <p:cNvSpPr txBox="1"/>
            <p:nvPr/>
          </p:nvSpPr>
          <p:spPr>
            <a:xfrm>
              <a:off x="2202441" y="2606103"/>
              <a:ext cx="865622" cy="34773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5">
                      <a:lumMod val="60000"/>
                      <a:lumOff val="40000"/>
                    </a:schemeClr>
                  </a:solidFill>
                  <a:effectLst/>
                  <a:uLnTx/>
                  <a:uFillTx/>
                  <a:latin typeface="+mj-ea"/>
                  <a:ea typeface="+mj-ea"/>
                  <a:cs typeface="微软雅黑" panose="020B0503020204020204" charset="-122"/>
                </a:rPr>
                <a:t>现场</a:t>
              </a:r>
              <a:endParaRPr kumimoji="0" 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+mj-ea"/>
                <a:ea typeface="+mj-ea"/>
                <a:cs typeface="微软雅黑" panose="020B0503020204020204" charset="-122"/>
              </a:endParaRPr>
            </a:p>
          </p:txBody>
        </p:sp>
      </p:grpSp>
      <p:grpSp>
        <p:nvGrpSpPr>
          <p:cNvPr id="124" name="显眼包PPT"/>
          <p:cNvGrpSpPr/>
          <p:nvPr/>
        </p:nvGrpSpPr>
        <p:grpSpPr>
          <a:xfrm>
            <a:off x="10104755" y="2957830"/>
            <a:ext cx="570865" cy="571642"/>
            <a:chOff x="2104935" y="2274814"/>
            <a:chExt cx="1060631" cy="1060631"/>
          </a:xfrm>
        </p:grpSpPr>
        <p:sp>
          <p:nvSpPr>
            <p:cNvPr id="125" name="显眼包PPT-2"/>
            <p:cNvSpPr/>
            <p:nvPr/>
          </p:nvSpPr>
          <p:spPr>
            <a:xfrm>
              <a:off x="2104935" y="2274814"/>
              <a:ext cx="1060631" cy="1060631"/>
            </a:xfrm>
            <a:prstGeom prst="ellipse">
              <a:avLst/>
            </a:prstGeom>
            <a:gradFill flip="none" rotWithShape="1">
              <a:gsLst>
                <a:gs pos="60000">
                  <a:schemeClr val="bg1">
                    <a:alpha val="56000"/>
                  </a:schemeClr>
                </a:gs>
                <a:gs pos="100000">
                  <a:schemeClr val="accent5">
                    <a:lumMod val="40000"/>
                    <a:lumOff val="6000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317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26" name="显眼包PPT-4"/>
            <p:cNvSpPr txBox="1"/>
            <p:nvPr/>
          </p:nvSpPr>
          <p:spPr>
            <a:xfrm>
              <a:off x="2202441" y="2606103"/>
              <a:ext cx="865622" cy="3994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5">
                      <a:lumMod val="60000"/>
                      <a:lumOff val="40000"/>
                    </a:schemeClr>
                  </a:solidFill>
                  <a:effectLst/>
                  <a:uLnTx/>
                  <a:uFillTx/>
                  <a:latin typeface="+mj-ea"/>
                  <a:ea typeface="+mj-ea"/>
                  <a:cs typeface="微软雅黑" panose="020B0503020204020204" charset="-122"/>
                </a:rPr>
                <a:t>研发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+mj-ea"/>
                <a:ea typeface="+mj-ea"/>
                <a:cs typeface="微软雅黑" panose="020B0503020204020204" charset="-122"/>
              </a:endParaRPr>
            </a:p>
          </p:txBody>
        </p:sp>
      </p:grpSp>
      <p:grpSp>
        <p:nvGrpSpPr>
          <p:cNvPr id="127" name="显眼包PPT"/>
          <p:cNvGrpSpPr/>
          <p:nvPr/>
        </p:nvGrpSpPr>
        <p:grpSpPr>
          <a:xfrm>
            <a:off x="10730865" y="2447925"/>
            <a:ext cx="644525" cy="653415"/>
            <a:chOff x="2104935" y="2274814"/>
            <a:chExt cx="1060631" cy="1060631"/>
          </a:xfrm>
        </p:grpSpPr>
        <p:sp>
          <p:nvSpPr>
            <p:cNvPr id="128" name="显眼包PPT-2"/>
            <p:cNvSpPr/>
            <p:nvPr/>
          </p:nvSpPr>
          <p:spPr>
            <a:xfrm>
              <a:off x="2104935" y="2274814"/>
              <a:ext cx="1060631" cy="1060631"/>
            </a:xfrm>
            <a:prstGeom prst="ellipse">
              <a:avLst/>
            </a:prstGeom>
            <a:gradFill flip="none" rotWithShape="1">
              <a:gsLst>
                <a:gs pos="60000">
                  <a:schemeClr val="bg1">
                    <a:alpha val="56000"/>
                  </a:schemeClr>
                </a:gs>
                <a:gs pos="100000">
                  <a:schemeClr val="accent5">
                    <a:lumMod val="40000"/>
                    <a:lumOff val="60000"/>
                    <a:alpha val="6000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317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29" name="显眼包PPT-4"/>
            <p:cNvSpPr txBox="1"/>
            <p:nvPr/>
          </p:nvSpPr>
          <p:spPr>
            <a:xfrm>
              <a:off x="2202441" y="2606103"/>
              <a:ext cx="865622" cy="3494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5">
                      <a:lumMod val="60000"/>
                      <a:lumOff val="40000"/>
                    </a:schemeClr>
                  </a:solidFill>
                  <a:effectLst/>
                  <a:uLnTx/>
                  <a:uFillTx/>
                  <a:latin typeface="+mj-ea"/>
                  <a:ea typeface="+mj-ea"/>
                  <a:cs typeface="微软雅黑" panose="020B0503020204020204" charset="-122"/>
                </a:rPr>
                <a:t>招采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+mj-ea"/>
                <a:ea typeface="+mj-ea"/>
                <a:cs typeface="微软雅黑" panose="020B0503020204020204" charset="-122"/>
              </a:endParaRPr>
            </a:p>
          </p:txBody>
        </p:sp>
      </p:grpSp>
      <p:grpSp>
        <p:nvGrpSpPr>
          <p:cNvPr id="130" name="显眼包PPT"/>
          <p:cNvGrpSpPr/>
          <p:nvPr/>
        </p:nvGrpSpPr>
        <p:grpSpPr>
          <a:xfrm>
            <a:off x="10132695" y="3766820"/>
            <a:ext cx="653415" cy="654685"/>
            <a:chOff x="2104935" y="2274814"/>
            <a:chExt cx="1060631" cy="1060631"/>
          </a:xfrm>
        </p:grpSpPr>
        <p:sp>
          <p:nvSpPr>
            <p:cNvPr id="131" name="显眼包PPT-2"/>
            <p:cNvSpPr/>
            <p:nvPr/>
          </p:nvSpPr>
          <p:spPr>
            <a:xfrm>
              <a:off x="2104935" y="2274814"/>
              <a:ext cx="1060631" cy="1060631"/>
            </a:xfrm>
            <a:prstGeom prst="ellipse">
              <a:avLst/>
            </a:prstGeom>
            <a:gradFill flip="none" rotWithShape="1">
              <a:gsLst>
                <a:gs pos="60000">
                  <a:schemeClr val="bg1">
                    <a:alpha val="56000"/>
                  </a:schemeClr>
                </a:gs>
                <a:gs pos="100000">
                  <a:schemeClr val="accent5">
                    <a:lumMod val="40000"/>
                    <a:lumOff val="6000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317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32" name="显眼包PPT-4"/>
            <p:cNvSpPr txBox="1"/>
            <p:nvPr/>
          </p:nvSpPr>
          <p:spPr>
            <a:xfrm>
              <a:off x="2202441" y="2606103"/>
              <a:ext cx="865622" cy="34874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5">
                      <a:lumMod val="60000"/>
                      <a:lumOff val="40000"/>
                    </a:schemeClr>
                  </a:solidFill>
                  <a:effectLst/>
                  <a:uLnTx/>
                  <a:uFillTx/>
                  <a:latin typeface="+mj-ea"/>
                  <a:ea typeface="+mj-ea"/>
                  <a:cs typeface="微软雅黑" panose="020B0503020204020204" charset="-122"/>
                </a:rPr>
                <a:t>营销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+mj-ea"/>
                <a:ea typeface="+mj-ea"/>
                <a:cs typeface="微软雅黑" panose="020B0503020204020204" charset="-122"/>
              </a:endParaRPr>
            </a:p>
          </p:txBody>
        </p:sp>
      </p:grpSp>
      <p:grpSp>
        <p:nvGrpSpPr>
          <p:cNvPr id="133" name="显眼包PPT"/>
          <p:cNvGrpSpPr/>
          <p:nvPr/>
        </p:nvGrpSpPr>
        <p:grpSpPr>
          <a:xfrm>
            <a:off x="10923270" y="3399790"/>
            <a:ext cx="570865" cy="571642"/>
            <a:chOff x="2104935" y="2274814"/>
            <a:chExt cx="1060631" cy="1060631"/>
          </a:xfrm>
        </p:grpSpPr>
        <p:sp>
          <p:nvSpPr>
            <p:cNvPr id="134" name="显眼包PPT-2"/>
            <p:cNvSpPr/>
            <p:nvPr/>
          </p:nvSpPr>
          <p:spPr>
            <a:xfrm>
              <a:off x="2104935" y="2274814"/>
              <a:ext cx="1060631" cy="1060631"/>
            </a:xfrm>
            <a:prstGeom prst="ellipse">
              <a:avLst/>
            </a:prstGeom>
            <a:gradFill flip="none" rotWithShape="1">
              <a:gsLst>
                <a:gs pos="60000">
                  <a:schemeClr val="bg1">
                    <a:alpha val="56000"/>
                  </a:schemeClr>
                </a:gs>
                <a:gs pos="100000">
                  <a:schemeClr val="accent5">
                    <a:lumMod val="40000"/>
                    <a:lumOff val="6000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317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35" name="显眼包PPT-4"/>
            <p:cNvSpPr txBox="1"/>
            <p:nvPr/>
          </p:nvSpPr>
          <p:spPr>
            <a:xfrm>
              <a:off x="2202441" y="2606103"/>
              <a:ext cx="865622" cy="3994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5">
                      <a:lumMod val="60000"/>
                      <a:lumOff val="40000"/>
                    </a:schemeClr>
                  </a:solidFill>
                  <a:effectLst/>
                  <a:uLnTx/>
                  <a:uFillTx/>
                  <a:latin typeface="+mj-ea"/>
                  <a:ea typeface="+mj-ea"/>
                  <a:cs typeface="微软雅黑" panose="020B0503020204020204" charset="-122"/>
                </a:rPr>
                <a:t>成本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+mj-ea"/>
                <a:ea typeface="+mj-ea"/>
                <a:cs typeface="微软雅黑" panose="020B0503020204020204" charset="-122"/>
              </a:endParaRPr>
            </a:p>
          </p:txBody>
        </p:sp>
      </p:grpSp>
      <p:grpSp>
        <p:nvGrpSpPr>
          <p:cNvPr id="136" name="显眼包PPT"/>
          <p:cNvGrpSpPr/>
          <p:nvPr/>
        </p:nvGrpSpPr>
        <p:grpSpPr>
          <a:xfrm>
            <a:off x="10704830" y="4410710"/>
            <a:ext cx="570865" cy="571642"/>
            <a:chOff x="2104935" y="2274814"/>
            <a:chExt cx="1060631" cy="1060631"/>
          </a:xfrm>
        </p:grpSpPr>
        <p:sp>
          <p:nvSpPr>
            <p:cNvPr id="137" name="显眼包PPT-2"/>
            <p:cNvSpPr/>
            <p:nvPr/>
          </p:nvSpPr>
          <p:spPr>
            <a:xfrm>
              <a:off x="2104935" y="2274814"/>
              <a:ext cx="1060631" cy="1060631"/>
            </a:xfrm>
            <a:prstGeom prst="ellipse">
              <a:avLst/>
            </a:prstGeom>
            <a:gradFill flip="none" rotWithShape="1">
              <a:gsLst>
                <a:gs pos="60000">
                  <a:schemeClr val="bg1">
                    <a:alpha val="56000"/>
                  </a:schemeClr>
                </a:gs>
                <a:gs pos="100000">
                  <a:schemeClr val="accent5">
                    <a:lumMod val="40000"/>
                    <a:lumOff val="6000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317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38" name="显眼包PPT-4"/>
            <p:cNvSpPr txBox="1"/>
            <p:nvPr/>
          </p:nvSpPr>
          <p:spPr>
            <a:xfrm>
              <a:off x="2202441" y="2606103"/>
              <a:ext cx="865622" cy="3994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5">
                      <a:lumMod val="60000"/>
                      <a:lumOff val="40000"/>
                    </a:schemeClr>
                  </a:solidFill>
                  <a:effectLst/>
                  <a:uLnTx/>
                  <a:uFillTx/>
                  <a:latin typeface="+mj-ea"/>
                  <a:ea typeface="+mj-ea"/>
                  <a:cs typeface="微软雅黑" panose="020B0503020204020204" charset="-122"/>
                </a:rPr>
                <a:t>客服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+mj-ea"/>
                <a:ea typeface="+mj-ea"/>
                <a:cs typeface="微软雅黑" panose="020B0503020204020204" charset="-122"/>
              </a:endParaRPr>
            </a:p>
          </p:txBody>
        </p:sp>
      </p:grpSp>
      <p:grpSp>
        <p:nvGrpSpPr>
          <p:cNvPr id="144" name="组合 143"/>
          <p:cNvGrpSpPr/>
          <p:nvPr/>
        </p:nvGrpSpPr>
        <p:grpSpPr>
          <a:xfrm>
            <a:off x="5570330" y="1029692"/>
            <a:ext cx="890706" cy="307777"/>
            <a:chOff x="4024567" y="926822"/>
            <a:chExt cx="890706" cy="307777"/>
          </a:xfrm>
        </p:grpSpPr>
        <p:sp>
          <p:nvSpPr>
            <p:cNvPr id="145" name="圆角矩形 12"/>
            <p:cNvSpPr/>
            <p:nvPr/>
          </p:nvSpPr>
          <p:spPr>
            <a:xfrm>
              <a:off x="4024567" y="926822"/>
              <a:ext cx="890706" cy="307777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accent1">
                    <a:lumMod val="40000"/>
                    <a:lumOff val="60000"/>
                  </a:schemeClr>
                </a:gs>
                <a:gs pos="99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solidFill>
                <a:schemeClr val="bg1"/>
              </a:solidFill>
            </a:ln>
            <a:effectLst>
              <a:outerShdw blurRad="330200" dist="88900" dir="5400000" algn="t" rotWithShape="0">
                <a:schemeClr val="accent1">
                  <a:lumMod val="60000"/>
                  <a:lumOff val="40000"/>
                  <a:alpha val="38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46" name="文本框 145"/>
            <p:cNvSpPr txBox="1"/>
            <p:nvPr/>
          </p:nvSpPr>
          <p:spPr>
            <a:xfrm>
              <a:off x="4200682" y="927358"/>
              <a:ext cx="538480" cy="306705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pPr marR="0" lvl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defRPr/>
              </a:pPr>
              <a:r>
                <a:rPr kumimoji="1" lang="zh-CN" altLang="en-US" sz="140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区域</a:t>
              </a:r>
              <a:endParaRPr kumimoji="1" lang="zh-CN" altLang="en-US" sz="14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50" name="组合 149"/>
          <p:cNvGrpSpPr/>
          <p:nvPr/>
        </p:nvGrpSpPr>
        <p:grpSpPr>
          <a:xfrm>
            <a:off x="7063215" y="1053822"/>
            <a:ext cx="890706" cy="307777"/>
            <a:chOff x="4024567" y="926822"/>
            <a:chExt cx="890706" cy="307777"/>
          </a:xfrm>
        </p:grpSpPr>
        <p:sp>
          <p:nvSpPr>
            <p:cNvPr id="151" name="圆角矩形 12"/>
            <p:cNvSpPr/>
            <p:nvPr/>
          </p:nvSpPr>
          <p:spPr>
            <a:xfrm>
              <a:off x="4024567" y="926822"/>
              <a:ext cx="890706" cy="307777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accent1">
                    <a:lumMod val="40000"/>
                    <a:lumOff val="60000"/>
                  </a:schemeClr>
                </a:gs>
                <a:gs pos="99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solidFill>
                <a:schemeClr val="bg1"/>
              </a:solidFill>
            </a:ln>
            <a:effectLst>
              <a:outerShdw blurRad="330200" dist="88900" dir="5400000" algn="t" rotWithShape="0">
                <a:schemeClr val="accent1">
                  <a:lumMod val="60000"/>
                  <a:lumOff val="40000"/>
                  <a:alpha val="38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52" name="文本框 151"/>
            <p:cNvSpPr txBox="1"/>
            <p:nvPr/>
          </p:nvSpPr>
          <p:spPr>
            <a:xfrm>
              <a:off x="4200682" y="927358"/>
              <a:ext cx="538480" cy="306705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pPr marR="0" lvl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defRPr/>
              </a:pPr>
              <a:r>
                <a:rPr kumimoji="1" lang="zh-CN" altLang="en-US" sz="140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项目</a:t>
              </a:r>
              <a:endParaRPr kumimoji="1" lang="zh-CN" altLang="en-US" sz="14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305" name="显眼包PPT-2"/>
          <p:cNvSpPr/>
          <p:nvPr/>
        </p:nvSpPr>
        <p:spPr>
          <a:xfrm>
            <a:off x="7406005" y="1449705"/>
            <a:ext cx="151130" cy="140335"/>
          </a:xfrm>
          <a:prstGeom prst="ellipse">
            <a:avLst/>
          </a:prstGeom>
          <a:gradFill flip="none" rotWithShape="1">
            <a:gsLst>
              <a:gs pos="13000">
                <a:schemeClr val="accent1">
                  <a:lumMod val="40000"/>
                  <a:lumOff val="60000"/>
                </a:schemeClr>
              </a:gs>
              <a:gs pos="5500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 w="44450">
            <a:gradFill flip="none" rotWithShape="1">
              <a:gsLst>
                <a:gs pos="0">
                  <a:schemeClr val="bg1"/>
                </a:gs>
                <a:gs pos="55500">
                  <a:srgbClr val="FFFFFF">
                    <a:alpha val="40000"/>
                  </a:srgbClr>
                </a:gs>
                <a:gs pos="100000">
                  <a:schemeClr val="bg1">
                    <a:alpha val="78000"/>
                  </a:schemeClr>
                </a:gs>
              </a:gsLst>
              <a:lin ang="10800000" scaled="1"/>
              <a:tileRect/>
            </a:gradFill>
          </a:ln>
          <a:effectLst>
            <a:outerShdw blurRad="190500" dist="25400" dir="5400000" sx="90000" sy="90000" algn="t" rotWithShape="0">
              <a:schemeClr val="accent1">
                <a:lumMod val="60000"/>
                <a:lumOff val="40000"/>
                <a:alpha val="6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7841" tIns="48920" rIns="97841" bIns="489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ea"/>
              <a:cs typeface="微软雅黑" panose="020B0503020204020204" charset="-122"/>
            </a:endParaRPr>
          </a:p>
        </p:txBody>
      </p:sp>
      <p:sp>
        <p:nvSpPr>
          <p:cNvPr id="155" name="显眼包PPT-2"/>
          <p:cNvSpPr/>
          <p:nvPr/>
        </p:nvSpPr>
        <p:spPr>
          <a:xfrm>
            <a:off x="5967730" y="1478280"/>
            <a:ext cx="151130" cy="140335"/>
          </a:xfrm>
          <a:prstGeom prst="ellipse">
            <a:avLst/>
          </a:prstGeom>
          <a:gradFill flip="none" rotWithShape="1">
            <a:gsLst>
              <a:gs pos="13000">
                <a:schemeClr val="accent1">
                  <a:lumMod val="40000"/>
                  <a:lumOff val="60000"/>
                </a:schemeClr>
              </a:gs>
              <a:gs pos="5500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 w="44450">
            <a:gradFill flip="none" rotWithShape="1">
              <a:gsLst>
                <a:gs pos="0">
                  <a:schemeClr val="bg1"/>
                </a:gs>
                <a:gs pos="55500">
                  <a:srgbClr val="FFFFFF">
                    <a:alpha val="40000"/>
                  </a:srgbClr>
                </a:gs>
                <a:gs pos="100000">
                  <a:schemeClr val="bg1">
                    <a:alpha val="78000"/>
                  </a:schemeClr>
                </a:gs>
              </a:gsLst>
              <a:lin ang="10800000" scaled="1"/>
              <a:tileRect/>
            </a:gradFill>
          </a:ln>
          <a:effectLst>
            <a:outerShdw blurRad="190500" dist="25400" dir="5400000" sx="90000" sy="90000" algn="t" rotWithShape="0">
              <a:schemeClr val="accent1">
                <a:lumMod val="60000"/>
                <a:lumOff val="40000"/>
                <a:alpha val="6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7841" tIns="48920" rIns="97841" bIns="489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ea"/>
              <a:cs typeface="微软雅黑" panose="020B0503020204020204" charset="-122"/>
            </a:endParaRPr>
          </a:p>
        </p:txBody>
      </p:sp>
      <p:sp>
        <p:nvSpPr>
          <p:cNvPr id="157" name="显眼包PPT-2"/>
          <p:cNvSpPr/>
          <p:nvPr/>
        </p:nvSpPr>
        <p:spPr>
          <a:xfrm>
            <a:off x="4420870" y="1449705"/>
            <a:ext cx="151130" cy="140335"/>
          </a:xfrm>
          <a:prstGeom prst="ellipse">
            <a:avLst/>
          </a:prstGeom>
          <a:gradFill flip="none" rotWithShape="1">
            <a:gsLst>
              <a:gs pos="13000">
                <a:schemeClr val="accent1">
                  <a:lumMod val="40000"/>
                  <a:lumOff val="60000"/>
                </a:schemeClr>
              </a:gs>
              <a:gs pos="5500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 w="44450">
            <a:gradFill flip="none" rotWithShape="1">
              <a:gsLst>
                <a:gs pos="0">
                  <a:schemeClr val="bg1"/>
                </a:gs>
                <a:gs pos="55500">
                  <a:srgbClr val="FFFFFF">
                    <a:alpha val="40000"/>
                  </a:srgbClr>
                </a:gs>
                <a:gs pos="100000">
                  <a:schemeClr val="bg1">
                    <a:alpha val="78000"/>
                  </a:schemeClr>
                </a:gs>
              </a:gsLst>
              <a:lin ang="10800000" scaled="1"/>
              <a:tileRect/>
            </a:gradFill>
          </a:ln>
          <a:effectLst>
            <a:outerShdw blurRad="190500" dist="25400" dir="5400000" sx="90000" sy="90000" algn="t" rotWithShape="0">
              <a:schemeClr val="accent1">
                <a:lumMod val="60000"/>
                <a:lumOff val="40000"/>
                <a:alpha val="6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7841" tIns="48920" rIns="97841" bIns="489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ea"/>
              <a:cs typeface="微软雅黑" panose="020B0503020204020204" charset="-122"/>
            </a:endParaRPr>
          </a:p>
        </p:txBody>
      </p:sp>
      <p:grpSp>
        <p:nvGrpSpPr>
          <p:cNvPr id="182" name="组合 181"/>
          <p:cNvGrpSpPr/>
          <p:nvPr/>
        </p:nvGrpSpPr>
        <p:grpSpPr>
          <a:xfrm>
            <a:off x="2451735" y="5892800"/>
            <a:ext cx="1158875" cy="351155"/>
            <a:chOff x="4024567" y="926822"/>
            <a:chExt cx="890706" cy="307777"/>
          </a:xfrm>
        </p:grpSpPr>
        <p:sp>
          <p:nvSpPr>
            <p:cNvPr id="183" name="圆角矩形 12"/>
            <p:cNvSpPr/>
            <p:nvPr/>
          </p:nvSpPr>
          <p:spPr>
            <a:xfrm>
              <a:off x="4024567" y="926822"/>
              <a:ext cx="890706" cy="307777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accent1">
                    <a:lumMod val="40000"/>
                    <a:lumOff val="60000"/>
                  </a:schemeClr>
                </a:gs>
                <a:gs pos="99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solidFill>
                <a:schemeClr val="bg1"/>
              </a:solidFill>
            </a:ln>
            <a:effectLst>
              <a:outerShdw blurRad="330200" dist="88900" dir="5400000" algn="t" rotWithShape="0">
                <a:schemeClr val="accent1">
                  <a:lumMod val="60000"/>
                  <a:lumOff val="40000"/>
                  <a:alpha val="38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84" name="文本框 183"/>
            <p:cNvSpPr txBox="1"/>
            <p:nvPr/>
          </p:nvSpPr>
          <p:spPr>
            <a:xfrm>
              <a:off x="4171189" y="946302"/>
              <a:ext cx="605939" cy="268818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marR="0" lvl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defRPr/>
              </a:pPr>
              <a:r>
                <a:rPr kumimoji="1" lang="zh-CN" altLang="en-US" sz="140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设计方</a:t>
              </a:r>
              <a:endParaRPr kumimoji="1" lang="zh-CN" altLang="en-US" sz="14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85" name="组合 184"/>
          <p:cNvGrpSpPr/>
          <p:nvPr/>
        </p:nvGrpSpPr>
        <p:grpSpPr>
          <a:xfrm>
            <a:off x="3948430" y="6005830"/>
            <a:ext cx="1158875" cy="351155"/>
            <a:chOff x="4024567" y="926822"/>
            <a:chExt cx="890706" cy="307777"/>
          </a:xfrm>
        </p:grpSpPr>
        <p:sp>
          <p:nvSpPr>
            <p:cNvPr id="186" name="圆角矩形 12"/>
            <p:cNvSpPr/>
            <p:nvPr/>
          </p:nvSpPr>
          <p:spPr>
            <a:xfrm>
              <a:off x="4024567" y="926822"/>
              <a:ext cx="890706" cy="307777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accent1">
                    <a:lumMod val="40000"/>
                    <a:lumOff val="60000"/>
                  </a:schemeClr>
                </a:gs>
                <a:gs pos="99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solidFill>
                <a:schemeClr val="bg1"/>
              </a:solidFill>
            </a:ln>
            <a:effectLst>
              <a:outerShdw blurRad="330200" dist="88900" dir="5400000" algn="t" rotWithShape="0">
                <a:schemeClr val="accent1">
                  <a:lumMod val="60000"/>
                  <a:lumOff val="40000"/>
                  <a:alpha val="38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87" name="文本框 186"/>
            <p:cNvSpPr txBox="1"/>
            <p:nvPr/>
          </p:nvSpPr>
          <p:spPr>
            <a:xfrm>
              <a:off x="4171189" y="946302"/>
              <a:ext cx="605939" cy="268818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marR="0" lvl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defRPr/>
              </a:pPr>
              <a:r>
                <a:rPr kumimoji="1" lang="zh-CN" altLang="en-US" sz="140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监理方</a:t>
              </a:r>
              <a:endParaRPr kumimoji="1" lang="zh-CN" altLang="en-US" sz="14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88" name="组合 187"/>
          <p:cNvGrpSpPr/>
          <p:nvPr/>
        </p:nvGrpSpPr>
        <p:grpSpPr>
          <a:xfrm>
            <a:off x="5440680" y="6033770"/>
            <a:ext cx="1158875" cy="351155"/>
            <a:chOff x="4024567" y="926822"/>
            <a:chExt cx="890706" cy="307777"/>
          </a:xfrm>
        </p:grpSpPr>
        <p:sp>
          <p:nvSpPr>
            <p:cNvPr id="189" name="圆角矩形 12"/>
            <p:cNvSpPr/>
            <p:nvPr/>
          </p:nvSpPr>
          <p:spPr>
            <a:xfrm>
              <a:off x="4024567" y="926822"/>
              <a:ext cx="890706" cy="307777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accent1">
                    <a:lumMod val="40000"/>
                    <a:lumOff val="60000"/>
                  </a:schemeClr>
                </a:gs>
                <a:gs pos="99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solidFill>
                <a:schemeClr val="bg1"/>
              </a:solidFill>
            </a:ln>
            <a:effectLst>
              <a:outerShdw blurRad="330200" dist="88900" dir="5400000" algn="t" rotWithShape="0">
                <a:schemeClr val="accent1">
                  <a:lumMod val="60000"/>
                  <a:lumOff val="40000"/>
                  <a:alpha val="38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90" name="文本框 189"/>
            <p:cNvSpPr txBox="1"/>
            <p:nvPr/>
          </p:nvSpPr>
          <p:spPr>
            <a:xfrm>
              <a:off x="4171189" y="946302"/>
              <a:ext cx="605939" cy="268818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marR="0" lvl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defRPr/>
              </a:pPr>
              <a:r>
                <a:rPr kumimoji="1" lang="zh-CN" altLang="en-US" sz="140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施工方</a:t>
              </a:r>
              <a:endParaRPr kumimoji="1" lang="zh-CN" altLang="en-US" sz="14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91" name="组合 190"/>
          <p:cNvGrpSpPr/>
          <p:nvPr/>
        </p:nvGrpSpPr>
        <p:grpSpPr>
          <a:xfrm>
            <a:off x="6934200" y="6001385"/>
            <a:ext cx="1158875" cy="351155"/>
            <a:chOff x="4024567" y="926822"/>
            <a:chExt cx="890706" cy="307777"/>
          </a:xfrm>
        </p:grpSpPr>
        <p:sp>
          <p:nvSpPr>
            <p:cNvPr id="192" name="圆角矩形 12"/>
            <p:cNvSpPr/>
            <p:nvPr/>
          </p:nvSpPr>
          <p:spPr>
            <a:xfrm>
              <a:off x="4024567" y="926822"/>
              <a:ext cx="890706" cy="307777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accent1">
                    <a:lumMod val="40000"/>
                    <a:lumOff val="60000"/>
                  </a:schemeClr>
                </a:gs>
                <a:gs pos="99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solidFill>
                <a:schemeClr val="bg1"/>
              </a:solidFill>
            </a:ln>
            <a:effectLst>
              <a:outerShdw blurRad="330200" dist="88900" dir="5400000" algn="t" rotWithShape="0">
                <a:schemeClr val="accent1">
                  <a:lumMod val="60000"/>
                  <a:lumOff val="40000"/>
                  <a:alpha val="38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93" name="文本框 192"/>
            <p:cNvSpPr txBox="1"/>
            <p:nvPr/>
          </p:nvSpPr>
          <p:spPr>
            <a:xfrm>
              <a:off x="4171189" y="946302"/>
              <a:ext cx="605939" cy="268818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marR="0" lvl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defRPr/>
              </a:pPr>
              <a:r>
                <a:rPr kumimoji="1" lang="zh-CN" altLang="en-US" sz="140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供应方</a:t>
              </a:r>
              <a:endParaRPr kumimoji="1" lang="zh-CN" altLang="en-US" sz="14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94" name="组合 193"/>
          <p:cNvGrpSpPr/>
          <p:nvPr/>
        </p:nvGrpSpPr>
        <p:grpSpPr>
          <a:xfrm>
            <a:off x="8423275" y="5892800"/>
            <a:ext cx="1158875" cy="351155"/>
            <a:chOff x="4024567" y="926822"/>
            <a:chExt cx="890706" cy="307777"/>
          </a:xfrm>
        </p:grpSpPr>
        <p:sp>
          <p:nvSpPr>
            <p:cNvPr id="195" name="圆角矩形 12"/>
            <p:cNvSpPr/>
            <p:nvPr/>
          </p:nvSpPr>
          <p:spPr>
            <a:xfrm>
              <a:off x="4024567" y="926822"/>
              <a:ext cx="890706" cy="307777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accent1">
                    <a:lumMod val="40000"/>
                    <a:lumOff val="60000"/>
                  </a:schemeClr>
                </a:gs>
                <a:gs pos="99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solidFill>
                <a:schemeClr val="bg1"/>
              </a:solidFill>
            </a:ln>
            <a:effectLst>
              <a:outerShdw blurRad="330200" dist="88900" dir="5400000" algn="t" rotWithShape="0">
                <a:schemeClr val="accent1">
                  <a:lumMod val="60000"/>
                  <a:lumOff val="40000"/>
                  <a:alpha val="38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96" name="文本框 195"/>
            <p:cNvSpPr txBox="1"/>
            <p:nvPr/>
          </p:nvSpPr>
          <p:spPr>
            <a:xfrm>
              <a:off x="4171189" y="946302"/>
              <a:ext cx="605939" cy="268818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marR="0" lvl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defRPr/>
              </a:pPr>
              <a:r>
                <a:rPr kumimoji="1" lang="zh-CN" altLang="en-US" sz="140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客户方</a:t>
              </a:r>
              <a:endParaRPr kumimoji="1" lang="zh-CN" altLang="en-US" sz="14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197" name="显眼包PPT-2"/>
          <p:cNvSpPr/>
          <p:nvPr/>
        </p:nvSpPr>
        <p:spPr>
          <a:xfrm>
            <a:off x="8941435" y="6384925"/>
            <a:ext cx="151130" cy="140335"/>
          </a:xfrm>
          <a:prstGeom prst="ellipse">
            <a:avLst/>
          </a:prstGeom>
          <a:gradFill flip="none" rotWithShape="1">
            <a:gsLst>
              <a:gs pos="13000">
                <a:schemeClr val="accent1">
                  <a:lumMod val="40000"/>
                  <a:lumOff val="60000"/>
                </a:schemeClr>
              </a:gs>
              <a:gs pos="5500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 w="44450">
            <a:gradFill flip="none" rotWithShape="1">
              <a:gsLst>
                <a:gs pos="0">
                  <a:schemeClr val="bg1"/>
                </a:gs>
                <a:gs pos="55500">
                  <a:srgbClr val="FFFFFF">
                    <a:alpha val="40000"/>
                  </a:srgbClr>
                </a:gs>
                <a:gs pos="100000">
                  <a:schemeClr val="bg1">
                    <a:alpha val="78000"/>
                  </a:schemeClr>
                </a:gs>
              </a:gsLst>
              <a:lin ang="10800000" scaled="1"/>
              <a:tileRect/>
            </a:gradFill>
          </a:ln>
          <a:effectLst>
            <a:outerShdw blurRad="190500" dist="25400" dir="5400000" sx="90000" sy="90000" algn="t" rotWithShape="0">
              <a:schemeClr val="accent1">
                <a:lumMod val="60000"/>
                <a:lumOff val="40000"/>
                <a:alpha val="6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7841" tIns="48920" rIns="97841" bIns="489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ea"/>
              <a:cs typeface="微软雅黑" panose="020B0503020204020204" charset="-122"/>
            </a:endParaRPr>
          </a:p>
        </p:txBody>
      </p:sp>
      <p:sp>
        <p:nvSpPr>
          <p:cNvPr id="198" name="显眼包PPT-2"/>
          <p:cNvSpPr/>
          <p:nvPr/>
        </p:nvSpPr>
        <p:spPr>
          <a:xfrm>
            <a:off x="7411720" y="6501130"/>
            <a:ext cx="151130" cy="140335"/>
          </a:xfrm>
          <a:prstGeom prst="ellipse">
            <a:avLst/>
          </a:prstGeom>
          <a:gradFill flip="none" rotWithShape="1">
            <a:gsLst>
              <a:gs pos="13000">
                <a:schemeClr val="accent1">
                  <a:lumMod val="40000"/>
                  <a:lumOff val="60000"/>
                </a:schemeClr>
              </a:gs>
              <a:gs pos="5500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 w="44450">
            <a:gradFill flip="none" rotWithShape="1">
              <a:gsLst>
                <a:gs pos="0">
                  <a:schemeClr val="bg1"/>
                </a:gs>
                <a:gs pos="55500">
                  <a:srgbClr val="FFFFFF">
                    <a:alpha val="40000"/>
                  </a:srgbClr>
                </a:gs>
                <a:gs pos="100000">
                  <a:schemeClr val="bg1">
                    <a:alpha val="78000"/>
                  </a:schemeClr>
                </a:gs>
              </a:gsLst>
              <a:lin ang="10800000" scaled="1"/>
              <a:tileRect/>
            </a:gradFill>
          </a:ln>
          <a:effectLst>
            <a:outerShdw blurRad="190500" dist="25400" dir="5400000" sx="90000" sy="90000" algn="t" rotWithShape="0">
              <a:schemeClr val="accent1">
                <a:lumMod val="60000"/>
                <a:lumOff val="40000"/>
                <a:alpha val="6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7841" tIns="48920" rIns="97841" bIns="489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ea"/>
              <a:cs typeface="微软雅黑" panose="020B0503020204020204" charset="-122"/>
            </a:endParaRPr>
          </a:p>
        </p:txBody>
      </p:sp>
      <p:sp>
        <p:nvSpPr>
          <p:cNvPr id="199" name="显眼包PPT-2"/>
          <p:cNvSpPr/>
          <p:nvPr/>
        </p:nvSpPr>
        <p:spPr>
          <a:xfrm>
            <a:off x="5940425" y="6536690"/>
            <a:ext cx="151130" cy="140335"/>
          </a:xfrm>
          <a:prstGeom prst="ellipse">
            <a:avLst/>
          </a:prstGeom>
          <a:gradFill flip="none" rotWithShape="1">
            <a:gsLst>
              <a:gs pos="13000">
                <a:schemeClr val="accent1">
                  <a:lumMod val="40000"/>
                  <a:lumOff val="60000"/>
                </a:schemeClr>
              </a:gs>
              <a:gs pos="5500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 w="44450">
            <a:gradFill flip="none" rotWithShape="1">
              <a:gsLst>
                <a:gs pos="0">
                  <a:schemeClr val="bg1"/>
                </a:gs>
                <a:gs pos="55500">
                  <a:srgbClr val="FFFFFF">
                    <a:alpha val="40000"/>
                  </a:srgbClr>
                </a:gs>
                <a:gs pos="100000">
                  <a:schemeClr val="bg1">
                    <a:alpha val="78000"/>
                  </a:schemeClr>
                </a:gs>
              </a:gsLst>
              <a:lin ang="10800000" scaled="1"/>
              <a:tileRect/>
            </a:gradFill>
          </a:ln>
          <a:effectLst>
            <a:outerShdw blurRad="190500" dist="25400" dir="5400000" sx="90000" sy="90000" algn="t" rotWithShape="0">
              <a:schemeClr val="accent1">
                <a:lumMod val="60000"/>
                <a:lumOff val="40000"/>
                <a:alpha val="6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7841" tIns="48920" rIns="97841" bIns="489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ea"/>
              <a:cs typeface="微软雅黑" panose="020B0503020204020204" charset="-122"/>
            </a:endParaRPr>
          </a:p>
        </p:txBody>
      </p:sp>
      <p:sp>
        <p:nvSpPr>
          <p:cNvPr id="200" name="显眼包PPT-2"/>
          <p:cNvSpPr/>
          <p:nvPr/>
        </p:nvSpPr>
        <p:spPr>
          <a:xfrm>
            <a:off x="4447540" y="6507480"/>
            <a:ext cx="151130" cy="140335"/>
          </a:xfrm>
          <a:prstGeom prst="ellipse">
            <a:avLst/>
          </a:prstGeom>
          <a:gradFill flip="none" rotWithShape="1">
            <a:gsLst>
              <a:gs pos="13000">
                <a:schemeClr val="accent1">
                  <a:lumMod val="40000"/>
                  <a:lumOff val="60000"/>
                </a:schemeClr>
              </a:gs>
              <a:gs pos="5500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 w="44450">
            <a:gradFill flip="none" rotWithShape="1">
              <a:gsLst>
                <a:gs pos="0">
                  <a:schemeClr val="bg1"/>
                </a:gs>
                <a:gs pos="55500">
                  <a:srgbClr val="FFFFFF">
                    <a:alpha val="40000"/>
                  </a:srgbClr>
                </a:gs>
                <a:gs pos="100000">
                  <a:schemeClr val="bg1">
                    <a:alpha val="78000"/>
                  </a:schemeClr>
                </a:gs>
              </a:gsLst>
              <a:lin ang="10800000" scaled="1"/>
              <a:tileRect/>
            </a:gradFill>
          </a:ln>
          <a:effectLst>
            <a:outerShdw blurRad="190500" dist="25400" dir="5400000" sx="90000" sy="90000" algn="t" rotWithShape="0">
              <a:schemeClr val="accent1">
                <a:lumMod val="60000"/>
                <a:lumOff val="40000"/>
                <a:alpha val="6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7841" tIns="48920" rIns="97841" bIns="489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ea"/>
              <a:cs typeface="微软雅黑" panose="020B0503020204020204" charset="-122"/>
            </a:endParaRPr>
          </a:p>
        </p:txBody>
      </p:sp>
      <p:sp>
        <p:nvSpPr>
          <p:cNvPr id="202" name="显眼包PPT-2"/>
          <p:cNvSpPr/>
          <p:nvPr/>
        </p:nvSpPr>
        <p:spPr>
          <a:xfrm>
            <a:off x="2890520" y="6396355"/>
            <a:ext cx="151130" cy="140335"/>
          </a:xfrm>
          <a:prstGeom prst="ellipse">
            <a:avLst/>
          </a:prstGeom>
          <a:gradFill flip="none" rotWithShape="1">
            <a:gsLst>
              <a:gs pos="13000">
                <a:schemeClr val="accent1">
                  <a:lumMod val="40000"/>
                  <a:lumOff val="60000"/>
                </a:schemeClr>
              </a:gs>
              <a:gs pos="5500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 w="44450">
            <a:gradFill flip="none" rotWithShape="1">
              <a:gsLst>
                <a:gs pos="0">
                  <a:schemeClr val="bg1"/>
                </a:gs>
                <a:gs pos="55500">
                  <a:srgbClr val="FFFFFF">
                    <a:alpha val="40000"/>
                  </a:srgbClr>
                </a:gs>
                <a:gs pos="100000">
                  <a:schemeClr val="bg1">
                    <a:alpha val="78000"/>
                  </a:schemeClr>
                </a:gs>
              </a:gsLst>
              <a:lin ang="10800000" scaled="1"/>
              <a:tileRect/>
            </a:gradFill>
          </a:ln>
          <a:effectLst>
            <a:outerShdw blurRad="190500" dist="25400" dir="5400000" sx="90000" sy="90000" algn="t" rotWithShape="0">
              <a:schemeClr val="accent1">
                <a:lumMod val="60000"/>
                <a:lumOff val="40000"/>
                <a:alpha val="6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7841" tIns="48920" rIns="97841" bIns="489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ea"/>
              <a:cs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 rot="5400000">
            <a:off x="7599211" y="2875694"/>
            <a:ext cx="1852147" cy="1530015"/>
          </a:xfrm>
          <a:prstGeom prst="rect">
            <a:avLst/>
          </a:prstGeom>
          <a:noFill/>
        </p:spPr>
        <p:txBody>
          <a:bodyPr vert="eaVert" wrap="none" rtlCol="0">
            <a:prstTxWarp prst="textArchUp">
              <a:avLst/>
            </a:prstTxWarp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9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横向一体化</a:t>
            </a:r>
            <a:endParaRPr lang="en-US" altLang="zh-CN" sz="90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30000"/>
              </a:lnSpc>
            </a:pPr>
            <a:r>
              <a:rPr lang="zh-CN" altLang="en-US" sz="9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前置和管理前移</a:t>
            </a:r>
            <a:endParaRPr lang="zh-CN" altLang="en-US" sz="90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 rot="5400000">
            <a:off x="2698957" y="2875694"/>
            <a:ext cx="1852147" cy="1530015"/>
          </a:xfrm>
          <a:prstGeom prst="rect">
            <a:avLst/>
          </a:prstGeom>
          <a:noFill/>
        </p:spPr>
        <p:txBody>
          <a:bodyPr vert="eaVert" wrap="none" rtlCol="0">
            <a:prstTxWarp prst="textArchDown">
              <a:avLst/>
            </a:prstTxWarp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900" spc="-3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数据赋能和创新驱动</a:t>
            </a:r>
            <a:endParaRPr lang="en-US" altLang="zh-CN" sz="900" spc="-30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30000"/>
              </a:lnSpc>
            </a:pPr>
            <a:r>
              <a:rPr lang="zh-CN" altLang="en-US" sz="900" spc="-3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数据一体化</a:t>
            </a:r>
            <a:endParaRPr lang="zh-CN" altLang="en-US" sz="900" spc="-30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©天蝎PPT6"/>
          <p:cNvSpPr/>
          <p:nvPr>
            <p:custDataLst>
              <p:tags r:id="rId1"/>
            </p:custDataLst>
          </p:nvPr>
        </p:nvSpPr>
        <p:spPr>
          <a:xfrm rot="5400000">
            <a:off x="-163195" y="1307913"/>
            <a:ext cx="8493760" cy="4600575"/>
          </a:xfrm>
          <a:prstGeom prst="triangle">
            <a:avLst/>
          </a:prstGeom>
          <a:gradFill>
            <a:gsLst>
              <a:gs pos="0">
                <a:schemeClr val="accent1">
                  <a:lumMod val="40000"/>
                  <a:lumOff val="60000"/>
                  <a:alpha val="70000"/>
                </a:schemeClr>
              </a:gs>
              <a:gs pos="60000">
                <a:schemeClr val="accent1">
                  <a:lumMod val="20000"/>
                  <a:lumOff val="80000"/>
                  <a:alpha val="0"/>
                </a:schemeClr>
              </a:gs>
            </a:gsLst>
            <a:lin ang="5400000" scaled="0"/>
          </a:gradFill>
          <a:ln w="9525">
            <a:noFill/>
          </a:ln>
        </p:spPr>
        <p:txBody>
          <a:bodyPr vert="horz" wrap="square" lIns="68580" tIns="34290" rIns="68580" bIns="34290" numCol="1" rtlCol="0" anchor="t" anchorCtr="0" compatLnSpc="1"/>
          <a:lstStyle/>
          <a:p>
            <a:endParaRPr kumimoji="1" lang="zh-CN" altLang="en-US" sz="135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01" name="©天蝎PPT5"/>
          <p:cNvSpPr/>
          <p:nvPr>
            <p:custDataLst>
              <p:tags r:id="rId2"/>
            </p:custDataLst>
          </p:nvPr>
        </p:nvSpPr>
        <p:spPr>
          <a:xfrm rot="16200000" flipH="1">
            <a:off x="4127500" y="1307913"/>
            <a:ext cx="8493760" cy="4600575"/>
          </a:xfrm>
          <a:prstGeom prst="triangle">
            <a:avLst/>
          </a:prstGeom>
          <a:gradFill>
            <a:gsLst>
              <a:gs pos="0">
                <a:schemeClr val="accent1">
                  <a:lumMod val="40000"/>
                  <a:lumOff val="60000"/>
                  <a:alpha val="70000"/>
                </a:schemeClr>
              </a:gs>
              <a:gs pos="60000">
                <a:schemeClr val="accent1">
                  <a:lumMod val="20000"/>
                  <a:lumOff val="80000"/>
                  <a:alpha val="0"/>
                </a:schemeClr>
              </a:gs>
            </a:gsLst>
            <a:lin ang="5400000" scaled="0"/>
          </a:gradFill>
          <a:ln w="9525">
            <a:noFill/>
          </a:ln>
        </p:spPr>
        <p:txBody>
          <a:bodyPr vert="horz" wrap="square" lIns="68580" tIns="34290" rIns="68580" bIns="34290" numCol="1" rtlCol="0" anchor="t" anchorCtr="0" compatLnSpc="1">
            <a:noAutofit/>
          </a:bodyPr>
          <a:lstStyle/>
          <a:p>
            <a:pPr lvl="0" algn="l">
              <a:buClrTx/>
              <a:buSzTx/>
              <a:buFontTx/>
            </a:pPr>
            <a:endParaRPr kumimoji="1" lang="zh-CN" altLang="en-US" sz="135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5" name="标题 2"/>
          <p:cNvSpPr>
            <a:spLocks noGrp="1"/>
          </p:cNvSpPr>
          <p:nvPr/>
        </p:nvSpPr>
        <p:spPr>
          <a:xfrm>
            <a:off x="1105535" y="347980"/>
            <a:ext cx="7137400" cy="396875"/>
          </a:xfrm>
          <a:prstGeom prst="rect">
            <a:avLst/>
          </a:prstGeom>
          <a:ln w="12700">
            <a:miter lim="400000"/>
          </a:ln>
        </p:spPr>
        <p:txBody>
          <a:bodyPr vert="horz" wrap="square" lIns="25400" tIns="25400" rIns="25400" bIns="2540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0" lang="zh-CN" altLang="en-US" sz="2800" b="1" u="none" strike="noStrike" kern="1200" cap="none" spc="0" normalizeH="0" baseline="0" dirty="0">
                <a:ln>
                  <a:noFill/>
                </a:ln>
                <a:solidFill>
                  <a:schemeClr val="accent1"/>
                </a:solidFill>
                <a:effectLst>
                  <a:outerShdw blurRad="187896" dist="38100" dir="2700000" algn="tl" rotWithShape="0">
                    <a:srgbClr val="1C2952">
                      <a:alpha val="6000"/>
                    </a:srgbClr>
                  </a:outerShdw>
                </a:effectLst>
                <a:uLnTx/>
                <a:uFillTx/>
                <a:latin typeface="HONOR Sans CN" panose="05000200000000000000" charset="-122"/>
                <a:ea typeface="HONOR Sans CN" panose="05000200000000000000" charset="-122"/>
                <a:cs typeface="OPPOSans H" panose="00020600040101010101" pitchFamily="18" charset="-122"/>
              </a:defRPr>
            </a:lvl1pPr>
          </a:lstStyle>
          <a:p>
            <a:pPr algn="l"/>
            <a:r>
              <a:rPr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业务框架</a:t>
            </a:r>
            <a:r>
              <a:rPr lang="en-US" altLang="zh-CN"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中心发散架构 | </a:t>
            </a:r>
            <a:r>
              <a:rPr sz="250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小红书营销策略拆解</a:t>
            </a:r>
            <a:endParaRPr lang="en-US" altLang="zh-CN" sz="2500" b="0">
              <a:solidFill>
                <a:schemeClr val="tx2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" name="图片 9" descr="屋顶资源管理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5600" y="186055"/>
            <a:ext cx="549910" cy="549910"/>
          </a:xfrm>
          <a:prstGeom prst="rect">
            <a:avLst/>
          </a:prstGeom>
        </p:spPr>
      </p:pic>
      <p:sp>
        <p:nvSpPr>
          <p:cNvPr id="67" name="©天蝎PPT7"/>
          <p:cNvSpPr/>
          <p:nvPr>
            <p:custDataLst>
              <p:tags r:id="rId5"/>
            </p:custDataLst>
          </p:nvPr>
        </p:nvSpPr>
        <p:spPr>
          <a:xfrm>
            <a:off x="4676140" y="2095313"/>
            <a:ext cx="3089275" cy="3089275"/>
          </a:xfrm>
          <a:prstGeom prst="ellipse">
            <a:avLst/>
          </a:prstGeom>
          <a:noFill/>
          <a:ln w="20003" cap="flat" cmpd="sng" algn="ctr">
            <a:solidFill>
              <a:schemeClr val="tx2">
                <a:lumMod val="60000"/>
                <a:lumOff val="40000"/>
                <a:alpha val="38000"/>
              </a:schemeClr>
            </a:solidFill>
            <a:prstDash val="sysDot"/>
            <a:miter lim="800000"/>
          </a:ln>
          <a:effectLst/>
        </p:spPr>
        <p:txBody>
          <a:bodyPr lIns="82296" tIns="41148" rIns="82296" bIns="4114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20" b="0" i="0" u="none" strike="noStrike" kern="0" cap="none" spc="0" normalizeH="0" baseline="0" noProof="0">
              <a:ln>
                <a:noFill/>
              </a:ln>
              <a:solidFill>
                <a:srgbClr val="3370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71" name="©天蝎PPT8"/>
          <p:cNvGrpSpPr/>
          <p:nvPr/>
        </p:nvGrpSpPr>
        <p:grpSpPr>
          <a:xfrm>
            <a:off x="7645400" y="3521523"/>
            <a:ext cx="236220" cy="236220"/>
            <a:chOff x="5287932" y="2222584"/>
            <a:chExt cx="222422" cy="222422"/>
          </a:xfrm>
        </p:grpSpPr>
        <p:sp>
          <p:nvSpPr>
            <p:cNvPr id="72" name="©天蝎PPT8-1"/>
            <p:cNvSpPr/>
            <p:nvPr>
              <p:custDataLst>
                <p:tags r:id="rId6"/>
              </p:custDataLst>
            </p:nvPr>
          </p:nvSpPr>
          <p:spPr>
            <a:xfrm>
              <a:off x="5287932" y="2222584"/>
              <a:ext cx="222422" cy="222422"/>
            </a:xfrm>
            <a:prstGeom prst="ellipse">
              <a:avLst/>
            </a:prstGeom>
            <a:solidFill>
              <a:schemeClr val="accent1">
                <a:lumMod val="60000"/>
                <a:lumOff val="40000"/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73" name="©天蝎PPT8-2"/>
            <p:cNvSpPr/>
            <p:nvPr>
              <p:custDataLst>
                <p:tags r:id="rId7"/>
              </p:custDataLst>
            </p:nvPr>
          </p:nvSpPr>
          <p:spPr>
            <a:xfrm>
              <a:off x="5335525" y="2270177"/>
              <a:ext cx="127237" cy="12723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457200" dist="495300" dir="5400000" sx="90000" sy="90000" algn="t" rotWithShape="0">
                <a:schemeClr val="accent1">
                  <a:alpha val="31000"/>
                </a:schemeClr>
              </a:outerShdw>
            </a:effectLst>
          </p:spPr>
          <p:txBody>
            <a:bodyPr lIns="14630" tIns="7315" rIns="14630" bIns="7315" rtlCol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74" name="©天蝎PPT9"/>
          <p:cNvGrpSpPr/>
          <p:nvPr/>
        </p:nvGrpSpPr>
        <p:grpSpPr>
          <a:xfrm>
            <a:off x="4558030" y="3521523"/>
            <a:ext cx="236220" cy="236220"/>
            <a:chOff x="5287932" y="2222584"/>
            <a:chExt cx="222422" cy="222422"/>
          </a:xfrm>
        </p:grpSpPr>
        <p:sp>
          <p:nvSpPr>
            <p:cNvPr id="75" name="©天蝎PPT9-1"/>
            <p:cNvSpPr/>
            <p:nvPr>
              <p:custDataLst>
                <p:tags r:id="rId8"/>
              </p:custDataLst>
            </p:nvPr>
          </p:nvSpPr>
          <p:spPr>
            <a:xfrm>
              <a:off x="5287932" y="2222584"/>
              <a:ext cx="222422" cy="222422"/>
            </a:xfrm>
            <a:prstGeom prst="ellipse">
              <a:avLst/>
            </a:prstGeom>
            <a:solidFill>
              <a:schemeClr val="accent1">
                <a:lumMod val="60000"/>
                <a:lumOff val="40000"/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76" name="©天蝎PPT9-2"/>
            <p:cNvSpPr/>
            <p:nvPr>
              <p:custDataLst>
                <p:tags r:id="rId9"/>
              </p:custDataLst>
            </p:nvPr>
          </p:nvSpPr>
          <p:spPr>
            <a:xfrm>
              <a:off x="5335525" y="2270177"/>
              <a:ext cx="127237" cy="12723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457200" dist="495300" dir="5400000" sx="90000" sy="90000" algn="t" rotWithShape="0">
                <a:schemeClr val="accent1">
                  <a:alpha val="31000"/>
                </a:schemeClr>
              </a:outerShdw>
            </a:effectLst>
          </p:spPr>
          <p:txBody>
            <a:bodyPr lIns="14630" tIns="7315" rIns="14630" bIns="7315" rtlCol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78" name="©天蝎PPT10-1"/>
          <p:cNvSpPr/>
          <p:nvPr>
            <p:custDataLst>
              <p:tags r:id="rId10"/>
            </p:custDataLst>
          </p:nvPr>
        </p:nvSpPr>
        <p:spPr>
          <a:xfrm>
            <a:off x="4996815" y="2416175"/>
            <a:ext cx="2447290" cy="2447290"/>
          </a:xfrm>
          <a:prstGeom prst="arc">
            <a:avLst>
              <a:gd name="adj1" fmla="val 2943337"/>
              <a:gd name="adj2" fmla="val 7736108"/>
            </a:avLst>
          </a:prstGeom>
          <a:noFill/>
          <a:ln w="73025" cap="rnd" cmpd="sng" algn="ctr">
            <a:gradFill>
              <a:gsLst>
                <a:gs pos="0">
                  <a:schemeClr val="accent5"/>
                </a:gs>
                <a:gs pos="100000">
                  <a:schemeClr val="bg1"/>
                </a:gs>
              </a:gsLst>
              <a:lin ang="0" scaled="0"/>
            </a:gradFill>
            <a:prstDash val="solid"/>
            <a:round/>
            <a:headEnd type="none"/>
            <a:tailEnd type="triangle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79" name="©天蝎PPT10-2"/>
          <p:cNvSpPr/>
          <p:nvPr>
            <p:custDataLst>
              <p:tags r:id="rId11"/>
            </p:custDataLst>
          </p:nvPr>
        </p:nvSpPr>
        <p:spPr>
          <a:xfrm rot="10800000">
            <a:off x="4996815" y="2416175"/>
            <a:ext cx="2447290" cy="2447290"/>
          </a:xfrm>
          <a:prstGeom prst="arc">
            <a:avLst>
              <a:gd name="adj1" fmla="val 3203205"/>
              <a:gd name="adj2" fmla="val 7553668"/>
            </a:avLst>
          </a:prstGeom>
          <a:noFill/>
          <a:ln w="73025" cap="rnd" cmpd="sng" algn="ctr">
            <a:gradFill>
              <a:gsLst>
                <a:gs pos="0">
                  <a:schemeClr val="accent5"/>
                </a:gs>
                <a:gs pos="100000">
                  <a:schemeClr val="bg1"/>
                </a:gs>
              </a:gsLst>
              <a:lin ang="0" scaled="0"/>
            </a:gradFill>
            <a:prstDash val="solid"/>
            <a:round/>
            <a:headEnd type="none"/>
            <a:tailEnd type="triangle"/>
          </a:ln>
          <a:effectLst/>
        </p:spPr>
        <p:txBody>
          <a:bodyPr rtlCol="0" anchor="ctr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kern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81" name="©天蝎PPT11"/>
          <p:cNvSpPr/>
          <p:nvPr>
            <p:custDataLst>
              <p:tags r:id="rId12"/>
            </p:custDataLst>
          </p:nvPr>
        </p:nvSpPr>
        <p:spPr>
          <a:xfrm>
            <a:off x="5126355" y="1116143"/>
            <a:ext cx="2211070" cy="398145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25400" cap="flat" cmpd="sng" algn="ctr">
            <a:solidFill>
              <a:schemeClr val="accent5">
                <a:lumMod val="60000"/>
                <a:lumOff val="40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3370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82" name="©天蝎PPT12"/>
          <p:cNvSpPr txBox="1"/>
          <p:nvPr>
            <p:custDataLst>
              <p:tags r:id="rId13"/>
            </p:custDataLst>
          </p:nvPr>
        </p:nvSpPr>
        <p:spPr>
          <a:xfrm>
            <a:off x="5224780" y="1142178"/>
            <a:ext cx="201422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小红书经济转化</a:t>
            </a:r>
            <a:endParaRPr kumimoji="0" lang="zh-CN" altLang="en-US" sz="1600" b="1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60000"/>
                  <a:lumOff val="40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83" name="©天蝎PPT13"/>
          <p:cNvGrpSpPr/>
          <p:nvPr/>
        </p:nvGrpSpPr>
        <p:grpSpPr>
          <a:xfrm>
            <a:off x="6102350" y="1967230"/>
            <a:ext cx="236220" cy="233045"/>
            <a:chOff x="5287932" y="2222584"/>
            <a:chExt cx="222422" cy="222422"/>
          </a:xfrm>
        </p:grpSpPr>
        <p:sp>
          <p:nvSpPr>
            <p:cNvPr id="107" name="©天蝎PPT13-1"/>
            <p:cNvSpPr/>
            <p:nvPr>
              <p:custDataLst>
                <p:tags r:id="rId14"/>
              </p:custDataLst>
            </p:nvPr>
          </p:nvSpPr>
          <p:spPr>
            <a:xfrm>
              <a:off x="5287932" y="2222584"/>
              <a:ext cx="222422" cy="222422"/>
            </a:xfrm>
            <a:prstGeom prst="ellipse">
              <a:avLst/>
            </a:prstGeom>
            <a:solidFill>
              <a:schemeClr val="accent5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10" name="©天蝎PPT13-2"/>
            <p:cNvSpPr/>
            <p:nvPr>
              <p:custDataLst>
                <p:tags r:id="rId15"/>
              </p:custDataLst>
            </p:nvPr>
          </p:nvSpPr>
          <p:spPr>
            <a:xfrm>
              <a:off x="5335525" y="2270177"/>
              <a:ext cx="127237" cy="127237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457200" dist="495300" dir="5400000" sx="90000" sy="90000" algn="t" rotWithShape="0">
                <a:schemeClr val="accent1">
                  <a:alpha val="31000"/>
                </a:schemeClr>
              </a:outerShdw>
            </a:effectLst>
          </p:spPr>
          <p:txBody>
            <a:bodyPr lIns="14630" tIns="7315" rIns="14630" bIns="7315" rtlCol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114" name="©天蝎PPT14"/>
          <p:cNvGrpSpPr/>
          <p:nvPr/>
        </p:nvGrpSpPr>
        <p:grpSpPr>
          <a:xfrm>
            <a:off x="6112510" y="5108388"/>
            <a:ext cx="236220" cy="236220"/>
            <a:chOff x="5287932" y="2222584"/>
            <a:chExt cx="222422" cy="222422"/>
          </a:xfrm>
        </p:grpSpPr>
        <p:sp>
          <p:nvSpPr>
            <p:cNvPr id="151" name="©天蝎PPT14-1"/>
            <p:cNvSpPr/>
            <p:nvPr>
              <p:custDataLst>
                <p:tags r:id="rId16"/>
              </p:custDataLst>
            </p:nvPr>
          </p:nvSpPr>
          <p:spPr>
            <a:xfrm>
              <a:off x="5287932" y="2222584"/>
              <a:ext cx="222422" cy="222422"/>
            </a:xfrm>
            <a:prstGeom prst="ellipse">
              <a:avLst/>
            </a:prstGeom>
            <a:solidFill>
              <a:schemeClr val="accent5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52" name="©天蝎PPT14-2"/>
            <p:cNvSpPr/>
            <p:nvPr>
              <p:custDataLst>
                <p:tags r:id="rId17"/>
              </p:custDataLst>
            </p:nvPr>
          </p:nvSpPr>
          <p:spPr>
            <a:xfrm>
              <a:off x="5335525" y="2270177"/>
              <a:ext cx="127237" cy="127237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457200" dist="495300" dir="5400000" sx="90000" sy="90000" algn="t" rotWithShape="0">
                <a:schemeClr val="accent1">
                  <a:alpha val="31000"/>
                </a:schemeClr>
              </a:outerShdw>
            </a:effectLst>
          </p:spPr>
          <p:txBody>
            <a:bodyPr lIns="14630" tIns="7315" rIns="14630" bIns="7315" rtlCol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153" name="©天蝎PPT15"/>
          <p:cNvSpPr/>
          <p:nvPr>
            <p:custDataLst>
              <p:tags r:id="rId18"/>
            </p:custDataLst>
          </p:nvPr>
        </p:nvSpPr>
        <p:spPr>
          <a:xfrm flipH="1">
            <a:off x="5396865" y="2816038"/>
            <a:ext cx="1647190" cy="1647190"/>
          </a:xfrm>
          <a:prstGeom prst="ellipse">
            <a:avLst/>
          </a:prstGeom>
          <a:gradFill>
            <a:gsLst>
              <a:gs pos="0">
                <a:schemeClr val="accent5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0800000" scaled="0"/>
          </a:gradFill>
          <a:ln>
            <a:noFill/>
          </a:ln>
          <a:effectLst>
            <a:outerShdw blurRad="381000" dist="190500" dir="5400000" sx="90000" sy="90000" algn="ctr" rotWithShape="0">
              <a:schemeClr val="accent2"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54" name="©天蝎PPT16"/>
          <p:cNvSpPr txBox="1"/>
          <p:nvPr/>
        </p:nvSpPr>
        <p:spPr>
          <a:xfrm>
            <a:off x="5629593" y="3268793"/>
            <a:ext cx="1182370" cy="696595"/>
          </a:xfrm>
          <a:prstGeom prst="rect">
            <a:avLst/>
          </a:prstGeom>
          <a:noFill/>
          <a:effectLst/>
        </p:spPr>
        <p:txBody>
          <a:bodyPr wrap="none" lIns="82296" tIns="41148" rIns="82296" bIns="41148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小红书</a:t>
            </a:r>
            <a:endParaRPr kumimoji="0" lang="en-US" altLang="zh-CN" sz="2000" b="1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营销策略</a:t>
            </a:r>
            <a:endParaRPr kumimoji="0" lang="zh-CN" altLang="en-US" sz="2000" b="1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55" name="©天蝎PPT17"/>
          <p:cNvSpPr/>
          <p:nvPr>
            <p:custDataLst>
              <p:tags r:id="rId19"/>
            </p:custDataLst>
          </p:nvPr>
        </p:nvSpPr>
        <p:spPr>
          <a:xfrm rot="16200000" flipV="1">
            <a:off x="6003290" y="1569533"/>
            <a:ext cx="434975" cy="457200"/>
          </a:xfrm>
          <a:prstGeom prst="rightArrow">
            <a:avLst>
              <a:gd name="adj1" fmla="val 46687"/>
              <a:gd name="adj2" fmla="val 68525"/>
            </a:avLst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0" scaled="0"/>
          </a:gradFill>
          <a:ln w="12700" cap="flat" cmpd="sng" algn="ctr">
            <a:gradFill>
              <a:gsLst>
                <a:gs pos="0">
                  <a:srgbClr val="A23424">
                    <a:alpha val="0"/>
                    <a:lumMod val="80000"/>
                    <a:lumOff val="20000"/>
                  </a:srgbClr>
                </a:gs>
                <a:gs pos="100000">
                  <a:srgbClr val="A23424">
                    <a:alpha val="50000"/>
                    <a:lumMod val="80000"/>
                    <a:lumOff val="20000"/>
                  </a:srgbClr>
                </a:gs>
              </a:gsLst>
              <a:lin ang="0" scaled="0"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 kern="0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56" name="©天蝎PPT18"/>
          <p:cNvSpPr/>
          <p:nvPr>
            <p:custDataLst>
              <p:tags r:id="rId20"/>
            </p:custDataLst>
          </p:nvPr>
        </p:nvSpPr>
        <p:spPr>
          <a:xfrm rot="5400000">
            <a:off x="6003290" y="5283013"/>
            <a:ext cx="434975" cy="457200"/>
          </a:xfrm>
          <a:prstGeom prst="rightArrow">
            <a:avLst>
              <a:gd name="adj1" fmla="val 46687"/>
              <a:gd name="adj2" fmla="val 68525"/>
            </a:avLst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0" scaled="0"/>
          </a:gradFill>
          <a:ln w="12700" cap="flat" cmpd="sng" algn="ctr">
            <a:gradFill>
              <a:gsLst>
                <a:gs pos="0">
                  <a:srgbClr val="A23424">
                    <a:alpha val="0"/>
                    <a:lumMod val="80000"/>
                    <a:lumOff val="20000"/>
                  </a:srgbClr>
                </a:gs>
                <a:gs pos="100000">
                  <a:srgbClr val="A23424">
                    <a:alpha val="50000"/>
                    <a:lumMod val="80000"/>
                    <a:lumOff val="20000"/>
                  </a:srgbClr>
                </a:gs>
              </a:gsLst>
              <a:lin ang="0" scaled="0"/>
            </a:gra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kern="0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57" name="©天蝎PPT19"/>
          <p:cNvSpPr/>
          <p:nvPr>
            <p:custDataLst>
              <p:tags r:id="rId21"/>
            </p:custDataLst>
          </p:nvPr>
        </p:nvSpPr>
        <p:spPr>
          <a:xfrm>
            <a:off x="3019425" y="6003103"/>
            <a:ext cx="1977390" cy="438150"/>
          </a:xfrm>
          <a:prstGeom prst="roundRect">
            <a:avLst>
              <a:gd name="adj" fmla="val 50000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10101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58" name="©天蝎PPT20"/>
          <p:cNvSpPr txBox="1"/>
          <p:nvPr>
            <p:custDataLst>
              <p:tags r:id="rId22"/>
            </p:custDataLst>
          </p:nvPr>
        </p:nvSpPr>
        <p:spPr>
          <a:xfrm>
            <a:off x="3815398" y="6092003"/>
            <a:ext cx="356870" cy="21526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需求</a:t>
            </a:r>
            <a:endParaRPr kumimoji="0" lang="zh-CN" altLang="en-US" sz="1400" b="1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59" name="©天蝎PPT21"/>
          <p:cNvSpPr/>
          <p:nvPr>
            <p:custDataLst>
              <p:tags r:id="rId23"/>
            </p:custDataLst>
          </p:nvPr>
        </p:nvSpPr>
        <p:spPr>
          <a:xfrm>
            <a:off x="5227320" y="6003103"/>
            <a:ext cx="1977390" cy="438150"/>
          </a:xfrm>
          <a:prstGeom prst="roundRect">
            <a:avLst>
              <a:gd name="adj" fmla="val 50000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10101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60" name="©天蝎PPT22"/>
          <p:cNvSpPr txBox="1"/>
          <p:nvPr>
            <p:custDataLst>
              <p:tags r:id="rId24"/>
            </p:custDataLst>
          </p:nvPr>
        </p:nvSpPr>
        <p:spPr>
          <a:xfrm>
            <a:off x="6023293" y="6092003"/>
            <a:ext cx="356870" cy="21526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场景</a:t>
            </a:r>
            <a:endParaRPr kumimoji="0" lang="zh-CN" altLang="en-US" sz="1400" b="1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61" name="©天蝎PPT23"/>
          <p:cNvSpPr/>
          <p:nvPr>
            <p:custDataLst>
              <p:tags r:id="rId25"/>
            </p:custDataLst>
          </p:nvPr>
        </p:nvSpPr>
        <p:spPr>
          <a:xfrm>
            <a:off x="7490460" y="6003103"/>
            <a:ext cx="1977390" cy="438150"/>
          </a:xfrm>
          <a:prstGeom prst="roundRect">
            <a:avLst>
              <a:gd name="adj" fmla="val 50000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10101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62" name="©天蝎PPT24"/>
          <p:cNvSpPr txBox="1"/>
          <p:nvPr>
            <p:custDataLst>
              <p:tags r:id="rId26"/>
            </p:custDataLst>
          </p:nvPr>
        </p:nvSpPr>
        <p:spPr>
          <a:xfrm>
            <a:off x="8286433" y="6092003"/>
            <a:ext cx="356870" cy="21526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热点</a:t>
            </a:r>
            <a:endParaRPr kumimoji="0" lang="zh-CN" altLang="en-US" sz="1400" b="1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65" name="©天蝎PPT25-1"/>
          <p:cNvSpPr/>
          <p:nvPr>
            <p:custDataLst>
              <p:tags r:id="rId27"/>
            </p:custDataLst>
          </p:nvPr>
        </p:nvSpPr>
        <p:spPr>
          <a:xfrm>
            <a:off x="1717040" y="1951355"/>
            <a:ext cx="1438910" cy="394335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10101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66" name="©天蝎PPT25-2"/>
          <p:cNvSpPr txBox="1"/>
          <p:nvPr/>
        </p:nvSpPr>
        <p:spPr>
          <a:xfrm flipH="1">
            <a:off x="818515" y="2471420"/>
            <a:ext cx="2341245" cy="39179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100" dirty="0">
                <a:solidFill>
                  <a:schemeClr val="tx2">
                    <a:alpha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深入分析用户需求、偏好，精准定位目标群体，助力产品优化与营销策略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alpha val="65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67" name="©天蝎PPT25-3"/>
          <p:cNvSpPr txBox="1"/>
          <p:nvPr/>
        </p:nvSpPr>
        <p:spPr>
          <a:xfrm flipH="1">
            <a:off x="1783715" y="2028190"/>
            <a:ext cx="1304290" cy="2381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5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用户洞察</a:t>
            </a:r>
            <a:endParaRPr kumimoji="0" lang="zh-CN" altLang="en-US" sz="155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168" name="组合 167"/>
          <p:cNvGrpSpPr/>
          <p:nvPr/>
        </p:nvGrpSpPr>
        <p:grpSpPr>
          <a:xfrm flipH="1">
            <a:off x="818515" y="3301365"/>
            <a:ext cx="2341245" cy="911860"/>
            <a:chOff x="9203381" y="3409486"/>
            <a:chExt cx="2203795" cy="858042"/>
          </a:xfrm>
        </p:grpSpPr>
        <p:sp>
          <p:nvSpPr>
            <p:cNvPr id="169" name="©天蝎PPT25-4"/>
            <p:cNvSpPr/>
            <p:nvPr>
              <p:custDataLst>
                <p:tags r:id="rId28"/>
              </p:custDataLst>
            </p:nvPr>
          </p:nvSpPr>
          <p:spPr>
            <a:xfrm flipH="1">
              <a:off x="9206469" y="3409486"/>
              <a:ext cx="1354653" cy="370886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10101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70" name="©天蝎PPT25-5"/>
            <p:cNvSpPr txBox="1"/>
            <p:nvPr/>
          </p:nvSpPr>
          <p:spPr>
            <a:xfrm>
              <a:off x="9203381" y="3899043"/>
              <a:ext cx="2203795" cy="36848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2">
                      <a:alpha val="65000"/>
                    </a:scheme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Arial" panose="020B0604020202020204" pitchFamily="34" charset="0"/>
                </a:rPr>
                <a:t>结合用户日常场景，提供定制化服务，打造沉浸式体验，增强用户粘性。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alpha val="6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71" name="©天蝎PPT25-6"/>
            <p:cNvSpPr txBox="1"/>
            <p:nvPr/>
          </p:nvSpPr>
          <p:spPr>
            <a:xfrm>
              <a:off x="9271097" y="3481804"/>
              <a:ext cx="1227576" cy="22407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5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Arial" panose="020B0604020202020204" pitchFamily="34" charset="0"/>
                </a:rPr>
                <a:t>生活场景整合</a:t>
              </a:r>
              <a:endParaRPr kumimoji="0" lang="zh-CN" altLang="en-US" sz="15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172" name="组合 171"/>
          <p:cNvGrpSpPr/>
          <p:nvPr/>
        </p:nvGrpSpPr>
        <p:grpSpPr>
          <a:xfrm flipH="1">
            <a:off x="818515" y="4651375"/>
            <a:ext cx="2341245" cy="911860"/>
            <a:chOff x="9203381" y="4628686"/>
            <a:chExt cx="2203795" cy="858042"/>
          </a:xfrm>
        </p:grpSpPr>
        <p:sp>
          <p:nvSpPr>
            <p:cNvPr id="173" name="©天蝎PPT25-7"/>
            <p:cNvSpPr/>
            <p:nvPr>
              <p:custDataLst>
                <p:tags r:id="rId29"/>
              </p:custDataLst>
            </p:nvPr>
          </p:nvSpPr>
          <p:spPr>
            <a:xfrm flipH="1">
              <a:off x="9206469" y="4628686"/>
              <a:ext cx="1354653" cy="370886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10101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74" name="©天蝎PPT25-8"/>
            <p:cNvSpPr txBox="1"/>
            <p:nvPr/>
          </p:nvSpPr>
          <p:spPr>
            <a:xfrm>
              <a:off x="9203381" y="5118243"/>
              <a:ext cx="2203795" cy="36848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2">
                      <a:alpha val="65000"/>
                    </a:scheme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Arial" panose="020B0604020202020204" pitchFamily="34" charset="0"/>
                </a:rPr>
                <a:t>汇聚社区资源，发挥社区力量，提升品牌影响力，实现共赢发展。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alpha val="6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75" name="©天蝎PPT25-9"/>
            <p:cNvSpPr txBox="1"/>
            <p:nvPr/>
          </p:nvSpPr>
          <p:spPr>
            <a:xfrm>
              <a:off x="9271097" y="4701004"/>
              <a:ext cx="1227576" cy="22407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5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Arial" panose="020B0604020202020204" pitchFamily="34" charset="0"/>
                </a:rPr>
                <a:t>社区力量助推</a:t>
              </a:r>
              <a:endParaRPr kumimoji="0" lang="zh-CN" altLang="en-US" sz="15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178" name="©天蝎PPT26-1"/>
          <p:cNvSpPr/>
          <p:nvPr>
            <p:custDataLst>
              <p:tags r:id="rId30"/>
            </p:custDataLst>
          </p:nvPr>
        </p:nvSpPr>
        <p:spPr>
          <a:xfrm flipH="1">
            <a:off x="9178925" y="1951355"/>
            <a:ext cx="1438910" cy="394335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kumimoji="1" lang="zh-CN" altLang="en-US" noProof="0">
              <a:ln>
                <a:noFill/>
              </a:ln>
              <a:solidFill>
                <a:srgbClr val="10101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79" name="©天蝎PPT26-2"/>
          <p:cNvSpPr txBox="1"/>
          <p:nvPr/>
        </p:nvSpPr>
        <p:spPr>
          <a:xfrm>
            <a:off x="9175750" y="2471420"/>
            <a:ext cx="2341245" cy="39179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alpha val="8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商户库存和商品信息整合，提供销售、数据分析依据，助力经营决策。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alpha val="80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80" name="©天蝎PPT26-3"/>
          <p:cNvSpPr txBox="1"/>
          <p:nvPr/>
        </p:nvSpPr>
        <p:spPr>
          <a:xfrm>
            <a:off x="9247505" y="2028190"/>
            <a:ext cx="1304290" cy="2381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5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货品盘</a:t>
            </a:r>
            <a:endParaRPr kumimoji="0" lang="zh-CN" altLang="en-US" sz="155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82" name="©天蝎PPT26-4"/>
          <p:cNvSpPr/>
          <p:nvPr>
            <p:custDataLst>
              <p:tags r:id="rId31"/>
            </p:custDataLst>
          </p:nvPr>
        </p:nvSpPr>
        <p:spPr>
          <a:xfrm flipH="1">
            <a:off x="9178925" y="3301365"/>
            <a:ext cx="1438910" cy="394335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kumimoji="1" lang="zh-CN" altLang="en-US" noProof="0">
              <a:ln>
                <a:noFill/>
              </a:ln>
              <a:solidFill>
                <a:srgbClr val="10101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83" name="©天蝎PPT26-5"/>
          <p:cNvSpPr txBox="1"/>
          <p:nvPr/>
        </p:nvSpPr>
        <p:spPr>
          <a:xfrm>
            <a:off x="9175750" y="3821430"/>
            <a:ext cx="2341245" cy="39179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zh-CN" altLang="en-US" sz="1100" dirty="0">
                <a:solidFill>
                  <a:schemeClr val="tx2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相似商户聚集合作，共享资源经验，推动产业升级和商业合作。</a:t>
            </a:r>
            <a:endParaRPr lang="zh-CN" altLang="en-US" sz="1100" dirty="0">
              <a:solidFill>
                <a:schemeClr val="tx2">
                  <a:alpha val="8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84" name="©天蝎PPT26-6"/>
          <p:cNvSpPr txBox="1"/>
          <p:nvPr/>
        </p:nvSpPr>
        <p:spPr>
          <a:xfrm>
            <a:off x="9247505" y="3378200"/>
            <a:ext cx="1304290" cy="2381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5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商户群</a:t>
            </a:r>
            <a:endParaRPr kumimoji="0" lang="zh-CN" altLang="en-US" sz="155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86" name="©天蝎PPT26-7"/>
          <p:cNvSpPr/>
          <p:nvPr>
            <p:custDataLst>
              <p:tags r:id="rId32"/>
            </p:custDataLst>
          </p:nvPr>
        </p:nvSpPr>
        <p:spPr>
          <a:xfrm flipH="1">
            <a:off x="9178925" y="4651375"/>
            <a:ext cx="1438910" cy="394335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kumimoji="1" lang="zh-CN" altLang="en-US" noProof="0">
              <a:ln>
                <a:noFill/>
              </a:ln>
              <a:solidFill>
                <a:srgbClr val="10101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87" name="©天蝎PPT26-8"/>
          <p:cNvSpPr txBox="1"/>
          <p:nvPr/>
        </p:nvSpPr>
        <p:spPr>
          <a:xfrm>
            <a:off x="9175750" y="5171440"/>
            <a:ext cx="2341245" cy="39179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alpha val="8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股票技术分析中特定行业股票走势参考线，辅助投资决策，判断行业趋势。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alpha val="80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88" name="©天蝎PPT26-9"/>
          <p:cNvSpPr txBox="1"/>
          <p:nvPr/>
        </p:nvSpPr>
        <p:spPr>
          <a:xfrm>
            <a:off x="9247505" y="4728210"/>
            <a:ext cx="1304290" cy="2381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55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行业线</a:t>
            </a:r>
            <a:endParaRPr kumimoji="0" lang="zh-CN" altLang="en-US" sz="155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8738235" y="348615"/>
            <a:ext cx="3219450" cy="332740"/>
            <a:chOff x="13761" y="549"/>
            <a:chExt cx="5070" cy="524"/>
          </a:xfrm>
        </p:grpSpPr>
        <p:pic>
          <p:nvPicPr>
            <p:cNvPr id="7" name="图片 6"/>
            <p:cNvPicPr>
              <a:picLocks noChangeAspect="1"/>
            </p:cNvPicPr>
            <p:nvPr userDrawn="1"/>
          </p:nvPicPr>
          <p:blipFill>
            <a:blip r:embed="rId33"/>
            <a:srcRect l="17002" t="-1765" r="56499" b="-1176"/>
            <a:stretch>
              <a:fillRect/>
            </a:stretch>
          </p:blipFill>
          <p:spPr>
            <a:xfrm>
              <a:off x="13761" y="549"/>
              <a:ext cx="1582" cy="525"/>
            </a:xfrm>
            <a:prstGeom prst="rect">
              <a:avLst/>
            </a:prstGeom>
          </p:spPr>
        </p:pic>
        <p:sp>
          <p:nvSpPr>
            <p:cNvPr id="8" name="文本框 7"/>
            <p:cNvSpPr txBox="1"/>
            <p:nvPr userDrawn="1"/>
          </p:nvSpPr>
          <p:spPr>
            <a:xfrm>
              <a:off x="15219" y="655"/>
              <a:ext cx="3613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复杂逻辑场景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·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框架搭建系列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PPT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模板</a:t>
              </a:r>
              <a:endPara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cxnSp>
        <p:nvCxnSpPr>
          <p:cNvPr id="13" name="直线连接符 7"/>
          <p:cNvCxnSpPr/>
          <p:nvPr userDrawn="1"/>
        </p:nvCxnSpPr>
        <p:spPr>
          <a:xfrm>
            <a:off x="369165" y="839204"/>
            <a:ext cx="11459846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显眼包PPT-2"/>
          <p:cNvSpPr/>
          <p:nvPr/>
        </p:nvSpPr>
        <p:spPr>
          <a:xfrm>
            <a:off x="7881620" y="2416175"/>
            <a:ext cx="525780" cy="513715"/>
          </a:xfrm>
          <a:prstGeom prst="ellipse">
            <a:avLst/>
          </a:prstGeom>
          <a:gradFill flip="none" rotWithShape="1">
            <a:gsLst>
              <a:gs pos="60000">
                <a:schemeClr val="bg1">
                  <a:alpha val="5600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path path="shape">
              <a:fillToRect l="50000" t="50000" r="50000" b="50000"/>
            </a:path>
            <a:tileRect/>
          </a:gradFill>
          <a:ln w="31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2" name="显眼包PPT-4"/>
          <p:cNvSpPr txBox="1"/>
          <p:nvPr/>
        </p:nvSpPr>
        <p:spPr>
          <a:xfrm>
            <a:off x="7929880" y="2595245"/>
            <a:ext cx="429260" cy="1384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LnTx/>
                <a:uFillTx/>
                <a:latin typeface="+mj-ea"/>
                <a:ea typeface="+mj-ea"/>
                <a:cs typeface="微软雅黑" panose="020B0503020204020204" charset="-122"/>
              </a:rPr>
              <a:t>销售场</a:t>
            </a:r>
            <a:endParaRPr kumimoji="0" lang="zh-CN" altLang="en-US" sz="9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uLnTx/>
              <a:uFillTx/>
              <a:latin typeface="+mj-ea"/>
              <a:ea typeface="+mj-ea"/>
              <a:cs typeface="微软雅黑" panose="020B0503020204020204" charset="-122"/>
            </a:endParaRPr>
          </a:p>
        </p:txBody>
      </p:sp>
      <p:sp>
        <p:nvSpPr>
          <p:cNvPr id="21" name="显眼包PPT-2"/>
          <p:cNvSpPr/>
          <p:nvPr/>
        </p:nvSpPr>
        <p:spPr>
          <a:xfrm>
            <a:off x="8212455" y="3350895"/>
            <a:ext cx="525780" cy="513715"/>
          </a:xfrm>
          <a:prstGeom prst="ellipse">
            <a:avLst/>
          </a:prstGeom>
          <a:gradFill flip="none" rotWithShape="1">
            <a:gsLst>
              <a:gs pos="60000">
                <a:schemeClr val="bg1">
                  <a:alpha val="5600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path path="shape">
              <a:fillToRect l="50000" t="50000" r="50000" b="50000"/>
            </a:path>
            <a:tileRect/>
          </a:gradFill>
          <a:ln w="31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2" name="显眼包PPT-4"/>
          <p:cNvSpPr txBox="1"/>
          <p:nvPr/>
        </p:nvSpPr>
        <p:spPr>
          <a:xfrm>
            <a:off x="8260715" y="3529965"/>
            <a:ext cx="429260" cy="1384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LnTx/>
                <a:uFillTx/>
                <a:latin typeface="+mj-ea"/>
                <a:ea typeface="+mj-ea"/>
                <a:cs typeface="微软雅黑" panose="020B0503020204020204" charset="-122"/>
              </a:rPr>
              <a:t>经济场</a:t>
            </a:r>
            <a:endParaRPr kumimoji="0" lang="zh-CN" altLang="en-US" sz="9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uLnTx/>
              <a:uFillTx/>
              <a:latin typeface="+mj-ea"/>
              <a:ea typeface="+mj-ea"/>
              <a:cs typeface="微软雅黑" panose="020B0503020204020204" charset="-122"/>
            </a:endParaRPr>
          </a:p>
        </p:txBody>
      </p:sp>
      <p:sp>
        <p:nvSpPr>
          <p:cNvPr id="27" name="显眼包PPT-2"/>
          <p:cNvSpPr/>
          <p:nvPr/>
        </p:nvSpPr>
        <p:spPr>
          <a:xfrm>
            <a:off x="7741920" y="4285615"/>
            <a:ext cx="525780" cy="513715"/>
          </a:xfrm>
          <a:prstGeom prst="ellipse">
            <a:avLst/>
          </a:prstGeom>
          <a:gradFill flip="none" rotWithShape="1">
            <a:gsLst>
              <a:gs pos="60000">
                <a:schemeClr val="bg1">
                  <a:alpha val="5600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path path="shape">
              <a:fillToRect l="50000" t="50000" r="50000" b="50000"/>
            </a:path>
            <a:tileRect/>
          </a:gradFill>
          <a:ln w="31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8" name="显眼包PPT-4"/>
          <p:cNvSpPr txBox="1"/>
          <p:nvPr/>
        </p:nvSpPr>
        <p:spPr>
          <a:xfrm>
            <a:off x="7790180" y="4464685"/>
            <a:ext cx="429260" cy="1384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LnTx/>
                <a:uFillTx/>
                <a:latin typeface="+mj-ea"/>
                <a:ea typeface="+mj-ea"/>
                <a:cs typeface="微软雅黑" panose="020B0503020204020204" charset="-122"/>
              </a:rPr>
              <a:t>商户场</a:t>
            </a:r>
            <a:endParaRPr kumimoji="0" lang="zh-CN" altLang="en-US" sz="9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uLnTx/>
              <a:uFillTx/>
              <a:latin typeface="+mj-ea"/>
              <a:ea typeface="+mj-ea"/>
              <a:cs typeface="微软雅黑" panose="020B0503020204020204" charset="-122"/>
            </a:endParaRPr>
          </a:p>
        </p:txBody>
      </p:sp>
      <p:sp>
        <p:nvSpPr>
          <p:cNvPr id="33" name="显眼包PPT-2"/>
          <p:cNvSpPr/>
          <p:nvPr/>
        </p:nvSpPr>
        <p:spPr>
          <a:xfrm>
            <a:off x="4150360" y="2416175"/>
            <a:ext cx="525780" cy="513715"/>
          </a:xfrm>
          <a:prstGeom prst="ellipse">
            <a:avLst/>
          </a:prstGeom>
          <a:gradFill flip="none" rotWithShape="1">
            <a:gsLst>
              <a:gs pos="60000">
                <a:schemeClr val="bg1">
                  <a:alpha val="5600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path path="shape">
              <a:fillToRect l="50000" t="50000" r="50000" b="50000"/>
            </a:path>
            <a:tileRect/>
          </a:gradFill>
          <a:ln w="31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显眼包PPT-4"/>
          <p:cNvSpPr txBox="1"/>
          <p:nvPr/>
        </p:nvSpPr>
        <p:spPr>
          <a:xfrm>
            <a:off x="4198620" y="2595245"/>
            <a:ext cx="429260" cy="1384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LnTx/>
                <a:uFillTx/>
                <a:latin typeface="+mj-ea"/>
                <a:ea typeface="+mj-ea"/>
                <a:cs typeface="微软雅黑" panose="020B0503020204020204" charset="-122"/>
              </a:rPr>
              <a:t>灵感场</a:t>
            </a:r>
            <a:endParaRPr kumimoji="0" lang="zh-CN" altLang="en-US" sz="9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uLnTx/>
              <a:uFillTx/>
              <a:latin typeface="+mj-ea"/>
              <a:ea typeface="+mj-ea"/>
              <a:cs typeface="微软雅黑" panose="020B0503020204020204" charset="-122"/>
            </a:endParaRPr>
          </a:p>
        </p:txBody>
      </p:sp>
      <p:grpSp>
        <p:nvGrpSpPr>
          <p:cNvPr id="39" name="显眼包PPT"/>
          <p:cNvGrpSpPr/>
          <p:nvPr/>
        </p:nvGrpSpPr>
        <p:grpSpPr>
          <a:xfrm>
            <a:off x="3712845" y="3369310"/>
            <a:ext cx="525780" cy="513715"/>
            <a:chOff x="2104935" y="2274814"/>
            <a:chExt cx="1060631" cy="1060631"/>
          </a:xfrm>
        </p:grpSpPr>
        <p:sp>
          <p:nvSpPr>
            <p:cNvPr id="40" name="显眼包PPT-2"/>
            <p:cNvSpPr/>
            <p:nvPr/>
          </p:nvSpPr>
          <p:spPr>
            <a:xfrm>
              <a:off x="2104935" y="2274814"/>
              <a:ext cx="1060631" cy="1060631"/>
            </a:xfrm>
            <a:prstGeom prst="ellipse">
              <a:avLst/>
            </a:prstGeom>
            <a:gradFill flip="none" rotWithShape="1">
              <a:gsLst>
                <a:gs pos="60000">
                  <a:schemeClr val="bg1">
                    <a:alpha val="56000"/>
                  </a:schemeClr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317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1" name="显眼包PPT-4"/>
            <p:cNvSpPr txBox="1"/>
            <p:nvPr/>
          </p:nvSpPr>
          <p:spPr>
            <a:xfrm>
              <a:off x="2202440" y="2645006"/>
              <a:ext cx="865622" cy="28580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1">
                      <a:lumMod val="60000"/>
                      <a:lumOff val="40000"/>
                    </a:schemeClr>
                  </a:solidFill>
                  <a:effectLst/>
                  <a:uLnTx/>
                  <a:uFillTx/>
                  <a:latin typeface="+mj-ea"/>
                  <a:ea typeface="+mj-ea"/>
                  <a:cs typeface="微软雅黑" panose="020B0503020204020204" charset="-122"/>
                </a:rPr>
                <a:t>决策场</a:t>
              </a:r>
              <a:endPara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LnTx/>
                <a:uFillTx/>
                <a:latin typeface="+mj-ea"/>
                <a:ea typeface="+mj-ea"/>
                <a:cs typeface="微软雅黑" panose="020B0503020204020204" charset="-122"/>
              </a:endParaRPr>
            </a:p>
          </p:txBody>
        </p:sp>
      </p:grpSp>
      <p:grpSp>
        <p:nvGrpSpPr>
          <p:cNvPr id="45" name="显眼包PPT"/>
          <p:cNvGrpSpPr/>
          <p:nvPr/>
        </p:nvGrpSpPr>
        <p:grpSpPr>
          <a:xfrm>
            <a:off x="4150360" y="4322445"/>
            <a:ext cx="525780" cy="513715"/>
            <a:chOff x="2104935" y="2274814"/>
            <a:chExt cx="1060631" cy="1060631"/>
          </a:xfrm>
        </p:grpSpPr>
        <p:sp>
          <p:nvSpPr>
            <p:cNvPr id="46" name="显眼包PPT-2"/>
            <p:cNvSpPr/>
            <p:nvPr/>
          </p:nvSpPr>
          <p:spPr>
            <a:xfrm>
              <a:off x="2104935" y="2274814"/>
              <a:ext cx="1060631" cy="1060631"/>
            </a:xfrm>
            <a:prstGeom prst="ellipse">
              <a:avLst/>
            </a:prstGeom>
            <a:gradFill flip="none" rotWithShape="1">
              <a:gsLst>
                <a:gs pos="60000">
                  <a:schemeClr val="bg1">
                    <a:alpha val="56000"/>
                  </a:schemeClr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317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7" name="显眼包PPT-4"/>
            <p:cNvSpPr txBox="1"/>
            <p:nvPr/>
          </p:nvSpPr>
          <p:spPr>
            <a:xfrm>
              <a:off x="2202440" y="2645006"/>
              <a:ext cx="865622" cy="28580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1">
                      <a:lumMod val="60000"/>
                      <a:lumOff val="40000"/>
                    </a:schemeClr>
                  </a:solidFill>
                  <a:effectLst/>
                  <a:uLnTx/>
                  <a:uFillTx/>
                  <a:latin typeface="+mj-ea"/>
                  <a:ea typeface="+mj-ea"/>
                  <a:cs typeface="微软雅黑" panose="020B0503020204020204" charset="-122"/>
                </a:rPr>
                <a:t>生活场</a:t>
              </a:r>
              <a:endPara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LnTx/>
                <a:uFillTx/>
                <a:latin typeface="+mj-ea"/>
                <a:ea typeface="+mj-ea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形状"/>
          <p:cNvSpPr/>
          <p:nvPr/>
        </p:nvSpPr>
        <p:spPr>
          <a:xfrm rot="5400000" flipV="1">
            <a:off x="5717540" y="2094230"/>
            <a:ext cx="1024255" cy="517144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" y="9032"/>
                </a:moveTo>
                <a:lnTo>
                  <a:pt x="21600" y="0"/>
                </a:lnTo>
                <a:lnTo>
                  <a:pt x="21472" y="21600"/>
                </a:lnTo>
                <a:lnTo>
                  <a:pt x="0" y="12234"/>
                </a:lnTo>
                <a:lnTo>
                  <a:pt x="1" y="9032"/>
                </a:lnTo>
                <a:close/>
              </a:path>
            </a:pathLst>
          </a:custGeom>
          <a:gradFill>
            <a:gsLst>
              <a:gs pos="100000">
                <a:schemeClr val="accent1">
                  <a:lumMod val="60000"/>
                  <a:lumOff val="40000"/>
                </a:schemeClr>
              </a:gs>
              <a:gs pos="26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9525">
            <a:noFill/>
          </a:ln>
        </p:spPr>
        <p:txBody>
          <a:bodyPr vert="horz" wrap="square" lIns="68580" tIns="34290" rIns="68580" bIns="34290" numCol="1" rtlCol="0" anchor="t" anchorCtr="0" compatLnSpc="1">
            <a:noAutofit/>
          </a:bodyPr>
          <a:p>
            <a:pPr lvl="0" algn="l">
              <a:buClrTx/>
              <a:buSzTx/>
              <a:buFontTx/>
            </a:pPr>
            <a:endParaRPr kumimoji="1" lang="zh-CN" altLang="en-US" sz="135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微软雅黑" panose="020B0503020204020204" charset="-122"/>
            </a:endParaRPr>
          </a:p>
        </p:txBody>
      </p:sp>
      <p:sp>
        <p:nvSpPr>
          <p:cNvPr id="302" name="椭圆 301"/>
          <p:cNvSpPr/>
          <p:nvPr/>
        </p:nvSpPr>
        <p:spPr>
          <a:xfrm>
            <a:off x="2560955" y="1560195"/>
            <a:ext cx="3653155" cy="2781935"/>
          </a:xfrm>
          <a:prstGeom prst="ellipse">
            <a:avLst/>
          </a:prstGeom>
          <a:gradFill>
            <a:gsLst>
              <a:gs pos="100000">
                <a:schemeClr val="accent1">
                  <a:lumMod val="60000"/>
                  <a:lumOff val="40000"/>
                </a:schemeClr>
              </a:gs>
              <a:gs pos="5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314" name="椭圆 313"/>
          <p:cNvSpPr/>
          <p:nvPr/>
        </p:nvSpPr>
        <p:spPr>
          <a:xfrm rot="10800000">
            <a:off x="2441575" y="1420495"/>
            <a:ext cx="2846070" cy="3488055"/>
          </a:xfrm>
          <a:prstGeom prst="ellipse">
            <a:avLst/>
          </a:prstGeom>
          <a:noFill/>
          <a:ln>
            <a:gradFill>
              <a:gsLst>
                <a:gs pos="83000">
                  <a:schemeClr val="accent5">
                    <a:alpha val="0"/>
                  </a:schemeClr>
                </a:gs>
                <a:gs pos="100000">
                  <a:schemeClr val="accent5"/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3" name="椭圆 302"/>
          <p:cNvSpPr/>
          <p:nvPr/>
        </p:nvSpPr>
        <p:spPr>
          <a:xfrm flipH="1">
            <a:off x="6215380" y="1560195"/>
            <a:ext cx="3653155" cy="2781935"/>
          </a:xfrm>
          <a:prstGeom prst="ellipse">
            <a:avLst/>
          </a:prstGeom>
          <a:gradFill>
            <a:gsLst>
              <a:gs pos="100000">
                <a:schemeClr val="accent1">
                  <a:lumMod val="60000"/>
                  <a:lumOff val="40000"/>
                </a:schemeClr>
              </a:gs>
              <a:gs pos="5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cs typeface="微软雅黑" panose="020B0503020204020204" charset="-122"/>
              <a:sym typeface="+mn-ea"/>
            </a:endParaRPr>
          </a:p>
        </p:txBody>
      </p:sp>
      <p:sp>
        <p:nvSpPr>
          <p:cNvPr id="5" name="标题 2"/>
          <p:cNvSpPr>
            <a:spLocks noGrp="1"/>
          </p:cNvSpPr>
          <p:nvPr/>
        </p:nvSpPr>
        <p:spPr>
          <a:xfrm>
            <a:off x="1105535" y="347980"/>
            <a:ext cx="7137400" cy="396875"/>
          </a:xfrm>
          <a:prstGeom prst="rect">
            <a:avLst/>
          </a:prstGeom>
          <a:ln w="12700">
            <a:miter lim="400000"/>
          </a:ln>
        </p:spPr>
        <p:txBody>
          <a:bodyPr vert="horz" wrap="square" lIns="25400" tIns="25400" rIns="25400" bIns="2540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0" lang="zh-CN" altLang="en-US" sz="2800" b="1" u="none" strike="noStrike" kern="1200" cap="none" spc="0" normalizeH="0" baseline="0" dirty="0">
                <a:ln>
                  <a:noFill/>
                </a:ln>
                <a:solidFill>
                  <a:schemeClr val="accent1"/>
                </a:solidFill>
                <a:effectLst>
                  <a:outerShdw blurRad="187896" dist="38100" dir="2700000" algn="tl" rotWithShape="0">
                    <a:srgbClr val="1C2952">
                      <a:alpha val="6000"/>
                    </a:srgbClr>
                  </a:outerShdw>
                </a:effectLst>
                <a:uLnTx/>
                <a:uFillTx/>
                <a:latin typeface="HONOR Sans CN" panose="05000200000000000000" charset="-122"/>
                <a:ea typeface="HONOR Sans CN" panose="05000200000000000000" charset="-122"/>
                <a:cs typeface="OPPOSans H" panose="00020600040101010101" pitchFamily="18" charset="-122"/>
              </a:defRPr>
            </a:lvl1pPr>
          </a:lstStyle>
          <a:p>
            <a:pPr algn="l"/>
            <a:r>
              <a:rPr sz="2500" dirty="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业务框架</a:t>
            </a:r>
            <a:r>
              <a:rPr lang="en-US" altLang="zh-CN" sz="2500" dirty="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sz="2500" dirty="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中心发散架构 |</a:t>
            </a:r>
            <a:r>
              <a:rPr lang="zh-CN" altLang="en-US" sz="2500" dirty="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500" dirty="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数字化营销的发展趋势</a:t>
            </a:r>
            <a:endParaRPr lang="zh-CN" altLang="en-US" sz="2500" dirty="0">
              <a:solidFill>
                <a:schemeClr val="tx2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" name="图片 9" descr="屋顶资源管理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5600" y="186055"/>
            <a:ext cx="549910" cy="549910"/>
          </a:xfrm>
          <a:prstGeom prst="rect">
            <a:avLst/>
          </a:prstGeom>
        </p:spPr>
      </p:pic>
      <p:sp>
        <p:nvSpPr>
          <p:cNvPr id="3" name="圆角矩形 2"/>
          <p:cNvSpPr/>
          <p:nvPr/>
        </p:nvSpPr>
        <p:spPr>
          <a:xfrm>
            <a:off x="678180" y="1043305"/>
            <a:ext cx="3131185" cy="56261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cs typeface="微软雅黑" panose="020B0503020204020204" charset="-122"/>
              </a:rPr>
              <a:t>行业侧：</a:t>
            </a:r>
            <a:r>
              <a:rPr lang="zh-CN" altLang="en-US" sz="1400">
                <a:cs typeface="微软雅黑" panose="020B0503020204020204" charset="-122"/>
              </a:rPr>
              <a:t>全域协同驱动结构增长</a:t>
            </a:r>
            <a:endParaRPr lang="zh-CN" altLang="en-US" sz="1400">
              <a:cs typeface="微软雅黑" panose="020B050302020402020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258820" y="5529263"/>
            <a:ext cx="5688330" cy="1059180"/>
            <a:chOff x="5132" y="8702"/>
            <a:chExt cx="8958" cy="1668"/>
          </a:xfrm>
        </p:grpSpPr>
        <p:sp>
          <p:nvSpPr>
            <p:cNvPr id="8" name="圆角矩形 7"/>
            <p:cNvSpPr/>
            <p:nvPr/>
          </p:nvSpPr>
          <p:spPr>
            <a:xfrm>
              <a:off x="5132" y="8702"/>
              <a:ext cx="8959" cy="1669"/>
            </a:xfrm>
            <a:prstGeom prst="roundRect">
              <a:avLst>
                <a:gd name="adj" fmla="val 12642"/>
              </a:avLst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solidFill>
                <a:schemeClr val="accent1">
                  <a:alpha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cxnSp>
          <p:nvCxnSpPr>
            <p:cNvPr id="9" name="直接连接符 8"/>
            <p:cNvCxnSpPr/>
            <p:nvPr/>
          </p:nvCxnSpPr>
          <p:spPr>
            <a:xfrm>
              <a:off x="7846" y="8996"/>
              <a:ext cx="0" cy="1170"/>
            </a:xfrm>
            <a:prstGeom prst="line">
              <a:avLst/>
            </a:prstGeom>
            <a:ln>
              <a:gradFill>
                <a:gsLst>
                  <a:gs pos="100000">
                    <a:schemeClr val="accent1">
                      <a:lumMod val="75000"/>
                      <a:alpha val="0"/>
                    </a:schemeClr>
                  </a:gs>
                  <a:gs pos="0">
                    <a:schemeClr val="accent1">
                      <a:lumMod val="60000"/>
                      <a:lumOff val="4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>
            <a:xfrm>
              <a:off x="10998" y="8996"/>
              <a:ext cx="0" cy="1170"/>
            </a:xfrm>
            <a:prstGeom prst="line">
              <a:avLst/>
            </a:prstGeom>
            <a:ln>
              <a:gradFill>
                <a:gsLst>
                  <a:gs pos="100000">
                    <a:schemeClr val="accent1">
                      <a:lumMod val="60000"/>
                      <a:lumOff val="40000"/>
                      <a:alpha val="0"/>
                    </a:schemeClr>
                  </a:gs>
                  <a:gs pos="0">
                    <a:schemeClr val="accent1">
                      <a:lumMod val="60000"/>
                      <a:lumOff val="4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14" name="组合 13"/>
            <p:cNvGrpSpPr/>
            <p:nvPr/>
          </p:nvGrpSpPr>
          <p:grpSpPr>
            <a:xfrm rot="0">
              <a:off x="5133" y="8875"/>
              <a:ext cx="2581" cy="1291"/>
              <a:chOff x="5272" y="6609"/>
              <a:chExt cx="2581" cy="1291"/>
            </a:xfrm>
          </p:grpSpPr>
          <p:sp>
            <p:nvSpPr>
              <p:cNvPr id="12" name="文本框 11"/>
              <p:cNvSpPr txBox="1"/>
              <p:nvPr/>
            </p:nvSpPr>
            <p:spPr>
              <a:xfrm>
                <a:off x="5272" y="6609"/>
                <a:ext cx="2581" cy="4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200" b="1">
                    <a:solidFill>
                      <a:schemeClr val="accent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AI</a:t>
                </a:r>
                <a:r>
                  <a:rPr lang="zh-CN" altLang="en-US" sz="1200" b="1">
                    <a:solidFill>
                      <a:schemeClr val="accent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赋能营销全流程</a:t>
                </a:r>
                <a:endParaRPr lang="zh-CN" altLang="en-US" sz="1200" b="1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13" name="文本框 12"/>
              <p:cNvSpPr txBox="1"/>
              <p:nvPr/>
            </p:nvSpPr>
            <p:spPr>
              <a:xfrm>
                <a:off x="5367" y="7102"/>
                <a:ext cx="2392" cy="7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sz="900">
                    <a:solidFill>
                      <a:schemeClr val="accent6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AI</a:t>
                </a:r>
                <a:r>
                  <a:rPr lang="zh-CN" altLang="en-US" sz="900">
                    <a:solidFill>
                      <a:schemeClr val="accent6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广告智能投放、用户分群建模、生成式内容创作成为核心应用。</a:t>
                </a:r>
                <a:endParaRPr lang="zh-CN" altLang="en-US" sz="900">
                  <a:solidFill>
                    <a:schemeClr val="accent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15" name="组合 14"/>
            <p:cNvGrpSpPr/>
            <p:nvPr/>
          </p:nvGrpSpPr>
          <p:grpSpPr>
            <a:xfrm rot="0">
              <a:off x="7903" y="8876"/>
              <a:ext cx="3045" cy="1262"/>
              <a:chOff x="4681" y="6609"/>
              <a:chExt cx="3045" cy="1262"/>
            </a:xfrm>
          </p:grpSpPr>
          <p:sp>
            <p:nvSpPr>
              <p:cNvPr id="16" name="文本框 15"/>
              <p:cNvSpPr txBox="1"/>
              <p:nvPr/>
            </p:nvSpPr>
            <p:spPr>
              <a:xfrm>
                <a:off x="4681" y="6609"/>
                <a:ext cx="3045" cy="4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zh-CN" sz="1200" b="1">
                    <a:solidFill>
                      <a:schemeClr val="accent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智能终端互联构建生态</a:t>
                </a:r>
                <a:endParaRPr lang="zh-CN" sz="1200" b="1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17" name="文本框 16"/>
              <p:cNvSpPr txBox="1"/>
              <p:nvPr/>
            </p:nvSpPr>
            <p:spPr>
              <a:xfrm>
                <a:off x="4755" y="7043"/>
                <a:ext cx="2897" cy="8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zh-CN" sz="900">
                    <a:solidFill>
                      <a:schemeClr val="accent6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鸿蒙系统推动多设备协同，华为浏览器全场景分发等案例显示技术对流量入口的重构。</a:t>
                </a:r>
                <a:endParaRPr lang="zh-CN" sz="900">
                  <a:solidFill>
                    <a:schemeClr val="accent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19" name="组合 18"/>
            <p:cNvGrpSpPr/>
            <p:nvPr/>
          </p:nvGrpSpPr>
          <p:grpSpPr>
            <a:xfrm rot="0">
              <a:off x="11182" y="8877"/>
              <a:ext cx="2720" cy="1262"/>
              <a:chOff x="4599" y="6609"/>
              <a:chExt cx="2720" cy="1262"/>
            </a:xfrm>
          </p:grpSpPr>
          <p:sp>
            <p:nvSpPr>
              <p:cNvPr id="21" name="文本框 20"/>
              <p:cNvSpPr txBox="1"/>
              <p:nvPr/>
            </p:nvSpPr>
            <p:spPr>
              <a:xfrm>
                <a:off x="4599" y="6609"/>
                <a:ext cx="2720" cy="4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zh-CN" sz="1200" b="1">
                    <a:solidFill>
                      <a:schemeClr val="accent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实时数据决策与可视化</a:t>
                </a:r>
                <a:endParaRPr lang="zh-CN" sz="1200" b="1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32" name="文本框 31"/>
              <p:cNvSpPr txBox="1"/>
              <p:nvPr/>
            </p:nvSpPr>
            <p:spPr>
              <a:xfrm>
                <a:off x="4691" y="7043"/>
                <a:ext cx="2536" cy="8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sz="900">
                    <a:solidFill>
                      <a:schemeClr val="accent6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Looker Studio</a:t>
                </a:r>
                <a:r>
                  <a:rPr lang="zh-CN" altLang="en-US" sz="900">
                    <a:solidFill>
                      <a:schemeClr val="accent6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等工具实现实时看板与转化漏斗分析，动态优化广告投放策略。</a:t>
                </a:r>
                <a:endParaRPr lang="zh-CN" altLang="en-US" sz="900">
                  <a:solidFill>
                    <a:schemeClr val="accent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</p:grpSp>
      <p:grpSp>
        <p:nvGrpSpPr>
          <p:cNvPr id="52" name="组合 51"/>
          <p:cNvGrpSpPr/>
          <p:nvPr/>
        </p:nvGrpSpPr>
        <p:grpSpPr>
          <a:xfrm>
            <a:off x="691515" y="5529263"/>
            <a:ext cx="1921510" cy="1059180"/>
            <a:chOff x="640" y="6866"/>
            <a:chExt cx="3026" cy="1668"/>
          </a:xfrm>
        </p:grpSpPr>
        <p:grpSp>
          <p:nvGrpSpPr>
            <p:cNvPr id="199" name="组合 198"/>
            <p:cNvGrpSpPr/>
            <p:nvPr/>
          </p:nvGrpSpPr>
          <p:grpSpPr>
            <a:xfrm>
              <a:off x="640" y="6866"/>
              <a:ext cx="3026" cy="1669"/>
              <a:chOff x="1333" y="8543"/>
              <a:chExt cx="3252" cy="1648"/>
            </a:xfrm>
          </p:grpSpPr>
          <p:sp>
            <p:nvSpPr>
              <p:cNvPr id="134" name="Rounded Rectangle 48"/>
              <p:cNvSpPr/>
              <p:nvPr/>
            </p:nvSpPr>
            <p:spPr>
              <a:xfrm>
                <a:off x="1333" y="8543"/>
                <a:ext cx="3252" cy="1648"/>
              </a:xfrm>
              <a:prstGeom prst="roundRect">
                <a:avLst>
                  <a:gd name="adj" fmla="val 6706"/>
                </a:avLst>
              </a:prstGeom>
              <a:solidFill>
                <a:schemeClr val="accent5">
                  <a:lumMod val="20000"/>
                  <a:lumOff val="80000"/>
                  <a:alpha val="50000"/>
                </a:schemeClr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198" name="Rounded Rectangle 48"/>
              <p:cNvSpPr/>
              <p:nvPr/>
            </p:nvSpPr>
            <p:spPr>
              <a:xfrm>
                <a:off x="1333" y="8543"/>
                <a:ext cx="3252" cy="469"/>
              </a:xfrm>
              <a:prstGeom prst="roundRect">
                <a:avLst>
                  <a:gd name="adj" fmla="val 6706"/>
                </a:avLst>
              </a:prstGeom>
              <a:solidFill>
                <a:schemeClr val="accent5"/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生成式</a:t>
                </a:r>
                <a:r>
                  <a:rPr kumimoji="0" lang="en-US" altLang="zh-CN" sz="12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AI</a:t>
                </a:r>
                <a:r>
                  <a:rPr kumimoji="0" lang="zh-CN" altLang="en-US" sz="12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内容生产线</a:t>
                </a:r>
                <a:endParaRPr kumimoji="0" lang="zh-CN" altLang="en-US" sz="12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sp>
          <p:nvSpPr>
            <p:cNvPr id="51" name="文本框 50"/>
            <p:cNvSpPr txBox="1"/>
            <p:nvPr/>
          </p:nvSpPr>
          <p:spPr>
            <a:xfrm>
              <a:off x="730" y="7399"/>
              <a:ext cx="2791" cy="11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sz="1000">
                  <a:solidFill>
                    <a:schemeClr val="accent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结合文生图、文生视频功能工具批量生产素材。巨量引擎通过</a:t>
              </a:r>
              <a:r>
                <a:rPr lang="en-US" altLang="zh-CN" sz="1000">
                  <a:solidFill>
                    <a:schemeClr val="accent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AI</a:t>
              </a:r>
              <a:r>
                <a:rPr lang="zh-CN" altLang="en-US" sz="1000">
                  <a:solidFill>
                    <a:schemeClr val="accent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生产短视频素材成本降低</a:t>
              </a:r>
              <a:r>
                <a:rPr lang="en-US" altLang="zh-CN" sz="1000">
                  <a:solidFill>
                    <a:schemeClr val="accent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70%</a:t>
              </a:r>
              <a:r>
                <a:rPr lang="zh-CN" altLang="en-US" sz="1000">
                  <a:solidFill>
                    <a:schemeClr val="accent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。</a:t>
              </a:r>
              <a:endParaRPr lang="zh-CN" altLang="en-US" sz="100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77" name="组合 76"/>
          <p:cNvGrpSpPr/>
          <p:nvPr/>
        </p:nvGrpSpPr>
        <p:grpSpPr>
          <a:xfrm>
            <a:off x="8729345" y="5805488"/>
            <a:ext cx="728345" cy="506730"/>
            <a:chOff x="11182" y="11546"/>
            <a:chExt cx="1147" cy="798"/>
          </a:xfrm>
        </p:grpSpPr>
        <p:sp>
          <p:nvSpPr>
            <p:cNvPr id="62" name="菱形 61"/>
            <p:cNvSpPr/>
            <p:nvPr/>
          </p:nvSpPr>
          <p:spPr>
            <a:xfrm rot="10800000" flipV="1">
              <a:off x="11182" y="11546"/>
              <a:ext cx="902" cy="779"/>
            </a:xfrm>
            <a:prstGeom prst="diamond">
              <a:avLst/>
            </a:prstGeom>
            <a:gradFill flip="none" rotWithShape="1">
              <a:gsLst>
                <a:gs pos="0">
                  <a:schemeClr val="accent5"/>
                </a:gs>
                <a:gs pos="50000">
                  <a:schemeClr val="accent5">
                    <a:alpha val="0"/>
                  </a:schemeClr>
                </a:gs>
              </a:gsLst>
              <a:lin ang="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>
              <a:noAutofit/>
            </a:bodyPr>
            <a:p>
              <a:pPr lvl="0" algn="ctr">
                <a:buClrTx/>
                <a:buSzTx/>
                <a:buFontTx/>
                <a:defRPr/>
              </a:pPr>
              <a:endParaRPr lang="zh-CN" altLang="en-US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76" name="菱形 75"/>
            <p:cNvSpPr/>
            <p:nvPr/>
          </p:nvSpPr>
          <p:spPr>
            <a:xfrm rot="10800000" flipV="1">
              <a:off x="11427" y="11566"/>
              <a:ext cx="902" cy="779"/>
            </a:xfrm>
            <a:prstGeom prst="diamond">
              <a:avLst/>
            </a:prstGeom>
            <a:gradFill flip="none" rotWithShape="1">
              <a:gsLst>
                <a:gs pos="0">
                  <a:schemeClr val="accent5"/>
                </a:gs>
                <a:gs pos="50000">
                  <a:schemeClr val="accent5">
                    <a:alpha val="0"/>
                  </a:schemeClr>
                </a:gs>
              </a:gsLst>
              <a:lin ang="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>
              <a:noAutofit/>
            </a:bodyPr>
            <a:p>
              <a:pPr lvl="0" algn="ctr">
                <a:buClrTx/>
                <a:buSzTx/>
                <a:buFontTx/>
                <a:defRPr/>
              </a:pPr>
              <a:endParaRPr lang="zh-CN" altLang="en-US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78" name="组合 77"/>
          <p:cNvGrpSpPr/>
          <p:nvPr/>
        </p:nvGrpSpPr>
        <p:grpSpPr>
          <a:xfrm flipH="1">
            <a:off x="2737485" y="5805488"/>
            <a:ext cx="728345" cy="506730"/>
            <a:chOff x="11182" y="11546"/>
            <a:chExt cx="1147" cy="798"/>
          </a:xfrm>
        </p:grpSpPr>
        <p:sp>
          <p:nvSpPr>
            <p:cNvPr id="79" name="菱形 78"/>
            <p:cNvSpPr/>
            <p:nvPr/>
          </p:nvSpPr>
          <p:spPr>
            <a:xfrm rot="10800000" flipV="1">
              <a:off x="11182" y="11546"/>
              <a:ext cx="902" cy="779"/>
            </a:xfrm>
            <a:prstGeom prst="diamond">
              <a:avLst/>
            </a:prstGeom>
            <a:gradFill flip="none" rotWithShape="1">
              <a:gsLst>
                <a:gs pos="0">
                  <a:schemeClr val="accent5"/>
                </a:gs>
                <a:gs pos="50000">
                  <a:schemeClr val="accent5">
                    <a:alpha val="0"/>
                  </a:schemeClr>
                </a:gs>
              </a:gsLst>
              <a:lin ang="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>
              <a:noAutofit/>
            </a:bodyPr>
            <a:p>
              <a:pPr lvl="0" algn="ctr">
                <a:buClrTx/>
                <a:buSzTx/>
                <a:buFontTx/>
                <a:defRPr/>
              </a:pPr>
              <a:endParaRPr lang="zh-CN" altLang="en-US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81" name="菱形 80"/>
            <p:cNvSpPr/>
            <p:nvPr/>
          </p:nvSpPr>
          <p:spPr>
            <a:xfrm rot="10800000" flipV="1">
              <a:off x="11427" y="11566"/>
              <a:ext cx="902" cy="779"/>
            </a:xfrm>
            <a:prstGeom prst="diamond">
              <a:avLst/>
            </a:prstGeom>
            <a:gradFill flip="none" rotWithShape="1">
              <a:gsLst>
                <a:gs pos="0">
                  <a:schemeClr val="accent5"/>
                </a:gs>
                <a:gs pos="50000">
                  <a:schemeClr val="accent5">
                    <a:alpha val="0"/>
                  </a:schemeClr>
                </a:gs>
              </a:gsLst>
              <a:lin ang="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>
              <a:noAutofit/>
            </a:bodyPr>
            <a:p>
              <a:pPr lvl="0" algn="ctr">
                <a:buClrTx/>
                <a:buSzTx/>
                <a:buFontTx/>
                <a:defRPr/>
              </a:pPr>
              <a:endParaRPr lang="zh-CN" altLang="en-US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86" name="组合 85"/>
          <p:cNvGrpSpPr/>
          <p:nvPr/>
        </p:nvGrpSpPr>
        <p:grpSpPr>
          <a:xfrm>
            <a:off x="9577070" y="5528945"/>
            <a:ext cx="1921510" cy="1059815"/>
            <a:chOff x="640" y="6866"/>
            <a:chExt cx="3026" cy="1669"/>
          </a:xfrm>
        </p:grpSpPr>
        <p:grpSp>
          <p:nvGrpSpPr>
            <p:cNvPr id="88" name="组合 87"/>
            <p:cNvGrpSpPr/>
            <p:nvPr/>
          </p:nvGrpSpPr>
          <p:grpSpPr>
            <a:xfrm>
              <a:off x="640" y="6866"/>
              <a:ext cx="3026" cy="1669"/>
              <a:chOff x="1333" y="8543"/>
              <a:chExt cx="3252" cy="1648"/>
            </a:xfrm>
          </p:grpSpPr>
          <p:sp>
            <p:nvSpPr>
              <p:cNvPr id="89" name="Rounded Rectangle 48"/>
              <p:cNvSpPr/>
              <p:nvPr/>
            </p:nvSpPr>
            <p:spPr>
              <a:xfrm>
                <a:off x="1333" y="8543"/>
                <a:ext cx="3252" cy="1648"/>
              </a:xfrm>
              <a:prstGeom prst="roundRect">
                <a:avLst>
                  <a:gd name="adj" fmla="val 6706"/>
                </a:avLst>
              </a:prstGeom>
              <a:solidFill>
                <a:schemeClr val="accent5">
                  <a:lumMod val="20000"/>
                  <a:lumOff val="80000"/>
                  <a:alpha val="50000"/>
                </a:schemeClr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90" name="Rounded Rectangle 48"/>
              <p:cNvSpPr/>
              <p:nvPr/>
            </p:nvSpPr>
            <p:spPr>
              <a:xfrm>
                <a:off x="1333" y="8543"/>
                <a:ext cx="3252" cy="469"/>
              </a:xfrm>
              <a:prstGeom prst="roundRect">
                <a:avLst>
                  <a:gd name="adj" fmla="val 6706"/>
                </a:avLst>
              </a:prstGeom>
              <a:solidFill>
                <a:schemeClr val="accent5"/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实时看板与归因模型</a:t>
                </a:r>
                <a:endParaRPr kumimoji="0" lang="zh-CN" altLang="en-US" sz="12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sp>
          <p:nvSpPr>
            <p:cNvPr id="91" name="文本框 90"/>
            <p:cNvSpPr txBox="1"/>
            <p:nvPr/>
          </p:nvSpPr>
          <p:spPr>
            <a:xfrm>
              <a:off x="730" y="7399"/>
              <a:ext cx="2791" cy="11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sz="1000">
                  <a:solidFill>
                    <a:schemeClr val="accent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采用数据驱动归因</a:t>
              </a:r>
              <a:r>
                <a:rPr lang="en-US" altLang="zh-CN" sz="1000">
                  <a:solidFill>
                    <a:schemeClr val="accent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(DDA)</a:t>
              </a:r>
              <a:r>
                <a:rPr lang="zh-CN" altLang="en-US" sz="1000">
                  <a:solidFill>
                    <a:schemeClr val="accent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模型，量化各渠道贡献值，部署</a:t>
              </a:r>
              <a:r>
                <a:rPr lang="en-US" altLang="zh-CN" sz="1000">
                  <a:solidFill>
                    <a:schemeClr val="accent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Looker Studio</a:t>
              </a:r>
              <a:r>
                <a:rPr lang="zh-CN" altLang="en-US" sz="1000">
                  <a:solidFill>
                    <a:schemeClr val="accent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等工具实现秒级数据更新。</a:t>
              </a:r>
              <a:endParaRPr lang="zh-CN" altLang="en-US" sz="100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12" name="组合 111"/>
          <p:cNvGrpSpPr/>
          <p:nvPr/>
        </p:nvGrpSpPr>
        <p:grpSpPr>
          <a:xfrm>
            <a:off x="1767205" y="2099310"/>
            <a:ext cx="335915" cy="335915"/>
            <a:chOff x="2639" y="7671"/>
            <a:chExt cx="786" cy="786"/>
          </a:xfrm>
        </p:grpSpPr>
        <p:sp>
          <p:nvSpPr>
            <p:cNvPr id="96" name="PA-椭圆 27"/>
            <p:cNvSpPr/>
            <p:nvPr>
              <p:custDataLst>
                <p:tags r:id="rId3"/>
              </p:custDataLst>
            </p:nvPr>
          </p:nvSpPr>
          <p:spPr>
            <a:xfrm>
              <a:off x="2639" y="7671"/>
              <a:ext cx="786" cy="786"/>
            </a:xfrm>
            <a:prstGeom prst="ellipse">
              <a:avLst/>
            </a:prstGeom>
            <a:gradFill flip="none" rotWithShape="1">
              <a:gsLst>
                <a:gs pos="60000">
                  <a:schemeClr val="accent1">
                    <a:alpha val="0"/>
                  </a:schemeClr>
                </a:gs>
                <a:gs pos="100000">
                  <a:schemeClr val="accent1">
                    <a:alpha val="2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 w="6350" cap="flat" cmpd="sng" algn="ctr">
              <a:solidFill>
                <a:schemeClr val="accent5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defTabSz="1920240"/>
              <a:endParaRPr lang="zh-CN" altLang="en-US" sz="378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grpSp>
          <p:nvGrpSpPr>
            <p:cNvPr id="103" name="组合 102"/>
            <p:cNvGrpSpPr/>
            <p:nvPr/>
          </p:nvGrpSpPr>
          <p:grpSpPr>
            <a:xfrm>
              <a:off x="2696" y="7727"/>
              <a:ext cx="673" cy="673"/>
              <a:chOff x="3549229" y="1355780"/>
              <a:chExt cx="5358640" cy="5358641"/>
            </a:xfrm>
          </p:grpSpPr>
          <p:sp>
            <p:nvSpPr>
              <p:cNvPr id="106" name="PA-椭圆 27"/>
              <p:cNvSpPr/>
              <p:nvPr>
                <p:custDataLst>
                  <p:tags r:id="rId4"/>
                </p:custDataLst>
              </p:nvPr>
            </p:nvSpPr>
            <p:spPr>
              <a:xfrm>
                <a:off x="4092132" y="1898672"/>
                <a:ext cx="4272867" cy="4272838"/>
              </a:xfrm>
              <a:prstGeom prst="ellips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accent5"/>
                </a:solidFill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 defTabSz="1920240">
                  <a:defRPr/>
                </a:pPr>
                <a:endParaRPr lang="zh-CN" altLang="en-US" sz="3780" dirty="0">
                  <a:solidFill>
                    <a:prstClr val="white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107" name="弧形 106"/>
              <p:cNvSpPr/>
              <p:nvPr/>
            </p:nvSpPr>
            <p:spPr>
              <a:xfrm rot="11094351">
                <a:off x="3549229" y="1355780"/>
                <a:ext cx="5358639" cy="5358640"/>
              </a:xfrm>
              <a:prstGeom prst="arc">
                <a:avLst>
                  <a:gd name="adj1" fmla="val 10673773"/>
                  <a:gd name="adj2" fmla="val 14659752"/>
                </a:avLst>
              </a:prstGeom>
              <a:ln w="6350" cap="rnd">
                <a:solidFill>
                  <a:schemeClr val="accent5"/>
                </a:solidFill>
                <a:headEnd type="none"/>
                <a:tailEnd type="non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 defTabSz="1920240">
                  <a:defRPr/>
                </a:pPr>
                <a:endParaRPr lang="zh-CN" altLang="en-US" sz="3780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108" name="弧形 107"/>
              <p:cNvSpPr/>
              <p:nvPr/>
            </p:nvSpPr>
            <p:spPr>
              <a:xfrm rot="16200000">
                <a:off x="3549230" y="1355781"/>
                <a:ext cx="5358640" cy="5358639"/>
              </a:xfrm>
              <a:prstGeom prst="arc">
                <a:avLst>
                  <a:gd name="adj1" fmla="val 10889005"/>
                  <a:gd name="adj2" fmla="val 14659752"/>
                </a:avLst>
              </a:prstGeom>
              <a:ln w="6350" cap="rnd">
                <a:solidFill>
                  <a:schemeClr val="accent5"/>
                </a:solidFill>
                <a:headEnd type="none"/>
                <a:tailEnd type="non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 defTabSz="1920240">
                  <a:defRPr/>
                </a:pPr>
                <a:endParaRPr lang="zh-CN" altLang="en-US" sz="3780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109" name="弧形 108"/>
              <p:cNvSpPr/>
              <p:nvPr/>
            </p:nvSpPr>
            <p:spPr>
              <a:xfrm rot="20700000">
                <a:off x="3549230" y="1355780"/>
                <a:ext cx="5358639" cy="5358640"/>
              </a:xfrm>
              <a:prstGeom prst="arc">
                <a:avLst>
                  <a:gd name="adj1" fmla="val 10729063"/>
                  <a:gd name="adj2" fmla="val 14659752"/>
                </a:avLst>
              </a:prstGeom>
              <a:ln w="6350" cap="rnd">
                <a:solidFill>
                  <a:schemeClr val="accent5"/>
                </a:solidFill>
                <a:headEnd type="none"/>
                <a:tailEnd type="non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 defTabSz="1920240">
                  <a:defRPr/>
                </a:pPr>
                <a:endParaRPr lang="zh-CN" altLang="en-US" sz="3780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110" name="弧形 109"/>
              <p:cNvSpPr/>
              <p:nvPr/>
            </p:nvSpPr>
            <p:spPr>
              <a:xfrm rot="5400000">
                <a:off x="3549230" y="1355781"/>
                <a:ext cx="5358640" cy="5358639"/>
              </a:xfrm>
              <a:prstGeom prst="arc">
                <a:avLst>
                  <a:gd name="adj1" fmla="val 10729063"/>
                  <a:gd name="adj2" fmla="val 14659752"/>
                </a:avLst>
              </a:prstGeom>
              <a:ln w="6350" cap="rnd">
                <a:solidFill>
                  <a:schemeClr val="accent5"/>
                </a:solidFill>
                <a:headEnd type="none"/>
                <a:tailEnd type="non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 defTabSz="1920240">
                  <a:defRPr/>
                </a:pPr>
                <a:endParaRPr lang="zh-CN" altLang="en-US" sz="3780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pic>
          <p:nvPicPr>
            <p:cNvPr id="111" name="图片 110" descr="实时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851" y="7882"/>
              <a:ext cx="363" cy="363"/>
            </a:xfrm>
            <a:prstGeom prst="rect">
              <a:avLst/>
            </a:prstGeom>
          </p:spPr>
        </p:pic>
      </p:grpSp>
      <p:grpSp>
        <p:nvGrpSpPr>
          <p:cNvPr id="113" name="组合 112"/>
          <p:cNvGrpSpPr/>
          <p:nvPr/>
        </p:nvGrpSpPr>
        <p:grpSpPr>
          <a:xfrm>
            <a:off x="1767205" y="2918460"/>
            <a:ext cx="335915" cy="335915"/>
            <a:chOff x="2639" y="7671"/>
            <a:chExt cx="786" cy="786"/>
          </a:xfrm>
        </p:grpSpPr>
        <p:sp>
          <p:nvSpPr>
            <p:cNvPr id="114" name="PA-椭圆 27"/>
            <p:cNvSpPr/>
            <p:nvPr>
              <p:custDataLst>
                <p:tags r:id="rId7"/>
              </p:custDataLst>
            </p:nvPr>
          </p:nvSpPr>
          <p:spPr>
            <a:xfrm>
              <a:off x="2639" y="7671"/>
              <a:ext cx="786" cy="786"/>
            </a:xfrm>
            <a:prstGeom prst="ellipse">
              <a:avLst/>
            </a:prstGeom>
            <a:gradFill flip="none" rotWithShape="1">
              <a:gsLst>
                <a:gs pos="60000">
                  <a:schemeClr val="accent1">
                    <a:alpha val="0"/>
                  </a:schemeClr>
                </a:gs>
                <a:gs pos="100000">
                  <a:schemeClr val="accent1">
                    <a:alpha val="2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 w="6350" cap="flat" cmpd="sng" algn="ctr">
              <a:solidFill>
                <a:schemeClr val="accent5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defTabSz="1920240"/>
              <a:endParaRPr lang="zh-CN" altLang="en-US" sz="378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grpSp>
          <p:nvGrpSpPr>
            <p:cNvPr id="115" name="组合 114"/>
            <p:cNvGrpSpPr/>
            <p:nvPr/>
          </p:nvGrpSpPr>
          <p:grpSpPr>
            <a:xfrm>
              <a:off x="2696" y="7727"/>
              <a:ext cx="673" cy="673"/>
              <a:chOff x="3549229" y="1355780"/>
              <a:chExt cx="5358640" cy="5358641"/>
            </a:xfrm>
          </p:grpSpPr>
          <p:sp>
            <p:nvSpPr>
              <p:cNvPr id="116" name="PA-椭圆 27"/>
              <p:cNvSpPr/>
              <p:nvPr>
                <p:custDataLst>
                  <p:tags r:id="rId8"/>
                </p:custDataLst>
              </p:nvPr>
            </p:nvSpPr>
            <p:spPr>
              <a:xfrm>
                <a:off x="4092132" y="1898672"/>
                <a:ext cx="4272867" cy="4272838"/>
              </a:xfrm>
              <a:prstGeom prst="ellips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accent5"/>
                </a:solidFill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 defTabSz="1920240">
                  <a:defRPr/>
                </a:pPr>
                <a:endParaRPr lang="zh-CN" altLang="en-US" sz="3780" dirty="0">
                  <a:solidFill>
                    <a:prstClr val="white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117" name="弧形 116"/>
              <p:cNvSpPr/>
              <p:nvPr/>
            </p:nvSpPr>
            <p:spPr>
              <a:xfrm rot="11094351">
                <a:off x="3549229" y="1355780"/>
                <a:ext cx="5358639" cy="5358640"/>
              </a:xfrm>
              <a:prstGeom prst="arc">
                <a:avLst>
                  <a:gd name="adj1" fmla="val 10673773"/>
                  <a:gd name="adj2" fmla="val 14659752"/>
                </a:avLst>
              </a:prstGeom>
              <a:ln w="6350" cap="rnd">
                <a:solidFill>
                  <a:schemeClr val="accent5"/>
                </a:solidFill>
                <a:headEnd type="none"/>
                <a:tailEnd type="non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 defTabSz="1920240">
                  <a:defRPr/>
                </a:pPr>
                <a:endParaRPr lang="zh-CN" altLang="en-US" sz="3780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118" name="弧形 117"/>
              <p:cNvSpPr/>
              <p:nvPr/>
            </p:nvSpPr>
            <p:spPr>
              <a:xfrm rot="16200000">
                <a:off x="3549230" y="1355781"/>
                <a:ext cx="5358640" cy="5358639"/>
              </a:xfrm>
              <a:prstGeom prst="arc">
                <a:avLst>
                  <a:gd name="adj1" fmla="val 10889005"/>
                  <a:gd name="adj2" fmla="val 14659752"/>
                </a:avLst>
              </a:prstGeom>
              <a:ln w="6350" cap="rnd">
                <a:solidFill>
                  <a:schemeClr val="accent5"/>
                </a:solidFill>
                <a:headEnd type="none"/>
                <a:tailEnd type="non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 defTabSz="1920240">
                  <a:defRPr/>
                </a:pPr>
                <a:endParaRPr lang="zh-CN" altLang="en-US" sz="3780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119" name="弧形 118"/>
              <p:cNvSpPr/>
              <p:nvPr/>
            </p:nvSpPr>
            <p:spPr>
              <a:xfrm rot="20700000">
                <a:off x="3549230" y="1355780"/>
                <a:ext cx="5358639" cy="5358640"/>
              </a:xfrm>
              <a:prstGeom prst="arc">
                <a:avLst>
                  <a:gd name="adj1" fmla="val 10729063"/>
                  <a:gd name="adj2" fmla="val 14659752"/>
                </a:avLst>
              </a:prstGeom>
              <a:ln w="6350" cap="rnd">
                <a:solidFill>
                  <a:schemeClr val="accent5"/>
                </a:solidFill>
                <a:headEnd type="none"/>
                <a:tailEnd type="non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 defTabSz="1920240">
                  <a:defRPr/>
                </a:pPr>
                <a:endParaRPr lang="zh-CN" altLang="en-US" sz="3780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120" name="弧形 119"/>
              <p:cNvSpPr/>
              <p:nvPr/>
            </p:nvSpPr>
            <p:spPr>
              <a:xfrm rot="5400000">
                <a:off x="3549230" y="1355781"/>
                <a:ext cx="5358640" cy="5358639"/>
              </a:xfrm>
              <a:prstGeom prst="arc">
                <a:avLst>
                  <a:gd name="adj1" fmla="val 10729063"/>
                  <a:gd name="adj2" fmla="val 14659752"/>
                </a:avLst>
              </a:prstGeom>
              <a:ln w="6350" cap="rnd">
                <a:solidFill>
                  <a:schemeClr val="accent5"/>
                </a:solidFill>
                <a:headEnd type="none"/>
                <a:tailEnd type="non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 defTabSz="1920240">
                  <a:defRPr/>
                </a:pPr>
                <a:endParaRPr lang="zh-CN" altLang="en-US" sz="3780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pic>
          <p:nvPicPr>
            <p:cNvPr id="121" name="图片 120" descr="实时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851" y="7882"/>
              <a:ext cx="363" cy="363"/>
            </a:xfrm>
            <a:prstGeom prst="rect">
              <a:avLst/>
            </a:prstGeom>
          </p:spPr>
        </p:pic>
      </p:grpSp>
      <p:grpSp>
        <p:nvGrpSpPr>
          <p:cNvPr id="122" name="组合 121"/>
          <p:cNvGrpSpPr/>
          <p:nvPr/>
        </p:nvGrpSpPr>
        <p:grpSpPr>
          <a:xfrm>
            <a:off x="1767205" y="3855085"/>
            <a:ext cx="335915" cy="335915"/>
            <a:chOff x="2639" y="7671"/>
            <a:chExt cx="786" cy="786"/>
          </a:xfrm>
        </p:grpSpPr>
        <p:sp>
          <p:nvSpPr>
            <p:cNvPr id="123" name="PA-椭圆 27"/>
            <p:cNvSpPr/>
            <p:nvPr>
              <p:custDataLst>
                <p:tags r:id="rId10"/>
              </p:custDataLst>
            </p:nvPr>
          </p:nvSpPr>
          <p:spPr>
            <a:xfrm>
              <a:off x="2639" y="7671"/>
              <a:ext cx="786" cy="786"/>
            </a:xfrm>
            <a:prstGeom prst="ellipse">
              <a:avLst/>
            </a:prstGeom>
            <a:gradFill flip="none" rotWithShape="1">
              <a:gsLst>
                <a:gs pos="60000">
                  <a:schemeClr val="accent1">
                    <a:alpha val="0"/>
                  </a:schemeClr>
                </a:gs>
                <a:gs pos="100000">
                  <a:schemeClr val="accent1">
                    <a:alpha val="2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 w="6350" cap="flat" cmpd="sng" algn="ctr">
              <a:solidFill>
                <a:schemeClr val="accent5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defTabSz="1920240"/>
              <a:endParaRPr lang="zh-CN" altLang="en-US" sz="378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grpSp>
          <p:nvGrpSpPr>
            <p:cNvPr id="124" name="组合 123"/>
            <p:cNvGrpSpPr/>
            <p:nvPr/>
          </p:nvGrpSpPr>
          <p:grpSpPr>
            <a:xfrm>
              <a:off x="2696" y="7727"/>
              <a:ext cx="673" cy="673"/>
              <a:chOff x="3549229" y="1355780"/>
              <a:chExt cx="5358640" cy="5358641"/>
            </a:xfrm>
          </p:grpSpPr>
          <p:sp>
            <p:nvSpPr>
              <p:cNvPr id="125" name="PA-椭圆 27"/>
              <p:cNvSpPr/>
              <p:nvPr>
                <p:custDataLst>
                  <p:tags r:id="rId11"/>
                </p:custDataLst>
              </p:nvPr>
            </p:nvSpPr>
            <p:spPr>
              <a:xfrm>
                <a:off x="4092132" y="1898672"/>
                <a:ext cx="4272867" cy="4272838"/>
              </a:xfrm>
              <a:prstGeom prst="ellips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accent5"/>
                </a:solidFill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 defTabSz="1920240">
                  <a:defRPr/>
                </a:pPr>
                <a:endParaRPr lang="zh-CN" altLang="en-US" sz="3780" dirty="0">
                  <a:solidFill>
                    <a:prstClr val="white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126" name="弧形 125"/>
              <p:cNvSpPr/>
              <p:nvPr/>
            </p:nvSpPr>
            <p:spPr>
              <a:xfrm rot="11094351">
                <a:off x="3549229" y="1355780"/>
                <a:ext cx="5358639" cy="5358640"/>
              </a:xfrm>
              <a:prstGeom prst="arc">
                <a:avLst>
                  <a:gd name="adj1" fmla="val 10673773"/>
                  <a:gd name="adj2" fmla="val 14659752"/>
                </a:avLst>
              </a:prstGeom>
              <a:ln w="6350" cap="rnd">
                <a:solidFill>
                  <a:schemeClr val="accent5"/>
                </a:solidFill>
                <a:headEnd type="none"/>
                <a:tailEnd type="non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 defTabSz="1920240">
                  <a:defRPr/>
                </a:pPr>
                <a:endParaRPr lang="zh-CN" altLang="en-US" sz="3780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127" name="弧形 126"/>
              <p:cNvSpPr/>
              <p:nvPr/>
            </p:nvSpPr>
            <p:spPr>
              <a:xfrm rot="16200000">
                <a:off x="3549230" y="1355781"/>
                <a:ext cx="5358640" cy="5358639"/>
              </a:xfrm>
              <a:prstGeom prst="arc">
                <a:avLst>
                  <a:gd name="adj1" fmla="val 10889005"/>
                  <a:gd name="adj2" fmla="val 14659752"/>
                </a:avLst>
              </a:prstGeom>
              <a:ln w="6350" cap="rnd">
                <a:solidFill>
                  <a:schemeClr val="accent5"/>
                </a:solidFill>
                <a:headEnd type="none"/>
                <a:tailEnd type="non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 defTabSz="1920240">
                  <a:defRPr/>
                </a:pPr>
                <a:endParaRPr lang="zh-CN" altLang="en-US" sz="3780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128" name="弧形 127"/>
              <p:cNvSpPr/>
              <p:nvPr/>
            </p:nvSpPr>
            <p:spPr>
              <a:xfrm rot="20700000">
                <a:off x="3549230" y="1355780"/>
                <a:ext cx="5358639" cy="5358640"/>
              </a:xfrm>
              <a:prstGeom prst="arc">
                <a:avLst>
                  <a:gd name="adj1" fmla="val 10729063"/>
                  <a:gd name="adj2" fmla="val 14659752"/>
                </a:avLst>
              </a:prstGeom>
              <a:ln w="6350" cap="rnd">
                <a:solidFill>
                  <a:schemeClr val="accent5"/>
                </a:solidFill>
                <a:headEnd type="none"/>
                <a:tailEnd type="non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 defTabSz="1920240">
                  <a:defRPr/>
                </a:pPr>
                <a:endParaRPr lang="zh-CN" altLang="en-US" sz="3780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129" name="弧形 128"/>
              <p:cNvSpPr/>
              <p:nvPr/>
            </p:nvSpPr>
            <p:spPr>
              <a:xfrm rot="5400000">
                <a:off x="3549230" y="1355781"/>
                <a:ext cx="5358640" cy="5358639"/>
              </a:xfrm>
              <a:prstGeom prst="arc">
                <a:avLst>
                  <a:gd name="adj1" fmla="val 10729063"/>
                  <a:gd name="adj2" fmla="val 14659752"/>
                </a:avLst>
              </a:prstGeom>
              <a:ln w="6350" cap="rnd">
                <a:solidFill>
                  <a:schemeClr val="accent5"/>
                </a:solidFill>
                <a:headEnd type="none"/>
                <a:tailEnd type="non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 defTabSz="1920240">
                  <a:defRPr/>
                </a:pPr>
                <a:endParaRPr lang="zh-CN" altLang="en-US" sz="3780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pic>
          <p:nvPicPr>
            <p:cNvPr id="130" name="图片 129" descr="实时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851" y="7882"/>
              <a:ext cx="363" cy="363"/>
            </a:xfrm>
            <a:prstGeom prst="rect">
              <a:avLst/>
            </a:prstGeom>
          </p:spPr>
        </p:pic>
      </p:grpSp>
      <p:grpSp>
        <p:nvGrpSpPr>
          <p:cNvPr id="131" name="组合 130"/>
          <p:cNvGrpSpPr/>
          <p:nvPr/>
        </p:nvGrpSpPr>
        <p:grpSpPr>
          <a:xfrm>
            <a:off x="10081260" y="1990725"/>
            <a:ext cx="335915" cy="335915"/>
            <a:chOff x="2639" y="7671"/>
            <a:chExt cx="786" cy="786"/>
          </a:xfrm>
        </p:grpSpPr>
        <p:sp>
          <p:nvSpPr>
            <p:cNvPr id="132" name="PA-椭圆 27"/>
            <p:cNvSpPr/>
            <p:nvPr>
              <p:custDataLst>
                <p:tags r:id="rId12"/>
              </p:custDataLst>
            </p:nvPr>
          </p:nvSpPr>
          <p:spPr>
            <a:xfrm>
              <a:off x="2639" y="7671"/>
              <a:ext cx="786" cy="786"/>
            </a:xfrm>
            <a:prstGeom prst="ellipse">
              <a:avLst/>
            </a:prstGeom>
            <a:gradFill flip="none" rotWithShape="1">
              <a:gsLst>
                <a:gs pos="60000">
                  <a:schemeClr val="accent1">
                    <a:alpha val="0"/>
                  </a:schemeClr>
                </a:gs>
                <a:gs pos="100000">
                  <a:schemeClr val="accent1">
                    <a:alpha val="2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 w="6350" cap="flat" cmpd="sng" algn="ctr">
              <a:solidFill>
                <a:schemeClr val="accent5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defTabSz="1920240"/>
              <a:endParaRPr lang="zh-CN" altLang="en-US" sz="378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grpSp>
          <p:nvGrpSpPr>
            <p:cNvPr id="133" name="组合 132"/>
            <p:cNvGrpSpPr/>
            <p:nvPr/>
          </p:nvGrpSpPr>
          <p:grpSpPr>
            <a:xfrm>
              <a:off x="2696" y="7727"/>
              <a:ext cx="673" cy="673"/>
              <a:chOff x="3549229" y="1355780"/>
              <a:chExt cx="5358640" cy="5358641"/>
            </a:xfrm>
          </p:grpSpPr>
          <p:sp>
            <p:nvSpPr>
              <p:cNvPr id="135" name="PA-椭圆 27"/>
              <p:cNvSpPr/>
              <p:nvPr>
                <p:custDataLst>
                  <p:tags r:id="rId13"/>
                </p:custDataLst>
              </p:nvPr>
            </p:nvSpPr>
            <p:spPr>
              <a:xfrm>
                <a:off x="4092132" y="1898672"/>
                <a:ext cx="4272867" cy="4272838"/>
              </a:xfrm>
              <a:prstGeom prst="ellips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accent5"/>
                </a:solidFill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 defTabSz="1920240">
                  <a:defRPr/>
                </a:pPr>
                <a:endParaRPr lang="zh-CN" altLang="en-US" sz="3780" dirty="0">
                  <a:solidFill>
                    <a:prstClr val="white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136" name="弧形 135"/>
              <p:cNvSpPr/>
              <p:nvPr/>
            </p:nvSpPr>
            <p:spPr>
              <a:xfrm rot="11094351">
                <a:off x="3549229" y="1355780"/>
                <a:ext cx="5358639" cy="5358640"/>
              </a:xfrm>
              <a:prstGeom prst="arc">
                <a:avLst>
                  <a:gd name="adj1" fmla="val 10673773"/>
                  <a:gd name="adj2" fmla="val 14659752"/>
                </a:avLst>
              </a:prstGeom>
              <a:ln w="6350" cap="rnd">
                <a:solidFill>
                  <a:schemeClr val="accent5"/>
                </a:solidFill>
                <a:headEnd type="none"/>
                <a:tailEnd type="non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 defTabSz="1920240">
                  <a:defRPr/>
                </a:pPr>
                <a:endParaRPr lang="zh-CN" altLang="en-US" sz="3780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137" name="弧形 136"/>
              <p:cNvSpPr/>
              <p:nvPr/>
            </p:nvSpPr>
            <p:spPr>
              <a:xfrm rot="16200000">
                <a:off x="3549230" y="1355781"/>
                <a:ext cx="5358640" cy="5358639"/>
              </a:xfrm>
              <a:prstGeom prst="arc">
                <a:avLst>
                  <a:gd name="adj1" fmla="val 10889005"/>
                  <a:gd name="adj2" fmla="val 14659752"/>
                </a:avLst>
              </a:prstGeom>
              <a:ln w="6350" cap="rnd">
                <a:solidFill>
                  <a:schemeClr val="accent5"/>
                </a:solidFill>
                <a:headEnd type="none"/>
                <a:tailEnd type="non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 defTabSz="1920240">
                  <a:defRPr/>
                </a:pPr>
                <a:endParaRPr lang="zh-CN" altLang="en-US" sz="3780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138" name="弧形 137"/>
              <p:cNvSpPr/>
              <p:nvPr/>
            </p:nvSpPr>
            <p:spPr>
              <a:xfrm rot="20700000">
                <a:off x="3549230" y="1355780"/>
                <a:ext cx="5358639" cy="5358640"/>
              </a:xfrm>
              <a:prstGeom prst="arc">
                <a:avLst>
                  <a:gd name="adj1" fmla="val 10729063"/>
                  <a:gd name="adj2" fmla="val 14659752"/>
                </a:avLst>
              </a:prstGeom>
              <a:ln w="6350" cap="rnd">
                <a:solidFill>
                  <a:schemeClr val="accent5"/>
                </a:solidFill>
                <a:headEnd type="none"/>
                <a:tailEnd type="non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 defTabSz="1920240">
                  <a:defRPr/>
                </a:pPr>
                <a:endParaRPr lang="zh-CN" altLang="en-US" sz="3780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139" name="弧形 138"/>
              <p:cNvSpPr/>
              <p:nvPr/>
            </p:nvSpPr>
            <p:spPr>
              <a:xfrm rot="5400000">
                <a:off x="3549230" y="1355781"/>
                <a:ext cx="5358640" cy="5358639"/>
              </a:xfrm>
              <a:prstGeom prst="arc">
                <a:avLst>
                  <a:gd name="adj1" fmla="val 10729063"/>
                  <a:gd name="adj2" fmla="val 14659752"/>
                </a:avLst>
              </a:prstGeom>
              <a:ln w="6350" cap="rnd">
                <a:solidFill>
                  <a:schemeClr val="accent5"/>
                </a:solidFill>
                <a:headEnd type="none"/>
                <a:tailEnd type="non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 defTabSz="1920240">
                  <a:defRPr/>
                </a:pPr>
                <a:endParaRPr lang="zh-CN" altLang="en-US" sz="3780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pic>
          <p:nvPicPr>
            <p:cNvPr id="140" name="图片 139" descr="实时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2851" y="7882"/>
              <a:ext cx="363" cy="363"/>
            </a:xfrm>
            <a:prstGeom prst="rect">
              <a:avLst/>
            </a:prstGeom>
          </p:spPr>
        </p:pic>
      </p:grpSp>
      <p:grpSp>
        <p:nvGrpSpPr>
          <p:cNvPr id="141" name="组合 140"/>
          <p:cNvGrpSpPr/>
          <p:nvPr/>
        </p:nvGrpSpPr>
        <p:grpSpPr>
          <a:xfrm>
            <a:off x="10081260" y="2854325"/>
            <a:ext cx="335915" cy="335915"/>
            <a:chOff x="2639" y="7671"/>
            <a:chExt cx="786" cy="786"/>
          </a:xfrm>
        </p:grpSpPr>
        <p:sp>
          <p:nvSpPr>
            <p:cNvPr id="143" name="PA-椭圆 27"/>
            <p:cNvSpPr/>
            <p:nvPr>
              <p:custDataLst>
                <p:tags r:id="rId15"/>
              </p:custDataLst>
            </p:nvPr>
          </p:nvSpPr>
          <p:spPr>
            <a:xfrm>
              <a:off x="2639" y="7671"/>
              <a:ext cx="786" cy="786"/>
            </a:xfrm>
            <a:prstGeom prst="ellipse">
              <a:avLst/>
            </a:prstGeom>
            <a:gradFill flip="none" rotWithShape="1">
              <a:gsLst>
                <a:gs pos="60000">
                  <a:schemeClr val="accent1">
                    <a:alpha val="0"/>
                  </a:schemeClr>
                </a:gs>
                <a:gs pos="100000">
                  <a:schemeClr val="accent1">
                    <a:alpha val="2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 w="6350" cap="flat" cmpd="sng" algn="ctr">
              <a:solidFill>
                <a:schemeClr val="accent5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defTabSz="1920240"/>
              <a:endParaRPr lang="zh-CN" altLang="en-US" sz="378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grpSp>
          <p:nvGrpSpPr>
            <p:cNvPr id="144" name="组合 143"/>
            <p:cNvGrpSpPr/>
            <p:nvPr/>
          </p:nvGrpSpPr>
          <p:grpSpPr>
            <a:xfrm>
              <a:off x="2696" y="7727"/>
              <a:ext cx="673" cy="673"/>
              <a:chOff x="3549229" y="1355780"/>
              <a:chExt cx="5358640" cy="5358641"/>
            </a:xfrm>
          </p:grpSpPr>
          <p:sp>
            <p:nvSpPr>
              <p:cNvPr id="145" name="PA-椭圆 27"/>
              <p:cNvSpPr/>
              <p:nvPr>
                <p:custDataLst>
                  <p:tags r:id="rId16"/>
                </p:custDataLst>
              </p:nvPr>
            </p:nvSpPr>
            <p:spPr>
              <a:xfrm>
                <a:off x="4092132" y="1898672"/>
                <a:ext cx="4272867" cy="4272838"/>
              </a:xfrm>
              <a:prstGeom prst="ellips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accent5"/>
                </a:solidFill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 defTabSz="1920240">
                  <a:defRPr/>
                </a:pPr>
                <a:endParaRPr lang="zh-CN" altLang="en-US" sz="3780" dirty="0">
                  <a:solidFill>
                    <a:prstClr val="white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146" name="弧形 145"/>
              <p:cNvSpPr/>
              <p:nvPr/>
            </p:nvSpPr>
            <p:spPr>
              <a:xfrm rot="11094351">
                <a:off x="3549229" y="1355780"/>
                <a:ext cx="5358639" cy="5358640"/>
              </a:xfrm>
              <a:prstGeom prst="arc">
                <a:avLst>
                  <a:gd name="adj1" fmla="val 10673773"/>
                  <a:gd name="adj2" fmla="val 14659752"/>
                </a:avLst>
              </a:prstGeom>
              <a:ln w="6350" cap="rnd">
                <a:solidFill>
                  <a:schemeClr val="accent5"/>
                </a:solidFill>
                <a:headEnd type="none"/>
                <a:tailEnd type="non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 defTabSz="1920240">
                  <a:defRPr/>
                </a:pPr>
                <a:endParaRPr lang="zh-CN" altLang="en-US" sz="3780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147" name="弧形 146"/>
              <p:cNvSpPr/>
              <p:nvPr/>
            </p:nvSpPr>
            <p:spPr>
              <a:xfrm rot="16200000">
                <a:off x="3549230" y="1355781"/>
                <a:ext cx="5358640" cy="5358639"/>
              </a:xfrm>
              <a:prstGeom prst="arc">
                <a:avLst>
                  <a:gd name="adj1" fmla="val 10889005"/>
                  <a:gd name="adj2" fmla="val 14659752"/>
                </a:avLst>
              </a:prstGeom>
              <a:ln w="6350" cap="rnd">
                <a:solidFill>
                  <a:schemeClr val="accent5"/>
                </a:solidFill>
                <a:headEnd type="none"/>
                <a:tailEnd type="non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 defTabSz="1920240">
                  <a:defRPr/>
                </a:pPr>
                <a:endParaRPr lang="zh-CN" altLang="en-US" sz="3780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148" name="弧形 147"/>
              <p:cNvSpPr/>
              <p:nvPr/>
            </p:nvSpPr>
            <p:spPr>
              <a:xfrm rot="20700000">
                <a:off x="3549230" y="1355780"/>
                <a:ext cx="5358639" cy="5358640"/>
              </a:xfrm>
              <a:prstGeom prst="arc">
                <a:avLst>
                  <a:gd name="adj1" fmla="val 10729063"/>
                  <a:gd name="adj2" fmla="val 14659752"/>
                </a:avLst>
              </a:prstGeom>
              <a:ln w="6350" cap="rnd">
                <a:solidFill>
                  <a:schemeClr val="accent5"/>
                </a:solidFill>
                <a:headEnd type="none"/>
                <a:tailEnd type="non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 defTabSz="1920240">
                  <a:defRPr/>
                </a:pPr>
                <a:endParaRPr lang="zh-CN" altLang="en-US" sz="3780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149" name="弧形 148"/>
              <p:cNvSpPr/>
              <p:nvPr/>
            </p:nvSpPr>
            <p:spPr>
              <a:xfrm rot="5400000">
                <a:off x="3549230" y="1355781"/>
                <a:ext cx="5358640" cy="5358639"/>
              </a:xfrm>
              <a:prstGeom prst="arc">
                <a:avLst>
                  <a:gd name="adj1" fmla="val 10729063"/>
                  <a:gd name="adj2" fmla="val 14659752"/>
                </a:avLst>
              </a:prstGeom>
              <a:ln w="6350" cap="rnd">
                <a:solidFill>
                  <a:schemeClr val="accent5"/>
                </a:solidFill>
                <a:headEnd type="none"/>
                <a:tailEnd type="non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 defTabSz="1920240">
                  <a:defRPr/>
                </a:pPr>
                <a:endParaRPr lang="zh-CN" altLang="en-US" sz="3780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pic>
          <p:nvPicPr>
            <p:cNvPr id="150" name="图片 149" descr="实时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851" y="7882"/>
              <a:ext cx="363" cy="363"/>
            </a:xfrm>
            <a:prstGeom prst="rect">
              <a:avLst/>
            </a:prstGeom>
          </p:spPr>
        </p:pic>
      </p:grpSp>
      <p:grpSp>
        <p:nvGrpSpPr>
          <p:cNvPr id="151" name="组合 150"/>
          <p:cNvGrpSpPr/>
          <p:nvPr/>
        </p:nvGrpSpPr>
        <p:grpSpPr>
          <a:xfrm>
            <a:off x="10081260" y="3746500"/>
            <a:ext cx="335915" cy="335915"/>
            <a:chOff x="2639" y="7671"/>
            <a:chExt cx="786" cy="786"/>
          </a:xfrm>
        </p:grpSpPr>
        <p:sp>
          <p:nvSpPr>
            <p:cNvPr id="152" name="PA-椭圆 27"/>
            <p:cNvSpPr/>
            <p:nvPr>
              <p:custDataLst>
                <p:tags r:id="rId17"/>
              </p:custDataLst>
            </p:nvPr>
          </p:nvSpPr>
          <p:spPr>
            <a:xfrm>
              <a:off x="2639" y="7671"/>
              <a:ext cx="786" cy="786"/>
            </a:xfrm>
            <a:prstGeom prst="ellipse">
              <a:avLst/>
            </a:prstGeom>
            <a:gradFill flip="none" rotWithShape="1">
              <a:gsLst>
                <a:gs pos="60000">
                  <a:schemeClr val="accent1">
                    <a:alpha val="0"/>
                  </a:schemeClr>
                </a:gs>
                <a:gs pos="100000">
                  <a:schemeClr val="accent1">
                    <a:alpha val="2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 w="6350" cap="flat" cmpd="sng" algn="ctr">
              <a:solidFill>
                <a:schemeClr val="accent5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defTabSz="1920240"/>
              <a:endParaRPr lang="zh-CN" altLang="en-US" sz="378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grpSp>
          <p:nvGrpSpPr>
            <p:cNvPr id="153" name="组合 152"/>
            <p:cNvGrpSpPr/>
            <p:nvPr/>
          </p:nvGrpSpPr>
          <p:grpSpPr>
            <a:xfrm>
              <a:off x="2696" y="7727"/>
              <a:ext cx="673" cy="673"/>
              <a:chOff x="3549229" y="1355780"/>
              <a:chExt cx="5358640" cy="5358641"/>
            </a:xfrm>
          </p:grpSpPr>
          <p:sp>
            <p:nvSpPr>
              <p:cNvPr id="154" name="PA-椭圆 27"/>
              <p:cNvSpPr/>
              <p:nvPr>
                <p:custDataLst>
                  <p:tags r:id="rId18"/>
                </p:custDataLst>
              </p:nvPr>
            </p:nvSpPr>
            <p:spPr>
              <a:xfrm>
                <a:off x="4092132" y="1898672"/>
                <a:ext cx="4272867" cy="4272838"/>
              </a:xfrm>
              <a:prstGeom prst="ellips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accent5"/>
                </a:solidFill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 defTabSz="1920240">
                  <a:defRPr/>
                </a:pPr>
                <a:endParaRPr lang="zh-CN" altLang="en-US" sz="3780" dirty="0">
                  <a:solidFill>
                    <a:prstClr val="white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155" name="弧形 154"/>
              <p:cNvSpPr/>
              <p:nvPr/>
            </p:nvSpPr>
            <p:spPr>
              <a:xfrm rot="11094351">
                <a:off x="3549229" y="1355780"/>
                <a:ext cx="5358639" cy="5358640"/>
              </a:xfrm>
              <a:prstGeom prst="arc">
                <a:avLst>
                  <a:gd name="adj1" fmla="val 10673773"/>
                  <a:gd name="adj2" fmla="val 14659752"/>
                </a:avLst>
              </a:prstGeom>
              <a:ln w="6350" cap="rnd">
                <a:solidFill>
                  <a:schemeClr val="accent5"/>
                </a:solidFill>
                <a:headEnd type="none"/>
                <a:tailEnd type="non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 defTabSz="1920240">
                  <a:defRPr/>
                </a:pPr>
                <a:endParaRPr lang="zh-CN" altLang="en-US" sz="3780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156" name="弧形 155"/>
              <p:cNvSpPr/>
              <p:nvPr/>
            </p:nvSpPr>
            <p:spPr>
              <a:xfrm rot="16200000">
                <a:off x="3549230" y="1355781"/>
                <a:ext cx="5358640" cy="5358639"/>
              </a:xfrm>
              <a:prstGeom prst="arc">
                <a:avLst>
                  <a:gd name="adj1" fmla="val 10889005"/>
                  <a:gd name="adj2" fmla="val 14659752"/>
                </a:avLst>
              </a:prstGeom>
              <a:ln w="6350" cap="rnd">
                <a:solidFill>
                  <a:schemeClr val="accent5"/>
                </a:solidFill>
                <a:headEnd type="none"/>
                <a:tailEnd type="non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 defTabSz="1920240">
                  <a:defRPr/>
                </a:pPr>
                <a:endParaRPr lang="zh-CN" altLang="en-US" sz="3780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157" name="弧形 156"/>
              <p:cNvSpPr/>
              <p:nvPr/>
            </p:nvSpPr>
            <p:spPr>
              <a:xfrm rot="20700000">
                <a:off x="3549230" y="1355780"/>
                <a:ext cx="5358639" cy="5358640"/>
              </a:xfrm>
              <a:prstGeom prst="arc">
                <a:avLst>
                  <a:gd name="adj1" fmla="val 10729063"/>
                  <a:gd name="adj2" fmla="val 14659752"/>
                </a:avLst>
              </a:prstGeom>
              <a:ln w="6350" cap="rnd">
                <a:solidFill>
                  <a:schemeClr val="accent5"/>
                </a:solidFill>
                <a:headEnd type="none"/>
                <a:tailEnd type="non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 defTabSz="1920240">
                  <a:defRPr/>
                </a:pPr>
                <a:endParaRPr lang="zh-CN" altLang="en-US" sz="3780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158" name="弧形 157"/>
              <p:cNvSpPr/>
              <p:nvPr/>
            </p:nvSpPr>
            <p:spPr>
              <a:xfrm rot="5400000">
                <a:off x="3549230" y="1355781"/>
                <a:ext cx="5358640" cy="5358639"/>
              </a:xfrm>
              <a:prstGeom prst="arc">
                <a:avLst>
                  <a:gd name="adj1" fmla="val 10729063"/>
                  <a:gd name="adj2" fmla="val 14659752"/>
                </a:avLst>
              </a:prstGeom>
              <a:ln w="6350" cap="rnd">
                <a:solidFill>
                  <a:schemeClr val="accent5"/>
                </a:solidFill>
                <a:headEnd type="none"/>
                <a:tailEnd type="non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 defTabSz="1920240">
                  <a:defRPr/>
                </a:pPr>
                <a:endParaRPr lang="zh-CN" altLang="en-US" sz="3780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pic>
          <p:nvPicPr>
            <p:cNvPr id="159" name="图片 158" descr="实时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851" y="7882"/>
              <a:ext cx="363" cy="363"/>
            </a:xfrm>
            <a:prstGeom prst="rect">
              <a:avLst/>
            </a:prstGeom>
          </p:spPr>
        </p:pic>
      </p:grpSp>
      <p:grpSp>
        <p:nvGrpSpPr>
          <p:cNvPr id="176" name="组合 175"/>
          <p:cNvGrpSpPr/>
          <p:nvPr/>
        </p:nvGrpSpPr>
        <p:grpSpPr>
          <a:xfrm>
            <a:off x="348615" y="1975485"/>
            <a:ext cx="1638300" cy="597535"/>
            <a:chOff x="529" y="3111"/>
            <a:chExt cx="2580" cy="941"/>
          </a:xfrm>
        </p:grpSpPr>
        <p:sp>
          <p:nvSpPr>
            <p:cNvPr id="173" name="文本框 172"/>
            <p:cNvSpPr txBox="1"/>
            <p:nvPr/>
          </p:nvSpPr>
          <p:spPr>
            <a:xfrm>
              <a:off x="529" y="3111"/>
              <a:ext cx="2581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/>
              <a:r>
                <a:rPr lang="zh-CN" altLang="en-US" sz="1200" b="1">
                  <a:solidFill>
                    <a:schemeClr val="accent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打造品牌自播矩阵</a:t>
              </a:r>
              <a:endParaRPr lang="zh-CN" altLang="en-US" sz="1200" b="1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75" name="文本框 174"/>
            <p:cNvSpPr txBox="1"/>
            <p:nvPr/>
          </p:nvSpPr>
          <p:spPr>
            <a:xfrm>
              <a:off x="529" y="3472"/>
              <a:ext cx="242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/>
              <a:r>
                <a:rPr lang="zh-CN" sz="900">
                  <a:solidFill>
                    <a:schemeClr val="accent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建立常态化品牌直播间，培养自有主播团队</a:t>
              </a:r>
              <a:endParaRPr lang="zh-CN" sz="90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77" name="组合 176"/>
          <p:cNvGrpSpPr/>
          <p:nvPr/>
        </p:nvGrpSpPr>
        <p:grpSpPr>
          <a:xfrm>
            <a:off x="348615" y="2860675"/>
            <a:ext cx="1638935" cy="597535"/>
            <a:chOff x="529" y="3111"/>
            <a:chExt cx="2581" cy="941"/>
          </a:xfrm>
        </p:grpSpPr>
        <p:sp>
          <p:nvSpPr>
            <p:cNvPr id="178" name="文本框 177"/>
            <p:cNvSpPr txBox="1"/>
            <p:nvPr/>
          </p:nvSpPr>
          <p:spPr>
            <a:xfrm>
              <a:off x="529" y="3111"/>
              <a:ext cx="2581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/>
              <a:r>
                <a:rPr lang="zh-CN" altLang="en-US" sz="1200" b="1">
                  <a:solidFill>
                    <a:schemeClr val="accent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构建全域数据中台</a:t>
              </a:r>
              <a:endParaRPr lang="zh-CN" altLang="en-US" sz="1200" b="1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79" name="文本框 178"/>
            <p:cNvSpPr txBox="1"/>
            <p:nvPr/>
          </p:nvSpPr>
          <p:spPr>
            <a:xfrm>
              <a:off x="529" y="3472"/>
              <a:ext cx="242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/>
              <a:r>
                <a:rPr lang="zh-CN" sz="900">
                  <a:solidFill>
                    <a:schemeClr val="accent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整合多触点数据，建立客户数据平台（</a:t>
              </a:r>
              <a:r>
                <a:rPr lang="en-US" altLang="zh-CN" sz="900">
                  <a:solidFill>
                    <a:schemeClr val="accent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CDP</a:t>
              </a:r>
              <a:r>
                <a:rPr lang="zh-CN" sz="900">
                  <a:solidFill>
                    <a:schemeClr val="accent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）</a:t>
              </a:r>
              <a:endParaRPr lang="zh-CN" sz="90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80" name="组合 179"/>
          <p:cNvGrpSpPr/>
          <p:nvPr/>
        </p:nvGrpSpPr>
        <p:grpSpPr>
          <a:xfrm>
            <a:off x="348615" y="3745865"/>
            <a:ext cx="1638935" cy="597535"/>
            <a:chOff x="529" y="3111"/>
            <a:chExt cx="2581" cy="941"/>
          </a:xfrm>
        </p:grpSpPr>
        <p:sp>
          <p:nvSpPr>
            <p:cNvPr id="181" name="文本框 180"/>
            <p:cNvSpPr txBox="1"/>
            <p:nvPr/>
          </p:nvSpPr>
          <p:spPr>
            <a:xfrm>
              <a:off x="529" y="3111"/>
              <a:ext cx="2581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/>
              <a:r>
                <a:rPr lang="zh-CN" altLang="en-US" sz="1200" b="1">
                  <a:solidFill>
                    <a:schemeClr val="accent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分层合作策略</a:t>
              </a:r>
              <a:endParaRPr lang="zh-CN" altLang="en-US" sz="1200" b="1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82" name="文本框 181"/>
            <p:cNvSpPr txBox="1"/>
            <p:nvPr/>
          </p:nvSpPr>
          <p:spPr>
            <a:xfrm>
              <a:off x="529" y="3472"/>
              <a:ext cx="242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/>
              <a:r>
                <a:rPr lang="zh-CN" sz="900">
                  <a:solidFill>
                    <a:schemeClr val="accent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头部</a:t>
              </a:r>
              <a:r>
                <a:rPr lang="en-US" altLang="zh-CN" sz="900">
                  <a:solidFill>
                    <a:schemeClr val="accent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KOL</a:t>
              </a:r>
              <a:r>
                <a:rPr lang="zh-CN" altLang="en-US" sz="900">
                  <a:solidFill>
                    <a:schemeClr val="accent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造势、腰部达人种草、素人用户测评</a:t>
              </a:r>
              <a:endParaRPr lang="en-US" altLang="zh-CN" sz="90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83" name="组合 182"/>
          <p:cNvGrpSpPr/>
          <p:nvPr/>
        </p:nvGrpSpPr>
        <p:grpSpPr>
          <a:xfrm>
            <a:off x="10464165" y="1887855"/>
            <a:ext cx="1638935" cy="597535"/>
            <a:chOff x="529" y="3111"/>
            <a:chExt cx="2581" cy="941"/>
          </a:xfrm>
        </p:grpSpPr>
        <p:sp>
          <p:nvSpPr>
            <p:cNvPr id="184" name="文本框 183"/>
            <p:cNvSpPr txBox="1"/>
            <p:nvPr/>
          </p:nvSpPr>
          <p:spPr>
            <a:xfrm>
              <a:off x="529" y="3111"/>
              <a:ext cx="2581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/>
              <a:r>
                <a:rPr lang="en-US" altLang="zh-CN" sz="1200" b="1">
                  <a:solidFill>
                    <a:schemeClr val="accent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AI</a:t>
              </a:r>
              <a:r>
                <a:rPr lang="zh-CN" altLang="en-US" sz="1200" b="1">
                  <a:solidFill>
                    <a:schemeClr val="accent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情感化互动设计</a:t>
              </a:r>
              <a:endParaRPr lang="zh-CN" altLang="en-US" sz="1200" b="1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85" name="文本框 184"/>
            <p:cNvSpPr txBox="1"/>
            <p:nvPr/>
          </p:nvSpPr>
          <p:spPr>
            <a:xfrm>
              <a:off x="529" y="3472"/>
              <a:ext cx="242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/>
              <a:r>
                <a:rPr lang="zh-CN" sz="900">
                  <a:solidFill>
                    <a:schemeClr val="accent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通过语义分析推荐个性化内容，实时响应用户情绪</a:t>
              </a:r>
              <a:endParaRPr lang="zh-CN" sz="90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86" name="组合 185"/>
          <p:cNvGrpSpPr/>
          <p:nvPr/>
        </p:nvGrpSpPr>
        <p:grpSpPr>
          <a:xfrm>
            <a:off x="10459720" y="2755265"/>
            <a:ext cx="1638935" cy="597535"/>
            <a:chOff x="529" y="3111"/>
            <a:chExt cx="2581" cy="941"/>
          </a:xfrm>
        </p:grpSpPr>
        <p:sp>
          <p:nvSpPr>
            <p:cNvPr id="187" name="文本框 186"/>
            <p:cNvSpPr txBox="1"/>
            <p:nvPr/>
          </p:nvSpPr>
          <p:spPr>
            <a:xfrm>
              <a:off x="529" y="3111"/>
              <a:ext cx="2581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/>
              <a:r>
                <a:rPr lang="zh-CN" altLang="en-US" sz="1200" b="1">
                  <a:solidFill>
                    <a:schemeClr val="accent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场景化会员权益</a:t>
              </a:r>
              <a:endParaRPr lang="zh-CN" altLang="en-US" sz="1200" b="1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88" name="文本框 187"/>
            <p:cNvSpPr txBox="1"/>
            <p:nvPr/>
          </p:nvSpPr>
          <p:spPr>
            <a:xfrm>
              <a:off x="529" y="3472"/>
              <a:ext cx="250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/>
              <a:r>
                <a:rPr lang="zh-CN" sz="900">
                  <a:solidFill>
                    <a:schemeClr val="accent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基于用户生命周期设计动态权益，如高价值会员活动</a:t>
              </a:r>
              <a:endParaRPr lang="zh-CN" sz="90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89" name="组合 188"/>
          <p:cNvGrpSpPr/>
          <p:nvPr/>
        </p:nvGrpSpPr>
        <p:grpSpPr>
          <a:xfrm>
            <a:off x="10476865" y="3657600"/>
            <a:ext cx="1638935" cy="597535"/>
            <a:chOff x="529" y="3111"/>
            <a:chExt cx="2581" cy="941"/>
          </a:xfrm>
        </p:grpSpPr>
        <p:sp>
          <p:nvSpPr>
            <p:cNvPr id="190" name="文本框 189"/>
            <p:cNvSpPr txBox="1"/>
            <p:nvPr/>
          </p:nvSpPr>
          <p:spPr>
            <a:xfrm>
              <a:off x="529" y="3111"/>
              <a:ext cx="2581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/>
              <a:r>
                <a:rPr lang="zh-CN" altLang="en-US" sz="1200" b="1">
                  <a:solidFill>
                    <a:schemeClr val="accent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本地化内容适配</a:t>
              </a:r>
              <a:endParaRPr lang="zh-CN" altLang="en-US" sz="1200" b="1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91" name="文本框 190"/>
            <p:cNvSpPr txBox="1"/>
            <p:nvPr/>
          </p:nvSpPr>
          <p:spPr>
            <a:xfrm>
              <a:off x="529" y="3472"/>
              <a:ext cx="242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/>
              <a:r>
                <a:rPr lang="zh-CN" sz="900">
                  <a:solidFill>
                    <a:schemeClr val="accent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针对下沉市场制作方言短视频，如拼多多</a:t>
              </a:r>
              <a:r>
                <a:rPr lang="en-US" altLang="zh-CN" sz="900">
                  <a:solidFill>
                    <a:schemeClr val="accent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“</a:t>
              </a:r>
              <a:r>
                <a:rPr lang="zh-CN" altLang="en-US" sz="900">
                  <a:solidFill>
                    <a:schemeClr val="accent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乡村达人</a:t>
              </a:r>
              <a:r>
                <a:rPr lang="en-US" altLang="zh-CN" sz="900">
                  <a:solidFill>
                    <a:schemeClr val="accent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”</a:t>
              </a:r>
              <a:endParaRPr lang="en-US" altLang="zh-CN" sz="90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92" name="组合 191"/>
          <p:cNvGrpSpPr/>
          <p:nvPr/>
        </p:nvGrpSpPr>
        <p:grpSpPr>
          <a:xfrm>
            <a:off x="4484370" y="1918335"/>
            <a:ext cx="335915" cy="335915"/>
            <a:chOff x="2639" y="7671"/>
            <a:chExt cx="786" cy="786"/>
          </a:xfrm>
        </p:grpSpPr>
        <p:sp>
          <p:nvSpPr>
            <p:cNvPr id="193" name="PA-椭圆 27"/>
            <p:cNvSpPr/>
            <p:nvPr>
              <p:custDataLst>
                <p:tags r:id="rId19"/>
              </p:custDataLst>
            </p:nvPr>
          </p:nvSpPr>
          <p:spPr>
            <a:xfrm>
              <a:off x="2639" y="7671"/>
              <a:ext cx="786" cy="786"/>
            </a:xfrm>
            <a:prstGeom prst="ellipse">
              <a:avLst/>
            </a:prstGeom>
            <a:gradFill flip="none" rotWithShape="1">
              <a:gsLst>
                <a:gs pos="60000">
                  <a:schemeClr val="accent1">
                    <a:alpha val="0"/>
                  </a:schemeClr>
                </a:gs>
                <a:gs pos="100000">
                  <a:schemeClr val="accent1">
                    <a:alpha val="2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 w="635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defTabSz="1920240"/>
              <a:endParaRPr lang="zh-CN" altLang="en-US" sz="378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grpSp>
          <p:nvGrpSpPr>
            <p:cNvPr id="194" name="组合 193"/>
            <p:cNvGrpSpPr/>
            <p:nvPr/>
          </p:nvGrpSpPr>
          <p:grpSpPr>
            <a:xfrm>
              <a:off x="2696" y="7727"/>
              <a:ext cx="673" cy="673"/>
              <a:chOff x="3549229" y="1355780"/>
              <a:chExt cx="5358640" cy="5358641"/>
            </a:xfrm>
          </p:grpSpPr>
          <p:sp>
            <p:nvSpPr>
              <p:cNvPr id="195" name="PA-椭圆 27"/>
              <p:cNvSpPr/>
              <p:nvPr>
                <p:custDataLst>
                  <p:tags r:id="rId20"/>
                </p:custDataLst>
              </p:nvPr>
            </p:nvSpPr>
            <p:spPr>
              <a:xfrm>
                <a:off x="4092132" y="1898672"/>
                <a:ext cx="4272867" cy="4272838"/>
              </a:xfrm>
              <a:prstGeom prst="ellips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accent2"/>
                </a:solidFill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 defTabSz="1920240">
                  <a:defRPr/>
                </a:pPr>
                <a:endParaRPr lang="zh-CN" altLang="en-US" sz="3780" dirty="0">
                  <a:solidFill>
                    <a:prstClr val="white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196" name="弧形 195"/>
              <p:cNvSpPr/>
              <p:nvPr/>
            </p:nvSpPr>
            <p:spPr>
              <a:xfrm rot="11094351">
                <a:off x="3549229" y="1355780"/>
                <a:ext cx="5358639" cy="5358640"/>
              </a:xfrm>
              <a:prstGeom prst="arc">
                <a:avLst>
                  <a:gd name="adj1" fmla="val 10673773"/>
                  <a:gd name="adj2" fmla="val 14659752"/>
                </a:avLst>
              </a:prstGeom>
              <a:ln w="6350" cap="rnd">
                <a:solidFill>
                  <a:schemeClr val="accent2"/>
                </a:solidFill>
                <a:headEnd type="none"/>
                <a:tailEnd type="non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 defTabSz="1920240">
                  <a:defRPr/>
                </a:pPr>
                <a:endParaRPr lang="zh-CN" altLang="en-US" sz="3780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197" name="弧形 196"/>
              <p:cNvSpPr/>
              <p:nvPr/>
            </p:nvSpPr>
            <p:spPr>
              <a:xfrm rot="16200000">
                <a:off x="3549230" y="1355781"/>
                <a:ext cx="5358640" cy="5358639"/>
              </a:xfrm>
              <a:prstGeom prst="arc">
                <a:avLst>
                  <a:gd name="adj1" fmla="val 10889005"/>
                  <a:gd name="adj2" fmla="val 14659752"/>
                </a:avLst>
              </a:prstGeom>
              <a:ln w="6350" cap="rnd">
                <a:solidFill>
                  <a:schemeClr val="accent2"/>
                </a:solidFill>
                <a:headEnd type="none"/>
                <a:tailEnd type="non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 defTabSz="1920240">
                  <a:defRPr/>
                </a:pPr>
                <a:endParaRPr lang="zh-CN" altLang="en-US" sz="3780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200" name="弧形 199"/>
              <p:cNvSpPr/>
              <p:nvPr/>
            </p:nvSpPr>
            <p:spPr>
              <a:xfrm rot="20700000">
                <a:off x="3549230" y="1355780"/>
                <a:ext cx="5358639" cy="5358640"/>
              </a:xfrm>
              <a:prstGeom prst="arc">
                <a:avLst>
                  <a:gd name="adj1" fmla="val 10729063"/>
                  <a:gd name="adj2" fmla="val 14659752"/>
                </a:avLst>
              </a:prstGeom>
              <a:ln w="6350" cap="rnd">
                <a:solidFill>
                  <a:schemeClr val="accent2"/>
                </a:solidFill>
                <a:headEnd type="none"/>
                <a:tailEnd type="non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 defTabSz="1920240">
                  <a:defRPr/>
                </a:pPr>
                <a:endParaRPr lang="zh-CN" altLang="en-US" sz="3780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201" name="弧形 200"/>
              <p:cNvSpPr/>
              <p:nvPr/>
            </p:nvSpPr>
            <p:spPr>
              <a:xfrm rot="5400000">
                <a:off x="3549230" y="1355781"/>
                <a:ext cx="5358640" cy="5358639"/>
              </a:xfrm>
              <a:prstGeom prst="arc">
                <a:avLst>
                  <a:gd name="adj1" fmla="val 10729063"/>
                  <a:gd name="adj2" fmla="val 14659752"/>
                </a:avLst>
              </a:prstGeom>
              <a:ln w="6350" cap="rnd">
                <a:solidFill>
                  <a:schemeClr val="accent2"/>
                </a:solidFill>
                <a:headEnd type="none"/>
                <a:tailEnd type="non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 defTabSz="1920240">
                  <a:defRPr/>
                </a:pPr>
                <a:endParaRPr lang="zh-CN" altLang="en-US" sz="3780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pic>
          <p:nvPicPr>
            <p:cNvPr id="202" name="图片 201" descr="实时"/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2851" y="7882"/>
              <a:ext cx="363" cy="363"/>
            </a:xfrm>
            <a:prstGeom prst="rect">
              <a:avLst/>
            </a:prstGeom>
          </p:spPr>
        </p:pic>
      </p:grpSp>
      <p:grpSp>
        <p:nvGrpSpPr>
          <p:cNvPr id="203" name="组合 202"/>
          <p:cNvGrpSpPr/>
          <p:nvPr/>
        </p:nvGrpSpPr>
        <p:grpSpPr>
          <a:xfrm>
            <a:off x="4484370" y="2573655"/>
            <a:ext cx="335915" cy="335915"/>
            <a:chOff x="2639" y="7671"/>
            <a:chExt cx="786" cy="786"/>
          </a:xfrm>
        </p:grpSpPr>
        <p:sp>
          <p:nvSpPr>
            <p:cNvPr id="204" name="PA-椭圆 27"/>
            <p:cNvSpPr/>
            <p:nvPr>
              <p:custDataLst>
                <p:tags r:id="rId23"/>
              </p:custDataLst>
            </p:nvPr>
          </p:nvSpPr>
          <p:spPr>
            <a:xfrm>
              <a:off x="2639" y="7671"/>
              <a:ext cx="786" cy="786"/>
            </a:xfrm>
            <a:prstGeom prst="ellipse">
              <a:avLst/>
            </a:prstGeom>
            <a:gradFill flip="none" rotWithShape="1">
              <a:gsLst>
                <a:gs pos="60000">
                  <a:schemeClr val="accent1">
                    <a:alpha val="0"/>
                  </a:schemeClr>
                </a:gs>
                <a:gs pos="100000">
                  <a:schemeClr val="accent1">
                    <a:alpha val="2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 w="635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defTabSz="1920240"/>
              <a:endParaRPr lang="zh-CN" altLang="en-US" sz="378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grpSp>
          <p:nvGrpSpPr>
            <p:cNvPr id="205" name="组合 204"/>
            <p:cNvGrpSpPr/>
            <p:nvPr/>
          </p:nvGrpSpPr>
          <p:grpSpPr>
            <a:xfrm>
              <a:off x="2696" y="7727"/>
              <a:ext cx="673" cy="673"/>
              <a:chOff x="3549229" y="1355780"/>
              <a:chExt cx="5358640" cy="5358641"/>
            </a:xfrm>
          </p:grpSpPr>
          <p:sp>
            <p:nvSpPr>
              <p:cNvPr id="206" name="PA-椭圆 27"/>
              <p:cNvSpPr/>
              <p:nvPr>
                <p:custDataLst>
                  <p:tags r:id="rId24"/>
                </p:custDataLst>
              </p:nvPr>
            </p:nvSpPr>
            <p:spPr>
              <a:xfrm>
                <a:off x="4092132" y="1898672"/>
                <a:ext cx="4272867" cy="4272838"/>
              </a:xfrm>
              <a:prstGeom prst="ellips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accent2"/>
                </a:solidFill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 defTabSz="1920240">
                  <a:defRPr/>
                </a:pPr>
                <a:endParaRPr lang="zh-CN" altLang="en-US" sz="3780" dirty="0">
                  <a:solidFill>
                    <a:prstClr val="white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207" name="弧形 206"/>
              <p:cNvSpPr/>
              <p:nvPr/>
            </p:nvSpPr>
            <p:spPr>
              <a:xfrm rot="11094351">
                <a:off x="3549229" y="1355780"/>
                <a:ext cx="5358639" cy="5358640"/>
              </a:xfrm>
              <a:prstGeom prst="arc">
                <a:avLst>
                  <a:gd name="adj1" fmla="val 10673773"/>
                  <a:gd name="adj2" fmla="val 14659752"/>
                </a:avLst>
              </a:prstGeom>
              <a:ln w="6350" cap="rnd">
                <a:solidFill>
                  <a:schemeClr val="accent2"/>
                </a:solidFill>
                <a:headEnd type="none"/>
                <a:tailEnd type="non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 defTabSz="1920240">
                  <a:defRPr/>
                </a:pPr>
                <a:endParaRPr lang="zh-CN" altLang="en-US" sz="3780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208" name="弧形 207"/>
              <p:cNvSpPr/>
              <p:nvPr/>
            </p:nvSpPr>
            <p:spPr>
              <a:xfrm rot="16200000">
                <a:off x="3549230" y="1355781"/>
                <a:ext cx="5358640" cy="5358639"/>
              </a:xfrm>
              <a:prstGeom prst="arc">
                <a:avLst>
                  <a:gd name="adj1" fmla="val 10889005"/>
                  <a:gd name="adj2" fmla="val 14659752"/>
                </a:avLst>
              </a:prstGeom>
              <a:ln w="6350" cap="rnd">
                <a:solidFill>
                  <a:schemeClr val="accent2"/>
                </a:solidFill>
                <a:headEnd type="none"/>
                <a:tailEnd type="non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 defTabSz="1920240">
                  <a:defRPr/>
                </a:pPr>
                <a:endParaRPr lang="zh-CN" altLang="en-US" sz="3780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209" name="弧形 208"/>
              <p:cNvSpPr/>
              <p:nvPr/>
            </p:nvSpPr>
            <p:spPr>
              <a:xfrm rot="20700000">
                <a:off x="3549230" y="1355780"/>
                <a:ext cx="5358639" cy="5358640"/>
              </a:xfrm>
              <a:prstGeom prst="arc">
                <a:avLst>
                  <a:gd name="adj1" fmla="val 10729063"/>
                  <a:gd name="adj2" fmla="val 14659752"/>
                </a:avLst>
              </a:prstGeom>
              <a:ln w="6350" cap="rnd">
                <a:solidFill>
                  <a:schemeClr val="accent2"/>
                </a:solidFill>
                <a:headEnd type="none"/>
                <a:tailEnd type="non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 defTabSz="1920240">
                  <a:defRPr/>
                </a:pPr>
                <a:endParaRPr lang="zh-CN" altLang="en-US" sz="3780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210" name="弧形 209"/>
              <p:cNvSpPr/>
              <p:nvPr/>
            </p:nvSpPr>
            <p:spPr>
              <a:xfrm rot="5400000">
                <a:off x="3549230" y="1355781"/>
                <a:ext cx="5358640" cy="5358639"/>
              </a:xfrm>
              <a:prstGeom prst="arc">
                <a:avLst>
                  <a:gd name="adj1" fmla="val 10729063"/>
                  <a:gd name="adj2" fmla="val 14659752"/>
                </a:avLst>
              </a:prstGeom>
              <a:ln w="6350" cap="rnd">
                <a:solidFill>
                  <a:schemeClr val="accent2"/>
                </a:solidFill>
                <a:headEnd type="none"/>
                <a:tailEnd type="non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 defTabSz="1920240">
                  <a:defRPr/>
                </a:pPr>
                <a:endParaRPr lang="zh-CN" altLang="en-US" sz="3780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pic>
          <p:nvPicPr>
            <p:cNvPr id="211" name="图片 210" descr="实时"/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2851" y="7882"/>
              <a:ext cx="363" cy="363"/>
            </a:xfrm>
            <a:prstGeom prst="rect">
              <a:avLst/>
            </a:prstGeom>
          </p:spPr>
        </p:pic>
      </p:grpSp>
      <p:grpSp>
        <p:nvGrpSpPr>
          <p:cNvPr id="212" name="组合 211"/>
          <p:cNvGrpSpPr/>
          <p:nvPr/>
        </p:nvGrpSpPr>
        <p:grpSpPr>
          <a:xfrm>
            <a:off x="4484370" y="3228975"/>
            <a:ext cx="335915" cy="335915"/>
            <a:chOff x="2639" y="7671"/>
            <a:chExt cx="786" cy="786"/>
          </a:xfrm>
        </p:grpSpPr>
        <p:sp>
          <p:nvSpPr>
            <p:cNvPr id="213" name="PA-椭圆 27"/>
            <p:cNvSpPr/>
            <p:nvPr>
              <p:custDataLst>
                <p:tags r:id="rId26"/>
              </p:custDataLst>
            </p:nvPr>
          </p:nvSpPr>
          <p:spPr>
            <a:xfrm>
              <a:off x="2639" y="7671"/>
              <a:ext cx="786" cy="786"/>
            </a:xfrm>
            <a:prstGeom prst="ellipse">
              <a:avLst/>
            </a:prstGeom>
            <a:gradFill flip="none" rotWithShape="1">
              <a:gsLst>
                <a:gs pos="60000">
                  <a:schemeClr val="accent1">
                    <a:alpha val="0"/>
                  </a:schemeClr>
                </a:gs>
                <a:gs pos="100000">
                  <a:schemeClr val="accent1">
                    <a:alpha val="2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 w="635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defTabSz="1920240"/>
              <a:endParaRPr lang="zh-CN" altLang="en-US" sz="378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grpSp>
          <p:nvGrpSpPr>
            <p:cNvPr id="214" name="组合 213"/>
            <p:cNvGrpSpPr/>
            <p:nvPr/>
          </p:nvGrpSpPr>
          <p:grpSpPr>
            <a:xfrm>
              <a:off x="2696" y="7727"/>
              <a:ext cx="673" cy="673"/>
              <a:chOff x="3549229" y="1355780"/>
              <a:chExt cx="5358640" cy="5358641"/>
            </a:xfrm>
          </p:grpSpPr>
          <p:sp>
            <p:nvSpPr>
              <p:cNvPr id="215" name="PA-椭圆 27"/>
              <p:cNvSpPr/>
              <p:nvPr>
                <p:custDataLst>
                  <p:tags r:id="rId27"/>
                </p:custDataLst>
              </p:nvPr>
            </p:nvSpPr>
            <p:spPr>
              <a:xfrm>
                <a:off x="4092132" y="1898672"/>
                <a:ext cx="4272867" cy="4272838"/>
              </a:xfrm>
              <a:prstGeom prst="ellips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accent2"/>
                </a:solidFill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 defTabSz="1920240">
                  <a:defRPr/>
                </a:pPr>
                <a:endParaRPr lang="zh-CN" altLang="en-US" sz="3780" dirty="0">
                  <a:solidFill>
                    <a:prstClr val="white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216" name="弧形 215"/>
              <p:cNvSpPr/>
              <p:nvPr/>
            </p:nvSpPr>
            <p:spPr>
              <a:xfrm rot="11094351">
                <a:off x="3549229" y="1355780"/>
                <a:ext cx="5358639" cy="5358640"/>
              </a:xfrm>
              <a:prstGeom prst="arc">
                <a:avLst>
                  <a:gd name="adj1" fmla="val 10673773"/>
                  <a:gd name="adj2" fmla="val 14659752"/>
                </a:avLst>
              </a:prstGeom>
              <a:ln w="6350" cap="rnd">
                <a:solidFill>
                  <a:schemeClr val="accent2"/>
                </a:solidFill>
                <a:headEnd type="none"/>
                <a:tailEnd type="non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 defTabSz="1920240">
                  <a:defRPr/>
                </a:pPr>
                <a:endParaRPr lang="zh-CN" altLang="en-US" sz="3780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217" name="弧形 216"/>
              <p:cNvSpPr/>
              <p:nvPr/>
            </p:nvSpPr>
            <p:spPr>
              <a:xfrm rot="16200000">
                <a:off x="3549230" y="1355781"/>
                <a:ext cx="5358640" cy="5358639"/>
              </a:xfrm>
              <a:prstGeom prst="arc">
                <a:avLst>
                  <a:gd name="adj1" fmla="val 10889005"/>
                  <a:gd name="adj2" fmla="val 14659752"/>
                </a:avLst>
              </a:prstGeom>
              <a:ln w="6350" cap="rnd">
                <a:solidFill>
                  <a:schemeClr val="accent2"/>
                </a:solidFill>
                <a:headEnd type="none"/>
                <a:tailEnd type="non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 defTabSz="1920240">
                  <a:defRPr/>
                </a:pPr>
                <a:endParaRPr lang="zh-CN" altLang="en-US" sz="3780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218" name="弧形 217"/>
              <p:cNvSpPr/>
              <p:nvPr/>
            </p:nvSpPr>
            <p:spPr>
              <a:xfrm rot="20700000">
                <a:off x="3549230" y="1355780"/>
                <a:ext cx="5358639" cy="5358640"/>
              </a:xfrm>
              <a:prstGeom prst="arc">
                <a:avLst>
                  <a:gd name="adj1" fmla="val 10729063"/>
                  <a:gd name="adj2" fmla="val 14659752"/>
                </a:avLst>
              </a:prstGeom>
              <a:ln w="6350" cap="rnd">
                <a:solidFill>
                  <a:schemeClr val="accent2"/>
                </a:solidFill>
                <a:headEnd type="none"/>
                <a:tailEnd type="non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 defTabSz="1920240">
                  <a:defRPr/>
                </a:pPr>
                <a:endParaRPr lang="zh-CN" altLang="en-US" sz="3780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219" name="弧形 218"/>
              <p:cNvSpPr/>
              <p:nvPr/>
            </p:nvSpPr>
            <p:spPr>
              <a:xfrm rot="5400000">
                <a:off x="3549230" y="1355781"/>
                <a:ext cx="5358640" cy="5358639"/>
              </a:xfrm>
              <a:prstGeom prst="arc">
                <a:avLst>
                  <a:gd name="adj1" fmla="val 10729063"/>
                  <a:gd name="adj2" fmla="val 14659752"/>
                </a:avLst>
              </a:prstGeom>
              <a:ln w="6350" cap="rnd">
                <a:solidFill>
                  <a:schemeClr val="accent2"/>
                </a:solidFill>
                <a:headEnd type="none"/>
                <a:tailEnd type="non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 defTabSz="1920240">
                  <a:defRPr/>
                </a:pPr>
                <a:endParaRPr lang="zh-CN" altLang="en-US" sz="3780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pic>
          <p:nvPicPr>
            <p:cNvPr id="220" name="图片 219" descr="实时"/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2851" y="7882"/>
              <a:ext cx="363" cy="363"/>
            </a:xfrm>
            <a:prstGeom prst="rect">
              <a:avLst/>
            </a:prstGeom>
          </p:spPr>
        </p:pic>
      </p:grpSp>
      <p:grpSp>
        <p:nvGrpSpPr>
          <p:cNvPr id="221" name="组合 220"/>
          <p:cNvGrpSpPr/>
          <p:nvPr/>
        </p:nvGrpSpPr>
        <p:grpSpPr>
          <a:xfrm>
            <a:off x="4484370" y="3884295"/>
            <a:ext cx="335915" cy="335915"/>
            <a:chOff x="2639" y="7671"/>
            <a:chExt cx="786" cy="786"/>
          </a:xfrm>
        </p:grpSpPr>
        <p:sp>
          <p:nvSpPr>
            <p:cNvPr id="222" name="PA-椭圆 27"/>
            <p:cNvSpPr/>
            <p:nvPr>
              <p:custDataLst>
                <p:tags r:id="rId28"/>
              </p:custDataLst>
            </p:nvPr>
          </p:nvSpPr>
          <p:spPr>
            <a:xfrm>
              <a:off x="2639" y="7671"/>
              <a:ext cx="786" cy="786"/>
            </a:xfrm>
            <a:prstGeom prst="ellipse">
              <a:avLst/>
            </a:prstGeom>
            <a:gradFill flip="none" rotWithShape="1">
              <a:gsLst>
                <a:gs pos="60000">
                  <a:schemeClr val="accent1">
                    <a:alpha val="0"/>
                  </a:schemeClr>
                </a:gs>
                <a:gs pos="100000">
                  <a:schemeClr val="accent1">
                    <a:alpha val="2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 w="635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defTabSz="1920240"/>
              <a:endParaRPr lang="zh-CN" altLang="en-US" sz="378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grpSp>
          <p:nvGrpSpPr>
            <p:cNvPr id="223" name="组合 222"/>
            <p:cNvGrpSpPr/>
            <p:nvPr/>
          </p:nvGrpSpPr>
          <p:grpSpPr>
            <a:xfrm>
              <a:off x="2696" y="7727"/>
              <a:ext cx="673" cy="673"/>
              <a:chOff x="3549229" y="1355780"/>
              <a:chExt cx="5358640" cy="5358641"/>
            </a:xfrm>
          </p:grpSpPr>
          <p:sp>
            <p:nvSpPr>
              <p:cNvPr id="224" name="PA-椭圆 27"/>
              <p:cNvSpPr/>
              <p:nvPr>
                <p:custDataLst>
                  <p:tags r:id="rId29"/>
                </p:custDataLst>
              </p:nvPr>
            </p:nvSpPr>
            <p:spPr>
              <a:xfrm>
                <a:off x="4092132" y="1898672"/>
                <a:ext cx="4272867" cy="4272838"/>
              </a:xfrm>
              <a:prstGeom prst="ellips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accent2"/>
                </a:solidFill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 defTabSz="1920240">
                  <a:defRPr/>
                </a:pPr>
                <a:endParaRPr lang="zh-CN" altLang="en-US" sz="3780" dirty="0">
                  <a:solidFill>
                    <a:prstClr val="white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225" name="弧形 224"/>
              <p:cNvSpPr/>
              <p:nvPr/>
            </p:nvSpPr>
            <p:spPr>
              <a:xfrm rot="11094351">
                <a:off x="3549229" y="1355780"/>
                <a:ext cx="5358639" cy="5358640"/>
              </a:xfrm>
              <a:prstGeom prst="arc">
                <a:avLst>
                  <a:gd name="adj1" fmla="val 10673773"/>
                  <a:gd name="adj2" fmla="val 14659752"/>
                </a:avLst>
              </a:prstGeom>
              <a:ln w="6350" cap="rnd">
                <a:solidFill>
                  <a:schemeClr val="accent2"/>
                </a:solidFill>
                <a:headEnd type="none"/>
                <a:tailEnd type="non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 defTabSz="1920240">
                  <a:defRPr/>
                </a:pPr>
                <a:endParaRPr lang="zh-CN" altLang="en-US" sz="3780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226" name="弧形 225"/>
              <p:cNvSpPr/>
              <p:nvPr/>
            </p:nvSpPr>
            <p:spPr>
              <a:xfrm rot="16200000">
                <a:off x="3549230" y="1355781"/>
                <a:ext cx="5358640" cy="5358639"/>
              </a:xfrm>
              <a:prstGeom prst="arc">
                <a:avLst>
                  <a:gd name="adj1" fmla="val 10889005"/>
                  <a:gd name="adj2" fmla="val 14659752"/>
                </a:avLst>
              </a:prstGeom>
              <a:ln w="6350" cap="rnd">
                <a:solidFill>
                  <a:schemeClr val="accent2"/>
                </a:solidFill>
                <a:headEnd type="none"/>
                <a:tailEnd type="non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 defTabSz="1920240">
                  <a:defRPr/>
                </a:pPr>
                <a:endParaRPr lang="zh-CN" altLang="en-US" sz="3780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227" name="弧形 226"/>
              <p:cNvSpPr/>
              <p:nvPr/>
            </p:nvSpPr>
            <p:spPr>
              <a:xfrm rot="20700000">
                <a:off x="3549230" y="1355780"/>
                <a:ext cx="5358639" cy="5358640"/>
              </a:xfrm>
              <a:prstGeom prst="arc">
                <a:avLst>
                  <a:gd name="adj1" fmla="val 10729063"/>
                  <a:gd name="adj2" fmla="val 14659752"/>
                </a:avLst>
              </a:prstGeom>
              <a:ln w="6350" cap="rnd">
                <a:solidFill>
                  <a:schemeClr val="accent2"/>
                </a:solidFill>
                <a:headEnd type="none"/>
                <a:tailEnd type="non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 defTabSz="1920240">
                  <a:defRPr/>
                </a:pPr>
                <a:endParaRPr lang="zh-CN" altLang="en-US" sz="3780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228" name="弧形 227"/>
              <p:cNvSpPr/>
              <p:nvPr/>
            </p:nvSpPr>
            <p:spPr>
              <a:xfrm rot="5400000">
                <a:off x="3549230" y="1355781"/>
                <a:ext cx="5358640" cy="5358639"/>
              </a:xfrm>
              <a:prstGeom prst="arc">
                <a:avLst>
                  <a:gd name="adj1" fmla="val 10729063"/>
                  <a:gd name="adj2" fmla="val 14659752"/>
                </a:avLst>
              </a:prstGeom>
              <a:ln w="6350" cap="rnd">
                <a:solidFill>
                  <a:schemeClr val="accent2"/>
                </a:solidFill>
                <a:headEnd type="none"/>
                <a:tailEnd type="non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 defTabSz="1920240">
                  <a:defRPr/>
                </a:pPr>
                <a:endParaRPr lang="zh-CN" altLang="en-US" sz="3780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pic>
          <p:nvPicPr>
            <p:cNvPr id="229" name="图片 228" descr="实时"/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2851" y="7882"/>
              <a:ext cx="363" cy="363"/>
            </a:xfrm>
            <a:prstGeom prst="rect">
              <a:avLst/>
            </a:prstGeom>
          </p:spPr>
        </p:pic>
      </p:grpSp>
      <p:grpSp>
        <p:nvGrpSpPr>
          <p:cNvPr id="230" name="组合 229"/>
          <p:cNvGrpSpPr/>
          <p:nvPr/>
        </p:nvGrpSpPr>
        <p:grpSpPr>
          <a:xfrm>
            <a:off x="7507605" y="1937385"/>
            <a:ext cx="335915" cy="335915"/>
            <a:chOff x="2639" y="7671"/>
            <a:chExt cx="786" cy="786"/>
          </a:xfrm>
        </p:grpSpPr>
        <p:sp>
          <p:nvSpPr>
            <p:cNvPr id="231" name="PA-椭圆 27"/>
            <p:cNvSpPr/>
            <p:nvPr>
              <p:custDataLst>
                <p:tags r:id="rId30"/>
              </p:custDataLst>
            </p:nvPr>
          </p:nvSpPr>
          <p:spPr>
            <a:xfrm>
              <a:off x="2639" y="7671"/>
              <a:ext cx="786" cy="786"/>
            </a:xfrm>
            <a:prstGeom prst="ellipse">
              <a:avLst/>
            </a:prstGeom>
            <a:gradFill flip="none" rotWithShape="1">
              <a:gsLst>
                <a:gs pos="60000">
                  <a:schemeClr val="accent1">
                    <a:alpha val="0"/>
                  </a:schemeClr>
                </a:gs>
                <a:gs pos="100000">
                  <a:schemeClr val="accent1">
                    <a:alpha val="2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 w="635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defTabSz="1920240"/>
              <a:endParaRPr lang="zh-CN" altLang="en-US" sz="378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grpSp>
          <p:nvGrpSpPr>
            <p:cNvPr id="232" name="组合 231"/>
            <p:cNvGrpSpPr/>
            <p:nvPr/>
          </p:nvGrpSpPr>
          <p:grpSpPr>
            <a:xfrm>
              <a:off x="2696" y="7727"/>
              <a:ext cx="673" cy="673"/>
              <a:chOff x="3549229" y="1355780"/>
              <a:chExt cx="5358640" cy="5358641"/>
            </a:xfrm>
          </p:grpSpPr>
          <p:sp>
            <p:nvSpPr>
              <p:cNvPr id="233" name="PA-椭圆 27"/>
              <p:cNvSpPr/>
              <p:nvPr>
                <p:custDataLst>
                  <p:tags r:id="rId31"/>
                </p:custDataLst>
              </p:nvPr>
            </p:nvSpPr>
            <p:spPr>
              <a:xfrm>
                <a:off x="4092132" y="1898672"/>
                <a:ext cx="4272867" cy="4272838"/>
              </a:xfrm>
              <a:prstGeom prst="ellips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accent2"/>
                </a:solidFill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 defTabSz="1920240">
                  <a:defRPr/>
                </a:pPr>
                <a:endParaRPr lang="zh-CN" altLang="en-US" sz="3780" dirty="0">
                  <a:solidFill>
                    <a:prstClr val="white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234" name="弧形 233"/>
              <p:cNvSpPr/>
              <p:nvPr/>
            </p:nvSpPr>
            <p:spPr>
              <a:xfrm rot="11094351">
                <a:off x="3549229" y="1355780"/>
                <a:ext cx="5358639" cy="5358640"/>
              </a:xfrm>
              <a:prstGeom prst="arc">
                <a:avLst>
                  <a:gd name="adj1" fmla="val 10673773"/>
                  <a:gd name="adj2" fmla="val 14659752"/>
                </a:avLst>
              </a:prstGeom>
              <a:ln w="6350" cap="rnd">
                <a:solidFill>
                  <a:schemeClr val="accent2"/>
                </a:solidFill>
                <a:headEnd type="none"/>
                <a:tailEnd type="non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 defTabSz="1920240">
                  <a:defRPr/>
                </a:pPr>
                <a:endParaRPr lang="zh-CN" altLang="en-US" sz="3780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235" name="弧形 234"/>
              <p:cNvSpPr/>
              <p:nvPr/>
            </p:nvSpPr>
            <p:spPr>
              <a:xfrm rot="16200000">
                <a:off x="3549230" y="1355781"/>
                <a:ext cx="5358640" cy="5358639"/>
              </a:xfrm>
              <a:prstGeom prst="arc">
                <a:avLst>
                  <a:gd name="adj1" fmla="val 10889005"/>
                  <a:gd name="adj2" fmla="val 14659752"/>
                </a:avLst>
              </a:prstGeom>
              <a:ln w="6350" cap="rnd">
                <a:solidFill>
                  <a:schemeClr val="accent2"/>
                </a:solidFill>
                <a:headEnd type="none"/>
                <a:tailEnd type="non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 defTabSz="1920240">
                  <a:defRPr/>
                </a:pPr>
                <a:endParaRPr lang="zh-CN" altLang="en-US" sz="3780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236" name="弧形 235"/>
              <p:cNvSpPr/>
              <p:nvPr/>
            </p:nvSpPr>
            <p:spPr>
              <a:xfrm rot="20700000">
                <a:off x="3549230" y="1355780"/>
                <a:ext cx="5358639" cy="5358640"/>
              </a:xfrm>
              <a:prstGeom prst="arc">
                <a:avLst>
                  <a:gd name="adj1" fmla="val 10729063"/>
                  <a:gd name="adj2" fmla="val 14659752"/>
                </a:avLst>
              </a:prstGeom>
              <a:ln w="6350" cap="rnd">
                <a:solidFill>
                  <a:schemeClr val="accent2"/>
                </a:solidFill>
                <a:headEnd type="none"/>
                <a:tailEnd type="non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 defTabSz="1920240">
                  <a:defRPr/>
                </a:pPr>
                <a:endParaRPr lang="zh-CN" altLang="en-US" sz="3780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237" name="弧形 236"/>
              <p:cNvSpPr/>
              <p:nvPr/>
            </p:nvSpPr>
            <p:spPr>
              <a:xfrm rot="5400000">
                <a:off x="3549230" y="1355781"/>
                <a:ext cx="5358640" cy="5358639"/>
              </a:xfrm>
              <a:prstGeom prst="arc">
                <a:avLst>
                  <a:gd name="adj1" fmla="val 10729063"/>
                  <a:gd name="adj2" fmla="val 14659752"/>
                </a:avLst>
              </a:prstGeom>
              <a:ln w="6350" cap="rnd">
                <a:solidFill>
                  <a:schemeClr val="accent2"/>
                </a:solidFill>
                <a:headEnd type="none"/>
                <a:tailEnd type="non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 defTabSz="1920240">
                  <a:defRPr/>
                </a:pPr>
                <a:endParaRPr lang="zh-CN" altLang="en-US" sz="3780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pic>
          <p:nvPicPr>
            <p:cNvPr id="238" name="图片 237" descr="实时"/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p:blipFill>
          <p:spPr>
            <a:xfrm>
              <a:off x="2851" y="7882"/>
              <a:ext cx="363" cy="363"/>
            </a:xfrm>
            <a:prstGeom prst="rect">
              <a:avLst/>
            </a:prstGeom>
          </p:spPr>
        </p:pic>
      </p:grpSp>
      <p:grpSp>
        <p:nvGrpSpPr>
          <p:cNvPr id="239" name="组合 238"/>
          <p:cNvGrpSpPr/>
          <p:nvPr/>
        </p:nvGrpSpPr>
        <p:grpSpPr>
          <a:xfrm>
            <a:off x="7507605" y="2592705"/>
            <a:ext cx="335915" cy="335915"/>
            <a:chOff x="2639" y="7671"/>
            <a:chExt cx="786" cy="786"/>
          </a:xfrm>
        </p:grpSpPr>
        <p:sp>
          <p:nvSpPr>
            <p:cNvPr id="240" name="PA-椭圆 27"/>
            <p:cNvSpPr/>
            <p:nvPr>
              <p:custDataLst>
                <p:tags r:id="rId33"/>
              </p:custDataLst>
            </p:nvPr>
          </p:nvSpPr>
          <p:spPr>
            <a:xfrm>
              <a:off x="2639" y="7671"/>
              <a:ext cx="786" cy="786"/>
            </a:xfrm>
            <a:prstGeom prst="ellipse">
              <a:avLst/>
            </a:prstGeom>
            <a:gradFill flip="none" rotWithShape="1">
              <a:gsLst>
                <a:gs pos="60000">
                  <a:schemeClr val="accent1">
                    <a:alpha val="0"/>
                  </a:schemeClr>
                </a:gs>
                <a:gs pos="100000">
                  <a:schemeClr val="accent1">
                    <a:alpha val="2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 w="635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defTabSz="1920240"/>
              <a:endParaRPr lang="zh-CN" altLang="en-US" sz="378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grpSp>
          <p:nvGrpSpPr>
            <p:cNvPr id="241" name="组合 240"/>
            <p:cNvGrpSpPr/>
            <p:nvPr/>
          </p:nvGrpSpPr>
          <p:grpSpPr>
            <a:xfrm>
              <a:off x="2696" y="7727"/>
              <a:ext cx="673" cy="673"/>
              <a:chOff x="3549229" y="1355780"/>
              <a:chExt cx="5358640" cy="5358641"/>
            </a:xfrm>
          </p:grpSpPr>
          <p:sp>
            <p:nvSpPr>
              <p:cNvPr id="242" name="PA-椭圆 27"/>
              <p:cNvSpPr/>
              <p:nvPr>
                <p:custDataLst>
                  <p:tags r:id="rId34"/>
                </p:custDataLst>
              </p:nvPr>
            </p:nvSpPr>
            <p:spPr>
              <a:xfrm>
                <a:off x="4092132" y="1898672"/>
                <a:ext cx="4272867" cy="4272838"/>
              </a:xfrm>
              <a:prstGeom prst="ellips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accent2"/>
                </a:solidFill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 defTabSz="1920240">
                  <a:defRPr/>
                </a:pPr>
                <a:endParaRPr lang="zh-CN" altLang="en-US" sz="3780" dirty="0">
                  <a:solidFill>
                    <a:prstClr val="white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243" name="弧形 242"/>
              <p:cNvSpPr/>
              <p:nvPr/>
            </p:nvSpPr>
            <p:spPr>
              <a:xfrm rot="11094351">
                <a:off x="3549229" y="1355780"/>
                <a:ext cx="5358639" cy="5358640"/>
              </a:xfrm>
              <a:prstGeom prst="arc">
                <a:avLst>
                  <a:gd name="adj1" fmla="val 10673773"/>
                  <a:gd name="adj2" fmla="val 14659752"/>
                </a:avLst>
              </a:prstGeom>
              <a:ln w="6350" cap="rnd">
                <a:solidFill>
                  <a:schemeClr val="accent2"/>
                </a:solidFill>
                <a:headEnd type="none"/>
                <a:tailEnd type="non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 defTabSz="1920240">
                  <a:defRPr/>
                </a:pPr>
                <a:endParaRPr lang="zh-CN" altLang="en-US" sz="3780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244" name="弧形 243"/>
              <p:cNvSpPr/>
              <p:nvPr/>
            </p:nvSpPr>
            <p:spPr>
              <a:xfrm rot="16200000">
                <a:off x="3549230" y="1355781"/>
                <a:ext cx="5358640" cy="5358639"/>
              </a:xfrm>
              <a:prstGeom prst="arc">
                <a:avLst>
                  <a:gd name="adj1" fmla="val 10889005"/>
                  <a:gd name="adj2" fmla="val 14659752"/>
                </a:avLst>
              </a:prstGeom>
              <a:ln w="6350" cap="rnd">
                <a:solidFill>
                  <a:schemeClr val="accent2"/>
                </a:solidFill>
                <a:headEnd type="none"/>
                <a:tailEnd type="non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 defTabSz="1920240">
                  <a:defRPr/>
                </a:pPr>
                <a:endParaRPr lang="zh-CN" altLang="en-US" sz="3780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245" name="弧形 244"/>
              <p:cNvSpPr/>
              <p:nvPr/>
            </p:nvSpPr>
            <p:spPr>
              <a:xfrm rot="20700000">
                <a:off x="3549230" y="1355780"/>
                <a:ext cx="5358639" cy="5358640"/>
              </a:xfrm>
              <a:prstGeom prst="arc">
                <a:avLst>
                  <a:gd name="adj1" fmla="val 10729063"/>
                  <a:gd name="adj2" fmla="val 14659752"/>
                </a:avLst>
              </a:prstGeom>
              <a:ln w="6350" cap="rnd">
                <a:solidFill>
                  <a:schemeClr val="accent2"/>
                </a:solidFill>
                <a:headEnd type="none"/>
                <a:tailEnd type="non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 defTabSz="1920240">
                  <a:defRPr/>
                </a:pPr>
                <a:endParaRPr lang="zh-CN" altLang="en-US" sz="3780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246" name="弧形 245"/>
              <p:cNvSpPr/>
              <p:nvPr/>
            </p:nvSpPr>
            <p:spPr>
              <a:xfrm rot="5400000">
                <a:off x="3549230" y="1355781"/>
                <a:ext cx="5358640" cy="5358639"/>
              </a:xfrm>
              <a:prstGeom prst="arc">
                <a:avLst>
                  <a:gd name="adj1" fmla="val 10729063"/>
                  <a:gd name="adj2" fmla="val 14659752"/>
                </a:avLst>
              </a:prstGeom>
              <a:ln w="6350" cap="rnd">
                <a:solidFill>
                  <a:schemeClr val="accent2"/>
                </a:solidFill>
                <a:headEnd type="none"/>
                <a:tailEnd type="non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 defTabSz="1920240">
                  <a:defRPr/>
                </a:pPr>
                <a:endParaRPr lang="zh-CN" altLang="en-US" sz="3780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pic>
          <p:nvPicPr>
            <p:cNvPr id="247" name="图片 246" descr="实时"/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2851" y="7882"/>
              <a:ext cx="363" cy="363"/>
            </a:xfrm>
            <a:prstGeom prst="rect">
              <a:avLst/>
            </a:prstGeom>
          </p:spPr>
        </p:pic>
      </p:grpSp>
      <p:grpSp>
        <p:nvGrpSpPr>
          <p:cNvPr id="248" name="组合 247"/>
          <p:cNvGrpSpPr/>
          <p:nvPr/>
        </p:nvGrpSpPr>
        <p:grpSpPr>
          <a:xfrm>
            <a:off x="7507605" y="3248025"/>
            <a:ext cx="335915" cy="335915"/>
            <a:chOff x="2639" y="7671"/>
            <a:chExt cx="786" cy="786"/>
          </a:xfrm>
        </p:grpSpPr>
        <p:sp>
          <p:nvSpPr>
            <p:cNvPr id="249" name="PA-椭圆 27"/>
            <p:cNvSpPr/>
            <p:nvPr>
              <p:custDataLst>
                <p:tags r:id="rId35"/>
              </p:custDataLst>
            </p:nvPr>
          </p:nvSpPr>
          <p:spPr>
            <a:xfrm>
              <a:off x="2639" y="7671"/>
              <a:ext cx="786" cy="786"/>
            </a:xfrm>
            <a:prstGeom prst="ellipse">
              <a:avLst/>
            </a:prstGeom>
            <a:gradFill flip="none" rotWithShape="1">
              <a:gsLst>
                <a:gs pos="60000">
                  <a:schemeClr val="accent1">
                    <a:alpha val="0"/>
                  </a:schemeClr>
                </a:gs>
                <a:gs pos="100000">
                  <a:schemeClr val="accent1">
                    <a:alpha val="2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 w="635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defTabSz="1920240"/>
              <a:endParaRPr lang="zh-CN" altLang="en-US" sz="378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grpSp>
          <p:nvGrpSpPr>
            <p:cNvPr id="250" name="组合 249"/>
            <p:cNvGrpSpPr/>
            <p:nvPr/>
          </p:nvGrpSpPr>
          <p:grpSpPr>
            <a:xfrm>
              <a:off x="2696" y="7727"/>
              <a:ext cx="673" cy="673"/>
              <a:chOff x="3549229" y="1355780"/>
              <a:chExt cx="5358640" cy="5358641"/>
            </a:xfrm>
          </p:grpSpPr>
          <p:sp>
            <p:nvSpPr>
              <p:cNvPr id="251" name="PA-椭圆 27"/>
              <p:cNvSpPr/>
              <p:nvPr>
                <p:custDataLst>
                  <p:tags r:id="rId36"/>
                </p:custDataLst>
              </p:nvPr>
            </p:nvSpPr>
            <p:spPr>
              <a:xfrm>
                <a:off x="4092132" y="1898672"/>
                <a:ext cx="4272867" cy="4272838"/>
              </a:xfrm>
              <a:prstGeom prst="ellips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accent2"/>
                </a:solidFill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 defTabSz="1920240">
                  <a:defRPr/>
                </a:pPr>
                <a:endParaRPr lang="zh-CN" altLang="en-US" sz="3780" dirty="0">
                  <a:solidFill>
                    <a:prstClr val="white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252" name="弧形 251"/>
              <p:cNvSpPr/>
              <p:nvPr/>
            </p:nvSpPr>
            <p:spPr>
              <a:xfrm rot="11094351">
                <a:off x="3549229" y="1355780"/>
                <a:ext cx="5358639" cy="5358640"/>
              </a:xfrm>
              <a:prstGeom prst="arc">
                <a:avLst>
                  <a:gd name="adj1" fmla="val 10673773"/>
                  <a:gd name="adj2" fmla="val 14659752"/>
                </a:avLst>
              </a:prstGeom>
              <a:ln w="6350" cap="rnd">
                <a:solidFill>
                  <a:schemeClr val="accent2"/>
                </a:solidFill>
                <a:headEnd type="none"/>
                <a:tailEnd type="non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 defTabSz="1920240">
                  <a:defRPr/>
                </a:pPr>
                <a:endParaRPr lang="zh-CN" altLang="en-US" sz="3780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253" name="弧形 252"/>
              <p:cNvSpPr/>
              <p:nvPr/>
            </p:nvSpPr>
            <p:spPr>
              <a:xfrm rot="16200000">
                <a:off x="3549230" y="1355781"/>
                <a:ext cx="5358640" cy="5358639"/>
              </a:xfrm>
              <a:prstGeom prst="arc">
                <a:avLst>
                  <a:gd name="adj1" fmla="val 10889005"/>
                  <a:gd name="adj2" fmla="val 14659752"/>
                </a:avLst>
              </a:prstGeom>
              <a:ln w="6350" cap="rnd">
                <a:solidFill>
                  <a:schemeClr val="accent2"/>
                </a:solidFill>
                <a:headEnd type="none"/>
                <a:tailEnd type="non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 defTabSz="1920240">
                  <a:defRPr/>
                </a:pPr>
                <a:endParaRPr lang="zh-CN" altLang="en-US" sz="3780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254" name="弧形 253"/>
              <p:cNvSpPr/>
              <p:nvPr/>
            </p:nvSpPr>
            <p:spPr>
              <a:xfrm rot="20700000">
                <a:off x="3549230" y="1355780"/>
                <a:ext cx="5358639" cy="5358640"/>
              </a:xfrm>
              <a:prstGeom prst="arc">
                <a:avLst>
                  <a:gd name="adj1" fmla="val 10729063"/>
                  <a:gd name="adj2" fmla="val 14659752"/>
                </a:avLst>
              </a:prstGeom>
              <a:ln w="6350" cap="rnd">
                <a:solidFill>
                  <a:schemeClr val="accent2"/>
                </a:solidFill>
                <a:headEnd type="none"/>
                <a:tailEnd type="non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 defTabSz="1920240">
                  <a:defRPr/>
                </a:pPr>
                <a:endParaRPr lang="zh-CN" altLang="en-US" sz="3780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255" name="弧形 254"/>
              <p:cNvSpPr/>
              <p:nvPr/>
            </p:nvSpPr>
            <p:spPr>
              <a:xfrm rot="5400000">
                <a:off x="3549230" y="1355781"/>
                <a:ext cx="5358640" cy="5358639"/>
              </a:xfrm>
              <a:prstGeom prst="arc">
                <a:avLst>
                  <a:gd name="adj1" fmla="val 10729063"/>
                  <a:gd name="adj2" fmla="val 14659752"/>
                </a:avLst>
              </a:prstGeom>
              <a:ln w="6350" cap="rnd">
                <a:solidFill>
                  <a:schemeClr val="accent2"/>
                </a:solidFill>
                <a:headEnd type="none"/>
                <a:tailEnd type="non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 defTabSz="1920240">
                  <a:defRPr/>
                </a:pPr>
                <a:endParaRPr lang="zh-CN" altLang="en-US" sz="3780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pic>
          <p:nvPicPr>
            <p:cNvPr id="256" name="图片 255" descr="实时"/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2851" y="7882"/>
              <a:ext cx="363" cy="363"/>
            </a:xfrm>
            <a:prstGeom prst="rect">
              <a:avLst/>
            </a:prstGeom>
          </p:spPr>
        </p:pic>
      </p:grpSp>
      <p:grpSp>
        <p:nvGrpSpPr>
          <p:cNvPr id="257" name="组合 256"/>
          <p:cNvGrpSpPr/>
          <p:nvPr/>
        </p:nvGrpSpPr>
        <p:grpSpPr>
          <a:xfrm>
            <a:off x="7507605" y="3903345"/>
            <a:ext cx="335915" cy="335915"/>
            <a:chOff x="2639" y="7671"/>
            <a:chExt cx="786" cy="786"/>
          </a:xfrm>
        </p:grpSpPr>
        <p:sp>
          <p:nvSpPr>
            <p:cNvPr id="258" name="PA-椭圆 27"/>
            <p:cNvSpPr/>
            <p:nvPr>
              <p:custDataLst>
                <p:tags r:id="rId37"/>
              </p:custDataLst>
            </p:nvPr>
          </p:nvSpPr>
          <p:spPr>
            <a:xfrm>
              <a:off x="2639" y="7671"/>
              <a:ext cx="786" cy="786"/>
            </a:xfrm>
            <a:prstGeom prst="ellipse">
              <a:avLst/>
            </a:prstGeom>
            <a:gradFill flip="none" rotWithShape="1">
              <a:gsLst>
                <a:gs pos="60000">
                  <a:schemeClr val="accent1">
                    <a:alpha val="0"/>
                  </a:schemeClr>
                </a:gs>
                <a:gs pos="100000">
                  <a:schemeClr val="accent1">
                    <a:alpha val="2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 w="635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defTabSz="1920240"/>
              <a:endParaRPr lang="zh-CN" altLang="en-US" sz="378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grpSp>
          <p:nvGrpSpPr>
            <p:cNvPr id="259" name="组合 258"/>
            <p:cNvGrpSpPr/>
            <p:nvPr/>
          </p:nvGrpSpPr>
          <p:grpSpPr>
            <a:xfrm>
              <a:off x="2696" y="7727"/>
              <a:ext cx="673" cy="673"/>
              <a:chOff x="3549229" y="1355780"/>
              <a:chExt cx="5358640" cy="5358641"/>
            </a:xfrm>
          </p:grpSpPr>
          <p:sp>
            <p:nvSpPr>
              <p:cNvPr id="260" name="PA-椭圆 27"/>
              <p:cNvSpPr/>
              <p:nvPr>
                <p:custDataLst>
                  <p:tags r:id="rId38"/>
                </p:custDataLst>
              </p:nvPr>
            </p:nvSpPr>
            <p:spPr>
              <a:xfrm>
                <a:off x="4092132" y="1898672"/>
                <a:ext cx="4272867" cy="4272838"/>
              </a:xfrm>
              <a:prstGeom prst="ellips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accent2"/>
                </a:solidFill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 defTabSz="1920240">
                  <a:defRPr/>
                </a:pPr>
                <a:endParaRPr lang="zh-CN" altLang="en-US" sz="3780" dirty="0">
                  <a:solidFill>
                    <a:prstClr val="white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261" name="弧形 260"/>
              <p:cNvSpPr/>
              <p:nvPr/>
            </p:nvSpPr>
            <p:spPr>
              <a:xfrm rot="11094351">
                <a:off x="3549229" y="1355780"/>
                <a:ext cx="5358639" cy="5358640"/>
              </a:xfrm>
              <a:prstGeom prst="arc">
                <a:avLst>
                  <a:gd name="adj1" fmla="val 10673773"/>
                  <a:gd name="adj2" fmla="val 14659752"/>
                </a:avLst>
              </a:prstGeom>
              <a:ln w="6350" cap="rnd">
                <a:solidFill>
                  <a:schemeClr val="accent2"/>
                </a:solidFill>
                <a:headEnd type="none"/>
                <a:tailEnd type="non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 defTabSz="1920240">
                  <a:defRPr/>
                </a:pPr>
                <a:endParaRPr lang="zh-CN" altLang="en-US" sz="3780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262" name="弧形 261"/>
              <p:cNvSpPr/>
              <p:nvPr/>
            </p:nvSpPr>
            <p:spPr>
              <a:xfrm rot="16200000">
                <a:off x="3549230" y="1355781"/>
                <a:ext cx="5358640" cy="5358639"/>
              </a:xfrm>
              <a:prstGeom prst="arc">
                <a:avLst>
                  <a:gd name="adj1" fmla="val 10889005"/>
                  <a:gd name="adj2" fmla="val 14659752"/>
                </a:avLst>
              </a:prstGeom>
              <a:ln w="6350" cap="rnd">
                <a:solidFill>
                  <a:schemeClr val="accent2"/>
                </a:solidFill>
                <a:headEnd type="none"/>
                <a:tailEnd type="non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 defTabSz="1920240">
                  <a:defRPr/>
                </a:pPr>
                <a:endParaRPr lang="zh-CN" altLang="en-US" sz="3780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263" name="弧形 262"/>
              <p:cNvSpPr/>
              <p:nvPr/>
            </p:nvSpPr>
            <p:spPr>
              <a:xfrm rot="20700000">
                <a:off x="3549230" y="1355780"/>
                <a:ext cx="5358639" cy="5358640"/>
              </a:xfrm>
              <a:prstGeom prst="arc">
                <a:avLst>
                  <a:gd name="adj1" fmla="val 10729063"/>
                  <a:gd name="adj2" fmla="val 14659752"/>
                </a:avLst>
              </a:prstGeom>
              <a:ln w="6350" cap="rnd">
                <a:solidFill>
                  <a:schemeClr val="accent2"/>
                </a:solidFill>
                <a:headEnd type="none"/>
                <a:tailEnd type="non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 defTabSz="1920240">
                  <a:defRPr/>
                </a:pPr>
                <a:endParaRPr lang="zh-CN" altLang="en-US" sz="3780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264" name="弧形 263"/>
              <p:cNvSpPr/>
              <p:nvPr/>
            </p:nvSpPr>
            <p:spPr>
              <a:xfrm rot="5400000">
                <a:off x="3549230" y="1355781"/>
                <a:ext cx="5358640" cy="5358639"/>
              </a:xfrm>
              <a:prstGeom prst="arc">
                <a:avLst>
                  <a:gd name="adj1" fmla="val 10729063"/>
                  <a:gd name="adj2" fmla="val 14659752"/>
                </a:avLst>
              </a:prstGeom>
              <a:ln w="6350" cap="rnd">
                <a:solidFill>
                  <a:schemeClr val="accent2"/>
                </a:solidFill>
                <a:headEnd type="none"/>
                <a:tailEnd type="non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 defTabSz="1920240">
                  <a:defRPr/>
                </a:pPr>
                <a:endParaRPr lang="zh-CN" altLang="en-US" sz="3780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pic>
          <p:nvPicPr>
            <p:cNvPr id="265" name="图片 264" descr="实时"/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2851" y="7882"/>
              <a:ext cx="363" cy="363"/>
            </a:xfrm>
            <a:prstGeom prst="rect">
              <a:avLst/>
            </a:prstGeom>
          </p:spPr>
        </p:pic>
      </p:grpSp>
      <p:sp>
        <p:nvSpPr>
          <p:cNvPr id="270" name="文本框 269"/>
          <p:cNvSpPr txBox="1"/>
          <p:nvPr/>
        </p:nvSpPr>
        <p:spPr>
          <a:xfrm>
            <a:off x="2991485" y="1814830"/>
            <a:ext cx="1638935" cy="260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11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兴趣电商超社交电商</a:t>
            </a:r>
            <a:endParaRPr lang="zh-CN" altLang="en-US" sz="11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1" name="文本框 270"/>
          <p:cNvSpPr txBox="1"/>
          <p:nvPr/>
        </p:nvSpPr>
        <p:spPr>
          <a:xfrm>
            <a:off x="2991485" y="2008505"/>
            <a:ext cx="15424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90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用户通过短视频和直播</a:t>
            </a:r>
            <a:r>
              <a:rPr lang="en-US" altLang="zh-CN" sz="90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90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种草</a:t>
            </a:r>
            <a:r>
              <a:rPr lang="en-US" altLang="zh-CN" sz="90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 sz="90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购买</a:t>
            </a:r>
            <a:r>
              <a:rPr lang="en-US" altLang="zh-CN" sz="90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90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的链路凸显</a:t>
            </a:r>
            <a:endParaRPr lang="zh-CN" altLang="en-US" sz="900">
              <a:solidFill>
                <a:schemeClr val="accent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3" name="文本框 272"/>
          <p:cNvSpPr txBox="1"/>
          <p:nvPr/>
        </p:nvSpPr>
        <p:spPr>
          <a:xfrm>
            <a:off x="2991485" y="2510155"/>
            <a:ext cx="1638935" cy="260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11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社交媒体营销主导</a:t>
            </a:r>
            <a:endParaRPr lang="zh-CN" altLang="en-US" sz="11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4" name="文本框 273"/>
          <p:cNvSpPr txBox="1"/>
          <p:nvPr/>
        </p:nvSpPr>
        <p:spPr>
          <a:xfrm>
            <a:off x="2991485" y="2703830"/>
            <a:ext cx="15424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90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KOL</a:t>
            </a:r>
            <a:r>
              <a:rPr lang="zh-CN" altLang="en-US" sz="90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内容营销、品牌自播和素人营销是重点。</a:t>
            </a:r>
            <a:endParaRPr lang="zh-CN" altLang="en-US" sz="900">
              <a:solidFill>
                <a:schemeClr val="accent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6" name="文本框 275"/>
          <p:cNvSpPr txBox="1"/>
          <p:nvPr/>
        </p:nvSpPr>
        <p:spPr>
          <a:xfrm>
            <a:off x="2991485" y="3166110"/>
            <a:ext cx="1638935" cy="260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11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跨渠道整合成为主流</a:t>
            </a:r>
            <a:endParaRPr lang="zh-CN" altLang="en-US" sz="11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7" name="文本框 276"/>
          <p:cNvSpPr txBox="1"/>
          <p:nvPr/>
        </p:nvSpPr>
        <p:spPr>
          <a:xfrm>
            <a:off x="2991485" y="3359785"/>
            <a:ext cx="15424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90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整合</a:t>
            </a:r>
            <a:r>
              <a:rPr lang="en-US" altLang="zh-CN" sz="90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APP/</a:t>
            </a:r>
            <a:r>
              <a:rPr lang="zh-CN" altLang="en-US" sz="90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小程序</a:t>
            </a:r>
            <a:r>
              <a:rPr lang="en-US" altLang="zh-CN" sz="90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90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智能汽车等多终端流量成为主流</a:t>
            </a:r>
            <a:endParaRPr lang="en-US" altLang="zh-CN" sz="900">
              <a:solidFill>
                <a:schemeClr val="accent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9" name="文本框 278"/>
          <p:cNvSpPr txBox="1"/>
          <p:nvPr/>
        </p:nvSpPr>
        <p:spPr>
          <a:xfrm>
            <a:off x="2991485" y="3867150"/>
            <a:ext cx="1638935" cy="260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11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品效协同矛盾加剧</a:t>
            </a:r>
            <a:endParaRPr lang="zh-CN" altLang="en-US" sz="11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0" name="文本框 279"/>
          <p:cNvSpPr txBox="1"/>
          <p:nvPr/>
        </p:nvSpPr>
        <p:spPr>
          <a:xfrm>
            <a:off x="2991485" y="4060825"/>
            <a:ext cx="15424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90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低价促销与品牌溢价之间的平衡成为挑战</a:t>
            </a:r>
            <a:endParaRPr lang="zh-CN" altLang="en-US" sz="900">
              <a:solidFill>
                <a:schemeClr val="accent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81" name="组合 280"/>
          <p:cNvGrpSpPr/>
          <p:nvPr/>
        </p:nvGrpSpPr>
        <p:grpSpPr>
          <a:xfrm>
            <a:off x="7898765" y="1842135"/>
            <a:ext cx="1638935" cy="561975"/>
            <a:chOff x="529" y="3111"/>
            <a:chExt cx="2581" cy="885"/>
          </a:xfrm>
        </p:grpSpPr>
        <p:sp>
          <p:nvSpPr>
            <p:cNvPr id="282" name="文本框 281"/>
            <p:cNvSpPr txBox="1"/>
            <p:nvPr/>
          </p:nvSpPr>
          <p:spPr>
            <a:xfrm>
              <a:off x="529" y="3111"/>
              <a:ext cx="2581" cy="4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/>
              <a:r>
                <a:rPr lang="zh-CN" altLang="en-US" sz="1100" b="1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年轻用户主导消费</a:t>
              </a:r>
              <a:endParaRPr lang="zh-CN" altLang="en-US" sz="11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83" name="文本框 282"/>
            <p:cNvSpPr txBox="1"/>
            <p:nvPr/>
          </p:nvSpPr>
          <p:spPr>
            <a:xfrm>
              <a:off x="529" y="3416"/>
              <a:ext cx="242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/>
              <a:r>
                <a:rPr lang="en-US" altLang="zh-CN" sz="900">
                  <a:solidFill>
                    <a:schemeClr val="accent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90</a:t>
              </a:r>
              <a:r>
                <a:rPr lang="zh-CN" altLang="en-US" sz="900">
                  <a:solidFill>
                    <a:schemeClr val="accent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后、</a:t>
              </a:r>
              <a:r>
                <a:rPr lang="en-US" altLang="zh-CN" sz="900">
                  <a:solidFill>
                    <a:schemeClr val="accent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00</a:t>
              </a:r>
              <a:r>
                <a:rPr lang="zh-CN" altLang="en-US" sz="900">
                  <a:solidFill>
                    <a:schemeClr val="accent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后线上高消费群体占比提升</a:t>
              </a:r>
              <a:r>
                <a:rPr lang="en-US" altLang="zh-CN" sz="900">
                  <a:solidFill>
                    <a:schemeClr val="accent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9.8%</a:t>
              </a:r>
              <a:endParaRPr lang="zh-CN" altLang="en-US" sz="90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284" name="组合 283"/>
          <p:cNvGrpSpPr/>
          <p:nvPr/>
        </p:nvGrpSpPr>
        <p:grpSpPr>
          <a:xfrm>
            <a:off x="7898765" y="2491105"/>
            <a:ext cx="1638935" cy="561975"/>
            <a:chOff x="529" y="3111"/>
            <a:chExt cx="2581" cy="885"/>
          </a:xfrm>
        </p:grpSpPr>
        <p:sp>
          <p:nvSpPr>
            <p:cNvPr id="285" name="文本框 284"/>
            <p:cNvSpPr txBox="1"/>
            <p:nvPr/>
          </p:nvSpPr>
          <p:spPr>
            <a:xfrm>
              <a:off x="529" y="3111"/>
              <a:ext cx="2581" cy="4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/>
              <a:r>
                <a:rPr lang="zh-CN" altLang="en-US" sz="1100" b="1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情绪价值需求凸显</a:t>
              </a:r>
              <a:endParaRPr lang="zh-CN" altLang="en-US" sz="11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86" name="文本框 285"/>
            <p:cNvSpPr txBox="1"/>
            <p:nvPr/>
          </p:nvSpPr>
          <p:spPr>
            <a:xfrm>
              <a:off x="529" y="3416"/>
              <a:ext cx="242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/>
              <a:r>
                <a:rPr lang="zh-CN" altLang="en-US" sz="900">
                  <a:solidFill>
                    <a:schemeClr val="accent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年轻用户更倾向为情感共鸣和个性化服务付费</a:t>
              </a:r>
              <a:endParaRPr lang="zh-CN" altLang="en-US" sz="90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288" name="组合 287"/>
          <p:cNvGrpSpPr/>
          <p:nvPr/>
        </p:nvGrpSpPr>
        <p:grpSpPr>
          <a:xfrm>
            <a:off x="7898765" y="3118485"/>
            <a:ext cx="1638935" cy="561975"/>
            <a:chOff x="529" y="3111"/>
            <a:chExt cx="2581" cy="885"/>
          </a:xfrm>
        </p:grpSpPr>
        <p:sp>
          <p:nvSpPr>
            <p:cNvPr id="289" name="文本框 288"/>
            <p:cNvSpPr txBox="1"/>
            <p:nvPr/>
          </p:nvSpPr>
          <p:spPr>
            <a:xfrm>
              <a:off x="529" y="3111"/>
              <a:ext cx="2581" cy="4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/>
              <a:r>
                <a:rPr lang="zh-CN" altLang="en-US" sz="1100" b="1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内容质量要求提高</a:t>
              </a:r>
              <a:endParaRPr lang="zh-CN" altLang="en-US" sz="11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90" name="文本框 289"/>
            <p:cNvSpPr txBox="1"/>
            <p:nvPr/>
          </p:nvSpPr>
          <p:spPr>
            <a:xfrm>
              <a:off x="529" y="3416"/>
              <a:ext cx="242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/>
              <a:r>
                <a:rPr lang="zh-CN" altLang="en-US" sz="900">
                  <a:solidFill>
                    <a:schemeClr val="accent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用户对低质量营销内容容忍度降低，关注原创作品</a:t>
              </a:r>
              <a:endParaRPr lang="zh-CN" altLang="en-US" sz="90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291" name="组合 290"/>
          <p:cNvGrpSpPr/>
          <p:nvPr/>
        </p:nvGrpSpPr>
        <p:grpSpPr>
          <a:xfrm>
            <a:off x="7898765" y="3836670"/>
            <a:ext cx="1638935" cy="561975"/>
            <a:chOff x="529" y="3111"/>
            <a:chExt cx="2581" cy="885"/>
          </a:xfrm>
        </p:grpSpPr>
        <p:sp>
          <p:nvSpPr>
            <p:cNvPr id="292" name="文本框 291"/>
            <p:cNvSpPr txBox="1"/>
            <p:nvPr/>
          </p:nvSpPr>
          <p:spPr>
            <a:xfrm>
              <a:off x="529" y="3111"/>
              <a:ext cx="2581" cy="4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/>
              <a:r>
                <a:rPr lang="zh-CN" altLang="en-US" sz="1100" b="1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下沉市场潜力释放</a:t>
              </a:r>
              <a:endParaRPr lang="zh-CN" altLang="en-US" sz="11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93" name="文本框 292"/>
            <p:cNvSpPr txBox="1"/>
            <p:nvPr/>
          </p:nvSpPr>
          <p:spPr>
            <a:xfrm>
              <a:off x="529" y="3416"/>
              <a:ext cx="242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/>
              <a:r>
                <a:rPr lang="zh-CN" altLang="en-US" sz="900">
                  <a:solidFill>
                    <a:schemeClr val="accent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本地生活、支付结算等应用在下沉市场增速显著</a:t>
              </a:r>
              <a:endParaRPr lang="zh-CN" altLang="en-US" sz="90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304" name="任意多边形 303"/>
          <p:cNvSpPr/>
          <p:nvPr/>
        </p:nvSpPr>
        <p:spPr>
          <a:xfrm>
            <a:off x="3835400" y="1350010"/>
            <a:ext cx="2090420" cy="509905"/>
          </a:xfrm>
          <a:custGeom>
            <a:avLst/>
            <a:gdLst>
              <a:gd name="connisteX0" fmla="*/ 0 w 2090420"/>
              <a:gd name="connsiteY0" fmla="*/ 0 h 509905"/>
              <a:gd name="connisteX1" fmla="*/ 1171575 w 2090420"/>
              <a:gd name="connsiteY1" fmla="*/ 100330 h 509905"/>
              <a:gd name="connisteX2" fmla="*/ 1728470 w 2090420"/>
              <a:gd name="connsiteY2" fmla="*/ 233680 h 509905"/>
              <a:gd name="connisteX3" fmla="*/ 2090420 w 2090420"/>
              <a:gd name="connsiteY3" fmla="*/ 509905 h 50990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2090420" h="509905">
                <a:moveTo>
                  <a:pt x="0" y="0"/>
                </a:moveTo>
                <a:cubicBezTo>
                  <a:pt x="222885" y="17145"/>
                  <a:pt x="826135" y="53340"/>
                  <a:pt x="1171575" y="100330"/>
                </a:cubicBezTo>
                <a:cubicBezTo>
                  <a:pt x="1517015" y="147320"/>
                  <a:pt x="1544955" y="151765"/>
                  <a:pt x="1728470" y="233680"/>
                </a:cubicBezTo>
                <a:cubicBezTo>
                  <a:pt x="1911985" y="315595"/>
                  <a:pt x="2029460" y="457200"/>
                  <a:pt x="2090420" y="509905"/>
                </a:cubicBezTo>
              </a:path>
            </a:pathLst>
          </a:custGeom>
          <a:noFill/>
          <a:ln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accent1">
                    <a:lumMod val="60000"/>
                    <a:lumOff val="4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305" name="任意多边形 304"/>
          <p:cNvSpPr/>
          <p:nvPr/>
        </p:nvSpPr>
        <p:spPr>
          <a:xfrm flipH="1">
            <a:off x="6724015" y="1304925"/>
            <a:ext cx="2090420" cy="509905"/>
          </a:xfrm>
          <a:custGeom>
            <a:avLst/>
            <a:gdLst>
              <a:gd name="connisteX0" fmla="*/ 0 w 2090420"/>
              <a:gd name="connsiteY0" fmla="*/ 0 h 509905"/>
              <a:gd name="connisteX1" fmla="*/ 1171575 w 2090420"/>
              <a:gd name="connsiteY1" fmla="*/ 100330 h 509905"/>
              <a:gd name="connisteX2" fmla="*/ 1728470 w 2090420"/>
              <a:gd name="connsiteY2" fmla="*/ 233680 h 509905"/>
              <a:gd name="connisteX3" fmla="*/ 2090420 w 2090420"/>
              <a:gd name="connsiteY3" fmla="*/ 509905 h 50990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2090420" h="509905">
                <a:moveTo>
                  <a:pt x="0" y="0"/>
                </a:moveTo>
                <a:cubicBezTo>
                  <a:pt x="222885" y="17145"/>
                  <a:pt x="826135" y="53340"/>
                  <a:pt x="1171575" y="100330"/>
                </a:cubicBezTo>
                <a:cubicBezTo>
                  <a:pt x="1517015" y="147320"/>
                  <a:pt x="1544955" y="151765"/>
                  <a:pt x="1728470" y="233680"/>
                </a:cubicBezTo>
                <a:cubicBezTo>
                  <a:pt x="1911985" y="315595"/>
                  <a:pt x="2029460" y="457200"/>
                  <a:pt x="2090420" y="509905"/>
                </a:cubicBezTo>
              </a:path>
            </a:pathLst>
          </a:custGeom>
          <a:noFill/>
          <a:ln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accent1">
                    <a:lumMod val="60000"/>
                    <a:lumOff val="4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cs typeface="微软雅黑" panose="020B0503020204020204" charset="-122"/>
              <a:sym typeface="+mn-ea"/>
            </a:endParaRPr>
          </a:p>
        </p:txBody>
      </p:sp>
      <p:sp>
        <p:nvSpPr>
          <p:cNvPr id="306" name="任意多边形 305"/>
          <p:cNvSpPr/>
          <p:nvPr/>
        </p:nvSpPr>
        <p:spPr>
          <a:xfrm flipV="1">
            <a:off x="1324610" y="4347210"/>
            <a:ext cx="4159885" cy="509905"/>
          </a:xfrm>
          <a:custGeom>
            <a:avLst/>
            <a:gdLst>
              <a:gd name="connisteX0" fmla="*/ 0 w 2090420"/>
              <a:gd name="connsiteY0" fmla="*/ 0 h 509905"/>
              <a:gd name="connisteX1" fmla="*/ 1171575 w 2090420"/>
              <a:gd name="connsiteY1" fmla="*/ 100330 h 509905"/>
              <a:gd name="connisteX2" fmla="*/ 1728470 w 2090420"/>
              <a:gd name="connsiteY2" fmla="*/ 233680 h 509905"/>
              <a:gd name="connisteX3" fmla="*/ 2090420 w 2090420"/>
              <a:gd name="connsiteY3" fmla="*/ 509905 h 50990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2090420" h="509905">
                <a:moveTo>
                  <a:pt x="0" y="0"/>
                </a:moveTo>
                <a:cubicBezTo>
                  <a:pt x="222885" y="17145"/>
                  <a:pt x="826135" y="53340"/>
                  <a:pt x="1171575" y="100330"/>
                </a:cubicBezTo>
                <a:cubicBezTo>
                  <a:pt x="1517015" y="147320"/>
                  <a:pt x="1544955" y="151765"/>
                  <a:pt x="1728470" y="233680"/>
                </a:cubicBezTo>
                <a:cubicBezTo>
                  <a:pt x="1911985" y="315595"/>
                  <a:pt x="2029460" y="457200"/>
                  <a:pt x="2090420" y="509905"/>
                </a:cubicBezTo>
              </a:path>
            </a:pathLst>
          </a:custGeom>
          <a:noFill/>
          <a:ln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accent1">
                    <a:lumMod val="60000"/>
                    <a:lumOff val="4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cs typeface="微软雅黑" panose="020B0503020204020204" charset="-122"/>
              <a:sym typeface="+mn-ea"/>
            </a:endParaRPr>
          </a:p>
        </p:txBody>
      </p:sp>
      <p:sp>
        <p:nvSpPr>
          <p:cNvPr id="307" name="任意多边形 306"/>
          <p:cNvSpPr/>
          <p:nvPr/>
        </p:nvSpPr>
        <p:spPr>
          <a:xfrm flipH="1" flipV="1">
            <a:off x="7091045" y="4398645"/>
            <a:ext cx="4159885" cy="509905"/>
          </a:xfrm>
          <a:custGeom>
            <a:avLst/>
            <a:gdLst>
              <a:gd name="connisteX0" fmla="*/ 0 w 2090420"/>
              <a:gd name="connsiteY0" fmla="*/ 0 h 509905"/>
              <a:gd name="connisteX1" fmla="*/ 1171575 w 2090420"/>
              <a:gd name="connsiteY1" fmla="*/ 100330 h 509905"/>
              <a:gd name="connisteX2" fmla="*/ 1728470 w 2090420"/>
              <a:gd name="connsiteY2" fmla="*/ 233680 h 509905"/>
              <a:gd name="connisteX3" fmla="*/ 2090420 w 2090420"/>
              <a:gd name="connsiteY3" fmla="*/ 509905 h 50990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2090420" h="509905">
                <a:moveTo>
                  <a:pt x="0" y="0"/>
                </a:moveTo>
                <a:cubicBezTo>
                  <a:pt x="222885" y="17145"/>
                  <a:pt x="826135" y="53340"/>
                  <a:pt x="1171575" y="100330"/>
                </a:cubicBezTo>
                <a:cubicBezTo>
                  <a:pt x="1517015" y="147320"/>
                  <a:pt x="1544955" y="151765"/>
                  <a:pt x="1728470" y="233680"/>
                </a:cubicBezTo>
                <a:cubicBezTo>
                  <a:pt x="1911985" y="315595"/>
                  <a:pt x="2029460" y="457200"/>
                  <a:pt x="2090420" y="509905"/>
                </a:cubicBezTo>
              </a:path>
            </a:pathLst>
          </a:custGeom>
          <a:noFill/>
          <a:ln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accent1">
                    <a:lumMod val="60000"/>
                    <a:lumOff val="4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cs typeface="微软雅黑" panose="020B0503020204020204" charset="-122"/>
              <a:sym typeface="+mn-ea"/>
            </a:endParaRPr>
          </a:p>
        </p:txBody>
      </p:sp>
      <p:sp>
        <p:nvSpPr>
          <p:cNvPr id="308" name="椭圆 307"/>
          <p:cNvSpPr/>
          <p:nvPr/>
        </p:nvSpPr>
        <p:spPr>
          <a:xfrm>
            <a:off x="5047615" y="1867535"/>
            <a:ext cx="2280920" cy="2280920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1"/>
            </a:solidFill>
            <a:prstDash val="solid"/>
          </a:ln>
          <a:effectLst>
            <a:glow rad="63500">
              <a:schemeClr val="accent1">
                <a:alpha val="40000"/>
              </a:schemeClr>
            </a:glo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309" name="椭圆 308"/>
          <p:cNvSpPr/>
          <p:nvPr/>
        </p:nvSpPr>
        <p:spPr>
          <a:xfrm>
            <a:off x="5338128" y="2158048"/>
            <a:ext cx="1699895" cy="1699895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6350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310" name="椭圆 309"/>
          <p:cNvSpPr/>
          <p:nvPr/>
        </p:nvSpPr>
        <p:spPr>
          <a:xfrm>
            <a:off x="5455285" y="2275205"/>
            <a:ext cx="1465580" cy="1465580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311" name="椭圆 310"/>
          <p:cNvSpPr/>
          <p:nvPr/>
        </p:nvSpPr>
        <p:spPr>
          <a:xfrm>
            <a:off x="5172075" y="1991995"/>
            <a:ext cx="2032000" cy="2032000"/>
          </a:xfrm>
          <a:prstGeom prst="ellipse">
            <a:avLst/>
          </a:prstGeom>
          <a:noFill/>
          <a:ln w="12700">
            <a:solidFill>
              <a:schemeClr val="accent1">
                <a:lumMod val="40000"/>
                <a:lumOff val="60000"/>
              </a:schemeClr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312" name="文本框 311"/>
          <p:cNvSpPr txBox="1"/>
          <p:nvPr/>
        </p:nvSpPr>
        <p:spPr>
          <a:xfrm flipH="1">
            <a:off x="5439093" y="2623820"/>
            <a:ext cx="1497965" cy="768350"/>
          </a:xfrm>
          <a:prstGeom prst="rect">
            <a:avLst/>
          </a:prstGeom>
          <a:noFill/>
          <a:effectLst>
            <a:outerShdw blurRad="50800" dist="38100" dir="2700000" algn="tl" rotWithShape="0">
              <a:schemeClr val="accent2">
                <a:alpha val="40000"/>
              </a:schemeClr>
            </a:outerShdw>
          </a:effectLst>
        </p:spPr>
        <p:txBody>
          <a:bodyPr wrap="square" rtlCol="0">
            <a:spAutoFit/>
          </a:bodyPr>
          <a:p>
            <a:pPr algn="ctr"/>
            <a:r>
              <a:rPr lang="zh-CN" altLang="en-US" sz="2200" b="1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数字化</a:t>
            </a:r>
            <a:endParaRPr lang="zh-CN" altLang="en-US" sz="2200" b="1">
              <a:solidFill>
                <a:schemeClr val="accent1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2200" b="1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营销趋势</a:t>
            </a:r>
            <a:endParaRPr lang="zh-CN" altLang="en-US" sz="2200" b="1">
              <a:solidFill>
                <a:schemeClr val="accent1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3" name="椭圆 312"/>
          <p:cNvSpPr/>
          <p:nvPr/>
        </p:nvSpPr>
        <p:spPr>
          <a:xfrm rot="10800000" flipH="1">
            <a:off x="6945630" y="1420495"/>
            <a:ext cx="2846070" cy="3488055"/>
          </a:xfrm>
          <a:prstGeom prst="ellipse">
            <a:avLst/>
          </a:prstGeom>
          <a:noFill/>
          <a:ln>
            <a:gradFill>
              <a:gsLst>
                <a:gs pos="83000">
                  <a:schemeClr val="accent5">
                    <a:alpha val="0"/>
                  </a:schemeClr>
                </a:gs>
                <a:gs pos="100000">
                  <a:schemeClr val="accent5"/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6" name="矩形 315"/>
          <p:cNvSpPr/>
          <p:nvPr/>
        </p:nvSpPr>
        <p:spPr>
          <a:xfrm>
            <a:off x="2240915" y="2837815"/>
            <a:ext cx="596900" cy="5969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grpSp>
        <p:nvGrpSpPr>
          <p:cNvPr id="317" name="组合 316"/>
          <p:cNvGrpSpPr/>
          <p:nvPr/>
        </p:nvGrpSpPr>
        <p:grpSpPr>
          <a:xfrm flipH="1">
            <a:off x="2240915" y="2894965"/>
            <a:ext cx="728345" cy="506730"/>
            <a:chOff x="11182" y="11546"/>
            <a:chExt cx="1147" cy="798"/>
          </a:xfrm>
        </p:grpSpPr>
        <p:sp>
          <p:nvSpPr>
            <p:cNvPr id="318" name="菱形 317"/>
            <p:cNvSpPr/>
            <p:nvPr/>
          </p:nvSpPr>
          <p:spPr>
            <a:xfrm rot="10800000" flipV="1">
              <a:off x="11182" y="11546"/>
              <a:ext cx="902" cy="779"/>
            </a:xfrm>
            <a:prstGeom prst="diamond">
              <a:avLst/>
            </a:prstGeom>
            <a:gradFill flip="none" rotWithShape="1">
              <a:gsLst>
                <a:gs pos="0">
                  <a:schemeClr val="accent5"/>
                </a:gs>
                <a:gs pos="50000">
                  <a:schemeClr val="accent5">
                    <a:alpha val="0"/>
                  </a:schemeClr>
                </a:gs>
              </a:gsLst>
              <a:lin ang="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>
              <a:noAutofit/>
            </a:bodyPr>
            <a:p>
              <a:pPr lvl="0" algn="ctr">
                <a:buClrTx/>
                <a:buSzTx/>
                <a:buFontTx/>
                <a:defRPr/>
              </a:pPr>
              <a:endParaRPr lang="zh-CN" altLang="en-US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319" name="菱形 318"/>
            <p:cNvSpPr/>
            <p:nvPr/>
          </p:nvSpPr>
          <p:spPr>
            <a:xfrm rot="10800000" flipV="1">
              <a:off x="11427" y="11566"/>
              <a:ext cx="902" cy="779"/>
            </a:xfrm>
            <a:prstGeom prst="diamond">
              <a:avLst/>
            </a:prstGeom>
            <a:gradFill flip="none" rotWithShape="1">
              <a:gsLst>
                <a:gs pos="0">
                  <a:schemeClr val="accent5"/>
                </a:gs>
                <a:gs pos="50000">
                  <a:schemeClr val="accent5">
                    <a:alpha val="0"/>
                  </a:schemeClr>
                </a:gs>
              </a:gsLst>
              <a:lin ang="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>
              <a:noAutofit/>
            </a:bodyPr>
            <a:p>
              <a:pPr lvl="0" algn="ctr">
                <a:buClrTx/>
                <a:buSzTx/>
                <a:buFontTx/>
                <a:defRPr/>
              </a:pPr>
              <a:endParaRPr lang="zh-CN" altLang="en-US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sp>
        <p:nvSpPr>
          <p:cNvPr id="320" name="矩形 319"/>
          <p:cNvSpPr/>
          <p:nvPr/>
        </p:nvSpPr>
        <p:spPr>
          <a:xfrm>
            <a:off x="9374505" y="2837815"/>
            <a:ext cx="596900" cy="5969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grpSp>
        <p:nvGrpSpPr>
          <p:cNvPr id="321" name="组合 320"/>
          <p:cNvGrpSpPr/>
          <p:nvPr/>
        </p:nvGrpSpPr>
        <p:grpSpPr>
          <a:xfrm>
            <a:off x="9218930" y="2806065"/>
            <a:ext cx="728345" cy="506730"/>
            <a:chOff x="11182" y="11546"/>
            <a:chExt cx="1147" cy="798"/>
          </a:xfrm>
        </p:grpSpPr>
        <p:sp>
          <p:nvSpPr>
            <p:cNvPr id="322" name="菱形 321"/>
            <p:cNvSpPr/>
            <p:nvPr/>
          </p:nvSpPr>
          <p:spPr>
            <a:xfrm rot="10800000" flipV="1">
              <a:off x="11182" y="11546"/>
              <a:ext cx="902" cy="779"/>
            </a:xfrm>
            <a:prstGeom prst="diamond">
              <a:avLst/>
            </a:prstGeom>
            <a:gradFill flip="none" rotWithShape="1">
              <a:gsLst>
                <a:gs pos="0">
                  <a:schemeClr val="accent5"/>
                </a:gs>
                <a:gs pos="50000">
                  <a:schemeClr val="accent5">
                    <a:alpha val="0"/>
                  </a:schemeClr>
                </a:gs>
              </a:gsLst>
              <a:lin ang="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>
              <a:noAutofit/>
            </a:bodyPr>
            <a:p>
              <a:pPr lvl="0" algn="ctr">
                <a:buClrTx/>
                <a:buSzTx/>
                <a:buFontTx/>
                <a:defRPr/>
              </a:pPr>
              <a:endParaRPr lang="zh-CN" altLang="en-US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323" name="菱形 322"/>
            <p:cNvSpPr/>
            <p:nvPr/>
          </p:nvSpPr>
          <p:spPr>
            <a:xfrm rot="10800000" flipV="1">
              <a:off x="11427" y="11566"/>
              <a:ext cx="902" cy="779"/>
            </a:xfrm>
            <a:prstGeom prst="diamond">
              <a:avLst/>
            </a:prstGeom>
            <a:gradFill flip="none" rotWithShape="1">
              <a:gsLst>
                <a:gs pos="0">
                  <a:schemeClr val="accent5"/>
                </a:gs>
                <a:gs pos="50000">
                  <a:schemeClr val="accent5">
                    <a:alpha val="0"/>
                  </a:schemeClr>
                </a:gs>
              </a:gsLst>
              <a:lin ang="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>
              <a:noAutofit/>
            </a:bodyPr>
            <a:p>
              <a:pPr lvl="0" algn="ctr">
                <a:buClrTx/>
                <a:buSzTx/>
                <a:buFontTx/>
                <a:defRPr/>
              </a:pPr>
              <a:endParaRPr lang="zh-CN" altLang="en-US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sp>
        <p:nvSpPr>
          <p:cNvPr id="324" name="圆角矩形 323"/>
          <p:cNvSpPr/>
          <p:nvPr/>
        </p:nvSpPr>
        <p:spPr>
          <a:xfrm>
            <a:off x="8367395" y="1070610"/>
            <a:ext cx="3131185" cy="56261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08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b="1">
                <a:cs typeface="微软雅黑" panose="020B0503020204020204" charset="-122"/>
                <a:sym typeface="+mn-ea"/>
              </a:rPr>
              <a:t>用户侧：</a:t>
            </a:r>
            <a:r>
              <a:rPr lang="zh-CN" altLang="en-US" sz="1400">
                <a:cs typeface="微软雅黑" panose="020B0503020204020204" charset="-122"/>
                <a:sym typeface="+mn-ea"/>
              </a:rPr>
              <a:t>情感共鸣构筑信任壁垒</a:t>
            </a:r>
            <a:endParaRPr lang="zh-CN" altLang="en-US" sz="1400">
              <a:cs typeface="微软雅黑" panose="020B0503020204020204" charset="-122"/>
              <a:sym typeface="+mn-ea"/>
            </a:endParaRPr>
          </a:p>
        </p:txBody>
      </p:sp>
      <p:sp>
        <p:nvSpPr>
          <p:cNvPr id="326" name="圆角矩形 325"/>
          <p:cNvSpPr/>
          <p:nvPr/>
        </p:nvSpPr>
        <p:spPr>
          <a:xfrm>
            <a:off x="4530725" y="4857115"/>
            <a:ext cx="3131185" cy="56261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b="1">
                <a:cs typeface="微软雅黑" panose="020B0503020204020204" charset="-122"/>
                <a:sym typeface="+mn-ea"/>
              </a:rPr>
              <a:t>技术侧：</a:t>
            </a:r>
            <a:r>
              <a:rPr lang="zh-CN" altLang="en-US" sz="1400">
                <a:cs typeface="微软雅黑" panose="020B0503020204020204" charset="-122"/>
                <a:sym typeface="+mn-ea"/>
              </a:rPr>
              <a:t>AI</a:t>
            </a:r>
            <a:r>
              <a:rPr lang="zh-CN" altLang="en-US" sz="1400">
                <a:cs typeface="微软雅黑" panose="020B0503020204020204" charset="-122"/>
                <a:sym typeface="+mn-ea"/>
              </a:rPr>
              <a:t>驱动重构营销新基建</a:t>
            </a:r>
            <a:endParaRPr lang="zh-CN" altLang="en-US" sz="1400">
              <a:cs typeface="微软雅黑" panose="020B050302020402020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8738235" y="348615"/>
            <a:ext cx="3219450" cy="332740"/>
            <a:chOff x="13761" y="549"/>
            <a:chExt cx="5070" cy="524"/>
          </a:xfrm>
        </p:grpSpPr>
        <p:pic>
          <p:nvPicPr>
            <p:cNvPr id="6" name="图片 5"/>
            <p:cNvPicPr>
              <a:picLocks noChangeAspect="1"/>
            </p:cNvPicPr>
            <p:nvPr userDrawn="1"/>
          </p:nvPicPr>
          <p:blipFill>
            <a:blip r:embed="rId39"/>
            <a:srcRect l="17002" t="-1765" r="56499" b="-1176"/>
            <a:stretch>
              <a:fillRect/>
            </a:stretch>
          </p:blipFill>
          <p:spPr>
            <a:xfrm>
              <a:off x="13761" y="549"/>
              <a:ext cx="1582" cy="525"/>
            </a:xfrm>
            <a:prstGeom prst="rect">
              <a:avLst/>
            </a:prstGeom>
          </p:spPr>
        </p:pic>
        <p:sp>
          <p:nvSpPr>
            <p:cNvPr id="7" name="文本框 6"/>
            <p:cNvSpPr txBox="1"/>
            <p:nvPr userDrawn="1"/>
          </p:nvSpPr>
          <p:spPr>
            <a:xfrm>
              <a:off x="15219" y="655"/>
              <a:ext cx="3613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复杂逻辑场景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·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框架搭建系列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PPT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模板</a:t>
              </a:r>
              <a:endPara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cxnSp>
        <p:nvCxnSpPr>
          <p:cNvPr id="18" name="直线连接符 7"/>
          <p:cNvCxnSpPr/>
          <p:nvPr userDrawn="1"/>
        </p:nvCxnSpPr>
        <p:spPr>
          <a:xfrm>
            <a:off x="369165" y="839204"/>
            <a:ext cx="11459846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2"/>
          <p:cNvSpPr>
            <a:spLocks noGrp="1"/>
          </p:cNvSpPr>
          <p:nvPr/>
        </p:nvSpPr>
        <p:spPr>
          <a:xfrm>
            <a:off x="1105535" y="347980"/>
            <a:ext cx="7267575" cy="396875"/>
          </a:xfrm>
          <a:prstGeom prst="rect">
            <a:avLst/>
          </a:prstGeom>
          <a:ln w="12700">
            <a:miter lim="400000"/>
          </a:ln>
        </p:spPr>
        <p:txBody>
          <a:bodyPr vert="horz" wrap="square" lIns="25400" tIns="25400" rIns="25400" bIns="2540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0" lang="zh-CN" altLang="en-US" sz="2800" b="1" u="none" strike="noStrike" kern="1200" cap="none" spc="0" normalizeH="0" baseline="0" dirty="0">
                <a:ln>
                  <a:noFill/>
                </a:ln>
                <a:solidFill>
                  <a:schemeClr val="accent1"/>
                </a:solidFill>
                <a:effectLst>
                  <a:outerShdw blurRad="187896" dist="38100" dir="2700000" algn="tl" rotWithShape="0">
                    <a:srgbClr val="1C2952">
                      <a:alpha val="6000"/>
                    </a:srgbClr>
                  </a:outerShdw>
                </a:effectLst>
                <a:uLnTx/>
                <a:uFillTx/>
                <a:latin typeface="HONOR Sans CN" panose="05000200000000000000" charset="-122"/>
                <a:ea typeface="HONOR Sans CN" panose="05000200000000000000" charset="-122"/>
                <a:cs typeface="OPPOSans H" panose="00020600040101010101" pitchFamily="18" charset="-122"/>
              </a:defRPr>
            </a:lvl1pPr>
          </a:lstStyle>
          <a:p>
            <a:pPr algn="l"/>
            <a:r>
              <a:rPr sz="2500" dirty="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业务框架</a:t>
            </a:r>
            <a:r>
              <a:rPr lang="en-US" altLang="zh-CN" sz="2500" dirty="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sz="2500" dirty="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中心发散架构 |</a:t>
            </a:r>
            <a:r>
              <a:rPr lang="zh-CN" altLang="en-US" sz="2500" dirty="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500" dirty="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金融大模型产业发展前瞻</a:t>
            </a:r>
            <a:endParaRPr lang="zh-CN" altLang="en-US" sz="2500" dirty="0">
              <a:solidFill>
                <a:schemeClr val="tx2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" name="图片 9" descr="屋顶资源管理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5600" y="186055"/>
            <a:ext cx="549910" cy="549910"/>
          </a:xfrm>
          <a:prstGeom prst="rect">
            <a:avLst/>
          </a:prstGeom>
        </p:spPr>
      </p:pic>
      <p:sp>
        <p:nvSpPr>
          <p:cNvPr id="626" name="椭圆 625"/>
          <p:cNvSpPr/>
          <p:nvPr/>
        </p:nvSpPr>
        <p:spPr>
          <a:xfrm>
            <a:off x="4010380" y="1894245"/>
            <a:ext cx="4154730" cy="4154730"/>
          </a:xfrm>
          <a:prstGeom prst="ellipse">
            <a:avLst/>
          </a:prstGeom>
          <a:gradFill flip="none" rotWithShape="1">
            <a:gsLst>
              <a:gs pos="40000">
                <a:schemeClr val="accent5">
                  <a:lumMod val="20000"/>
                  <a:lumOff val="80000"/>
                  <a:alpha val="0"/>
                </a:schemeClr>
              </a:gs>
              <a:gs pos="100000">
                <a:schemeClr val="accent5">
                  <a:lumMod val="20000"/>
                  <a:lumOff val="80000"/>
                  <a:alpha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3716">
            <a:solidFill>
              <a:schemeClr val="accent5">
                <a:alpha val="50000"/>
              </a:schemeClr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755" tIns="49378" rIns="98755" bIns="49378" rtlCol="0" anchor="ctr"/>
          <a:lstStyle/>
          <a:p>
            <a:pPr algn="ctr"/>
            <a:endParaRPr lang="zh-CN" altLang="en-US" sz="1945">
              <a:solidFill>
                <a:schemeClr val="bg1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404633" y="3503836"/>
            <a:ext cx="389908" cy="120032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indent="0">
              <a:defRPr sz="1400" b="0">
                <a:solidFill>
                  <a:schemeClr val="accent1"/>
                </a:solidFill>
                <a:latin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转型原则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392771" y="3501242"/>
            <a:ext cx="184300" cy="11988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indent="0">
              <a:defRPr sz="1400" b="0">
                <a:solidFill>
                  <a:schemeClr val="accent1"/>
                </a:solidFill>
                <a:latin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技术厂商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5" name="椭圆 624"/>
          <p:cNvSpPr/>
          <p:nvPr/>
        </p:nvSpPr>
        <p:spPr>
          <a:xfrm>
            <a:off x="4792152" y="2676017"/>
            <a:ext cx="2591186" cy="2591186"/>
          </a:xfrm>
          <a:prstGeom prst="ellipse">
            <a:avLst/>
          </a:prstGeom>
          <a:gradFill flip="none" rotWithShape="1">
            <a:gsLst>
              <a:gs pos="40000">
                <a:schemeClr val="accent5">
                  <a:lumMod val="20000"/>
                  <a:lumOff val="80000"/>
                  <a:alpha val="0"/>
                </a:schemeClr>
              </a:gs>
              <a:gs pos="100000">
                <a:schemeClr val="accent5">
                  <a:lumMod val="20000"/>
                  <a:lumOff val="80000"/>
                  <a:alpha val="10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3716">
            <a:solidFill>
              <a:schemeClr val="accent5">
                <a:alpha val="50000"/>
              </a:schemeClr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755" tIns="49378" rIns="98755" bIns="49378" rtlCol="0" anchor="ctr"/>
          <a:lstStyle/>
          <a:p>
            <a:pPr algn="ctr"/>
            <a:endParaRPr lang="zh-CN" altLang="en-US" sz="1945">
              <a:solidFill>
                <a:schemeClr val="bg1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3" name="椭圆 582"/>
          <p:cNvSpPr/>
          <p:nvPr/>
        </p:nvSpPr>
        <p:spPr>
          <a:xfrm>
            <a:off x="5374887" y="3278449"/>
            <a:ext cx="1425716" cy="1425716"/>
          </a:xfrm>
          <a:prstGeom prst="ellipse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5">
                  <a:lumMod val="80000"/>
                  <a:lumOff val="20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5" tIns="49378" rIns="98755" bIns="49378" rtlCol="0" anchor="ctr">
            <a:noAutofit/>
          </a:bodyPr>
          <a:lstStyle/>
          <a:p>
            <a:pPr algn="ctr"/>
            <a:endParaRPr lang="zh-CN" altLang="en-US" sz="1945">
              <a:solidFill>
                <a:schemeClr val="bg1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6" name="文本框 585"/>
          <p:cNvSpPr txBox="1"/>
          <p:nvPr/>
        </p:nvSpPr>
        <p:spPr>
          <a:xfrm>
            <a:off x="5420628" y="3701471"/>
            <a:ext cx="140208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defPPr>
              <a:defRPr lang="zh-CN"/>
            </a:defPPr>
            <a:lvl1pPr indent="0">
              <a:defRPr sz="1400" b="0">
                <a:solidFill>
                  <a:schemeClr val="accent1"/>
                </a:solidFill>
                <a:latin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以需求为导向</a:t>
            </a:r>
            <a:endParaRPr kumimoji="0" lang="zh-CN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提升产品特性</a:t>
            </a:r>
            <a:endParaRPr kumimoji="0" lang="zh-CN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1" name="Rounded Rectangle 5"/>
          <p:cNvSpPr/>
          <p:nvPr/>
        </p:nvSpPr>
        <p:spPr>
          <a:xfrm rot="2700000">
            <a:off x="3888007" y="3639479"/>
            <a:ext cx="760619" cy="761084"/>
          </a:xfrm>
          <a:custGeom>
            <a:avLst/>
            <a:gdLst>
              <a:gd name="adj" fmla="val 50000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98" h="1199">
                <a:moveTo>
                  <a:pt x="333" y="136"/>
                </a:moveTo>
                <a:cubicBezTo>
                  <a:pt x="330" y="61"/>
                  <a:pt x="399" y="1"/>
                  <a:pt x="467" y="2"/>
                </a:cubicBezTo>
                <a:lnTo>
                  <a:pt x="1037" y="2"/>
                </a:lnTo>
                <a:cubicBezTo>
                  <a:pt x="1042" y="1"/>
                  <a:pt x="1060" y="0"/>
                  <a:pt x="1063" y="0"/>
                </a:cubicBezTo>
                <a:cubicBezTo>
                  <a:pt x="1101" y="-3"/>
                  <a:pt x="1144" y="23"/>
                  <a:pt x="1160" y="41"/>
                </a:cubicBezTo>
                <a:cubicBezTo>
                  <a:pt x="1184" y="63"/>
                  <a:pt x="1199" y="106"/>
                  <a:pt x="1198" y="133"/>
                </a:cubicBezTo>
                <a:lnTo>
                  <a:pt x="1198" y="136"/>
                </a:lnTo>
                <a:lnTo>
                  <a:pt x="1198" y="140"/>
                </a:lnTo>
                <a:lnTo>
                  <a:pt x="1198" y="143"/>
                </a:lnTo>
                <a:lnTo>
                  <a:pt x="1197" y="146"/>
                </a:lnTo>
                <a:lnTo>
                  <a:pt x="1197" y="148"/>
                </a:lnTo>
                <a:lnTo>
                  <a:pt x="1197" y="728"/>
                </a:lnTo>
                <a:cubicBezTo>
                  <a:pt x="1199" y="803"/>
                  <a:pt x="1131" y="864"/>
                  <a:pt x="1063" y="862"/>
                </a:cubicBezTo>
                <a:cubicBezTo>
                  <a:pt x="988" y="864"/>
                  <a:pt x="927" y="795"/>
                  <a:pt x="929" y="728"/>
                </a:cubicBezTo>
                <a:lnTo>
                  <a:pt x="929" y="459"/>
                </a:lnTo>
                <a:lnTo>
                  <a:pt x="229" y="1159"/>
                </a:lnTo>
                <a:cubicBezTo>
                  <a:pt x="204" y="1186"/>
                  <a:pt x="163" y="1199"/>
                  <a:pt x="136" y="1199"/>
                </a:cubicBezTo>
                <a:lnTo>
                  <a:pt x="132" y="1199"/>
                </a:lnTo>
                <a:cubicBezTo>
                  <a:pt x="63" y="1204"/>
                  <a:pt x="-5" y="1128"/>
                  <a:pt x="0" y="1066"/>
                </a:cubicBezTo>
                <a:lnTo>
                  <a:pt x="0" y="1063"/>
                </a:lnTo>
                <a:cubicBezTo>
                  <a:pt x="-1" y="1030"/>
                  <a:pt x="18" y="990"/>
                  <a:pt x="39" y="970"/>
                </a:cubicBezTo>
                <a:lnTo>
                  <a:pt x="739" y="270"/>
                </a:lnTo>
                <a:lnTo>
                  <a:pt x="467" y="270"/>
                </a:lnTo>
                <a:cubicBezTo>
                  <a:pt x="391" y="273"/>
                  <a:pt x="331" y="204"/>
                  <a:pt x="333" y="13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0800000"/>
          </a:gra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5" tIns="49378" rIns="98755" bIns="49378" rtlCol="0" anchor="ctr">
            <a:noAutofit/>
          </a:bodyPr>
          <a:lstStyle/>
          <a:p>
            <a:pPr algn="ctr"/>
            <a:endParaRPr lang="en-US" sz="1945">
              <a:solidFill>
                <a:schemeClr val="bg1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3" name="对话气泡: 矩形 522"/>
          <p:cNvSpPr/>
          <p:nvPr/>
        </p:nvSpPr>
        <p:spPr>
          <a:xfrm>
            <a:off x="4218940" y="2353945"/>
            <a:ext cx="957580" cy="354330"/>
          </a:xfrm>
          <a:prstGeom prst="wedgeRectCallout">
            <a:avLst>
              <a:gd name="adj1" fmla="val -33209"/>
              <a:gd name="adj2" fmla="val 101797"/>
            </a:avLst>
          </a:prstGeom>
          <a:gradFill flip="none" rotWithShape="1">
            <a:gsLst>
              <a:gs pos="0">
                <a:schemeClr val="accent5"/>
              </a:gs>
              <a:gs pos="100000">
                <a:schemeClr val="accent5">
                  <a:lumMod val="80000"/>
                  <a:lumOff val="20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5" tIns="49378" rIns="98755" bIns="49378" rtlCol="0" anchor="ctr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effectLst>
                  <a:outerShdw blurRad="137160" dist="41148" dir="2699997" algn="tl">
                    <a:srgbClr val="000000">
                      <a:alpha val="4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合规性</a:t>
            </a:r>
            <a:endParaRPr lang="zh-CN" altLang="en-US" sz="1200" dirty="0">
              <a:solidFill>
                <a:schemeClr val="bg1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9" name="右大括号 638"/>
          <p:cNvSpPr/>
          <p:nvPr/>
        </p:nvSpPr>
        <p:spPr>
          <a:xfrm>
            <a:off x="3083378" y="2654627"/>
            <a:ext cx="338157" cy="2834722"/>
          </a:xfrm>
          <a:prstGeom prst="rightBrace">
            <a:avLst>
              <a:gd name="adj1" fmla="val 53950"/>
              <a:gd name="adj2" fmla="val 50000"/>
            </a:avLst>
          </a:prstGeom>
          <a:noFill/>
          <a:ln w="12700">
            <a:solidFill>
              <a:schemeClr val="accent1">
                <a:lumMod val="60000"/>
                <a:lumOff val="40000"/>
              </a:schemeClr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755" tIns="49378" rIns="98755" bIns="49378" rtlCol="0" anchor="ctr"/>
          <a:lstStyle/>
          <a:p>
            <a:pPr algn="ctr"/>
            <a:endParaRPr lang="zh-CN" altLang="en-US" sz="1945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0" name="右大括号 639"/>
          <p:cNvSpPr/>
          <p:nvPr/>
        </p:nvSpPr>
        <p:spPr>
          <a:xfrm flipH="1">
            <a:off x="8795454" y="2654627"/>
            <a:ext cx="338157" cy="2834722"/>
          </a:xfrm>
          <a:prstGeom prst="rightBrace">
            <a:avLst>
              <a:gd name="adj1" fmla="val 53950"/>
              <a:gd name="adj2" fmla="val 50000"/>
            </a:avLst>
          </a:prstGeom>
          <a:noFill/>
          <a:ln w="12700">
            <a:solidFill>
              <a:schemeClr val="accent1">
                <a:lumMod val="60000"/>
                <a:lumOff val="40000"/>
              </a:schemeClr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945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cxnSp>
        <p:nvCxnSpPr>
          <p:cNvPr id="649" name="直接连接符 648"/>
          <p:cNvCxnSpPr/>
          <p:nvPr/>
        </p:nvCxnSpPr>
        <p:spPr>
          <a:xfrm flipH="1">
            <a:off x="4805448" y="5062244"/>
            <a:ext cx="290319" cy="390443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3" name="直接连接符 652"/>
          <p:cNvCxnSpPr/>
          <p:nvPr/>
        </p:nvCxnSpPr>
        <p:spPr>
          <a:xfrm>
            <a:off x="7034607" y="5110329"/>
            <a:ext cx="325613" cy="39829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1" name="弧形 660"/>
          <p:cNvSpPr/>
          <p:nvPr/>
        </p:nvSpPr>
        <p:spPr>
          <a:xfrm>
            <a:off x="5115221" y="3021077"/>
            <a:ext cx="1914184" cy="1914184"/>
          </a:xfrm>
          <a:prstGeom prst="arc">
            <a:avLst>
              <a:gd name="adj1" fmla="val 20644446"/>
              <a:gd name="adj2" fmla="val 9007095"/>
            </a:avLst>
          </a:prstGeom>
          <a:ln w="28575">
            <a:gradFill>
              <a:gsLst>
                <a:gs pos="0">
                  <a:schemeClr val="accent5">
                    <a:alpha val="0"/>
                  </a:schemeClr>
                </a:gs>
                <a:gs pos="100000">
                  <a:schemeClr val="accent5"/>
                </a:gs>
              </a:gsLst>
              <a:lin ang="0" scaled="1"/>
            </a:gra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78" name="矩形: 圆角 677"/>
          <p:cNvSpPr/>
          <p:nvPr/>
        </p:nvSpPr>
        <p:spPr>
          <a:xfrm>
            <a:off x="355600" y="2593340"/>
            <a:ext cx="2613660" cy="686435"/>
          </a:xfrm>
          <a:prstGeom prst="roundRect">
            <a:avLst>
              <a:gd name="adj" fmla="val 10774"/>
            </a:avLst>
          </a:prstGeom>
          <a:gradFill flip="none" rotWithShape="1">
            <a:gsLst>
              <a:gs pos="23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755" tIns="49378" rIns="98755" bIns="49378" rtlCol="0" anchor="ctr"/>
          <a:lstStyle/>
          <a:p>
            <a:pPr algn="ctr"/>
            <a:endParaRPr lang="zh-CN" altLang="en-US" sz="1945">
              <a:solidFill>
                <a:schemeClr val="bg1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9" name="椭圆 678"/>
          <p:cNvSpPr/>
          <p:nvPr/>
        </p:nvSpPr>
        <p:spPr>
          <a:xfrm>
            <a:off x="600075" y="2708275"/>
            <a:ext cx="476250" cy="4762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0" name="文本框 679"/>
          <p:cNvSpPr txBox="1"/>
          <p:nvPr/>
        </p:nvSpPr>
        <p:spPr>
          <a:xfrm>
            <a:off x="1243965" y="2649855"/>
            <a:ext cx="1554480" cy="5708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defPPr>
              <a:defRPr lang="zh-CN"/>
            </a:defPPr>
            <a:lvl1pPr indent="0">
              <a:defRPr sz="1400" b="0">
                <a:solidFill>
                  <a:schemeClr val="accent1"/>
                </a:solidFill>
                <a:latin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政策导向型行业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新技术产品选择审慎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: 圆角 677"/>
          <p:cNvSpPr/>
          <p:nvPr/>
        </p:nvSpPr>
        <p:spPr>
          <a:xfrm>
            <a:off x="358140" y="3738880"/>
            <a:ext cx="2613660" cy="686435"/>
          </a:xfrm>
          <a:prstGeom prst="roundRect">
            <a:avLst>
              <a:gd name="adj" fmla="val 10774"/>
            </a:avLst>
          </a:prstGeom>
          <a:gradFill flip="none" rotWithShape="1">
            <a:gsLst>
              <a:gs pos="23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945">
              <a:solidFill>
                <a:schemeClr val="bg1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225550" y="3795395"/>
            <a:ext cx="1402080" cy="5708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defPPr>
              <a:defRPr lang="zh-CN"/>
            </a:defPPr>
            <a:lvl1pPr indent="0">
              <a:defRPr sz="1400" b="0">
                <a:solidFill>
                  <a:schemeClr val="accent1"/>
                </a:solidFill>
                <a:latin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技术产品的合规性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是关注的首要元素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: 圆角 677"/>
          <p:cNvSpPr/>
          <p:nvPr/>
        </p:nvSpPr>
        <p:spPr>
          <a:xfrm>
            <a:off x="355600" y="4884420"/>
            <a:ext cx="2613660" cy="686435"/>
          </a:xfrm>
          <a:prstGeom prst="roundRect">
            <a:avLst>
              <a:gd name="adj" fmla="val 10774"/>
            </a:avLst>
          </a:prstGeom>
          <a:gradFill flip="none" rotWithShape="1">
            <a:gsLst>
              <a:gs pos="23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945">
              <a:solidFill>
                <a:schemeClr val="bg1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195070" y="4940935"/>
            <a:ext cx="1706880" cy="5708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defPPr>
              <a:defRPr lang="zh-CN"/>
            </a:defPPr>
            <a:lvl1pPr indent="0">
              <a:defRPr sz="1400" b="0">
                <a:solidFill>
                  <a:schemeClr val="accent1"/>
                </a:solidFill>
                <a:latin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关注技术产品使用效果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近期表现影响长期选择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600075" y="3844290"/>
            <a:ext cx="476250" cy="4762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7" name="图片 16" descr="审慎信息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1140" y="2835113"/>
            <a:ext cx="240030" cy="222250"/>
          </a:xfrm>
          <a:prstGeom prst="rect">
            <a:avLst/>
          </a:prstGeom>
        </p:spPr>
      </p:pic>
      <p:pic>
        <p:nvPicPr>
          <p:cNvPr id="18" name="图片 17" descr="YQH_合规事项_集团合规事项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5803" y="3950018"/>
            <a:ext cx="264795" cy="264795"/>
          </a:xfrm>
          <a:prstGeom prst="rect">
            <a:avLst/>
          </a:prstGeom>
        </p:spPr>
      </p:pic>
      <p:sp>
        <p:nvSpPr>
          <p:cNvPr id="20" name="椭圆 19"/>
          <p:cNvSpPr/>
          <p:nvPr/>
        </p:nvSpPr>
        <p:spPr>
          <a:xfrm>
            <a:off x="600075" y="4985385"/>
            <a:ext cx="476250" cy="4762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1" name="图片 20" descr="产品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86435" y="5082540"/>
            <a:ext cx="284480" cy="284480"/>
          </a:xfrm>
          <a:prstGeom prst="rect">
            <a:avLst/>
          </a:prstGeom>
        </p:spPr>
      </p:pic>
      <p:sp>
        <p:nvSpPr>
          <p:cNvPr id="23" name="矩形: 圆角 677"/>
          <p:cNvSpPr/>
          <p:nvPr/>
        </p:nvSpPr>
        <p:spPr>
          <a:xfrm>
            <a:off x="9245600" y="2512060"/>
            <a:ext cx="2613660" cy="686435"/>
          </a:xfrm>
          <a:prstGeom prst="roundRect">
            <a:avLst>
              <a:gd name="adj" fmla="val 10774"/>
            </a:avLst>
          </a:prstGeom>
          <a:gradFill flip="none" rotWithShape="1">
            <a:gsLst>
              <a:gs pos="23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945">
              <a:solidFill>
                <a:schemeClr val="bg1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9490710" y="2626995"/>
            <a:ext cx="476250" cy="4762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0019030" y="2568575"/>
            <a:ext cx="1859280" cy="5708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defPPr>
              <a:defRPr lang="zh-CN"/>
            </a:defPPr>
            <a:lvl1pPr indent="0">
              <a:defRPr sz="1400" b="0">
                <a:solidFill>
                  <a:schemeClr val="accent1"/>
                </a:solidFill>
                <a:latin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需求端驱动型企业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机构的选择决定产业发展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: 圆角 677"/>
          <p:cNvSpPr/>
          <p:nvPr/>
        </p:nvSpPr>
        <p:spPr>
          <a:xfrm>
            <a:off x="9248140" y="3657600"/>
            <a:ext cx="2613660" cy="686435"/>
          </a:xfrm>
          <a:prstGeom prst="roundRect">
            <a:avLst>
              <a:gd name="adj" fmla="val 10774"/>
            </a:avLst>
          </a:prstGeom>
          <a:gradFill flip="none" rotWithShape="1">
            <a:gsLst>
              <a:gs pos="23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945">
              <a:solidFill>
                <a:schemeClr val="bg1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10019030" y="3714115"/>
            <a:ext cx="1554480" cy="5708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defPPr>
              <a:defRPr lang="zh-CN"/>
            </a:defPPr>
            <a:lvl1pPr indent="0">
              <a:defRPr sz="1400" b="0">
                <a:solidFill>
                  <a:schemeClr val="accent1"/>
                </a:solidFill>
                <a:latin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金融实践积累与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技术创新迭代的结合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: 圆角 677"/>
          <p:cNvSpPr/>
          <p:nvPr/>
        </p:nvSpPr>
        <p:spPr>
          <a:xfrm>
            <a:off x="9245600" y="4803140"/>
            <a:ext cx="2613660" cy="686435"/>
          </a:xfrm>
          <a:prstGeom prst="roundRect">
            <a:avLst>
              <a:gd name="adj" fmla="val 10774"/>
            </a:avLst>
          </a:prstGeom>
          <a:gradFill flip="none" rotWithShape="1">
            <a:gsLst>
              <a:gs pos="23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945">
              <a:solidFill>
                <a:schemeClr val="bg1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10019030" y="4859655"/>
            <a:ext cx="1859280" cy="5708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defPPr>
              <a:defRPr lang="zh-CN"/>
            </a:defPPr>
            <a:lvl1pPr indent="0">
              <a:defRPr sz="1400" b="0">
                <a:solidFill>
                  <a:schemeClr val="accent1"/>
                </a:solidFill>
                <a:latin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分工协作、强强结合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将成为产业发展主流模式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椭圆 31"/>
          <p:cNvSpPr/>
          <p:nvPr/>
        </p:nvSpPr>
        <p:spPr>
          <a:xfrm>
            <a:off x="9490075" y="3763010"/>
            <a:ext cx="476250" cy="4762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椭圆 35"/>
          <p:cNvSpPr/>
          <p:nvPr/>
        </p:nvSpPr>
        <p:spPr>
          <a:xfrm>
            <a:off x="9490075" y="4904105"/>
            <a:ext cx="476250" cy="4762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8" name="图片 37" descr="技术创新奖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589770" y="3855720"/>
            <a:ext cx="285750" cy="285750"/>
          </a:xfrm>
          <a:prstGeom prst="rect">
            <a:avLst/>
          </a:prstGeom>
        </p:spPr>
      </p:pic>
      <p:pic>
        <p:nvPicPr>
          <p:cNvPr id="39" name="图片 38" descr="2.0-团队-协作空间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528175" y="4953635"/>
            <a:ext cx="401320" cy="401320"/>
          </a:xfrm>
          <a:prstGeom prst="rect">
            <a:avLst/>
          </a:prstGeom>
        </p:spPr>
      </p:pic>
      <p:pic>
        <p:nvPicPr>
          <p:cNvPr id="40" name="图片 39" descr="流程设置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564370" y="2708275"/>
            <a:ext cx="328930" cy="328930"/>
          </a:xfrm>
          <a:prstGeom prst="rect">
            <a:avLst/>
          </a:prstGeom>
        </p:spPr>
      </p:pic>
      <p:sp>
        <p:nvSpPr>
          <p:cNvPr id="41" name="弧形 40"/>
          <p:cNvSpPr/>
          <p:nvPr/>
        </p:nvSpPr>
        <p:spPr>
          <a:xfrm flipV="1">
            <a:off x="5120936" y="3071242"/>
            <a:ext cx="1914184" cy="1914184"/>
          </a:xfrm>
          <a:prstGeom prst="arc">
            <a:avLst>
              <a:gd name="adj1" fmla="val 1138111"/>
              <a:gd name="adj2" fmla="val 11436372"/>
            </a:avLst>
          </a:prstGeom>
          <a:ln w="28575">
            <a:gradFill>
              <a:gsLst>
                <a:gs pos="86000">
                  <a:schemeClr val="accent5">
                    <a:alpha val="0"/>
                  </a:schemeClr>
                </a:gs>
                <a:gs pos="0">
                  <a:schemeClr val="accent5"/>
                </a:gs>
              </a:gsLst>
              <a:lin ang="0" scaled="1"/>
            </a:gra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对话气泡: 矩形 522"/>
          <p:cNvSpPr/>
          <p:nvPr/>
        </p:nvSpPr>
        <p:spPr>
          <a:xfrm>
            <a:off x="5808345" y="1790065"/>
            <a:ext cx="957580" cy="354330"/>
          </a:xfrm>
          <a:prstGeom prst="wedgeRectCallout">
            <a:avLst>
              <a:gd name="adj1" fmla="val -33209"/>
              <a:gd name="adj2" fmla="val 101797"/>
            </a:avLst>
          </a:prstGeom>
          <a:gradFill flip="none" rotWithShape="1">
            <a:gsLst>
              <a:gs pos="0">
                <a:schemeClr val="accent5"/>
              </a:gs>
              <a:gs pos="100000">
                <a:schemeClr val="accent5">
                  <a:lumMod val="80000"/>
                  <a:lumOff val="20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5" tIns="49378" rIns="98755" bIns="49378" rtlCol="0" anchor="ctr">
            <a:noAutofit/>
          </a:bodyPr>
          <a:p>
            <a:pPr algn="ctr"/>
            <a:r>
              <a:rPr lang="zh-CN" altLang="en-US" sz="1200" dirty="0">
                <a:solidFill>
                  <a:schemeClr val="bg1"/>
                </a:solidFill>
                <a:effectLst>
                  <a:outerShdw blurRad="137160" dist="41148" dir="2699997" algn="tl">
                    <a:srgbClr val="000000">
                      <a:alpha val="4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实践效果</a:t>
            </a:r>
            <a:endParaRPr lang="zh-CN" altLang="en-US" sz="1200" dirty="0">
              <a:solidFill>
                <a:schemeClr val="bg1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对话气泡: 矩形 522"/>
          <p:cNvSpPr/>
          <p:nvPr/>
        </p:nvSpPr>
        <p:spPr>
          <a:xfrm>
            <a:off x="7035165" y="2436495"/>
            <a:ext cx="957580" cy="354330"/>
          </a:xfrm>
          <a:prstGeom prst="wedgeRectCallout">
            <a:avLst>
              <a:gd name="adj1" fmla="val -33209"/>
              <a:gd name="adj2" fmla="val 101797"/>
            </a:avLst>
          </a:prstGeom>
          <a:gradFill flip="none" rotWithShape="1">
            <a:gsLst>
              <a:gs pos="0">
                <a:schemeClr val="accent5"/>
              </a:gs>
              <a:gs pos="100000">
                <a:schemeClr val="accent5">
                  <a:lumMod val="80000"/>
                  <a:lumOff val="20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5" tIns="49378" rIns="98755" bIns="49378" rtlCol="0" anchor="ctr">
            <a:noAutofit/>
          </a:bodyPr>
          <a:p>
            <a:pPr algn="ctr"/>
            <a:r>
              <a:rPr lang="zh-CN" altLang="en-US" sz="1200" dirty="0">
                <a:solidFill>
                  <a:schemeClr val="bg1"/>
                </a:solidFill>
                <a:effectLst>
                  <a:outerShdw blurRad="137160" dist="41148" dir="2699997" algn="tl">
                    <a:srgbClr val="000000">
                      <a:alpha val="4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稳定性</a:t>
            </a:r>
            <a:endParaRPr lang="zh-CN" altLang="en-US" sz="1200" dirty="0">
              <a:solidFill>
                <a:schemeClr val="bg1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5321935" y="2781935"/>
            <a:ext cx="1599565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400" b="0" u="none" strike="noStrike" cap="none" spc="0" normalizeH="0" baseline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</a:lstStyle>
          <a:p>
            <a:pPr algn="ctr">
              <a:lnSpc>
                <a:spcPct val="120000"/>
              </a:lnSpc>
            </a:pPr>
            <a:r>
              <a:rPr lang="zh-CN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明确产品需求类型</a:t>
            </a:r>
            <a:endParaRPr lang="zh-CN" sz="10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3858895" y="3863340"/>
            <a:ext cx="712470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400" b="0" u="none" strike="noStrike" cap="none" spc="0" normalizeH="0" baseline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</a:lstStyle>
          <a:p>
            <a:pPr algn="ctr">
              <a:lnSpc>
                <a:spcPct val="120000"/>
              </a:lnSpc>
            </a:pPr>
            <a:r>
              <a:rPr lang="zh-CN" sz="1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需求端</a:t>
            </a:r>
            <a:endParaRPr lang="zh-CN" sz="1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4903470" y="5380355"/>
            <a:ext cx="249428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400" b="0" u="none" strike="noStrike" cap="none" spc="0" normalizeH="0" baseline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</a:lstStyle>
          <a:p>
            <a:pPr algn="ctr">
              <a:lnSpc>
                <a:spcPct val="120000"/>
              </a:lnSpc>
            </a:pPr>
            <a:r>
              <a:rPr lang="zh-CN" sz="20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金融大模型产业</a:t>
            </a:r>
            <a:endParaRPr lang="zh-CN" sz="2000" b="1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5321935" y="4904105"/>
            <a:ext cx="1599565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400" b="0" u="none" strike="noStrike" cap="none" spc="0" normalizeH="0" baseline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</a:lstStyle>
          <a:p>
            <a:pPr algn="ctr">
              <a:lnSpc>
                <a:spcPct val="120000"/>
              </a:lnSpc>
            </a:pPr>
            <a:r>
              <a:rPr lang="zh-CN" altLang="en-US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驱动企业良性成长</a:t>
            </a:r>
            <a:endParaRPr lang="zh-CN" altLang="en-US" sz="10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2075815" y="1003300"/>
            <a:ext cx="7417435" cy="53086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defPPr>
              <a:defRPr lang="zh-CN"/>
            </a:defPPr>
            <a:lvl1pPr indent="0">
              <a:defRPr sz="1400" b="0">
                <a:solidFill>
                  <a:schemeClr val="accent1"/>
                </a:solidFill>
                <a:latin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以需求端为导向、业务与科技深度结合的跨领域产业发展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8738235" y="348615"/>
            <a:ext cx="3219450" cy="332740"/>
            <a:chOff x="13761" y="549"/>
            <a:chExt cx="5070" cy="524"/>
          </a:xfrm>
        </p:grpSpPr>
        <p:pic>
          <p:nvPicPr>
            <p:cNvPr id="7" name="图片 6"/>
            <p:cNvPicPr>
              <a:picLocks noChangeAspect="1"/>
            </p:cNvPicPr>
            <p:nvPr userDrawn="1"/>
          </p:nvPicPr>
          <p:blipFill>
            <a:blip r:embed="rId15"/>
            <a:srcRect l="17002" t="-1765" r="56499" b="-1176"/>
            <a:stretch>
              <a:fillRect/>
            </a:stretch>
          </p:blipFill>
          <p:spPr>
            <a:xfrm>
              <a:off x="13761" y="549"/>
              <a:ext cx="1582" cy="525"/>
            </a:xfrm>
            <a:prstGeom prst="rect">
              <a:avLst/>
            </a:prstGeom>
          </p:spPr>
        </p:pic>
        <p:sp>
          <p:nvSpPr>
            <p:cNvPr id="11" name="文本框 10"/>
            <p:cNvSpPr txBox="1"/>
            <p:nvPr userDrawn="1"/>
          </p:nvSpPr>
          <p:spPr>
            <a:xfrm>
              <a:off x="15219" y="655"/>
              <a:ext cx="3613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复杂逻辑场景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·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框架搭建系列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PPT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模板</a:t>
              </a:r>
              <a:endPara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cxnSp>
        <p:nvCxnSpPr>
          <p:cNvPr id="13" name="直线连接符 7"/>
          <p:cNvCxnSpPr/>
          <p:nvPr userDrawn="1"/>
        </p:nvCxnSpPr>
        <p:spPr>
          <a:xfrm>
            <a:off x="369165" y="839204"/>
            <a:ext cx="11459846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5"/>
          <p:cNvSpPr/>
          <p:nvPr/>
        </p:nvSpPr>
        <p:spPr>
          <a:xfrm rot="18900000" flipH="1">
            <a:off x="7550687" y="3638844"/>
            <a:ext cx="760619" cy="761084"/>
          </a:xfrm>
          <a:custGeom>
            <a:avLst/>
            <a:gdLst>
              <a:gd name="adj" fmla="val 50000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98" h="1199">
                <a:moveTo>
                  <a:pt x="333" y="136"/>
                </a:moveTo>
                <a:cubicBezTo>
                  <a:pt x="330" y="61"/>
                  <a:pt x="399" y="1"/>
                  <a:pt x="467" y="2"/>
                </a:cubicBezTo>
                <a:lnTo>
                  <a:pt x="1037" y="2"/>
                </a:lnTo>
                <a:cubicBezTo>
                  <a:pt x="1042" y="1"/>
                  <a:pt x="1060" y="0"/>
                  <a:pt x="1063" y="0"/>
                </a:cubicBezTo>
                <a:cubicBezTo>
                  <a:pt x="1101" y="-3"/>
                  <a:pt x="1144" y="23"/>
                  <a:pt x="1160" y="41"/>
                </a:cubicBezTo>
                <a:cubicBezTo>
                  <a:pt x="1184" y="63"/>
                  <a:pt x="1199" y="106"/>
                  <a:pt x="1198" y="133"/>
                </a:cubicBezTo>
                <a:lnTo>
                  <a:pt x="1198" y="136"/>
                </a:lnTo>
                <a:lnTo>
                  <a:pt x="1198" y="140"/>
                </a:lnTo>
                <a:lnTo>
                  <a:pt x="1198" y="143"/>
                </a:lnTo>
                <a:lnTo>
                  <a:pt x="1197" y="146"/>
                </a:lnTo>
                <a:lnTo>
                  <a:pt x="1197" y="148"/>
                </a:lnTo>
                <a:lnTo>
                  <a:pt x="1197" y="728"/>
                </a:lnTo>
                <a:cubicBezTo>
                  <a:pt x="1199" y="803"/>
                  <a:pt x="1131" y="864"/>
                  <a:pt x="1063" y="862"/>
                </a:cubicBezTo>
                <a:cubicBezTo>
                  <a:pt x="988" y="864"/>
                  <a:pt x="927" y="795"/>
                  <a:pt x="929" y="728"/>
                </a:cubicBezTo>
                <a:lnTo>
                  <a:pt x="929" y="459"/>
                </a:lnTo>
                <a:lnTo>
                  <a:pt x="229" y="1159"/>
                </a:lnTo>
                <a:cubicBezTo>
                  <a:pt x="204" y="1186"/>
                  <a:pt x="163" y="1199"/>
                  <a:pt x="136" y="1199"/>
                </a:cubicBezTo>
                <a:lnTo>
                  <a:pt x="132" y="1199"/>
                </a:lnTo>
                <a:cubicBezTo>
                  <a:pt x="63" y="1204"/>
                  <a:pt x="-5" y="1128"/>
                  <a:pt x="0" y="1066"/>
                </a:cubicBezTo>
                <a:lnTo>
                  <a:pt x="0" y="1063"/>
                </a:lnTo>
                <a:cubicBezTo>
                  <a:pt x="-1" y="1030"/>
                  <a:pt x="18" y="990"/>
                  <a:pt x="39" y="970"/>
                </a:cubicBezTo>
                <a:lnTo>
                  <a:pt x="739" y="270"/>
                </a:lnTo>
                <a:lnTo>
                  <a:pt x="467" y="270"/>
                </a:lnTo>
                <a:cubicBezTo>
                  <a:pt x="391" y="273"/>
                  <a:pt x="331" y="204"/>
                  <a:pt x="333" y="13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0800000"/>
          </a:gra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5" tIns="49378" rIns="98755" bIns="49378" rtlCol="0" anchor="ctr">
            <a:noAutofit/>
          </a:bodyPr>
          <a:lstStyle/>
          <a:p>
            <a:pPr algn="ctr"/>
            <a:endParaRPr lang="en-US" sz="1945">
              <a:solidFill>
                <a:schemeClr val="bg1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7660640" y="3865245"/>
            <a:ext cx="712470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400" b="0" u="none" strike="noStrike" cap="none" spc="0" normalizeH="0" baseline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</a:lstStyle>
          <a:p>
            <a:pPr algn="ctr">
              <a:lnSpc>
                <a:spcPct val="120000"/>
              </a:lnSpc>
            </a:pPr>
            <a:r>
              <a:rPr lang="zh-CN" sz="1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供给端</a:t>
            </a:r>
            <a:endParaRPr lang="zh-CN" sz="1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任意多边形: 形状 121"/>
          <p:cNvSpPr/>
          <p:nvPr/>
        </p:nvSpPr>
        <p:spPr>
          <a:xfrm>
            <a:off x="3415665" y="5511800"/>
            <a:ext cx="5344160" cy="967105"/>
          </a:xfrm>
          <a:custGeom>
            <a:avLst/>
            <a:gdLst>
              <a:gd name="connsiteX0" fmla="*/ 3236912 w 6473826"/>
              <a:gd name="connsiteY0" fmla="*/ 138920 h 1171566"/>
              <a:gd name="connsiteX1" fmla="*/ 606424 w 6473826"/>
              <a:gd name="connsiteY1" fmla="*/ 535795 h 1171566"/>
              <a:gd name="connsiteX2" fmla="*/ 3236912 w 6473826"/>
              <a:gd name="connsiteY2" fmla="*/ 932670 h 1171566"/>
              <a:gd name="connsiteX3" fmla="*/ 5867400 w 6473826"/>
              <a:gd name="connsiteY3" fmla="*/ 535795 h 1171566"/>
              <a:gd name="connsiteX4" fmla="*/ 3236912 w 6473826"/>
              <a:gd name="connsiteY4" fmla="*/ 138920 h 1171566"/>
              <a:gd name="connsiteX5" fmla="*/ 3236913 w 6473826"/>
              <a:gd name="connsiteY5" fmla="*/ 0 h 1171566"/>
              <a:gd name="connsiteX6" fmla="*/ 6473826 w 6473826"/>
              <a:gd name="connsiteY6" fmla="*/ 585783 h 1171566"/>
              <a:gd name="connsiteX7" fmla="*/ 3236913 w 6473826"/>
              <a:gd name="connsiteY7" fmla="*/ 1171566 h 1171566"/>
              <a:gd name="connsiteX8" fmla="*/ 0 w 6473826"/>
              <a:gd name="connsiteY8" fmla="*/ 585783 h 1171566"/>
              <a:gd name="connsiteX9" fmla="*/ 3236913 w 6473826"/>
              <a:gd name="connsiteY9" fmla="*/ 0 h 1171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473826" h="1171566">
                <a:moveTo>
                  <a:pt x="3236912" y="138920"/>
                </a:moveTo>
                <a:cubicBezTo>
                  <a:pt x="1784134" y="138920"/>
                  <a:pt x="606424" y="316607"/>
                  <a:pt x="606424" y="535795"/>
                </a:cubicBezTo>
                <a:cubicBezTo>
                  <a:pt x="606424" y="754983"/>
                  <a:pt x="1784134" y="932670"/>
                  <a:pt x="3236912" y="932670"/>
                </a:cubicBezTo>
                <a:cubicBezTo>
                  <a:pt x="4689690" y="932670"/>
                  <a:pt x="5867400" y="754983"/>
                  <a:pt x="5867400" y="535795"/>
                </a:cubicBezTo>
                <a:cubicBezTo>
                  <a:pt x="5867400" y="316607"/>
                  <a:pt x="4689690" y="138920"/>
                  <a:pt x="3236912" y="138920"/>
                </a:cubicBezTo>
                <a:close/>
                <a:moveTo>
                  <a:pt x="3236913" y="0"/>
                </a:moveTo>
                <a:cubicBezTo>
                  <a:pt x="5024611" y="0"/>
                  <a:pt x="6473826" y="262264"/>
                  <a:pt x="6473826" y="585783"/>
                </a:cubicBezTo>
                <a:cubicBezTo>
                  <a:pt x="6473826" y="909302"/>
                  <a:pt x="5024611" y="1171566"/>
                  <a:pt x="3236913" y="1171566"/>
                </a:cubicBezTo>
                <a:cubicBezTo>
                  <a:pt x="1449215" y="1171566"/>
                  <a:pt x="0" y="909302"/>
                  <a:pt x="0" y="585783"/>
                </a:cubicBezTo>
                <a:cubicBezTo>
                  <a:pt x="0" y="262264"/>
                  <a:pt x="1449215" y="0"/>
                  <a:pt x="3236913" y="0"/>
                </a:cubicBezTo>
                <a:close/>
              </a:path>
            </a:pathLst>
          </a:custGeom>
          <a:gradFill flip="none" rotWithShape="1">
            <a:gsLst>
              <a:gs pos="21000">
                <a:schemeClr val="accent5">
                  <a:lumMod val="60000"/>
                  <a:lumOff val="40000"/>
                  <a:alpha val="0"/>
                </a:schemeClr>
              </a:gs>
              <a:gs pos="5172">
                <a:schemeClr val="accent5">
                  <a:lumMod val="60000"/>
                  <a:lumOff val="40000"/>
                  <a:alpha val="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0"/>
            <a:tileRect/>
          </a:gra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457200"/>
            <a:endParaRPr lang="zh-CN" altLang="en-US" dirty="0"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紫荆的职场Point4"/>
          <p:cNvSpPr/>
          <p:nvPr/>
        </p:nvSpPr>
        <p:spPr>
          <a:xfrm>
            <a:off x="5434251" y="1024890"/>
            <a:ext cx="1297025" cy="1625572"/>
          </a:xfrm>
          <a:custGeom>
            <a:avLst/>
            <a:gdLst>
              <a:gd name="connsiteX0" fmla="*/ 202633 w 416172"/>
              <a:gd name="connsiteY0" fmla="*/ 0 h 485927"/>
              <a:gd name="connsiteX1" fmla="*/ 374083 w 416172"/>
              <a:gd name="connsiteY1" fmla="*/ 157551 h 485927"/>
              <a:gd name="connsiteX2" fmla="*/ 294275 w 416172"/>
              <a:gd name="connsiteY2" fmla="*/ 157551 h 485927"/>
              <a:gd name="connsiteX3" fmla="*/ 306015 w 416172"/>
              <a:gd name="connsiteY3" fmla="*/ 222549 h 485927"/>
              <a:gd name="connsiteX4" fmla="*/ 416172 w 416172"/>
              <a:gd name="connsiteY4" fmla="*/ 485927 h 485927"/>
              <a:gd name="connsiteX5" fmla="*/ 0 w 416172"/>
              <a:gd name="connsiteY5" fmla="*/ 485927 h 485927"/>
              <a:gd name="connsiteX6" fmla="*/ 112166 w 416172"/>
              <a:gd name="connsiteY6" fmla="*/ 219870 h 485927"/>
              <a:gd name="connsiteX7" fmla="*/ 122329 w 416172"/>
              <a:gd name="connsiteY7" fmla="*/ 157551 h 485927"/>
              <a:gd name="connsiteX8" fmla="*/ 31183 w 416172"/>
              <a:gd name="connsiteY8" fmla="*/ 157551 h 485927"/>
              <a:gd name="connsiteX9" fmla="*/ 202633 w 416172"/>
              <a:gd name="connsiteY9" fmla="*/ 0 h 4859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043" h="2560">
                <a:moveTo>
                  <a:pt x="1009" y="0"/>
                </a:moveTo>
                <a:cubicBezTo>
                  <a:pt x="1203" y="357"/>
                  <a:pt x="1445" y="665"/>
                  <a:pt x="2017" y="954"/>
                </a:cubicBezTo>
                <a:lnTo>
                  <a:pt x="1548" y="954"/>
                </a:lnTo>
                <a:lnTo>
                  <a:pt x="1617" y="1348"/>
                </a:lnTo>
                <a:cubicBezTo>
                  <a:pt x="1695" y="1744"/>
                  <a:pt x="1887" y="2266"/>
                  <a:pt x="2043" y="2560"/>
                </a:cubicBezTo>
                <a:cubicBezTo>
                  <a:pt x="1832" y="2424"/>
                  <a:pt x="1284" y="2289"/>
                  <a:pt x="1034" y="2310"/>
                </a:cubicBezTo>
                <a:cubicBezTo>
                  <a:pt x="682" y="2295"/>
                  <a:pt x="241" y="2439"/>
                  <a:pt x="38" y="2553"/>
                </a:cubicBezTo>
                <a:cubicBezTo>
                  <a:pt x="227" y="2194"/>
                  <a:pt x="406" y="1679"/>
                  <a:pt x="476" y="1332"/>
                </a:cubicBezTo>
                <a:lnTo>
                  <a:pt x="536" y="954"/>
                </a:lnTo>
                <a:lnTo>
                  <a:pt x="0" y="954"/>
                </a:lnTo>
                <a:cubicBezTo>
                  <a:pt x="594" y="654"/>
                  <a:pt x="899" y="246"/>
                  <a:pt x="100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6" name="不完整圆 8"/>
          <p:cNvSpPr/>
          <p:nvPr/>
        </p:nvSpPr>
        <p:spPr>
          <a:xfrm>
            <a:off x="6096000" y="868680"/>
            <a:ext cx="6387633" cy="6555170"/>
          </a:xfrm>
          <a:custGeom>
            <a:avLst/>
            <a:gdLst>
              <a:gd name="adj1" fmla="val 19675877"/>
              <a:gd name="adj2" fmla="val 2071833"/>
              <a:gd name="stAng" fmla="pin 0 adj1 21599999"/>
              <a:gd name="enAng" fmla="pin 0 adj2 21599999"/>
              <a:gd name="sw1" fmla="+- enAng 0 stAng"/>
              <a:gd name="sw2" fmla="+- sw1 21600000 0"/>
              <a:gd name="swAng" fmla="?: sw1 sw1 sw2"/>
              <a:gd name="wt1" fmla="sin wd2 stAng"/>
              <a:gd name="ht1" fmla="cos hd2 stAng"/>
              <a:gd name="dx1" fmla="cat2 wd2 ht1 wt1"/>
              <a:gd name="dy1" fmla="sat2 hd2 ht1 wt1"/>
              <a:gd name="x1" fmla="+- hc dx1 0"/>
              <a:gd name="y1" fmla="+- vc dy1 0"/>
              <a:gd name="wt2" fmla="sin wd2 enAng"/>
              <a:gd name="ht2" fmla="cos hd2 enAng"/>
              <a:gd name="dx2" fmla="cat2 wd2 ht2 wt2"/>
              <a:gd name="dy2" fmla="sat2 hd2 ht2 wt2"/>
              <a:gd name="x2" fmla="+- hc dx2 0"/>
              <a:gd name="y2" fmla="+- vc dy2 0"/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3">
                <a:pos x="hc" y="t"/>
              </a:cxn>
            </a:cxnLst>
            <a:rect l="l" t="t" r="r" b="b"/>
            <a:pathLst>
              <a:path w="10061" h="10323">
                <a:moveTo>
                  <a:pt x="8938" y="0"/>
                </a:moveTo>
                <a:cubicBezTo>
                  <a:pt x="9631" y="1261"/>
                  <a:pt x="10088" y="3147"/>
                  <a:pt x="10059" y="4620"/>
                </a:cubicBezTo>
                <a:cubicBezTo>
                  <a:pt x="10094" y="6721"/>
                  <a:pt x="9314" y="8866"/>
                  <a:pt x="8288" y="10323"/>
                </a:cubicBezTo>
                <a:lnTo>
                  <a:pt x="0" y="4619"/>
                </a:lnTo>
                <a:lnTo>
                  <a:pt x="7372" y="0"/>
                </a:lnTo>
                <a:lnTo>
                  <a:pt x="8938" y="0"/>
                </a:lnTo>
                <a:close/>
              </a:path>
            </a:pathLst>
          </a:custGeom>
          <a:gradFill>
            <a:gsLst>
              <a:gs pos="100000">
                <a:schemeClr val="accent1">
                  <a:lumMod val="20000"/>
                  <a:lumOff val="80000"/>
                  <a:alpha val="20000"/>
                </a:schemeClr>
              </a:gs>
              <a:gs pos="0">
                <a:schemeClr val="accent1">
                  <a:lumMod val="20000"/>
                  <a:lumOff val="80000"/>
                  <a:alpha val="5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" name="不完整圆 9"/>
          <p:cNvSpPr/>
          <p:nvPr/>
        </p:nvSpPr>
        <p:spPr>
          <a:xfrm>
            <a:off x="1828800" y="-465668"/>
            <a:ext cx="8534400" cy="8534400"/>
          </a:xfrm>
          <a:prstGeom prst="pie">
            <a:avLst>
              <a:gd name="adj1" fmla="val 19386541"/>
              <a:gd name="adj2" fmla="val 224714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1" name="不完整圆 75"/>
          <p:cNvSpPr/>
          <p:nvPr/>
        </p:nvSpPr>
        <p:spPr>
          <a:xfrm flipH="1">
            <a:off x="-348783" y="860425"/>
            <a:ext cx="6387633" cy="6382450"/>
          </a:xfrm>
          <a:custGeom>
            <a:avLst/>
            <a:gdLst>
              <a:gd name="adj1" fmla="val 19675877"/>
              <a:gd name="adj2" fmla="val 2071833"/>
              <a:gd name="stAng" fmla="pin 0 adj1 21599999"/>
              <a:gd name="enAng" fmla="pin 0 adj2 21599999"/>
              <a:gd name="sw1" fmla="+- enAng 0 stAng"/>
              <a:gd name="sw2" fmla="+- sw1 21600000 0"/>
              <a:gd name="swAng" fmla="?: sw1 sw1 sw2"/>
              <a:gd name="wt1" fmla="sin wd2 stAng"/>
              <a:gd name="ht1" fmla="cos hd2 stAng"/>
              <a:gd name="dx1" fmla="cat2 wd2 ht1 wt1"/>
              <a:gd name="dy1" fmla="sat2 hd2 ht1 wt1"/>
              <a:gd name="x1" fmla="+- hc dx1 0"/>
              <a:gd name="y1" fmla="+- vc dy1 0"/>
              <a:gd name="wt2" fmla="sin wd2 enAng"/>
              <a:gd name="ht2" fmla="cos hd2 enAng"/>
              <a:gd name="dx2" fmla="cat2 wd2 ht2 wt2"/>
              <a:gd name="dy2" fmla="sat2 hd2 ht2 wt2"/>
              <a:gd name="x2" fmla="+- hc dx2 0"/>
              <a:gd name="y2" fmla="+- vc dy2 0"/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3">
                <a:pos x="hc" y="t"/>
              </a:cxn>
            </a:cxnLst>
            <a:rect l="l" t="t" r="r" b="b"/>
            <a:pathLst>
              <a:path w="10060" h="10051">
                <a:moveTo>
                  <a:pt x="9074" y="0"/>
                </a:moveTo>
                <a:cubicBezTo>
                  <a:pt x="9717" y="1280"/>
                  <a:pt x="10073" y="2972"/>
                  <a:pt x="10059" y="4348"/>
                </a:cubicBezTo>
                <a:cubicBezTo>
                  <a:pt x="10094" y="6449"/>
                  <a:pt x="9314" y="8594"/>
                  <a:pt x="8288" y="10051"/>
                </a:cubicBezTo>
                <a:lnTo>
                  <a:pt x="0" y="4347"/>
                </a:lnTo>
                <a:lnTo>
                  <a:pt x="6938" y="0"/>
                </a:lnTo>
                <a:lnTo>
                  <a:pt x="9074" y="0"/>
                </a:lnTo>
                <a:close/>
              </a:path>
            </a:pathLst>
          </a:custGeom>
          <a:gradFill>
            <a:gsLst>
              <a:gs pos="100000">
                <a:schemeClr val="accent1">
                  <a:lumMod val="20000"/>
                  <a:lumOff val="80000"/>
                  <a:alpha val="20000"/>
                </a:schemeClr>
              </a:gs>
              <a:gs pos="0">
                <a:schemeClr val="accent1">
                  <a:lumMod val="20000"/>
                  <a:lumOff val="80000"/>
                  <a:alpha val="5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不完整圆 76"/>
          <p:cNvSpPr/>
          <p:nvPr/>
        </p:nvSpPr>
        <p:spPr>
          <a:xfrm flipH="1">
            <a:off x="1828800" y="-465668"/>
            <a:ext cx="8534400" cy="8534400"/>
          </a:xfrm>
          <a:prstGeom prst="pie">
            <a:avLst>
              <a:gd name="adj1" fmla="val 19386541"/>
              <a:gd name="adj2" fmla="val 224714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" name="标题 2"/>
          <p:cNvSpPr>
            <a:spLocks noGrp="1"/>
          </p:cNvSpPr>
          <p:nvPr/>
        </p:nvSpPr>
        <p:spPr>
          <a:xfrm>
            <a:off x="1105535" y="347980"/>
            <a:ext cx="7137400" cy="396875"/>
          </a:xfrm>
          <a:prstGeom prst="rect">
            <a:avLst/>
          </a:prstGeom>
          <a:ln w="12700">
            <a:miter lim="400000"/>
          </a:ln>
        </p:spPr>
        <p:txBody>
          <a:bodyPr vert="horz" wrap="square" lIns="25400" tIns="25400" rIns="25400" bIns="2540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0" lang="zh-CN" altLang="en-US" sz="2800" b="1" u="none" strike="noStrike" kern="1200" cap="none" spc="0" normalizeH="0" baseline="0" dirty="0">
                <a:ln>
                  <a:noFill/>
                </a:ln>
                <a:solidFill>
                  <a:schemeClr val="accent1"/>
                </a:solidFill>
                <a:effectLst>
                  <a:outerShdw blurRad="187896" dist="38100" dir="2700000" algn="tl" rotWithShape="0">
                    <a:srgbClr val="1C2952">
                      <a:alpha val="6000"/>
                    </a:srgbClr>
                  </a:outerShdw>
                </a:effectLst>
                <a:uLnTx/>
                <a:uFillTx/>
                <a:latin typeface="HONOR Sans CN" panose="05000200000000000000" charset="-122"/>
                <a:ea typeface="HONOR Sans CN" panose="05000200000000000000" charset="-122"/>
                <a:cs typeface="OPPOSans H" panose="00020600040101010101" pitchFamily="18" charset="-122"/>
              </a:defRPr>
            </a:lvl1pPr>
          </a:lstStyle>
          <a:p>
            <a:pPr algn="l"/>
            <a:r>
              <a:rPr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业务框架</a:t>
            </a:r>
            <a:r>
              <a:rPr lang="en-US" altLang="zh-CN"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中心发散架构 | </a:t>
            </a:r>
            <a:r>
              <a:rPr sz="250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明年目标及工作规划</a:t>
            </a:r>
            <a:endParaRPr lang="en-US" altLang="zh-CN" sz="2500" b="0">
              <a:solidFill>
                <a:schemeClr val="tx2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" name="图片 9" descr="屋顶资源管理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5600" y="186055"/>
            <a:ext cx="549910" cy="549910"/>
          </a:xfrm>
          <a:prstGeom prst="rect">
            <a:avLst/>
          </a:prstGeom>
        </p:spPr>
      </p:pic>
      <p:sp>
        <p:nvSpPr>
          <p:cNvPr id="77" name="不完整圆 9"/>
          <p:cNvSpPr/>
          <p:nvPr/>
        </p:nvSpPr>
        <p:spPr>
          <a:xfrm>
            <a:off x="1828800" y="-465668"/>
            <a:ext cx="8534400" cy="8534400"/>
          </a:xfrm>
          <a:prstGeom prst="pie">
            <a:avLst>
              <a:gd name="adj1" fmla="val 19386541"/>
              <a:gd name="adj2" fmla="val 2247141"/>
            </a:avLst>
          </a:prstGeom>
          <a:gradFill>
            <a:gsLst>
              <a:gs pos="100000">
                <a:schemeClr val="accent1">
                  <a:lumMod val="40000"/>
                  <a:lumOff val="60000"/>
                  <a:alpha val="20000"/>
                </a:schemeClr>
              </a:gs>
              <a:gs pos="0">
                <a:schemeClr val="accent1">
                  <a:lumMod val="20000"/>
                  <a:lumOff val="8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9316556" y="4108362"/>
            <a:ext cx="94488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技能培训与</a:t>
            </a:r>
            <a:endParaRPr kumimoji="0" lang="zh-CN" sz="12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多能工</a:t>
            </a:r>
            <a:endParaRPr kumimoji="0" lang="zh-CN" sz="12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4" name="文本框 83"/>
          <p:cNvSpPr txBox="1"/>
          <p:nvPr/>
        </p:nvSpPr>
        <p:spPr>
          <a:xfrm>
            <a:off x="9217170" y="3044348"/>
            <a:ext cx="79248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系统集成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与上云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8" name="文本框 87"/>
          <p:cNvSpPr txBox="1"/>
          <p:nvPr/>
        </p:nvSpPr>
        <p:spPr>
          <a:xfrm flipH="1">
            <a:off x="10468610" y="4108450"/>
            <a:ext cx="1489075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开展交叉培训，使员工掌握多项技能，在业务波动时能灵活补位，避免人力闲置或短缺。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1" name="文本框 90"/>
          <p:cNvSpPr txBox="1"/>
          <p:nvPr/>
        </p:nvSpPr>
        <p:spPr>
          <a:xfrm flipH="1">
            <a:off x="10468328" y="2627988"/>
            <a:ext cx="1412522" cy="1014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打通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CRM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ERP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等业务系统，避免数据重复录入，利用云平台实现资源的弹性调配和远程协同。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92" name="直接连接符 91"/>
          <p:cNvCxnSpPr/>
          <p:nvPr/>
        </p:nvCxnSpPr>
        <p:spPr>
          <a:xfrm flipV="1">
            <a:off x="6083158" y="2059610"/>
            <a:ext cx="5665929" cy="1741922"/>
          </a:xfrm>
          <a:prstGeom prst="line">
            <a:avLst/>
          </a:prstGeom>
          <a:ln w="3175" cap="rnd">
            <a:solidFill>
              <a:schemeClr val="accent6">
                <a:lumMod val="40000"/>
                <a:lumOff val="60000"/>
                <a:alpha val="60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直接连接符 94"/>
          <p:cNvCxnSpPr/>
          <p:nvPr/>
        </p:nvCxnSpPr>
        <p:spPr>
          <a:xfrm>
            <a:off x="6083158" y="3819815"/>
            <a:ext cx="5665929" cy="1714763"/>
          </a:xfrm>
          <a:prstGeom prst="line">
            <a:avLst/>
          </a:prstGeom>
          <a:ln w="3175" cap="rnd">
            <a:solidFill>
              <a:schemeClr val="accent6">
                <a:lumMod val="40000"/>
                <a:lumOff val="60000"/>
                <a:alpha val="60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不完整圆 16"/>
          <p:cNvSpPr/>
          <p:nvPr/>
        </p:nvSpPr>
        <p:spPr>
          <a:xfrm>
            <a:off x="3206750" y="912282"/>
            <a:ext cx="5778500" cy="5778500"/>
          </a:xfrm>
          <a:prstGeom prst="pie">
            <a:avLst>
              <a:gd name="adj1" fmla="val 19189167"/>
              <a:gd name="adj2" fmla="val 2423908"/>
            </a:avLst>
          </a:prstGeom>
          <a:gradFill>
            <a:gsLst>
              <a:gs pos="100000">
                <a:schemeClr val="accent1"/>
              </a:gs>
              <a:gs pos="0">
                <a:schemeClr val="accent1">
                  <a:lumMod val="60000"/>
                  <a:lumOff val="4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7" name="文本框 96"/>
          <p:cNvSpPr txBox="1"/>
          <p:nvPr/>
        </p:nvSpPr>
        <p:spPr>
          <a:xfrm>
            <a:off x="8933762" y="2062729"/>
            <a:ext cx="78105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BI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数据驱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动决策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8" name="文本框 97"/>
          <p:cNvSpPr txBox="1"/>
          <p:nvPr/>
        </p:nvSpPr>
        <p:spPr>
          <a:xfrm flipH="1">
            <a:off x="8928047" y="5091340"/>
            <a:ext cx="79248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激励与绩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效对齐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9" name="文本框 98"/>
          <p:cNvSpPr txBox="1"/>
          <p:nvPr/>
        </p:nvSpPr>
        <p:spPr>
          <a:xfrm>
            <a:off x="10078085" y="1262380"/>
            <a:ext cx="1880235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搭建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BI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（商业智能）看板，实时监控关键运营指标（如生产效率、客户响应时长），快速定位瓶颈。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 flipH="1">
            <a:off x="10107295" y="5637530"/>
            <a:ext cx="1773555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设定清晰、有挑战性的绩效目标（如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OKR/KPI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），并将奖励与效率提升直接挂钩，驱动员工主动找方法。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2" name="不完整圆 76"/>
          <p:cNvSpPr/>
          <p:nvPr/>
        </p:nvSpPr>
        <p:spPr>
          <a:xfrm flipH="1">
            <a:off x="1828800" y="-465668"/>
            <a:ext cx="8534400" cy="8534400"/>
          </a:xfrm>
          <a:prstGeom prst="pie">
            <a:avLst>
              <a:gd name="adj1" fmla="val 19386541"/>
              <a:gd name="adj2" fmla="val 2247141"/>
            </a:avLst>
          </a:prstGeom>
          <a:gradFill>
            <a:gsLst>
              <a:gs pos="100000">
                <a:schemeClr val="accent1">
                  <a:lumMod val="40000"/>
                  <a:lumOff val="60000"/>
                  <a:alpha val="20000"/>
                </a:schemeClr>
              </a:gs>
              <a:gs pos="0">
                <a:schemeClr val="accent1">
                  <a:lumMod val="20000"/>
                  <a:lumOff val="8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3" name="文本框 102"/>
          <p:cNvSpPr txBox="1"/>
          <p:nvPr/>
        </p:nvSpPr>
        <p:spPr>
          <a:xfrm flipH="1">
            <a:off x="2015719" y="4108362"/>
            <a:ext cx="94488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库存与供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应链精益化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" name="文本框 103"/>
          <p:cNvSpPr txBox="1"/>
          <p:nvPr/>
        </p:nvSpPr>
        <p:spPr>
          <a:xfrm flipH="1">
            <a:off x="2117567" y="3044348"/>
            <a:ext cx="79248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自动化工</a:t>
            </a:r>
            <a:endParaRPr kumimoji="0" lang="zh-CN" sz="12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具替代</a:t>
            </a:r>
            <a:endParaRPr kumimoji="0" lang="zh-CN" sz="12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5" name="文本框 104"/>
          <p:cNvSpPr txBox="1"/>
          <p:nvPr/>
        </p:nvSpPr>
        <p:spPr>
          <a:xfrm>
            <a:off x="343535" y="4108362"/>
            <a:ext cx="1350121" cy="1014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实施准时制（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JIT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）生产或采购，减少库存积压成本，同时优化物流路径，缩短供货周期。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6" name="文本框 105"/>
          <p:cNvSpPr txBox="1"/>
          <p:nvPr/>
        </p:nvSpPr>
        <p:spPr>
          <a:xfrm>
            <a:off x="343535" y="2720975"/>
            <a:ext cx="1485265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引入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RPA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工具处理数据录入、报表生成等重复性人工任务，大幅缩短处理时间。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07" name="直接连接符 106"/>
          <p:cNvCxnSpPr/>
          <p:nvPr/>
        </p:nvCxnSpPr>
        <p:spPr>
          <a:xfrm flipH="1" flipV="1">
            <a:off x="442913" y="2059610"/>
            <a:ext cx="5665929" cy="1741922"/>
          </a:xfrm>
          <a:prstGeom prst="line">
            <a:avLst/>
          </a:prstGeom>
          <a:ln w="3175" cap="rnd">
            <a:solidFill>
              <a:schemeClr val="accent6">
                <a:lumMod val="40000"/>
                <a:lumOff val="60000"/>
                <a:alpha val="60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直接连接符 109"/>
          <p:cNvCxnSpPr/>
          <p:nvPr/>
        </p:nvCxnSpPr>
        <p:spPr>
          <a:xfrm flipH="1">
            <a:off x="442913" y="3819815"/>
            <a:ext cx="5665929" cy="1714763"/>
          </a:xfrm>
          <a:prstGeom prst="line">
            <a:avLst/>
          </a:prstGeom>
          <a:ln w="3175" cap="rnd">
            <a:solidFill>
              <a:schemeClr val="accent6">
                <a:lumMod val="40000"/>
                <a:lumOff val="60000"/>
                <a:alpha val="60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不完整圆 78"/>
          <p:cNvSpPr/>
          <p:nvPr/>
        </p:nvSpPr>
        <p:spPr>
          <a:xfrm flipH="1">
            <a:off x="3206750" y="912282"/>
            <a:ext cx="5778500" cy="5778500"/>
          </a:xfrm>
          <a:prstGeom prst="pie">
            <a:avLst>
              <a:gd name="adj1" fmla="val 19189167"/>
              <a:gd name="adj2" fmla="val 2423908"/>
            </a:avLst>
          </a:prstGeom>
          <a:gradFill>
            <a:gsLst>
              <a:gs pos="100000">
                <a:schemeClr val="accent1"/>
              </a:gs>
              <a:gs pos="0">
                <a:schemeClr val="accent1">
                  <a:lumMod val="60000"/>
                  <a:lumOff val="4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12" name="直接连接符 111"/>
          <p:cNvCxnSpPr/>
          <p:nvPr/>
        </p:nvCxnSpPr>
        <p:spPr>
          <a:xfrm flipH="1">
            <a:off x="442912" y="3801532"/>
            <a:ext cx="2763838" cy="0"/>
          </a:xfrm>
          <a:prstGeom prst="line">
            <a:avLst/>
          </a:prstGeom>
          <a:ln w="6350" cap="rnd">
            <a:solidFill>
              <a:schemeClr val="accent6">
                <a:lumMod val="40000"/>
                <a:lumOff val="60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文本框 112"/>
          <p:cNvSpPr txBox="1"/>
          <p:nvPr/>
        </p:nvSpPr>
        <p:spPr>
          <a:xfrm flipH="1">
            <a:off x="2395274" y="2062729"/>
            <a:ext cx="94488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精简作业与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标准化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4" name="文本框 113"/>
          <p:cNvSpPr txBox="1"/>
          <p:nvPr/>
        </p:nvSpPr>
        <p:spPr>
          <a:xfrm>
            <a:off x="2471474" y="5091340"/>
            <a:ext cx="79248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预算与成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本控制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5" name="文本框 114"/>
          <p:cNvSpPr txBox="1"/>
          <p:nvPr/>
        </p:nvSpPr>
        <p:spPr>
          <a:xfrm flipH="1">
            <a:off x="343535" y="1146175"/>
            <a:ext cx="1774190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剔除重复、不必要的审批环节，建立标准作业程序（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SOP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），减少因操作不一致导致的返工和延误。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6" name="文本框 115"/>
          <p:cNvSpPr txBox="1"/>
          <p:nvPr/>
        </p:nvSpPr>
        <p:spPr>
          <a:xfrm>
            <a:off x="345330" y="5637244"/>
            <a:ext cx="1646919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建立更精细的预算监控机制，通过数据分析识别并削减不必要的开支，实现成本瘦身。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21" name="直接连接符 120"/>
          <p:cNvCxnSpPr/>
          <p:nvPr/>
        </p:nvCxnSpPr>
        <p:spPr>
          <a:xfrm>
            <a:off x="8985250" y="3801532"/>
            <a:ext cx="2763838" cy="0"/>
          </a:xfrm>
          <a:prstGeom prst="line">
            <a:avLst/>
          </a:prstGeom>
          <a:ln w="6350" cap="rnd">
            <a:solidFill>
              <a:schemeClr val="accent6">
                <a:lumMod val="40000"/>
                <a:lumOff val="60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直接连接符 121"/>
          <p:cNvCxnSpPr/>
          <p:nvPr/>
        </p:nvCxnSpPr>
        <p:spPr>
          <a:xfrm>
            <a:off x="7467600" y="3801532"/>
            <a:ext cx="1517650" cy="0"/>
          </a:xfrm>
          <a:prstGeom prst="line">
            <a:avLst/>
          </a:prstGeom>
          <a:ln w="6350" cap="rnd">
            <a:solidFill>
              <a:schemeClr val="bg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直接连接符 122"/>
          <p:cNvCxnSpPr/>
          <p:nvPr/>
        </p:nvCxnSpPr>
        <p:spPr>
          <a:xfrm flipH="1">
            <a:off x="3206750" y="3801532"/>
            <a:ext cx="1517650" cy="0"/>
          </a:xfrm>
          <a:prstGeom prst="line">
            <a:avLst/>
          </a:prstGeom>
          <a:ln w="6350" cap="rnd">
            <a:solidFill>
              <a:schemeClr val="bg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文本框 123"/>
          <p:cNvSpPr txBox="1"/>
          <p:nvPr/>
        </p:nvSpPr>
        <p:spPr>
          <a:xfrm flipH="1">
            <a:off x="3660556" y="2628068"/>
            <a:ext cx="89408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流程优化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5" name="文本框 124"/>
          <p:cNvSpPr txBox="1"/>
          <p:nvPr/>
        </p:nvSpPr>
        <p:spPr>
          <a:xfrm>
            <a:off x="3660556" y="4697997"/>
            <a:ext cx="89408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140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资源管理</a:t>
            </a:r>
            <a:endParaRPr lang="zh-CN" altLang="en-US" sz="140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26" name="文本框 125"/>
          <p:cNvSpPr txBox="1"/>
          <p:nvPr/>
        </p:nvSpPr>
        <p:spPr>
          <a:xfrm>
            <a:off x="7637364" y="2628068"/>
            <a:ext cx="89408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技术赋能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7" name="文本框 126"/>
          <p:cNvSpPr txBox="1"/>
          <p:nvPr/>
        </p:nvSpPr>
        <p:spPr>
          <a:xfrm flipH="1">
            <a:off x="7637366" y="4697997"/>
            <a:ext cx="89408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140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人员效能</a:t>
            </a:r>
            <a:endParaRPr lang="zh-CN" altLang="en-US" sz="140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31" name="椭圆 130"/>
          <p:cNvSpPr/>
          <p:nvPr/>
        </p:nvSpPr>
        <p:spPr>
          <a:xfrm>
            <a:off x="3867835" y="2984877"/>
            <a:ext cx="479522" cy="479522"/>
          </a:xfrm>
          <a:prstGeom prst="ellipse">
            <a:avLst/>
          </a:prstGeom>
          <a:solidFill>
            <a:schemeClr val="bg1"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2" name="椭圆 131"/>
          <p:cNvSpPr/>
          <p:nvPr/>
        </p:nvSpPr>
        <p:spPr>
          <a:xfrm>
            <a:off x="7844642" y="2984877"/>
            <a:ext cx="479522" cy="479522"/>
          </a:xfrm>
          <a:prstGeom prst="ellipse">
            <a:avLst/>
          </a:prstGeom>
          <a:solidFill>
            <a:schemeClr val="bg1"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3" name="椭圆 132"/>
          <p:cNvSpPr/>
          <p:nvPr/>
        </p:nvSpPr>
        <p:spPr>
          <a:xfrm>
            <a:off x="3867835" y="4138666"/>
            <a:ext cx="479522" cy="479522"/>
          </a:xfrm>
          <a:prstGeom prst="ellipse">
            <a:avLst/>
          </a:prstGeom>
          <a:solidFill>
            <a:schemeClr val="bg1"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4" name="椭圆 133"/>
          <p:cNvSpPr/>
          <p:nvPr/>
        </p:nvSpPr>
        <p:spPr>
          <a:xfrm>
            <a:off x="7844642" y="4138666"/>
            <a:ext cx="479522" cy="479522"/>
          </a:xfrm>
          <a:prstGeom prst="ellipse">
            <a:avLst/>
          </a:prstGeom>
          <a:solidFill>
            <a:schemeClr val="bg1"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8738235" y="348615"/>
            <a:ext cx="3219450" cy="332740"/>
            <a:chOff x="13761" y="549"/>
            <a:chExt cx="5070" cy="524"/>
          </a:xfrm>
        </p:grpSpPr>
        <p:pic>
          <p:nvPicPr>
            <p:cNvPr id="7" name="图片 6"/>
            <p:cNvPicPr>
              <a:picLocks noChangeAspect="1"/>
            </p:cNvPicPr>
            <p:nvPr userDrawn="1"/>
          </p:nvPicPr>
          <p:blipFill>
            <a:blip r:embed="rId3"/>
            <a:srcRect l="17002" t="-1765" r="56499" b="-1176"/>
            <a:stretch>
              <a:fillRect/>
            </a:stretch>
          </p:blipFill>
          <p:spPr>
            <a:xfrm>
              <a:off x="13761" y="549"/>
              <a:ext cx="1582" cy="525"/>
            </a:xfrm>
            <a:prstGeom prst="rect">
              <a:avLst/>
            </a:prstGeom>
          </p:spPr>
        </p:pic>
        <p:sp>
          <p:nvSpPr>
            <p:cNvPr id="8" name="文本框 7"/>
            <p:cNvSpPr txBox="1"/>
            <p:nvPr userDrawn="1"/>
          </p:nvSpPr>
          <p:spPr>
            <a:xfrm>
              <a:off x="15219" y="655"/>
              <a:ext cx="3613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复杂逻辑场景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·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框架搭建系列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PPT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模板</a:t>
              </a:r>
              <a:endPara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cxnSp>
        <p:nvCxnSpPr>
          <p:cNvPr id="13" name="直线连接符 7"/>
          <p:cNvCxnSpPr/>
          <p:nvPr userDrawn="1"/>
        </p:nvCxnSpPr>
        <p:spPr>
          <a:xfrm>
            <a:off x="369165" y="839204"/>
            <a:ext cx="11459846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紫荆的职场Point3"/>
          <p:cNvSpPr/>
          <p:nvPr/>
        </p:nvSpPr>
        <p:spPr>
          <a:xfrm>
            <a:off x="4565015" y="2062480"/>
            <a:ext cx="3044825" cy="262255"/>
          </a:xfrm>
          <a:custGeom>
            <a:avLst/>
            <a:gdLst>
              <a:gd name="connsiteX0" fmla="*/ 5903762 w 7865462"/>
              <a:gd name="connsiteY0" fmla="*/ 108533 h 1611954"/>
              <a:gd name="connsiteX1" fmla="*/ 4523377 w 7865462"/>
              <a:gd name="connsiteY1" fmla="*/ 1602812 h 1611954"/>
              <a:gd name="connsiteX2" fmla="*/ 3345359 w 7865462"/>
              <a:gd name="connsiteY2" fmla="*/ 1602914 h 1611954"/>
              <a:gd name="connsiteX3" fmla="*/ 1948886 w 7865462"/>
              <a:gd name="connsiteY3" fmla="*/ 110061 h 1611954"/>
              <a:gd name="connsiteX4" fmla="*/ 3932731 w 7865462"/>
              <a:gd name="connsiteY4" fmla="*/ 805977 h 1611954"/>
              <a:gd name="connsiteX5" fmla="*/ 5903762 w 7865462"/>
              <a:gd name="connsiteY5" fmla="*/ 108533 h 1611954"/>
              <a:gd name="connsiteX0-1" fmla="*/ 3935506 w 7870963"/>
              <a:gd name="connsiteY0-2" fmla="*/ 697444 h 1503420"/>
              <a:gd name="connsiteX1-3" fmla="*/ 5906537 w 7870963"/>
              <a:gd name="connsiteY1-4" fmla="*/ 0 h 1503420"/>
              <a:gd name="connsiteX2-5" fmla="*/ 4526152 w 7870963"/>
              <a:gd name="connsiteY2-6" fmla="*/ 1494279 h 1503420"/>
              <a:gd name="connsiteX3-7" fmla="*/ 3348134 w 7870963"/>
              <a:gd name="connsiteY3-8" fmla="*/ 1494381 h 1503420"/>
              <a:gd name="connsiteX4-9" fmla="*/ 1951661 w 7870963"/>
              <a:gd name="connsiteY4-10" fmla="*/ 1528 h 1503420"/>
              <a:gd name="connsiteX5-11" fmla="*/ 4026946 w 7870963"/>
              <a:gd name="connsiteY5-12" fmla="*/ 788884 h 1503420"/>
              <a:gd name="connsiteX0-13" fmla="*/ 3935506 w 7870963"/>
              <a:gd name="connsiteY0-14" fmla="*/ 697444 h 1503420"/>
              <a:gd name="connsiteX1-15" fmla="*/ 5906537 w 7870963"/>
              <a:gd name="connsiteY1-16" fmla="*/ 0 h 1503420"/>
              <a:gd name="connsiteX2-17" fmla="*/ 4526152 w 7870963"/>
              <a:gd name="connsiteY2-18" fmla="*/ 1494279 h 1503420"/>
              <a:gd name="connsiteX3-19" fmla="*/ 3348134 w 7870963"/>
              <a:gd name="connsiteY3-20" fmla="*/ 1494381 h 1503420"/>
              <a:gd name="connsiteX4-21" fmla="*/ 1951661 w 7870963"/>
              <a:gd name="connsiteY4-22" fmla="*/ 1528 h 1503420"/>
              <a:gd name="connsiteX0-23" fmla="*/ 5906537 w 7870963"/>
              <a:gd name="connsiteY0-24" fmla="*/ 0 h 1503420"/>
              <a:gd name="connsiteX1-25" fmla="*/ 4526152 w 7870963"/>
              <a:gd name="connsiteY1-26" fmla="*/ 1494279 h 1503420"/>
              <a:gd name="connsiteX2-27" fmla="*/ 3348134 w 7870963"/>
              <a:gd name="connsiteY2-28" fmla="*/ 1494381 h 1503420"/>
              <a:gd name="connsiteX3-29" fmla="*/ 1951661 w 7870963"/>
              <a:gd name="connsiteY3-30" fmla="*/ 1528 h 150342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7870963" h="1503420">
                <a:moveTo>
                  <a:pt x="5906537" y="0"/>
                </a:moveTo>
                <a:cubicBezTo>
                  <a:pt x="9121776" y="381640"/>
                  <a:pt x="8199590" y="1379915"/>
                  <a:pt x="4526152" y="1494279"/>
                </a:cubicBezTo>
                <a:cubicBezTo>
                  <a:pt x="4135731" y="1506434"/>
                  <a:pt x="3738605" y="1506468"/>
                  <a:pt x="3348134" y="1494381"/>
                </a:cubicBezTo>
                <a:cubicBezTo>
                  <a:pt x="-320076" y="1380828"/>
                  <a:pt x="-1251561" y="385054"/>
                  <a:pt x="1951661" y="1528"/>
                </a:cubicBezTo>
              </a:path>
            </a:pathLst>
          </a:cu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chemeClr val="accent5">
                  <a:lumMod val="60000"/>
                  <a:lumOff val="40000"/>
                  <a:alpha val="20000"/>
                </a:schemeClr>
              </a:gs>
            </a:gsLst>
            <a:lin ang="5400000" scaled="1"/>
          </a:gradFill>
          <a:ln w="19050">
            <a:gradFill flip="none" rotWithShape="1">
              <a:gsLst>
                <a:gs pos="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5400000" scaled="1"/>
              <a:tileRect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86" name="紫荆的职场Point7"/>
          <p:cNvSpPr/>
          <p:nvPr/>
        </p:nvSpPr>
        <p:spPr>
          <a:xfrm>
            <a:off x="5024438" y="1763395"/>
            <a:ext cx="2125980" cy="198755"/>
          </a:xfrm>
          <a:custGeom>
            <a:avLst/>
            <a:gdLst>
              <a:gd name="connsiteX0" fmla="*/ 5903762 w 7865462"/>
              <a:gd name="connsiteY0" fmla="*/ 108533 h 1611954"/>
              <a:gd name="connsiteX1" fmla="*/ 4523377 w 7865462"/>
              <a:gd name="connsiteY1" fmla="*/ 1602812 h 1611954"/>
              <a:gd name="connsiteX2" fmla="*/ 3345359 w 7865462"/>
              <a:gd name="connsiteY2" fmla="*/ 1602914 h 1611954"/>
              <a:gd name="connsiteX3" fmla="*/ 1948886 w 7865462"/>
              <a:gd name="connsiteY3" fmla="*/ 110061 h 1611954"/>
              <a:gd name="connsiteX4" fmla="*/ 3932731 w 7865462"/>
              <a:gd name="connsiteY4" fmla="*/ 805977 h 1611954"/>
              <a:gd name="connsiteX5" fmla="*/ 5903762 w 7865462"/>
              <a:gd name="connsiteY5" fmla="*/ 108533 h 1611954"/>
              <a:gd name="connsiteX0-1" fmla="*/ 3935506 w 7870963"/>
              <a:gd name="connsiteY0-2" fmla="*/ 697444 h 1503420"/>
              <a:gd name="connsiteX1-3" fmla="*/ 5906537 w 7870963"/>
              <a:gd name="connsiteY1-4" fmla="*/ 0 h 1503420"/>
              <a:gd name="connsiteX2-5" fmla="*/ 4526152 w 7870963"/>
              <a:gd name="connsiteY2-6" fmla="*/ 1494279 h 1503420"/>
              <a:gd name="connsiteX3-7" fmla="*/ 3348134 w 7870963"/>
              <a:gd name="connsiteY3-8" fmla="*/ 1494381 h 1503420"/>
              <a:gd name="connsiteX4-9" fmla="*/ 1951661 w 7870963"/>
              <a:gd name="connsiteY4-10" fmla="*/ 1528 h 1503420"/>
              <a:gd name="connsiteX5-11" fmla="*/ 4026946 w 7870963"/>
              <a:gd name="connsiteY5-12" fmla="*/ 788884 h 1503420"/>
              <a:gd name="connsiteX0-13" fmla="*/ 3935506 w 7870963"/>
              <a:gd name="connsiteY0-14" fmla="*/ 697444 h 1503420"/>
              <a:gd name="connsiteX1-15" fmla="*/ 5906537 w 7870963"/>
              <a:gd name="connsiteY1-16" fmla="*/ 0 h 1503420"/>
              <a:gd name="connsiteX2-17" fmla="*/ 4526152 w 7870963"/>
              <a:gd name="connsiteY2-18" fmla="*/ 1494279 h 1503420"/>
              <a:gd name="connsiteX3-19" fmla="*/ 3348134 w 7870963"/>
              <a:gd name="connsiteY3-20" fmla="*/ 1494381 h 1503420"/>
              <a:gd name="connsiteX4-21" fmla="*/ 1951661 w 7870963"/>
              <a:gd name="connsiteY4-22" fmla="*/ 1528 h 1503420"/>
              <a:gd name="connsiteX0-23" fmla="*/ 5906537 w 7870963"/>
              <a:gd name="connsiteY0-24" fmla="*/ 0 h 1503420"/>
              <a:gd name="connsiteX1-25" fmla="*/ 4526152 w 7870963"/>
              <a:gd name="connsiteY1-26" fmla="*/ 1494279 h 1503420"/>
              <a:gd name="connsiteX2-27" fmla="*/ 3348134 w 7870963"/>
              <a:gd name="connsiteY2-28" fmla="*/ 1494381 h 1503420"/>
              <a:gd name="connsiteX3-29" fmla="*/ 1951661 w 7870963"/>
              <a:gd name="connsiteY3-30" fmla="*/ 1528 h 150342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7870963" h="1503420">
                <a:moveTo>
                  <a:pt x="5906537" y="0"/>
                </a:moveTo>
                <a:cubicBezTo>
                  <a:pt x="9121776" y="381640"/>
                  <a:pt x="8199590" y="1379915"/>
                  <a:pt x="4526152" y="1494279"/>
                </a:cubicBezTo>
                <a:cubicBezTo>
                  <a:pt x="4135731" y="1506434"/>
                  <a:pt x="3738605" y="1506468"/>
                  <a:pt x="3348134" y="1494381"/>
                </a:cubicBezTo>
                <a:cubicBezTo>
                  <a:pt x="-320076" y="1380828"/>
                  <a:pt x="-1251561" y="385054"/>
                  <a:pt x="1951661" y="1528"/>
                </a:cubicBezTo>
              </a:path>
            </a:pathLst>
          </a:cu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chemeClr val="accent5">
                  <a:lumMod val="60000"/>
                  <a:lumOff val="40000"/>
                  <a:alpha val="20000"/>
                </a:schemeClr>
              </a:gs>
            </a:gsLst>
            <a:lin ang="5400000" scaled="1"/>
          </a:gradFill>
          <a:ln w="19050">
            <a:gradFill flip="none" rotWithShape="1">
              <a:gsLst>
                <a:gs pos="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5400000" scaled="1"/>
              <a:tileRect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7" name="文本框 146"/>
          <p:cNvSpPr txBox="1"/>
          <p:nvPr/>
        </p:nvSpPr>
        <p:spPr>
          <a:xfrm>
            <a:off x="5999190" y="3737794"/>
            <a:ext cx="18473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9" name="椭圆 148"/>
          <p:cNvSpPr/>
          <p:nvPr/>
        </p:nvSpPr>
        <p:spPr>
          <a:xfrm>
            <a:off x="4719955" y="2489305"/>
            <a:ext cx="2743200" cy="2743200"/>
          </a:xfrm>
          <a:prstGeom prst="ellipse">
            <a:avLst/>
          </a:prstGeom>
          <a:solidFill>
            <a:schemeClr val="accent5">
              <a:lumMod val="60000"/>
              <a:lumOff val="4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0" name="椭圆 149"/>
          <p:cNvSpPr/>
          <p:nvPr/>
        </p:nvSpPr>
        <p:spPr>
          <a:xfrm>
            <a:off x="4912626" y="2681976"/>
            <a:ext cx="2357858" cy="2357858"/>
          </a:xfrm>
          <a:prstGeom prst="ellipse">
            <a:avLst/>
          </a:prstGeom>
          <a:gradFill>
            <a:gsLst>
              <a:gs pos="0">
                <a:schemeClr val="accent5"/>
              </a:gs>
              <a:gs pos="100000">
                <a:schemeClr val="accent5">
                  <a:lumMod val="60000"/>
                  <a:lumOff val="4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1" name="文本框 150"/>
          <p:cNvSpPr txBox="1"/>
          <p:nvPr/>
        </p:nvSpPr>
        <p:spPr>
          <a:xfrm>
            <a:off x="5428615" y="3240586"/>
            <a:ext cx="1325880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多维度提升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运营效率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2" name="矩形: 圆角 4"/>
          <p:cNvSpPr/>
          <p:nvPr/>
        </p:nvSpPr>
        <p:spPr>
          <a:xfrm>
            <a:off x="5456555" y="3987128"/>
            <a:ext cx="1270000" cy="29707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100" spc="300" dirty="0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明年工作规划</a:t>
            </a:r>
            <a:endParaRPr lang="zh-CN" altLang="en-US" sz="1100" spc="300" dirty="0">
              <a:solidFill>
                <a:schemeClr val="accent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4" name="紫荆的职场Point37"/>
          <p:cNvSpPr txBox="1"/>
          <p:nvPr/>
        </p:nvSpPr>
        <p:spPr>
          <a:xfrm flipH="1">
            <a:off x="5168265" y="2082165"/>
            <a:ext cx="521335" cy="198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sz="7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转化率</a:t>
            </a:r>
            <a:endParaRPr lang="zh-CN" sz="7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55" name="©天蝎PPT9"/>
          <p:cNvGrpSpPr/>
          <p:nvPr/>
        </p:nvGrpSpPr>
        <p:grpSpPr>
          <a:xfrm>
            <a:off x="5350510" y="1878965"/>
            <a:ext cx="112395" cy="112395"/>
            <a:chOff x="5287932" y="2222584"/>
            <a:chExt cx="222422" cy="222422"/>
          </a:xfrm>
        </p:grpSpPr>
        <p:sp>
          <p:nvSpPr>
            <p:cNvPr id="156" name="©天蝎PPT9-1"/>
            <p:cNvSpPr/>
            <p:nvPr>
              <p:custDataLst>
                <p:tags r:id="rId4"/>
              </p:custDataLst>
            </p:nvPr>
          </p:nvSpPr>
          <p:spPr>
            <a:xfrm>
              <a:off x="5287932" y="2222584"/>
              <a:ext cx="222422" cy="222422"/>
            </a:xfrm>
            <a:prstGeom prst="ellipse">
              <a:avLst/>
            </a:prstGeom>
            <a:solidFill>
              <a:schemeClr val="accent5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57" name="©天蝎PPT9-2"/>
            <p:cNvSpPr/>
            <p:nvPr>
              <p:custDataLst>
                <p:tags r:id="rId5"/>
              </p:custDataLst>
            </p:nvPr>
          </p:nvSpPr>
          <p:spPr>
            <a:xfrm>
              <a:off x="5335525" y="2270177"/>
              <a:ext cx="127237" cy="127237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457200" dist="495300" dir="5400000" sx="90000" sy="90000" algn="t" rotWithShape="0">
                <a:schemeClr val="accent1">
                  <a:alpha val="31000"/>
                </a:schemeClr>
              </a:outerShdw>
            </a:effectLst>
          </p:spPr>
          <p:txBody>
            <a:bodyPr lIns="14630" tIns="7315" rIns="14630" bIns="7315" rtlCol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159" name="紫荆的职场Point36-1"/>
          <p:cNvSpPr/>
          <p:nvPr/>
        </p:nvSpPr>
        <p:spPr>
          <a:xfrm>
            <a:off x="5428713" y="1262380"/>
            <a:ext cx="1308100" cy="234950"/>
          </a:xfrm>
          <a:prstGeom prst="roundRect">
            <a:avLst>
              <a:gd name="adj" fmla="val 8288"/>
            </a:avLst>
          </a:prstGeom>
          <a:gradFill>
            <a:gsLst>
              <a:gs pos="100000">
                <a:schemeClr val="bg1"/>
              </a:gs>
              <a:gs pos="0">
                <a:schemeClr val="bg1"/>
              </a:gs>
            </a:gsLst>
            <a:lin ang="5400000" scaled="0"/>
          </a:gradFill>
          <a:ln w="12700" cap="flat" cmpd="sng" algn="ctr">
            <a:gradFill>
              <a:gsLst>
                <a:gs pos="0">
                  <a:schemeClr val="accent5"/>
                </a:gs>
                <a:gs pos="52000">
                  <a:schemeClr val="accent5">
                    <a:lumMod val="60000"/>
                    <a:lumOff val="4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txBody>
          <a:bodyPr lIns="98755" tIns="49378" rIns="98755" bIns="49378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gradFill>
                  <a:gsLst>
                    <a:gs pos="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 scaled="0"/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销售额突破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gradFill>
                  <a:gsLst>
                    <a:gs pos="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 scaled="0"/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1000</a:t>
            </a: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gradFill>
                  <a:gsLst>
                    <a:gs pos="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 scaled="0"/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gradFill>
                <a:gsLst>
                  <a:gs pos="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 scaled="0"/>
              </a:gra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60" name="©天蝎PPT9"/>
          <p:cNvGrpSpPr/>
          <p:nvPr/>
        </p:nvGrpSpPr>
        <p:grpSpPr>
          <a:xfrm>
            <a:off x="5882640" y="1903095"/>
            <a:ext cx="112395" cy="112395"/>
            <a:chOff x="5287932" y="2222584"/>
            <a:chExt cx="222422" cy="222422"/>
          </a:xfrm>
        </p:grpSpPr>
        <p:sp>
          <p:nvSpPr>
            <p:cNvPr id="161" name="©天蝎PPT9-1"/>
            <p:cNvSpPr/>
            <p:nvPr>
              <p:custDataLst>
                <p:tags r:id="rId6"/>
              </p:custDataLst>
            </p:nvPr>
          </p:nvSpPr>
          <p:spPr>
            <a:xfrm>
              <a:off x="5287932" y="2222584"/>
              <a:ext cx="222422" cy="222422"/>
            </a:xfrm>
            <a:prstGeom prst="ellipse">
              <a:avLst/>
            </a:prstGeom>
            <a:solidFill>
              <a:schemeClr val="accent5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62" name="©天蝎PPT9-2"/>
            <p:cNvSpPr/>
            <p:nvPr>
              <p:custDataLst>
                <p:tags r:id="rId7"/>
              </p:custDataLst>
            </p:nvPr>
          </p:nvSpPr>
          <p:spPr>
            <a:xfrm>
              <a:off x="5335525" y="2270177"/>
              <a:ext cx="127237" cy="127237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457200" dist="495300" dir="5400000" sx="90000" sy="90000" algn="t" rotWithShape="0">
                <a:schemeClr val="accent1">
                  <a:alpha val="31000"/>
                </a:schemeClr>
              </a:outerShdw>
            </a:effectLst>
          </p:spPr>
          <p:txBody>
            <a:bodyPr lIns="14630" tIns="7315" rIns="14630" bIns="7315" rtlCol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163" name="紫荆的职场Point37"/>
          <p:cNvSpPr txBox="1"/>
          <p:nvPr/>
        </p:nvSpPr>
        <p:spPr>
          <a:xfrm flipH="1">
            <a:off x="4715510" y="2059305"/>
            <a:ext cx="521335" cy="198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sz="7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访客数</a:t>
            </a:r>
            <a:endParaRPr lang="zh-CN" sz="7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4" name="紫荆的职场Point37"/>
          <p:cNvSpPr txBox="1"/>
          <p:nvPr/>
        </p:nvSpPr>
        <p:spPr>
          <a:xfrm flipH="1">
            <a:off x="5105400" y="1689100"/>
            <a:ext cx="620395" cy="198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sz="7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流量规模</a:t>
            </a:r>
            <a:endParaRPr lang="zh-CN" sz="7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5" name="紫荆的职场Point37"/>
          <p:cNvSpPr txBox="1"/>
          <p:nvPr/>
        </p:nvSpPr>
        <p:spPr>
          <a:xfrm flipH="1">
            <a:off x="5610225" y="1713230"/>
            <a:ext cx="616585" cy="198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sz="7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转化效率</a:t>
            </a:r>
            <a:endParaRPr lang="zh-CN" sz="7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6" name="紫荆的职场Point37"/>
          <p:cNvSpPr txBox="1"/>
          <p:nvPr/>
        </p:nvSpPr>
        <p:spPr>
          <a:xfrm flipH="1">
            <a:off x="6073775" y="1713230"/>
            <a:ext cx="558800" cy="198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sz="7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客户价值</a:t>
            </a:r>
            <a:endParaRPr lang="zh-CN" sz="7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7" name="紫荆的职场Point37"/>
          <p:cNvSpPr txBox="1"/>
          <p:nvPr/>
        </p:nvSpPr>
        <p:spPr>
          <a:xfrm flipH="1">
            <a:off x="6517005" y="1689100"/>
            <a:ext cx="636270" cy="198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sz="7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复购裂变</a:t>
            </a:r>
            <a:endParaRPr lang="zh-CN" sz="7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68" name="©天蝎PPT9"/>
          <p:cNvGrpSpPr/>
          <p:nvPr/>
        </p:nvGrpSpPr>
        <p:grpSpPr>
          <a:xfrm>
            <a:off x="6315710" y="1903095"/>
            <a:ext cx="112395" cy="112395"/>
            <a:chOff x="5287932" y="2222584"/>
            <a:chExt cx="222422" cy="222422"/>
          </a:xfrm>
        </p:grpSpPr>
        <p:sp>
          <p:nvSpPr>
            <p:cNvPr id="169" name="©天蝎PPT9-1"/>
            <p:cNvSpPr/>
            <p:nvPr>
              <p:custDataLst>
                <p:tags r:id="rId8"/>
              </p:custDataLst>
            </p:nvPr>
          </p:nvSpPr>
          <p:spPr>
            <a:xfrm>
              <a:off x="5287932" y="2222584"/>
              <a:ext cx="222422" cy="222422"/>
            </a:xfrm>
            <a:prstGeom prst="ellipse">
              <a:avLst/>
            </a:prstGeom>
            <a:solidFill>
              <a:schemeClr val="accent5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70" name="©天蝎PPT9-2"/>
            <p:cNvSpPr/>
            <p:nvPr>
              <p:custDataLst>
                <p:tags r:id="rId9"/>
              </p:custDataLst>
            </p:nvPr>
          </p:nvSpPr>
          <p:spPr>
            <a:xfrm>
              <a:off x="5335525" y="2270177"/>
              <a:ext cx="127237" cy="127237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457200" dist="495300" dir="5400000" sx="90000" sy="90000" algn="t" rotWithShape="0">
                <a:schemeClr val="accent1">
                  <a:alpha val="31000"/>
                </a:schemeClr>
              </a:outerShdw>
            </a:effectLst>
          </p:spPr>
          <p:txBody>
            <a:bodyPr lIns="14630" tIns="7315" rIns="14630" bIns="7315" rtlCol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171" name="©天蝎PPT9"/>
          <p:cNvGrpSpPr/>
          <p:nvPr/>
        </p:nvGrpSpPr>
        <p:grpSpPr>
          <a:xfrm>
            <a:off x="6821805" y="1863725"/>
            <a:ext cx="112395" cy="112395"/>
            <a:chOff x="5287932" y="2222584"/>
            <a:chExt cx="222422" cy="222422"/>
          </a:xfrm>
        </p:grpSpPr>
        <p:sp>
          <p:nvSpPr>
            <p:cNvPr id="172" name="©天蝎PPT9-1"/>
            <p:cNvSpPr/>
            <p:nvPr>
              <p:custDataLst>
                <p:tags r:id="rId10"/>
              </p:custDataLst>
            </p:nvPr>
          </p:nvSpPr>
          <p:spPr>
            <a:xfrm>
              <a:off x="5287932" y="2222584"/>
              <a:ext cx="222422" cy="222422"/>
            </a:xfrm>
            <a:prstGeom prst="ellipse">
              <a:avLst/>
            </a:prstGeom>
            <a:solidFill>
              <a:schemeClr val="accent5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73" name="©天蝎PPT9-2"/>
            <p:cNvSpPr/>
            <p:nvPr>
              <p:custDataLst>
                <p:tags r:id="rId11"/>
              </p:custDataLst>
            </p:nvPr>
          </p:nvSpPr>
          <p:spPr>
            <a:xfrm>
              <a:off x="5335525" y="2270177"/>
              <a:ext cx="127237" cy="127237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457200" dist="495300" dir="5400000" sx="90000" sy="90000" algn="t" rotWithShape="0">
                <a:schemeClr val="accent1">
                  <a:alpha val="31000"/>
                </a:schemeClr>
              </a:outerShdw>
            </a:effectLst>
          </p:spPr>
          <p:txBody>
            <a:bodyPr lIns="14630" tIns="7315" rIns="14630" bIns="7315" rtlCol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174" name="紫荆的职场Point37"/>
          <p:cNvSpPr txBox="1"/>
          <p:nvPr/>
        </p:nvSpPr>
        <p:spPr>
          <a:xfrm flipH="1">
            <a:off x="6073775" y="2099310"/>
            <a:ext cx="521335" cy="198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sz="7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客单价</a:t>
            </a:r>
            <a:endParaRPr lang="zh-CN" sz="7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5" name="紫荆的职场Point37"/>
          <p:cNvSpPr txBox="1"/>
          <p:nvPr/>
        </p:nvSpPr>
        <p:spPr>
          <a:xfrm flipH="1">
            <a:off x="5621020" y="2099310"/>
            <a:ext cx="521335" cy="198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sz="7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留存率</a:t>
            </a:r>
            <a:endParaRPr lang="zh-CN" sz="7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6" name="紫荆的职场Point37"/>
          <p:cNvSpPr txBox="1"/>
          <p:nvPr/>
        </p:nvSpPr>
        <p:spPr>
          <a:xfrm flipH="1">
            <a:off x="6979285" y="2059305"/>
            <a:ext cx="521335" cy="198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sz="7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复购率</a:t>
            </a:r>
            <a:endParaRPr lang="zh-CN" sz="7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7" name="紫荆的职场Point37"/>
          <p:cNvSpPr txBox="1"/>
          <p:nvPr/>
        </p:nvSpPr>
        <p:spPr>
          <a:xfrm flipH="1">
            <a:off x="6526530" y="2082165"/>
            <a:ext cx="521335" cy="198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sz="7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件均价</a:t>
            </a:r>
            <a:endParaRPr lang="zh-CN" sz="7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78" name="©天蝎PPT9"/>
          <p:cNvGrpSpPr/>
          <p:nvPr/>
        </p:nvGrpSpPr>
        <p:grpSpPr>
          <a:xfrm>
            <a:off x="4900295" y="2221230"/>
            <a:ext cx="112395" cy="112395"/>
            <a:chOff x="5287932" y="2222584"/>
            <a:chExt cx="222422" cy="222422"/>
          </a:xfrm>
        </p:grpSpPr>
        <p:sp>
          <p:nvSpPr>
            <p:cNvPr id="179" name="©天蝎PPT9-1"/>
            <p:cNvSpPr/>
            <p:nvPr>
              <p:custDataLst>
                <p:tags r:id="rId12"/>
              </p:custDataLst>
            </p:nvPr>
          </p:nvSpPr>
          <p:spPr>
            <a:xfrm>
              <a:off x="5287932" y="2222584"/>
              <a:ext cx="222422" cy="222422"/>
            </a:xfrm>
            <a:prstGeom prst="ellipse">
              <a:avLst/>
            </a:prstGeom>
            <a:solidFill>
              <a:schemeClr val="accent5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80" name="©天蝎PPT9-2"/>
            <p:cNvSpPr/>
            <p:nvPr>
              <p:custDataLst>
                <p:tags r:id="rId13"/>
              </p:custDataLst>
            </p:nvPr>
          </p:nvSpPr>
          <p:spPr>
            <a:xfrm>
              <a:off x="5335525" y="2270177"/>
              <a:ext cx="127237" cy="127237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457200" dist="495300" dir="5400000" sx="90000" sy="90000" algn="t" rotWithShape="0">
                <a:schemeClr val="accent1">
                  <a:alpha val="31000"/>
                </a:schemeClr>
              </a:outerShdw>
            </a:effectLst>
          </p:spPr>
          <p:txBody>
            <a:bodyPr lIns="14630" tIns="7315" rIns="14630" bIns="7315" rtlCol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181" name="©天蝎PPT9"/>
          <p:cNvGrpSpPr/>
          <p:nvPr/>
        </p:nvGrpSpPr>
        <p:grpSpPr>
          <a:xfrm>
            <a:off x="5374640" y="2256790"/>
            <a:ext cx="112395" cy="112395"/>
            <a:chOff x="5287932" y="2222584"/>
            <a:chExt cx="222422" cy="222422"/>
          </a:xfrm>
        </p:grpSpPr>
        <p:sp>
          <p:nvSpPr>
            <p:cNvPr id="182" name="©天蝎PPT9-1"/>
            <p:cNvSpPr/>
            <p:nvPr>
              <p:custDataLst>
                <p:tags r:id="rId14"/>
              </p:custDataLst>
            </p:nvPr>
          </p:nvSpPr>
          <p:spPr>
            <a:xfrm>
              <a:off x="5287932" y="2222584"/>
              <a:ext cx="222422" cy="222422"/>
            </a:xfrm>
            <a:prstGeom prst="ellipse">
              <a:avLst/>
            </a:prstGeom>
            <a:solidFill>
              <a:schemeClr val="accent5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83" name="©天蝎PPT9-2"/>
            <p:cNvSpPr/>
            <p:nvPr>
              <p:custDataLst>
                <p:tags r:id="rId15"/>
              </p:custDataLst>
            </p:nvPr>
          </p:nvSpPr>
          <p:spPr>
            <a:xfrm>
              <a:off x="5335525" y="2270177"/>
              <a:ext cx="127237" cy="127237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457200" dist="495300" dir="5400000" sx="90000" sy="90000" algn="t" rotWithShape="0">
                <a:schemeClr val="accent1">
                  <a:alpha val="31000"/>
                </a:schemeClr>
              </a:outerShdw>
            </a:effectLst>
          </p:spPr>
          <p:txBody>
            <a:bodyPr lIns="14630" tIns="7315" rIns="14630" bIns="7315" rtlCol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184" name="©天蝎PPT9"/>
          <p:cNvGrpSpPr/>
          <p:nvPr/>
        </p:nvGrpSpPr>
        <p:grpSpPr>
          <a:xfrm>
            <a:off x="5838825" y="2264410"/>
            <a:ext cx="112395" cy="112395"/>
            <a:chOff x="5287932" y="2222584"/>
            <a:chExt cx="222422" cy="222422"/>
          </a:xfrm>
        </p:grpSpPr>
        <p:sp>
          <p:nvSpPr>
            <p:cNvPr id="185" name="©天蝎PPT9-1"/>
            <p:cNvSpPr/>
            <p:nvPr>
              <p:custDataLst>
                <p:tags r:id="rId16"/>
              </p:custDataLst>
            </p:nvPr>
          </p:nvSpPr>
          <p:spPr>
            <a:xfrm>
              <a:off x="5287932" y="2222584"/>
              <a:ext cx="222422" cy="222422"/>
            </a:xfrm>
            <a:prstGeom prst="ellipse">
              <a:avLst/>
            </a:prstGeom>
            <a:solidFill>
              <a:schemeClr val="accent5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86" name="©天蝎PPT9-2"/>
            <p:cNvSpPr/>
            <p:nvPr>
              <p:custDataLst>
                <p:tags r:id="rId17"/>
              </p:custDataLst>
            </p:nvPr>
          </p:nvSpPr>
          <p:spPr>
            <a:xfrm>
              <a:off x="5335525" y="2270177"/>
              <a:ext cx="127237" cy="127237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457200" dist="495300" dir="5400000" sx="90000" sy="90000" algn="t" rotWithShape="0">
                <a:schemeClr val="accent1">
                  <a:alpha val="31000"/>
                </a:schemeClr>
              </a:outerShdw>
            </a:effectLst>
          </p:spPr>
          <p:txBody>
            <a:bodyPr lIns="14630" tIns="7315" rIns="14630" bIns="7315" rtlCol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187" name="©天蝎PPT9"/>
          <p:cNvGrpSpPr/>
          <p:nvPr/>
        </p:nvGrpSpPr>
        <p:grpSpPr>
          <a:xfrm>
            <a:off x="6291580" y="2266315"/>
            <a:ext cx="112395" cy="112395"/>
            <a:chOff x="5287932" y="2222584"/>
            <a:chExt cx="222422" cy="222422"/>
          </a:xfrm>
        </p:grpSpPr>
        <p:sp>
          <p:nvSpPr>
            <p:cNvPr id="188" name="©天蝎PPT9-1"/>
            <p:cNvSpPr/>
            <p:nvPr>
              <p:custDataLst>
                <p:tags r:id="rId18"/>
              </p:custDataLst>
            </p:nvPr>
          </p:nvSpPr>
          <p:spPr>
            <a:xfrm>
              <a:off x="5287932" y="2222584"/>
              <a:ext cx="222422" cy="222422"/>
            </a:xfrm>
            <a:prstGeom prst="ellipse">
              <a:avLst/>
            </a:prstGeom>
            <a:solidFill>
              <a:schemeClr val="accent5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89" name="©天蝎PPT9-2"/>
            <p:cNvSpPr/>
            <p:nvPr>
              <p:custDataLst>
                <p:tags r:id="rId19"/>
              </p:custDataLst>
            </p:nvPr>
          </p:nvSpPr>
          <p:spPr>
            <a:xfrm>
              <a:off x="5335525" y="2270177"/>
              <a:ext cx="127237" cy="127237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457200" dist="495300" dir="5400000" sx="90000" sy="90000" algn="t" rotWithShape="0">
                <a:schemeClr val="accent1">
                  <a:alpha val="31000"/>
                </a:schemeClr>
              </a:outerShdw>
            </a:effectLst>
          </p:spPr>
          <p:txBody>
            <a:bodyPr lIns="14630" tIns="7315" rIns="14630" bIns="7315" rtlCol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190" name="©天蝎PPT9"/>
          <p:cNvGrpSpPr/>
          <p:nvPr/>
        </p:nvGrpSpPr>
        <p:grpSpPr>
          <a:xfrm>
            <a:off x="6757670" y="2245360"/>
            <a:ext cx="112395" cy="112395"/>
            <a:chOff x="5287932" y="2222584"/>
            <a:chExt cx="222422" cy="222422"/>
          </a:xfrm>
        </p:grpSpPr>
        <p:sp>
          <p:nvSpPr>
            <p:cNvPr id="191" name="©天蝎PPT9-1"/>
            <p:cNvSpPr/>
            <p:nvPr>
              <p:custDataLst>
                <p:tags r:id="rId20"/>
              </p:custDataLst>
            </p:nvPr>
          </p:nvSpPr>
          <p:spPr>
            <a:xfrm>
              <a:off x="5287932" y="2222584"/>
              <a:ext cx="222422" cy="222422"/>
            </a:xfrm>
            <a:prstGeom prst="ellipse">
              <a:avLst/>
            </a:prstGeom>
            <a:solidFill>
              <a:schemeClr val="accent5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92" name="©天蝎PPT9-2"/>
            <p:cNvSpPr/>
            <p:nvPr>
              <p:custDataLst>
                <p:tags r:id="rId21"/>
              </p:custDataLst>
            </p:nvPr>
          </p:nvSpPr>
          <p:spPr>
            <a:xfrm>
              <a:off x="5335525" y="2270177"/>
              <a:ext cx="127237" cy="127237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457200" dist="495300" dir="5400000" sx="90000" sy="90000" algn="t" rotWithShape="0">
                <a:schemeClr val="accent1">
                  <a:alpha val="31000"/>
                </a:schemeClr>
              </a:outerShdw>
            </a:effectLst>
          </p:spPr>
          <p:txBody>
            <a:bodyPr lIns="14630" tIns="7315" rIns="14630" bIns="7315" rtlCol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193" name="©天蝎PPT9"/>
          <p:cNvGrpSpPr/>
          <p:nvPr/>
        </p:nvGrpSpPr>
        <p:grpSpPr>
          <a:xfrm>
            <a:off x="7218045" y="2209800"/>
            <a:ext cx="112395" cy="112395"/>
            <a:chOff x="5287932" y="2222584"/>
            <a:chExt cx="222422" cy="222422"/>
          </a:xfrm>
        </p:grpSpPr>
        <p:sp>
          <p:nvSpPr>
            <p:cNvPr id="194" name="©天蝎PPT9-1"/>
            <p:cNvSpPr/>
            <p:nvPr>
              <p:custDataLst>
                <p:tags r:id="rId22"/>
              </p:custDataLst>
            </p:nvPr>
          </p:nvSpPr>
          <p:spPr>
            <a:xfrm>
              <a:off x="5287932" y="2222584"/>
              <a:ext cx="222422" cy="222422"/>
            </a:xfrm>
            <a:prstGeom prst="ellipse">
              <a:avLst/>
            </a:prstGeom>
            <a:solidFill>
              <a:schemeClr val="accent5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95" name="©天蝎PPT9-2"/>
            <p:cNvSpPr/>
            <p:nvPr>
              <p:custDataLst>
                <p:tags r:id="rId23"/>
              </p:custDataLst>
            </p:nvPr>
          </p:nvSpPr>
          <p:spPr>
            <a:xfrm>
              <a:off x="5335525" y="2270177"/>
              <a:ext cx="127237" cy="127237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457200" dist="495300" dir="5400000" sx="90000" sy="90000" algn="t" rotWithShape="0">
                <a:schemeClr val="accent1">
                  <a:alpha val="31000"/>
                </a:schemeClr>
              </a:outerShdw>
            </a:effectLst>
          </p:spPr>
          <p:txBody>
            <a:bodyPr lIns="14630" tIns="7315" rIns="14630" bIns="7315" rtlCol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196" name="矩形: 圆角 93"/>
          <p:cNvSpPr/>
          <p:nvPr/>
        </p:nvSpPr>
        <p:spPr>
          <a:xfrm>
            <a:off x="5120737" y="6021314"/>
            <a:ext cx="1924052" cy="643925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kumimoji="1" lang="zh-CN" altLang="en-US" dirty="0">
              <a:solidFill>
                <a:schemeClr val="accent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7" name="文本框 196"/>
          <p:cNvSpPr txBox="1"/>
          <p:nvPr/>
        </p:nvSpPr>
        <p:spPr>
          <a:xfrm>
            <a:off x="5483323" y="6250459"/>
            <a:ext cx="1198880" cy="3987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sz="2000" b="1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资源支撑</a:t>
            </a:r>
            <a:endParaRPr kumimoji="0" lang="zh-CN" sz="2000" b="1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60000"/>
                  <a:lumOff val="40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8" name="文本框 197"/>
          <p:cNvSpPr txBox="1"/>
          <p:nvPr/>
        </p:nvSpPr>
        <p:spPr>
          <a:xfrm>
            <a:off x="5436016" y="6035983"/>
            <a:ext cx="1293495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zh-CN" altLang="en-US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</a:t>
            </a:r>
            <a:r>
              <a:rPr lang="en-US" altLang="zh-CN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钱</a:t>
            </a:r>
            <a:r>
              <a:rPr lang="en-US" altLang="zh-CN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</a:t>
            </a:r>
            <a:r>
              <a:rPr lang="en-US" altLang="zh-CN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</a:t>
            </a:r>
            <a:endParaRPr lang="zh-CN" altLang="en-US" sz="12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9" name="任意多边形: 形状 1034"/>
          <p:cNvSpPr/>
          <p:nvPr/>
        </p:nvSpPr>
        <p:spPr>
          <a:xfrm>
            <a:off x="5608629" y="5307097"/>
            <a:ext cx="948269" cy="844756"/>
          </a:xfrm>
          <a:custGeom>
            <a:avLst/>
            <a:gdLst>
              <a:gd name="connsiteX0" fmla="*/ 492945 w 987251"/>
              <a:gd name="connsiteY0" fmla="*/ 0 h 785016"/>
              <a:gd name="connsiteX1" fmla="*/ 886379 w 987251"/>
              <a:gd name="connsiteY1" fmla="*/ 358284 h 785016"/>
              <a:gd name="connsiteX2" fmla="*/ 651185 w 987251"/>
              <a:gd name="connsiteY2" fmla="*/ 286423 h 785016"/>
              <a:gd name="connsiteX3" fmla="*/ 655826 w 987251"/>
              <a:gd name="connsiteY3" fmla="*/ 301395 h 785016"/>
              <a:gd name="connsiteX4" fmla="*/ 715976 w 987251"/>
              <a:gd name="connsiteY4" fmla="*/ 434705 h 785016"/>
              <a:gd name="connsiteX5" fmla="*/ 975009 w 987251"/>
              <a:gd name="connsiteY5" fmla="*/ 775178 h 785016"/>
              <a:gd name="connsiteX6" fmla="*/ 987251 w 987251"/>
              <a:gd name="connsiteY6" fmla="*/ 785016 h 785016"/>
              <a:gd name="connsiteX7" fmla="*/ 493625 w 987251"/>
              <a:gd name="connsiteY7" fmla="*/ 683361 h 785016"/>
              <a:gd name="connsiteX8" fmla="*/ 0 w 987251"/>
              <a:gd name="connsiteY8" fmla="*/ 785016 h 785016"/>
              <a:gd name="connsiteX9" fmla="*/ 12241 w 987251"/>
              <a:gd name="connsiteY9" fmla="*/ 775177 h 785016"/>
              <a:gd name="connsiteX10" fmla="*/ 271276 w 987251"/>
              <a:gd name="connsiteY10" fmla="*/ 434704 h 785016"/>
              <a:gd name="connsiteX11" fmla="*/ 331426 w 987251"/>
              <a:gd name="connsiteY11" fmla="*/ 301394 h 785016"/>
              <a:gd name="connsiteX12" fmla="*/ 336208 w 987251"/>
              <a:gd name="connsiteY12" fmla="*/ 285964 h 785016"/>
              <a:gd name="connsiteX13" fmla="*/ 99511 w 987251"/>
              <a:gd name="connsiteY13" fmla="*/ 358284 h 785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987251" h="785016">
                <a:moveTo>
                  <a:pt x="492945" y="0"/>
                </a:moveTo>
                <a:lnTo>
                  <a:pt x="886379" y="358284"/>
                </a:lnTo>
                <a:lnTo>
                  <a:pt x="651185" y="286423"/>
                </a:lnTo>
                <a:lnTo>
                  <a:pt x="655826" y="301395"/>
                </a:lnTo>
                <a:cubicBezTo>
                  <a:pt x="672513" y="345329"/>
                  <a:pt x="692548" y="389940"/>
                  <a:pt x="715976" y="434705"/>
                </a:cubicBezTo>
                <a:cubicBezTo>
                  <a:pt x="786260" y="569003"/>
                  <a:pt x="877099" y="685625"/>
                  <a:pt x="975009" y="775178"/>
                </a:cubicBezTo>
                <a:lnTo>
                  <a:pt x="987251" y="785016"/>
                </a:lnTo>
                <a:lnTo>
                  <a:pt x="493625" y="683361"/>
                </a:lnTo>
                <a:lnTo>
                  <a:pt x="0" y="785016"/>
                </a:lnTo>
                <a:lnTo>
                  <a:pt x="12241" y="775177"/>
                </a:lnTo>
                <a:cubicBezTo>
                  <a:pt x="110152" y="685624"/>
                  <a:pt x="200991" y="569002"/>
                  <a:pt x="271276" y="434704"/>
                </a:cubicBezTo>
                <a:cubicBezTo>
                  <a:pt x="294704" y="389939"/>
                  <a:pt x="314739" y="345328"/>
                  <a:pt x="331426" y="301394"/>
                </a:cubicBezTo>
                <a:lnTo>
                  <a:pt x="336208" y="285964"/>
                </a:lnTo>
                <a:lnTo>
                  <a:pt x="99511" y="358284"/>
                </a:lnTo>
                <a:close/>
              </a:path>
            </a:pathLst>
          </a:custGeom>
          <a:gradFill flip="none" rotWithShape="1">
            <a:gsLst>
              <a:gs pos="0">
                <a:schemeClr val="accent5">
                  <a:lumMod val="40000"/>
                  <a:lumOff val="60000"/>
                </a:schemeClr>
              </a:gs>
              <a:gs pos="100000">
                <a:schemeClr val="accent5">
                  <a:lumMod val="20000"/>
                  <a:lumOff val="80000"/>
                  <a:alpha val="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sz="1000" kern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00" name="任意多边形: 形状 1035"/>
          <p:cNvSpPr/>
          <p:nvPr/>
        </p:nvSpPr>
        <p:spPr>
          <a:xfrm>
            <a:off x="6425416" y="5513052"/>
            <a:ext cx="485884" cy="432845"/>
          </a:xfrm>
          <a:custGeom>
            <a:avLst/>
            <a:gdLst>
              <a:gd name="connsiteX0" fmla="*/ 492945 w 987251"/>
              <a:gd name="connsiteY0" fmla="*/ 0 h 785016"/>
              <a:gd name="connsiteX1" fmla="*/ 886379 w 987251"/>
              <a:gd name="connsiteY1" fmla="*/ 358284 h 785016"/>
              <a:gd name="connsiteX2" fmla="*/ 651185 w 987251"/>
              <a:gd name="connsiteY2" fmla="*/ 286423 h 785016"/>
              <a:gd name="connsiteX3" fmla="*/ 655826 w 987251"/>
              <a:gd name="connsiteY3" fmla="*/ 301395 h 785016"/>
              <a:gd name="connsiteX4" fmla="*/ 715976 w 987251"/>
              <a:gd name="connsiteY4" fmla="*/ 434705 h 785016"/>
              <a:gd name="connsiteX5" fmla="*/ 975009 w 987251"/>
              <a:gd name="connsiteY5" fmla="*/ 775178 h 785016"/>
              <a:gd name="connsiteX6" fmla="*/ 987251 w 987251"/>
              <a:gd name="connsiteY6" fmla="*/ 785016 h 785016"/>
              <a:gd name="connsiteX7" fmla="*/ 493625 w 987251"/>
              <a:gd name="connsiteY7" fmla="*/ 683361 h 785016"/>
              <a:gd name="connsiteX8" fmla="*/ 0 w 987251"/>
              <a:gd name="connsiteY8" fmla="*/ 785016 h 785016"/>
              <a:gd name="connsiteX9" fmla="*/ 12241 w 987251"/>
              <a:gd name="connsiteY9" fmla="*/ 775177 h 785016"/>
              <a:gd name="connsiteX10" fmla="*/ 271276 w 987251"/>
              <a:gd name="connsiteY10" fmla="*/ 434704 h 785016"/>
              <a:gd name="connsiteX11" fmla="*/ 331426 w 987251"/>
              <a:gd name="connsiteY11" fmla="*/ 301394 h 785016"/>
              <a:gd name="connsiteX12" fmla="*/ 336208 w 987251"/>
              <a:gd name="connsiteY12" fmla="*/ 285964 h 785016"/>
              <a:gd name="connsiteX13" fmla="*/ 99511 w 987251"/>
              <a:gd name="connsiteY13" fmla="*/ 358284 h 785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987251" h="785016">
                <a:moveTo>
                  <a:pt x="492945" y="0"/>
                </a:moveTo>
                <a:lnTo>
                  <a:pt x="886379" y="358284"/>
                </a:lnTo>
                <a:lnTo>
                  <a:pt x="651185" y="286423"/>
                </a:lnTo>
                <a:lnTo>
                  <a:pt x="655826" y="301395"/>
                </a:lnTo>
                <a:cubicBezTo>
                  <a:pt x="672513" y="345329"/>
                  <a:pt x="692548" y="389940"/>
                  <a:pt x="715976" y="434705"/>
                </a:cubicBezTo>
                <a:cubicBezTo>
                  <a:pt x="786260" y="569003"/>
                  <a:pt x="877099" y="685625"/>
                  <a:pt x="975009" y="775178"/>
                </a:cubicBezTo>
                <a:lnTo>
                  <a:pt x="987251" y="785016"/>
                </a:lnTo>
                <a:lnTo>
                  <a:pt x="493625" y="683361"/>
                </a:lnTo>
                <a:lnTo>
                  <a:pt x="0" y="785016"/>
                </a:lnTo>
                <a:lnTo>
                  <a:pt x="12241" y="775177"/>
                </a:lnTo>
                <a:cubicBezTo>
                  <a:pt x="110152" y="685624"/>
                  <a:pt x="200991" y="569002"/>
                  <a:pt x="271276" y="434704"/>
                </a:cubicBezTo>
                <a:cubicBezTo>
                  <a:pt x="294704" y="389939"/>
                  <a:pt x="314739" y="345328"/>
                  <a:pt x="331426" y="301394"/>
                </a:cubicBezTo>
                <a:lnTo>
                  <a:pt x="336208" y="285964"/>
                </a:lnTo>
                <a:lnTo>
                  <a:pt x="99511" y="358284"/>
                </a:lnTo>
                <a:close/>
              </a:path>
            </a:pathLst>
          </a:custGeom>
          <a:gradFill flip="none" rotWithShape="1">
            <a:gsLst>
              <a:gs pos="0">
                <a:schemeClr val="accent5">
                  <a:lumMod val="40000"/>
                  <a:lumOff val="60000"/>
                </a:schemeClr>
              </a:gs>
              <a:gs pos="100000">
                <a:schemeClr val="accent5">
                  <a:lumMod val="20000"/>
                  <a:lumOff val="80000"/>
                  <a:alpha val="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sz="1000" kern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01" name="任意多边形: 形状 1036"/>
          <p:cNvSpPr/>
          <p:nvPr/>
        </p:nvSpPr>
        <p:spPr>
          <a:xfrm>
            <a:off x="5231068" y="5513052"/>
            <a:ext cx="485884" cy="432845"/>
          </a:xfrm>
          <a:custGeom>
            <a:avLst/>
            <a:gdLst>
              <a:gd name="connsiteX0" fmla="*/ 492945 w 987251"/>
              <a:gd name="connsiteY0" fmla="*/ 0 h 785016"/>
              <a:gd name="connsiteX1" fmla="*/ 886379 w 987251"/>
              <a:gd name="connsiteY1" fmla="*/ 358284 h 785016"/>
              <a:gd name="connsiteX2" fmla="*/ 651185 w 987251"/>
              <a:gd name="connsiteY2" fmla="*/ 286423 h 785016"/>
              <a:gd name="connsiteX3" fmla="*/ 655826 w 987251"/>
              <a:gd name="connsiteY3" fmla="*/ 301395 h 785016"/>
              <a:gd name="connsiteX4" fmla="*/ 715976 w 987251"/>
              <a:gd name="connsiteY4" fmla="*/ 434705 h 785016"/>
              <a:gd name="connsiteX5" fmla="*/ 975009 w 987251"/>
              <a:gd name="connsiteY5" fmla="*/ 775178 h 785016"/>
              <a:gd name="connsiteX6" fmla="*/ 987251 w 987251"/>
              <a:gd name="connsiteY6" fmla="*/ 785016 h 785016"/>
              <a:gd name="connsiteX7" fmla="*/ 493625 w 987251"/>
              <a:gd name="connsiteY7" fmla="*/ 683361 h 785016"/>
              <a:gd name="connsiteX8" fmla="*/ 0 w 987251"/>
              <a:gd name="connsiteY8" fmla="*/ 785016 h 785016"/>
              <a:gd name="connsiteX9" fmla="*/ 12241 w 987251"/>
              <a:gd name="connsiteY9" fmla="*/ 775177 h 785016"/>
              <a:gd name="connsiteX10" fmla="*/ 271276 w 987251"/>
              <a:gd name="connsiteY10" fmla="*/ 434704 h 785016"/>
              <a:gd name="connsiteX11" fmla="*/ 331426 w 987251"/>
              <a:gd name="connsiteY11" fmla="*/ 301394 h 785016"/>
              <a:gd name="connsiteX12" fmla="*/ 336208 w 987251"/>
              <a:gd name="connsiteY12" fmla="*/ 285964 h 785016"/>
              <a:gd name="connsiteX13" fmla="*/ 99511 w 987251"/>
              <a:gd name="connsiteY13" fmla="*/ 358284 h 785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987251" h="785016">
                <a:moveTo>
                  <a:pt x="492945" y="0"/>
                </a:moveTo>
                <a:lnTo>
                  <a:pt x="886379" y="358284"/>
                </a:lnTo>
                <a:lnTo>
                  <a:pt x="651185" y="286423"/>
                </a:lnTo>
                <a:lnTo>
                  <a:pt x="655826" y="301395"/>
                </a:lnTo>
                <a:cubicBezTo>
                  <a:pt x="672513" y="345329"/>
                  <a:pt x="692548" y="389940"/>
                  <a:pt x="715976" y="434705"/>
                </a:cubicBezTo>
                <a:cubicBezTo>
                  <a:pt x="786260" y="569003"/>
                  <a:pt x="877099" y="685625"/>
                  <a:pt x="975009" y="775178"/>
                </a:cubicBezTo>
                <a:lnTo>
                  <a:pt x="987251" y="785016"/>
                </a:lnTo>
                <a:lnTo>
                  <a:pt x="493625" y="683361"/>
                </a:lnTo>
                <a:lnTo>
                  <a:pt x="0" y="785016"/>
                </a:lnTo>
                <a:lnTo>
                  <a:pt x="12241" y="775177"/>
                </a:lnTo>
                <a:cubicBezTo>
                  <a:pt x="110152" y="685624"/>
                  <a:pt x="200991" y="569002"/>
                  <a:pt x="271276" y="434704"/>
                </a:cubicBezTo>
                <a:cubicBezTo>
                  <a:pt x="294704" y="389939"/>
                  <a:pt x="314739" y="345328"/>
                  <a:pt x="331426" y="301394"/>
                </a:cubicBezTo>
                <a:lnTo>
                  <a:pt x="336208" y="285964"/>
                </a:lnTo>
                <a:lnTo>
                  <a:pt x="99511" y="358284"/>
                </a:lnTo>
                <a:close/>
              </a:path>
            </a:pathLst>
          </a:custGeom>
          <a:gradFill flip="none" rotWithShape="1">
            <a:gsLst>
              <a:gs pos="0">
                <a:schemeClr val="accent5">
                  <a:lumMod val="40000"/>
                  <a:lumOff val="60000"/>
                </a:schemeClr>
              </a:gs>
              <a:gs pos="100000">
                <a:schemeClr val="accent5">
                  <a:lumMod val="20000"/>
                  <a:lumOff val="80000"/>
                  <a:alpha val="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sz="1000" kern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207" name="图片 206" descr="数据2"/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7936230" y="3067050"/>
            <a:ext cx="287020" cy="287020"/>
          </a:xfrm>
          <a:prstGeom prst="rect">
            <a:avLst/>
          </a:prstGeom>
        </p:spPr>
      </p:pic>
      <p:pic>
        <p:nvPicPr>
          <p:cNvPr id="208" name="图片 207" descr="流程 (3)"/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3954780" y="3067050"/>
            <a:ext cx="312420" cy="312420"/>
          </a:xfrm>
          <a:prstGeom prst="rect">
            <a:avLst/>
          </a:prstGeom>
        </p:spPr>
      </p:pic>
      <p:pic>
        <p:nvPicPr>
          <p:cNvPr id="209" name="图片 208" descr="资源"/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3975100" y="4245610"/>
            <a:ext cx="271780" cy="271780"/>
          </a:xfrm>
          <a:prstGeom prst="rect">
            <a:avLst/>
          </a:prstGeom>
        </p:spPr>
      </p:pic>
      <p:pic>
        <p:nvPicPr>
          <p:cNvPr id="210" name="图片 209" descr="人员培训"/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7945656" y="4239680"/>
            <a:ext cx="277495" cy="27749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"/>
          <p:cNvSpPr/>
          <p:nvPr/>
        </p:nvSpPr>
        <p:spPr>
          <a:xfrm>
            <a:off x="850900" y="1383665"/>
            <a:ext cx="10674350" cy="431546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6823" h="6292">
                <a:moveTo>
                  <a:pt x="0" y="3712"/>
                </a:moveTo>
                <a:cubicBezTo>
                  <a:pt x="-138" y="1833"/>
                  <a:pt x="3468" y="249"/>
                  <a:pt x="7105" y="44"/>
                </a:cubicBezTo>
                <a:lnTo>
                  <a:pt x="7318" y="31"/>
                </a:lnTo>
                <a:lnTo>
                  <a:pt x="7532" y="20"/>
                </a:lnTo>
                <a:lnTo>
                  <a:pt x="7748" y="11"/>
                </a:lnTo>
                <a:lnTo>
                  <a:pt x="7966" y="5"/>
                </a:lnTo>
                <a:lnTo>
                  <a:pt x="8185" y="1"/>
                </a:lnTo>
                <a:lnTo>
                  <a:pt x="8405" y="0"/>
                </a:lnTo>
                <a:lnTo>
                  <a:pt x="8625" y="1"/>
                </a:lnTo>
                <a:lnTo>
                  <a:pt x="8844" y="5"/>
                </a:lnTo>
                <a:lnTo>
                  <a:pt x="9062" y="11"/>
                </a:lnTo>
                <a:lnTo>
                  <a:pt x="9278" y="20"/>
                </a:lnTo>
                <a:lnTo>
                  <a:pt x="9492" y="31"/>
                </a:lnTo>
                <a:lnTo>
                  <a:pt x="9705" y="44"/>
                </a:lnTo>
                <a:cubicBezTo>
                  <a:pt x="13802" y="261"/>
                  <a:pt x="16914" y="2040"/>
                  <a:pt x="16810" y="3712"/>
                </a:cubicBezTo>
                <a:cubicBezTo>
                  <a:pt x="16913" y="4351"/>
                  <a:pt x="16136" y="5258"/>
                  <a:pt x="15733" y="5530"/>
                </a:cubicBezTo>
                <a:cubicBezTo>
                  <a:pt x="16007" y="5317"/>
                  <a:pt x="16295" y="4696"/>
                  <a:pt x="16241" y="4477"/>
                </a:cubicBezTo>
                <a:cubicBezTo>
                  <a:pt x="16375" y="2817"/>
                  <a:pt x="12388" y="1478"/>
                  <a:pt x="8485" y="1519"/>
                </a:cubicBezTo>
                <a:cubicBezTo>
                  <a:pt x="4132" y="1468"/>
                  <a:pt x="622" y="2988"/>
                  <a:pt x="729" y="4477"/>
                </a:cubicBezTo>
                <a:cubicBezTo>
                  <a:pt x="613" y="5148"/>
                  <a:pt x="1655" y="5981"/>
                  <a:pt x="2362" y="6292"/>
                </a:cubicBezTo>
                <a:cubicBezTo>
                  <a:pt x="899" y="5692"/>
                  <a:pt x="-73" y="4529"/>
                  <a:pt x="0" y="3712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  <a:alpha val="40000"/>
            </a:schemeClr>
          </a:solidFill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50" name="椭圆 49"/>
          <p:cNvSpPr/>
          <p:nvPr/>
        </p:nvSpPr>
        <p:spPr>
          <a:xfrm>
            <a:off x="850900" y="1383030"/>
            <a:ext cx="10674985" cy="5085080"/>
          </a:xfrm>
          <a:prstGeom prst="ellipse">
            <a:avLst/>
          </a:prstGeom>
          <a:gradFill flip="none" rotWithShape="1">
            <a:gsLst>
              <a:gs pos="100000">
                <a:schemeClr val="accent5">
                  <a:lumMod val="20000"/>
                  <a:lumOff val="80000"/>
                </a:schemeClr>
              </a:gs>
              <a:gs pos="67000">
                <a:schemeClr val="accent5">
                  <a:lumMod val="20000"/>
                  <a:lumOff val="80000"/>
                  <a:alpha val="0"/>
                </a:schemeClr>
              </a:gs>
            </a:gsLst>
            <a:lin ang="18000000" scaled="1"/>
          </a:gradFill>
          <a:ln>
            <a:solidFill>
              <a:schemeClr val="accent5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微软雅黑" panose="020B0503020204020204" charset="-122"/>
              <a:sym typeface="+mn-ea"/>
            </a:endParaRPr>
          </a:p>
        </p:txBody>
      </p:sp>
      <p:sp>
        <p:nvSpPr>
          <p:cNvPr id="5" name="标题 2"/>
          <p:cNvSpPr>
            <a:spLocks noGrp="1"/>
          </p:cNvSpPr>
          <p:nvPr/>
        </p:nvSpPr>
        <p:spPr>
          <a:xfrm>
            <a:off x="1105535" y="347980"/>
            <a:ext cx="7137400" cy="396875"/>
          </a:xfrm>
          <a:prstGeom prst="rect">
            <a:avLst/>
          </a:prstGeom>
          <a:ln w="12700">
            <a:miter lim="400000"/>
          </a:ln>
        </p:spPr>
        <p:txBody>
          <a:bodyPr vert="horz" wrap="square" lIns="25400" tIns="25400" rIns="25400" bIns="2540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0" lang="zh-CN" altLang="en-US" sz="2800" b="1" u="none" strike="noStrike" kern="1200" cap="none" spc="0" normalizeH="0" baseline="0" dirty="0">
                <a:ln>
                  <a:noFill/>
                </a:ln>
                <a:solidFill>
                  <a:schemeClr val="accent1"/>
                </a:solidFill>
                <a:effectLst>
                  <a:outerShdw blurRad="187896" dist="38100" dir="2700000" algn="tl" rotWithShape="0">
                    <a:srgbClr val="1C2952">
                      <a:alpha val="6000"/>
                    </a:srgbClr>
                  </a:outerShdw>
                </a:effectLst>
                <a:uLnTx/>
                <a:uFillTx/>
                <a:latin typeface="HONOR Sans CN" panose="05000200000000000000" charset="-122"/>
                <a:ea typeface="HONOR Sans CN" panose="05000200000000000000" charset="-122"/>
                <a:cs typeface="OPPOSans H" panose="00020600040101010101" pitchFamily="18" charset="-122"/>
              </a:defRPr>
            </a:lvl1pPr>
          </a:lstStyle>
          <a:p>
            <a:pPr algn="l"/>
            <a:r>
              <a:rPr sz="2500" dirty="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业务框架</a:t>
            </a:r>
            <a:r>
              <a:rPr lang="en-US" altLang="zh-CN" sz="2500" dirty="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sz="2500" dirty="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中心发散架构 |</a:t>
            </a:r>
            <a:r>
              <a:rPr lang="zh-CN" altLang="en-US" sz="2500" dirty="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500" dirty="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sz="2500" dirty="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眼镜场景应用全景图</a:t>
            </a:r>
            <a:endParaRPr sz="2500" dirty="0">
              <a:solidFill>
                <a:schemeClr val="tx2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" name="图片 9" descr="屋顶资源管理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5600" y="186055"/>
            <a:ext cx="549910" cy="549910"/>
          </a:xfrm>
          <a:prstGeom prst="rect">
            <a:avLst/>
          </a:prstGeom>
        </p:spPr>
      </p:pic>
      <p:sp>
        <p:nvSpPr>
          <p:cNvPr id="4" name="任意多边形 3"/>
          <p:cNvSpPr/>
          <p:nvPr/>
        </p:nvSpPr>
        <p:spPr>
          <a:xfrm>
            <a:off x="1317625" y="2419350"/>
            <a:ext cx="9850120" cy="4057015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5524" h="5919">
                <a:moveTo>
                  <a:pt x="0" y="2958"/>
                </a:moveTo>
                <a:cubicBezTo>
                  <a:pt x="-134" y="1298"/>
                  <a:pt x="3853" y="-41"/>
                  <a:pt x="7756" y="0"/>
                </a:cubicBezTo>
                <a:cubicBezTo>
                  <a:pt x="12109" y="-51"/>
                  <a:pt x="15619" y="1469"/>
                  <a:pt x="15512" y="2958"/>
                </a:cubicBezTo>
                <a:cubicBezTo>
                  <a:pt x="15646" y="4617"/>
                  <a:pt x="11659" y="5956"/>
                  <a:pt x="7756" y="5915"/>
                </a:cubicBezTo>
                <a:cubicBezTo>
                  <a:pt x="6851" y="5943"/>
                  <a:pt x="5237" y="5769"/>
                  <a:pt x="5039" y="5728"/>
                </a:cubicBezTo>
                <a:cubicBezTo>
                  <a:pt x="5785" y="5840"/>
                  <a:pt x="7081" y="5903"/>
                  <a:pt x="7703" y="5895"/>
                </a:cubicBezTo>
                <a:cubicBezTo>
                  <a:pt x="11506" y="5931"/>
                  <a:pt x="14572" y="4864"/>
                  <a:pt x="14479" y="3819"/>
                </a:cubicBezTo>
                <a:cubicBezTo>
                  <a:pt x="14596" y="2653"/>
                  <a:pt x="11113" y="1713"/>
                  <a:pt x="7703" y="1742"/>
                </a:cubicBezTo>
                <a:cubicBezTo>
                  <a:pt x="3899" y="1706"/>
                  <a:pt x="833" y="2773"/>
                  <a:pt x="926" y="3819"/>
                </a:cubicBezTo>
                <a:cubicBezTo>
                  <a:pt x="846" y="4218"/>
                  <a:pt x="1533" y="4738"/>
                  <a:pt x="1983" y="4932"/>
                </a:cubicBezTo>
                <a:cubicBezTo>
                  <a:pt x="865" y="4525"/>
                  <a:pt x="-110" y="3563"/>
                  <a:pt x="0" y="2958"/>
                </a:cubicBezTo>
                <a:close/>
              </a:path>
            </a:pathLst>
          </a:custGeom>
          <a:gradFill flip="none" rotWithShape="1">
            <a:gsLst>
              <a:gs pos="100000">
                <a:schemeClr val="accent1">
                  <a:lumMod val="20000"/>
                  <a:lumOff val="80000"/>
                </a:schemeClr>
              </a:gs>
              <a:gs pos="20000">
                <a:schemeClr val="accent1">
                  <a:lumMod val="20000"/>
                  <a:lumOff val="80000"/>
                  <a:alpha val="0"/>
                </a:schemeClr>
              </a:gs>
            </a:gsLst>
            <a:lin ang="180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微软雅黑" panose="020B0503020204020204" charset="-122"/>
              <a:sym typeface="+mn-ea"/>
            </a:endParaRPr>
          </a:p>
        </p:txBody>
      </p:sp>
      <p:sp>
        <p:nvSpPr>
          <p:cNvPr id="6" name="任意多边形 5"/>
          <p:cNvSpPr/>
          <p:nvPr/>
        </p:nvSpPr>
        <p:spPr>
          <a:xfrm>
            <a:off x="1901825" y="3620135"/>
            <a:ext cx="8606155" cy="284861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3559" h="4155">
                <a:moveTo>
                  <a:pt x="0" y="2077"/>
                </a:moveTo>
                <a:cubicBezTo>
                  <a:pt x="-117" y="911"/>
                  <a:pt x="3366" y="-29"/>
                  <a:pt x="6777" y="0"/>
                </a:cubicBezTo>
                <a:cubicBezTo>
                  <a:pt x="10580" y="-36"/>
                  <a:pt x="13646" y="1031"/>
                  <a:pt x="13553" y="2077"/>
                </a:cubicBezTo>
                <a:cubicBezTo>
                  <a:pt x="13670" y="3242"/>
                  <a:pt x="10187" y="4182"/>
                  <a:pt x="6777" y="4153"/>
                </a:cubicBezTo>
                <a:cubicBezTo>
                  <a:pt x="2973" y="4189"/>
                  <a:pt x="-93" y="3122"/>
                  <a:pt x="0" y="2077"/>
                </a:cubicBezTo>
                <a:close/>
                <a:moveTo>
                  <a:pt x="1408" y="2852"/>
                </a:moveTo>
                <a:cubicBezTo>
                  <a:pt x="1316" y="2132"/>
                  <a:pt x="4067" y="1551"/>
                  <a:pt x="6761" y="1569"/>
                </a:cubicBezTo>
                <a:cubicBezTo>
                  <a:pt x="9765" y="1547"/>
                  <a:pt x="12188" y="2206"/>
                  <a:pt x="12114" y="2852"/>
                </a:cubicBezTo>
                <a:cubicBezTo>
                  <a:pt x="12206" y="3571"/>
                  <a:pt x="9455" y="4152"/>
                  <a:pt x="6761" y="4134"/>
                </a:cubicBezTo>
                <a:cubicBezTo>
                  <a:pt x="3757" y="4156"/>
                  <a:pt x="1334" y="3497"/>
                  <a:pt x="1408" y="2852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  <a:alpha val="50000"/>
            </a:schemeClr>
          </a:solidFill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2795905" y="4696460"/>
            <a:ext cx="6798310" cy="1759585"/>
          </a:xfrm>
          <a:prstGeom prst="ellipse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solidFill>
              <a:schemeClr val="accent1">
                <a:alpha val="50000"/>
              </a:schemeClr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3570605" y="5278755"/>
            <a:ext cx="5204460" cy="981075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1250950" y="2855595"/>
            <a:ext cx="850900" cy="541655"/>
          </a:xfrm>
          <a:prstGeom prst="ellipse">
            <a:avLst/>
          </a:prstGeom>
          <a:gradFill>
            <a:gsLst>
              <a:gs pos="100000">
                <a:schemeClr val="accent5">
                  <a:lumMod val="60000"/>
                  <a:lumOff val="40000"/>
                </a:schemeClr>
              </a:gs>
              <a:gs pos="0">
                <a:schemeClr val="accent5"/>
              </a:gs>
            </a:gsLst>
            <a:lin ang="18000000" scaled="0"/>
          </a:gra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>
              <a:cs typeface="微软雅黑" panose="020B0503020204020204" charset="-122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2298700" y="2313940"/>
            <a:ext cx="850900" cy="541655"/>
          </a:xfrm>
          <a:prstGeom prst="ellipse">
            <a:avLst/>
          </a:prstGeom>
          <a:gradFill>
            <a:gsLst>
              <a:gs pos="100000">
                <a:schemeClr val="accent5">
                  <a:lumMod val="60000"/>
                  <a:lumOff val="40000"/>
                </a:schemeClr>
              </a:gs>
              <a:gs pos="0">
                <a:schemeClr val="accent5"/>
              </a:gs>
            </a:gsLst>
            <a:lin ang="18000000" scaled="0"/>
          </a:gra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1400">
              <a:cs typeface="微软雅黑" panose="020B0503020204020204" charset="-122"/>
              <a:sym typeface="+mn-ea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3517900" y="1950085"/>
            <a:ext cx="850900" cy="541655"/>
          </a:xfrm>
          <a:prstGeom prst="ellipse">
            <a:avLst/>
          </a:prstGeom>
          <a:gradFill>
            <a:gsLst>
              <a:gs pos="100000">
                <a:schemeClr val="accent5">
                  <a:lumMod val="60000"/>
                  <a:lumOff val="40000"/>
                </a:schemeClr>
              </a:gs>
              <a:gs pos="0">
                <a:schemeClr val="accent5"/>
              </a:gs>
            </a:gsLst>
            <a:lin ang="18000000" scaled="0"/>
          </a:gra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1400">
              <a:cs typeface="微软雅黑" panose="020B0503020204020204" charset="-122"/>
              <a:sym typeface="+mn-ea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5038725" y="1812925"/>
            <a:ext cx="850900" cy="541655"/>
          </a:xfrm>
          <a:prstGeom prst="ellipse">
            <a:avLst/>
          </a:prstGeom>
          <a:gradFill>
            <a:gsLst>
              <a:gs pos="100000">
                <a:schemeClr val="accent5">
                  <a:lumMod val="60000"/>
                  <a:lumOff val="40000"/>
                </a:schemeClr>
              </a:gs>
              <a:gs pos="0">
                <a:schemeClr val="accent5"/>
              </a:gs>
            </a:gsLst>
            <a:lin ang="18000000" scaled="0"/>
          </a:gra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1400">
              <a:cs typeface="微软雅黑" panose="020B0503020204020204" charset="-122"/>
              <a:sym typeface="+mn-ea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6702425" y="1854200"/>
            <a:ext cx="850900" cy="541655"/>
          </a:xfrm>
          <a:prstGeom prst="ellipse">
            <a:avLst/>
          </a:prstGeom>
          <a:gradFill>
            <a:gsLst>
              <a:gs pos="100000">
                <a:schemeClr val="accent5">
                  <a:lumMod val="60000"/>
                  <a:lumOff val="40000"/>
                </a:schemeClr>
              </a:gs>
              <a:gs pos="0">
                <a:schemeClr val="accent5"/>
              </a:gs>
            </a:gsLst>
            <a:lin ang="18000000" scaled="0"/>
          </a:gra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1400">
              <a:cs typeface="微软雅黑" panose="020B0503020204020204" charset="-122"/>
              <a:sym typeface="+mn-ea"/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8016875" y="1950085"/>
            <a:ext cx="850900" cy="541655"/>
          </a:xfrm>
          <a:prstGeom prst="ellipse">
            <a:avLst/>
          </a:prstGeom>
          <a:gradFill>
            <a:gsLst>
              <a:gs pos="100000">
                <a:schemeClr val="accent5">
                  <a:lumMod val="60000"/>
                  <a:lumOff val="40000"/>
                </a:schemeClr>
              </a:gs>
              <a:gs pos="0">
                <a:schemeClr val="accent5"/>
              </a:gs>
            </a:gsLst>
            <a:lin ang="18000000" scaled="0"/>
          </a:gra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1400">
              <a:cs typeface="微软雅黑" panose="020B0503020204020204" charset="-122"/>
              <a:sym typeface="+mn-ea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9134475" y="2265680"/>
            <a:ext cx="850900" cy="541655"/>
          </a:xfrm>
          <a:prstGeom prst="ellipse">
            <a:avLst/>
          </a:prstGeom>
          <a:gradFill>
            <a:gsLst>
              <a:gs pos="100000">
                <a:schemeClr val="accent5">
                  <a:lumMod val="60000"/>
                  <a:lumOff val="40000"/>
                </a:schemeClr>
              </a:gs>
              <a:gs pos="0">
                <a:schemeClr val="accent5"/>
              </a:gs>
            </a:gsLst>
            <a:lin ang="18000000" scaled="0"/>
          </a:gra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1400">
              <a:cs typeface="微软雅黑" panose="020B0503020204020204" charset="-122"/>
              <a:sym typeface="+mn-ea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10112375" y="2745740"/>
            <a:ext cx="850900" cy="541655"/>
          </a:xfrm>
          <a:prstGeom prst="ellipse">
            <a:avLst/>
          </a:prstGeom>
          <a:gradFill>
            <a:gsLst>
              <a:gs pos="100000">
                <a:schemeClr val="accent5">
                  <a:lumMod val="60000"/>
                  <a:lumOff val="40000"/>
                </a:schemeClr>
              </a:gs>
              <a:gs pos="0">
                <a:schemeClr val="accent5"/>
              </a:gs>
            </a:gsLst>
            <a:lin ang="18000000" scaled="0"/>
          </a:gra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1400">
              <a:cs typeface="微软雅黑" panose="020B0503020204020204" charset="-122"/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 rot="20460000">
            <a:off x="2117090" y="1590040"/>
            <a:ext cx="13525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14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 C</a:t>
            </a:r>
            <a:r>
              <a:rPr lang="zh-CN" altLang="en-US" sz="14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场景覆盖</a:t>
            </a:r>
            <a:endParaRPr lang="zh-CN" altLang="en-US" sz="14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 rot="1020000">
            <a:off x="8617585" y="1520825"/>
            <a:ext cx="13525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14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 B</a:t>
            </a:r>
            <a:r>
              <a:rPr lang="zh-CN" altLang="en-US" sz="14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场景覆盖</a:t>
            </a:r>
            <a:endParaRPr lang="zh-CN" altLang="en-US" sz="14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3435350" y="3197860"/>
            <a:ext cx="850900" cy="541655"/>
          </a:xfrm>
          <a:prstGeom prst="ellipse">
            <a:avLst/>
          </a:prstGeom>
          <a:gradFill>
            <a:gsLst>
              <a:gs pos="100000">
                <a:schemeClr val="accent1">
                  <a:lumMod val="40000"/>
                  <a:lumOff val="60000"/>
                </a:schemeClr>
              </a:gs>
              <a:gs pos="0">
                <a:schemeClr val="accent1">
                  <a:lumMod val="60000"/>
                  <a:lumOff val="40000"/>
                </a:schemeClr>
              </a:gs>
            </a:gsLst>
            <a:lin ang="18000000" scaled="0"/>
          </a:gra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cs typeface="微软雅黑" panose="020B0503020204020204" charset="-122"/>
              <a:sym typeface="+mn-ea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2006600" y="3575050"/>
            <a:ext cx="850900" cy="541655"/>
          </a:xfrm>
          <a:prstGeom prst="ellipse">
            <a:avLst/>
          </a:prstGeom>
          <a:gradFill>
            <a:gsLst>
              <a:gs pos="100000">
                <a:schemeClr val="accent1">
                  <a:lumMod val="40000"/>
                  <a:lumOff val="60000"/>
                </a:schemeClr>
              </a:gs>
              <a:gs pos="0">
                <a:schemeClr val="accent1">
                  <a:lumMod val="60000"/>
                  <a:lumOff val="40000"/>
                </a:schemeClr>
              </a:gs>
            </a:gsLst>
            <a:lin ang="18000000" scaled="0"/>
          </a:gra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9645650" y="3739515"/>
            <a:ext cx="850900" cy="541655"/>
          </a:xfrm>
          <a:prstGeom prst="ellipse">
            <a:avLst/>
          </a:prstGeom>
          <a:gradFill>
            <a:gsLst>
              <a:gs pos="100000">
                <a:schemeClr val="accent1">
                  <a:lumMod val="40000"/>
                  <a:lumOff val="60000"/>
                </a:schemeClr>
              </a:gs>
              <a:gs pos="0">
                <a:schemeClr val="accent1">
                  <a:lumMod val="60000"/>
                  <a:lumOff val="40000"/>
                </a:schemeClr>
              </a:gs>
            </a:gsLst>
            <a:lin ang="18000000" scaled="0"/>
          </a:gra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cs typeface="微软雅黑" panose="020B0503020204020204" charset="-122"/>
              <a:sym typeface="+mn-ea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8283575" y="3204210"/>
            <a:ext cx="850900" cy="541655"/>
          </a:xfrm>
          <a:prstGeom prst="ellipse">
            <a:avLst/>
          </a:prstGeom>
          <a:gradFill>
            <a:gsLst>
              <a:gs pos="100000">
                <a:schemeClr val="accent1">
                  <a:lumMod val="40000"/>
                  <a:lumOff val="60000"/>
                </a:schemeClr>
              </a:gs>
              <a:gs pos="0">
                <a:schemeClr val="accent1">
                  <a:lumMod val="60000"/>
                  <a:lumOff val="40000"/>
                </a:schemeClr>
              </a:gs>
            </a:gsLst>
            <a:lin ang="18000000" scaled="0"/>
          </a:gra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cs typeface="微软雅黑" panose="020B0503020204020204" charset="-122"/>
              <a:sym typeface="+mn-ea"/>
            </a:endParaRPr>
          </a:p>
        </p:txBody>
      </p:sp>
      <p:sp>
        <p:nvSpPr>
          <p:cNvPr id="29" name="椭圆 28"/>
          <p:cNvSpPr/>
          <p:nvPr/>
        </p:nvSpPr>
        <p:spPr>
          <a:xfrm>
            <a:off x="4911725" y="2987040"/>
            <a:ext cx="1184910" cy="541655"/>
          </a:xfrm>
          <a:prstGeom prst="ellipse">
            <a:avLst/>
          </a:prstGeom>
          <a:gradFill>
            <a:gsLst>
              <a:gs pos="100000">
                <a:schemeClr val="accent1">
                  <a:lumMod val="40000"/>
                  <a:lumOff val="60000"/>
                </a:schemeClr>
              </a:gs>
              <a:gs pos="0">
                <a:schemeClr val="accent1">
                  <a:lumMod val="60000"/>
                  <a:lumOff val="40000"/>
                </a:schemeClr>
              </a:gs>
            </a:gsLst>
            <a:lin ang="18000000" scaled="0"/>
          </a:gra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cs typeface="微软雅黑" panose="020B0503020204020204" charset="-122"/>
              <a:sym typeface="+mn-ea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6587490" y="3011805"/>
            <a:ext cx="1184910" cy="541655"/>
          </a:xfrm>
          <a:prstGeom prst="ellipse">
            <a:avLst/>
          </a:prstGeom>
          <a:gradFill>
            <a:gsLst>
              <a:gs pos="100000">
                <a:schemeClr val="accent1">
                  <a:lumMod val="40000"/>
                  <a:lumOff val="60000"/>
                </a:schemeClr>
              </a:gs>
              <a:gs pos="0">
                <a:schemeClr val="accent1">
                  <a:lumMod val="60000"/>
                  <a:lumOff val="40000"/>
                </a:schemeClr>
              </a:gs>
            </a:gsLst>
            <a:lin ang="18000000" scaled="0"/>
          </a:gra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cs typeface="微软雅黑" panose="020B0503020204020204" charset="-122"/>
              <a:sym typeface="+mn-ea"/>
            </a:endParaRPr>
          </a:p>
        </p:txBody>
      </p:sp>
      <p:sp>
        <p:nvSpPr>
          <p:cNvPr id="31" name="椭圆 30"/>
          <p:cNvSpPr/>
          <p:nvPr/>
        </p:nvSpPr>
        <p:spPr>
          <a:xfrm>
            <a:off x="3987800" y="4209415"/>
            <a:ext cx="850900" cy="541655"/>
          </a:xfrm>
          <a:prstGeom prst="ellipse">
            <a:avLst/>
          </a:prstGeom>
          <a:gradFill>
            <a:gsLst>
              <a:gs pos="100000">
                <a:schemeClr val="accent1">
                  <a:lumMod val="60000"/>
                  <a:lumOff val="40000"/>
                </a:schemeClr>
              </a:gs>
              <a:gs pos="0">
                <a:schemeClr val="accent1"/>
              </a:gs>
            </a:gsLst>
            <a:lin ang="18000000" scaled="0"/>
          </a:gra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32" name="椭圆 31"/>
          <p:cNvSpPr/>
          <p:nvPr/>
        </p:nvSpPr>
        <p:spPr>
          <a:xfrm>
            <a:off x="5736590" y="4116705"/>
            <a:ext cx="850900" cy="541655"/>
          </a:xfrm>
          <a:prstGeom prst="ellipse">
            <a:avLst/>
          </a:prstGeom>
          <a:gradFill>
            <a:gsLst>
              <a:gs pos="100000">
                <a:schemeClr val="accent1">
                  <a:lumMod val="60000"/>
                  <a:lumOff val="40000"/>
                </a:schemeClr>
              </a:gs>
              <a:gs pos="0">
                <a:schemeClr val="accent1"/>
              </a:gs>
            </a:gsLst>
            <a:lin ang="18000000" scaled="0"/>
          </a:gra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cs typeface="微软雅黑" panose="020B0503020204020204" charset="-122"/>
              <a:sym typeface="+mn-ea"/>
            </a:endParaRPr>
          </a:p>
        </p:txBody>
      </p:sp>
      <p:sp>
        <p:nvSpPr>
          <p:cNvPr id="33" name="椭圆 32"/>
          <p:cNvSpPr/>
          <p:nvPr/>
        </p:nvSpPr>
        <p:spPr>
          <a:xfrm>
            <a:off x="7432675" y="4209415"/>
            <a:ext cx="850900" cy="541655"/>
          </a:xfrm>
          <a:prstGeom prst="ellipse">
            <a:avLst/>
          </a:prstGeom>
          <a:gradFill>
            <a:gsLst>
              <a:gs pos="100000">
                <a:schemeClr val="accent1">
                  <a:lumMod val="60000"/>
                  <a:lumOff val="40000"/>
                </a:schemeClr>
              </a:gs>
              <a:gs pos="0">
                <a:schemeClr val="accent1"/>
              </a:gs>
            </a:gsLst>
            <a:lin ang="18000000" scaled="0"/>
          </a:gra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cs typeface="微软雅黑" panose="020B0503020204020204" charset="-122"/>
              <a:sym typeface="+mn-ea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5038725" y="5386705"/>
            <a:ext cx="236283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20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智能交互眼镜</a:t>
            </a:r>
            <a:endParaRPr lang="zh-CN" altLang="en-US" sz="20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20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底层技术</a:t>
            </a:r>
            <a:endParaRPr lang="zh-CN" altLang="en-US" sz="20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5" name="直接连接符 34"/>
          <p:cNvCxnSpPr/>
          <p:nvPr/>
        </p:nvCxnSpPr>
        <p:spPr>
          <a:xfrm flipV="1">
            <a:off x="4521200" y="5942330"/>
            <a:ext cx="0" cy="198755"/>
          </a:xfrm>
          <a:prstGeom prst="line">
            <a:avLst/>
          </a:prstGeom>
          <a:ln>
            <a:solidFill>
              <a:schemeClr val="accent1"/>
            </a:solidFill>
            <a:tailEnd type="oval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 flipV="1">
            <a:off x="4975860" y="5187950"/>
            <a:ext cx="0" cy="198755"/>
          </a:xfrm>
          <a:prstGeom prst="line">
            <a:avLst/>
          </a:prstGeom>
          <a:ln>
            <a:solidFill>
              <a:schemeClr val="accent1"/>
            </a:solidFill>
            <a:tailEnd type="oval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 flipV="1">
            <a:off x="7282180" y="5156200"/>
            <a:ext cx="0" cy="198755"/>
          </a:xfrm>
          <a:prstGeom prst="line">
            <a:avLst/>
          </a:prstGeom>
          <a:ln>
            <a:solidFill>
              <a:schemeClr val="accent1"/>
            </a:solidFill>
            <a:tailEnd type="oval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 flipV="1">
            <a:off x="7858125" y="5942330"/>
            <a:ext cx="0" cy="198755"/>
          </a:xfrm>
          <a:prstGeom prst="line">
            <a:avLst/>
          </a:prstGeom>
          <a:ln>
            <a:solidFill>
              <a:schemeClr val="accent1"/>
            </a:solidFill>
            <a:tailEnd type="oval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9" name="文本框 38"/>
          <p:cNvSpPr txBox="1"/>
          <p:nvPr/>
        </p:nvSpPr>
        <p:spPr>
          <a:xfrm rot="1680000">
            <a:off x="997585" y="5466080"/>
            <a:ext cx="13525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sz="14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从垂类场景到全场景覆盖</a:t>
            </a:r>
            <a:endParaRPr lang="zh-CN" sz="14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 rot="19860000">
            <a:off x="10180320" y="5370195"/>
            <a:ext cx="12103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sz="14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场景运用逐步深化</a:t>
            </a:r>
            <a:endParaRPr lang="zh-CN" sz="14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7662545" y="5631180"/>
            <a:ext cx="4794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4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5G</a:t>
            </a:r>
            <a:endParaRPr lang="en-US" sz="140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6906895" y="4837430"/>
            <a:ext cx="8134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云计算</a:t>
            </a:r>
            <a:endParaRPr lang="zh-CN" altLang="en-US" sz="140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4518660" y="4878070"/>
            <a:ext cx="9493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感知计算</a:t>
            </a:r>
            <a:endParaRPr lang="zh-CN" altLang="en-US" sz="140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4137660" y="5629275"/>
            <a:ext cx="9493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光学模块</a:t>
            </a:r>
            <a:endParaRPr lang="zh-CN" altLang="en-US" sz="140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1348105" y="2945130"/>
            <a:ext cx="65659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</a:t>
            </a:r>
            <a:endParaRPr lang="zh-CN" altLang="en-US" sz="1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2393315" y="2395855"/>
            <a:ext cx="65659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工作</a:t>
            </a:r>
            <a:endParaRPr lang="zh-CN" altLang="en-US" sz="1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3629660" y="1955800"/>
            <a:ext cx="6565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日常工作</a:t>
            </a:r>
            <a:endParaRPr lang="zh-CN" altLang="en-US" sz="14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5135880" y="1901825"/>
            <a:ext cx="65659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户外</a:t>
            </a:r>
            <a:endParaRPr lang="zh-CN" altLang="en-US" sz="1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6703060" y="1955800"/>
            <a:ext cx="88455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融媒体</a:t>
            </a:r>
            <a:endParaRPr lang="zh-CN" altLang="en-US" sz="1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8114030" y="2039620"/>
            <a:ext cx="65659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工业</a:t>
            </a:r>
            <a:endParaRPr lang="zh-CN" altLang="en-US" sz="1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9231630" y="2355215"/>
            <a:ext cx="65659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医疗</a:t>
            </a:r>
            <a:endParaRPr lang="zh-CN" altLang="en-US" sz="1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10209530" y="2834005"/>
            <a:ext cx="65659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安防</a:t>
            </a:r>
            <a:endParaRPr lang="zh-CN" altLang="en-US" sz="1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2094865" y="3566795"/>
            <a:ext cx="6565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旅游讲解</a:t>
            </a:r>
            <a:endParaRPr lang="zh-CN" altLang="en-US" sz="14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3517900" y="3288030"/>
            <a:ext cx="72009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露营</a:t>
            </a:r>
            <a:endParaRPr lang="zh-CN" altLang="en-US" sz="1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5083175" y="3009900"/>
            <a:ext cx="9105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美食打卡评价</a:t>
            </a:r>
            <a:endParaRPr lang="zh-CN" altLang="en-US" sz="14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753860" y="3016885"/>
            <a:ext cx="9105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景点打卡评价</a:t>
            </a:r>
            <a:endParaRPr lang="zh-CN" altLang="en-US" sz="14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8198485" y="3308985"/>
            <a:ext cx="98933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Citywalk</a:t>
            </a:r>
            <a:endParaRPr lang="en-US" altLang="zh-CN" sz="14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9711055" y="3823335"/>
            <a:ext cx="72009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通勤</a:t>
            </a:r>
            <a:endParaRPr lang="zh-CN" altLang="en-US" sz="1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4053205" y="4294505"/>
            <a:ext cx="72009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骑行</a:t>
            </a:r>
            <a:endParaRPr lang="zh-CN" altLang="en-US" sz="1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829300" y="4201160"/>
            <a:ext cx="72009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跑步</a:t>
            </a:r>
            <a:endParaRPr lang="zh-CN" altLang="en-US" sz="1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7478395" y="4294505"/>
            <a:ext cx="72009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徒步</a:t>
            </a:r>
            <a:endParaRPr lang="zh-CN" altLang="en-US" sz="1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" name="椭圆 67"/>
          <p:cNvSpPr/>
          <p:nvPr/>
        </p:nvSpPr>
        <p:spPr>
          <a:xfrm>
            <a:off x="1313180" y="2425700"/>
            <a:ext cx="9851390" cy="4030345"/>
          </a:xfrm>
          <a:prstGeom prst="ellipse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  <a:prstDash val="sysDash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69" name="椭圆 68"/>
          <p:cNvSpPr/>
          <p:nvPr/>
        </p:nvSpPr>
        <p:spPr>
          <a:xfrm>
            <a:off x="1902460" y="3620135"/>
            <a:ext cx="8604885" cy="2835275"/>
          </a:xfrm>
          <a:prstGeom prst="ellipse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sysDash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70" name="上箭头 69"/>
          <p:cNvSpPr/>
          <p:nvPr/>
        </p:nvSpPr>
        <p:spPr>
          <a:xfrm rot="3360000" flipH="1">
            <a:off x="10027285" y="3492500"/>
            <a:ext cx="338455" cy="2561590"/>
          </a:xfrm>
          <a:prstGeom prst="upArrow">
            <a:avLst/>
          </a:prstGeom>
          <a:gradFill>
            <a:gsLst>
              <a:gs pos="100000">
                <a:schemeClr val="accent1">
                  <a:lumMod val="60000"/>
                  <a:lumOff val="40000"/>
                </a:schemeClr>
              </a:gs>
              <a:gs pos="0">
                <a:schemeClr val="accent1">
                  <a:lumMod val="60000"/>
                  <a:lumOff val="40000"/>
                  <a:alpha val="0"/>
                </a:schemeClr>
              </a:gs>
            </a:gsLst>
            <a:lin ang="162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cs typeface="微软雅黑" panose="020B0503020204020204" charset="-122"/>
              <a:sym typeface="+mn-ea"/>
            </a:endParaRPr>
          </a:p>
        </p:txBody>
      </p:sp>
      <p:sp>
        <p:nvSpPr>
          <p:cNvPr id="100" name="上箭头 99"/>
          <p:cNvSpPr/>
          <p:nvPr/>
        </p:nvSpPr>
        <p:spPr>
          <a:xfrm rot="18360000">
            <a:off x="1913255" y="3381375"/>
            <a:ext cx="338455" cy="2561590"/>
          </a:xfrm>
          <a:prstGeom prst="upArrow">
            <a:avLst/>
          </a:prstGeom>
          <a:gradFill>
            <a:gsLst>
              <a:gs pos="100000">
                <a:schemeClr val="accent1">
                  <a:lumMod val="60000"/>
                  <a:lumOff val="40000"/>
                </a:schemeClr>
              </a:gs>
              <a:gs pos="0">
                <a:schemeClr val="accent1">
                  <a:lumMod val="60000"/>
                  <a:lumOff val="40000"/>
                  <a:alpha val="0"/>
                </a:schemeClr>
              </a:gs>
            </a:gsLst>
            <a:lin ang="162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cs typeface="微软雅黑" panose="020B0503020204020204" charset="-122"/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8738235" y="348615"/>
            <a:ext cx="3219450" cy="332740"/>
            <a:chOff x="13761" y="549"/>
            <a:chExt cx="5070" cy="524"/>
          </a:xfrm>
        </p:grpSpPr>
        <p:pic>
          <p:nvPicPr>
            <p:cNvPr id="21" name="图片 20"/>
            <p:cNvPicPr>
              <a:picLocks noChangeAspect="1"/>
            </p:cNvPicPr>
            <p:nvPr userDrawn="1"/>
          </p:nvPicPr>
          <p:blipFill>
            <a:blip r:embed="rId3"/>
            <a:srcRect l="17002" t="-1765" r="56499" b="-1176"/>
            <a:stretch>
              <a:fillRect/>
            </a:stretch>
          </p:blipFill>
          <p:spPr>
            <a:xfrm>
              <a:off x="13761" y="549"/>
              <a:ext cx="1582" cy="525"/>
            </a:xfrm>
            <a:prstGeom prst="rect">
              <a:avLst/>
            </a:prstGeom>
          </p:spPr>
        </p:pic>
        <p:sp>
          <p:nvSpPr>
            <p:cNvPr id="22" name="文本框 21"/>
            <p:cNvSpPr txBox="1"/>
            <p:nvPr userDrawn="1"/>
          </p:nvSpPr>
          <p:spPr>
            <a:xfrm>
              <a:off x="15219" y="655"/>
              <a:ext cx="3613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复杂逻辑场景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·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框架搭建系列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PPT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模板</a:t>
              </a:r>
              <a:endPara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cxnSp>
        <p:nvCxnSpPr>
          <p:cNvPr id="23" name="直线连接符 7"/>
          <p:cNvCxnSpPr/>
          <p:nvPr userDrawn="1"/>
        </p:nvCxnSpPr>
        <p:spPr>
          <a:xfrm>
            <a:off x="369165" y="839204"/>
            <a:ext cx="11459846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©天蝎PPT28"/>
          <p:cNvSpPr txBox="1"/>
          <p:nvPr>
            <p:custDataLst>
              <p:tags r:id="rId4"/>
            </p:custDataLst>
          </p:nvPr>
        </p:nvSpPr>
        <p:spPr>
          <a:xfrm>
            <a:off x="2298700" y="1600200"/>
            <a:ext cx="8198485" cy="3259455"/>
          </a:xfrm>
          <a:prstGeom prst="rect">
            <a:avLst/>
          </a:prstGeom>
          <a:noFill/>
        </p:spPr>
        <p:txBody>
          <a:bodyPr wrap="square">
            <a:prstTxWarp prst="textArchUp">
              <a:avLst/>
            </a:prstTxWarp>
            <a:noAutofit/>
          </a:bodyPr>
          <a:lstStyle>
            <a:defPPr>
              <a:defRPr lang="zh-CN"/>
            </a:defPPr>
            <a:lvl1pPr>
              <a:defRPr kumimoji="0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ea"/>
                <a:ea typeface="+mj-ea"/>
              </a:defRPr>
            </a:lvl1pPr>
          </a:lstStyle>
          <a:p>
            <a:pPr algn="ctr"/>
            <a:r>
              <a:rPr lang="zh-CN" sz="1800" dirty="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rPr>
              <a:t>第三阶段：多场景通用的</a:t>
            </a:r>
            <a:r>
              <a:rPr lang="en-US" altLang="zh-CN" sz="1800" dirty="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rPr>
              <a:t>AI</a:t>
            </a:r>
            <a:r>
              <a:rPr lang="zh-CN" altLang="en-US" sz="1800" dirty="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rPr>
              <a:t>全能助手</a:t>
            </a:r>
            <a:endParaRPr lang="zh-CN" altLang="en-US" sz="1800" dirty="0">
              <a:solidFill>
                <a:schemeClr val="tx2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49" name="©天蝎PPT28"/>
          <p:cNvSpPr txBox="1"/>
          <p:nvPr>
            <p:custDataLst>
              <p:tags r:id="rId5"/>
            </p:custDataLst>
          </p:nvPr>
        </p:nvSpPr>
        <p:spPr>
          <a:xfrm>
            <a:off x="2235200" y="2715895"/>
            <a:ext cx="8065135" cy="3259455"/>
          </a:xfrm>
          <a:prstGeom prst="rect">
            <a:avLst/>
          </a:prstGeom>
          <a:noFill/>
        </p:spPr>
        <p:txBody>
          <a:bodyPr wrap="square">
            <a:prstTxWarp prst="textArchUp">
              <a:avLst/>
            </a:prstTxWarp>
            <a:noAutofit/>
          </a:bodyPr>
          <a:lstStyle>
            <a:defPPr>
              <a:defRPr lang="zh-CN"/>
            </a:defPPr>
            <a:lvl1pPr>
              <a:defRPr kumimoji="0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ea"/>
                <a:ea typeface="+mj-ea"/>
              </a:defRPr>
            </a:lvl1pPr>
          </a:lstStyle>
          <a:p>
            <a:pPr algn="ctr"/>
            <a:r>
              <a:rPr lang="zh-CN" sz="1800" dirty="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rPr>
              <a:t>第二阶段：覆盖户外重点垂类场景</a:t>
            </a:r>
            <a:endParaRPr lang="zh-CN" sz="1800" dirty="0">
              <a:solidFill>
                <a:schemeClr val="tx2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50" name="©天蝎PPT28"/>
          <p:cNvSpPr txBox="1"/>
          <p:nvPr>
            <p:custDataLst>
              <p:tags r:id="rId6"/>
            </p:custDataLst>
          </p:nvPr>
        </p:nvSpPr>
        <p:spPr>
          <a:xfrm>
            <a:off x="2518410" y="3874135"/>
            <a:ext cx="7171055" cy="3259455"/>
          </a:xfrm>
          <a:prstGeom prst="rect">
            <a:avLst/>
          </a:prstGeom>
          <a:noFill/>
        </p:spPr>
        <p:txBody>
          <a:bodyPr wrap="square">
            <a:prstTxWarp prst="textArchUp">
              <a:avLst/>
            </a:prstTxWarp>
            <a:noAutofit/>
          </a:bodyPr>
          <a:lstStyle>
            <a:defPPr>
              <a:defRPr lang="zh-CN"/>
            </a:defPPr>
            <a:lvl1pPr>
              <a:defRPr kumimoji="0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ea"/>
                <a:ea typeface="+mj-ea"/>
              </a:defRPr>
            </a:lvl1pPr>
          </a:lstStyle>
          <a:p>
            <a:pPr algn="ctr"/>
            <a:r>
              <a:rPr lang="zh-CN" sz="1800" dirty="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rPr>
              <a:t>第一阶段：落地刚需场景</a:t>
            </a:r>
            <a:endParaRPr lang="zh-CN" sz="1800" dirty="0">
              <a:solidFill>
                <a:schemeClr val="tx2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 rot="1860000">
            <a:off x="5649595" y="2525395"/>
            <a:ext cx="2913380" cy="2913380"/>
          </a:xfrm>
          <a:prstGeom prst="rect">
            <a:avLst/>
          </a:prstGeom>
          <a:noFill/>
          <a:effectLst/>
        </p:spPr>
        <p:txBody>
          <a:bodyPr wrap="none">
            <a:prstTxWarp prst="textArchUp">
              <a:avLst/>
            </a:prstTxWarp>
            <a:sp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normalizeH="0" baseline="0" noProof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物流运营</a:t>
            </a:r>
            <a:endParaRPr kumimoji="0" lang="zh-CN" altLang="en-US" sz="1600" b="1" i="0" u="none" strike="noStrike" kern="1200" cap="none" normalizeH="0" baseline="0" noProof="0" dirty="0">
              <a:ln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任意多边形 32"/>
          <p:cNvSpPr/>
          <p:nvPr/>
        </p:nvSpPr>
        <p:spPr bwMode="auto">
          <a:xfrm>
            <a:off x="1903730" y="1654810"/>
            <a:ext cx="8039986" cy="434213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2662" h="6838">
                <a:moveTo>
                  <a:pt x="0" y="59"/>
                </a:moveTo>
                <a:lnTo>
                  <a:pt x="4" y="59"/>
                </a:lnTo>
                <a:lnTo>
                  <a:pt x="290" y="38"/>
                </a:lnTo>
                <a:lnTo>
                  <a:pt x="579" y="21"/>
                </a:lnTo>
                <a:lnTo>
                  <a:pt x="869" y="10"/>
                </a:lnTo>
                <a:lnTo>
                  <a:pt x="1161" y="2"/>
                </a:lnTo>
                <a:lnTo>
                  <a:pt x="1455" y="0"/>
                </a:lnTo>
                <a:lnTo>
                  <a:pt x="1749" y="2"/>
                </a:lnTo>
                <a:lnTo>
                  <a:pt x="2041" y="10"/>
                </a:lnTo>
                <a:lnTo>
                  <a:pt x="2331" y="21"/>
                </a:lnTo>
                <a:lnTo>
                  <a:pt x="2619" y="38"/>
                </a:lnTo>
                <a:lnTo>
                  <a:pt x="2906" y="59"/>
                </a:lnTo>
                <a:lnTo>
                  <a:pt x="3189" y="84"/>
                </a:lnTo>
                <a:lnTo>
                  <a:pt x="3471" y="114"/>
                </a:lnTo>
                <a:lnTo>
                  <a:pt x="3750" y="149"/>
                </a:lnTo>
                <a:lnTo>
                  <a:pt x="4026" y="187"/>
                </a:lnTo>
                <a:lnTo>
                  <a:pt x="4300" y="230"/>
                </a:lnTo>
                <a:lnTo>
                  <a:pt x="4571" y="277"/>
                </a:lnTo>
                <a:lnTo>
                  <a:pt x="4840" y="329"/>
                </a:lnTo>
                <a:lnTo>
                  <a:pt x="5105" y="384"/>
                </a:lnTo>
                <a:lnTo>
                  <a:pt x="5368" y="443"/>
                </a:lnTo>
                <a:lnTo>
                  <a:pt x="5628" y="507"/>
                </a:lnTo>
                <a:lnTo>
                  <a:pt x="5884" y="574"/>
                </a:lnTo>
                <a:lnTo>
                  <a:pt x="6137" y="645"/>
                </a:lnTo>
                <a:lnTo>
                  <a:pt x="6387" y="720"/>
                </a:lnTo>
                <a:lnTo>
                  <a:pt x="6633" y="799"/>
                </a:lnTo>
                <a:lnTo>
                  <a:pt x="6876" y="882"/>
                </a:lnTo>
                <a:lnTo>
                  <a:pt x="7114" y="968"/>
                </a:lnTo>
                <a:lnTo>
                  <a:pt x="7350" y="1057"/>
                </a:lnTo>
                <a:lnTo>
                  <a:pt x="7581" y="1150"/>
                </a:lnTo>
                <a:lnTo>
                  <a:pt x="7809" y="1247"/>
                </a:lnTo>
                <a:lnTo>
                  <a:pt x="8033" y="1347"/>
                </a:lnTo>
                <a:lnTo>
                  <a:pt x="8252" y="1450"/>
                </a:lnTo>
                <a:lnTo>
                  <a:pt x="8468" y="1557"/>
                </a:lnTo>
                <a:lnTo>
                  <a:pt x="8679" y="1667"/>
                </a:lnTo>
                <a:lnTo>
                  <a:pt x="8886" y="1780"/>
                </a:lnTo>
                <a:lnTo>
                  <a:pt x="9089" y="1896"/>
                </a:lnTo>
                <a:lnTo>
                  <a:pt x="9287" y="2015"/>
                </a:lnTo>
                <a:lnTo>
                  <a:pt x="9480" y="2137"/>
                </a:lnTo>
                <a:lnTo>
                  <a:pt x="9668" y="2262"/>
                </a:lnTo>
                <a:lnTo>
                  <a:pt x="9852" y="2390"/>
                </a:lnTo>
                <a:lnTo>
                  <a:pt x="10031" y="2521"/>
                </a:lnTo>
                <a:lnTo>
                  <a:pt x="10205" y="2655"/>
                </a:lnTo>
                <a:lnTo>
                  <a:pt x="10373" y="2791"/>
                </a:lnTo>
                <a:lnTo>
                  <a:pt x="10537" y="2930"/>
                </a:lnTo>
                <a:lnTo>
                  <a:pt x="10695" y="3071"/>
                </a:lnTo>
                <a:lnTo>
                  <a:pt x="10754" y="3118"/>
                </a:lnTo>
                <a:lnTo>
                  <a:pt x="10811" y="3163"/>
                </a:lnTo>
                <a:cubicBezTo>
                  <a:pt x="11981" y="4073"/>
                  <a:pt x="12675" y="6163"/>
                  <a:pt x="12661" y="6659"/>
                </a:cubicBezTo>
                <a:lnTo>
                  <a:pt x="12661" y="6686"/>
                </a:lnTo>
                <a:lnTo>
                  <a:pt x="12661" y="6718"/>
                </a:lnTo>
                <a:lnTo>
                  <a:pt x="12661" y="6838"/>
                </a:lnTo>
                <a:lnTo>
                  <a:pt x="10755" y="6838"/>
                </a:lnTo>
                <a:lnTo>
                  <a:pt x="10757" y="6796"/>
                </a:lnTo>
                <a:lnTo>
                  <a:pt x="10729" y="6692"/>
                </a:lnTo>
                <a:lnTo>
                  <a:pt x="10687" y="6440"/>
                </a:lnTo>
                <a:lnTo>
                  <a:pt x="10603" y="6221"/>
                </a:lnTo>
                <a:lnTo>
                  <a:pt x="10360" y="5675"/>
                </a:lnTo>
                <a:lnTo>
                  <a:pt x="10087" y="5225"/>
                </a:lnTo>
                <a:lnTo>
                  <a:pt x="10099" y="5234"/>
                </a:lnTo>
                <a:cubicBezTo>
                  <a:pt x="9553" y="4496"/>
                  <a:pt x="8751" y="3601"/>
                  <a:pt x="8028" y="3148"/>
                </a:cubicBezTo>
                <a:lnTo>
                  <a:pt x="7899" y="3046"/>
                </a:lnTo>
                <a:lnTo>
                  <a:pt x="7710" y="2932"/>
                </a:lnTo>
                <a:lnTo>
                  <a:pt x="7500" y="2812"/>
                </a:lnTo>
                <a:lnTo>
                  <a:pt x="7245" y="2677"/>
                </a:lnTo>
                <a:lnTo>
                  <a:pt x="6996" y="2551"/>
                </a:lnTo>
                <a:lnTo>
                  <a:pt x="6750" y="2446"/>
                </a:lnTo>
                <a:lnTo>
                  <a:pt x="6510" y="2350"/>
                </a:lnTo>
                <a:lnTo>
                  <a:pt x="6360" y="2282"/>
                </a:lnTo>
                <a:lnTo>
                  <a:pt x="6177" y="2207"/>
                </a:lnTo>
                <a:lnTo>
                  <a:pt x="5977" y="2131"/>
                </a:lnTo>
                <a:lnTo>
                  <a:pt x="5773" y="2058"/>
                </a:lnTo>
                <a:lnTo>
                  <a:pt x="5567" y="1988"/>
                </a:lnTo>
                <a:lnTo>
                  <a:pt x="5358" y="1922"/>
                </a:lnTo>
                <a:lnTo>
                  <a:pt x="5146" y="1859"/>
                </a:lnTo>
                <a:lnTo>
                  <a:pt x="4931" y="1799"/>
                </a:lnTo>
                <a:lnTo>
                  <a:pt x="4714" y="1743"/>
                </a:lnTo>
                <a:lnTo>
                  <a:pt x="4494" y="1691"/>
                </a:lnTo>
                <a:lnTo>
                  <a:pt x="4271" y="1642"/>
                </a:lnTo>
                <a:lnTo>
                  <a:pt x="4047" y="1596"/>
                </a:lnTo>
                <a:lnTo>
                  <a:pt x="3819" y="1555"/>
                </a:lnTo>
                <a:lnTo>
                  <a:pt x="3590" y="1517"/>
                </a:lnTo>
                <a:lnTo>
                  <a:pt x="3358" y="1482"/>
                </a:lnTo>
                <a:lnTo>
                  <a:pt x="3125" y="1452"/>
                </a:lnTo>
                <a:lnTo>
                  <a:pt x="2889" y="1426"/>
                </a:lnTo>
                <a:lnTo>
                  <a:pt x="2651" y="1403"/>
                </a:lnTo>
                <a:lnTo>
                  <a:pt x="2412" y="1384"/>
                </a:lnTo>
                <a:lnTo>
                  <a:pt x="2170" y="1370"/>
                </a:lnTo>
                <a:lnTo>
                  <a:pt x="1927" y="1359"/>
                </a:lnTo>
                <a:lnTo>
                  <a:pt x="1683" y="1353"/>
                </a:lnTo>
                <a:lnTo>
                  <a:pt x="1436" y="1351"/>
                </a:lnTo>
                <a:lnTo>
                  <a:pt x="1190" y="1353"/>
                </a:lnTo>
                <a:lnTo>
                  <a:pt x="945" y="1359"/>
                </a:lnTo>
                <a:lnTo>
                  <a:pt x="702" y="1370"/>
                </a:lnTo>
                <a:lnTo>
                  <a:pt x="461" y="1384"/>
                </a:lnTo>
                <a:lnTo>
                  <a:pt x="221" y="1403"/>
                </a:lnTo>
                <a:lnTo>
                  <a:pt x="34" y="1421"/>
                </a:lnTo>
                <a:lnTo>
                  <a:pt x="34" y="1451"/>
                </a:lnTo>
                <a:lnTo>
                  <a:pt x="0" y="1451"/>
                </a:lnTo>
                <a:lnTo>
                  <a:pt x="0" y="59"/>
                </a:lnTo>
                <a:close/>
              </a:path>
            </a:pathLst>
          </a:custGeom>
          <a:gradFill flip="none" rotWithShape="1">
            <a:gsLst>
              <a:gs pos="100000">
                <a:schemeClr val="accent1">
                  <a:lumMod val="20000"/>
                  <a:lumOff val="80000"/>
                  <a:alpha val="50000"/>
                </a:schemeClr>
              </a:gs>
              <a:gs pos="20000">
                <a:schemeClr val="accent1">
                  <a:lumMod val="20000"/>
                  <a:lumOff val="80000"/>
                  <a:alpha val="0"/>
                </a:schemeClr>
              </a:gs>
            </a:gsLst>
            <a:lin ang="180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微软雅黑" panose="020B0503020204020204" charset="-122"/>
              <a:sym typeface="+mn-ea"/>
            </a:endParaRPr>
          </a:p>
        </p:txBody>
      </p:sp>
      <p:sp>
        <p:nvSpPr>
          <p:cNvPr id="40" name="任意多边形 39"/>
          <p:cNvSpPr/>
          <p:nvPr/>
        </p:nvSpPr>
        <p:spPr>
          <a:xfrm>
            <a:off x="1892935" y="4627245"/>
            <a:ext cx="2649220" cy="137668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4209" h="2127">
                <a:moveTo>
                  <a:pt x="0" y="17"/>
                </a:moveTo>
                <a:cubicBezTo>
                  <a:pt x="41" y="10"/>
                  <a:pt x="453" y="-6"/>
                  <a:pt x="440" y="0"/>
                </a:cubicBezTo>
                <a:cubicBezTo>
                  <a:pt x="2344" y="-43"/>
                  <a:pt x="3962" y="1037"/>
                  <a:pt x="4209" y="2126"/>
                </a:cubicBezTo>
                <a:lnTo>
                  <a:pt x="0" y="2126"/>
                </a:lnTo>
                <a:lnTo>
                  <a:pt x="0" y="17"/>
                </a:lnTo>
                <a:close/>
              </a:path>
            </a:pathLst>
          </a:custGeom>
          <a:gradFill flip="none" rotWithShape="1">
            <a:gsLst>
              <a:gs pos="100000">
                <a:schemeClr val="accent5">
                  <a:lumMod val="60000"/>
                  <a:lumOff val="40000"/>
                </a:schemeClr>
              </a:gs>
              <a:gs pos="20000">
                <a:schemeClr val="accent5">
                  <a:lumMod val="60000"/>
                  <a:lumOff val="40000"/>
                  <a:alpha val="0"/>
                </a:schemeClr>
              </a:gs>
            </a:gsLst>
            <a:lin ang="180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微软雅黑" panose="020B0503020204020204" charset="-122"/>
              <a:sym typeface="+mn-ea"/>
            </a:endParaRPr>
          </a:p>
        </p:txBody>
      </p:sp>
      <p:sp>
        <p:nvSpPr>
          <p:cNvPr id="39" name="任意多边形 38"/>
          <p:cNvSpPr/>
          <p:nvPr/>
        </p:nvSpPr>
        <p:spPr>
          <a:xfrm>
            <a:off x="1903730" y="2520315"/>
            <a:ext cx="6833870" cy="3484245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0762" h="5487">
                <a:moveTo>
                  <a:pt x="0" y="70"/>
                </a:moveTo>
                <a:lnTo>
                  <a:pt x="188" y="52"/>
                </a:lnTo>
                <a:lnTo>
                  <a:pt x="429" y="33"/>
                </a:lnTo>
                <a:lnTo>
                  <a:pt x="670" y="19"/>
                </a:lnTo>
                <a:lnTo>
                  <a:pt x="914" y="8"/>
                </a:lnTo>
                <a:lnTo>
                  <a:pt x="1160" y="2"/>
                </a:lnTo>
                <a:lnTo>
                  <a:pt x="1407" y="0"/>
                </a:lnTo>
                <a:lnTo>
                  <a:pt x="1655" y="2"/>
                </a:lnTo>
                <a:lnTo>
                  <a:pt x="1900" y="8"/>
                </a:lnTo>
                <a:lnTo>
                  <a:pt x="2144" y="19"/>
                </a:lnTo>
                <a:lnTo>
                  <a:pt x="2387" y="33"/>
                </a:lnTo>
                <a:lnTo>
                  <a:pt x="2627" y="52"/>
                </a:lnTo>
                <a:lnTo>
                  <a:pt x="2866" y="75"/>
                </a:lnTo>
                <a:lnTo>
                  <a:pt x="3103" y="101"/>
                </a:lnTo>
                <a:lnTo>
                  <a:pt x="3336" y="131"/>
                </a:lnTo>
                <a:lnTo>
                  <a:pt x="3569" y="166"/>
                </a:lnTo>
                <a:lnTo>
                  <a:pt x="3799" y="204"/>
                </a:lnTo>
                <a:lnTo>
                  <a:pt x="4028" y="245"/>
                </a:lnTo>
                <a:lnTo>
                  <a:pt x="4253" y="291"/>
                </a:lnTo>
                <a:lnTo>
                  <a:pt x="4477" y="340"/>
                </a:lnTo>
                <a:lnTo>
                  <a:pt x="4697" y="392"/>
                </a:lnTo>
                <a:lnTo>
                  <a:pt x="4915" y="448"/>
                </a:lnTo>
                <a:lnTo>
                  <a:pt x="5131" y="508"/>
                </a:lnTo>
                <a:lnTo>
                  <a:pt x="5344" y="571"/>
                </a:lnTo>
                <a:lnTo>
                  <a:pt x="5554" y="637"/>
                </a:lnTo>
                <a:lnTo>
                  <a:pt x="5760" y="707"/>
                </a:lnTo>
                <a:lnTo>
                  <a:pt x="5965" y="780"/>
                </a:lnTo>
                <a:lnTo>
                  <a:pt x="6166" y="856"/>
                </a:lnTo>
                <a:lnTo>
                  <a:pt x="6257" y="893"/>
                </a:lnTo>
                <a:lnTo>
                  <a:pt x="6263" y="903"/>
                </a:lnTo>
                <a:lnTo>
                  <a:pt x="6548" y="1023"/>
                </a:lnTo>
                <a:lnTo>
                  <a:pt x="6914" y="1170"/>
                </a:lnTo>
                <a:lnTo>
                  <a:pt x="7066" y="1243"/>
                </a:lnTo>
                <a:lnTo>
                  <a:pt x="7202" y="1320"/>
                </a:lnTo>
                <a:lnTo>
                  <a:pt x="7416" y="1425"/>
                </a:lnTo>
                <a:lnTo>
                  <a:pt x="7633" y="1558"/>
                </a:lnTo>
                <a:lnTo>
                  <a:pt x="7877" y="1691"/>
                </a:lnTo>
                <a:lnTo>
                  <a:pt x="8012" y="1782"/>
                </a:lnTo>
                <a:lnTo>
                  <a:pt x="8165" y="1881"/>
                </a:lnTo>
                <a:lnTo>
                  <a:pt x="8173" y="1879"/>
                </a:lnTo>
                <a:cubicBezTo>
                  <a:pt x="8896" y="2278"/>
                  <a:pt x="9945" y="3632"/>
                  <a:pt x="10255" y="4159"/>
                </a:cubicBezTo>
                <a:lnTo>
                  <a:pt x="10417" y="4474"/>
                </a:lnTo>
                <a:lnTo>
                  <a:pt x="10489" y="4639"/>
                </a:lnTo>
                <a:lnTo>
                  <a:pt x="10615" y="4945"/>
                </a:lnTo>
                <a:lnTo>
                  <a:pt x="10687" y="5173"/>
                </a:lnTo>
                <a:lnTo>
                  <a:pt x="10742" y="5339"/>
                </a:lnTo>
                <a:lnTo>
                  <a:pt x="10742" y="5346"/>
                </a:lnTo>
                <a:lnTo>
                  <a:pt x="10740" y="5399"/>
                </a:lnTo>
                <a:lnTo>
                  <a:pt x="10738" y="5451"/>
                </a:lnTo>
                <a:lnTo>
                  <a:pt x="10759" y="5451"/>
                </a:lnTo>
                <a:lnTo>
                  <a:pt x="10762" y="5487"/>
                </a:lnTo>
                <a:lnTo>
                  <a:pt x="0" y="5487"/>
                </a:lnTo>
                <a:lnTo>
                  <a:pt x="0" y="5485"/>
                </a:lnTo>
                <a:lnTo>
                  <a:pt x="4171" y="5485"/>
                </a:lnTo>
                <a:cubicBezTo>
                  <a:pt x="4162" y="4372"/>
                  <a:pt x="1838" y="3281"/>
                  <a:pt x="784" y="3313"/>
                </a:cubicBezTo>
                <a:lnTo>
                  <a:pt x="727" y="3314"/>
                </a:lnTo>
                <a:lnTo>
                  <a:pt x="663" y="3315"/>
                </a:lnTo>
                <a:lnTo>
                  <a:pt x="591" y="3316"/>
                </a:lnTo>
                <a:lnTo>
                  <a:pt x="511" y="3317"/>
                </a:lnTo>
                <a:lnTo>
                  <a:pt x="421" y="3318"/>
                </a:lnTo>
                <a:lnTo>
                  <a:pt x="420" y="3318"/>
                </a:lnTo>
                <a:cubicBezTo>
                  <a:pt x="419" y="3317"/>
                  <a:pt x="400" y="3317"/>
                  <a:pt x="399" y="3317"/>
                </a:cubicBezTo>
                <a:lnTo>
                  <a:pt x="399" y="3317"/>
                </a:lnTo>
                <a:lnTo>
                  <a:pt x="398" y="3317"/>
                </a:lnTo>
                <a:cubicBezTo>
                  <a:pt x="322" y="3317"/>
                  <a:pt x="9" y="3330"/>
                  <a:pt x="0" y="3333"/>
                </a:cubicBezTo>
                <a:lnTo>
                  <a:pt x="0" y="70"/>
                </a:lnTo>
                <a:close/>
              </a:path>
            </a:pathLst>
          </a:custGeom>
          <a:gradFill flip="none" rotWithShape="1">
            <a:gsLst>
              <a:gs pos="100000">
                <a:schemeClr val="accent1">
                  <a:lumMod val="60000"/>
                  <a:lumOff val="40000"/>
                </a:schemeClr>
              </a:gs>
              <a:gs pos="20000">
                <a:schemeClr val="accent1">
                  <a:lumMod val="20000"/>
                  <a:lumOff val="80000"/>
                  <a:alpha val="0"/>
                </a:schemeClr>
              </a:gs>
            </a:gsLst>
            <a:lin ang="180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微软雅黑" panose="020B0503020204020204" charset="-122"/>
              <a:sym typeface="+mn-ea"/>
            </a:endParaRPr>
          </a:p>
        </p:txBody>
      </p:sp>
      <p:sp>
        <p:nvSpPr>
          <p:cNvPr id="5" name="标题 2"/>
          <p:cNvSpPr>
            <a:spLocks noGrp="1"/>
          </p:cNvSpPr>
          <p:nvPr/>
        </p:nvSpPr>
        <p:spPr>
          <a:xfrm>
            <a:off x="1105535" y="347980"/>
            <a:ext cx="7137400" cy="396875"/>
          </a:xfrm>
          <a:prstGeom prst="rect">
            <a:avLst/>
          </a:prstGeom>
          <a:ln w="12700">
            <a:miter lim="400000"/>
          </a:ln>
        </p:spPr>
        <p:txBody>
          <a:bodyPr vert="horz" wrap="square" lIns="25400" tIns="25400" rIns="25400" bIns="2540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0" lang="zh-CN" altLang="en-US" sz="2800" b="1" u="none" strike="noStrike" kern="1200" cap="none" spc="0" normalizeH="0" baseline="0" dirty="0">
                <a:ln>
                  <a:noFill/>
                </a:ln>
                <a:solidFill>
                  <a:schemeClr val="accent1"/>
                </a:solidFill>
                <a:effectLst>
                  <a:outerShdw blurRad="187896" dist="38100" dir="2700000" algn="tl" rotWithShape="0">
                    <a:srgbClr val="1C2952">
                      <a:alpha val="6000"/>
                    </a:srgbClr>
                  </a:outerShdw>
                </a:effectLst>
                <a:uLnTx/>
                <a:uFillTx/>
                <a:latin typeface="HONOR Sans CN" panose="05000200000000000000" charset="-122"/>
                <a:ea typeface="HONOR Sans CN" panose="05000200000000000000" charset="-122"/>
                <a:cs typeface="OPPOSans H" panose="00020600040101010101" pitchFamily="18" charset="-122"/>
              </a:defRPr>
            </a:lvl1pPr>
          </a:lstStyle>
          <a:p>
            <a:pPr algn="l"/>
            <a:r>
              <a:rPr sz="2500" dirty="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业务框架</a:t>
            </a:r>
            <a:r>
              <a:rPr lang="en-US" altLang="zh-CN" sz="2500" dirty="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sz="2500" dirty="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中心发散架构 |</a:t>
            </a:r>
            <a:r>
              <a:rPr lang="zh-CN" altLang="en-US" sz="2500" dirty="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dirty="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电商数字化产业链发展</a:t>
            </a:r>
            <a:endParaRPr lang="zh-CN" altLang="en-US" sz="2500" dirty="0">
              <a:solidFill>
                <a:schemeClr val="tx2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" name="图片 9" descr="屋顶资源管理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5600" y="186055"/>
            <a:ext cx="549910" cy="549910"/>
          </a:xfrm>
          <a:prstGeom prst="rect">
            <a:avLst/>
          </a:prstGeom>
        </p:spPr>
      </p:pic>
      <p:sp>
        <p:nvSpPr>
          <p:cNvPr id="27" name="矩形 26"/>
          <p:cNvSpPr/>
          <p:nvPr/>
        </p:nvSpPr>
        <p:spPr>
          <a:xfrm>
            <a:off x="1977390" y="3077845"/>
            <a:ext cx="1585595" cy="3175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400" b="1">
                <a:solidFill>
                  <a:schemeClr val="accent1"/>
                </a:solidFill>
                <a:cs typeface="微软雅黑" panose="020B0503020204020204" charset="-122"/>
                <a:sym typeface="+mn-ea"/>
              </a:rPr>
              <a:t>电商后市场服务</a:t>
            </a:r>
            <a:endParaRPr lang="zh-CN" altLang="en-US" sz="1400" b="1">
              <a:solidFill>
                <a:schemeClr val="accent1"/>
              </a:solidFill>
              <a:cs typeface="微软雅黑" panose="020B0503020204020204" charset="-122"/>
              <a:sym typeface="+mn-ea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671830" y="1294130"/>
            <a:ext cx="11029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需求拉动</a:t>
            </a:r>
            <a:endParaRPr lang="zh-CN" altLang="en-US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822960" y="1859280"/>
            <a:ext cx="10071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电商平台化</a:t>
            </a:r>
            <a:r>
              <a:rPr lang="en-US" altLang="zh-CN" sz="12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2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供应链数字化整合</a:t>
            </a:r>
            <a:endParaRPr lang="zh-CN" altLang="en-US" sz="120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822960" y="3509010"/>
            <a:ext cx="10071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高效客户全旅程服务</a:t>
            </a:r>
            <a:endParaRPr lang="zh-CN" altLang="en-US" sz="120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822960" y="5095240"/>
            <a:ext cx="10071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注重个性化用户体验</a:t>
            </a:r>
            <a:endParaRPr lang="zh-CN" altLang="en-US" sz="120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5397500" y="6206967"/>
            <a:ext cx="224472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自动化集成</a:t>
            </a:r>
            <a:r>
              <a:rPr lang="en-US" altLang="zh-CN" sz="12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lang="zh-CN" altLang="en-US" sz="12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软硬件整合</a:t>
            </a:r>
            <a:endParaRPr lang="zh-CN" altLang="en-US" sz="120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8656955" y="6206967"/>
            <a:ext cx="143446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算法优化驱动</a:t>
            </a:r>
            <a:endParaRPr lang="zh-CN" altLang="en-US" sz="120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10339705" y="6176010"/>
            <a:ext cx="11029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技术推动</a:t>
            </a:r>
            <a:endParaRPr lang="zh-CN" altLang="en-US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2017395" y="5102225"/>
            <a:ext cx="181038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171450" indent="-171450">
              <a:buFont typeface="Wingdings" panose="05000000000000000000" charset="0"/>
              <a:buChar char="l"/>
            </a:pPr>
            <a:r>
              <a:rPr lang="zh-CN" altLang="en-US" sz="10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电商产业链销售高效硬件设备，支持物流和门店运营，</a:t>
            </a:r>
            <a:r>
              <a:rPr lang="zh-CN" altLang="en-US" sz="10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具备高</a:t>
            </a:r>
            <a:r>
              <a:rPr lang="en-US" altLang="zh-CN" sz="10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ROI</a:t>
            </a:r>
            <a:r>
              <a:rPr lang="zh-CN" altLang="en-US" sz="10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优势。</a:t>
            </a:r>
            <a:endParaRPr lang="zh-CN" altLang="en-US" sz="10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4" name="文本框 93"/>
          <p:cNvSpPr txBox="1"/>
          <p:nvPr/>
        </p:nvSpPr>
        <p:spPr>
          <a:xfrm>
            <a:off x="1977390" y="3462655"/>
            <a:ext cx="185674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71755" indent="-71755" algn="l" fontAlgn="auto">
              <a:buFont typeface="微软雅黑" panose="020B0503020204020204" charset="-122"/>
              <a:buChar char="•"/>
            </a:pPr>
            <a:r>
              <a:rPr lang="zh-CN" altLang="en-US" sz="1000">
                <a:solidFill>
                  <a:schemeClr val="tx2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涵盖交易完成后的增值服务，如退货、保修和金融支持，以降低用户使用门槛。</a:t>
            </a:r>
            <a:endParaRPr lang="zh-CN" altLang="en-US" sz="1000">
              <a:solidFill>
                <a:schemeClr val="tx2">
                  <a:alpha val="9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6" name="矩形 95"/>
          <p:cNvSpPr/>
          <p:nvPr/>
        </p:nvSpPr>
        <p:spPr>
          <a:xfrm>
            <a:off x="4179570" y="3302000"/>
            <a:ext cx="1789430" cy="3175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400" b="1">
                <a:solidFill>
                  <a:schemeClr val="accent1"/>
                </a:solidFill>
                <a:cs typeface="微软雅黑" panose="020B0503020204020204" charset="-122"/>
                <a:sym typeface="+mn-ea"/>
              </a:rPr>
              <a:t>基于先进技术的服务</a:t>
            </a:r>
            <a:endParaRPr lang="zh-CN" altLang="en-US" sz="1400" b="1">
              <a:solidFill>
                <a:schemeClr val="accent1"/>
              </a:solidFill>
              <a:cs typeface="微软雅黑" panose="020B0503020204020204" charset="-122"/>
              <a:sym typeface="+mn-ea"/>
            </a:endParaRPr>
          </a:p>
        </p:txBody>
      </p:sp>
      <p:sp>
        <p:nvSpPr>
          <p:cNvPr id="97" name="文本框 96"/>
          <p:cNvSpPr txBox="1"/>
          <p:nvPr/>
        </p:nvSpPr>
        <p:spPr>
          <a:xfrm>
            <a:off x="4179570" y="3667760"/>
            <a:ext cx="231584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71755" indent="-71755" algn="l" fontAlgn="auto">
              <a:buFont typeface="微软雅黑" panose="020B0503020204020204" charset="-122"/>
              <a:buChar char="•"/>
            </a:pPr>
            <a:r>
              <a:rPr lang="zh-CN" altLang="en-US" sz="1000" b="1">
                <a:solidFill>
                  <a:schemeClr val="tx2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快速配送模式兴起</a:t>
            </a:r>
            <a:r>
              <a:rPr lang="zh-CN" altLang="en-US" sz="1000">
                <a:solidFill>
                  <a:schemeClr val="tx2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，无人机和即时配送，解决</a:t>
            </a:r>
            <a:r>
              <a:rPr lang="en-US" altLang="zh-CN" sz="1000">
                <a:solidFill>
                  <a:schemeClr val="tx2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1000">
                <a:solidFill>
                  <a:schemeClr val="tx2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最后一公里</a:t>
            </a:r>
            <a:r>
              <a:rPr lang="en-US" altLang="zh-CN" sz="1000">
                <a:solidFill>
                  <a:schemeClr val="tx2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1000">
                <a:solidFill>
                  <a:schemeClr val="tx2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</a:t>
            </a:r>
            <a:r>
              <a:rPr lang="zh-CN" sz="1000">
                <a:solidFill>
                  <a:schemeClr val="tx2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endParaRPr lang="zh-CN" sz="1000">
              <a:solidFill>
                <a:schemeClr val="tx2">
                  <a:alpha val="9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71755" indent="-71755" algn="l" fontAlgn="auto">
              <a:buFont typeface="微软雅黑" panose="020B0503020204020204" charset="-122"/>
              <a:buChar char="•"/>
            </a:pPr>
            <a:r>
              <a:rPr lang="zh-CN" altLang="en-US" sz="1000">
                <a:solidFill>
                  <a:schemeClr val="tx2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电商系统集成</a:t>
            </a:r>
            <a:r>
              <a:rPr lang="zh-CN" sz="1000">
                <a:solidFill>
                  <a:schemeClr val="tx2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zh-CN" altLang="en-US" sz="1000">
                <a:solidFill>
                  <a:schemeClr val="tx2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整合</a:t>
            </a:r>
            <a:r>
              <a:rPr lang="en-US" altLang="zh-CN" sz="1000">
                <a:solidFill>
                  <a:schemeClr val="tx2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ERP</a:t>
            </a:r>
            <a:r>
              <a:rPr lang="zh-CN" altLang="en-US" sz="1000">
                <a:solidFill>
                  <a:schemeClr val="tx2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000">
                <a:solidFill>
                  <a:schemeClr val="tx2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CRM</a:t>
            </a:r>
            <a:r>
              <a:rPr lang="zh-CN" altLang="en-US" sz="1000">
                <a:solidFill>
                  <a:schemeClr val="tx2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和支付系统，实现一站式管理</a:t>
            </a:r>
            <a:r>
              <a:rPr lang="zh-CN" sz="1000">
                <a:solidFill>
                  <a:schemeClr val="tx2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endParaRPr lang="zh-CN" sz="1000">
              <a:solidFill>
                <a:schemeClr val="tx2">
                  <a:alpha val="9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71755" indent="-71755" algn="l" fontAlgn="auto">
              <a:buFont typeface="微软雅黑" panose="020B0503020204020204" charset="-122"/>
              <a:buChar char="•"/>
            </a:pPr>
            <a:r>
              <a:rPr lang="zh-CN" altLang="en-US" sz="1000" b="1">
                <a:solidFill>
                  <a:schemeClr val="tx2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商业智能（</a:t>
            </a:r>
            <a:r>
              <a:rPr lang="en-US" altLang="zh-CN" sz="1000" b="1">
                <a:solidFill>
                  <a:schemeClr val="tx2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BI</a:t>
            </a:r>
            <a:r>
              <a:rPr lang="zh-CN" altLang="en-US" sz="1000" b="1">
                <a:solidFill>
                  <a:schemeClr val="tx2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）应用</a:t>
            </a:r>
            <a:r>
              <a:rPr lang="zh-CN" sz="1000">
                <a:solidFill>
                  <a:schemeClr val="tx2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1000">
                <a:solidFill>
                  <a:schemeClr val="tx2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BI</a:t>
            </a:r>
            <a:r>
              <a:rPr lang="zh-CN" altLang="en-US" sz="1000">
                <a:solidFill>
                  <a:schemeClr val="tx2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工具分析销售数据，指导库存决策；</a:t>
            </a:r>
            <a:endParaRPr lang="zh-CN" altLang="en-US" sz="1000">
              <a:solidFill>
                <a:schemeClr val="tx2">
                  <a:alpha val="9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71755" indent="-71755" algn="l" fontAlgn="auto">
              <a:buFont typeface="微软雅黑" panose="020B0503020204020204" charset="-122"/>
              <a:buChar char="•"/>
            </a:pPr>
            <a:r>
              <a:rPr lang="zh-CN" altLang="en-US" sz="1000">
                <a:solidFill>
                  <a:schemeClr val="tx2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效率提升，技术应用提升全链路效率。</a:t>
            </a:r>
            <a:endParaRPr lang="zh-CN" altLang="en-US" sz="1000">
              <a:solidFill>
                <a:schemeClr val="tx2">
                  <a:alpha val="9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71755" indent="-71755" algn="l" fontAlgn="auto">
              <a:buFont typeface="微软雅黑" panose="020B0503020204020204" charset="-122"/>
              <a:buChar char="•"/>
            </a:pPr>
            <a:endParaRPr lang="zh-CN" altLang="en-US" sz="1000">
              <a:solidFill>
                <a:schemeClr val="tx2">
                  <a:alpha val="9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0" name="文本框 109"/>
          <p:cNvSpPr txBox="1"/>
          <p:nvPr/>
        </p:nvSpPr>
        <p:spPr>
          <a:xfrm>
            <a:off x="6870065" y="4627245"/>
            <a:ext cx="193865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71755" indent="-71755" algn="l" fontAlgn="auto">
              <a:buFont typeface="微软雅黑" panose="020B0503020204020204" charset="-122"/>
              <a:buChar char="•"/>
            </a:pPr>
            <a:r>
              <a:rPr lang="zh-CN" altLang="en-US" sz="1000">
                <a:solidFill>
                  <a:schemeClr val="tx2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电商网联数据</a:t>
            </a:r>
            <a:r>
              <a:rPr lang="zh-CN" altLang="en-US" sz="1000" b="1">
                <a:solidFill>
                  <a:schemeClr val="tx2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赋能运营优化</a:t>
            </a:r>
            <a:r>
              <a:rPr lang="zh-CN" altLang="en-US" sz="1000">
                <a:solidFill>
                  <a:schemeClr val="tx2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和商业模式转型；</a:t>
            </a:r>
            <a:endParaRPr lang="zh-CN" altLang="en-US" sz="1000">
              <a:solidFill>
                <a:schemeClr val="tx2">
                  <a:alpha val="9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71755" indent="-71755" algn="l" fontAlgn="auto">
              <a:buFont typeface="微软雅黑" panose="020B0503020204020204" charset="-122"/>
              <a:buChar char="•"/>
            </a:pPr>
            <a:r>
              <a:rPr lang="zh-CN" altLang="en-US" sz="1000" b="1">
                <a:solidFill>
                  <a:schemeClr val="tx2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将数据变现为收入</a:t>
            </a:r>
            <a:r>
              <a:rPr lang="zh-CN" altLang="en-US" sz="1000">
                <a:solidFill>
                  <a:schemeClr val="tx2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，用户行为数据用于广告精准投放</a:t>
            </a:r>
            <a:r>
              <a:rPr lang="zh-CN" sz="1000">
                <a:solidFill>
                  <a:schemeClr val="tx2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sz="1000">
              <a:solidFill>
                <a:schemeClr val="tx2">
                  <a:alpha val="9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7" name="文本框 116"/>
          <p:cNvSpPr txBox="1"/>
          <p:nvPr/>
        </p:nvSpPr>
        <p:spPr>
          <a:xfrm rot="2220000">
            <a:off x="4989830" y="3274060"/>
            <a:ext cx="2913380" cy="2913380"/>
          </a:xfrm>
          <a:prstGeom prst="rect">
            <a:avLst/>
          </a:prstGeom>
          <a:noFill/>
          <a:effectLst/>
        </p:spPr>
        <p:txBody>
          <a:bodyPr wrap="none">
            <a:prstTxWarp prst="textArchUp">
              <a:avLst/>
            </a:prstTxWarp>
            <a:sp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服务销售</a:t>
            </a:r>
            <a:endParaRPr kumimoji="0" lang="zh-CN" altLang="en-US" sz="1600" b="1" i="0" u="none" strike="noStrike" kern="1200" cap="none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8" name="右箭头 117"/>
          <p:cNvSpPr/>
          <p:nvPr/>
        </p:nvSpPr>
        <p:spPr>
          <a:xfrm rot="18660000">
            <a:off x="3594100" y="3042920"/>
            <a:ext cx="261620" cy="193040"/>
          </a:xfrm>
          <a:prstGeom prst="rightArrow">
            <a:avLst/>
          </a:prstGeom>
          <a:solidFill>
            <a:schemeClr val="bg1"/>
          </a:solidFill>
          <a:ln>
            <a:gradFill>
              <a:gsLst>
                <a:gs pos="4300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1080000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1400" b="1">
              <a:solidFill>
                <a:schemeClr val="accent2"/>
              </a:solidFill>
              <a:cs typeface="微软雅黑" panose="020B0503020204020204" charset="-122"/>
              <a:sym typeface="+mn-ea"/>
            </a:endParaRPr>
          </a:p>
        </p:txBody>
      </p:sp>
      <p:sp>
        <p:nvSpPr>
          <p:cNvPr id="119" name="右箭头 118"/>
          <p:cNvSpPr/>
          <p:nvPr/>
        </p:nvSpPr>
        <p:spPr>
          <a:xfrm rot="13740000">
            <a:off x="4291965" y="3042920"/>
            <a:ext cx="261620" cy="193040"/>
          </a:xfrm>
          <a:prstGeom prst="rightArrow">
            <a:avLst/>
          </a:prstGeom>
          <a:solidFill>
            <a:schemeClr val="bg1"/>
          </a:solidFill>
          <a:ln>
            <a:gradFill>
              <a:gsLst>
                <a:gs pos="4300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1080000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1400" b="1">
              <a:solidFill>
                <a:schemeClr val="accent2"/>
              </a:solidFill>
              <a:cs typeface="微软雅黑" panose="020B0503020204020204" charset="-122"/>
              <a:sym typeface="+mn-ea"/>
            </a:endParaRPr>
          </a:p>
        </p:txBody>
      </p:sp>
      <p:sp>
        <p:nvSpPr>
          <p:cNvPr id="120" name="文本框 119"/>
          <p:cNvSpPr txBox="1"/>
          <p:nvPr/>
        </p:nvSpPr>
        <p:spPr>
          <a:xfrm>
            <a:off x="2994025" y="2746375"/>
            <a:ext cx="195897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模式转变主要驱动因素</a:t>
            </a:r>
            <a:endParaRPr lang="zh-CN" altLang="en-US" sz="12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8738235" y="348615"/>
            <a:ext cx="3219450" cy="332740"/>
            <a:chOff x="13761" y="549"/>
            <a:chExt cx="5070" cy="524"/>
          </a:xfrm>
        </p:grpSpPr>
        <p:pic>
          <p:nvPicPr>
            <p:cNvPr id="7" name="图片 6"/>
            <p:cNvPicPr>
              <a:picLocks noChangeAspect="1"/>
            </p:cNvPicPr>
            <p:nvPr userDrawn="1"/>
          </p:nvPicPr>
          <p:blipFill>
            <a:blip r:embed="rId3"/>
            <a:srcRect l="17002" t="-1765" r="56499" b="-1176"/>
            <a:stretch>
              <a:fillRect/>
            </a:stretch>
          </p:blipFill>
          <p:spPr>
            <a:xfrm>
              <a:off x="13761" y="549"/>
              <a:ext cx="1582" cy="525"/>
            </a:xfrm>
            <a:prstGeom prst="rect">
              <a:avLst/>
            </a:prstGeom>
          </p:spPr>
        </p:pic>
        <p:sp>
          <p:nvSpPr>
            <p:cNvPr id="8" name="文本框 7"/>
            <p:cNvSpPr txBox="1"/>
            <p:nvPr userDrawn="1"/>
          </p:nvSpPr>
          <p:spPr>
            <a:xfrm>
              <a:off x="15219" y="655"/>
              <a:ext cx="3613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复杂逻辑场景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·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框架搭建系列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PPT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模板</a:t>
              </a:r>
              <a:endPara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cxnSp>
        <p:nvCxnSpPr>
          <p:cNvPr id="13" name="直线连接符 7"/>
          <p:cNvCxnSpPr/>
          <p:nvPr userDrawn="1"/>
        </p:nvCxnSpPr>
        <p:spPr>
          <a:xfrm>
            <a:off x="369165" y="839204"/>
            <a:ext cx="11459846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椭圆 15"/>
          <p:cNvSpPr/>
          <p:nvPr/>
        </p:nvSpPr>
        <p:spPr>
          <a:xfrm>
            <a:off x="-95885" y="4627245"/>
            <a:ext cx="4806950" cy="4015740"/>
          </a:xfrm>
          <a:prstGeom prst="ellipse">
            <a:avLst/>
          </a:prstGeom>
          <a:noFill/>
          <a:ln w="25400">
            <a:gradFill>
              <a:gsLst>
                <a:gs pos="18000">
                  <a:schemeClr val="bg1"/>
                </a:gs>
                <a:gs pos="32000">
                  <a:schemeClr val="bg1">
                    <a:alpha val="0"/>
                  </a:schemeClr>
                </a:gs>
              </a:gsLst>
              <a:lin ang="720000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2038350" y="4758690"/>
            <a:ext cx="1352550" cy="317500"/>
          </a:xfrm>
          <a:prstGeom prst="rect">
            <a:avLst/>
          </a:prstGeom>
          <a:solidFill>
            <a:schemeClr val="bg1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accent5"/>
                </a:solidFill>
                <a:cs typeface="微软雅黑" panose="020B0503020204020204" charset="-122"/>
              </a:rPr>
              <a:t>硬件设备销售</a:t>
            </a:r>
            <a:endParaRPr lang="zh-CN" altLang="en-US" sz="1400" b="1">
              <a:solidFill>
                <a:schemeClr val="accent5"/>
              </a:solidFill>
              <a:cs typeface="微软雅黑" panose="020B0503020204020204" charset="-122"/>
            </a:endParaRPr>
          </a:p>
        </p:txBody>
      </p:sp>
      <p:sp>
        <p:nvSpPr>
          <p:cNvPr id="35" name="任意多边形 34"/>
          <p:cNvSpPr/>
          <p:nvPr/>
        </p:nvSpPr>
        <p:spPr>
          <a:xfrm>
            <a:off x="1904365" y="2504440"/>
            <a:ext cx="6833870" cy="349250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0751" h="5517">
                <a:moveTo>
                  <a:pt x="0" y="62"/>
                </a:moveTo>
                <a:lnTo>
                  <a:pt x="99" y="53"/>
                </a:lnTo>
                <a:lnTo>
                  <a:pt x="341" y="34"/>
                </a:lnTo>
                <a:lnTo>
                  <a:pt x="585" y="19"/>
                </a:lnTo>
                <a:lnTo>
                  <a:pt x="831" y="9"/>
                </a:lnTo>
                <a:lnTo>
                  <a:pt x="1079" y="2"/>
                </a:lnTo>
                <a:lnTo>
                  <a:pt x="1328" y="0"/>
                </a:lnTo>
                <a:lnTo>
                  <a:pt x="1577" y="2"/>
                </a:lnTo>
                <a:lnTo>
                  <a:pt x="1825" y="9"/>
                </a:lnTo>
                <a:lnTo>
                  <a:pt x="2071" y="19"/>
                </a:lnTo>
                <a:lnTo>
                  <a:pt x="2315" y="34"/>
                </a:lnTo>
                <a:lnTo>
                  <a:pt x="2557" y="53"/>
                </a:lnTo>
                <a:lnTo>
                  <a:pt x="2798" y="76"/>
                </a:lnTo>
                <a:lnTo>
                  <a:pt x="3036" y="103"/>
                </a:lnTo>
                <a:lnTo>
                  <a:pt x="3273" y="134"/>
                </a:lnTo>
                <a:lnTo>
                  <a:pt x="3507" y="169"/>
                </a:lnTo>
                <a:lnTo>
                  <a:pt x="3739" y="208"/>
                </a:lnTo>
                <a:lnTo>
                  <a:pt x="3969" y="250"/>
                </a:lnTo>
                <a:lnTo>
                  <a:pt x="4197" y="297"/>
                </a:lnTo>
                <a:lnTo>
                  <a:pt x="4422" y="347"/>
                </a:lnTo>
                <a:lnTo>
                  <a:pt x="4644" y="400"/>
                </a:lnTo>
                <a:lnTo>
                  <a:pt x="4864" y="458"/>
                </a:lnTo>
                <a:lnTo>
                  <a:pt x="5081" y="518"/>
                </a:lnTo>
                <a:lnTo>
                  <a:pt x="5296" y="583"/>
                </a:lnTo>
                <a:lnTo>
                  <a:pt x="5507" y="650"/>
                </a:lnTo>
                <a:lnTo>
                  <a:pt x="5716" y="721"/>
                </a:lnTo>
                <a:lnTo>
                  <a:pt x="5922" y="796"/>
                </a:lnTo>
                <a:lnTo>
                  <a:pt x="6125" y="874"/>
                </a:lnTo>
                <a:lnTo>
                  <a:pt x="6324" y="954"/>
                </a:lnTo>
                <a:lnTo>
                  <a:pt x="6521" y="1039"/>
                </a:lnTo>
                <a:cubicBezTo>
                  <a:pt x="8828" y="1883"/>
                  <a:pt x="10493" y="4060"/>
                  <a:pt x="10751" y="5517"/>
                </a:cubicBezTo>
                <a:lnTo>
                  <a:pt x="0" y="5517"/>
                </a:lnTo>
                <a:lnTo>
                  <a:pt x="0" y="62"/>
                </a:lnTo>
                <a:close/>
              </a:path>
            </a:pathLst>
          </a:cu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900545" y="4220845"/>
            <a:ext cx="1585595" cy="3175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400" b="1">
                <a:solidFill>
                  <a:schemeClr val="accent1"/>
                </a:solidFill>
                <a:cs typeface="微软雅黑" panose="020B0503020204020204" charset="-122"/>
                <a:sym typeface="+mn-ea"/>
              </a:rPr>
              <a:t>数字资产服务</a:t>
            </a:r>
            <a:endParaRPr lang="zh-CN" altLang="en-US" sz="1400" b="1">
              <a:solidFill>
                <a:schemeClr val="accent1"/>
              </a:solidFill>
              <a:cs typeface="微软雅黑" panose="020B0503020204020204" charset="-122"/>
              <a:sym typeface="+mn-ea"/>
            </a:endParaRPr>
          </a:p>
        </p:txBody>
      </p:sp>
      <p:sp>
        <p:nvSpPr>
          <p:cNvPr id="41" name="任意多边形 40"/>
          <p:cNvSpPr/>
          <p:nvPr/>
        </p:nvSpPr>
        <p:spPr>
          <a:xfrm>
            <a:off x="1903730" y="1654810"/>
            <a:ext cx="8037195" cy="434213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2600" h="6838">
                <a:moveTo>
                  <a:pt x="0" y="60"/>
                </a:moveTo>
                <a:lnTo>
                  <a:pt x="12" y="59"/>
                </a:lnTo>
                <a:lnTo>
                  <a:pt x="296" y="38"/>
                </a:lnTo>
                <a:lnTo>
                  <a:pt x="582" y="21"/>
                </a:lnTo>
                <a:lnTo>
                  <a:pt x="871" y="9"/>
                </a:lnTo>
                <a:lnTo>
                  <a:pt x="1161" y="2"/>
                </a:lnTo>
                <a:lnTo>
                  <a:pt x="1453" y="0"/>
                </a:lnTo>
                <a:lnTo>
                  <a:pt x="1746" y="2"/>
                </a:lnTo>
                <a:lnTo>
                  <a:pt x="2036" y="9"/>
                </a:lnTo>
                <a:lnTo>
                  <a:pt x="2324" y="21"/>
                </a:lnTo>
                <a:lnTo>
                  <a:pt x="2611" y="38"/>
                </a:lnTo>
                <a:lnTo>
                  <a:pt x="2895" y="59"/>
                </a:lnTo>
                <a:lnTo>
                  <a:pt x="3177" y="84"/>
                </a:lnTo>
                <a:lnTo>
                  <a:pt x="3457" y="114"/>
                </a:lnTo>
                <a:lnTo>
                  <a:pt x="3734" y="148"/>
                </a:lnTo>
                <a:lnTo>
                  <a:pt x="4009" y="186"/>
                </a:lnTo>
                <a:lnTo>
                  <a:pt x="4281" y="229"/>
                </a:lnTo>
                <a:lnTo>
                  <a:pt x="4551" y="276"/>
                </a:lnTo>
                <a:lnTo>
                  <a:pt x="4818" y="327"/>
                </a:lnTo>
                <a:lnTo>
                  <a:pt x="5082" y="382"/>
                </a:lnTo>
                <a:lnTo>
                  <a:pt x="5342" y="442"/>
                </a:lnTo>
                <a:lnTo>
                  <a:pt x="5600" y="505"/>
                </a:lnTo>
                <a:lnTo>
                  <a:pt x="5855" y="572"/>
                </a:lnTo>
                <a:lnTo>
                  <a:pt x="6107" y="643"/>
                </a:lnTo>
                <a:lnTo>
                  <a:pt x="6355" y="717"/>
                </a:lnTo>
                <a:lnTo>
                  <a:pt x="6600" y="796"/>
                </a:lnTo>
                <a:lnTo>
                  <a:pt x="6841" y="878"/>
                </a:lnTo>
                <a:lnTo>
                  <a:pt x="7079" y="964"/>
                </a:lnTo>
                <a:lnTo>
                  <a:pt x="7313" y="1053"/>
                </a:lnTo>
                <a:lnTo>
                  <a:pt x="7543" y="1146"/>
                </a:lnTo>
                <a:lnTo>
                  <a:pt x="7770" y="1242"/>
                </a:lnTo>
                <a:lnTo>
                  <a:pt x="7992" y="1341"/>
                </a:lnTo>
                <a:lnTo>
                  <a:pt x="8210" y="1444"/>
                </a:lnTo>
                <a:lnTo>
                  <a:pt x="8424" y="1551"/>
                </a:lnTo>
                <a:lnTo>
                  <a:pt x="8634" y="1660"/>
                </a:lnTo>
                <a:lnTo>
                  <a:pt x="8840" y="1772"/>
                </a:lnTo>
                <a:lnTo>
                  <a:pt x="9041" y="1888"/>
                </a:lnTo>
                <a:lnTo>
                  <a:pt x="9238" y="2007"/>
                </a:lnTo>
                <a:lnTo>
                  <a:pt x="9430" y="2128"/>
                </a:lnTo>
                <a:lnTo>
                  <a:pt x="9618" y="2253"/>
                </a:lnTo>
                <a:lnTo>
                  <a:pt x="9800" y="2380"/>
                </a:lnTo>
                <a:lnTo>
                  <a:pt x="9978" y="2511"/>
                </a:lnTo>
                <a:lnTo>
                  <a:pt x="10151" y="2644"/>
                </a:lnTo>
                <a:lnTo>
                  <a:pt x="10318" y="2779"/>
                </a:lnTo>
                <a:lnTo>
                  <a:pt x="10481" y="2917"/>
                </a:lnTo>
                <a:cubicBezTo>
                  <a:pt x="11824" y="3913"/>
                  <a:pt x="12608" y="5878"/>
                  <a:pt x="12600" y="6838"/>
                </a:cubicBezTo>
                <a:lnTo>
                  <a:pt x="0" y="6838"/>
                </a:lnTo>
                <a:lnTo>
                  <a:pt x="0" y="60"/>
                </a:lnTo>
                <a:close/>
              </a:path>
            </a:pathLst>
          </a:custGeom>
          <a:noFill/>
          <a:ln w="25400">
            <a:gradFill>
              <a:gsLst>
                <a:gs pos="20000">
                  <a:schemeClr val="accent1">
                    <a:lumMod val="20000"/>
                    <a:lumOff val="80000"/>
                  </a:schemeClr>
                </a:gs>
                <a:gs pos="75000">
                  <a:schemeClr val="accent1">
                    <a:lumMod val="20000"/>
                    <a:lumOff val="80000"/>
                    <a:alpha val="20000"/>
                  </a:schemeClr>
                </a:gs>
              </a:gsLst>
              <a:lin ang="720000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cxnSp>
        <p:nvCxnSpPr>
          <p:cNvPr id="44" name="直接箭头连接符 43"/>
          <p:cNvCxnSpPr/>
          <p:nvPr/>
        </p:nvCxnSpPr>
        <p:spPr>
          <a:xfrm>
            <a:off x="1891665" y="5981065"/>
            <a:ext cx="8817610" cy="26670"/>
          </a:xfrm>
          <a:prstGeom prst="straightConnector1">
            <a:avLst/>
          </a:prstGeom>
          <a:ln w="19050">
            <a:solidFill>
              <a:schemeClr val="tx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5" name="直接箭头连接符 44"/>
          <p:cNvCxnSpPr/>
          <p:nvPr/>
        </p:nvCxnSpPr>
        <p:spPr>
          <a:xfrm flipV="1">
            <a:off x="1901825" y="1346200"/>
            <a:ext cx="1905" cy="4639945"/>
          </a:xfrm>
          <a:prstGeom prst="straightConnector1">
            <a:avLst/>
          </a:prstGeom>
          <a:gradFill flip="none" rotWithShape="1">
            <a:gsLst>
              <a:gs pos="100000">
                <a:schemeClr val="accent1">
                  <a:lumMod val="60000"/>
                  <a:lumOff val="40000"/>
                  <a:alpha val="88000"/>
                </a:schemeClr>
              </a:gs>
              <a:gs pos="20000">
                <a:schemeClr val="accent1">
                  <a:lumMod val="60000"/>
                  <a:lumOff val="40000"/>
                  <a:alpha val="0"/>
                </a:schemeClr>
              </a:gs>
            </a:gsLst>
            <a:lin ang="5400000" scaled="1"/>
          </a:gradFill>
          <a:ln w="19050">
            <a:solidFill>
              <a:schemeClr val="tx2"/>
            </a:solidFill>
            <a:tailEnd type="arrow"/>
          </a:ln>
          <a:effectLst>
            <a:outerShdw blurRad="266700" dir="1440000" sx="102000" sy="102000" algn="ctr" rotWithShape="0">
              <a:schemeClr val="accent1">
                <a:lumMod val="60000"/>
                <a:lumOff val="4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6" name="矩形 45"/>
          <p:cNvSpPr/>
          <p:nvPr/>
        </p:nvSpPr>
        <p:spPr>
          <a:xfrm>
            <a:off x="4953000" y="1715135"/>
            <a:ext cx="1585595" cy="3175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400" b="1">
                <a:solidFill>
                  <a:schemeClr val="accent1">
                    <a:lumMod val="60000"/>
                    <a:lumOff val="40000"/>
                  </a:schemeClr>
                </a:solidFill>
                <a:cs typeface="微软雅黑" panose="020B0503020204020204" charset="-122"/>
                <a:sym typeface="+mn-ea"/>
              </a:rPr>
              <a:t>物流运营</a:t>
            </a:r>
            <a:endParaRPr lang="zh-CN" altLang="en-US" sz="1400" b="1">
              <a:solidFill>
                <a:schemeClr val="accent1">
                  <a:lumMod val="60000"/>
                  <a:lumOff val="40000"/>
                </a:schemeClr>
              </a:solidFill>
              <a:cs typeface="微软雅黑" panose="020B0503020204020204" charset="-122"/>
              <a:sym typeface="+mn-ea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4881880" y="2058035"/>
            <a:ext cx="185674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71755" indent="-71755" algn="l" fontAlgn="auto">
              <a:buFont typeface="微软雅黑" panose="020B0503020204020204" charset="-122"/>
              <a:buChar char="•"/>
            </a:pPr>
            <a:r>
              <a:rPr lang="zh-CN" altLang="en-US" sz="1000" b="1">
                <a:solidFill>
                  <a:schemeClr val="tx2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数据中台</a:t>
            </a:r>
            <a:r>
              <a:rPr lang="en-US" altLang="zh-CN" sz="1000" b="1">
                <a:solidFill>
                  <a:schemeClr val="tx2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lang="zh-CN" altLang="en-US" sz="1000" b="1">
                <a:solidFill>
                  <a:schemeClr val="tx2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自动化技术推动物流协同平台升级</a:t>
            </a:r>
            <a:r>
              <a:rPr lang="en-US" altLang="zh-CN" sz="1000">
                <a:solidFill>
                  <a:schemeClr val="tx2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en-US" sz="1000">
                <a:solidFill>
                  <a:schemeClr val="tx2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对电商全链路数字化集成及弹性调度能力提出更高要求</a:t>
            </a:r>
            <a:r>
              <a:rPr lang="en-US" altLang="zh-CN" sz="1000">
                <a:solidFill>
                  <a:schemeClr val="tx2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endParaRPr lang="en-US" altLang="zh-CN" sz="1000">
              <a:solidFill>
                <a:schemeClr val="tx2">
                  <a:alpha val="9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2103120" y="6206967"/>
            <a:ext cx="192087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高效自动化技术</a:t>
            </a:r>
            <a:endParaRPr lang="zh-CN" altLang="en-US" sz="120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49" name="组合 48"/>
          <p:cNvGrpSpPr/>
          <p:nvPr/>
        </p:nvGrpSpPr>
        <p:grpSpPr>
          <a:xfrm>
            <a:off x="2103120" y="5701030"/>
            <a:ext cx="513080" cy="463550"/>
            <a:chOff x="3312" y="8978"/>
            <a:chExt cx="808" cy="730"/>
          </a:xfrm>
        </p:grpSpPr>
        <p:sp>
          <p:nvSpPr>
            <p:cNvPr id="50" name="椭圆 49"/>
            <p:cNvSpPr/>
            <p:nvPr/>
          </p:nvSpPr>
          <p:spPr>
            <a:xfrm>
              <a:off x="3312" y="8978"/>
              <a:ext cx="731" cy="73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  <a:effectLst>
              <a:outerShdw blurRad="50800" dist="38100" dir="2700000" algn="tl" rotWithShape="0">
                <a:schemeClr val="accent5">
                  <a:lumMod val="60000"/>
                  <a:lumOff val="40000"/>
                  <a:alpha val="40000"/>
                </a:scheme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 sz="1400" b="1">
                <a:solidFill>
                  <a:schemeClr val="accent5"/>
                </a:solidFill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51" name="文本框 50"/>
            <p:cNvSpPr txBox="1"/>
            <p:nvPr/>
          </p:nvSpPr>
          <p:spPr>
            <a:xfrm>
              <a:off x="3334" y="9028"/>
              <a:ext cx="786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sz="1000" b="1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高效车辆</a:t>
              </a:r>
              <a:endParaRPr lang="zh-CN" sz="1000" b="1">
                <a:solidFill>
                  <a:schemeClr val="accent5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2691130" y="5701030"/>
            <a:ext cx="506730" cy="464185"/>
            <a:chOff x="3312" y="8978"/>
            <a:chExt cx="798" cy="731"/>
          </a:xfrm>
        </p:grpSpPr>
        <p:sp>
          <p:nvSpPr>
            <p:cNvPr id="53" name="椭圆 52"/>
            <p:cNvSpPr/>
            <p:nvPr/>
          </p:nvSpPr>
          <p:spPr>
            <a:xfrm>
              <a:off x="3312" y="8978"/>
              <a:ext cx="731" cy="73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  <a:effectLst>
              <a:outerShdw blurRad="50800" dist="38100" dir="2700000" algn="tl" rotWithShape="0">
                <a:schemeClr val="accent5">
                  <a:lumMod val="60000"/>
                  <a:lumOff val="40000"/>
                  <a:alpha val="40000"/>
                </a:scheme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 sz="1400" b="1">
                <a:solidFill>
                  <a:schemeClr val="accent2"/>
                </a:solidFill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54" name="文本框 53"/>
            <p:cNvSpPr txBox="1"/>
            <p:nvPr/>
          </p:nvSpPr>
          <p:spPr>
            <a:xfrm>
              <a:off x="3324" y="9028"/>
              <a:ext cx="786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sz="1000" b="1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高效组件</a:t>
              </a:r>
              <a:endParaRPr lang="zh-CN" sz="1000" b="1">
                <a:solidFill>
                  <a:schemeClr val="accent5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63" name="组合 62"/>
          <p:cNvGrpSpPr/>
          <p:nvPr/>
        </p:nvGrpSpPr>
        <p:grpSpPr>
          <a:xfrm>
            <a:off x="3279140" y="5701030"/>
            <a:ext cx="513080" cy="464185"/>
            <a:chOff x="3312" y="8978"/>
            <a:chExt cx="808" cy="731"/>
          </a:xfrm>
        </p:grpSpPr>
        <p:sp>
          <p:nvSpPr>
            <p:cNvPr id="65" name="椭圆 64"/>
            <p:cNvSpPr/>
            <p:nvPr/>
          </p:nvSpPr>
          <p:spPr>
            <a:xfrm>
              <a:off x="3312" y="8978"/>
              <a:ext cx="731" cy="73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  <a:effectLst>
              <a:outerShdw blurRad="50800" dist="38100" dir="2700000" algn="tl" rotWithShape="0">
                <a:schemeClr val="accent5">
                  <a:lumMod val="60000"/>
                  <a:lumOff val="40000"/>
                  <a:alpha val="40000"/>
                </a:scheme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 sz="1400" b="1">
                <a:solidFill>
                  <a:schemeClr val="accent2"/>
                </a:solidFill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66" name="文本框 65"/>
            <p:cNvSpPr txBox="1"/>
            <p:nvPr/>
          </p:nvSpPr>
          <p:spPr>
            <a:xfrm>
              <a:off x="3334" y="9028"/>
              <a:ext cx="786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sz="1000" b="1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高效装载</a:t>
              </a:r>
              <a:endParaRPr lang="zh-CN" sz="1000" b="1">
                <a:solidFill>
                  <a:schemeClr val="accent5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1965960" y="4035425"/>
            <a:ext cx="499110" cy="464185"/>
            <a:chOff x="3096" y="6234"/>
            <a:chExt cx="786" cy="731"/>
          </a:xfrm>
        </p:grpSpPr>
        <p:sp>
          <p:nvSpPr>
            <p:cNvPr id="68" name="椭圆 67"/>
            <p:cNvSpPr/>
            <p:nvPr/>
          </p:nvSpPr>
          <p:spPr>
            <a:xfrm>
              <a:off x="3123" y="6234"/>
              <a:ext cx="731" cy="731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5400000" scaled="0"/>
            </a:gra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schemeClr val="accent1">
                  <a:lumMod val="60000"/>
                  <a:lumOff val="40000"/>
                  <a:alpha val="40000"/>
                </a:scheme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 sz="1400" b="1">
                <a:solidFill>
                  <a:schemeClr val="accent2"/>
                </a:solidFill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69" name="文本框 68"/>
            <p:cNvSpPr txBox="1"/>
            <p:nvPr/>
          </p:nvSpPr>
          <p:spPr>
            <a:xfrm>
              <a:off x="3096" y="6334"/>
              <a:ext cx="786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8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二手商品交易</a:t>
              </a:r>
              <a:endParaRPr lang="zh-CN" altLang="en-US" sz="8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70" name="组合 69"/>
          <p:cNvGrpSpPr/>
          <p:nvPr/>
        </p:nvGrpSpPr>
        <p:grpSpPr>
          <a:xfrm>
            <a:off x="2332355" y="4034790"/>
            <a:ext cx="499110" cy="464185"/>
            <a:chOff x="3096" y="6234"/>
            <a:chExt cx="786" cy="731"/>
          </a:xfrm>
        </p:grpSpPr>
        <p:sp>
          <p:nvSpPr>
            <p:cNvPr id="71" name="椭圆 70"/>
            <p:cNvSpPr/>
            <p:nvPr/>
          </p:nvSpPr>
          <p:spPr>
            <a:xfrm>
              <a:off x="3123" y="6234"/>
              <a:ext cx="731" cy="731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5400000" scaled="0"/>
            </a:gra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 sz="1400" b="1">
                <a:solidFill>
                  <a:schemeClr val="accent2"/>
                </a:solidFill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3096" y="6334"/>
              <a:ext cx="786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8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电商</a:t>
              </a:r>
              <a:endParaRPr lang="zh-CN" altLang="en-US" sz="8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ctr"/>
              <a:r>
                <a:rPr lang="zh-CN" altLang="en-US" sz="8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金融</a:t>
              </a:r>
              <a:endParaRPr lang="zh-CN" altLang="en-US" sz="8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73" name="组合 72"/>
          <p:cNvGrpSpPr/>
          <p:nvPr/>
        </p:nvGrpSpPr>
        <p:grpSpPr>
          <a:xfrm>
            <a:off x="2698750" y="4034790"/>
            <a:ext cx="499110" cy="464185"/>
            <a:chOff x="3096" y="6234"/>
            <a:chExt cx="786" cy="731"/>
          </a:xfrm>
        </p:grpSpPr>
        <p:sp>
          <p:nvSpPr>
            <p:cNvPr id="74" name="椭圆 73"/>
            <p:cNvSpPr/>
            <p:nvPr/>
          </p:nvSpPr>
          <p:spPr>
            <a:xfrm>
              <a:off x="3123" y="6234"/>
              <a:ext cx="731" cy="731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5400000" scaled="0"/>
            </a:gra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 sz="1400" b="1">
                <a:solidFill>
                  <a:schemeClr val="accent2"/>
                </a:solidFill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75" name="文本框 74"/>
            <p:cNvSpPr txBox="1"/>
            <p:nvPr/>
          </p:nvSpPr>
          <p:spPr>
            <a:xfrm>
              <a:off x="3096" y="6334"/>
              <a:ext cx="786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8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设备</a:t>
              </a:r>
              <a:endParaRPr lang="zh-CN" altLang="en-US" sz="8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ctr"/>
              <a:r>
                <a:rPr lang="zh-CN" altLang="en-US" sz="8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租赁</a:t>
              </a:r>
              <a:endParaRPr lang="zh-CN" altLang="en-US" sz="8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76" name="组合 75"/>
          <p:cNvGrpSpPr/>
          <p:nvPr/>
        </p:nvGrpSpPr>
        <p:grpSpPr>
          <a:xfrm>
            <a:off x="3065145" y="4034790"/>
            <a:ext cx="499110" cy="464185"/>
            <a:chOff x="3096" y="6234"/>
            <a:chExt cx="786" cy="731"/>
          </a:xfrm>
        </p:grpSpPr>
        <p:sp>
          <p:nvSpPr>
            <p:cNvPr id="77" name="椭圆 76"/>
            <p:cNvSpPr/>
            <p:nvPr/>
          </p:nvSpPr>
          <p:spPr>
            <a:xfrm>
              <a:off x="3123" y="6234"/>
              <a:ext cx="731" cy="731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5400000" scaled="0"/>
            </a:gra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 sz="1400" b="1">
                <a:solidFill>
                  <a:schemeClr val="accent2"/>
                </a:solidFill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78" name="文本框 77"/>
            <p:cNvSpPr txBox="1"/>
            <p:nvPr/>
          </p:nvSpPr>
          <p:spPr>
            <a:xfrm>
              <a:off x="3096" y="6334"/>
              <a:ext cx="786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8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售后支持服务</a:t>
              </a:r>
              <a:endParaRPr lang="zh-CN" altLang="en-US" sz="8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79" name="组合 78"/>
          <p:cNvGrpSpPr/>
          <p:nvPr/>
        </p:nvGrpSpPr>
        <p:grpSpPr>
          <a:xfrm>
            <a:off x="4464050" y="4814570"/>
            <a:ext cx="499110" cy="464185"/>
            <a:chOff x="3096" y="6234"/>
            <a:chExt cx="786" cy="731"/>
          </a:xfrm>
        </p:grpSpPr>
        <p:sp>
          <p:nvSpPr>
            <p:cNvPr id="81" name="椭圆 80"/>
            <p:cNvSpPr/>
            <p:nvPr/>
          </p:nvSpPr>
          <p:spPr>
            <a:xfrm>
              <a:off x="3123" y="6234"/>
              <a:ext cx="731" cy="731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5400000" scaled="0"/>
            </a:gra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 sz="1400" b="1">
                <a:solidFill>
                  <a:schemeClr val="accent2"/>
                </a:solidFill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90" name="文本框 89"/>
            <p:cNvSpPr txBox="1"/>
            <p:nvPr/>
          </p:nvSpPr>
          <p:spPr>
            <a:xfrm>
              <a:off x="3096" y="6334"/>
              <a:ext cx="786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sz="7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无人机配送</a:t>
              </a:r>
              <a:endParaRPr lang="zh-CN" sz="7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95" name="组合 94"/>
          <p:cNvGrpSpPr/>
          <p:nvPr/>
        </p:nvGrpSpPr>
        <p:grpSpPr>
          <a:xfrm>
            <a:off x="4830445" y="4813935"/>
            <a:ext cx="499110" cy="464185"/>
            <a:chOff x="3096" y="6234"/>
            <a:chExt cx="786" cy="731"/>
          </a:xfrm>
        </p:grpSpPr>
        <p:sp>
          <p:nvSpPr>
            <p:cNvPr id="98" name="椭圆 97"/>
            <p:cNvSpPr/>
            <p:nvPr/>
          </p:nvSpPr>
          <p:spPr>
            <a:xfrm>
              <a:off x="3123" y="6234"/>
              <a:ext cx="731" cy="731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5400000" scaled="0"/>
            </a:gra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 sz="1400" b="1">
                <a:solidFill>
                  <a:schemeClr val="accent2"/>
                </a:solidFill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99" name="文本框 98"/>
            <p:cNvSpPr txBox="1"/>
            <p:nvPr/>
          </p:nvSpPr>
          <p:spPr>
            <a:xfrm>
              <a:off x="3096" y="6334"/>
              <a:ext cx="786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8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商业智能应用</a:t>
              </a:r>
              <a:endParaRPr lang="zh-CN" altLang="en-US" sz="8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100" name="组合 99"/>
          <p:cNvGrpSpPr/>
          <p:nvPr/>
        </p:nvGrpSpPr>
        <p:grpSpPr>
          <a:xfrm>
            <a:off x="5196840" y="4813935"/>
            <a:ext cx="499110" cy="464185"/>
            <a:chOff x="3096" y="6234"/>
            <a:chExt cx="786" cy="731"/>
          </a:xfrm>
        </p:grpSpPr>
        <p:sp>
          <p:nvSpPr>
            <p:cNvPr id="101" name="椭圆 100"/>
            <p:cNvSpPr/>
            <p:nvPr/>
          </p:nvSpPr>
          <p:spPr>
            <a:xfrm>
              <a:off x="3123" y="6234"/>
              <a:ext cx="731" cy="731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5400000" scaled="0"/>
            </a:gra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 sz="1400" b="1">
                <a:solidFill>
                  <a:schemeClr val="accent2"/>
                </a:solidFill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02" name="文本框 101"/>
            <p:cNvSpPr txBox="1"/>
            <p:nvPr/>
          </p:nvSpPr>
          <p:spPr>
            <a:xfrm>
              <a:off x="3096" y="6334"/>
              <a:ext cx="786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8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电商系统集成</a:t>
              </a:r>
              <a:endParaRPr lang="zh-CN" altLang="en-US" sz="8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03" name="组合 102"/>
          <p:cNvGrpSpPr/>
          <p:nvPr/>
        </p:nvGrpSpPr>
        <p:grpSpPr>
          <a:xfrm>
            <a:off x="5563235" y="4813935"/>
            <a:ext cx="499110" cy="464185"/>
            <a:chOff x="3096" y="6234"/>
            <a:chExt cx="786" cy="731"/>
          </a:xfrm>
        </p:grpSpPr>
        <p:sp>
          <p:nvSpPr>
            <p:cNvPr id="104" name="椭圆 103"/>
            <p:cNvSpPr/>
            <p:nvPr/>
          </p:nvSpPr>
          <p:spPr>
            <a:xfrm>
              <a:off x="3123" y="6234"/>
              <a:ext cx="731" cy="731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5400000" scaled="0"/>
            </a:gra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 sz="1400" b="1">
                <a:solidFill>
                  <a:schemeClr val="accent2"/>
                </a:solidFill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05" name="文本框 104"/>
            <p:cNvSpPr txBox="1"/>
            <p:nvPr/>
          </p:nvSpPr>
          <p:spPr>
            <a:xfrm>
              <a:off x="3096" y="6280"/>
              <a:ext cx="786" cy="6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7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AI</a:t>
              </a:r>
              <a:r>
                <a:rPr lang="zh-CN" altLang="en-US" sz="7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智能客服机器人</a:t>
              </a:r>
              <a:endParaRPr lang="zh-CN" altLang="en-US" sz="7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106" name="组合 105"/>
          <p:cNvGrpSpPr/>
          <p:nvPr/>
        </p:nvGrpSpPr>
        <p:grpSpPr>
          <a:xfrm>
            <a:off x="7160260" y="5382260"/>
            <a:ext cx="499110" cy="464185"/>
            <a:chOff x="3263" y="8978"/>
            <a:chExt cx="786" cy="731"/>
          </a:xfrm>
        </p:grpSpPr>
        <p:sp>
          <p:nvSpPr>
            <p:cNvPr id="107" name="椭圆 106"/>
            <p:cNvSpPr/>
            <p:nvPr/>
          </p:nvSpPr>
          <p:spPr>
            <a:xfrm>
              <a:off x="3291" y="8978"/>
              <a:ext cx="731" cy="73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50800" dist="38100" dir="2700000" algn="tl" rotWithShape="0">
                <a:schemeClr val="accent1">
                  <a:lumMod val="60000"/>
                  <a:lumOff val="40000"/>
                  <a:alpha val="40000"/>
                </a:scheme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 sz="1400" b="1">
                <a:solidFill>
                  <a:schemeClr val="accent2"/>
                </a:solidFill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08" name="文本框 107"/>
            <p:cNvSpPr txBox="1"/>
            <p:nvPr/>
          </p:nvSpPr>
          <p:spPr>
            <a:xfrm>
              <a:off x="3263" y="9078"/>
              <a:ext cx="786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800" b="1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大数据服务</a:t>
              </a:r>
              <a:endParaRPr lang="zh-CN" altLang="en-US" sz="800" b="1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109" name="椭圆 108"/>
          <p:cNvSpPr/>
          <p:nvPr/>
        </p:nvSpPr>
        <p:spPr>
          <a:xfrm>
            <a:off x="7768590" y="5382260"/>
            <a:ext cx="464185" cy="464185"/>
          </a:xfrm>
          <a:prstGeom prst="ellipse">
            <a:avLst/>
          </a:prstGeom>
          <a:solidFill>
            <a:schemeClr val="bg1"/>
          </a:solid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schemeClr val="accent1">
                <a:lumMod val="60000"/>
                <a:lumOff val="40000"/>
                <a:alpha val="4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1400" b="1">
              <a:solidFill>
                <a:schemeClr val="accent2"/>
              </a:solidFill>
              <a:cs typeface="微软雅黑" panose="020B0503020204020204" charset="-122"/>
              <a:sym typeface="+mn-ea"/>
            </a:endParaRPr>
          </a:p>
        </p:txBody>
      </p:sp>
      <p:sp>
        <p:nvSpPr>
          <p:cNvPr id="114" name="文本框 113"/>
          <p:cNvSpPr txBox="1"/>
          <p:nvPr/>
        </p:nvSpPr>
        <p:spPr>
          <a:xfrm>
            <a:off x="7755890" y="5445760"/>
            <a:ext cx="49911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800" b="1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云计算服务</a:t>
            </a:r>
            <a:endParaRPr lang="zh-CN" altLang="en-US" sz="800" b="1">
              <a:solidFill>
                <a:schemeClr val="accent1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54" name="组合 153"/>
          <p:cNvGrpSpPr/>
          <p:nvPr/>
        </p:nvGrpSpPr>
        <p:grpSpPr>
          <a:xfrm>
            <a:off x="2447290" y="1845945"/>
            <a:ext cx="499110" cy="464185"/>
            <a:chOff x="3312" y="8978"/>
            <a:chExt cx="786" cy="731"/>
          </a:xfrm>
        </p:grpSpPr>
        <p:sp>
          <p:nvSpPr>
            <p:cNvPr id="155" name="椭圆 154"/>
            <p:cNvSpPr/>
            <p:nvPr/>
          </p:nvSpPr>
          <p:spPr>
            <a:xfrm>
              <a:off x="3340" y="8978"/>
              <a:ext cx="731" cy="73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50800" dist="38100" dir="2700000" algn="tl" rotWithShape="0">
                <a:schemeClr val="accent1">
                  <a:lumMod val="60000"/>
                  <a:lumOff val="40000"/>
                  <a:alpha val="40000"/>
                </a:scheme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 sz="1400" b="1">
                <a:solidFill>
                  <a:schemeClr val="accent5"/>
                </a:solidFill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56" name="文本框 155"/>
            <p:cNvSpPr txBox="1"/>
            <p:nvPr/>
          </p:nvSpPr>
          <p:spPr>
            <a:xfrm>
              <a:off x="3312" y="9078"/>
              <a:ext cx="786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sz="800" b="1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货运匹配平台</a:t>
              </a:r>
              <a:endParaRPr lang="zh-CN" sz="800" b="1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60" name="组合 159"/>
          <p:cNvGrpSpPr/>
          <p:nvPr/>
        </p:nvGrpSpPr>
        <p:grpSpPr>
          <a:xfrm>
            <a:off x="3079750" y="1845945"/>
            <a:ext cx="499110" cy="464185"/>
            <a:chOff x="3312" y="8978"/>
            <a:chExt cx="786" cy="731"/>
          </a:xfrm>
        </p:grpSpPr>
        <p:sp>
          <p:nvSpPr>
            <p:cNvPr id="161" name="椭圆 160"/>
            <p:cNvSpPr/>
            <p:nvPr/>
          </p:nvSpPr>
          <p:spPr>
            <a:xfrm>
              <a:off x="3340" y="8978"/>
              <a:ext cx="731" cy="73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50800" dist="38100" dir="2700000" algn="tl" rotWithShape="0">
                <a:schemeClr val="accent1">
                  <a:lumMod val="60000"/>
                  <a:lumOff val="40000"/>
                  <a:alpha val="40000"/>
                </a:scheme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 sz="1400" b="1">
                <a:solidFill>
                  <a:schemeClr val="accent5"/>
                </a:solidFill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62" name="文本框 161"/>
            <p:cNvSpPr txBox="1"/>
            <p:nvPr/>
          </p:nvSpPr>
          <p:spPr>
            <a:xfrm>
              <a:off x="3312" y="9078"/>
              <a:ext cx="786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800" b="1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基础运力管理</a:t>
              </a:r>
              <a:endParaRPr lang="zh-CN" altLang="en-US" sz="800" b="1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66" name="组合 165"/>
          <p:cNvGrpSpPr/>
          <p:nvPr/>
        </p:nvGrpSpPr>
        <p:grpSpPr>
          <a:xfrm>
            <a:off x="3712210" y="1845945"/>
            <a:ext cx="499110" cy="464185"/>
            <a:chOff x="3312" y="8978"/>
            <a:chExt cx="786" cy="731"/>
          </a:xfrm>
        </p:grpSpPr>
        <p:sp>
          <p:nvSpPr>
            <p:cNvPr id="167" name="椭圆 166"/>
            <p:cNvSpPr/>
            <p:nvPr/>
          </p:nvSpPr>
          <p:spPr>
            <a:xfrm>
              <a:off x="3340" y="8978"/>
              <a:ext cx="731" cy="73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50800" dist="38100" dir="2700000" algn="tl" rotWithShape="0">
                <a:schemeClr val="accent1">
                  <a:lumMod val="60000"/>
                  <a:lumOff val="40000"/>
                  <a:alpha val="40000"/>
                </a:scheme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 sz="1400" b="1">
                <a:solidFill>
                  <a:schemeClr val="accent5"/>
                </a:solidFill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68" name="文本框 167"/>
            <p:cNvSpPr txBox="1"/>
            <p:nvPr/>
          </p:nvSpPr>
          <p:spPr>
            <a:xfrm>
              <a:off x="3312" y="9078"/>
              <a:ext cx="786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800" b="1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智能配送系统</a:t>
              </a:r>
              <a:endParaRPr lang="zh-CN" altLang="en-US" sz="800" b="1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2"/>
          <p:cNvSpPr>
            <a:spLocks noGrp="1"/>
          </p:cNvSpPr>
          <p:nvPr/>
        </p:nvSpPr>
        <p:spPr>
          <a:xfrm>
            <a:off x="1105535" y="347980"/>
            <a:ext cx="7137400" cy="396875"/>
          </a:xfrm>
          <a:prstGeom prst="rect">
            <a:avLst/>
          </a:prstGeom>
          <a:ln w="12700">
            <a:miter lim="400000"/>
          </a:ln>
        </p:spPr>
        <p:txBody>
          <a:bodyPr vert="horz" wrap="square" lIns="25400" tIns="25400" rIns="25400" bIns="2540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0" lang="zh-CN" altLang="en-US" sz="2800" b="1" u="none" strike="noStrike" kern="1200" cap="none" spc="0" normalizeH="0" baseline="0" dirty="0">
                <a:ln>
                  <a:noFill/>
                </a:ln>
                <a:solidFill>
                  <a:schemeClr val="accent1"/>
                </a:solidFill>
                <a:effectLst>
                  <a:outerShdw blurRad="187896" dist="38100" dir="2700000" algn="tl" rotWithShape="0">
                    <a:srgbClr val="1C2952">
                      <a:alpha val="6000"/>
                    </a:srgbClr>
                  </a:outerShdw>
                </a:effectLst>
                <a:uLnTx/>
                <a:uFillTx/>
                <a:latin typeface="HONOR Sans CN" panose="05000200000000000000" charset="-122"/>
                <a:ea typeface="HONOR Sans CN" panose="05000200000000000000" charset="-122"/>
                <a:cs typeface="OPPOSans H" panose="00020600040101010101" pitchFamily="18" charset="-122"/>
              </a:defRPr>
            </a:lvl1pPr>
          </a:lstStyle>
          <a:p>
            <a:pPr algn="l"/>
            <a:r>
              <a:rPr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业务框架</a:t>
            </a:r>
            <a:r>
              <a:rPr lang="en-US" altLang="zh-CN"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中心发散架构 | </a:t>
            </a:r>
            <a:r>
              <a:rPr sz="250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品牌方案设计核心思路</a:t>
            </a:r>
            <a:endParaRPr lang="en-US" altLang="zh-CN" sz="2500" b="0">
              <a:solidFill>
                <a:schemeClr val="tx2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" name="图片 9" descr="屋顶资源管理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5600" y="186055"/>
            <a:ext cx="549910" cy="549910"/>
          </a:xfrm>
          <a:prstGeom prst="rect">
            <a:avLst/>
          </a:prstGeom>
        </p:spPr>
      </p:pic>
      <p:sp>
        <p:nvSpPr>
          <p:cNvPr id="173" name="圆角矩形 172"/>
          <p:cNvSpPr/>
          <p:nvPr/>
        </p:nvSpPr>
        <p:spPr>
          <a:xfrm>
            <a:off x="4136158" y="2974255"/>
            <a:ext cx="3997037" cy="1947573"/>
          </a:xfrm>
          <a:prstGeom prst="roundRect">
            <a:avLst>
              <a:gd name="adj" fmla="val 50000"/>
            </a:avLst>
          </a:prstGeom>
          <a:solidFill>
            <a:schemeClr val="bg1">
              <a:alpha val="20000"/>
            </a:schemeClr>
          </a:solidFill>
          <a:ln w="12700">
            <a:solidFill>
              <a:schemeClr val="tx2">
                <a:alpha val="8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: 圆角 66"/>
          <p:cNvSpPr/>
          <p:nvPr/>
        </p:nvSpPr>
        <p:spPr>
          <a:xfrm>
            <a:off x="7031055" y="3156815"/>
            <a:ext cx="2168522" cy="421334"/>
          </a:xfrm>
          <a:prstGeom prst="roundRect">
            <a:avLst>
              <a:gd name="adj" fmla="val 50000"/>
            </a:avLst>
          </a:prstGeom>
          <a:gradFill>
            <a:gsLst>
              <a:gs pos="30000">
                <a:schemeClr val="accent5">
                  <a:lumMod val="60000"/>
                  <a:lumOff val="40000"/>
                </a:schemeClr>
              </a:gs>
              <a:gs pos="71000">
                <a:schemeClr val="accent5">
                  <a:lumMod val="60000"/>
                  <a:lumOff val="40000"/>
                  <a:alpha val="0"/>
                </a:schemeClr>
              </a:gs>
            </a:gsLst>
            <a:lin ang="10800000" scaled="0"/>
          </a:gra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8" name="矩形: 圆角 66"/>
          <p:cNvSpPr/>
          <p:nvPr/>
        </p:nvSpPr>
        <p:spPr>
          <a:xfrm>
            <a:off x="7381380" y="3799404"/>
            <a:ext cx="2168522" cy="421334"/>
          </a:xfrm>
          <a:prstGeom prst="roundRect">
            <a:avLst>
              <a:gd name="adj" fmla="val 50000"/>
            </a:avLst>
          </a:prstGeom>
          <a:gradFill>
            <a:gsLst>
              <a:gs pos="30000">
                <a:schemeClr val="accent5">
                  <a:lumMod val="60000"/>
                  <a:lumOff val="40000"/>
                </a:schemeClr>
              </a:gs>
              <a:gs pos="71000">
                <a:schemeClr val="accent5">
                  <a:lumMod val="60000"/>
                  <a:lumOff val="40000"/>
                  <a:alpha val="0"/>
                </a:schemeClr>
              </a:gs>
            </a:gsLst>
            <a:lin ang="10800000" scaled="0"/>
          </a:gra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78" name="矩形: 圆角 66"/>
          <p:cNvSpPr/>
          <p:nvPr/>
        </p:nvSpPr>
        <p:spPr>
          <a:xfrm>
            <a:off x="7031055" y="4376016"/>
            <a:ext cx="2168522" cy="421334"/>
          </a:xfrm>
          <a:prstGeom prst="roundRect">
            <a:avLst>
              <a:gd name="adj" fmla="val 50000"/>
            </a:avLst>
          </a:prstGeom>
          <a:gradFill>
            <a:gsLst>
              <a:gs pos="30000">
                <a:schemeClr val="accent5">
                  <a:lumMod val="60000"/>
                  <a:lumOff val="40000"/>
                </a:schemeClr>
              </a:gs>
              <a:gs pos="71000">
                <a:schemeClr val="accent5">
                  <a:lumMod val="60000"/>
                  <a:lumOff val="40000"/>
                  <a:alpha val="0"/>
                </a:schemeClr>
              </a:gs>
            </a:gsLst>
            <a:lin ang="10800000" scaled="0"/>
          </a:gra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85" name="矩形: 圆角 66"/>
          <p:cNvSpPr/>
          <p:nvPr/>
        </p:nvSpPr>
        <p:spPr>
          <a:xfrm rot="10800000" flipV="1">
            <a:off x="3130844" y="3133175"/>
            <a:ext cx="2168522" cy="421334"/>
          </a:xfrm>
          <a:prstGeom prst="roundRect">
            <a:avLst>
              <a:gd name="adj" fmla="val 50000"/>
            </a:avLst>
          </a:prstGeom>
          <a:gradFill>
            <a:gsLst>
              <a:gs pos="30000">
                <a:schemeClr val="accent1">
                  <a:lumMod val="60000"/>
                  <a:lumOff val="40000"/>
                </a:schemeClr>
              </a:gs>
              <a:gs pos="71000">
                <a:schemeClr val="accent1">
                  <a:lumMod val="60000"/>
                  <a:lumOff val="40000"/>
                  <a:alpha val="0"/>
                </a:schemeClr>
              </a:gs>
            </a:gsLst>
            <a:lin ang="10800000" scaled="0"/>
          </a:gra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6" name="矩形: 圆角 66"/>
          <p:cNvSpPr/>
          <p:nvPr/>
        </p:nvSpPr>
        <p:spPr>
          <a:xfrm rot="10800000" flipV="1">
            <a:off x="2726073" y="3756630"/>
            <a:ext cx="2168522" cy="421334"/>
          </a:xfrm>
          <a:prstGeom prst="roundRect">
            <a:avLst>
              <a:gd name="adj" fmla="val 50000"/>
            </a:avLst>
          </a:prstGeom>
          <a:gradFill>
            <a:gsLst>
              <a:gs pos="30000">
                <a:schemeClr val="accent1">
                  <a:lumMod val="60000"/>
                  <a:lumOff val="40000"/>
                </a:schemeClr>
              </a:gs>
              <a:gs pos="71000">
                <a:schemeClr val="accent1">
                  <a:lumMod val="60000"/>
                  <a:lumOff val="40000"/>
                  <a:alpha val="0"/>
                </a:schemeClr>
              </a:gs>
            </a:gsLst>
            <a:lin ang="10800000" scaled="0"/>
          </a:gra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87" name="矩形: 圆角 66"/>
          <p:cNvSpPr/>
          <p:nvPr/>
        </p:nvSpPr>
        <p:spPr>
          <a:xfrm rot="10800000" flipV="1">
            <a:off x="3130844" y="4352376"/>
            <a:ext cx="2168522" cy="421334"/>
          </a:xfrm>
          <a:prstGeom prst="roundRect">
            <a:avLst>
              <a:gd name="adj" fmla="val 50000"/>
            </a:avLst>
          </a:prstGeom>
          <a:gradFill>
            <a:gsLst>
              <a:gs pos="30000">
                <a:schemeClr val="accent1">
                  <a:lumMod val="60000"/>
                  <a:lumOff val="40000"/>
                </a:schemeClr>
              </a:gs>
              <a:gs pos="71000">
                <a:schemeClr val="accent1">
                  <a:lumMod val="60000"/>
                  <a:lumOff val="40000"/>
                  <a:alpha val="0"/>
                </a:schemeClr>
              </a:gs>
            </a:gsLst>
            <a:lin ang="10800000" scaled="0"/>
          </a:gra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3422650" y="1397000"/>
            <a:ext cx="5391150" cy="1155700"/>
          </a:xfrm>
          <a:prstGeom prst="roundRect">
            <a:avLst>
              <a:gd name="adj" fmla="val 50000"/>
            </a:avLst>
          </a:prstGeom>
          <a:solidFill>
            <a:schemeClr val="bg1">
              <a:alpha val="20000"/>
            </a:schemeClr>
          </a:solidFill>
          <a:ln w="12700">
            <a:solidFill>
              <a:schemeClr val="accent1">
                <a:lumMod val="40000"/>
                <a:lumOff val="6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kumimoji="1"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51" name="圆角矩形 150"/>
          <p:cNvSpPr/>
          <p:nvPr/>
        </p:nvSpPr>
        <p:spPr>
          <a:xfrm>
            <a:off x="3277177" y="5382491"/>
            <a:ext cx="5721927" cy="820882"/>
          </a:xfrm>
          <a:prstGeom prst="roundRect">
            <a:avLst>
              <a:gd name="adj" fmla="val 50000"/>
            </a:avLst>
          </a:prstGeom>
          <a:solidFill>
            <a:schemeClr val="bg1">
              <a:alpha val="20000"/>
            </a:schemeClr>
          </a:solidFill>
          <a:ln w="12700">
            <a:solidFill>
              <a:schemeClr val="accent5">
                <a:lumMod val="40000"/>
                <a:lumOff val="6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kumimoji="1"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53" name="圆角矩形 152"/>
          <p:cNvSpPr/>
          <p:nvPr/>
        </p:nvSpPr>
        <p:spPr>
          <a:xfrm>
            <a:off x="3498851" y="5541819"/>
            <a:ext cx="1697182" cy="549526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60000">
                <a:schemeClr val="bg1">
                  <a:alpha val="56000"/>
                </a:schemeClr>
              </a:gs>
              <a:gs pos="100000">
                <a:schemeClr val="accent5">
                  <a:lumMod val="40000"/>
                  <a:lumOff val="60000"/>
                </a:schemeClr>
              </a:gs>
            </a:gsLst>
            <a:path path="shape">
              <a:fillToRect l="50000" t="50000" r="50000" b="50000"/>
            </a:path>
            <a:tileRect/>
          </a:gradFill>
          <a:ln w="31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54" name="圆角矩形 153"/>
          <p:cNvSpPr/>
          <p:nvPr/>
        </p:nvSpPr>
        <p:spPr>
          <a:xfrm>
            <a:off x="5293015" y="5541819"/>
            <a:ext cx="1697182" cy="549526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60000">
                <a:schemeClr val="bg1">
                  <a:alpha val="56000"/>
                </a:schemeClr>
              </a:gs>
              <a:gs pos="100000">
                <a:schemeClr val="accent5">
                  <a:lumMod val="40000"/>
                  <a:lumOff val="60000"/>
                </a:schemeClr>
              </a:gs>
            </a:gsLst>
            <a:path path="shape">
              <a:fillToRect l="50000" t="50000" r="50000" b="50000"/>
            </a:path>
            <a:tileRect/>
          </a:gradFill>
          <a:ln w="31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55" name="圆角矩形 154"/>
          <p:cNvSpPr/>
          <p:nvPr/>
        </p:nvSpPr>
        <p:spPr>
          <a:xfrm>
            <a:off x="7114887" y="5541819"/>
            <a:ext cx="1697182" cy="549526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60000">
                <a:schemeClr val="bg1">
                  <a:alpha val="56000"/>
                </a:schemeClr>
              </a:gs>
              <a:gs pos="100000">
                <a:schemeClr val="accent5">
                  <a:lumMod val="40000"/>
                  <a:lumOff val="60000"/>
                </a:schemeClr>
              </a:gs>
            </a:gsLst>
            <a:path path="shape">
              <a:fillToRect l="50000" t="50000" r="50000" b="50000"/>
            </a:path>
            <a:tileRect/>
          </a:gradFill>
          <a:ln w="31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52" name="文本框 151"/>
          <p:cNvSpPr txBox="1"/>
          <p:nvPr/>
        </p:nvSpPr>
        <p:spPr>
          <a:xfrm>
            <a:off x="3676191" y="5690376"/>
            <a:ext cx="1342503" cy="21526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1400" noProof="0" dirty="0">
                <a:ln>
                  <a:noFill/>
                </a:ln>
                <a:gradFill>
                  <a:gsLst>
                    <a:gs pos="0">
                      <a:schemeClr val="accent5">
                        <a:lumMod val="60000"/>
                        <a:lumOff val="40000"/>
                      </a:schemeClr>
                    </a:gs>
                    <a:gs pos="100000">
                      <a:schemeClr val="accent5"/>
                    </a:gs>
                  </a:gsLst>
                  <a:lin ang="5400000" scaled="1"/>
                </a:gradFill>
                <a:effectLst/>
                <a:uLnTx/>
                <a:uFillTx/>
                <a:latin typeface="+mj-ea"/>
                <a:ea typeface="+mj-ea"/>
                <a:cs typeface="微软雅黑" panose="020B0503020204020204" charset="-122"/>
                <a:sym typeface="+mn-ea"/>
              </a:rPr>
              <a:t>继承品牌资产</a:t>
            </a:r>
            <a:endParaRPr lang="zh-CN" altLang="en-US" sz="1400" noProof="0" dirty="0">
              <a:ln>
                <a:noFill/>
              </a:ln>
              <a:gradFill>
                <a:gsLst>
                  <a:gs pos="0">
                    <a:schemeClr val="accent5">
                      <a:lumMod val="60000"/>
                      <a:lumOff val="40000"/>
                    </a:schemeClr>
                  </a:gs>
                  <a:gs pos="100000">
                    <a:schemeClr val="accent5"/>
                  </a:gs>
                </a:gsLst>
                <a:lin ang="5400000" scaled="1"/>
              </a:gradFill>
              <a:effectLst/>
              <a:uLnTx/>
              <a:uFillTx/>
              <a:latin typeface="+mj-ea"/>
              <a:ea typeface="+mj-ea"/>
              <a:cs typeface="微软雅黑" panose="020B0503020204020204" charset="-122"/>
              <a:sym typeface="+mn-ea"/>
            </a:endParaRPr>
          </a:p>
        </p:txBody>
      </p:sp>
      <p:sp>
        <p:nvSpPr>
          <p:cNvPr id="156" name="文本框 155"/>
          <p:cNvSpPr txBox="1"/>
          <p:nvPr/>
        </p:nvSpPr>
        <p:spPr>
          <a:xfrm>
            <a:off x="5470355" y="5690376"/>
            <a:ext cx="1342503" cy="21526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1400" noProof="0" dirty="0">
                <a:ln>
                  <a:noFill/>
                </a:ln>
                <a:gradFill>
                  <a:gsLst>
                    <a:gs pos="0">
                      <a:schemeClr val="accent5">
                        <a:lumMod val="60000"/>
                        <a:lumOff val="40000"/>
                      </a:schemeClr>
                    </a:gs>
                    <a:gs pos="100000">
                      <a:schemeClr val="accent5"/>
                    </a:gs>
                  </a:gsLst>
                  <a:lin ang="5400000" scaled="1"/>
                </a:gradFill>
                <a:effectLst/>
                <a:uLnTx/>
                <a:uFillTx/>
                <a:latin typeface="+mj-ea"/>
                <a:ea typeface="+mj-ea"/>
                <a:cs typeface="微软雅黑" panose="020B0503020204020204" charset="-122"/>
                <a:sym typeface="+mn-ea"/>
              </a:rPr>
              <a:t>优化阶段问题</a:t>
            </a:r>
            <a:endParaRPr lang="zh-CN" altLang="en-US" sz="1400" noProof="0" dirty="0">
              <a:ln>
                <a:noFill/>
              </a:ln>
              <a:gradFill>
                <a:gsLst>
                  <a:gs pos="0">
                    <a:schemeClr val="accent5">
                      <a:lumMod val="60000"/>
                      <a:lumOff val="40000"/>
                    </a:schemeClr>
                  </a:gs>
                  <a:gs pos="100000">
                    <a:schemeClr val="accent5"/>
                  </a:gs>
                </a:gsLst>
                <a:lin ang="5400000" scaled="1"/>
              </a:gradFill>
              <a:effectLst/>
              <a:uLnTx/>
              <a:uFillTx/>
              <a:latin typeface="+mj-ea"/>
              <a:ea typeface="+mj-ea"/>
              <a:cs typeface="微软雅黑" panose="020B0503020204020204" charset="-122"/>
              <a:sym typeface="+mn-ea"/>
            </a:endParaRPr>
          </a:p>
        </p:txBody>
      </p:sp>
      <p:sp>
        <p:nvSpPr>
          <p:cNvPr id="159" name="文本框 158"/>
          <p:cNvSpPr txBox="1"/>
          <p:nvPr/>
        </p:nvSpPr>
        <p:spPr>
          <a:xfrm>
            <a:off x="7332536" y="5690376"/>
            <a:ext cx="1253490" cy="21526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1400" noProof="0" dirty="0">
                <a:ln>
                  <a:noFill/>
                </a:ln>
                <a:gradFill>
                  <a:gsLst>
                    <a:gs pos="0">
                      <a:schemeClr val="accent5">
                        <a:lumMod val="60000"/>
                        <a:lumOff val="40000"/>
                      </a:schemeClr>
                    </a:gs>
                    <a:gs pos="100000">
                      <a:schemeClr val="accent5"/>
                    </a:gs>
                  </a:gsLst>
                  <a:lin ang="5400000" scaled="1"/>
                </a:gradFill>
                <a:effectLst/>
                <a:uLnTx/>
                <a:uFillTx/>
                <a:latin typeface="+mj-ea"/>
                <a:ea typeface="+mj-ea"/>
                <a:cs typeface="微软雅黑" panose="020B0503020204020204" charset="-122"/>
                <a:sym typeface="+mn-ea"/>
              </a:rPr>
              <a:t>激活品牌活力</a:t>
            </a:r>
            <a:endParaRPr lang="zh-CN" altLang="en-US" sz="1400" noProof="0" dirty="0">
              <a:ln>
                <a:noFill/>
              </a:ln>
              <a:gradFill>
                <a:gsLst>
                  <a:gs pos="0">
                    <a:schemeClr val="accent5">
                      <a:lumMod val="60000"/>
                      <a:lumOff val="40000"/>
                    </a:schemeClr>
                  </a:gs>
                  <a:gs pos="100000">
                    <a:schemeClr val="accent5"/>
                  </a:gs>
                </a:gsLst>
                <a:lin ang="5400000" scaled="1"/>
              </a:gradFill>
              <a:effectLst/>
              <a:uLnTx/>
              <a:uFillTx/>
              <a:latin typeface="+mj-ea"/>
              <a:ea typeface="+mj-ea"/>
              <a:cs typeface="微软雅黑" panose="020B0503020204020204" charset="-122"/>
              <a:sym typeface="+mn-ea"/>
            </a:endParaRPr>
          </a:p>
        </p:txBody>
      </p:sp>
      <p:sp>
        <p:nvSpPr>
          <p:cNvPr id="160" name="任意多边形: 形状 28"/>
          <p:cNvSpPr/>
          <p:nvPr/>
        </p:nvSpPr>
        <p:spPr>
          <a:xfrm>
            <a:off x="4231515" y="3052190"/>
            <a:ext cx="1768704" cy="1766605"/>
          </a:xfrm>
          <a:custGeom>
            <a:avLst/>
            <a:gdLst>
              <a:gd name="connsiteX0" fmla="*/ 1148181 w 1148181"/>
              <a:gd name="connsiteY0" fmla="*/ 574091 h 1148181"/>
              <a:gd name="connsiteX1" fmla="*/ 574091 w 1148181"/>
              <a:gd name="connsiteY1" fmla="*/ 1148181 h 1148181"/>
              <a:gd name="connsiteX2" fmla="*/ 0 w 1148181"/>
              <a:gd name="connsiteY2" fmla="*/ 574091 h 1148181"/>
              <a:gd name="connsiteX3" fmla="*/ 574091 w 1148181"/>
              <a:gd name="connsiteY3" fmla="*/ 0 h 1148181"/>
              <a:gd name="connsiteX4" fmla="*/ 1148181 w 1148181"/>
              <a:gd name="connsiteY4" fmla="*/ 574091 h 1148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8181" h="1148181">
                <a:moveTo>
                  <a:pt x="1148181" y="574091"/>
                </a:moveTo>
                <a:cubicBezTo>
                  <a:pt x="1148181" y="891152"/>
                  <a:pt x="891152" y="1148181"/>
                  <a:pt x="574091" y="1148181"/>
                </a:cubicBezTo>
                <a:cubicBezTo>
                  <a:pt x="257029" y="1148181"/>
                  <a:pt x="0" y="891152"/>
                  <a:pt x="0" y="574091"/>
                </a:cubicBezTo>
                <a:cubicBezTo>
                  <a:pt x="0" y="257029"/>
                  <a:pt x="257029" y="0"/>
                  <a:pt x="574091" y="0"/>
                </a:cubicBezTo>
                <a:cubicBezTo>
                  <a:pt x="891152" y="0"/>
                  <a:pt x="1148181" y="257029"/>
                  <a:pt x="1148181" y="574091"/>
                </a:cubicBezTo>
                <a:close/>
              </a:path>
            </a:pathLst>
          </a:custGeom>
          <a:gradFill>
            <a:gsLst>
              <a:gs pos="100000">
                <a:schemeClr val="accent1"/>
              </a:gs>
              <a:gs pos="36000">
                <a:schemeClr val="accent1">
                  <a:lumMod val="80000"/>
                  <a:lumOff val="20000"/>
                </a:schemeClr>
              </a:gs>
            </a:gsLst>
            <a:lin ang="5400000" scaled="1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ctr" anchorCtr="0" forceAA="0" compatLnSpc="1">
            <a:noAutofit/>
          </a:bodyPr>
          <a:lstStyle/>
          <a:p>
            <a:pPr lvl="0" algn="ctr" hangingPunct="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61" name="文本框 160"/>
          <p:cNvSpPr txBox="1"/>
          <p:nvPr/>
        </p:nvSpPr>
        <p:spPr>
          <a:xfrm>
            <a:off x="4513828" y="3514158"/>
            <a:ext cx="1172754" cy="4296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品牌现状</a:t>
            </a:r>
            <a:endParaRPr lang="zh-CN" altLang="en-US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2" name="矩形: 圆角 74"/>
          <p:cNvSpPr/>
          <p:nvPr/>
        </p:nvSpPr>
        <p:spPr>
          <a:xfrm>
            <a:off x="4721495" y="4159529"/>
            <a:ext cx="792169" cy="255537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Object11"/>
          <p:cNvSpPr/>
          <p:nvPr/>
        </p:nvSpPr>
        <p:spPr>
          <a:xfrm>
            <a:off x="4261860" y="3926238"/>
            <a:ext cx="1738359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Status of the brand</a:t>
            </a:r>
            <a:endParaRPr lang="en-US" sz="10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Object12"/>
          <p:cNvSpPr/>
          <p:nvPr/>
        </p:nvSpPr>
        <p:spPr>
          <a:xfrm>
            <a:off x="4721495" y="4210013"/>
            <a:ext cx="792169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0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现状梳理</a:t>
            </a:r>
            <a:endParaRPr lang="en-US" sz="10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5" name="任意多边形: 形状 28"/>
          <p:cNvSpPr/>
          <p:nvPr/>
        </p:nvSpPr>
        <p:spPr>
          <a:xfrm>
            <a:off x="6247352" y="3052190"/>
            <a:ext cx="1768704" cy="1766605"/>
          </a:xfrm>
          <a:custGeom>
            <a:avLst/>
            <a:gdLst>
              <a:gd name="connsiteX0" fmla="*/ 1148181 w 1148181"/>
              <a:gd name="connsiteY0" fmla="*/ 574091 h 1148181"/>
              <a:gd name="connsiteX1" fmla="*/ 574091 w 1148181"/>
              <a:gd name="connsiteY1" fmla="*/ 1148181 h 1148181"/>
              <a:gd name="connsiteX2" fmla="*/ 0 w 1148181"/>
              <a:gd name="connsiteY2" fmla="*/ 574091 h 1148181"/>
              <a:gd name="connsiteX3" fmla="*/ 574091 w 1148181"/>
              <a:gd name="connsiteY3" fmla="*/ 0 h 1148181"/>
              <a:gd name="connsiteX4" fmla="*/ 1148181 w 1148181"/>
              <a:gd name="connsiteY4" fmla="*/ 574091 h 1148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8181" h="1148181">
                <a:moveTo>
                  <a:pt x="1148181" y="574091"/>
                </a:moveTo>
                <a:cubicBezTo>
                  <a:pt x="1148181" y="891152"/>
                  <a:pt x="891152" y="1148181"/>
                  <a:pt x="574091" y="1148181"/>
                </a:cubicBezTo>
                <a:cubicBezTo>
                  <a:pt x="257029" y="1148181"/>
                  <a:pt x="0" y="891152"/>
                  <a:pt x="0" y="574091"/>
                </a:cubicBezTo>
                <a:cubicBezTo>
                  <a:pt x="0" y="257029"/>
                  <a:pt x="257029" y="0"/>
                  <a:pt x="574091" y="0"/>
                </a:cubicBezTo>
                <a:cubicBezTo>
                  <a:pt x="891152" y="0"/>
                  <a:pt x="1148181" y="257029"/>
                  <a:pt x="1148181" y="574091"/>
                </a:cubicBezTo>
                <a:close/>
              </a:path>
            </a:pathLst>
          </a:custGeom>
          <a:gradFill>
            <a:gsLst>
              <a:gs pos="100000">
                <a:schemeClr val="accent5"/>
              </a:gs>
              <a:gs pos="36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ctr" anchorCtr="0" forceAA="0" compatLnSpc="1">
            <a:noAutofit/>
          </a:bodyPr>
          <a:lstStyle/>
          <a:p>
            <a:pPr lvl="0" algn="ctr" hangingPunct="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66" name="文本框 165"/>
          <p:cNvSpPr txBox="1"/>
          <p:nvPr/>
        </p:nvSpPr>
        <p:spPr>
          <a:xfrm>
            <a:off x="6500934" y="3506582"/>
            <a:ext cx="1280779" cy="4267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品牌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DNA</a:t>
            </a:r>
            <a:endParaRPr lang="zh-CN" altLang="en-US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7" name="矩形: 圆角 74"/>
          <p:cNvSpPr/>
          <p:nvPr/>
        </p:nvSpPr>
        <p:spPr>
          <a:xfrm>
            <a:off x="6737332" y="4159529"/>
            <a:ext cx="792169" cy="255537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8" name="Object11"/>
          <p:cNvSpPr/>
          <p:nvPr/>
        </p:nvSpPr>
        <p:spPr>
          <a:xfrm>
            <a:off x="6277697" y="3926238"/>
            <a:ext cx="1738359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altLang="zh-CN" sz="1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Brand Gene</a:t>
            </a:r>
            <a:endParaRPr lang="en-US" altLang="zh-CN" sz="10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9" name="Object12"/>
          <p:cNvSpPr/>
          <p:nvPr/>
        </p:nvSpPr>
        <p:spPr>
          <a:xfrm>
            <a:off x="6737332" y="4210013"/>
            <a:ext cx="792169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altLang="zh-CN" sz="1000" b="1" dirty="0" err="1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未来预期</a:t>
            </a:r>
            <a:endParaRPr lang="en-US" altLang="zh-CN" sz="1000" b="1" dirty="0" err="1">
              <a:solidFill>
                <a:schemeClr val="accent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4" name="椭圆 173"/>
          <p:cNvSpPr/>
          <p:nvPr/>
        </p:nvSpPr>
        <p:spPr>
          <a:xfrm flipH="1">
            <a:off x="2439324" y="1834169"/>
            <a:ext cx="4028589" cy="4120304"/>
          </a:xfrm>
          <a:prstGeom prst="ellipse">
            <a:avLst/>
          </a:prstGeom>
          <a:noFill/>
          <a:ln>
            <a:gradFill>
              <a:gsLst>
                <a:gs pos="8300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5" name="椭圆 174"/>
          <p:cNvSpPr/>
          <p:nvPr/>
        </p:nvSpPr>
        <p:spPr>
          <a:xfrm rot="10800000" flipH="1">
            <a:off x="5928936" y="1938077"/>
            <a:ext cx="3934338" cy="4023907"/>
          </a:xfrm>
          <a:prstGeom prst="ellipse">
            <a:avLst/>
          </a:prstGeom>
          <a:noFill/>
          <a:ln>
            <a:gradFill>
              <a:gsLst>
                <a:gs pos="83000">
                  <a:schemeClr val="accent5">
                    <a:alpha val="0"/>
                  </a:schemeClr>
                </a:gs>
                <a:gs pos="100000">
                  <a:schemeClr val="accent5"/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9" name="文本框 178"/>
          <p:cNvSpPr txBox="1"/>
          <p:nvPr/>
        </p:nvSpPr>
        <p:spPr>
          <a:xfrm>
            <a:off x="7983447" y="3236835"/>
            <a:ext cx="108013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300" b="1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使命愿景</a:t>
            </a:r>
            <a:endParaRPr lang="en-US" altLang="zh-CN" sz="1300" b="1" dirty="0" err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0" name="文本框 179"/>
          <p:cNvSpPr txBox="1"/>
          <p:nvPr/>
        </p:nvSpPr>
        <p:spPr>
          <a:xfrm>
            <a:off x="8346824" y="3884753"/>
            <a:ext cx="108013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3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核心价值</a:t>
            </a:r>
            <a:endParaRPr lang="zh-CN" altLang="en-US" sz="13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1" name="文本框 180"/>
          <p:cNvSpPr txBox="1"/>
          <p:nvPr/>
        </p:nvSpPr>
        <p:spPr>
          <a:xfrm>
            <a:off x="7983447" y="4452197"/>
            <a:ext cx="108013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3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品牌特征</a:t>
            </a:r>
            <a:endParaRPr lang="zh-CN" altLang="en-US" sz="13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2" name="文本框 181"/>
          <p:cNvSpPr txBox="1"/>
          <p:nvPr/>
        </p:nvSpPr>
        <p:spPr>
          <a:xfrm>
            <a:off x="3240857" y="3200402"/>
            <a:ext cx="108013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3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视觉层面</a:t>
            </a:r>
            <a:endParaRPr lang="zh-CN" altLang="en-US" sz="13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3" name="文本框 182"/>
          <p:cNvSpPr txBox="1"/>
          <p:nvPr/>
        </p:nvSpPr>
        <p:spPr>
          <a:xfrm>
            <a:off x="2859933" y="3823833"/>
            <a:ext cx="108013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3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传播层面</a:t>
            </a:r>
            <a:endParaRPr lang="zh-CN" altLang="en-US" sz="13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4" name="文本框 183"/>
          <p:cNvSpPr txBox="1"/>
          <p:nvPr/>
        </p:nvSpPr>
        <p:spPr>
          <a:xfrm>
            <a:off x="3275603" y="4415066"/>
            <a:ext cx="108013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3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用户心智</a:t>
            </a:r>
            <a:endParaRPr lang="zh-CN" altLang="en-US" sz="13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8" name="椭圆 187"/>
          <p:cNvSpPr/>
          <p:nvPr/>
        </p:nvSpPr>
        <p:spPr>
          <a:xfrm>
            <a:off x="2670493" y="2781590"/>
            <a:ext cx="144990" cy="14499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9" name="椭圆 188"/>
          <p:cNvSpPr/>
          <p:nvPr/>
        </p:nvSpPr>
        <p:spPr>
          <a:xfrm>
            <a:off x="2388316" y="3894802"/>
            <a:ext cx="144990" cy="14499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0" name="椭圆 189"/>
          <p:cNvSpPr/>
          <p:nvPr/>
        </p:nvSpPr>
        <p:spPr>
          <a:xfrm>
            <a:off x="2702436" y="4955046"/>
            <a:ext cx="144990" cy="14499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92" name="直线连接符 191"/>
          <p:cNvCxnSpPr>
            <a:stCxn id="188" idx="5"/>
            <a:endCxn id="185" idx="3"/>
          </p:cNvCxnSpPr>
          <p:nvPr/>
        </p:nvCxnSpPr>
        <p:spPr>
          <a:xfrm>
            <a:off x="2794250" y="2905347"/>
            <a:ext cx="336550" cy="438785"/>
          </a:xfrm>
          <a:prstGeom prst="line">
            <a:avLst/>
          </a:prstGeom>
          <a:ln w="12700">
            <a:solidFill>
              <a:schemeClr val="accent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直线连接符 193"/>
          <p:cNvCxnSpPr>
            <a:stCxn id="189" idx="6"/>
            <a:endCxn id="186" idx="3"/>
          </p:cNvCxnSpPr>
          <p:nvPr/>
        </p:nvCxnSpPr>
        <p:spPr>
          <a:xfrm>
            <a:off x="2533306" y="3967297"/>
            <a:ext cx="192767" cy="0"/>
          </a:xfrm>
          <a:prstGeom prst="line">
            <a:avLst/>
          </a:prstGeom>
          <a:ln w="12700">
            <a:solidFill>
              <a:schemeClr val="accent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直线连接符 198"/>
          <p:cNvCxnSpPr>
            <a:stCxn id="187" idx="3"/>
            <a:endCxn id="190" idx="7"/>
          </p:cNvCxnSpPr>
          <p:nvPr/>
        </p:nvCxnSpPr>
        <p:spPr>
          <a:xfrm flipH="1">
            <a:off x="2826193" y="4563043"/>
            <a:ext cx="304651" cy="413236"/>
          </a:xfrm>
          <a:prstGeom prst="line">
            <a:avLst/>
          </a:prstGeom>
          <a:ln w="12700">
            <a:solidFill>
              <a:schemeClr val="accent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椭圆 201"/>
          <p:cNvSpPr/>
          <p:nvPr/>
        </p:nvSpPr>
        <p:spPr>
          <a:xfrm flipH="1">
            <a:off x="9481423" y="2810840"/>
            <a:ext cx="144990" cy="14499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3" name="椭圆 202"/>
          <p:cNvSpPr/>
          <p:nvPr/>
        </p:nvSpPr>
        <p:spPr>
          <a:xfrm flipH="1">
            <a:off x="9786995" y="3930687"/>
            <a:ext cx="144990" cy="14499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4" name="椭圆 203"/>
          <p:cNvSpPr/>
          <p:nvPr/>
        </p:nvSpPr>
        <p:spPr>
          <a:xfrm flipH="1">
            <a:off x="9482118" y="4964468"/>
            <a:ext cx="144990" cy="14499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05" name="直线连接符 204"/>
          <p:cNvCxnSpPr>
            <a:stCxn id="202" idx="5"/>
            <a:endCxn id="25" idx="3"/>
          </p:cNvCxnSpPr>
          <p:nvPr/>
        </p:nvCxnSpPr>
        <p:spPr>
          <a:xfrm flipH="1">
            <a:off x="9199577" y="2934597"/>
            <a:ext cx="303079" cy="432885"/>
          </a:xfrm>
          <a:prstGeom prst="line">
            <a:avLst/>
          </a:prstGeom>
          <a:ln w="12700">
            <a:solidFill>
              <a:schemeClr val="accent5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直线连接符 205"/>
          <p:cNvCxnSpPr>
            <a:endCxn id="28" idx="3"/>
          </p:cNvCxnSpPr>
          <p:nvPr/>
        </p:nvCxnSpPr>
        <p:spPr>
          <a:xfrm flipH="1">
            <a:off x="9549902" y="4003182"/>
            <a:ext cx="237093" cy="6889"/>
          </a:xfrm>
          <a:prstGeom prst="line">
            <a:avLst/>
          </a:prstGeom>
          <a:ln w="12700">
            <a:solidFill>
              <a:schemeClr val="accent5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直线连接符 206"/>
          <p:cNvCxnSpPr/>
          <p:nvPr/>
        </p:nvCxnSpPr>
        <p:spPr>
          <a:xfrm>
            <a:off x="9195684" y="4601511"/>
            <a:ext cx="306972" cy="383229"/>
          </a:xfrm>
          <a:prstGeom prst="line">
            <a:avLst/>
          </a:prstGeom>
          <a:ln w="12700">
            <a:solidFill>
              <a:schemeClr val="accent5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Object23"/>
          <p:cNvSpPr/>
          <p:nvPr/>
        </p:nvSpPr>
        <p:spPr>
          <a:xfrm>
            <a:off x="9751636" y="2575418"/>
            <a:ext cx="1800226" cy="558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lvl="0" algn="l">
              <a:lnSpc>
                <a:spcPct val="130000"/>
              </a:lnSpc>
              <a:buClrTx/>
              <a:buSzTx/>
              <a:buFontTx/>
            </a:pPr>
            <a:r>
              <a:rPr lang="en-US" sz="1200" dirty="0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链接真实世界
让出行更美好</a:t>
            </a:r>
            <a:endParaRPr lang="en-US" sz="1200" dirty="0">
              <a:solidFill>
                <a:schemeClr val="accent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14" name="Object25"/>
          <p:cNvSpPr/>
          <p:nvPr/>
        </p:nvSpPr>
        <p:spPr>
          <a:xfrm>
            <a:off x="10050786" y="3732347"/>
            <a:ext cx="1450652" cy="558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lvl="0" algn="l">
              <a:lnSpc>
                <a:spcPct val="130000"/>
              </a:lnSpc>
              <a:buClrTx/>
              <a:buSzTx/>
              <a:buFontTx/>
            </a:pPr>
            <a:r>
              <a:rPr lang="en-US" sz="1200" dirty="0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为客户提供专业的出行与位置服务</a:t>
            </a:r>
            <a:endParaRPr lang="en-US" sz="1200" dirty="0">
              <a:solidFill>
                <a:schemeClr val="accent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15" name="Object27"/>
          <p:cNvSpPr/>
          <p:nvPr/>
        </p:nvSpPr>
        <p:spPr>
          <a:xfrm>
            <a:off x="9714459" y="4909928"/>
            <a:ext cx="1806029" cy="279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lvl="0" algn="l">
              <a:lnSpc>
                <a:spcPct val="130000"/>
              </a:lnSpc>
              <a:buClrTx/>
              <a:buSzTx/>
              <a:buFontTx/>
            </a:pPr>
            <a:r>
              <a:rPr lang="en-US" sz="1200" dirty="0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专业/生活化/活力</a:t>
            </a:r>
            <a:endParaRPr lang="en-US" sz="1200" dirty="0">
              <a:solidFill>
                <a:schemeClr val="accent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16" name="Object22"/>
          <p:cNvSpPr/>
          <p:nvPr/>
        </p:nvSpPr>
        <p:spPr>
          <a:xfrm>
            <a:off x="638810" y="2519680"/>
            <a:ext cx="1850390" cy="76390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LOGO形式与时代脱节
滞后于主流审美
</a:t>
            </a:r>
            <a:r>
              <a:rPr lang="en-US" sz="1200" dirty="0" err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视觉心智待强化</a:t>
            </a:r>
            <a:endParaRPr lang="en-US" sz="1200" dirty="0" err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7" name="Object24"/>
          <p:cNvSpPr/>
          <p:nvPr/>
        </p:nvSpPr>
        <p:spPr>
          <a:xfrm>
            <a:off x="697822" y="3516392"/>
            <a:ext cx="1476195" cy="838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lvl="0" algn="r">
              <a:lnSpc>
                <a:spcPct val="130000"/>
              </a:lnSpc>
              <a:buClrTx/>
              <a:buSzTx/>
              <a:buFontTx/>
            </a:pPr>
            <a:r>
              <a:rPr lang="en-US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业务发展不同步
品牌体系待完善
传播策略待加强</a:t>
            </a:r>
            <a:endParaRPr lang="en-US" sz="12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18" name="Object26"/>
          <p:cNvSpPr/>
          <p:nvPr/>
        </p:nvSpPr>
        <p:spPr>
          <a:xfrm>
            <a:off x="1070173" y="4619452"/>
            <a:ext cx="1442187" cy="838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lvl="0" algn="r">
              <a:lnSpc>
                <a:spcPct val="130000"/>
              </a:lnSpc>
              <a:buClrTx/>
              <a:buSzTx/>
              <a:buFontTx/>
            </a:pPr>
            <a:r>
              <a:rPr lang="en-US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工具属性明显
缺少应有活力
品牌层级待梳理</a:t>
            </a:r>
            <a:endParaRPr lang="en-US" sz="12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8" name="任意多边形: 形状 109"/>
          <p:cNvSpPr/>
          <p:nvPr/>
        </p:nvSpPr>
        <p:spPr>
          <a:xfrm rot="5400000">
            <a:off x="5949429" y="4895564"/>
            <a:ext cx="545033" cy="585839"/>
          </a:xfrm>
          <a:custGeom>
            <a:avLst/>
            <a:gdLst>
              <a:gd name="connsiteX0" fmla="*/ 0 w 510271"/>
              <a:gd name="connsiteY0" fmla="*/ 124222 h 548474"/>
              <a:gd name="connsiteX1" fmla="*/ 0 w 510271"/>
              <a:gd name="connsiteY1" fmla="*/ 424217 h 548474"/>
              <a:gd name="connsiteX2" fmla="*/ 127569 w 510271"/>
              <a:gd name="connsiteY2" fmla="*/ 424217 h 548474"/>
              <a:gd name="connsiteX3" fmla="*/ 127569 w 510271"/>
              <a:gd name="connsiteY3" fmla="*/ 548474 h 548474"/>
              <a:gd name="connsiteX4" fmla="*/ 510272 w 510271"/>
              <a:gd name="connsiteY4" fmla="*/ 274237 h 548474"/>
              <a:gd name="connsiteX5" fmla="*/ 127569 w 510271"/>
              <a:gd name="connsiteY5" fmla="*/ 0 h 548474"/>
              <a:gd name="connsiteX6" fmla="*/ 127569 w 510271"/>
              <a:gd name="connsiteY6" fmla="*/ 124222 h 548474"/>
              <a:gd name="connsiteX7" fmla="*/ 0 w 510271"/>
              <a:gd name="connsiteY7" fmla="*/ 124222 h 548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10271" h="548474">
                <a:moveTo>
                  <a:pt x="0" y="124222"/>
                </a:moveTo>
                <a:lnTo>
                  <a:pt x="0" y="424217"/>
                </a:lnTo>
                <a:lnTo>
                  <a:pt x="127569" y="424217"/>
                </a:lnTo>
                <a:lnTo>
                  <a:pt x="127569" y="548474"/>
                </a:lnTo>
                <a:lnTo>
                  <a:pt x="510272" y="274237"/>
                </a:lnTo>
                <a:lnTo>
                  <a:pt x="127569" y="0"/>
                </a:lnTo>
                <a:lnTo>
                  <a:pt x="127569" y="124222"/>
                </a:lnTo>
                <a:lnTo>
                  <a:pt x="0" y="124222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100000">
                <a:schemeClr val="accent5">
                  <a:lumMod val="60000"/>
                  <a:lumOff val="40000"/>
                  <a:alpha val="0"/>
                </a:schemeClr>
              </a:gs>
            </a:gsLst>
            <a:lin ang="11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kumimoji="1" lang="zh-CN" altLang="en-US">
              <a:cs typeface="微软雅黑" panose="020B0503020204020204" charset="-122"/>
              <a:sym typeface="+mn-ea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8738235" y="348615"/>
            <a:ext cx="3219450" cy="332740"/>
            <a:chOff x="13761" y="549"/>
            <a:chExt cx="5070" cy="524"/>
          </a:xfrm>
        </p:grpSpPr>
        <p:pic>
          <p:nvPicPr>
            <p:cNvPr id="7" name="图片 6"/>
            <p:cNvPicPr>
              <a:picLocks noChangeAspect="1"/>
            </p:cNvPicPr>
            <p:nvPr userDrawn="1"/>
          </p:nvPicPr>
          <p:blipFill>
            <a:blip r:embed="rId3"/>
            <a:srcRect l="17002" t="-1765" r="56499" b="-1176"/>
            <a:stretch>
              <a:fillRect/>
            </a:stretch>
          </p:blipFill>
          <p:spPr>
            <a:xfrm>
              <a:off x="13761" y="549"/>
              <a:ext cx="1582" cy="525"/>
            </a:xfrm>
            <a:prstGeom prst="rect">
              <a:avLst/>
            </a:prstGeom>
          </p:spPr>
        </p:pic>
        <p:sp>
          <p:nvSpPr>
            <p:cNvPr id="8" name="文本框 7"/>
            <p:cNvSpPr txBox="1"/>
            <p:nvPr userDrawn="1"/>
          </p:nvSpPr>
          <p:spPr>
            <a:xfrm>
              <a:off x="15219" y="655"/>
              <a:ext cx="3613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复杂逻辑场景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·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框架搭建系列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PPT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模板</a:t>
              </a:r>
              <a:endPara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cxnSp>
        <p:nvCxnSpPr>
          <p:cNvPr id="13" name="直线连接符 7"/>
          <p:cNvCxnSpPr/>
          <p:nvPr userDrawn="1"/>
        </p:nvCxnSpPr>
        <p:spPr>
          <a:xfrm>
            <a:off x="369165" y="839204"/>
            <a:ext cx="11459846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任意多边形: 形状 109"/>
          <p:cNvSpPr/>
          <p:nvPr/>
        </p:nvSpPr>
        <p:spPr>
          <a:xfrm rot="5400000">
            <a:off x="5949429" y="2477946"/>
            <a:ext cx="545033" cy="585839"/>
          </a:xfrm>
          <a:custGeom>
            <a:avLst/>
            <a:gdLst>
              <a:gd name="connsiteX0" fmla="*/ 0 w 510271"/>
              <a:gd name="connsiteY0" fmla="*/ 124222 h 548474"/>
              <a:gd name="connsiteX1" fmla="*/ 0 w 510271"/>
              <a:gd name="connsiteY1" fmla="*/ 424217 h 548474"/>
              <a:gd name="connsiteX2" fmla="*/ 127569 w 510271"/>
              <a:gd name="connsiteY2" fmla="*/ 424217 h 548474"/>
              <a:gd name="connsiteX3" fmla="*/ 127569 w 510271"/>
              <a:gd name="connsiteY3" fmla="*/ 548474 h 548474"/>
              <a:gd name="connsiteX4" fmla="*/ 510272 w 510271"/>
              <a:gd name="connsiteY4" fmla="*/ 274237 h 548474"/>
              <a:gd name="connsiteX5" fmla="*/ 127569 w 510271"/>
              <a:gd name="connsiteY5" fmla="*/ 0 h 548474"/>
              <a:gd name="connsiteX6" fmla="*/ 127569 w 510271"/>
              <a:gd name="connsiteY6" fmla="*/ 124222 h 548474"/>
              <a:gd name="connsiteX7" fmla="*/ 0 w 510271"/>
              <a:gd name="connsiteY7" fmla="*/ 124222 h 548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10271" h="548474">
                <a:moveTo>
                  <a:pt x="0" y="124222"/>
                </a:moveTo>
                <a:lnTo>
                  <a:pt x="0" y="424217"/>
                </a:lnTo>
                <a:lnTo>
                  <a:pt x="127569" y="424217"/>
                </a:lnTo>
                <a:lnTo>
                  <a:pt x="127569" y="548474"/>
                </a:lnTo>
                <a:lnTo>
                  <a:pt x="510272" y="274237"/>
                </a:lnTo>
                <a:lnTo>
                  <a:pt x="127569" y="0"/>
                </a:lnTo>
                <a:lnTo>
                  <a:pt x="127569" y="124222"/>
                </a:lnTo>
                <a:lnTo>
                  <a:pt x="0" y="124222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11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kumimoji="1" lang="zh-CN" altLang="en-US">
              <a:cs typeface="微软雅黑" panose="020B0503020204020204" charset="-122"/>
              <a:sym typeface="+mn-ea"/>
            </a:endParaRPr>
          </a:p>
        </p:txBody>
      </p:sp>
      <p:grpSp>
        <p:nvGrpSpPr>
          <p:cNvPr id="9" name="显眼包PPT"/>
          <p:cNvGrpSpPr/>
          <p:nvPr/>
        </p:nvGrpSpPr>
        <p:grpSpPr>
          <a:xfrm>
            <a:off x="3746500" y="1588770"/>
            <a:ext cx="770890" cy="772160"/>
            <a:chOff x="2104935" y="2274814"/>
            <a:chExt cx="1060631" cy="1060631"/>
          </a:xfrm>
        </p:grpSpPr>
        <p:sp>
          <p:nvSpPr>
            <p:cNvPr id="11" name="显眼包PPT-2"/>
            <p:cNvSpPr/>
            <p:nvPr/>
          </p:nvSpPr>
          <p:spPr>
            <a:xfrm>
              <a:off x="2104935" y="2274814"/>
              <a:ext cx="1060631" cy="1060631"/>
            </a:xfrm>
            <a:prstGeom prst="ellipse">
              <a:avLst/>
            </a:prstGeom>
            <a:gradFill flip="none" rotWithShape="1">
              <a:gsLst>
                <a:gs pos="60000">
                  <a:schemeClr val="bg1">
                    <a:alpha val="56000"/>
                  </a:schemeClr>
                </a:gs>
                <a:gs pos="100000">
                  <a:schemeClr val="accent1">
                    <a:lumMod val="40000"/>
                    <a:lumOff val="60000"/>
                    <a:alpha val="9300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317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2" name="显眼包PPT-4"/>
            <p:cNvSpPr txBox="1"/>
            <p:nvPr/>
          </p:nvSpPr>
          <p:spPr>
            <a:xfrm>
              <a:off x="2202441" y="2495598"/>
              <a:ext cx="865622" cy="59137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chemeClr val="accent1">
                          <a:lumMod val="60000"/>
                          <a:lumOff val="40000"/>
                        </a:schemeClr>
                      </a:gs>
                      <a:gs pos="100000">
                        <a:schemeClr val="accent1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+mj-ea"/>
                  <a:ea typeface="+mj-ea"/>
                  <a:cs typeface="微软雅黑" panose="020B0503020204020204" charset="-122"/>
                </a:rPr>
                <a:t>内部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effectLst/>
                <a:uLnTx/>
                <a:uFillTx/>
                <a:latin typeface="+mj-ea"/>
                <a:ea typeface="+mj-ea"/>
                <a:cs typeface="微软雅黑" panose="020B0503020204020204" charset="-122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chemeClr val="accent1">
                          <a:lumMod val="60000"/>
                          <a:lumOff val="40000"/>
                        </a:schemeClr>
                      </a:gs>
                      <a:gs pos="100000">
                        <a:schemeClr val="accent1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+mj-ea"/>
                  <a:ea typeface="+mj-ea"/>
                  <a:cs typeface="微软雅黑" panose="020B0503020204020204" charset="-122"/>
                </a:rPr>
                <a:t>客户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effectLst/>
                <a:uLnTx/>
                <a:uFillTx/>
                <a:latin typeface="+mj-ea"/>
                <a:ea typeface="+mj-ea"/>
                <a:cs typeface="微软雅黑" panose="020B0503020204020204" charset="-122"/>
              </a:endParaRPr>
            </a:p>
          </p:txBody>
        </p:sp>
      </p:grpSp>
      <p:grpSp>
        <p:nvGrpSpPr>
          <p:cNvPr id="14" name="显眼包PPT"/>
          <p:cNvGrpSpPr/>
          <p:nvPr/>
        </p:nvGrpSpPr>
        <p:grpSpPr>
          <a:xfrm>
            <a:off x="4744720" y="1588770"/>
            <a:ext cx="770890" cy="772160"/>
            <a:chOff x="2104935" y="2274814"/>
            <a:chExt cx="1060631" cy="1060631"/>
          </a:xfrm>
        </p:grpSpPr>
        <p:sp>
          <p:nvSpPr>
            <p:cNvPr id="15" name="显眼包PPT-2"/>
            <p:cNvSpPr/>
            <p:nvPr/>
          </p:nvSpPr>
          <p:spPr>
            <a:xfrm>
              <a:off x="2104935" y="2274814"/>
              <a:ext cx="1060631" cy="1060631"/>
            </a:xfrm>
            <a:prstGeom prst="ellipse">
              <a:avLst/>
            </a:prstGeom>
            <a:gradFill flip="none" rotWithShape="1">
              <a:gsLst>
                <a:gs pos="60000">
                  <a:schemeClr val="bg1">
                    <a:alpha val="56000"/>
                  </a:schemeClr>
                </a:gs>
                <a:gs pos="100000">
                  <a:schemeClr val="accent1">
                    <a:lumMod val="40000"/>
                    <a:lumOff val="60000"/>
                    <a:alpha val="9300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317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6" name="显眼包PPT-4"/>
            <p:cNvSpPr txBox="1"/>
            <p:nvPr/>
          </p:nvSpPr>
          <p:spPr>
            <a:xfrm>
              <a:off x="2202441" y="2495598"/>
              <a:ext cx="865622" cy="59137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chemeClr val="accent1">
                          <a:lumMod val="60000"/>
                          <a:lumOff val="40000"/>
                        </a:schemeClr>
                      </a:gs>
                      <a:gs pos="100000">
                        <a:schemeClr val="accent1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+mj-ea"/>
                  <a:ea typeface="+mj-ea"/>
                  <a:cs typeface="微软雅黑" panose="020B0503020204020204" charset="-122"/>
                </a:rPr>
                <a:t>外部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effectLst/>
                <a:uLnTx/>
                <a:uFillTx/>
                <a:latin typeface="+mj-ea"/>
                <a:ea typeface="+mj-ea"/>
                <a:cs typeface="微软雅黑" panose="020B0503020204020204" charset="-122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chemeClr val="accent1">
                          <a:lumMod val="60000"/>
                          <a:lumOff val="40000"/>
                        </a:schemeClr>
                      </a:gs>
                      <a:gs pos="100000">
                        <a:schemeClr val="accent1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+mj-ea"/>
                  <a:ea typeface="+mj-ea"/>
                  <a:cs typeface="微软雅黑" panose="020B0503020204020204" charset="-122"/>
                </a:rPr>
                <a:t>客户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effectLst/>
                <a:uLnTx/>
                <a:uFillTx/>
                <a:latin typeface="+mj-ea"/>
                <a:ea typeface="+mj-ea"/>
                <a:cs typeface="微软雅黑" panose="020B0503020204020204" charset="-122"/>
              </a:endParaRPr>
            </a:p>
          </p:txBody>
        </p:sp>
      </p:grpSp>
      <p:grpSp>
        <p:nvGrpSpPr>
          <p:cNvPr id="17" name="显眼包PPT"/>
          <p:cNvGrpSpPr/>
          <p:nvPr/>
        </p:nvGrpSpPr>
        <p:grpSpPr>
          <a:xfrm>
            <a:off x="5742940" y="1588770"/>
            <a:ext cx="770890" cy="772160"/>
            <a:chOff x="2104935" y="2274814"/>
            <a:chExt cx="1060631" cy="1060631"/>
          </a:xfrm>
        </p:grpSpPr>
        <p:sp>
          <p:nvSpPr>
            <p:cNvPr id="18" name="显眼包PPT-2"/>
            <p:cNvSpPr/>
            <p:nvPr/>
          </p:nvSpPr>
          <p:spPr>
            <a:xfrm>
              <a:off x="2104935" y="2274814"/>
              <a:ext cx="1060631" cy="1060631"/>
            </a:xfrm>
            <a:prstGeom prst="ellipse">
              <a:avLst/>
            </a:prstGeom>
            <a:gradFill flip="none" rotWithShape="1">
              <a:gsLst>
                <a:gs pos="60000">
                  <a:schemeClr val="bg1">
                    <a:alpha val="56000"/>
                  </a:schemeClr>
                </a:gs>
                <a:gs pos="100000">
                  <a:schemeClr val="accent1">
                    <a:lumMod val="40000"/>
                    <a:lumOff val="60000"/>
                    <a:alpha val="9300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317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9" name="显眼包PPT-4"/>
            <p:cNvSpPr txBox="1"/>
            <p:nvPr/>
          </p:nvSpPr>
          <p:spPr>
            <a:xfrm>
              <a:off x="2202441" y="2495598"/>
              <a:ext cx="865622" cy="59137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chemeClr val="accent1">
                          <a:lumMod val="60000"/>
                          <a:lumOff val="40000"/>
                        </a:schemeClr>
                      </a:gs>
                      <a:gs pos="100000">
                        <a:schemeClr val="accent1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+mj-ea"/>
                  <a:ea typeface="+mj-ea"/>
                  <a:cs typeface="微软雅黑" panose="020B0503020204020204" charset="-122"/>
                </a:rPr>
                <a:t>业务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effectLst/>
                <a:uLnTx/>
                <a:uFillTx/>
                <a:latin typeface="+mj-ea"/>
                <a:ea typeface="+mj-ea"/>
                <a:cs typeface="微软雅黑" panose="020B0503020204020204" charset="-122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chemeClr val="accent1">
                          <a:lumMod val="60000"/>
                          <a:lumOff val="40000"/>
                        </a:schemeClr>
                      </a:gs>
                      <a:gs pos="100000">
                        <a:schemeClr val="accent1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+mj-ea"/>
                  <a:ea typeface="+mj-ea"/>
                  <a:cs typeface="微软雅黑" panose="020B0503020204020204" charset="-122"/>
                </a:rPr>
                <a:t>梳理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effectLst/>
                <a:uLnTx/>
                <a:uFillTx/>
                <a:latin typeface="+mj-ea"/>
                <a:ea typeface="+mj-ea"/>
                <a:cs typeface="微软雅黑" panose="020B0503020204020204" charset="-122"/>
              </a:endParaRPr>
            </a:p>
          </p:txBody>
        </p:sp>
      </p:grpSp>
      <p:grpSp>
        <p:nvGrpSpPr>
          <p:cNvPr id="20" name="显眼包PPT"/>
          <p:cNvGrpSpPr/>
          <p:nvPr/>
        </p:nvGrpSpPr>
        <p:grpSpPr>
          <a:xfrm>
            <a:off x="6741160" y="1588770"/>
            <a:ext cx="770890" cy="772160"/>
            <a:chOff x="2104935" y="2274814"/>
            <a:chExt cx="1060631" cy="1060631"/>
          </a:xfrm>
        </p:grpSpPr>
        <p:sp>
          <p:nvSpPr>
            <p:cNvPr id="21" name="显眼包PPT-2"/>
            <p:cNvSpPr/>
            <p:nvPr/>
          </p:nvSpPr>
          <p:spPr>
            <a:xfrm>
              <a:off x="2104935" y="2274814"/>
              <a:ext cx="1060631" cy="1060631"/>
            </a:xfrm>
            <a:prstGeom prst="ellipse">
              <a:avLst/>
            </a:prstGeom>
            <a:gradFill flip="none" rotWithShape="1">
              <a:gsLst>
                <a:gs pos="60000">
                  <a:schemeClr val="bg1">
                    <a:alpha val="56000"/>
                  </a:schemeClr>
                </a:gs>
                <a:gs pos="100000">
                  <a:schemeClr val="accent1">
                    <a:lumMod val="40000"/>
                    <a:lumOff val="60000"/>
                    <a:alpha val="9300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317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2" name="显眼包PPT-4"/>
            <p:cNvSpPr txBox="1"/>
            <p:nvPr/>
          </p:nvSpPr>
          <p:spPr>
            <a:xfrm>
              <a:off x="2202441" y="2495598"/>
              <a:ext cx="865622" cy="59137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chemeClr val="accent1">
                          <a:lumMod val="60000"/>
                          <a:lumOff val="40000"/>
                        </a:schemeClr>
                      </a:gs>
                      <a:gs pos="100000">
                        <a:schemeClr val="accent1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+mj-ea"/>
                  <a:ea typeface="+mj-ea"/>
                  <a:cs typeface="微软雅黑" panose="020B0503020204020204" charset="-122"/>
                </a:rPr>
                <a:t>行业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effectLst/>
                <a:uLnTx/>
                <a:uFillTx/>
                <a:latin typeface="+mj-ea"/>
                <a:ea typeface="+mj-ea"/>
                <a:cs typeface="微软雅黑" panose="020B0503020204020204" charset="-122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chemeClr val="accent1">
                          <a:lumMod val="60000"/>
                          <a:lumOff val="40000"/>
                        </a:schemeClr>
                      </a:gs>
                      <a:gs pos="100000">
                        <a:schemeClr val="accent1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+mj-ea"/>
                  <a:ea typeface="+mj-ea"/>
                  <a:cs typeface="微软雅黑" panose="020B0503020204020204" charset="-122"/>
                </a:rPr>
                <a:t>趋势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effectLst/>
                <a:uLnTx/>
                <a:uFillTx/>
                <a:latin typeface="+mj-ea"/>
                <a:ea typeface="+mj-ea"/>
                <a:cs typeface="微软雅黑" panose="020B0503020204020204" charset="-122"/>
              </a:endParaRPr>
            </a:p>
          </p:txBody>
        </p:sp>
      </p:grpSp>
      <p:grpSp>
        <p:nvGrpSpPr>
          <p:cNvPr id="23" name="显眼包PPT"/>
          <p:cNvGrpSpPr/>
          <p:nvPr/>
        </p:nvGrpSpPr>
        <p:grpSpPr>
          <a:xfrm>
            <a:off x="7739380" y="1588770"/>
            <a:ext cx="770890" cy="772160"/>
            <a:chOff x="2104935" y="2274814"/>
            <a:chExt cx="1060631" cy="1060631"/>
          </a:xfrm>
        </p:grpSpPr>
        <p:sp>
          <p:nvSpPr>
            <p:cNvPr id="24" name="显眼包PPT-2"/>
            <p:cNvSpPr/>
            <p:nvPr/>
          </p:nvSpPr>
          <p:spPr>
            <a:xfrm>
              <a:off x="2104935" y="2274814"/>
              <a:ext cx="1060631" cy="1060631"/>
            </a:xfrm>
            <a:prstGeom prst="ellipse">
              <a:avLst/>
            </a:prstGeom>
            <a:gradFill flip="none" rotWithShape="1">
              <a:gsLst>
                <a:gs pos="60000">
                  <a:schemeClr val="bg1">
                    <a:alpha val="56000"/>
                  </a:schemeClr>
                </a:gs>
                <a:gs pos="100000">
                  <a:schemeClr val="accent1">
                    <a:lumMod val="40000"/>
                    <a:lumOff val="60000"/>
                    <a:alpha val="9300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317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6" name="显眼包PPT-4"/>
            <p:cNvSpPr txBox="1"/>
            <p:nvPr/>
          </p:nvSpPr>
          <p:spPr>
            <a:xfrm>
              <a:off x="2202441" y="2495598"/>
              <a:ext cx="865622" cy="59137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chemeClr val="accent1">
                          <a:lumMod val="60000"/>
                          <a:lumOff val="40000"/>
                        </a:schemeClr>
                      </a:gs>
                      <a:gs pos="100000">
                        <a:schemeClr val="accent1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+mj-ea"/>
                  <a:ea typeface="+mj-ea"/>
                  <a:cs typeface="微软雅黑" panose="020B0503020204020204" charset="-122"/>
                </a:rPr>
                <a:t>竞品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effectLst/>
                <a:uLnTx/>
                <a:uFillTx/>
                <a:latin typeface="+mj-ea"/>
                <a:ea typeface="+mj-ea"/>
                <a:cs typeface="微软雅黑" panose="020B0503020204020204" charset="-122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chemeClr val="accent1">
                          <a:lumMod val="60000"/>
                          <a:lumOff val="40000"/>
                        </a:schemeClr>
                      </a:gs>
                      <a:gs pos="100000">
                        <a:schemeClr val="accent1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+mj-ea"/>
                  <a:ea typeface="+mj-ea"/>
                  <a:cs typeface="微软雅黑" panose="020B0503020204020204" charset="-122"/>
                </a:rPr>
                <a:t>分析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effectLst/>
                <a:uLnTx/>
                <a:uFillTx/>
                <a:latin typeface="+mj-ea"/>
                <a:ea typeface="+mj-ea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形状"/>
          <p:cNvSpPr/>
          <p:nvPr/>
        </p:nvSpPr>
        <p:spPr>
          <a:xfrm rot="5400000" flipV="1">
            <a:off x="5408930" y="122555"/>
            <a:ext cx="1381760" cy="1145794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" y="9032"/>
                </a:moveTo>
                <a:lnTo>
                  <a:pt x="21600" y="0"/>
                </a:lnTo>
                <a:lnTo>
                  <a:pt x="21472" y="21600"/>
                </a:lnTo>
                <a:lnTo>
                  <a:pt x="0" y="12234"/>
                </a:lnTo>
                <a:lnTo>
                  <a:pt x="1" y="9032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40000"/>
                  <a:lumOff val="60000"/>
                </a:schemeClr>
              </a:gs>
              <a:gs pos="100000">
                <a:schemeClr val="accent5">
                  <a:lumMod val="20000"/>
                  <a:lumOff val="80000"/>
                  <a:alpha val="0"/>
                </a:schemeClr>
              </a:gs>
            </a:gsLst>
            <a:lin ang="0" scaled="0"/>
          </a:gradFill>
          <a:ln w="9525">
            <a:noFill/>
          </a:ln>
        </p:spPr>
        <p:txBody>
          <a:bodyPr vert="horz" wrap="square" lIns="68580" tIns="34290" rIns="68580" bIns="34290" numCol="1" rtlCol="0" anchor="t" anchorCtr="0" compatLnSpc="1">
            <a:noAutofit/>
          </a:bodyPr>
          <a:lstStyle/>
          <a:p>
            <a:pPr lvl="0" algn="l">
              <a:buClrTx/>
              <a:buSzTx/>
              <a:buFontTx/>
            </a:pPr>
            <a:endParaRPr kumimoji="1" lang="zh-CN" altLang="en-US" sz="135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微软雅黑" panose="020B0503020204020204" charset="-122"/>
            </a:endParaRPr>
          </a:p>
        </p:txBody>
      </p:sp>
      <p:sp>
        <p:nvSpPr>
          <p:cNvPr id="14" name="设计"/>
          <p:cNvSpPr txBox="1"/>
          <p:nvPr/>
        </p:nvSpPr>
        <p:spPr>
          <a:xfrm>
            <a:off x="4216250" y="5941798"/>
            <a:ext cx="826676" cy="235962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ctr">
            <a:noAutofit/>
          </a:bodyPr>
          <a:lstStyle>
            <a:lvl1pPr algn="ctr" defTabSz="1219200">
              <a:defRPr sz="1200">
                <a:solidFill>
                  <a:srgbClr val="3C5DEB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 lvl="0" algn="ctr" hangingPunct="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kern="0" noProof="0" dirty="0">
                <a:ln>
                  <a:noFill/>
                </a:ln>
                <a:solidFill>
                  <a:srgbClr val="457B9D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继承品牌资产</a:t>
            </a:r>
            <a:endParaRPr lang="zh-CN" altLang="en-US" kern="0" noProof="0" dirty="0">
              <a:ln>
                <a:noFill/>
              </a:ln>
              <a:solidFill>
                <a:srgbClr val="457B9D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1" name="形状"/>
          <p:cNvSpPr/>
          <p:nvPr/>
        </p:nvSpPr>
        <p:spPr>
          <a:xfrm rot="16200000">
            <a:off x="5542280" y="-3759835"/>
            <a:ext cx="1240790" cy="114852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" y="9032"/>
                </a:moveTo>
                <a:lnTo>
                  <a:pt x="21600" y="0"/>
                </a:lnTo>
                <a:lnTo>
                  <a:pt x="21472" y="21600"/>
                </a:lnTo>
                <a:lnTo>
                  <a:pt x="0" y="12234"/>
                </a:lnTo>
                <a:lnTo>
                  <a:pt x="1" y="9032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40000"/>
                  <a:lumOff val="60000"/>
                </a:schemeClr>
              </a:gs>
              <a:gs pos="100000">
                <a:schemeClr val="accent5">
                  <a:lumMod val="20000"/>
                  <a:lumOff val="80000"/>
                  <a:alpha val="0"/>
                </a:schemeClr>
              </a:gs>
            </a:gsLst>
            <a:lin ang="0" scaled="0"/>
          </a:gradFill>
          <a:ln w="9525">
            <a:noFill/>
          </a:ln>
        </p:spPr>
        <p:txBody>
          <a:bodyPr vert="horz" wrap="square" lIns="68580" tIns="34290" rIns="68580" bIns="34290" numCol="1" rtlCol="0" anchor="t" anchorCtr="0" compatLnSpc="1">
            <a:noAutofit/>
          </a:bodyPr>
          <a:lstStyle/>
          <a:p>
            <a:pPr lvl="0" algn="l">
              <a:buClrTx/>
              <a:buSzTx/>
              <a:buFontTx/>
            </a:pPr>
            <a:endParaRPr kumimoji="1" lang="zh-CN" altLang="en-US" sz="135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微软雅黑" panose="020B0503020204020204" charset="-122"/>
            </a:endParaRPr>
          </a:p>
        </p:txBody>
      </p:sp>
      <p:sp>
        <p:nvSpPr>
          <p:cNvPr id="2" name="矩形"/>
          <p:cNvSpPr/>
          <p:nvPr/>
        </p:nvSpPr>
        <p:spPr>
          <a:xfrm>
            <a:off x="2636651" y="1448399"/>
            <a:ext cx="1135098" cy="464462"/>
          </a:xfrm>
          <a:custGeom>
            <a:avLst/>
            <a:gdLst>
              <a:gd name="connsiteX0" fmla="*/ 72000 w 1135098"/>
              <a:gd name="connsiteY0" fmla="*/ 0 h 464462"/>
              <a:gd name="connsiteX1" fmla="*/ 1063098 w 1135098"/>
              <a:gd name="connsiteY1" fmla="*/ 0 h 464462"/>
              <a:gd name="connsiteX2" fmla="*/ 1135098 w 1135098"/>
              <a:gd name="connsiteY2" fmla="*/ 72000 h 464462"/>
              <a:gd name="connsiteX3" fmla="*/ 1135098 w 1135098"/>
              <a:gd name="connsiteY3" fmla="*/ 392462 h 464462"/>
              <a:gd name="connsiteX4" fmla="*/ 1063098 w 1135098"/>
              <a:gd name="connsiteY4" fmla="*/ 464462 h 464462"/>
              <a:gd name="connsiteX5" fmla="*/ 72000 w 1135098"/>
              <a:gd name="connsiteY5" fmla="*/ 464462 h 464462"/>
              <a:gd name="connsiteX6" fmla="*/ 0 w 1135098"/>
              <a:gd name="connsiteY6" fmla="*/ 392462 h 464462"/>
              <a:gd name="connsiteX7" fmla="*/ 0 w 1135098"/>
              <a:gd name="connsiteY7" fmla="*/ 72000 h 464462"/>
              <a:gd name="connsiteX8" fmla="*/ 72000 w 1135098"/>
              <a:gd name="connsiteY8" fmla="*/ 0 h 464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35098" h="464462">
                <a:moveTo>
                  <a:pt x="72000" y="0"/>
                </a:moveTo>
                <a:lnTo>
                  <a:pt x="1063098" y="0"/>
                </a:lnTo>
                <a:cubicBezTo>
                  <a:pt x="1102842" y="0"/>
                  <a:pt x="1135098" y="32256"/>
                  <a:pt x="1135098" y="72000"/>
                </a:cubicBezTo>
                <a:lnTo>
                  <a:pt x="1135098" y="392462"/>
                </a:lnTo>
                <a:cubicBezTo>
                  <a:pt x="1135098" y="432206"/>
                  <a:pt x="1102842" y="464462"/>
                  <a:pt x="1063098" y="464462"/>
                </a:cubicBezTo>
                <a:lnTo>
                  <a:pt x="72000" y="464462"/>
                </a:lnTo>
                <a:cubicBezTo>
                  <a:pt x="32256" y="464462"/>
                  <a:pt x="0" y="432206"/>
                  <a:pt x="0" y="392462"/>
                </a:cubicBezTo>
                <a:lnTo>
                  <a:pt x="0" y="72000"/>
                </a:lnTo>
                <a:cubicBezTo>
                  <a:pt x="0" y="32256"/>
                  <a:pt x="32256" y="0"/>
                  <a:pt x="72000" y="0"/>
                </a:cubicBezTo>
              </a:path>
            </a:pathLst>
          </a:custGeom>
          <a:solidFill>
            <a:schemeClr val="bg1"/>
          </a:solidFill>
          <a:ln w="19050" cap="flat">
            <a:solidFill>
              <a:schemeClr val="accent5">
                <a:lumMod val="60000"/>
                <a:lumOff val="40000"/>
              </a:schemeClr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设计"/>
          <p:cNvSpPr txBox="1"/>
          <p:nvPr/>
        </p:nvSpPr>
        <p:spPr>
          <a:xfrm>
            <a:off x="2790861" y="1562649"/>
            <a:ext cx="826676" cy="235962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ctr">
            <a:noAutofit/>
          </a:bodyPr>
          <a:lstStyle>
            <a:lvl1pPr algn="ctr" defTabSz="1219200">
              <a:defRPr sz="1200">
                <a:solidFill>
                  <a:srgbClr val="3C5DEB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 marL="0" marR="0" lvl="0" indent="0" algn="ctr" defTabSz="1219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内部用户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chemeClr val="accent5">
                  <a:lumMod val="60000"/>
                  <a:lumOff val="40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77" name="矩形"/>
          <p:cNvSpPr/>
          <p:nvPr/>
        </p:nvSpPr>
        <p:spPr>
          <a:xfrm>
            <a:off x="4062040" y="1448399"/>
            <a:ext cx="1135098" cy="464462"/>
          </a:xfrm>
          <a:custGeom>
            <a:avLst/>
            <a:gdLst>
              <a:gd name="connsiteX0" fmla="*/ 72000 w 1135098"/>
              <a:gd name="connsiteY0" fmla="*/ 0 h 464462"/>
              <a:gd name="connsiteX1" fmla="*/ 1063098 w 1135098"/>
              <a:gd name="connsiteY1" fmla="*/ 0 h 464462"/>
              <a:gd name="connsiteX2" fmla="*/ 1135098 w 1135098"/>
              <a:gd name="connsiteY2" fmla="*/ 72000 h 464462"/>
              <a:gd name="connsiteX3" fmla="*/ 1135098 w 1135098"/>
              <a:gd name="connsiteY3" fmla="*/ 392462 h 464462"/>
              <a:gd name="connsiteX4" fmla="*/ 1063098 w 1135098"/>
              <a:gd name="connsiteY4" fmla="*/ 464462 h 464462"/>
              <a:gd name="connsiteX5" fmla="*/ 72000 w 1135098"/>
              <a:gd name="connsiteY5" fmla="*/ 464462 h 464462"/>
              <a:gd name="connsiteX6" fmla="*/ 0 w 1135098"/>
              <a:gd name="connsiteY6" fmla="*/ 392462 h 464462"/>
              <a:gd name="connsiteX7" fmla="*/ 0 w 1135098"/>
              <a:gd name="connsiteY7" fmla="*/ 72000 h 464462"/>
              <a:gd name="connsiteX8" fmla="*/ 72000 w 1135098"/>
              <a:gd name="connsiteY8" fmla="*/ 0 h 464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35098" h="464462">
                <a:moveTo>
                  <a:pt x="72000" y="0"/>
                </a:moveTo>
                <a:lnTo>
                  <a:pt x="1063098" y="0"/>
                </a:lnTo>
                <a:cubicBezTo>
                  <a:pt x="1102842" y="0"/>
                  <a:pt x="1135098" y="32256"/>
                  <a:pt x="1135098" y="72000"/>
                </a:cubicBezTo>
                <a:lnTo>
                  <a:pt x="1135098" y="392462"/>
                </a:lnTo>
                <a:cubicBezTo>
                  <a:pt x="1135098" y="432206"/>
                  <a:pt x="1102842" y="464462"/>
                  <a:pt x="1063098" y="464462"/>
                </a:cubicBezTo>
                <a:lnTo>
                  <a:pt x="72000" y="464462"/>
                </a:lnTo>
                <a:cubicBezTo>
                  <a:pt x="32256" y="464462"/>
                  <a:pt x="0" y="432206"/>
                  <a:pt x="0" y="392462"/>
                </a:cubicBezTo>
                <a:lnTo>
                  <a:pt x="0" y="72000"/>
                </a:lnTo>
                <a:cubicBezTo>
                  <a:pt x="0" y="32256"/>
                  <a:pt x="32256" y="0"/>
                  <a:pt x="72000" y="0"/>
                </a:cubicBezTo>
              </a:path>
            </a:pathLst>
          </a:custGeom>
          <a:solidFill>
            <a:schemeClr val="bg1"/>
          </a:solidFill>
          <a:ln w="19050" cap="flat">
            <a:solidFill>
              <a:schemeClr val="accent5">
                <a:lumMod val="60000"/>
                <a:lumOff val="40000"/>
              </a:schemeClr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2F2FE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设计"/>
          <p:cNvSpPr txBox="1"/>
          <p:nvPr/>
        </p:nvSpPr>
        <p:spPr>
          <a:xfrm>
            <a:off x="4216250" y="1562649"/>
            <a:ext cx="826676" cy="235962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ctr">
            <a:noAutofit/>
          </a:bodyPr>
          <a:lstStyle>
            <a:lvl1pPr algn="ctr" defTabSz="1219200">
              <a:defRPr sz="1200">
                <a:solidFill>
                  <a:srgbClr val="3C5DEB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 marL="0" marR="0" lvl="0" indent="0" algn="ctr" defTabSz="1219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外部用户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chemeClr val="accent5">
                  <a:lumMod val="60000"/>
                  <a:lumOff val="40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76" name="矩形"/>
          <p:cNvSpPr/>
          <p:nvPr/>
        </p:nvSpPr>
        <p:spPr>
          <a:xfrm>
            <a:off x="5487429" y="1448399"/>
            <a:ext cx="1135098" cy="464462"/>
          </a:xfrm>
          <a:custGeom>
            <a:avLst/>
            <a:gdLst>
              <a:gd name="connsiteX0" fmla="*/ 72000 w 1135098"/>
              <a:gd name="connsiteY0" fmla="*/ 0 h 464462"/>
              <a:gd name="connsiteX1" fmla="*/ 1063098 w 1135098"/>
              <a:gd name="connsiteY1" fmla="*/ 0 h 464462"/>
              <a:gd name="connsiteX2" fmla="*/ 1135098 w 1135098"/>
              <a:gd name="connsiteY2" fmla="*/ 72000 h 464462"/>
              <a:gd name="connsiteX3" fmla="*/ 1135098 w 1135098"/>
              <a:gd name="connsiteY3" fmla="*/ 392462 h 464462"/>
              <a:gd name="connsiteX4" fmla="*/ 1063098 w 1135098"/>
              <a:gd name="connsiteY4" fmla="*/ 464462 h 464462"/>
              <a:gd name="connsiteX5" fmla="*/ 72000 w 1135098"/>
              <a:gd name="connsiteY5" fmla="*/ 464462 h 464462"/>
              <a:gd name="connsiteX6" fmla="*/ 0 w 1135098"/>
              <a:gd name="connsiteY6" fmla="*/ 392462 h 464462"/>
              <a:gd name="connsiteX7" fmla="*/ 0 w 1135098"/>
              <a:gd name="connsiteY7" fmla="*/ 72000 h 464462"/>
              <a:gd name="connsiteX8" fmla="*/ 72000 w 1135098"/>
              <a:gd name="connsiteY8" fmla="*/ 0 h 464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35098" h="464462">
                <a:moveTo>
                  <a:pt x="72000" y="0"/>
                </a:moveTo>
                <a:lnTo>
                  <a:pt x="1063098" y="0"/>
                </a:lnTo>
                <a:cubicBezTo>
                  <a:pt x="1102842" y="0"/>
                  <a:pt x="1135098" y="32256"/>
                  <a:pt x="1135098" y="72000"/>
                </a:cubicBezTo>
                <a:lnTo>
                  <a:pt x="1135098" y="392462"/>
                </a:lnTo>
                <a:cubicBezTo>
                  <a:pt x="1135098" y="432206"/>
                  <a:pt x="1102842" y="464462"/>
                  <a:pt x="1063098" y="464462"/>
                </a:cubicBezTo>
                <a:lnTo>
                  <a:pt x="72000" y="464462"/>
                </a:lnTo>
                <a:cubicBezTo>
                  <a:pt x="32256" y="464462"/>
                  <a:pt x="0" y="432206"/>
                  <a:pt x="0" y="392462"/>
                </a:cubicBezTo>
                <a:lnTo>
                  <a:pt x="0" y="72000"/>
                </a:lnTo>
                <a:cubicBezTo>
                  <a:pt x="0" y="32256"/>
                  <a:pt x="32256" y="0"/>
                  <a:pt x="72000" y="0"/>
                </a:cubicBezTo>
              </a:path>
            </a:pathLst>
          </a:custGeom>
          <a:solidFill>
            <a:schemeClr val="bg1"/>
          </a:solidFill>
          <a:ln w="19050" cap="flat">
            <a:solidFill>
              <a:schemeClr val="accent5">
                <a:lumMod val="60000"/>
                <a:lumOff val="40000"/>
              </a:schemeClr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2F2FE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设计"/>
          <p:cNvSpPr txBox="1"/>
          <p:nvPr/>
        </p:nvSpPr>
        <p:spPr>
          <a:xfrm>
            <a:off x="5641639" y="1562649"/>
            <a:ext cx="826676" cy="235962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ctr">
            <a:noAutofit/>
          </a:bodyPr>
          <a:lstStyle>
            <a:lvl1pPr algn="ctr" defTabSz="1219200">
              <a:defRPr sz="1200">
                <a:solidFill>
                  <a:srgbClr val="3C5DEB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 marL="0" marR="0" lvl="0" indent="0" algn="ctr" defTabSz="1219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业务梳理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chemeClr val="accent5">
                  <a:lumMod val="60000"/>
                  <a:lumOff val="40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矩形"/>
          <p:cNvSpPr/>
          <p:nvPr/>
        </p:nvSpPr>
        <p:spPr>
          <a:xfrm>
            <a:off x="6953840" y="1448399"/>
            <a:ext cx="1135098" cy="464462"/>
          </a:xfrm>
          <a:custGeom>
            <a:avLst/>
            <a:gdLst>
              <a:gd name="connsiteX0" fmla="*/ 72000 w 1135098"/>
              <a:gd name="connsiteY0" fmla="*/ 0 h 464462"/>
              <a:gd name="connsiteX1" fmla="*/ 1063098 w 1135098"/>
              <a:gd name="connsiteY1" fmla="*/ 0 h 464462"/>
              <a:gd name="connsiteX2" fmla="*/ 1135098 w 1135098"/>
              <a:gd name="connsiteY2" fmla="*/ 72000 h 464462"/>
              <a:gd name="connsiteX3" fmla="*/ 1135098 w 1135098"/>
              <a:gd name="connsiteY3" fmla="*/ 392462 h 464462"/>
              <a:gd name="connsiteX4" fmla="*/ 1063098 w 1135098"/>
              <a:gd name="connsiteY4" fmla="*/ 464462 h 464462"/>
              <a:gd name="connsiteX5" fmla="*/ 72000 w 1135098"/>
              <a:gd name="connsiteY5" fmla="*/ 464462 h 464462"/>
              <a:gd name="connsiteX6" fmla="*/ 0 w 1135098"/>
              <a:gd name="connsiteY6" fmla="*/ 392462 h 464462"/>
              <a:gd name="connsiteX7" fmla="*/ 0 w 1135098"/>
              <a:gd name="connsiteY7" fmla="*/ 72000 h 464462"/>
              <a:gd name="connsiteX8" fmla="*/ 72000 w 1135098"/>
              <a:gd name="connsiteY8" fmla="*/ 0 h 464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35098" h="464462">
                <a:moveTo>
                  <a:pt x="72000" y="0"/>
                </a:moveTo>
                <a:lnTo>
                  <a:pt x="1063098" y="0"/>
                </a:lnTo>
                <a:cubicBezTo>
                  <a:pt x="1102842" y="0"/>
                  <a:pt x="1135098" y="32256"/>
                  <a:pt x="1135098" y="72000"/>
                </a:cubicBezTo>
                <a:lnTo>
                  <a:pt x="1135098" y="392462"/>
                </a:lnTo>
                <a:cubicBezTo>
                  <a:pt x="1135098" y="432206"/>
                  <a:pt x="1102842" y="464462"/>
                  <a:pt x="1063098" y="464462"/>
                </a:cubicBezTo>
                <a:lnTo>
                  <a:pt x="72000" y="464462"/>
                </a:lnTo>
                <a:cubicBezTo>
                  <a:pt x="32256" y="464462"/>
                  <a:pt x="0" y="432206"/>
                  <a:pt x="0" y="392462"/>
                </a:cubicBezTo>
                <a:lnTo>
                  <a:pt x="0" y="72000"/>
                </a:lnTo>
                <a:cubicBezTo>
                  <a:pt x="0" y="32256"/>
                  <a:pt x="32256" y="0"/>
                  <a:pt x="72000" y="0"/>
                </a:cubicBezTo>
              </a:path>
            </a:pathLst>
          </a:custGeom>
          <a:solidFill>
            <a:schemeClr val="bg1"/>
          </a:solidFill>
          <a:ln w="19050" cap="flat">
            <a:solidFill>
              <a:schemeClr val="accent5">
                <a:lumMod val="60000"/>
                <a:lumOff val="40000"/>
              </a:schemeClr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2F2FE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设计"/>
          <p:cNvSpPr txBox="1"/>
          <p:nvPr/>
        </p:nvSpPr>
        <p:spPr>
          <a:xfrm>
            <a:off x="7108050" y="1562649"/>
            <a:ext cx="826676" cy="235962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ctr">
            <a:noAutofit/>
          </a:bodyPr>
          <a:lstStyle>
            <a:lvl1pPr algn="ctr" defTabSz="1219200">
              <a:defRPr sz="1200">
                <a:solidFill>
                  <a:srgbClr val="3C5DEB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 marL="0" marR="0" lvl="0" indent="0" algn="ctr" defTabSz="1219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行业趋势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chemeClr val="accent5">
                  <a:lumMod val="60000"/>
                  <a:lumOff val="40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" name="矩形"/>
          <p:cNvSpPr/>
          <p:nvPr/>
        </p:nvSpPr>
        <p:spPr>
          <a:xfrm>
            <a:off x="8420251" y="1448399"/>
            <a:ext cx="1135098" cy="464462"/>
          </a:xfrm>
          <a:custGeom>
            <a:avLst/>
            <a:gdLst>
              <a:gd name="connsiteX0" fmla="*/ 72000 w 1135098"/>
              <a:gd name="connsiteY0" fmla="*/ 0 h 464462"/>
              <a:gd name="connsiteX1" fmla="*/ 1063098 w 1135098"/>
              <a:gd name="connsiteY1" fmla="*/ 0 h 464462"/>
              <a:gd name="connsiteX2" fmla="*/ 1135098 w 1135098"/>
              <a:gd name="connsiteY2" fmla="*/ 72000 h 464462"/>
              <a:gd name="connsiteX3" fmla="*/ 1135098 w 1135098"/>
              <a:gd name="connsiteY3" fmla="*/ 392462 h 464462"/>
              <a:gd name="connsiteX4" fmla="*/ 1063098 w 1135098"/>
              <a:gd name="connsiteY4" fmla="*/ 464462 h 464462"/>
              <a:gd name="connsiteX5" fmla="*/ 72000 w 1135098"/>
              <a:gd name="connsiteY5" fmla="*/ 464462 h 464462"/>
              <a:gd name="connsiteX6" fmla="*/ 0 w 1135098"/>
              <a:gd name="connsiteY6" fmla="*/ 392462 h 464462"/>
              <a:gd name="connsiteX7" fmla="*/ 0 w 1135098"/>
              <a:gd name="connsiteY7" fmla="*/ 72000 h 464462"/>
              <a:gd name="connsiteX8" fmla="*/ 72000 w 1135098"/>
              <a:gd name="connsiteY8" fmla="*/ 0 h 464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35098" h="464462">
                <a:moveTo>
                  <a:pt x="72000" y="0"/>
                </a:moveTo>
                <a:lnTo>
                  <a:pt x="1063098" y="0"/>
                </a:lnTo>
                <a:cubicBezTo>
                  <a:pt x="1102842" y="0"/>
                  <a:pt x="1135098" y="32256"/>
                  <a:pt x="1135098" y="72000"/>
                </a:cubicBezTo>
                <a:lnTo>
                  <a:pt x="1135098" y="392462"/>
                </a:lnTo>
                <a:cubicBezTo>
                  <a:pt x="1135098" y="432206"/>
                  <a:pt x="1102842" y="464462"/>
                  <a:pt x="1063098" y="464462"/>
                </a:cubicBezTo>
                <a:lnTo>
                  <a:pt x="72000" y="464462"/>
                </a:lnTo>
                <a:cubicBezTo>
                  <a:pt x="32256" y="464462"/>
                  <a:pt x="0" y="432206"/>
                  <a:pt x="0" y="392462"/>
                </a:cubicBezTo>
                <a:lnTo>
                  <a:pt x="0" y="72000"/>
                </a:lnTo>
                <a:cubicBezTo>
                  <a:pt x="0" y="32256"/>
                  <a:pt x="32256" y="0"/>
                  <a:pt x="72000" y="0"/>
                </a:cubicBezTo>
              </a:path>
            </a:pathLst>
          </a:custGeom>
          <a:solidFill>
            <a:schemeClr val="bg1"/>
          </a:solidFill>
          <a:ln w="19050" cap="flat">
            <a:solidFill>
              <a:schemeClr val="accent5">
                <a:lumMod val="60000"/>
                <a:lumOff val="40000"/>
              </a:schemeClr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2F2FE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设计"/>
          <p:cNvSpPr txBox="1"/>
          <p:nvPr/>
        </p:nvSpPr>
        <p:spPr>
          <a:xfrm>
            <a:off x="8574461" y="1562649"/>
            <a:ext cx="826676" cy="235962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ctr">
            <a:noAutofit/>
          </a:bodyPr>
          <a:lstStyle>
            <a:lvl1pPr algn="ctr" defTabSz="1219200">
              <a:defRPr sz="1200">
                <a:solidFill>
                  <a:srgbClr val="3C5DEB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 marL="0" marR="0" lvl="0" indent="0" algn="ctr" defTabSz="1219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竞品分析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chemeClr val="accent5">
                  <a:lumMod val="60000"/>
                  <a:lumOff val="40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4406035" y="2285640"/>
            <a:ext cx="3265630" cy="3265630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tx2">
                <a:lumMod val="60000"/>
                <a:lumOff val="40000"/>
              </a:schemeClr>
            </a:solidFill>
            <a:prstDash val="dash"/>
            <a:miter lim="800000"/>
            <a:headEnd type="triangle" w="lg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9" name="连接线"/>
          <p:cNvSpPr/>
          <p:nvPr/>
        </p:nvSpPr>
        <p:spPr>
          <a:xfrm flipV="1">
            <a:off x="2141220" y="4626610"/>
            <a:ext cx="232410" cy="2044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194" extrusionOk="0">
                <a:moveTo>
                  <a:pt x="0" y="247"/>
                </a:moveTo>
                <a:cubicBezTo>
                  <a:pt x="10185" y="-1406"/>
                  <a:pt x="17385" y="5243"/>
                  <a:pt x="21600" y="20194"/>
                </a:cubicBezTo>
              </a:path>
            </a:pathLst>
          </a:custGeom>
          <a:noFill/>
          <a:ln w="31750" cap="rnd"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0" scaled="1"/>
              <a:tileRect/>
            </a:gradFill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5" name="标题 2"/>
          <p:cNvSpPr>
            <a:spLocks noGrp="1"/>
          </p:cNvSpPr>
          <p:nvPr/>
        </p:nvSpPr>
        <p:spPr>
          <a:xfrm>
            <a:off x="1105535" y="347980"/>
            <a:ext cx="7137400" cy="396875"/>
          </a:xfrm>
          <a:prstGeom prst="rect">
            <a:avLst/>
          </a:prstGeom>
          <a:ln w="12700">
            <a:miter lim="400000"/>
          </a:ln>
        </p:spPr>
        <p:txBody>
          <a:bodyPr vert="horz" wrap="square" lIns="25400" tIns="25400" rIns="25400" bIns="2540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0" lang="zh-CN" altLang="en-US" sz="2800" b="1" u="none" strike="noStrike" kern="1200" cap="none" spc="0" normalizeH="0" baseline="0" dirty="0">
                <a:ln>
                  <a:noFill/>
                </a:ln>
                <a:solidFill>
                  <a:schemeClr val="accent1"/>
                </a:solidFill>
                <a:effectLst>
                  <a:outerShdw blurRad="187896" dist="38100" dir="2700000" algn="tl" rotWithShape="0">
                    <a:srgbClr val="1C2952">
                      <a:alpha val="6000"/>
                    </a:srgbClr>
                  </a:outerShdw>
                </a:effectLst>
                <a:uLnTx/>
                <a:uFillTx/>
                <a:latin typeface="HONOR Sans CN" panose="05000200000000000000" charset="-122"/>
                <a:ea typeface="HONOR Sans CN" panose="05000200000000000000" charset="-122"/>
                <a:cs typeface="OPPOSans H" panose="00020600040101010101" pitchFamily="18" charset="-122"/>
              </a:defRPr>
            </a:lvl1pPr>
          </a:lstStyle>
          <a:p>
            <a:pPr algn="l"/>
            <a:r>
              <a:rPr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业务框架</a:t>
            </a:r>
            <a:r>
              <a:rPr lang="en-US" altLang="zh-CN"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中心发散架构 | </a:t>
            </a:r>
            <a:r>
              <a:rPr sz="250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品牌方案设计核心思路</a:t>
            </a:r>
            <a:endParaRPr lang="en-US" altLang="zh-CN" sz="2500" b="0">
              <a:solidFill>
                <a:schemeClr val="tx2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" name="图片 9" descr="屋顶资源管理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5600" y="186055"/>
            <a:ext cx="549910" cy="549910"/>
          </a:xfrm>
          <a:prstGeom prst="rect">
            <a:avLst/>
          </a:prstGeom>
        </p:spPr>
      </p:pic>
      <p:sp>
        <p:nvSpPr>
          <p:cNvPr id="12" name="椭圆 11"/>
          <p:cNvSpPr/>
          <p:nvPr/>
        </p:nvSpPr>
        <p:spPr>
          <a:xfrm>
            <a:off x="4514850" y="2394455"/>
            <a:ext cx="3048000" cy="3048000"/>
          </a:xfrm>
          <a:prstGeom prst="ellipse">
            <a:avLst/>
          </a:prstGeom>
          <a:solidFill>
            <a:schemeClr val="bg1"/>
          </a:solidFill>
          <a:ln w="12700" cap="flat">
            <a:noFill/>
            <a:prstDash val="sysDash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4514850" y="3150105"/>
            <a:ext cx="1524000" cy="1524000"/>
          </a:xfrm>
          <a:prstGeom prst="ellipse">
            <a:avLst/>
          </a:pr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6038850" y="3150105"/>
            <a:ext cx="1524000" cy="1524000"/>
          </a:xfrm>
          <a:prstGeom prst="ellipse">
            <a:avLst/>
          </a:prstGeom>
          <a:gradFill>
            <a:gsLst>
              <a:gs pos="0">
                <a:schemeClr val="accent5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ctr" anchorCtr="0" forceAA="0" compatLnSpc="1">
            <a:noAutofit/>
          </a:bodyPr>
          <a:lstStyle/>
          <a:p>
            <a:pPr lvl="0" algn="ctr" hangingPunct="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6" name="Object29"/>
          <p:cNvSpPr txBox="1"/>
          <p:nvPr/>
        </p:nvSpPr>
        <p:spPr>
          <a:xfrm>
            <a:off x="4759114" y="3649214"/>
            <a:ext cx="1041400" cy="61369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Autofit/>
          </a:bodyPr>
          <a:lstStyle>
            <a:lvl1pPr algn="ctr" defTabSz="609600">
              <a:lnSpc>
                <a:spcPts val="2000"/>
              </a:lnSpc>
              <a:defRPr b="1">
                <a:solidFill>
                  <a:srgbClr val="FFFFFF"/>
                </a:solidFill>
                <a:latin typeface="Microsoft YaHei Bold"/>
                <a:ea typeface="Microsoft YaHei Bold"/>
                <a:cs typeface="Microsoft YaHei Bold"/>
                <a:sym typeface="Microsoft YaHei Bold"/>
              </a:defRPr>
            </a:lvl1pPr>
          </a:lstStyle>
          <a:p>
            <a:pPr marL="0" marR="0" lvl="0" indent="0" algn="ctr" defTabSz="609600" rtl="0" eaLnBrk="1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品牌现状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现状梳理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7" name="Object29"/>
          <p:cNvSpPr txBox="1"/>
          <p:nvPr/>
        </p:nvSpPr>
        <p:spPr>
          <a:xfrm>
            <a:off x="6302331" y="3677632"/>
            <a:ext cx="1041400" cy="683659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Autofit/>
          </a:bodyPr>
          <a:lstStyle>
            <a:lvl1pPr algn="ctr" defTabSz="609600">
              <a:lnSpc>
                <a:spcPts val="2000"/>
              </a:lnSpc>
              <a:defRPr b="1">
                <a:solidFill>
                  <a:srgbClr val="FFFFFF"/>
                </a:solidFill>
                <a:latin typeface="Microsoft YaHei Bold"/>
                <a:ea typeface="Microsoft YaHei Bold"/>
                <a:cs typeface="Microsoft YaHei Bold"/>
                <a:sym typeface="Microsoft YaHei Bold"/>
              </a:defRPr>
            </a:lvl1pPr>
          </a:lstStyle>
          <a:p>
            <a:pPr marL="0" marR="0" lvl="0" indent="0" algn="ctr" defTabSz="609600" rtl="0" eaLnBrk="1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品牌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DNA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未来预期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9" name="矩形"/>
          <p:cNvSpPr/>
          <p:nvPr/>
        </p:nvSpPr>
        <p:spPr>
          <a:xfrm>
            <a:off x="4062040" y="5827548"/>
            <a:ext cx="1135098" cy="464462"/>
          </a:xfrm>
          <a:custGeom>
            <a:avLst/>
            <a:gdLst>
              <a:gd name="connsiteX0" fmla="*/ 72000 w 1135098"/>
              <a:gd name="connsiteY0" fmla="*/ 0 h 464462"/>
              <a:gd name="connsiteX1" fmla="*/ 1063098 w 1135098"/>
              <a:gd name="connsiteY1" fmla="*/ 0 h 464462"/>
              <a:gd name="connsiteX2" fmla="*/ 1135098 w 1135098"/>
              <a:gd name="connsiteY2" fmla="*/ 72000 h 464462"/>
              <a:gd name="connsiteX3" fmla="*/ 1135098 w 1135098"/>
              <a:gd name="connsiteY3" fmla="*/ 392462 h 464462"/>
              <a:gd name="connsiteX4" fmla="*/ 1063098 w 1135098"/>
              <a:gd name="connsiteY4" fmla="*/ 464462 h 464462"/>
              <a:gd name="connsiteX5" fmla="*/ 72000 w 1135098"/>
              <a:gd name="connsiteY5" fmla="*/ 464462 h 464462"/>
              <a:gd name="connsiteX6" fmla="*/ 0 w 1135098"/>
              <a:gd name="connsiteY6" fmla="*/ 392462 h 464462"/>
              <a:gd name="connsiteX7" fmla="*/ 0 w 1135098"/>
              <a:gd name="connsiteY7" fmla="*/ 72000 h 464462"/>
              <a:gd name="connsiteX8" fmla="*/ 72000 w 1135098"/>
              <a:gd name="connsiteY8" fmla="*/ 0 h 464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35098" h="464462">
                <a:moveTo>
                  <a:pt x="72000" y="0"/>
                </a:moveTo>
                <a:lnTo>
                  <a:pt x="1063098" y="0"/>
                </a:lnTo>
                <a:cubicBezTo>
                  <a:pt x="1102842" y="0"/>
                  <a:pt x="1135098" y="32256"/>
                  <a:pt x="1135098" y="72000"/>
                </a:cubicBezTo>
                <a:lnTo>
                  <a:pt x="1135098" y="392462"/>
                </a:lnTo>
                <a:cubicBezTo>
                  <a:pt x="1135098" y="432206"/>
                  <a:pt x="1102842" y="464462"/>
                  <a:pt x="1063098" y="464462"/>
                </a:cubicBezTo>
                <a:lnTo>
                  <a:pt x="72000" y="464462"/>
                </a:lnTo>
                <a:cubicBezTo>
                  <a:pt x="32256" y="464462"/>
                  <a:pt x="0" y="432206"/>
                  <a:pt x="0" y="392462"/>
                </a:cubicBezTo>
                <a:lnTo>
                  <a:pt x="0" y="72000"/>
                </a:lnTo>
                <a:cubicBezTo>
                  <a:pt x="0" y="32256"/>
                  <a:pt x="32256" y="0"/>
                  <a:pt x="72000" y="0"/>
                </a:cubicBezTo>
              </a:path>
            </a:pathLst>
          </a:custGeom>
          <a:solidFill>
            <a:schemeClr val="bg1"/>
          </a:solidFill>
          <a:ln w="19050" cap="flat">
            <a:solidFill>
              <a:schemeClr val="accent5">
                <a:lumMod val="60000"/>
                <a:lumOff val="40000"/>
              </a:schemeClr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ctr" anchorCtr="0" forceAA="0" compatLnSpc="1">
            <a:noAutofit/>
          </a:bodyPr>
          <a:lstStyle/>
          <a:p>
            <a:pPr lvl="0" algn="l" hangingPunct="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9" name="矩形"/>
          <p:cNvSpPr/>
          <p:nvPr/>
        </p:nvSpPr>
        <p:spPr>
          <a:xfrm>
            <a:off x="5507940" y="5827548"/>
            <a:ext cx="1135098" cy="464462"/>
          </a:xfrm>
          <a:custGeom>
            <a:avLst/>
            <a:gdLst>
              <a:gd name="connsiteX0" fmla="*/ 72000 w 1135098"/>
              <a:gd name="connsiteY0" fmla="*/ 0 h 464462"/>
              <a:gd name="connsiteX1" fmla="*/ 1063098 w 1135098"/>
              <a:gd name="connsiteY1" fmla="*/ 0 h 464462"/>
              <a:gd name="connsiteX2" fmla="*/ 1135098 w 1135098"/>
              <a:gd name="connsiteY2" fmla="*/ 72000 h 464462"/>
              <a:gd name="connsiteX3" fmla="*/ 1135098 w 1135098"/>
              <a:gd name="connsiteY3" fmla="*/ 392462 h 464462"/>
              <a:gd name="connsiteX4" fmla="*/ 1063098 w 1135098"/>
              <a:gd name="connsiteY4" fmla="*/ 464462 h 464462"/>
              <a:gd name="connsiteX5" fmla="*/ 72000 w 1135098"/>
              <a:gd name="connsiteY5" fmla="*/ 464462 h 464462"/>
              <a:gd name="connsiteX6" fmla="*/ 0 w 1135098"/>
              <a:gd name="connsiteY6" fmla="*/ 392462 h 464462"/>
              <a:gd name="connsiteX7" fmla="*/ 0 w 1135098"/>
              <a:gd name="connsiteY7" fmla="*/ 72000 h 464462"/>
              <a:gd name="connsiteX8" fmla="*/ 72000 w 1135098"/>
              <a:gd name="connsiteY8" fmla="*/ 0 h 464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35098" h="464462">
                <a:moveTo>
                  <a:pt x="72000" y="0"/>
                </a:moveTo>
                <a:lnTo>
                  <a:pt x="1063098" y="0"/>
                </a:lnTo>
                <a:cubicBezTo>
                  <a:pt x="1102842" y="0"/>
                  <a:pt x="1135098" y="32256"/>
                  <a:pt x="1135098" y="72000"/>
                </a:cubicBezTo>
                <a:lnTo>
                  <a:pt x="1135098" y="392462"/>
                </a:lnTo>
                <a:cubicBezTo>
                  <a:pt x="1135098" y="432206"/>
                  <a:pt x="1102842" y="464462"/>
                  <a:pt x="1063098" y="464462"/>
                </a:cubicBezTo>
                <a:lnTo>
                  <a:pt x="72000" y="464462"/>
                </a:lnTo>
                <a:cubicBezTo>
                  <a:pt x="32256" y="464462"/>
                  <a:pt x="0" y="432206"/>
                  <a:pt x="0" y="392462"/>
                </a:cubicBezTo>
                <a:lnTo>
                  <a:pt x="0" y="72000"/>
                </a:lnTo>
                <a:cubicBezTo>
                  <a:pt x="0" y="32256"/>
                  <a:pt x="32256" y="0"/>
                  <a:pt x="72000" y="0"/>
                </a:cubicBezTo>
              </a:path>
            </a:pathLst>
          </a:custGeom>
          <a:solidFill>
            <a:schemeClr val="bg1"/>
          </a:solidFill>
          <a:ln w="19050" cap="flat">
            <a:solidFill>
              <a:schemeClr val="accent5">
                <a:lumMod val="60000"/>
                <a:lumOff val="40000"/>
              </a:schemeClr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ctr" anchorCtr="0" forceAA="0" compatLnSpc="1">
            <a:noAutofit/>
          </a:bodyPr>
          <a:lstStyle/>
          <a:p>
            <a:pPr lvl="0" algn="l" hangingPunct="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0" name="设计"/>
          <p:cNvSpPr txBox="1"/>
          <p:nvPr/>
        </p:nvSpPr>
        <p:spPr>
          <a:xfrm>
            <a:off x="5662150" y="5941798"/>
            <a:ext cx="826676" cy="235962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ctr">
            <a:noAutofit/>
          </a:bodyPr>
          <a:lstStyle>
            <a:lvl1pPr algn="ctr" defTabSz="1219200">
              <a:defRPr sz="1200">
                <a:solidFill>
                  <a:srgbClr val="3C5DEB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 lvl="0" algn="ctr" hangingPunct="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kern="0" noProof="0" dirty="0">
                <a:ln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优化阶段问题</a:t>
            </a:r>
            <a:endParaRPr lang="zh-CN" altLang="en-US" kern="0" noProof="0" dirty="0">
              <a:ln>
                <a:noFill/>
              </a:ln>
              <a:solidFill>
                <a:schemeClr val="accent5">
                  <a:lumMod val="60000"/>
                  <a:lumOff val="40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2" name="矩形"/>
          <p:cNvSpPr/>
          <p:nvPr/>
        </p:nvSpPr>
        <p:spPr>
          <a:xfrm>
            <a:off x="6953840" y="5827548"/>
            <a:ext cx="1135098" cy="464462"/>
          </a:xfrm>
          <a:custGeom>
            <a:avLst/>
            <a:gdLst>
              <a:gd name="connsiteX0" fmla="*/ 72000 w 1135098"/>
              <a:gd name="connsiteY0" fmla="*/ 0 h 464462"/>
              <a:gd name="connsiteX1" fmla="*/ 1063098 w 1135098"/>
              <a:gd name="connsiteY1" fmla="*/ 0 h 464462"/>
              <a:gd name="connsiteX2" fmla="*/ 1135098 w 1135098"/>
              <a:gd name="connsiteY2" fmla="*/ 72000 h 464462"/>
              <a:gd name="connsiteX3" fmla="*/ 1135098 w 1135098"/>
              <a:gd name="connsiteY3" fmla="*/ 392462 h 464462"/>
              <a:gd name="connsiteX4" fmla="*/ 1063098 w 1135098"/>
              <a:gd name="connsiteY4" fmla="*/ 464462 h 464462"/>
              <a:gd name="connsiteX5" fmla="*/ 72000 w 1135098"/>
              <a:gd name="connsiteY5" fmla="*/ 464462 h 464462"/>
              <a:gd name="connsiteX6" fmla="*/ 0 w 1135098"/>
              <a:gd name="connsiteY6" fmla="*/ 392462 h 464462"/>
              <a:gd name="connsiteX7" fmla="*/ 0 w 1135098"/>
              <a:gd name="connsiteY7" fmla="*/ 72000 h 464462"/>
              <a:gd name="connsiteX8" fmla="*/ 72000 w 1135098"/>
              <a:gd name="connsiteY8" fmla="*/ 0 h 464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35098" h="464462">
                <a:moveTo>
                  <a:pt x="72000" y="0"/>
                </a:moveTo>
                <a:lnTo>
                  <a:pt x="1063098" y="0"/>
                </a:lnTo>
                <a:cubicBezTo>
                  <a:pt x="1102842" y="0"/>
                  <a:pt x="1135098" y="32256"/>
                  <a:pt x="1135098" y="72000"/>
                </a:cubicBezTo>
                <a:lnTo>
                  <a:pt x="1135098" y="392462"/>
                </a:lnTo>
                <a:cubicBezTo>
                  <a:pt x="1135098" y="432206"/>
                  <a:pt x="1102842" y="464462"/>
                  <a:pt x="1063098" y="464462"/>
                </a:cubicBezTo>
                <a:lnTo>
                  <a:pt x="72000" y="464462"/>
                </a:lnTo>
                <a:cubicBezTo>
                  <a:pt x="32256" y="464462"/>
                  <a:pt x="0" y="432206"/>
                  <a:pt x="0" y="392462"/>
                </a:cubicBezTo>
                <a:lnTo>
                  <a:pt x="0" y="72000"/>
                </a:lnTo>
                <a:cubicBezTo>
                  <a:pt x="0" y="32256"/>
                  <a:pt x="32256" y="0"/>
                  <a:pt x="72000" y="0"/>
                </a:cubicBezTo>
              </a:path>
            </a:pathLst>
          </a:custGeom>
          <a:solidFill>
            <a:schemeClr val="bg1"/>
          </a:solidFill>
          <a:ln w="19050" cap="flat">
            <a:solidFill>
              <a:schemeClr val="accent5">
                <a:lumMod val="60000"/>
                <a:lumOff val="40000"/>
              </a:schemeClr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ctr" anchorCtr="0" forceAA="0" compatLnSpc="1">
            <a:noAutofit/>
          </a:bodyPr>
          <a:lstStyle/>
          <a:p>
            <a:pPr lvl="0" algn="l" hangingPunct="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3" name="设计"/>
          <p:cNvSpPr txBox="1"/>
          <p:nvPr/>
        </p:nvSpPr>
        <p:spPr>
          <a:xfrm>
            <a:off x="7108050" y="5941798"/>
            <a:ext cx="826676" cy="235962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ctr">
            <a:noAutofit/>
          </a:bodyPr>
          <a:lstStyle>
            <a:lvl1pPr algn="ctr" defTabSz="1219200">
              <a:defRPr sz="1200">
                <a:solidFill>
                  <a:srgbClr val="3C5DEB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 lvl="0" algn="ctr" hangingPunct="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kern="0" noProof="0" dirty="0">
                <a:ln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激活品牌活力</a:t>
            </a:r>
            <a:endParaRPr lang="zh-CN" altLang="en-US" kern="0" noProof="0" dirty="0">
              <a:ln>
                <a:noFill/>
              </a:ln>
              <a:solidFill>
                <a:schemeClr val="accent5">
                  <a:lumMod val="60000"/>
                  <a:lumOff val="40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34" name="矩形 115"/>
          <p:cNvSpPr/>
          <p:nvPr/>
        </p:nvSpPr>
        <p:spPr>
          <a:xfrm>
            <a:off x="2389007" y="3074435"/>
            <a:ext cx="1131396" cy="378000"/>
          </a:xfrm>
          <a:custGeom>
            <a:avLst/>
            <a:gdLst>
              <a:gd name="connsiteX0" fmla="*/ 72000 w 1131396"/>
              <a:gd name="connsiteY0" fmla="*/ 0 h 378000"/>
              <a:gd name="connsiteX1" fmla="*/ 1059396 w 1131396"/>
              <a:gd name="connsiteY1" fmla="*/ 0 h 378000"/>
              <a:gd name="connsiteX2" fmla="*/ 1131396 w 1131396"/>
              <a:gd name="connsiteY2" fmla="*/ 72000 h 378000"/>
              <a:gd name="connsiteX3" fmla="*/ 1131396 w 1131396"/>
              <a:gd name="connsiteY3" fmla="*/ 306000 h 378000"/>
              <a:gd name="connsiteX4" fmla="*/ 1059396 w 1131396"/>
              <a:gd name="connsiteY4" fmla="*/ 378000 h 378000"/>
              <a:gd name="connsiteX5" fmla="*/ 72000 w 1131396"/>
              <a:gd name="connsiteY5" fmla="*/ 378000 h 378000"/>
              <a:gd name="connsiteX6" fmla="*/ 0 w 1131396"/>
              <a:gd name="connsiteY6" fmla="*/ 306000 h 378000"/>
              <a:gd name="connsiteX7" fmla="*/ 0 w 1131396"/>
              <a:gd name="connsiteY7" fmla="*/ 72000 h 378000"/>
              <a:gd name="connsiteX8" fmla="*/ 72000 w 1131396"/>
              <a:gd name="connsiteY8" fmla="*/ 0 h 37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31396" h="378000">
                <a:moveTo>
                  <a:pt x="72000" y="0"/>
                </a:moveTo>
                <a:lnTo>
                  <a:pt x="1059396" y="0"/>
                </a:lnTo>
                <a:cubicBezTo>
                  <a:pt x="1099140" y="0"/>
                  <a:pt x="1131396" y="32256"/>
                  <a:pt x="1131396" y="72000"/>
                </a:cubicBezTo>
                <a:lnTo>
                  <a:pt x="1131396" y="306000"/>
                </a:lnTo>
                <a:cubicBezTo>
                  <a:pt x="1131396" y="345744"/>
                  <a:pt x="1099140" y="378000"/>
                  <a:pt x="1059396" y="378000"/>
                </a:cubicBezTo>
                <a:lnTo>
                  <a:pt x="72000" y="378000"/>
                </a:lnTo>
                <a:cubicBezTo>
                  <a:pt x="32256" y="378000"/>
                  <a:pt x="0" y="345744"/>
                  <a:pt x="0" y="306000"/>
                </a:cubicBezTo>
                <a:lnTo>
                  <a:pt x="0" y="72000"/>
                </a:lnTo>
                <a:cubicBezTo>
                  <a:pt x="0" y="32256"/>
                  <a:pt x="32256" y="0"/>
                  <a:pt x="72000" y="0"/>
                </a:cubicBezTo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905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19344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5" name="矩形 117"/>
          <p:cNvSpPr/>
          <p:nvPr/>
        </p:nvSpPr>
        <p:spPr>
          <a:xfrm>
            <a:off x="2389007" y="3725973"/>
            <a:ext cx="1131396" cy="378000"/>
          </a:xfrm>
          <a:custGeom>
            <a:avLst/>
            <a:gdLst>
              <a:gd name="connsiteX0" fmla="*/ 72000 w 1131396"/>
              <a:gd name="connsiteY0" fmla="*/ 0 h 378000"/>
              <a:gd name="connsiteX1" fmla="*/ 1059396 w 1131396"/>
              <a:gd name="connsiteY1" fmla="*/ 0 h 378000"/>
              <a:gd name="connsiteX2" fmla="*/ 1131396 w 1131396"/>
              <a:gd name="connsiteY2" fmla="*/ 72000 h 378000"/>
              <a:gd name="connsiteX3" fmla="*/ 1131396 w 1131396"/>
              <a:gd name="connsiteY3" fmla="*/ 306000 h 378000"/>
              <a:gd name="connsiteX4" fmla="*/ 1059396 w 1131396"/>
              <a:gd name="connsiteY4" fmla="*/ 378000 h 378000"/>
              <a:gd name="connsiteX5" fmla="*/ 72000 w 1131396"/>
              <a:gd name="connsiteY5" fmla="*/ 378000 h 378000"/>
              <a:gd name="connsiteX6" fmla="*/ 0 w 1131396"/>
              <a:gd name="connsiteY6" fmla="*/ 306000 h 378000"/>
              <a:gd name="connsiteX7" fmla="*/ 0 w 1131396"/>
              <a:gd name="connsiteY7" fmla="*/ 72000 h 378000"/>
              <a:gd name="connsiteX8" fmla="*/ 72000 w 1131396"/>
              <a:gd name="connsiteY8" fmla="*/ 0 h 37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31396" h="378000">
                <a:moveTo>
                  <a:pt x="72000" y="0"/>
                </a:moveTo>
                <a:lnTo>
                  <a:pt x="1059396" y="0"/>
                </a:lnTo>
                <a:cubicBezTo>
                  <a:pt x="1099140" y="0"/>
                  <a:pt x="1131396" y="32256"/>
                  <a:pt x="1131396" y="72000"/>
                </a:cubicBezTo>
                <a:lnTo>
                  <a:pt x="1131396" y="306000"/>
                </a:lnTo>
                <a:cubicBezTo>
                  <a:pt x="1131396" y="345744"/>
                  <a:pt x="1099140" y="378000"/>
                  <a:pt x="1059396" y="378000"/>
                </a:cubicBezTo>
                <a:lnTo>
                  <a:pt x="72000" y="378000"/>
                </a:lnTo>
                <a:cubicBezTo>
                  <a:pt x="32256" y="378000"/>
                  <a:pt x="0" y="345744"/>
                  <a:pt x="0" y="306000"/>
                </a:cubicBezTo>
                <a:lnTo>
                  <a:pt x="0" y="72000"/>
                </a:lnTo>
                <a:cubicBezTo>
                  <a:pt x="0" y="32256"/>
                  <a:pt x="32256" y="0"/>
                  <a:pt x="72000" y="0"/>
                </a:cubicBezTo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905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ctr" anchorCtr="0" forceAA="0" compatLnSpc="1">
            <a:noAutofit/>
          </a:bodyPr>
          <a:lstStyle/>
          <a:p>
            <a:pPr lvl="0" algn="l" hangingPunct="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 dirty="0">
              <a:ln>
                <a:noFill/>
              </a:ln>
              <a:solidFill>
                <a:srgbClr val="19344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36" name="矩形 119"/>
          <p:cNvSpPr/>
          <p:nvPr/>
        </p:nvSpPr>
        <p:spPr>
          <a:xfrm>
            <a:off x="2389007" y="4377238"/>
            <a:ext cx="1131396" cy="378000"/>
          </a:xfrm>
          <a:custGeom>
            <a:avLst/>
            <a:gdLst>
              <a:gd name="connsiteX0" fmla="*/ 72000 w 1131396"/>
              <a:gd name="connsiteY0" fmla="*/ 0 h 378000"/>
              <a:gd name="connsiteX1" fmla="*/ 1059396 w 1131396"/>
              <a:gd name="connsiteY1" fmla="*/ 0 h 378000"/>
              <a:gd name="connsiteX2" fmla="*/ 1131396 w 1131396"/>
              <a:gd name="connsiteY2" fmla="*/ 72000 h 378000"/>
              <a:gd name="connsiteX3" fmla="*/ 1131396 w 1131396"/>
              <a:gd name="connsiteY3" fmla="*/ 306000 h 378000"/>
              <a:gd name="connsiteX4" fmla="*/ 1059396 w 1131396"/>
              <a:gd name="connsiteY4" fmla="*/ 378000 h 378000"/>
              <a:gd name="connsiteX5" fmla="*/ 72000 w 1131396"/>
              <a:gd name="connsiteY5" fmla="*/ 378000 h 378000"/>
              <a:gd name="connsiteX6" fmla="*/ 0 w 1131396"/>
              <a:gd name="connsiteY6" fmla="*/ 306000 h 378000"/>
              <a:gd name="connsiteX7" fmla="*/ 0 w 1131396"/>
              <a:gd name="connsiteY7" fmla="*/ 72000 h 378000"/>
              <a:gd name="connsiteX8" fmla="*/ 72000 w 1131396"/>
              <a:gd name="connsiteY8" fmla="*/ 0 h 37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31396" h="378000">
                <a:moveTo>
                  <a:pt x="72000" y="0"/>
                </a:moveTo>
                <a:lnTo>
                  <a:pt x="1059396" y="0"/>
                </a:lnTo>
                <a:cubicBezTo>
                  <a:pt x="1099140" y="0"/>
                  <a:pt x="1131396" y="32256"/>
                  <a:pt x="1131396" y="72000"/>
                </a:cubicBezTo>
                <a:lnTo>
                  <a:pt x="1131396" y="306000"/>
                </a:lnTo>
                <a:cubicBezTo>
                  <a:pt x="1131396" y="345744"/>
                  <a:pt x="1099140" y="378000"/>
                  <a:pt x="1059396" y="378000"/>
                </a:cubicBezTo>
                <a:lnTo>
                  <a:pt x="72000" y="378000"/>
                </a:lnTo>
                <a:cubicBezTo>
                  <a:pt x="32256" y="378000"/>
                  <a:pt x="0" y="345744"/>
                  <a:pt x="0" y="306000"/>
                </a:cubicBezTo>
                <a:lnTo>
                  <a:pt x="0" y="72000"/>
                </a:lnTo>
                <a:cubicBezTo>
                  <a:pt x="0" y="32256"/>
                  <a:pt x="32256" y="0"/>
                  <a:pt x="72000" y="0"/>
                </a:cubicBezTo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905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ctr" anchorCtr="0" forceAA="0" compatLnSpc="1">
            <a:noAutofit/>
          </a:bodyPr>
          <a:lstStyle/>
          <a:p>
            <a:pPr lvl="0" algn="l" hangingPunct="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 dirty="0">
              <a:ln>
                <a:noFill/>
              </a:ln>
              <a:solidFill>
                <a:srgbClr val="19344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37" name="矩形 121"/>
          <p:cNvSpPr/>
          <p:nvPr/>
        </p:nvSpPr>
        <p:spPr>
          <a:xfrm>
            <a:off x="419437" y="2475855"/>
            <a:ext cx="1700435" cy="865620"/>
          </a:xfrm>
          <a:custGeom>
            <a:avLst/>
            <a:gdLst>
              <a:gd name="connsiteX0" fmla="*/ 72000 w 1700435"/>
              <a:gd name="connsiteY0" fmla="*/ 0 h 677942"/>
              <a:gd name="connsiteX1" fmla="*/ 1628435 w 1700435"/>
              <a:gd name="connsiteY1" fmla="*/ 0 h 677942"/>
              <a:gd name="connsiteX2" fmla="*/ 1700435 w 1700435"/>
              <a:gd name="connsiteY2" fmla="*/ 72000 h 677942"/>
              <a:gd name="connsiteX3" fmla="*/ 1700435 w 1700435"/>
              <a:gd name="connsiteY3" fmla="*/ 605942 h 677942"/>
              <a:gd name="connsiteX4" fmla="*/ 1628435 w 1700435"/>
              <a:gd name="connsiteY4" fmla="*/ 677942 h 677942"/>
              <a:gd name="connsiteX5" fmla="*/ 72000 w 1700435"/>
              <a:gd name="connsiteY5" fmla="*/ 677942 h 677942"/>
              <a:gd name="connsiteX6" fmla="*/ 0 w 1700435"/>
              <a:gd name="connsiteY6" fmla="*/ 605942 h 677942"/>
              <a:gd name="connsiteX7" fmla="*/ 0 w 1700435"/>
              <a:gd name="connsiteY7" fmla="*/ 72000 h 677942"/>
              <a:gd name="connsiteX8" fmla="*/ 72000 w 1700435"/>
              <a:gd name="connsiteY8" fmla="*/ 0 h 677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00435" h="677942">
                <a:moveTo>
                  <a:pt x="72000" y="0"/>
                </a:moveTo>
                <a:lnTo>
                  <a:pt x="1628435" y="0"/>
                </a:lnTo>
                <a:cubicBezTo>
                  <a:pt x="1668179" y="0"/>
                  <a:pt x="1700435" y="32256"/>
                  <a:pt x="1700435" y="72000"/>
                </a:cubicBezTo>
                <a:lnTo>
                  <a:pt x="1700435" y="605942"/>
                </a:lnTo>
                <a:cubicBezTo>
                  <a:pt x="1700435" y="645686"/>
                  <a:pt x="1668179" y="677942"/>
                  <a:pt x="1628435" y="677942"/>
                </a:cubicBezTo>
                <a:lnTo>
                  <a:pt x="72000" y="677942"/>
                </a:lnTo>
                <a:cubicBezTo>
                  <a:pt x="32256" y="677942"/>
                  <a:pt x="0" y="645686"/>
                  <a:pt x="0" y="605942"/>
                </a:cubicBezTo>
                <a:lnTo>
                  <a:pt x="0" y="72000"/>
                </a:lnTo>
                <a:cubicBezTo>
                  <a:pt x="0" y="32256"/>
                  <a:pt x="32256" y="0"/>
                  <a:pt x="72000" y="0"/>
                </a:cubicBezTo>
              </a:path>
            </a:pathLst>
          </a:custGeom>
          <a:solidFill>
            <a:schemeClr val="accent1">
              <a:lumMod val="20000"/>
              <a:lumOff val="80000"/>
              <a:alpha val="70000"/>
            </a:schemeClr>
          </a:solidFill>
          <a:ln w="12700" cap="flat">
            <a:solidFill>
              <a:schemeClr val="accent1">
                <a:lumMod val="40000"/>
                <a:lumOff val="60000"/>
              </a:schemeClr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8" name="矩形 123"/>
          <p:cNvSpPr/>
          <p:nvPr/>
        </p:nvSpPr>
        <p:spPr>
          <a:xfrm>
            <a:off x="419437" y="3483025"/>
            <a:ext cx="1700435" cy="865620"/>
          </a:xfrm>
          <a:custGeom>
            <a:avLst/>
            <a:gdLst>
              <a:gd name="connsiteX0" fmla="*/ 72000 w 1700435"/>
              <a:gd name="connsiteY0" fmla="*/ 0 h 677942"/>
              <a:gd name="connsiteX1" fmla="*/ 1628435 w 1700435"/>
              <a:gd name="connsiteY1" fmla="*/ 0 h 677942"/>
              <a:gd name="connsiteX2" fmla="*/ 1700435 w 1700435"/>
              <a:gd name="connsiteY2" fmla="*/ 72000 h 677942"/>
              <a:gd name="connsiteX3" fmla="*/ 1700435 w 1700435"/>
              <a:gd name="connsiteY3" fmla="*/ 605942 h 677942"/>
              <a:gd name="connsiteX4" fmla="*/ 1628435 w 1700435"/>
              <a:gd name="connsiteY4" fmla="*/ 677942 h 677942"/>
              <a:gd name="connsiteX5" fmla="*/ 72000 w 1700435"/>
              <a:gd name="connsiteY5" fmla="*/ 677942 h 677942"/>
              <a:gd name="connsiteX6" fmla="*/ 0 w 1700435"/>
              <a:gd name="connsiteY6" fmla="*/ 605942 h 677942"/>
              <a:gd name="connsiteX7" fmla="*/ 0 w 1700435"/>
              <a:gd name="connsiteY7" fmla="*/ 72000 h 677942"/>
              <a:gd name="connsiteX8" fmla="*/ 72000 w 1700435"/>
              <a:gd name="connsiteY8" fmla="*/ 0 h 677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00435" h="677942">
                <a:moveTo>
                  <a:pt x="72000" y="0"/>
                </a:moveTo>
                <a:lnTo>
                  <a:pt x="1628435" y="0"/>
                </a:lnTo>
                <a:cubicBezTo>
                  <a:pt x="1668179" y="0"/>
                  <a:pt x="1700435" y="32256"/>
                  <a:pt x="1700435" y="72000"/>
                </a:cubicBezTo>
                <a:lnTo>
                  <a:pt x="1700435" y="605942"/>
                </a:lnTo>
                <a:cubicBezTo>
                  <a:pt x="1700435" y="645686"/>
                  <a:pt x="1668179" y="677942"/>
                  <a:pt x="1628435" y="677942"/>
                </a:cubicBezTo>
                <a:lnTo>
                  <a:pt x="72000" y="677942"/>
                </a:lnTo>
                <a:cubicBezTo>
                  <a:pt x="32256" y="677942"/>
                  <a:pt x="0" y="645686"/>
                  <a:pt x="0" y="605942"/>
                </a:cubicBezTo>
                <a:lnTo>
                  <a:pt x="0" y="72000"/>
                </a:lnTo>
                <a:cubicBezTo>
                  <a:pt x="0" y="32256"/>
                  <a:pt x="32256" y="0"/>
                  <a:pt x="72000" y="0"/>
                </a:cubicBezTo>
              </a:path>
            </a:pathLst>
          </a:custGeom>
          <a:solidFill>
            <a:schemeClr val="accent1">
              <a:lumMod val="20000"/>
              <a:lumOff val="80000"/>
              <a:alpha val="70000"/>
            </a:schemeClr>
          </a:solidFill>
          <a:ln w="12700" cap="flat">
            <a:solidFill>
              <a:schemeClr val="accent1">
                <a:lumMod val="40000"/>
                <a:lumOff val="60000"/>
              </a:schemeClr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ctr" anchorCtr="0" forceAA="0" compatLnSpc="1">
            <a:noAutofit/>
          </a:bodyPr>
          <a:lstStyle/>
          <a:p>
            <a:pPr lvl="0" algn="ctr" hangingPunct="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39" name="矩形 125"/>
          <p:cNvSpPr/>
          <p:nvPr/>
        </p:nvSpPr>
        <p:spPr>
          <a:xfrm>
            <a:off x="419437" y="4494627"/>
            <a:ext cx="1700435" cy="865620"/>
          </a:xfrm>
          <a:custGeom>
            <a:avLst/>
            <a:gdLst>
              <a:gd name="connsiteX0" fmla="*/ 72000 w 1700435"/>
              <a:gd name="connsiteY0" fmla="*/ 0 h 677942"/>
              <a:gd name="connsiteX1" fmla="*/ 1628435 w 1700435"/>
              <a:gd name="connsiteY1" fmla="*/ 0 h 677942"/>
              <a:gd name="connsiteX2" fmla="*/ 1700435 w 1700435"/>
              <a:gd name="connsiteY2" fmla="*/ 72000 h 677942"/>
              <a:gd name="connsiteX3" fmla="*/ 1700435 w 1700435"/>
              <a:gd name="connsiteY3" fmla="*/ 605942 h 677942"/>
              <a:gd name="connsiteX4" fmla="*/ 1628435 w 1700435"/>
              <a:gd name="connsiteY4" fmla="*/ 677942 h 677942"/>
              <a:gd name="connsiteX5" fmla="*/ 72000 w 1700435"/>
              <a:gd name="connsiteY5" fmla="*/ 677942 h 677942"/>
              <a:gd name="connsiteX6" fmla="*/ 0 w 1700435"/>
              <a:gd name="connsiteY6" fmla="*/ 605942 h 677942"/>
              <a:gd name="connsiteX7" fmla="*/ 0 w 1700435"/>
              <a:gd name="connsiteY7" fmla="*/ 72000 h 677942"/>
              <a:gd name="connsiteX8" fmla="*/ 72000 w 1700435"/>
              <a:gd name="connsiteY8" fmla="*/ 0 h 677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00435" h="677942">
                <a:moveTo>
                  <a:pt x="72000" y="0"/>
                </a:moveTo>
                <a:lnTo>
                  <a:pt x="1628435" y="0"/>
                </a:lnTo>
                <a:cubicBezTo>
                  <a:pt x="1668179" y="0"/>
                  <a:pt x="1700435" y="32256"/>
                  <a:pt x="1700435" y="72000"/>
                </a:cubicBezTo>
                <a:lnTo>
                  <a:pt x="1700435" y="605942"/>
                </a:lnTo>
                <a:cubicBezTo>
                  <a:pt x="1700435" y="645686"/>
                  <a:pt x="1668179" y="677942"/>
                  <a:pt x="1628435" y="677942"/>
                </a:cubicBezTo>
                <a:lnTo>
                  <a:pt x="72000" y="677942"/>
                </a:lnTo>
                <a:cubicBezTo>
                  <a:pt x="32256" y="677942"/>
                  <a:pt x="0" y="645686"/>
                  <a:pt x="0" y="605942"/>
                </a:cubicBezTo>
                <a:lnTo>
                  <a:pt x="0" y="72000"/>
                </a:lnTo>
                <a:cubicBezTo>
                  <a:pt x="0" y="32256"/>
                  <a:pt x="32256" y="0"/>
                  <a:pt x="72000" y="0"/>
                </a:cubicBezTo>
              </a:path>
            </a:pathLst>
          </a:custGeom>
          <a:solidFill>
            <a:schemeClr val="accent1">
              <a:lumMod val="20000"/>
              <a:lumOff val="80000"/>
              <a:alpha val="70000"/>
            </a:schemeClr>
          </a:solidFill>
          <a:ln w="12700" cap="flat">
            <a:solidFill>
              <a:schemeClr val="accent1">
                <a:lumMod val="40000"/>
                <a:lumOff val="60000"/>
              </a:schemeClr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ctr" anchorCtr="0" forceAA="0" compatLnSpc="1">
            <a:noAutofit/>
          </a:bodyPr>
          <a:lstStyle/>
          <a:p>
            <a:pPr lvl="0" algn="ctr" hangingPunct="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27" name="Object32"/>
          <p:cNvSpPr txBox="1"/>
          <p:nvPr/>
        </p:nvSpPr>
        <p:spPr>
          <a:xfrm>
            <a:off x="471593" y="4592747"/>
            <a:ext cx="1596122" cy="208775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ctr" defTabSz="609600" rtl="0" eaLnBrk="1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spc="123">
                <a:latin typeface="Microsoft YaHei UI Regular"/>
                <a:ea typeface="Microsoft YaHei UI Regular"/>
                <a:cs typeface="Microsoft YaHei UI Regular"/>
                <a:sym typeface="Microsoft YaHei UI Regular"/>
              </a:defRPr>
            </a:pPr>
            <a:endParaRPr kumimoji="0" sz="1050" b="0" i="0" u="none" strike="noStrike" kern="1200" cap="none" spc="123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5" name="连接线"/>
          <p:cNvSpPr/>
          <p:nvPr/>
        </p:nvSpPr>
        <p:spPr>
          <a:xfrm>
            <a:off x="3530324" y="3224339"/>
            <a:ext cx="842193" cy="6129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194" extrusionOk="0">
                <a:moveTo>
                  <a:pt x="0" y="247"/>
                </a:moveTo>
                <a:cubicBezTo>
                  <a:pt x="10185" y="-1406"/>
                  <a:pt x="17385" y="5243"/>
                  <a:pt x="21600" y="20194"/>
                </a:cubicBezTo>
              </a:path>
            </a:pathLst>
          </a:custGeom>
          <a:noFill/>
          <a:ln w="31750" cap="rnd"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0" scaled="1"/>
              <a:tileRect/>
            </a:gradFill>
            <a:headEnd type="arrow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6" name="连接线"/>
          <p:cNvSpPr/>
          <p:nvPr/>
        </p:nvSpPr>
        <p:spPr>
          <a:xfrm flipV="1">
            <a:off x="3530324" y="4013798"/>
            <a:ext cx="842193" cy="6129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194" extrusionOk="0">
                <a:moveTo>
                  <a:pt x="0" y="247"/>
                </a:moveTo>
                <a:cubicBezTo>
                  <a:pt x="10185" y="-1406"/>
                  <a:pt x="17385" y="5243"/>
                  <a:pt x="21600" y="20194"/>
                </a:cubicBezTo>
              </a:path>
            </a:pathLst>
          </a:custGeom>
          <a:noFill/>
          <a:ln w="31750" cap="rnd"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0" scaled="1"/>
              <a:tileRect/>
            </a:gradFill>
            <a:headEnd type="arrow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7" name="线条"/>
          <p:cNvSpPr/>
          <p:nvPr/>
        </p:nvSpPr>
        <p:spPr>
          <a:xfrm flipH="1">
            <a:off x="3530324" y="3925543"/>
            <a:ext cx="842193" cy="0"/>
          </a:xfrm>
          <a:prstGeom prst="line">
            <a:avLst/>
          </a:prstGeom>
          <a:noFill/>
          <a:ln w="31750" cap="rnd"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10800000" scaled="1"/>
              <a:tileRect/>
            </a:gra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8" name="连接线"/>
          <p:cNvSpPr/>
          <p:nvPr/>
        </p:nvSpPr>
        <p:spPr>
          <a:xfrm>
            <a:off x="2162810" y="3079115"/>
            <a:ext cx="210820" cy="1346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194" extrusionOk="0">
                <a:moveTo>
                  <a:pt x="0" y="247"/>
                </a:moveTo>
                <a:cubicBezTo>
                  <a:pt x="10185" y="-1406"/>
                  <a:pt x="17385" y="5243"/>
                  <a:pt x="21600" y="20194"/>
                </a:cubicBezTo>
              </a:path>
            </a:pathLst>
          </a:custGeom>
          <a:noFill/>
          <a:ln w="31750" cap="rnd"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0" scaled="1"/>
              <a:tileRect/>
            </a:gradFill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50" name="线条"/>
          <p:cNvSpPr/>
          <p:nvPr/>
        </p:nvSpPr>
        <p:spPr>
          <a:xfrm>
            <a:off x="2164080" y="3925570"/>
            <a:ext cx="196850" cy="0"/>
          </a:xfrm>
          <a:prstGeom prst="line">
            <a:avLst/>
          </a:prstGeom>
          <a:noFill/>
          <a:ln w="31750" cap="rnd"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0" scaled="1"/>
              <a:tileRect/>
            </a:gradFill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7" name="矩形 115"/>
          <p:cNvSpPr/>
          <p:nvPr/>
        </p:nvSpPr>
        <p:spPr>
          <a:xfrm flipH="1">
            <a:off x="8523779" y="3074435"/>
            <a:ext cx="1131396" cy="378000"/>
          </a:xfrm>
          <a:custGeom>
            <a:avLst/>
            <a:gdLst>
              <a:gd name="connsiteX0" fmla="*/ 72000 w 1131396"/>
              <a:gd name="connsiteY0" fmla="*/ 0 h 378000"/>
              <a:gd name="connsiteX1" fmla="*/ 1059396 w 1131396"/>
              <a:gd name="connsiteY1" fmla="*/ 0 h 378000"/>
              <a:gd name="connsiteX2" fmla="*/ 1131396 w 1131396"/>
              <a:gd name="connsiteY2" fmla="*/ 72000 h 378000"/>
              <a:gd name="connsiteX3" fmla="*/ 1131396 w 1131396"/>
              <a:gd name="connsiteY3" fmla="*/ 306000 h 378000"/>
              <a:gd name="connsiteX4" fmla="*/ 1059396 w 1131396"/>
              <a:gd name="connsiteY4" fmla="*/ 378000 h 378000"/>
              <a:gd name="connsiteX5" fmla="*/ 72000 w 1131396"/>
              <a:gd name="connsiteY5" fmla="*/ 378000 h 378000"/>
              <a:gd name="connsiteX6" fmla="*/ 0 w 1131396"/>
              <a:gd name="connsiteY6" fmla="*/ 306000 h 378000"/>
              <a:gd name="connsiteX7" fmla="*/ 0 w 1131396"/>
              <a:gd name="connsiteY7" fmla="*/ 72000 h 378000"/>
              <a:gd name="connsiteX8" fmla="*/ 72000 w 1131396"/>
              <a:gd name="connsiteY8" fmla="*/ 0 h 37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31396" h="378000">
                <a:moveTo>
                  <a:pt x="72000" y="0"/>
                </a:moveTo>
                <a:lnTo>
                  <a:pt x="1059396" y="0"/>
                </a:lnTo>
                <a:cubicBezTo>
                  <a:pt x="1099140" y="0"/>
                  <a:pt x="1131396" y="32256"/>
                  <a:pt x="1131396" y="72000"/>
                </a:cubicBezTo>
                <a:lnTo>
                  <a:pt x="1131396" y="306000"/>
                </a:lnTo>
                <a:cubicBezTo>
                  <a:pt x="1131396" y="345744"/>
                  <a:pt x="1099140" y="378000"/>
                  <a:pt x="1059396" y="378000"/>
                </a:cubicBezTo>
                <a:lnTo>
                  <a:pt x="72000" y="378000"/>
                </a:lnTo>
                <a:cubicBezTo>
                  <a:pt x="32256" y="378000"/>
                  <a:pt x="0" y="345744"/>
                  <a:pt x="0" y="306000"/>
                </a:cubicBezTo>
                <a:lnTo>
                  <a:pt x="0" y="72000"/>
                </a:lnTo>
                <a:cubicBezTo>
                  <a:pt x="0" y="32256"/>
                  <a:pt x="32256" y="0"/>
                  <a:pt x="72000" y="0"/>
                </a:cubicBezTo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1905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ctr" anchorCtr="0" forceAA="0" compatLnSpc="1">
            <a:noAutofit/>
          </a:bodyPr>
          <a:lstStyle/>
          <a:p>
            <a:pPr lvl="0" algn="l" hangingPunct="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 dirty="0">
              <a:ln>
                <a:noFill/>
              </a:ln>
              <a:solidFill>
                <a:srgbClr val="19344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9" name="矩形 117"/>
          <p:cNvSpPr/>
          <p:nvPr/>
        </p:nvSpPr>
        <p:spPr>
          <a:xfrm flipH="1">
            <a:off x="8523779" y="3725973"/>
            <a:ext cx="1131396" cy="378000"/>
          </a:xfrm>
          <a:custGeom>
            <a:avLst/>
            <a:gdLst>
              <a:gd name="connsiteX0" fmla="*/ 72000 w 1131396"/>
              <a:gd name="connsiteY0" fmla="*/ 0 h 378000"/>
              <a:gd name="connsiteX1" fmla="*/ 1059396 w 1131396"/>
              <a:gd name="connsiteY1" fmla="*/ 0 h 378000"/>
              <a:gd name="connsiteX2" fmla="*/ 1131396 w 1131396"/>
              <a:gd name="connsiteY2" fmla="*/ 72000 h 378000"/>
              <a:gd name="connsiteX3" fmla="*/ 1131396 w 1131396"/>
              <a:gd name="connsiteY3" fmla="*/ 306000 h 378000"/>
              <a:gd name="connsiteX4" fmla="*/ 1059396 w 1131396"/>
              <a:gd name="connsiteY4" fmla="*/ 378000 h 378000"/>
              <a:gd name="connsiteX5" fmla="*/ 72000 w 1131396"/>
              <a:gd name="connsiteY5" fmla="*/ 378000 h 378000"/>
              <a:gd name="connsiteX6" fmla="*/ 0 w 1131396"/>
              <a:gd name="connsiteY6" fmla="*/ 306000 h 378000"/>
              <a:gd name="connsiteX7" fmla="*/ 0 w 1131396"/>
              <a:gd name="connsiteY7" fmla="*/ 72000 h 378000"/>
              <a:gd name="connsiteX8" fmla="*/ 72000 w 1131396"/>
              <a:gd name="connsiteY8" fmla="*/ 0 h 37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31396" h="378000">
                <a:moveTo>
                  <a:pt x="72000" y="0"/>
                </a:moveTo>
                <a:lnTo>
                  <a:pt x="1059396" y="0"/>
                </a:lnTo>
                <a:cubicBezTo>
                  <a:pt x="1099140" y="0"/>
                  <a:pt x="1131396" y="32256"/>
                  <a:pt x="1131396" y="72000"/>
                </a:cubicBezTo>
                <a:lnTo>
                  <a:pt x="1131396" y="306000"/>
                </a:lnTo>
                <a:cubicBezTo>
                  <a:pt x="1131396" y="345744"/>
                  <a:pt x="1099140" y="378000"/>
                  <a:pt x="1059396" y="378000"/>
                </a:cubicBezTo>
                <a:lnTo>
                  <a:pt x="72000" y="378000"/>
                </a:lnTo>
                <a:cubicBezTo>
                  <a:pt x="32256" y="378000"/>
                  <a:pt x="0" y="345744"/>
                  <a:pt x="0" y="306000"/>
                </a:cubicBezTo>
                <a:lnTo>
                  <a:pt x="0" y="72000"/>
                </a:lnTo>
                <a:cubicBezTo>
                  <a:pt x="0" y="32256"/>
                  <a:pt x="32256" y="0"/>
                  <a:pt x="72000" y="0"/>
                </a:cubicBezTo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1905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ctr" anchorCtr="0" forceAA="0" compatLnSpc="1">
            <a:noAutofit/>
          </a:bodyPr>
          <a:lstStyle/>
          <a:p>
            <a:pPr lvl="0" algn="l" hangingPunct="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 dirty="0">
              <a:ln>
                <a:noFill/>
              </a:ln>
              <a:solidFill>
                <a:srgbClr val="19344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2" name="矩形 119"/>
          <p:cNvSpPr/>
          <p:nvPr/>
        </p:nvSpPr>
        <p:spPr>
          <a:xfrm flipH="1">
            <a:off x="8523779" y="4377238"/>
            <a:ext cx="1131396" cy="378000"/>
          </a:xfrm>
          <a:custGeom>
            <a:avLst/>
            <a:gdLst>
              <a:gd name="connsiteX0" fmla="*/ 72000 w 1131396"/>
              <a:gd name="connsiteY0" fmla="*/ 0 h 378000"/>
              <a:gd name="connsiteX1" fmla="*/ 1059396 w 1131396"/>
              <a:gd name="connsiteY1" fmla="*/ 0 h 378000"/>
              <a:gd name="connsiteX2" fmla="*/ 1131396 w 1131396"/>
              <a:gd name="connsiteY2" fmla="*/ 72000 h 378000"/>
              <a:gd name="connsiteX3" fmla="*/ 1131396 w 1131396"/>
              <a:gd name="connsiteY3" fmla="*/ 306000 h 378000"/>
              <a:gd name="connsiteX4" fmla="*/ 1059396 w 1131396"/>
              <a:gd name="connsiteY4" fmla="*/ 378000 h 378000"/>
              <a:gd name="connsiteX5" fmla="*/ 72000 w 1131396"/>
              <a:gd name="connsiteY5" fmla="*/ 378000 h 378000"/>
              <a:gd name="connsiteX6" fmla="*/ 0 w 1131396"/>
              <a:gd name="connsiteY6" fmla="*/ 306000 h 378000"/>
              <a:gd name="connsiteX7" fmla="*/ 0 w 1131396"/>
              <a:gd name="connsiteY7" fmla="*/ 72000 h 378000"/>
              <a:gd name="connsiteX8" fmla="*/ 72000 w 1131396"/>
              <a:gd name="connsiteY8" fmla="*/ 0 h 37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31396" h="378000">
                <a:moveTo>
                  <a:pt x="72000" y="0"/>
                </a:moveTo>
                <a:lnTo>
                  <a:pt x="1059396" y="0"/>
                </a:lnTo>
                <a:cubicBezTo>
                  <a:pt x="1099140" y="0"/>
                  <a:pt x="1131396" y="32256"/>
                  <a:pt x="1131396" y="72000"/>
                </a:cubicBezTo>
                <a:lnTo>
                  <a:pt x="1131396" y="306000"/>
                </a:lnTo>
                <a:cubicBezTo>
                  <a:pt x="1131396" y="345744"/>
                  <a:pt x="1099140" y="378000"/>
                  <a:pt x="1059396" y="378000"/>
                </a:cubicBezTo>
                <a:lnTo>
                  <a:pt x="72000" y="378000"/>
                </a:lnTo>
                <a:cubicBezTo>
                  <a:pt x="32256" y="378000"/>
                  <a:pt x="0" y="345744"/>
                  <a:pt x="0" y="306000"/>
                </a:cubicBezTo>
                <a:lnTo>
                  <a:pt x="0" y="72000"/>
                </a:lnTo>
                <a:cubicBezTo>
                  <a:pt x="0" y="32256"/>
                  <a:pt x="32256" y="0"/>
                  <a:pt x="72000" y="0"/>
                </a:cubicBezTo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1905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ctr" anchorCtr="0" forceAA="0" compatLnSpc="1">
            <a:noAutofit/>
          </a:bodyPr>
          <a:lstStyle/>
          <a:p>
            <a:pPr lvl="0" algn="l" hangingPunct="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 dirty="0">
              <a:ln>
                <a:noFill/>
              </a:ln>
              <a:solidFill>
                <a:srgbClr val="19344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4" name="连接线"/>
          <p:cNvSpPr/>
          <p:nvPr/>
        </p:nvSpPr>
        <p:spPr>
          <a:xfrm flipH="1">
            <a:off x="7671665" y="3224339"/>
            <a:ext cx="842193" cy="6129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194" extrusionOk="0">
                <a:moveTo>
                  <a:pt x="0" y="247"/>
                </a:moveTo>
                <a:cubicBezTo>
                  <a:pt x="10185" y="-1406"/>
                  <a:pt x="17385" y="5243"/>
                  <a:pt x="21600" y="20194"/>
                </a:cubicBezTo>
              </a:path>
            </a:pathLst>
          </a:custGeom>
          <a:noFill/>
          <a:ln w="31750" cap="rnd">
            <a:gradFill flip="none" rotWithShape="1">
              <a:gsLst>
                <a:gs pos="0">
                  <a:schemeClr val="accent5">
                    <a:lumMod val="60000"/>
                    <a:lumOff val="40000"/>
                  </a:schemeClr>
                </a:gs>
                <a:gs pos="100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0" scaled="1"/>
              <a:tileRect/>
            </a:gradFill>
            <a:headEnd type="arrow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5" name="连接线"/>
          <p:cNvSpPr/>
          <p:nvPr/>
        </p:nvSpPr>
        <p:spPr>
          <a:xfrm flipH="1" flipV="1">
            <a:off x="7671665" y="4013798"/>
            <a:ext cx="842193" cy="6129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194" extrusionOk="0">
                <a:moveTo>
                  <a:pt x="0" y="247"/>
                </a:moveTo>
                <a:cubicBezTo>
                  <a:pt x="10185" y="-1406"/>
                  <a:pt x="17385" y="5243"/>
                  <a:pt x="21600" y="20194"/>
                </a:cubicBezTo>
              </a:path>
            </a:pathLst>
          </a:custGeom>
          <a:noFill/>
          <a:ln w="31750" cap="rnd">
            <a:gradFill flip="none" rotWithShape="1">
              <a:gsLst>
                <a:gs pos="0">
                  <a:schemeClr val="accent5">
                    <a:lumMod val="60000"/>
                    <a:lumOff val="40000"/>
                  </a:schemeClr>
                </a:gs>
                <a:gs pos="100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0" scaled="1"/>
              <a:tileRect/>
            </a:gradFill>
            <a:headEnd type="arrow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6" name="线条"/>
          <p:cNvSpPr/>
          <p:nvPr/>
        </p:nvSpPr>
        <p:spPr>
          <a:xfrm>
            <a:off x="7671665" y="3925543"/>
            <a:ext cx="842193" cy="0"/>
          </a:xfrm>
          <a:prstGeom prst="line">
            <a:avLst/>
          </a:prstGeom>
          <a:noFill/>
          <a:ln w="31750" cap="rnd">
            <a:gradFill flip="none" rotWithShape="1">
              <a:gsLst>
                <a:gs pos="0">
                  <a:schemeClr val="accent5">
                    <a:lumMod val="60000"/>
                    <a:lumOff val="40000"/>
                  </a:schemeClr>
                </a:gs>
                <a:gs pos="100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0800000" scaled="1"/>
              <a:tileRect/>
            </a:gra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37" name="组合 36"/>
          <p:cNvGrpSpPr/>
          <p:nvPr/>
        </p:nvGrpSpPr>
        <p:grpSpPr>
          <a:xfrm flipH="1">
            <a:off x="9676105" y="2992541"/>
            <a:ext cx="253776" cy="1723668"/>
            <a:chOff x="2210142" y="2910202"/>
            <a:chExt cx="1084132" cy="1466887"/>
          </a:xfrm>
        </p:grpSpPr>
        <p:sp>
          <p:nvSpPr>
            <p:cNvPr id="163" name="连接线"/>
            <p:cNvSpPr/>
            <p:nvPr/>
          </p:nvSpPr>
          <p:spPr>
            <a:xfrm>
              <a:off x="2210145" y="2910202"/>
              <a:ext cx="1084129" cy="1146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194" extrusionOk="0">
                  <a:moveTo>
                    <a:pt x="0" y="247"/>
                  </a:moveTo>
                  <a:cubicBezTo>
                    <a:pt x="10185" y="-1406"/>
                    <a:pt x="17385" y="5243"/>
                    <a:pt x="21600" y="20194"/>
                  </a:cubicBezTo>
                </a:path>
              </a:pathLst>
            </a:custGeom>
            <a:noFill/>
            <a:ln w="31750" cap="rnd">
              <a:gradFill flip="none" rotWithShape="1">
                <a:gsLst>
                  <a:gs pos="0">
                    <a:schemeClr val="accent5">
                      <a:lumMod val="60000"/>
                      <a:lumOff val="40000"/>
                    </a:schemeClr>
                  </a:gs>
                  <a:gs pos="100000">
                    <a:schemeClr val="accent5">
                      <a:lumMod val="40000"/>
                      <a:lumOff val="60000"/>
                      <a:alpha val="0"/>
                    </a:schemeClr>
                  </a:gs>
                </a:gsLst>
                <a:lin ang="0" scaled="1"/>
                <a:tileRect/>
              </a:gradFill>
              <a:headEnd type="none"/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2F2FE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64" name="连接线"/>
            <p:cNvSpPr/>
            <p:nvPr/>
          </p:nvSpPr>
          <p:spPr>
            <a:xfrm flipV="1">
              <a:off x="2210142" y="4203231"/>
              <a:ext cx="1084132" cy="1738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194" extrusionOk="0">
                  <a:moveTo>
                    <a:pt x="0" y="247"/>
                  </a:moveTo>
                  <a:cubicBezTo>
                    <a:pt x="10185" y="-1406"/>
                    <a:pt x="17385" y="5243"/>
                    <a:pt x="21600" y="20194"/>
                  </a:cubicBezTo>
                </a:path>
              </a:pathLst>
            </a:custGeom>
            <a:noFill/>
            <a:ln w="31750" cap="rnd">
              <a:gradFill flip="none" rotWithShape="1">
                <a:gsLst>
                  <a:gs pos="0">
                    <a:schemeClr val="accent5">
                      <a:lumMod val="60000"/>
                      <a:lumOff val="40000"/>
                    </a:schemeClr>
                  </a:gs>
                  <a:gs pos="100000">
                    <a:schemeClr val="accent5">
                      <a:lumMod val="40000"/>
                      <a:lumOff val="60000"/>
                      <a:alpha val="0"/>
                    </a:schemeClr>
                  </a:gs>
                </a:gsLst>
                <a:lin ang="0" scaled="1"/>
                <a:tileRect/>
              </a:gradFill>
              <a:headEnd type="none"/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2F2FE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38" name="线条"/>
            <p:cNvSpPr/>
            <p:nvPr/>
          </p:nvSpPr>
          <p:spPr>
            <a:xfrm flipH="1">
              <a:off x="2210145" y="3700916"/>
              <a:ext cx="842193" cy="0"/>
            </a:xfrm>
            <a:prstGeom prst="line">
              <a:avLst/>
            </a:prstGeom>
            <a:noFill/>
            <a:ln w="31750" cap="rnd">
              <a:gradFill flip="none" rotWithShape="1">
                <a:gsLst>
                  <a:gs pos="0">
                    <a:schemeClr val="accent5">
                      <a:lumMod val="60000"/>
                      <a:lumOff val="40000"/>
                    </a:schemeClr>
                  </a:gs>
                  <a:gs pos="100000">
                    <a:schemeClr val="accent5">
                      <a:lumMod val="40000"/>
                      <a:lumOff val="60000"/>
                      <a:alpha val="0"/>
                    </a:schemeClr>
                  </a:gs>
                </a:gsLst>
                <a:lin ang="10800000" scaled="1"/>
                <a:tileRect/>
              </a:gradFill>
              <a:headEnd type="none"/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2F2FE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</p:grpSp>
      <p:sp>
        <p:nvSpPr>
          <p:cNvPr id="39" name="矩形 121"/>
          <p:cNvSpPr/>
          <p:nvPr/>
        </p:nvSpPr>
        <p:spPr>
          <a:xfrm>
            <a:off x="9985142" y="2483475"/>
            <a:ext cx="1700435" cy="865620"/>
          </a:xfrm>
          <a:custGeom>
            <a:avLst/>
            <a:gdLst>
              <a:gd name="connsiteX0" fmla="*/ 72000 w 1700435"/>
              <a:gd name="connsiteY0" fmla="*/ 0 h 677942"/>
              <a:gd name="connsiteX1" fmla="*/ 1628435 w 1700435"/>
              <a:gd name="connsiteY1" fmla="*/ 0 h 677942"/>
              <a:gd name="connsiteX2" fmla="*/ 1700435 w 1700435"/>
              <a:gd name="connsiteY2" fmla="*/ 72000 h 677942"/>
              <a:gd name="connsiteX3" fmla="*/ 1700435 w 1700435"/>
              <a:gd name="connsiteY3" fmla="*/ 605942 h 677942"/>
              <a:gd name="connsiteX4" fmla="*/ 1628435 w 1700435"/>
              <a:gd name="connsiteY4" fmla="*/ 677942 h 677942"/>
              <a:gd name="connsiteX5" fmla="*/ 72000 w 1700435"/>
              <a:gd name="connsiteY5" fmla="*/ 677942 h 677942"/>
              <a:gd name="connsiteX6" fmla="*/ 0 w 1700435"/>
              <a:gd name="connsiteY6" fmla="*/ 605942 h 677942"/>
              <a:gd name="connsiteX7" fmla="*/ 0 w 1700435"/>
              <a:gd name="connsiteY7" fmla="*/ 72000 h 677942"/>
              <a:gd name="connsiteX8" fmla="*/ 72000 w 1700435"/>
              <a:gd name="connsiteY8" fmla="*/ 0 h 677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00435" h="677942">
                <a:moveTo>
                  <a:pt x="72000" y="0"/>
                </a:moveTo>
                <a:lnTo>
                  <a:pt x="1628435" y="0"/>
                </a:lnTo>
                <a:cubicBezTo>
                  <a:pt x="1668179" y="0"/>
                  <a:pt x="1700435" y="32256"/>
                  <a:pt x="1700435" y="72000"/>
                </a:cubicBezTo>
                <a:lnTo>
                  <a:pt x="1700435" y="605942"/>
                </a:lnTo>
                <a:cubicBezTo>
                  <a:pt x="1700435" y="645686"/>
                  <a:pt x="1668179" y="677942"/>
                  <a:pt x="1628435" y="677942"/>
                </a:cubicBezTo>
                <a:lnTo>
                  <a:pt x="72000" y="677942"/>
                </a:lnTo>
                <a:cubicBezTo>
                  <a:pt x="32256" y="677942"/>
                  <a:pt x="0" y="645686"/>
                  <a:pt x="0" y="605942"/>
                </a:cubicBezTo>
                <a:lnTo>
                  <a:pt x="0" y="72000"/>
                </a:lnTo>
                <a:cubicBezTo>
                  <a:pt x="0" y="32256"/>
                  <a:pt x="32256" y="0"/>
                  <a:pt x="72000" y="0"/>
                </a:cubicBezTo>
              </a:path>
            </a:pathLst>
          </a:custGeom>
          <a:solidFill>
            <a:schemeClr val="accent5">
              <a:lumMod val="20000"/>
              <a:lumOff val="80000"/>
              <a:alpha val="70000"/>
            </a:schemeClr>
          </a:solidFill>
          <a:ln w="12700" cap="flat">
            <a:solidFill>
              <a:schemeClr val="accent5">
                <a:lumMod val="40000"/>
                <a:lumOff val="60000"/>
              </a:schemeClr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2F2FE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Object32"/>
          <p:cNvSpPr txBox="1"/>
          <p:nvPr/>
        </p:nvSpPr>
        <p:spPr>
          <a:xfrm>
            <a:off x="9732343" y="-301254"/>
            <a:ext cx="1313222" cy="208775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ctr" defTabSz="609600" rtl="0" eaLnBrk="1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spc="123">
                <a:latin typeface="Microsoft YaHei UI Regular"/>
                <a:ea typeface="Microsoft YaHei UI Regular"/>
                <a:cs typeface="Microsoft YaHei UI Regular"/>
                <a:sym typeface="Microsoft YaHei UI Regular"/>
              </a:defRPr>
            </a:pPr>
            <a:endParaRPr kumimoji="0" lang="zh-CN" altLang="en-US" sz="1050" b="0" i="0" u="none" strike="noStrike" kern="1200" cap="none" spc="123" normalizeH="0" baseline="0" noProof="0" dirty="0">
              <a:ln>
                <a:noFill/>
              </a:ln>
              <a:solidFill>
                <a:srgbClr val="2F2FE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1" name="矩形 123"/>
          <p:cNvSpPr/>
          <p:nvPr/>
        </p:nvSpPr>
        <p:spPr>
          <a:xfrm>
            <a:off x="9985142" y="3490645"/>
            <a:ext cx="1700435" cy="865620"/>
          </a:xfrm>
          <a:custGeom>
            <a:avLst/>
            <a:gdLst>
              <a:gd name="connsiteX0" fmla="*/ 72000 w 1700435"/>
              <a:gd name="connsiteY0" fmla="*/ 0 h 677942"/>
              <a:gd name="connsiteX1" fmla="*/ 1628435 w 1700435"/>
              <a:gd name="connsiteY1" fmla="*/ 0 h 677942"/>
              <a:gd name="connsiteX2" fmla="*/ 1700435 w 1700435"/>
              <a:gd name="connsiteY2" fmla="*/ 72000 h 677942"/>
              <a:gd name="connsiteX3" fmla="*/ 1700435 w 1700435"/>
              <a:gd name="connsiteY3" fmla="*/ 605942 h 677942"/>
              <a:gd name="connsiteX4" fmla="*/ 1628435 w 1700435"/>
              <a:gd name="connsiteY4" fmla="*/ 677942 h 677942"/>
              <a:gd name="connsiteX5" fmla="*/ 72000 w 1700435"/>
              <a:gd name="connsiteY5" fmla="*/ 677942 h 677942"/>
              <a:gd name="connsiteX6" fmla="*/ 0 w 1700435"/>
              <a:gd name="connsiteY6" fmla="*/ 605942 h 677942"/>
              <a:gd name="connsiteX7" fmla="*/ 0 w 1700435"/>
              <a:gd name="connsiteY7" fmla="*/ 72000 h 677942"/>
              <a:gd name="connsiteX8" fmla="*/ 72000 w 1700435"/>
              <a:gd name="connsiteY8" fmla="*/ 0 h 677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00435" h="677942">
                <a:moveTo>
                  <a:pt x="72000" y="0"/>
                </a:moveTo>
                <a:lnTo>
                  <a:pt x="1628435" y="0"/>
                </a:lnTo>
                <a:cubicBezTo>
                  <a:pt x="1668179" y="0"/>
                  <a:pt x="1700435" y="32256"/>
                  <a:pt x="1700435" y="72000"/>
                </a:cubicBezTo>
                <a:lnTo>
                  <a:pt x="1700435" y="605942"/>
                </a:lnTo>
                <a:cubicBezTo>
                  <a:pt x="1700435" y="645686"/>
                  <a:pt x="1668179" y="677942"/>
                  <a:pt x="1628435" y="677942"/>
                </a:cubicBezTo>
                <a:lnTo>
                  <a:pt x="72000" y="677942"/>
                </a:lnTo>
                <a:cubicBezTo>
                  <a:pt x="32256" y="677942"/>
                  <a:pt x="0" y="645686"/>
                  <a:pt x="0" y="605942"/>
                </a:cubicBezTo>
                <a:lnTo>
                  <a:pt x="0" y="72000"/>
                </a:lnTo>
                <a:cubicBezTo>
                  <a:pt x="0" y="32256"/>
                  <a:pt x="32256" y="0"/>
                  <a:pt x="72000" y="0"/>
                </a:cubicBezTo>
              </a:path>
            </a:pathLst>
          </a:custGeom>
          <a:solidFill>
            <a:schemeClr val="accent5">
              <a:lumMod val="20000"/>
              <a:lumOff val="80000"/>
              <a:alpha val="70000"/>
            </a:schemeClr>
          </a:solidFill>
          <a:ln w="12700" cap="flat">
            <a:solidFill>
              <a:schemeClr val="accent5">
                <a:lumMod val="40000"/>
                <a:lumOff val="60000"/>
              </a:schemeClr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ctr" anchorCtr="0" forceAA="0" compatLnSpc="1">
            <a:noAutofit/>
          </a:bodyPr>
          <a:lstStyle/>
          <a:p>
            <a:pPr lvl="0" algn="ctr" hangingPunct="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 dirty="0">
              <a:ln>
                <a:noFill/>
              </a:ln>
              <a:solidFill>
                <a:srgbClr val="2F2FE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2" name="矩形 125"/>
          <p:cNvSpPr/>
          <p:nvPr/>
        </p:nvSpPr>
        <p:spPr>
          <a:xfrm>
            <a:off x="9985142" y="4502247"/>
            <a:ext cx="1700435" cy="865620"/>
          </a:xfrm>
          <a:custGeom>
            <a:avLst/>
            <a:gdLst>
              <a:gd name="connsiteX0" fmla="*/ 72000 w 1700435"/>
              <a:gd name="connsiteY0" fmla="*/ 0 h 677942"/>
              <a:gd name="connsiteX1" fmla="*/ 1628435 w 1700435"/>
              <a:gd name="connsiteY1" fmla="*/ 0 h 677942"/>
              <a:gd name="connsiteX2" fmla="*/ 1700435 w 1700435"/>
              <a:gd name="connsiteY2" fmla="*/ 72000 h 677942"/>
              <a:gd name="connsiteX3" fmla="*/ 1700435 w 1700435"/>
              <a:gd name="connsiteY3" fmla="*/ 605942 h 677942"/>
              <a:gd name="connsiteX4" fmla="*/ 1628435 w 1700435"/>
              <a:gd name="connsiteY4" fmla="*/ 677942 h 677942"/>
              <a:gd name="connsiteX5" fmla="*/ 72000 w 1700435"/>
              <a:gd name="connsiteY5" fmla="*/ 677942 h 677942"/>
              <a:gd name="connsiteX6" fmla="*/ 0 w 1700435"/>
              <a:gd name="connsiteY6" fmla="*/ 605942 h 677942"/>
              <a:gd name="connsiteX7" fmla="*/ 0 w 1700435"/>
              <a:gd name="connsiteY7" fmla="*/ 72000 h 677942"/>
              <a:gd name="connsiteX8" fmla="*/ 72000 w 1700435"/>
              <a:gd name="connsiteY8" fmla="*/ 0 h 677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00435" h="677942">
                <a:moveTo>
                  <a:pt x="72000" y="0"/>
                </a:moveTo>
                <a:lnTo>
                  <a:pt x="1628435" y="0"/>
                </a:lnTo>
                <a:cubicBezTo>
                  <a:pt x="1668179" y="0"/>
                  <a:pt x="1700435" y="32256"/>
                  <a:pt x="1700435" y="72000"/>
                </a:cubicBezTo>
                <a:lnTo>
                  <a:pt x="1700435" y="605942"/>
                </a:lnTo>
                <a:cubicBezTo>
                  <a:pt x="1700435" y="645686"/>
                  <a:pt x="1668179" y="677942"/>
                  <a:pt x="1628435" y="677942"/>
                </a:cubicBezTo>
                <a:lnTo>
                  <a:pt x="72000" y="677942"/>
                </a:lnTo>
                <a:cubicBezTo>
                  <a:pt x="32256" y="677942"/>
                  <a:pt x="0" y="645686"/>
                  <a:pt x="0" y="605942"/>
                </a:cubicBezTo>
                <a:lnTo>
                  <a:pt x="0" y="72000"/>
                </a:lnTo>
                <a:cubicBezTo>
                  <a:pt x="0" y="32256"/>
                  <a:pt x="32256" y="0"/>
                  <a:pt x="72000" y="0"/>
                </a:cubicBezTo>
              </a:path>
            </a:pathLst>
          </a:custGeom>
          <a:solidFill>
            <a:schemeClr val="accent5">
              <a:lumMod val="20000"/>
              <a:lumOff val="80000"/>
              <a:alpha val="70000"/>
            </a:schemeClr>
          </a:solidFill>
          <a:ln w="12700" cap="flat">
            <a:solidFill>
              <a:schemeClr val="accent5">
                <a:lumMod val="40000"/>
                <a:lumOff val="60000"/>
              </a:schemeClr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ctr" anchorCtr="0" forceAA="0" compatLnSpc="1">
            <a:noAutofit/>
          </a:bodyPr>
          <a:lstStyle/>
          <a:p>
            <a:pPr lvl="0" algn="ctr" hangingPunct="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 dirty="0">
              <a:ln>
                <a:noFill/>
              </a:ln>
              <a:solidFill>
                <a:srgbClr val="2F2FE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3" name="Object32"/>
          <p:cNvSpPr txBox="1"/>
          <p:nvPr/>
        </p:nvSpPr>
        <p:spPr>
          <a:xfrm>
            <a:off x="10178748" y="4807069"/>
            <a:ext cx="1313222" cy="207237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ctr" defTabSz="609600" rtl="0" eaLnBrk="1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spc="123">
                <a:latin typeface="Microsoft YaHei UI Regular"/>
                <a:ea typeface="Microsoft YaHei UI Regular"/>
                <a:cs typeface="Microsoft YaHei UI Regular"/>
                <a:sym typeface="Microsoft YaHei UI Regular"/>
              </a:defRPr>
            </a:pPr>
            <a:endParaRPr kumimoji="0" lang="zh-CN" altLang="en-US" sz="1050" b="0" i="0" u="none" strike="noStrike" kern="1200" cap="none" spc="123" normalizeH="0" baseline="0" noProof="0" dirty="0">
              <a:ln>
                <a:noFill/>
              </a:ln>
              <a:solidFill>
                <a:srgbClr val="2F2FE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42" name="右箭头 241"/>
          <p:cNvSpPr/>
          <p:nvPr/>
        </p:nvSpPr>
        <p:spPr>
          <a:xfrm rot="16200000" flipV="1">
            <a:off x="5757894" y="2456201"/>
            <a:ext cx="569533" cy="624198"/>
          </a:xfrm>
          <a:prstGeom prst="rightArrow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100000">
                <a:schemeClr val="accent5">
                  <a:lumMod val="60000"/>
                  <a:lumOff val="40000"/>
                  <a:alpha val="0"/>
                </a:schemeClr>
              </a:gs>
            </a:gsLst>
            <a:lin ang="11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kumimoji="1" lang="zh-CN" altLang="en-US">
              <a:cs typeface="微软雅黑" panose="020B0503020204020204" charset="-122"/>
              <a:sym typeface="+mn-ea"/>
            </a:endParaRPr>
          </a:p>
        </p:txBody>
      </p:sp>
      <p:sp>
        <p:nvSpPr>
          <p:cNvPr id="243" name="右箭头 242"/>
          <p:cNvSpPr/>
          <p:nvPr/>
        </p:nvSpPr>
        <p:spPr>
          <a:xfrm rot="5400000" flipV="1">
            <a:off x="5757259" y="4762856"/>
            <a:ext cx="569533" cy="624198"/>
          </a:xfrm>
          <a:prstGeom prst="rightArrow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100000">
                <a:schemeClr val="accent5">
                  <a:lumMod val="60000"/>
                  <a:lumOff val="40000"/>
                  <a:alpha val="0"/>
                </a:schemeClr>
              </a:gs>
            </a:gsLst>
            <a:lin ang="11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kumimoji="1" lang="zh-CN" altLang="en-US">
              <a:cs typeface="微软雅黑" panose="020B0503020204020204" charset="-122"/>
              <a:sym typeface="+mn-ea"/>
            </a:endParaRPr>
          </a:p>
        </p:txBody>
      </p:sp>
      <p:sp>
        <p:nvSpPr>
          <p:cNvPr id="244" name="Object29"/>
          <p:cNvSpPr txBox="1"/>
          <p:nvPr/>
        </p:nvSpPr>
        <p:spPr>
          <a:xfrm flipH="1">
            <a:off x="8609863" y="3149962"/>
            <a:ext cx="971928" cy="20531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Autofit/>
          </a:bodyPr>
          <a:lstStyle>
            <a:lvl1pPr algn="ctr" defTabSz="609600">
              <a:lnSpc>
                <a:spcPts val="2000"/>
              </a:lnSpc>
              <a:defRPr b="1">
                <a:solidFill>
                  <a:srgbClr val="FFFFFF"/>
                </a:solidFill>
                <a:latin typeface="Microsoft YaHei Bold"/>
                <a:ea typeface="Microsoft YaHei Bold"/>
                <a:cs typeface="Microsoft YaHei Bold"/>
                <a:sym typeface="Microsoft YaHei Bold"/>
              </a:defRPr>
            </a:lvl1pPr>
          </a:lstStyle>
          <a:p>
            <a:pPr marL="0" marR="0" lvl="0" indent="0" algn="ctr" defTabSz="6096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使命愿景</a:t>
            </a:r>
            <a:endParaRPr kumimoji="0" lang="zh-CN" altLang="en-US" sz="120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45" name="Object29"/>
          <p:cNvSpPr txBox="1"/>
          <p:nvPr/>
        </p:nvSpPr>
        <p:spPr>
          <a:xfrm flipH="1">
            <a:off x="8609863" y="3819280"/>
            <a:ext cx="971928" cy="20531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Autofit/>
          </a:bodyPr>
          <a:lstStyle>
            <a:lvl1pPr algn="ctr" defTabSz="609600">
              <a:lnSpc>
                <a:spcPts val="2000"/>
              </a:lnSpc>
              <a:defRPr b="1">
                <a:solidFill>
                  <a:srgbClr val="FFFFFF"/>
                </a:solidFill>
                <a:latin typeface="Microsoft YaHei Bold"/>
                <a:ea typeface="Microsoft YaHei Bold"/>
                <a:cs typeface="Microsoft YaHei Bold"/>
                <a:sym typeface="Microsoft YaHei Bold"/>
              </a:defRPr>
            </a:lvl1pPr>
          </a:lstStyle>
          <a:p>
            <a:pPr marL="0" marR="0" lvl="0" indent="0" algn="ctr" defTabSz="6096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核心价值</a:t>
            </a:r>
            <a:endParaRPr kumimoji="0" lang="zh-CN" altLang="en-US" sz="120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46" name="Object29"/>
          <p:cNvSpPr txBox="1"/>
          <p:nvPr/>
        </p:nvSpPr>
        <p:spPr>
          <a:xfrm flipH="1">
            <a:off x="8609863" y="4460385"/>
            <a:ext cx="971928" cy="20531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Autofit/>
          </a:bodyPr>
          <a:lstStyle>
            <a:lvl1pPr algn="ctr" defTabSz="609600">
              <a:lnSpc>
                <a:spcPts val="2000"/>
              </a:lnSpc>
              <a:defRPr b="1">
                <a:solidFill>
                  <a:srgbClr val="FFFFFF"/>
                </a:solidFill>
                <a:latin typeface="Microsoft YaHei Bold"/>
                <a:ea typeface="Microsoft YaHei Bold"/>
                <a:cs typeface="Microsoft YaHei Bold"/>
                <a:sym typeface="Microsoft YaHei Bold"/>
              </a:defRPr>
            </a:lvl1pPr>
          </a:lstStyle>
          <a:p>
            <a:pPr marL="0" marR="0" lvl="0" indent="0" algn="ctr" defTabSz="6096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品牌特征</a:t>
            </a:r>
            <a:endParaRPr kumimoji="0" lang="zh-CN" altLang="en-US" sz="120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47" name="设计"/>
          <p:cNvSpPr txBox="1"/>
          <p:nvPr/>
        </p:nvSpPr>
        <p:spPr>
          <a:xfrm>
            <a:off x="4216255" y="5941798"/>
            <a:ext cx="826676" cy="235962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ctr">
            <a:noAutofit/>
          </a:bodyPr>
          <a:lstStyle>
            <a:lvl1pPr algn="ctr" defTabSz="1219200">
              <a:defRPr sz="1200">
                <a:solidFill>
                  <a:srgbClr val="3C5DEB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 lvl="0" algn="ctr" hangingPunct="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kern="0" noProof="0" dirty="0">
                <a:ln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继承品牌资产</a:t>
            </a:r>
            <a:endParaRPr lang="zh-CN" altLang="en-US" kern="0" noProof="0" dirty="0">
              <a:ln>
                <a:noFill/>
              </a:ln>
              <a:solidFill>
                <a:schemeClr val="accent5">
                  <a:lumMod val="60000"/>
                  <a:lumOff val="40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8738235" y="348615"/>
            <a:ext cx="3219450" cy="332740"/>
            <a:chOff x="13761" y="549"/>
            <a:chExt cx="5070" cy="524"/>
          </a:xfrm>
        </p:grpSpPr>
        <p:pic>
          <p:nvPicPr>
            <p:cNvPr id="25" name="图片 24"/>
            <p:cNvPicPr>
              <a:picLocks noChangeAspect="1"/>
            </p:cNvPicPr>
            <p:nvPr userDrawn="1"/>
          </p:nvPicPr>
          <p:blipFill>
            <a:blip r:embed="rId3"/>
            <a:srcRect l="17002" t="-1765" r="56499" b="-1176"/>
            <a:stretch>
              <a:fillRect/>
            </a:stretch>
          </p:blipFill>
          <p:spPr>
            <a:xfrm>
              <a:off x="13761" y="549"/>
              <a:ext cx="1582" cy="525"/>
            </a:xfrm>
            <a:prstGeom prst="rect">
              <a:avLst/>
            </a:prstGeom>
          </p:spPr>
        </p:pic>
        <p:sp>
          <p:nvSpPr>
            <p:cNvPr id="28" name="文本框 27"/>
            <p:cNvSpPr txBox="1"/>
            <p:nvPr userDrawn="1"/>
          </p:nvSpPr>
          <p:spPr>
            <a:xfrm>
              <a:off x="15219" y="655"/>
              <a:ext cx="3613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复杂逻辑场景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·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框架搭建系列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PPT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模板</a:t>
              </a:r>
              <a:endPara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cxnSp>
        <p:nvCxnSpPr>
          <p:cNvPr id="31" name="直线连接符 7"/>
          <p:cNvCxnSpPr/>
          <p:nvPr userDrawn="1"/>
        </p:nvCxnSpPr>
        <p:spPr>
          <a:xfrm>
            <a:off x="369165" y="839204"/>
            <a:ext cx="11459846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 26"/>
          <p:cNvSpPr/>
          <p:nvPr/>
        </p:nvSpPr>
        <p:spPr>
          <a:xfrm>
            <a:off x="9864663" y="2624171"/>
            <a:ext cx="1974905" cy="5894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连线真实世界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让雏形更美好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Rectangle 26"/>
          <p:cNvSpPr/>
          <p:nvPr/>
        </p:nvSpPr>
        <p:spPr>
          <a:xfrm>
            <a:off x="10108224" y="3646519"/>
            <a:ext cx="1487784" cy="5894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为客户提供专业的出行与位置服务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Rectangle 26"/>
          <p:cNvSpPr/>
          <p:nvPr/>
        </p:nvSpPr>
        <p:spPr>
          <a:xfrm>
            <a:off x="10108224" y="4734243"/>
            <a:ext cx="1487784" cy="3309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专业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生活化、活力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Rectangle 26"/>
          <p:cNvSpPr/>
          <p:nvPr/>
        </p:nvSpPr>
        <p:spPr>
          <a:xfrm>
            <a:off x="305637" y="2475913"/>
            <a:ext cx="1974905" cy="8479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LOGO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形式与时代脱节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滞后于主流审美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视觉心智待强化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Rectangle 26"/>
          <p:cNvSpPr/>
          <p:nvPr/>
        </p:nvSpPr>
        <p:spPr>
          <a:xfrm>
            <a:off x="290382" y="3463942"/>
            <a:ext cx="1974905" cy="8479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业务发展不同步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品牌体系待完善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传播策略待加强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Rectangle 26"/>
          <p:cNvSpPr/>
          <p:nvPr/>
        </p:nvSpPr>
        <p:spPr>
          <a:xfrm>
            <a:off x="370205" y="4479290"/>
            <a:ext cx="1889125" cy="8661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工具属性明显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缺少应有活力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品牌层级待梳理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Object29"/>
          <p:cNvSpPr txBox="1"/>
          <p:nvPr/>
        </p:nvSpPr>
        <p:spPr>
          <a:xfrm>
            <a:off x="2468741" y="3167742"/>
            <a:ext cx="971928" cy="20531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Autofit/>
          </a:bodyPr>
          <a:lstStyle>
            <a:lvl1pPr algn="ctr" defTabSz="609600">
              <a:lnSpc>
                <a:spcPts val="2000"/>
              </a:lnSpc>
              <a:defRPr b="1">
                <a:solidFill>
                  <a:srgbClr val="FFFFFF"/>
                </a:solidFill>
                <a:latin typeface="Microsoft YaHei Bold"/>
                <a:ea typeface="Microsoft YaHei Bold"/>
                <a:cs typeface="Microsoft YaHei Bold"/>
                <a:sym typeface="Microsoft YaHei Bold"/>
              </a:defRPr>
            </a:lvl1pPr>
          </a:lstStyle>
          <a:p>
            <a:pPr marL="0" marR="0" lvl="0" indent="0" algn="ctr" defTabSz="6096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视觉层面</a:t>
            </a:r>
            <a:endParaRPr kumimoji="0" lang="zh-CN" altLang="en-US" sz="120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59" name="Object29"/>
          <p:cNvSpPr txBox="1"/>
          <p:nvPr/>
        </p:nvSpPr>
        <p:spPr>
          <a:xfrm>
            <a:off x="2468741" y="3819280"/>
            <a:ext cx="971928" cy="20531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Autofit/>
          </a:bodyPr>
          <a:lstStyle>
            <a:lvl1pPr algn="ctr" defTabSz="609600">
              <a:lnSpc>
                <a:spcPts val="2000"/>
              </a:lnSpc>
              <a:defRPr b="1">
                <a:solidFill>
                  <a:srgbClr val="FFFFFF"/>
                </a:solidFill>
                <a:latin typeface="Microsoft YaHei Bold"/>
                <a:ea typeface="Microsoft YaHei Bold"/>
                <a:cs typeface="Microsoft YaHei Bold"/>
                <a:sym typeface="Microsoft YaHei Bold"/>
              </a:defRPr>
            </a:lvl1pPr>
          </a:lstStyle>
          <a:p>
            <a:pPr marL="0" marR="0" lvl="0" indent="0" algn="ctr" defTabSz="6096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传播层面</a:t>
            </a:r>
            <a:endParaRPr kumimoji="0" lang="zh-CN" altLang="en-US" sz="120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0" name="Object29"/>
          <p:cNvSpPr txBox="1"/>
          <p:nvPr/>
        </p:nvSpPr>
        <p:spPr>
          <a:xfrm>
            <a:off x="2468741" y="4470545"/>
            <a:ext cx="971928" cy="20531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Autofit/>
          </a:bodyPr>
          <a:lstStyle>
            <a:lvl1pPr algn="ctr" defTabSz="609600">
              <a:lnSpc>
                <a:spcPts val="2000"/>
              </a:lnSpc>
              <a:defRPr b="1">
                <a:solidFill>
                  <a:srgbClr val="FFFFFF"/>
                </a:solidFill>
                <a:latin typeface="Microsoft YaHei Bold"/>
                <a:ea typeface="Microsoft YaHei Bold"/>
                <a:cs typeface="Microsoft YaHei Bold"/>
                <a:sym typeface="Microsoft YaHei Bold"/>
              </a:defRPr>
            </a:lvl1pPr>
          </a:lstStyle>
          <a:p>
            <a:pPr marL="0" marR="0" lvl="0" indent="0" algn="ctr" defTabSz="6096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用户心智</a:t>
            </a:r>
            <a:endParaRPr kumimoji="0" lang="zh-CN" altLang="en-US" sz="120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梯形 322"/>
          <p:cNvSpPr/>
          <p:nvPr/>
        </p:nvSpPr>
        <p:spPr>
          <a:xfrm rot="5400000">
            <a:off x="896543" y="980892"/>
            <a:ext cx="6161670" cy="6167004"/>
          </a:xfrm>
          <a:custGeom>
            <a:avLst/>
            <a:gdLst>
              <a:gd name="connsiteX0" fmla="*/ 0 w 965390"/>
              <a:gd name="connsiteY0" fmla="*/ 697627 h 697627"/>
              <a:gd name="connsiteX1" fmla="*/ 174407 w 965390"/>
              <a:gd name="connsiteY1" fmla="*/ 0 h 697627"/>
              <a:gd name="connsiteX2" fmla="*/ 790983 w 965390"/>
              <a:gd name="connsiteY2" fmla="*/ 0 h 697627"/>
              <a:gd name="connsiteX3" fmla="*/ 965390 w 965390"/>
              <a:gd name="connsiteY3" fmla="*/ 697627 h 697627"/>
              <a:gd name="connsiteX4" fmla="*/ 0 w 965390"/>
              <a:gd name="connsiteY4" fmla="*/ 697627 h 697627"/>
              <a:gd name="connsiteX0-1" fmla="*/ 0 w 965390"/>
              <a:gd name="connsiteY0-2" fmla="*/ 697627 h 697627"/>
              <a:gd name="connsiteX1-3" fmla="*/ 174407 w 965390"/>
              <a:gd name="connsiteY1-4" fmla="*/ 0 h 697627"/>
              <a:gd name="connsiteX2-5" fmla="*/ 790983 w 965390"/>
              <a:gd name="connsiteY2-6" fmla="*/ 0 h 697627"/>
              <a:gd name="connsiteX3-7" fmla="*/ 965390 w 965390"/>
              <a:gd name="connsiteY3-8" fmla="*/ 697627 h 697627"/>
              <a:gd name="connsiteX4-9" fmla="*/ 0 w 965390"/>
              <a:gd name="connsiteY4-10" fmla="*/ 697627 h 697627"/>
              <a:gd name="connsiteX0-11" fmla="*/ 0 w 965390"/>
              <a:gd name="connsiteY0-12" fmla="*/ 697627 h 697627"/>
              <a:gd name="connsiteX1-13" fmla="*/ 174407 w 965390"/>
              <a:gd name="connsiteY1-14" fmla="*/ 0 h 697627"/>
              <a:gd name="connsiteX2-15" fmla="*/ 790983 w 965390"/>
              <a:gd name="connsiteY2-16" fmla="*/ 0 h 697627"/>
              <a:gd name="connsiteX3-17" fmla="*/ 965390 w 965390"/>
              <a:gd name="connsiteY3-18" fmla="*/ 697627 h 697627"/>
              <a:gd name="connsiteX4-19" fmla="*/ 0 w 965390"/>
              <a:gd name="connsiteY4-20" fmla="*/ 697627 h 697627"/>
              <a:gd name="connsiteX0-21" fmla="*/ 0 w 965390"/>
              <a:gd name="connsiteY0-22" fmla="*/ 697627 h 697627"/>
              <a:gd name="connsiteX1-23" fmla="*/ 174407 w 965390"/>
              <a:gd name="connsiteY1-24" fmla="*/ 0 h 697627"/>
              <a:gd name="connsiteX2-25" fmla="*/ 790983 w 965390"/>
              <a:gd name="connsiteY2-26" fmla="*/ 0 h 697627"/>
              <a:gd name="connsiteX3-27" fmla="*/ 965390 w 965390"/>
              <a:gd name="connsiteY3-28" fmla="*/ 697627 h 697627"/>
              <a:gd name="connsiteX4-29" fmla="*/ 0 w 965390"/>
              <a:gd name="connsiteY4-30" fmla="*/ 697627 h 697627"/>
              <a:gd name="connsiteX0-31" fmla="*/ 0 w 965390"/>
              <a:gd name="connsiteY0-32" fmla="*/ 697627 h 697627"/>
              <a:gd name="connsiteX1-33" fmla="*/ 174407 w 965390"/>
              <a:gd name="connsiteY1-34" fmla="*/ 0 h 697627"/>
              <a:gd name="connsiteX2-35" fmla="*/ 790983 w 965390"/>
              <a:gd name="connsiteY2-36" fmla="*/ 0 h 697627"/>
              <a:gd name="connsiteX3-37" fmla="*/ 965390 w 965390"/>
              <a:gd name="connsiteY3-38" fmla="*/ 697627 h 697627"/>
              <a:gd name="connsiteX4-39" fmla="*/ 0 w 965390"/>
              <a:gd name="connsiteY4-40" fmla="*/ 697627 h 697627"/>
              <a:gd name="connsiteX0-41" fmla="*/ 0 w 965390"/>
              <a:gd name="connsiteY0-42" fmla="*/ 697627 h 697627"/>
              <a:gd name="connsiteX1-43" fmla="*/ 174407 w 965390"/>
              <a:gd name="connsiteY1-44" fmla="*/ 0 h 697627"/>
              <a:gd name="connsiteX2-45" fmla="*/ 745261 w 965390"/>
              <a:gd name="connsiteY2-46" fmla="*/ 0 h 697627"/>
              <a:gd name="connsiteX3-47" fmla="*/ 965390 w 965390"/>
              <a:gd name="connsiteY3-48" fmla="*/ 697627 h 697627"/>
              <a:gd name="connsiteX4-49" fmla="*/ 0 w 965390"/>
              <a:gd name="connsiteY4-50" fmla="*/ 697627 h 697627"/>
              <a:gd name="connsiteX0-51" fmla="*/ 0 w 965390"/>
              <a:gd name="connsiteY0-52" fmla="*/ 697627 h 697627"/>
              <a:gd name="connsiteX1-53" fmla="*/ 197267 w 965390"/>
              <a:gd name="connsiteY1-54" fmla="*/ 0 h 697627"/>
              <a:gd name="connsiteX2-55" fmla="*/ 745261 w 965390"/>
              <a:gd name="connsiteY2-56" fmla="*/ 0 h 697627"/>
              <a:gd name="connsiteX3-57" fmla="*/ 965390 w 965390"/>
              <a:gd name="connsiteY3-58" fmla="*/ 697627 h 697627"/>
              <a:gd name="connsiteX4-59" fmla="*/ 0 w 965390"/>
              <a:gd name="connsiteY4-60" fmla="*/ 697627 h 697627"/>
              <a:gd name="connsiteX0-61" fmla="*/ 0 w 965390"/>
              <a:gd name="connsiteY0-62" fmla="*/ 697627 h 697627"/>
              <a:gd name="connsiteX1-63" fmla="*/ 255327 w 965390"/>
              <a:gd name="connsiteY1-64" fmla="*/ 0 h 697627"/>
              <a:gd name="connsiteX2-65" fmla="*/ 745261 w 965390"/>
              <a:gd name="connsiteY2-66" fmla="*/ 0 h 697627"/>
              <a:gd name="connsiteX3-67" fmla="*/ 965390 w 965390"/>
              <a:gd name="connsiteY3-68" fmla="*/ 697627 h 697627"/>
              <a:gd name="connsiteX4-69" fmla="*/ 0 w 965390"/>
              <a:gd name="connsiteY4-70" fmla="*/ 697627 h 697627"/>
              <a:gd name="connsiteX0-71" fmla="*/ 0 w 965390"/>
              <a:gd name="connsiteY0-72" fmla="*/ 701285 h 701285"/>
              <a:gd name="connsiteX1-73" fmla="*/ 255327 w 965390"/>
              <a:gd name="connsiteY1-74" fmla="*/ 3658 h 701285"/>
              <a:gd name="connsiteX2-75" fmla="*/ 694459 w 965390"/>
              <a:gd name="connsiteY2-76" fmla="*/ 0 h 701285"/>
              <a:gd name="connsiteX3-77" fmla="*/ 965390 w 965390"/>
              <a:gd name="connsiteY3-78" fmla="*/ 701285 h 701285"/>
              <a:gd name="connsiteX4-79" fmla="*/ 0 w 965390"/>
              <a:gd name="connsiteY4-80" fmla="*/ 701285 h 701285"/>
              <a:gd name="connsiteX0-81" fmla="*/ 0 w 965390"/>
              <a:gd name="connsiteY0-82" fmla="*/ 701285 h 708601"/>
              <a:gd name="connsiteX1-83" fmla="*/ 255327 w 965390"/>
              <a:gd name="connsiteY1-84" fmla="*/ 3658 h 708601"/>
              <a:gd name="connsiteX2-85" fmla="*/ 694459 w 965390"/>
              <a:gd name="connsiteY2-86" fmla="*/ 0 h 708601"/>
              <a:gd name="connsiteX3-87" fmla="*/ 965390 w 965390"/>
              <a:gd name="connsiteY3-88" fmla="*/ 708601 h 708601"/>
              <a:gd name="connsiteX4-89" fmla="*/ 0 w 965390"/>
              <a:gd name="connsiteY4-90" fmla="*/ 701285 h 708601"/>
              <a:gd name="connsiteX0-91" fmla="*/ 0 w 965390"/>
              <a:gd name="connsiteY0-92" fmla="*/ 701285 h 708601"/>
              <a:gd name="connsiteX1-93" fmla="*/ 255327 w 965390"/>
              <a:gd name="connsiteY1-94" fmla="*/ 3658 h 708601"/>
              <a:gd name="connsiteX2-95" fmla="*/ 694459 w 965390"/>
              <a:gd name="connsiteY2-96" fmla="*/ 0 h 708601"/>
              <a:gd name="connsiteX3-97" fmla="*/ 965390 w 965390"/>
              <a:gd name="connsiteY3-98" fmla="*/ 708601 h 708601"/>
              <a:gd name="connsiteX4-99" fmla="*/ 0 w 965390"/>
              <a:gd name="connsiteY4-100" fmla="*/ 701285 h 708601"/>
              <a:gd name="connsiteX0-101" fmla="*/ 0 w 965390"/>
              <a:gd name="connsiteY0-102" fmla="*/ 701285 h 708601"/>
              <a:gd name="connsiteX1-103" fmla="*/ 255327 w 965390"/>
              <a:gd name="connsiteY1-104" fmla="*/ 3658 h 708601"/>
              <a:gd name="connsiteX2-105" fmla="*/ 694459 w 965390"/>
              <a:gd name="connsiteY2-106" fmla="*/ 0 h 708601"/>
              <a:gd name="connsiteX3-107" fmla="*/ 965390 w 965390"/>
              <a:gd name="connsiteY3-108" fmla="*/ 708601 h 708601"/>
              <a:gd name="connsiteX4-109" fmla="*/ 0 w 965390"/>
              <a:gd name="connsiteY4-110" fmla="*/ 701285 h 708601"/>
              <a:gd name="connsiteX0-111" fmla="*/ 0 w 965390"/>
              <a:gd name="connsiteY0-112" fmla="*/ 702082 h 709398"/>
              <a:gd name="connsiteX1-113" fmla="*/ 300569 w 965390"/>
              <a:gd name="connsiteY1-114" fmla="*/ 0 h 709398"/>
              <a:gd name="connsiteX2-115" fmla="*/ 694459 w 965390"/>
              <a:gd name="connsiteY2-116" fmla="*/ 797 h 709398"/>
              <a:gd name="connsiteX3-117" fmla="*/ 965390 w 965390"/>
              <a:gd name="connsiteY3-118" fmla="*/ 709398 h 709398"/>
              <a:gd name="connsiteX4-119" fmla="*/ 0 w 965390"/>
              <a:gd name="connsiteY4-120" fmla="*/ 702082 h 709398"/>
              <a:gd name="connsiteX0-121" fmla="*/ 0 w 965390"/>
              <a:gd name="connsiteY0-122" fmla="*/ 715763 h 723079"/>
              <a:gd name="connsiteX1-123" fmla="*/ 300569 w 965390"/>
              <a:gd name="connsiteY1-124" fmla="*/ 13681 h 723079"/>
              <a:gd name="connsiteX2-125" fmla="*/ 644693 w 965390"/>
              <a:gd name="connsiteY2-126" fmla="*/ 0 h 723079"/>
              <a:gd name="connsiteX3-127" fmla="*/ 965390 w 965390"/>
              <a:gd name="connsiteY3-128" fmla="*/ 723079 h 723079"/>
              <a:gd name="connsiteX4-129" fmla="*/ 0 w 965390"/>
              <a:gd name="connsiteY4-130" fmla="*/ 715763 h 723079"/>
              <a:gd name="connsiteX0-131" fmla="*/ 0 w 965390"/>
              <a:gd name="connsiteY0-132" fmla="*/ 715763 h 723079"/>
              <a:gd name="connsiteX1-133" fmla="*/ 311126 w 965390"/>
              <a:gd name="connsiteY1-134" fmla="*/ 13681 h 723079"/>
              <a:gd name="connsiteX2-135" fmla="*/ 644693 w 965390"/>
              <a:gd name="connsiteY2-136" fmla="*/ 0 h 723079"/>
              <a:gd name="connsiteX3-137" fmla="*/ 965390 w 965390"/>
              <a:gd name="connsiteY3-138" fmla="*/ 723079 h 723079"/>
              <a:gd name="connsiteX4-139" fmla="*/ 0 w 965390"/>
              <a:gd name="connsiteY4-140" fmla="*/ 715763 h 723079"/>
              <a:gd name="connsiteX0-141" fmla="*/ 0 w 965390"/>
              <a:gd name="connsiteY0-142" fmla="*/ 715763 h 723079"/>
              <a:gd name="connsiteX1-143" fmla="*/ 302078 w 965390"/>
              <a:gd name="connsiteY1-144" fmla="*/ 13681 h 723079"/>
              <a:gd name="connsiteX2-145" fmla="*/ 644693 w 965390"/>
              <a:gd name="connsiteY2-146" fmla="*/ 0 h 723079"/>
              <a:gd name="connsiteX3-147" fmla="*/ 965390 w 965390"/>
              <a:gd name="connsiteY3-148" fmla="*/ 723079 h 723079"/>
              <a:gd name="connsiteX4-149" fmla="*/ 0 w 965390"/>
              <a:gd name="connsiteY4-150" fmla="*/ 715763 h 723079"/>
              <a:gd name="connsiteX0-151" fmla="*/ 0 w 965390"/>
              <a:gd name="connsiteY0-152" fmla="*/ 715763 h 723079"/>
              <a:gd name="connsiteX1-153" fmla="*/ 315651 w 965390"/>
              <a:gd name="connsiteY1-154" fmla="*/ 10340 h 723079"/>
              <a:gd name="connsiteX2-155" fmla="*/ 644693 w 965390"/>
              <a:gd name="connsiteY2-156" fmla="*/ 0 h 723079"/>
              <a:gd name="connsiteX3-157" fmla="*/ 965390 w 965390"/>
              <a:gd name="connsiteY3-158" fmla="*/ 723079 h 723079"/>
              <a:gd name="connsiteX4-159" fmla="*/ 0 w 965390"/>
              <a:gd name="connsiteY4-160" fmla="*/ 715763 h 72307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965390" h="723079">
                <a:moveTo>
                  <a:pt x="0" y="715763"/>
                </a:moveTo>
                <a:cubicBezTo>
                  <a:pt x="142112" y="511216"/>
                  <a:pt x="341490" y="317530"/>
                  <a:pt x="315651" y="10340"/>
                </a:cubicBezTo>
                <a:lnTo>
                  <a:pt x="644693" y="0"/>
                </a:lnTo>
                <a:cubicBezTo>
                  <a:pt x="646846" y="269867"/>
                  <a:pt x="797877" y="439857"/>
                  <a:pt x="965390" y="723079"/>
                </a:cubicBezTo>
                <a:lnTo>
                  <a:pt x="0" y="71576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30000"/>
                </a:schemeClr>
              </a:gs>
            </a:gsLst>
            <a:lin ang="16200000" scaled="1"/>
            <a:tileRect/>
          </a:gradFill>
          <a:ln>
            <a:gradFill flip="none" rotWithShape="1">
              <a:gsLst>
                <a:gs pos="51000">
                  <a:schemeClr val="accent1">
                    <a:lumMod val="60000"/>
                    <a:lumOff val="40000"/>
                  </a:schemeClr>
                </a:gs>
                <a:gs pos="0">
                  <a:schemeClr val="accent1">
                    <a:lumMod val="20000"/>
                    <a:lumOff val="80000"/>
                    <a:alpha val="0"/>
                  </a:schemeClr>
                </a:gs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标题 2"/>
          <p:cNvSpPr>
            <a:spLocks noGrp="1"/>
          </p:cNvSpPr>
          <p:nvPr/>
        </p:nvSpPr>
        <p:spPr>
          <a:xfrm>
            <a:off x="1105535" y="347980"/>
            <a:ext cx="7137400" cy="396875"/>
          </a:xfrm>
          <a:prstGeom prst="rect">
            <a:avLst/>
          </a:prstGeom>
          <a:ln w="12700">
            <a:miter lim="400000"/>
          </a:ln>
        </p:spPr>
        <p:txBody>
          <a:bodyPr vert="horz" wrap="square" lIns="25400" tIns="25400" rIns="25400" bIns="2540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0" lang="zh-CN" altLang="en-US" sz="2800" b="1" u="none" strike="noStrike" kern="1200" cap="none" spc="0" normalizeH="0" baseline="0" dirty="0">
                <a:ln>
                  <a:noFill/>
                </a:ln>
                <a:solidFill>
                  <a:schemeClr val="accent1"/>
                </a:solidFill>
                <a:effectLst>
                  <a:outerShdw blurRad="187896" dist="38100" dir="2700000" algn="tl" rotWithShape="0">
                    <a:srgbClr val="1C2952">
                      <a:alpha val="6000"/>
                    </a:srgbClr>
                  </a:outerShdw>
                </a:effectLst>
                <a:uLnTx/>
                <a:uFillTx/>
                <a:latin typeface="HONOR Sans CN" panose="05000200000000000000" charset="-122"/>
                <a:ea typeface="HONOR Sans CN" panose="05000200000000000000" charset="-122"/>
                <a:cs typeface="OPPOSans H" panose="00020600040101010101" pitchFamily="18" charset="-122"/>
              </a:defRPr>
            </a:lvl1pPr>
          </a:lstStyle>
          <a:p>
            <a:pPr algn="l"/>
            <a:r>
              <a:rPr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业务框架</a:t>
            </a:r>
            <a:r>
              <a:rPr lang="en-US" altLang="zh-CN"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中心发散架构 | </a:t>
            </a:r>
            <a:r>
              <a:rPr sz="250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聚焦行业目标创新图谱</a:t>
            </a:r>
            <a:endParaRPr lang="en-US" altLang="zh-CN" sz="2500" b="0">
              <a:solidFill>
                <a:schemeClr val="tx2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" name="图片 9" descr="屋顶资源管理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5600" y="186055"/>
            <a:ext cx="549910" cy="54991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017208" y="1399355"/>
            <a:ext cx="6185345" cy="3073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2000" b="1" dirty="0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 </a:t>
            </a:r>
            <a:r>
              <a:rPr lang="en-US" altLang="zh-CN" sz="2000" b="1" dirty="0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ABS </a:t>
            </a:r>
            <a:r>
              <a:rPr lang="zh-CN" altLang="en-US" sz="2000" b="1" dirty="0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区块链云网络升级数字金领域首个应用上线</a:t>
            </a:r>
            <a:endParaRPr lang="zh-CN" altLang="en-US" sz="2000" b="1" dirty="0">
              <a:solidFill>
                <a:schemeClr val="accent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081895" y="1798114"/>
            <a:ext cx="3770263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zh-CN" altLang="en-US" sz="1400" b="0" i="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了解自己要建设的产品在企业级应用中的生态位</a:t>
            </a:r>
            <a:endParaRPr lang="zh-CN" altLang="en-US" sz="1400" b="0" i="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8" name="梯形 322"/>
          <p:cNvSpPr/>
          <p:nvPr/>
        </p:nvSpPr>
        <p:spPr>
          <a:xfrm rot="16200000" flipH="1">
            <a:off x="4986258" y="915214"/>
            <a:ext cx="6161670" cy="6249253"/>
          </a:xfrm>
          <a:custGeom>
            <a:avLst/>
            <a:gdLst>
              <a:gd name="connsiteX0" fmla="*/ 0 w 965390"/>
              <a:gd name="connsiteY0" fmla="*/ 697627 h 697627"/>
              <a:gd name="connsiteX1" fmla="*/ 174407 w 965390"/>
              <a:gd name="connsiteY1" fmla="*/ 0 h 697627"/>
              <a:gd name="connsiteX2" fmla="*/ 790983 w 965390"/>
              <a:gd name="connsiteY2" fmla="*/ 0 h 697627"/>
              <a:gd name="connsiteX3" fmla="*/ 965390 w 965390"/>
              <a:gd name="connsiteY3" fmla="*/ 697627 h 697627"/>
              <a:gd name="connsiteX4" fmla="*/ 0 w 965390"/>
              <a:gd name="connsiteY4" fmla="*/ 697627 h 697627"/>
              <a:gd name="connsiteX0-1" fmla="*/ 0 w 965390"/>
              <a:gd name="connsiteY0-2" fmla="*/ 697627 h 697627"/>
              <a:gd name="connsiteX1-3" fmla="*/ 174407 w 965390"/>
              <a:gd name="connsiteY1-4" fmla="*/ 0 h 697627"/>
              <a:gd name="connsiteX2-5" fmla="*/ 790983 w 965390"/>
              <a:gd name="connsiteY2-6" fmla="*/ 0 h 697627"/>
              <a:gd name="connsiteX3-7" fmla="*/ 965390 w 965390"/>
              <a:gd name="connsiteY3-8" fmla="*/ 697627 h 697627"/>
              <a:gd name="connsiteX4-9" fmla="*/ 0 w 965390"/>
              <a:gd name="connsiteY4-10" fmla="*/ 697627 h 697627"/>
              <a:gd name="connsiteX0-11" fmla="*/ 0 w 965390"/>
              <a:gd name="connsiteY0-12" fmla="*/ 697627 h 697627"/>
              <a:gd name="connsiteX1-13" fmla="*/ 174407 w 965390"/>
              <a:gd name="connsiteY1-14" fmla="*/ 0 h 697627"/>
              <a:gd name="connsiteX2-15" fmla="*/ 790983 w 965390"/>
              <a:gd name="connsiteY2-16" fmla="*/ 0 h 697627"/>
              <a:gd name="connsiteX3-17" fmla="*/ 965390 w 965390"/>
              <a:gd name="connsiteY3-18" fmla="*/ 697627 h 697627"/>
              <a:gd name="connsiteX4-19" fmla="*/ 0 w 965390"/>
              <a:gd name="connsiteY4-20" fmla="*/ 697627 h 697627"/>
              <a:gd name="connsiteX0-21" fmla="*/ 0 w 965390"/>
              <a:gd name="connsiteY0-22" fmla="*/ 697627 h 697627"/>
              <a:gd name="connsiteX1-23" fmla="*/ 174407 w 965390"/>
              <a:gd name="connsiteY1-24" fmla="*/ 0 h 697627"/>
              <a:gd name="connsiteX2-25" fmla="*/ 790983 w 965390"/>
              <a:gd name="connsiteY2-26" fmla="*/ 0 h 697627"/>
              <a:gd name="connsiteX3-27" fmla="*/ 965390 w 965390"/>
              <a:gd name="connsiteY3-28" fmla="*/ 697627 h 697627"/>
              <a:gd name="connsiteX4-29" fmla="*/ 0 w 965390"/>
              <a:gd name="connsiteY4-30" fmla="*/ 697627 h 697627"/>
              <a:gd name="connsiteX0-31" fmla="*/ 0 w 965390"/>
              <a:gd name="connsiteY0-32" fmla="*/ 697627 h 697627"/>
              <a:gd name="connsiteX1-33" fmla="*/ 174407 w 965390"/>
              <a:gd name="connsiteY1-34" fmla="*/ 0 h 697627"/>
              <a:gd name="connsiteX2-35" fmla="*/ 790983 w 965390"/>
              <a:gd name="connsiteY2-36" fmla="*/ 0 h 697627"/>
              <a:gd name="connsiteX3-37" fmla="*/ 965390 w 965390"/>
              <a:gd name="connsiteY3-38" fmla="*/ 697627 h 697627"/>
              <a:gd name="connsiteX4-39" fmla="*/ 0 w 965390"/>
              <a:gd name="connsiteY4-40" fmla="*/ 697627 h 697627"/>
              <a:gd name="connsiteX0-41" fmla="*/ 0 w 965390"/>
              <a:gd name="connsiteY0-42" fmla="*/ 697627 h 697627"/>
              <a:gd name="connsiteX1-43" fmla="*/ 174407 w 965390"/>
              <a:gd name="connsiteY1-44" fmla="*/ 0 h 697627"/>
              <a:gd name="connsiteX2-45" fmla="*/ 745261 w 965390"/>
              <a:gd name="connsiteY2-46" fmla="*/ 0 h 697627"/>
              <a:gd name="connsiteX3-47" fmla="*/ 965390 w 965390"/>
              <a:gd name="connsiteY3-48" fmla="*/ 697627 h 697627"/>
              <a:gd name="connsiteX4-49" fmla="*/ 0 w 965390"/>
              <a:gd name="connsiteY4-50" fmla="*/ 697627 h 697627"/>
              <a:gd name="connsiteX0-51" fmla="*/ 0 w 965390"/>
              <a:gd name="connsiteY0-52" fmla="*/ 697627 h 697627"/>
              <a:gd name="connsiteX1-53" fmla="*/ 197267 w 965390"/>
              <a:gd name="connsiteY1-54" fmla="*/ 0 h 697627"/>
              <a:gd name="connsiteX2-55" fmla="*/ 745261 w 965390"/>
              <a:gd name="connsiteY2-56" fmla="*/ 0 h 697627"/>
              <a:gd name="connsiteX3-57" fmla="*/ 965390 w 965390"/>
              <a:gd name="connsiteY3-58" fmla="*/ 697627 h 697627"/>
              <a:gd name="connsiteX4-59" fmla="*/ 0 w 965390"/>
              <a:gd name="connsiteY4-60" fmla="*/ 697627 h 697627"/>
              <a:gd name="connsiteX0-61" fmla="*/ 0 w 965390"/>
              <a:gd name="connsiteY0-62" fmla="*/ 697627 h 697627"/>
              <a:gd name="connsiteX1-63" fmla="*/ 255327 w 965390"/>
              <a:gd name="connsiteY1-64" fmla="*/ 0 h 697627"/>
              <a:gd name="connsiteX2-65" fmla="*/ 745261 w 965390"/>
              <a:gd name="connsiteY2-66" fmla="*/ 0 h 697627"/>
              <a:gd name="connsiteX3-67" fmla="*/ 965390 w 965390"/>
              <a:gd name="connsiteY3-68" fmla="*/ 697627 h 697627"/>
              <a:gd name="connsiteX4-69" fmla="*/ 0 w 965390"/>
              <a:gd name="connsiteY4-70" fmla="*/ 697627 h 697627"/>
              <a:gd name="connsiteX0-71" fmla="*/ 0 w 965390"/>
              <a:gd name="connsiteY0-72" fmla="*/ 701285 h 701285"/>
              <a:gd name="connsiteX1-73" fmla="*/ 255327 w 965390"/>
              <a:gd name="connsiteY1-74" fmla="*/ 3658 h 701285"/>
              <a:gd name="connsiteX2-75" fmla="*/ 694459 w 965390"/>
              <a:gd name="connsiteY2-76" fmla="*/ 0 h 701285"/>
              <a:gd name="connsiteX3-77" fmla="*/ 965390 w 965390"/>
              <a:gd name="connsiteY3-78" fmla="*/ 701285 h 701285"/>
              <a:gd name="connsiteX4-79" fmla="*/ 0 w 965390"/>
              <a:gd name="connsiteY4-80" fmla="*/ 701285 h 701285"/>
              <a:gd name="connsiteX0-81" fmla="*/ 0 w 965390"/>
              <a:gd name="connsiteY0-82" fmla="*/ 701285 h 708601"/>
              <a:gd name="connsiteX1-83" fmla="*/ 255327 w 965390"/>
              <a:gd name="connsiteY1-84" fmla="*/ 3658 h 708601"/>
              <a:gd name="connsiteX2-85" fmla="*/ 694459 w 965390"/>
              <a:gd name="connsiteY2-86" fmla="*/ 0 h 708601"/>
              <a:gd name="connsiteX3-87" fmla="*/ 965390 w 965390"/>
              <a:gd name="connsiteY3-88" fmla="*/ 708601 h 708601"/>
              <a:gd name="connsiteX4-89" fmla="*/ 0 w 965390"/>
              <a:gd name="connsiteY4-90" fmla="*/ 701285 h 708601"/>
              <a:gd name="connsiteX0-91" fmla="*/ 0 w 965390"/>
              <a:gd name="connsiteY0-92" fmla="*/ 701285 h 708601"/>
              <a:gd name="connsiteX1-93" fmla="*/ 255327 w 965390"/>
              <a:gd name="connsiteY1-94" fmla="*/ 3658 h 708601"/>
              <a:gd name="connsiteX2-95" fmla="*/ 694459 w 965390"/>
              <a:gd name="connsiteY2-96" fmla="*/ 0 h 708601"/>
              <a:gd name="connsiteX3-97" fmla="*/ 965390 w 965390"/>
              <a:gd name="connsiteY3-98" fmla="*/ 708601 h 708601"/>
              <a:gd name="connsiteX4-99" fmla="*/ 0 w 965390"/>
              <a:gd name="connsiteY4-100" fmla="*/ 701285 h 708601"/>
              <a:gd name="connsiteX0-101" fmla="*/ 0 w 965390"/>
              <a:gd name="connsiteY0-102" fmla="*/ 701285 h 708601"/>
              <a:gd name="connsiteX1-103" fmla="*/ 255327 w 965390"/>
              <a:gd name="connsiteY1-104" fmla="*/ 3658 h 708601"/>
              <a:gd name="connsiteX2-105" fmla="*/ 694459 w 965390"/>
              <a:gd name="connsiteY2-106" fmla="*/ 0 h 708601"/>
              <a:gd name="connsiteX3-107" fmla="*/ 965390 w 965390"/>
              <a:gd name="connsiteY3-108" fmla="*/ 708601 h 708601"/>
              <a:gd name="connsiteX4-109" fmla="*/ 0 w 965390"/>
              <a:gd name="connsiteY4-110" fmla="*/ 701285 h 708601"/>
              <a:gd name="connsiteX0-111" fmla="*/ 0 w 965390"/>
              <a:gd name="connsiteY0-112" fmla="*/ 702082 h 709398"/>
              <a:gd name="connsiteX1-113" fmla="*/ 300569 w 965390"/>
              <a:gd name="connsiteY1-114" fmla="*/ 0 h 709398"/>
              <a:gd name="connsiteX2-115" fmla="*/ 694459 w 965390"/>
              <a:gd name="connsiteY2-116" fmla="*/ 797 h 709398"/>
              <a:gd name="connsiteX3-117" fmla="*/ 965390 w 965390"/>
              <a:gd name="connsiteY3-118" fmla="*/ 709398 h 709398"/>
              <a:gd name="connsiteX4-119" fmla="*/ 0 w 965390"/>
              <a:gd name="connsiteY4-120" fmla="*/ 702082 h 709398"/>
              <a:gd name="connsiteX0-121" fmla="*/ 0 w 965390"/>
              <a:gd name="connsiteY0-122" fmla="*/ 715763 h 723079"/>
              <a:gd name="connsiteX1-123" fmla="*/ 300569 w 965390"/>
              <a:gd name="connsiteY1-124" fmla="*/ 13681 h 723079"/>
              <a:gd name="connsiteX2-125" fmla="*/ 644693 w 965390"/>
              <a:gd name="connsiteY2-126" fmla="*/ 0 h 723079"/>
              <a:gd name="connsiteX3-127" fmla="*/ 965390 w 965390"/>
              <a:gd name="connsiteY3-128" fmla="*/ 723079 h 723079"/>
              <a:gd name="connsiteX4-129" fmla="*/ 0 w 965390"/>
              <a:gd name="connsiteY4-130" fmla="*/ 715763 h 723079"/>
              <a:gd name="connsiteX0-131" fmla="*/ 0 w 965390"/>
              <a:gd name="connsiteY0-132" fmla="*/ 715763 h 723079"/>
              <a:gd name="connsiteX1-133" fmla="*/ 311126 w 965390"/>
              <a:gd name="connsiteY1-134" fmla="*/ 13681 h 723079"/>
              <a:gd name="connsiteX2-135" fmla="*/ 644693 w 965390"/>
              <a:gd name="connsiteY2-136" fmla="*/ 0 h 723079"/>
              <a:gd name="connsiteX3-137" fmla="*/ 965390 w 965390"/>
              <a:gd name="connsiteY3-138" fmla="*/ 723079 h 723079"/>
              <a:gd name="connsiteX4-139" fmla="*/ 0 w 965390"/>
              <a:gd name="connsiteY4-140" fmla="*/ 715763 h 723079"/>
              <a:gd name="connsiteX0-141" fmla="*/ 0 w 965390"/>
              <a:gd name="connsiteY0-142" fmla="*/ 715763 h 723079"/>
              <a:gd name="connsiteX1-143" fmla="*/ 302078 w 965390"/>
              <a:gd name="connsiteY1-144" fmla="*/ 13681 h 723079"/>
              <a:gd name="connsiteX2-145" fmla="*/ 644693 w 965390"/>
              <a:gd name="connsiteY2-146" fmla="*/ 0 h 723079"/>
              <a:gd name="connsiteX3-147" fmla="*/ 965390 w 965390"/>
              <a:gd name="connsiteY3-148" fmla="*/ 723079 h 723079"/>
              <a:gd name="connsiteX4-149" fmla="*/ 0 w 965390"/>
              <a:gd name="connsiteY4-150" fmla="*/ 715763 h 723079"/>
              <a:gd name="connsiteX0-151" fmla="*/ 0 w 965390"/>
              <a:gd name="connsiteY0-152" fmla="*/ 715763 h 723079"/>
              <a:gd name="connsiteX1-153" fmla="*/ 315651 w 965390"/>
              <a:gd name="connsiteY1-154" fmla="*/ 10340 h 723079"/>
              <a:gd name="connsiteX2-155" fmla="*/ 644693 w 965390"/>
              <a:gd name="connsiteY2-156" fmla="*/ 0 h 723079"/>
              <a:gd name="connsiteX3-157" fmla="*/ 965390 w 965390"/>
              <a:gd name="connsiteY3-158" fmla="*/ 723079 h 723079"/>
              <a:gd name="connsiteX4-159" fmla="*/ 0 w 965390"/>
              <a:gd name="connsiteY4-160" fmla="*/ 715763 h 72307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965390" h="723079">
                <a:moveTo>
                  <a:pt x="0" y="715763"/>
                </a:moveTo>
                <a:cubicBezTo>
                  <a:pt x="142112" y="511216"/>
                  <a:pt x="341490" y="317530"/>
                  <a:pt x="315651" y="10340"/>
                </a:cubicBezTo>
                <a:lnTo>
                  <a:pt x="644693" y="0"/>
                </a:lnTo>
                <a:cubicBezTo>
                  <a:pt x="646846" y="269867"/>
                  <a:pt x="797877" y="439857"/>
                  <a:pt x="965390" y="723079"/>
                </a:cubicBezTo>
                <a:lnTo>
                  <a:pt x="0" y="715763"/>
                </a:lnTo>
                <a:close/>
              </a:path>
            </a:pathLst>
          </a:custGeom>
          <a:gradFill flip="none" rotWithShape="1"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chemeClr val="accent5">
                  <a:lumMod val="60000"/>
                  <a:lumOff val="40000"/>
                  <a:alpha val="30000"/>
                </a:schemeClr>
              </a:gs>
            </a:gsLst>
            <a:lin ang="16200000" scaled="1"/>
            <a:tileRect/>
          </a:gradFill>
          <a:ln>
            <a:gradFill flip="none" rotWithShape="1">
              <a:gsLst>
                <a:gs pos="51000">
                  <a:schemeClr val="accent5">
                    <a:lumMod val="60000"/>
                    <a:lumOff val="40000"/>
                  </a:schemeClr>
                </a:gs>
                <a:gs pos="0">
                  <a:schemeClr val="accent5">
                    <a:lumMod val="20000"/>
                    <a:lumOff val="80000"/>
                    <a:alpha val="0"/>
                  </a:schemeClr>
                </a:gs>
                <a:gs pos="100000">
                  <a:schemeClr val="accent5">
                    <a:lumMod val="20000"/>
                    <a:lumOff val="80000"/>
                    <a:alpha val="0"/>
                  </a:scheme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" name="Arc 15+"/>
          <p:cNvSpPr/>
          <p:nvPr/>
        </p:nvSpPr>
        <p:spPr>
          <a:xfrm flipH="1">
            <a:off x="3257459" y="711786"/>
            <a:ext cx="6867092" cy="6867092"/>
          </a:xfrm>
          <a:prstGeom prst="arc">
            <a:avLst>
              <a:gd name="adj1" fmla="val 19811968"/>
              <a:gd name="adj2" fmla="val 1778193"/>
            </a:avLst>
          </a:prstGeom>
          <a:noFill/>
          <a:ln w="12700">
            <a:gradFill flip="none" rotWithShape="1">
              <a:gsLst>
                <a:gs pos="91000">
                  <a:schemeClr val="accent1">
                    <a:lumMod val="60000"/>
                    <a:lumOff val="40000"/>
                    <a:alpha val="0"/>
                  </a:schemeClr>
                </a:gs>
                <a:gs pos="44000">
                  <a:schemeClr val="accent1">
                    <a:lumMod val="60000"/>
                    <a:lumOff val="40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Arc 15++"/>
          <p:cNvSpPr/>
          <p:nvPr/>
        </p:nvSpPr>
        <p:spPr>
          <a:xfrm flipV="1">
            <a:off x="1914754" y="598550"/>
            <a:ext cx="6867092" cy="6867092"/>
          </a:xfrm>
          <a:prstGeom prst="arc">
            <a:avLst>
              <a:gd name="adj1" fmla="val 19771330"/>
              <a:gd name="adj2" fmla="val 1680564"/>
            </a:avLst>
          </a:prstGeom>
          <a:noFill/>
          <a:ln w="12700">
            <a:gradFill flip="none" rotWithShape="1">
              <a:gsLst>
                <a:gs pos="91000">
                  <a:schemeClr val="accent5">
                    <a:lumMod val="60000"/>
                    <a:lumOff val="40000"/>
                    <a:alpha val="0"/>
                  </a:schemeClr>
                </a:gs>
                <a:gs pos="44000">
                  <a:schemeClr val="accent5">
                    <a:lumMod val="60000"/>
                    <a:lumOff val="40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Arc 15+"/>
          <p:cNvSpPr/>
          <p:nvPr/>
        </p:nvSpPr>
        <p:spPr>
          <a:xfrm flipH="1">
            <a:off x="3511045" y="711786"/>
            <a:ext cx="6867092" cy="6867092"/>
          </a:xfrm>
          <a:prstGeom prst="arc">
            <a:avLst>
              <a:gd name="adj1" fmla="val 20150286"/>
              <a:gd name="adj2" fmla="val 1506853"/>
            </a:avLst>
          </a:prstGeom>
          <a:noFill/>
          <a:ln w="12700">
            <a:gradFill flip="none" rotWithShape="1">
              <a:gsLst>
                <a:gs pos="91000">
                  <a:schemeClr val="accent1">
                    <a:lumMod val="60000"/>
                    <a:lumOff val="40000"/>
                    <a:alpha val="73000"/>
                  </a:schemeClr>
                </a:gs>
                <a:gs pos="44000">
                  <a:schemeClr val="accent1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Arc 15++"/>
          <p:cNvSpPr/>
          <p:nvPr/>
        </p:nvSpPr>
        <p:spPr>
          <a:xfrm>
            <a:off x="1625187" y="598550"/>
            <a:ext cx="6867092" cy="6867092"/>
          </a:xfrm>
          <a:prstGeom prst="arc">
            <a:avLst>
              <a:gd name="adj1" fmla="val 20109439"/>
              <a:gd name="adj2" fmla="val 1561056"/>
            </a:avLst>
          </a:prstGeom>
          <a:noFill/>
          <a:ln w="12700">
            <a:gradFill flip="none" rotWithShape="1">
              <a:gsLst>
                <a:gs pos="91000">
                  <a:schemeClr val="accent5">
                    <a:lumMod val="60000"/>
                    <a:lumOff val="40000"/>
                    <a:alpha val="73000"/>
                  </a:schemeClr>
                </a:gs>
                <a:gs pos="44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椭圆 63"/>
          <p:cNvSpPr/>
          <p:nvPr>
            <p:custDataLst>
              <p:tags r:id="rId3"/>
            </p:custDataLst>
          </p:nvPr>
        </p:nvSpPr>
        <p:spPr>
          <a:xfrm>
            <a:off x="3586477" y="2506176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schemeClr val="accent2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755" tIns="49378" rIns="98755" bIns="49378" rtlCol="0" anchor="ctr"/>
          <a:lstStyle/>
          <a:p>
            <a:pPr algn="ctr"/>
            <a:endParaRPr lang="zh-CN" altLang="en-US" sz="1945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" name="椭圆 64"/>
          <p:cNvSpPr/>
          <p:nvPr/>
        </p:nvSpPr>
        <p:spPr>
          <a:xfrm>
            <a:off x="3616043" y="2535745"/>
            <a:ext cx="48862" cy="4886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755" tIns="49378" rIns="98755" bIns="49378" rtlCol="0" anchor="ctr"/>
          <a:lstStyle/>
          <a:p>
            <a:pPr algn="ctr"/>
            <a:endParaRPr lang="zh-CN" altLang="en-US" sz="1945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矩形: 圆角 60"/>
          <p:cNvSpPr/>
          <p:nvPr/>
        </p:nvSpPr>
        <p:spPr>
          <a:xfrm>
            <a:off x="847733" y="2364570"/>
            <a:ext cx="2679598" cy="344694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2700000" scaled="1"/>
            <a:tileRect/>
          </a:gradFill>
          <a:ln w="38100">
            <a:noFill/>
          </a:ln>
          <a:effectLst>
            <a:outerShdw blurRad="254000" dist="123444" dir="5400000" sx="99000" sy="99000" algn="ctr" rotWithShape="0">
              <a:schemeClr val="accent1">
                <a:lumMod val="60000"/>
                <a:lumOff val="4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5" tIns="49378" rIns="98755" bIns="49378" rtlCol="0" anchor="ctr">
            <a:noAutofit/>
          </a:bodyPr>
          <a:lstStyle/>
          <a:p>
            <a:pPr algn="ctr"/>
            <a:endParaRPr lang="zh-CN" altLang="en-US" sz="1945" dirty="0">
              <a:solidFill>
                <a:schemeClr val="bg1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文本框 61"/>
          <p:cNvSpPr txBox="1"/>
          <p:nvPr/>
        </p:nvSpPr>
        <p:spPr>
          <a:xfrm flipH="1">
            <a:off x="1469386" y="2413807"/>
            <a:ext cx="143629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市场系增长黑客</a:t>
            </a:r>
            <a:endParaRPr lang="zh-CN" altLang="en-US" sz="16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 flipH="1">
            <a:off x="894080" y="2860675"/>
            <a:ext cx="2363470" cy="4419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“防伪追溯平台 ” 对接工信部 “ 实事求是 ” 婴配奶粉追溯平台</a:t>
            </a:r>
            <a:endParaRPr lang="zh-CN" altLang="en-US" sz="12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椭圆 57"/>
          <p:cNvSpPr/>
          <p:nvPr>
            <p:custDataLst>
              <p:tags r:id="rId4"/>
            </p:custDataLst>
          </p:nvPr>
        </p:nvSpPr>
        <p:spPr>
          <a:xfrm>
            <a:off x="3205061" y="3852263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schemeClr val="accent2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755" tIns="49378" rIns="98755" bIns="49378" rtlCol="0" anchor="ctr"/>
          <a:lstStyle/>
          <a:p>
            <a:pPr algn="r"/>
            <a:endParaRPr lang="zh-CN" altLang="en-US" sz="1945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椭圆 58"/>
          <p:cNvSpPr/>
          <p:nvPr/>
        </p:nvSpPr>
        <p:spPr>
          <a:xfrm>
            <a:off x="3234627" y="3881832"/>
            <a:ext cx="48862" cy="4886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755" tIns="49378" rIns="98755" bIns="49378" rtlCol="0" anchor="ctr"/>
          <a:lstStyle/>
          <a:p>
            <a:pPr algn="r"/>
            <a:endParaRPr lang="zh-CN" altLang="en-US" sz="1945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矩形: 圆角 54"/>
          <p:cNvSpPr/>
          <p:nvPr/>
        </p:nvSpPr>
        <p:spPr>
          <a:xfrm>
            <a:off x="847732" y="3749790"/>
            <a:ext cx="2317173" cy="3456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2700000" scaled="1"/>
            <a:tileRect/>
          </a:gradFill>
          <a:ln w="38100">
            <a:noFill/>
          </a:ln>
          <a:effectLst>
            <a:outerShdw blurRad="254000" dist="123444" dir="5400000" sx="99000" sy="99000" algn="ctr" rotWithShape="0">
              <a:schemeClr val="accent1">
                <a:lumMod val="60000"/>
                <a:lumOff val="4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945" dirty="0">
              <a:solidFill>
                <a:schemeClr val="bg1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6" name="文本框 55"/>
          <p:cNvSpPr txBox="1"/>
          <p:nvPr/>
        </p:nvSpPr>
        <p:spPr>
          <a:xfrm flipH="1">
            <a:off x="993405" y="4251649"/>
            <a:ext cx="2138566" cy="4311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与商务部签署签署</a:t>
            </a:r>
            <a:r>
              <a:rPr lang="en-US" altLang="zh-CN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《 </a:t>
            </a:r>
            <a:r>
              <a:rPr lang="zh-CN" altLang="en-US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关于促进数字商务发展合作协议 </a:t>
            </a:r>
            <a:r>
              <a:rPr lang="en-US" altLang="zh-CN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》</a:t>
            </a:r>
            <a:endParaRPr lang="en-US" altLang="zh-CN" sz="12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文本框 56"/>
          <p:cNvSpPr txBox="1"/>
          <p:nvPr/>
        </p:nvSpPr>
        <p:spPr>
          <a:xfrm flipH="1">
            <a:off x="1288173" y="3799480"/>
            <a:ext cx="143629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>
              <a:defRPr sz="1200">
                <a:solidFill>
                  <a:schemeClr val="accent3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defRPr>
            </a:lvl1pPr>
          </a:lstStyle>
          <a:p>
            <a:pPr algn="r"/>
            <a:r>
              <a: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产品系增长黑客</a:t>
            </a:r>
            <a:endParaRPr lang="zh-CN" altLang="en-US" sz="16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椭圆 51"/>
          <p:cNvSpPr/>
          <p:nvPr>
            <p:custDataLst>
              <p:tags r:id="rId5"/>
            </p:custDataLst>
          </p:nvPr>
        </p:nvSpPr>
        <p:spPr>
          <a:xfrm>
            <a:off x="3407258" y="5255814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schemeClr val="accent2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755" tIns="49378" rIns="98755" bIns="49378" rtlCol="0" anchor="ctr"/>
          <a:lstStyle/>
          <a:p>
            <a:pPr algn="ctr"/>
            <a:endParaRPr lang="zh-CN" altLang="en-US" sz="1945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椭圆 52"/>
          <p:cNvSpPr/>
          <p:nvPr/>
        </p:nvSpPr>
        <p:spPr>
          <a:xfrm>
            <a:off x="3436824" y="5285383"/>
            <a:ext cx="48862" cy="4886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755" tIns="49378" rIns="98755" bIns="49378" rtlCol="0" anchor="ctr"/>
          <a:lstStyle/>
          <a:p>
            <a:pPr algn="ctr"/>
            <a:endParaRPr lang="zh-CN" altLang="en-US" sz="1945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矩形: 圆角 48"/>
          <p:cNvSpPr/>
          <p:nvPr/>
        </p:nvSpPr>
        <p:spPr>
          <a:xfrm>
            <a:off x="848466" y="5140782"/>
            <a:ext cx="2485314" cy="3456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2700000" scaled="1"/>
            <a:tileRect/>
          </a:gradFill>
          <a:ln w="38100">
            <a:noFill/>
          </a:ln>
          <a:effectLst>
            <a:outerShdw blurRad="254000" dist="123444" dir="5400000" sx="99000" sy="99000" algn="ctr" rotWithShape="0">
              <a:schemeClr val="accent1">
                <a:lumMod val="60000"/>
                <a:lumOff val="4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945" dirty="0">
              <a:solidFill>
                <a:schemeClr val="bg1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0" name="文本框 49"/>
          <p:cNvSpPr txBox="1"/>
          <p:nvPr/>
        </p:nvSpPr>
        <p:spPr>
          <a:xfrm flipH="1">
            <a:off x="1372977" y="5190472"/>
            <a:ext cx="143629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>
              <a:defRPr sz="1200">
                <a:solidFill>
                  <a:schemeClr val="accent3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defRPr>
            </a:lvl1pPr>
          </a:lstStyle>
          <a:p>
            <a:pPr algn="ctr"/>
            <a:r>
              <a: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工程系增长黑客</a:t>
            </a:r>
            <a:endParaRPr lang="zh-CN" altLang="en-US" sz="16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 flipH="1">
            <a:off x="993405" y="5634819"/>
            <a:ext cx="2187933" cy="4311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区块链防伪追溯</a:t>
            </a:r>
            <a:endParaRPr lang="zh-CN" altLang="en-US" sz="12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平台正式上线</a:t>
            </a:r>
            <a:endParaRPr lang="zh-CN" altLang="en-US" sz="12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42" name="组合 41"/>
          <p:cNvGrpSpPr/>
          <p:nvPr/>
        </p:nvGrpSpPr>
        <p:grpSpPr>
          <a:xfrm>
            <a:off x="8430423" y="2506176"/>
            <a:ext cx="108000" cy="108000"/>
            <a:chOff x="8284494" y="2065735"/>
            <a:chExt cx="108000" cy="108000"/>
          </a:xfrm>
        </p:grpSpPr>
        <p:sp>
          <p:nvSpPr>
            <p:cNvPr id="46" name="椭圆 45"/>
            <p:cNvSpPr/>
            <p:nvPr>
              <p:custDataLst>
                <p:tags r:id="rId6"/>
              </p:custDataLst>
            </p:nvPr>
          </p:nvSpPr>
          <p:spPr>
            <a:xfrm flipH="1">
              <a:off x="8284494" y="2065735"/>
              <a:ext cx="108000" cy="10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algn="ctr" rotWithShape="0">
                <a:schemeClr val="accent3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8755" tIns="49378" rIns="98755" bIns="49378" rtlCol="0" anchor="ctr"/>
            <a:lstStyle/>
            <a:p>
              <a:pPr algn="ctr"/>
              <a:endParaRPr lang="zh-CN" altLang="en-US" sz="194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7" name="椭圆 46"/>
            <p:cNvSpPr/>
            <p:nvPr/>
          </p:nvSpPr>
          <p:spPr>
            <a:xfrm flipH="1">
              <a:off x="8314065" y="2095304"/>
              <a:ext cx="48862" cy="48862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8755" tIns="49378" rIns="98755" bIns="49378" rtlCol="0" anchor="ctr"/>
            <a:lstStyle/>
            <a:p>
              <a:pPr algn="ctr"/>
              <a:endParaRPr lang="zh-CN" altLang="en-US" sz="194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43" name="矩形: 圆角 42"/>
          <p:cNvSpPr/>
          <p:nvPr/>
        </p:nvSpPr>
        <p:spPr>
          <a:xfrm>
            <a:off x="8615009" y="2364570"/>
            <a:ext cx="2729259" cy="344694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5">
                  <a:lumMod val="60000"/>
                  <a:lumOff val="40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2700000" scaled="1"/>
            <a:tileRect/>
          </a:gradFill>
          <a:ln w="38100">
            <a:noFill/>
          </a:ln>
          <a:effectLst>
            <a:outerShdw blurRad="254000" dist="123444" dir="5400000" sx="99000" sy="99000" algn="ctr" rotWithShape="0">
              <a:schemeClr val="accent5">
                <a:lumMod val="60000"/>
                <a:lumOff val="4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5" tIns="49378" rIns="98755" bIns="49378" rtlCol="0" anchor="ctr">
            <a:noAutofit/>
          </a:bodyPr>
          <a:lstStyle/>
          <a:p>
            <a:pPr algn="ctr"/>
            <a:endParaRPr lang="zh-CN" altLang="en-US" sz="1945" dirty="0">
              <a:solidFill>
                <a:schemeClr val="bg1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9466678" y="2413807"/>
            <a:ext cx="1025922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衰退期重构</a:t>
            </a:r>
            <a:endParaRPr lang="zh-CN" altLang="en-US" sz="16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8726495" y="3852263"/>
            <a:ext cx="108000" cy="108000"/>
            <a:chOff x="8569917" y="3182554"/>
            <a:chExt cx="108000" cy="108000"/>
          </a:xfrm>
        </p:grpSpPr>
        <p:sp>
          <p:nvSpPr>
            <p:cNvPr id="40" name="椭圆 39"/>
            <p:cNvSpPr/>
            <p:nvPr>
              <p:custDataLst>
                <p:tags r:id="rId7"/>
              </p:custDataLst>
            </p:nvPr>
          </p:nvSpPr>
          <p:spPr>
            <a:xfrm flipH="1">
              <a:off x="8569917" y="3182554"/>
              <a:ext cx="108000" cy="10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algn="ctr" rotWithShape="0">
                <a:schemeClr val="accent3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8755" tIns="49378" rIns="98755" bIns="49378" rtlCol="0" anchor="ctr"/>
            <a:lstStyle/>
            <a:p>
              <a:pPr algn="ctr"/>
              <a:endParaRPr lang="zh-CN" altLang="en-US" sz="1945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1" name="椭圆 40"/>
            <p:cNvSpPr/>
            <p:nvPr/>
          </p:nvSpPr>
          <p:spPr>
            <a:xfrm flipH="1">
              <a:off x="8599488" y="3212123"/>
              <a:ext cx="48862" cy="48862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8755" tIns="49378" rIns="98755" bIns="49378" rtlCol="0" anchor="ctr"/>
            <a:lstStyle/>
            <a:p>
              <a:pPr algn="ctr"/>
              <a:endParaRPr lang="zh-CN" altLang="en-US" sz="1945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17" name="矩形: 圆角 36"/>
          <p:cNvSpPr/>
          <p:nvPr/>
        </p:nvSpPr>
        <p:spPr>
          <a:xfrm>
            <a:off x="8896791" y="3749790"/>
            <a:ext cx="2447477" cy="3456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5">
                  <a:lumMod val="60000"/>
                  <a:lumOff val="40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2700000" scaled="1"/>
            <a:tileRect/>
          </a:gradFill>
          <a:ln w="38100">
            <a:noFill/>
          </a:ln>
          <a:effectLst>
            <a:outerShdw blurRad="254000" dist="123444" dir="5400000" sx="99000" sy="99000" algn="ctr" rotWithShape="0">
              <a:schemeClr val="accent5">
                <a:lumMod val="60000"/>
                <a:lumOff val="4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945" dirty="0">
              <a:solidFill>
                <a:schemeClr val="bg1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9420017" y="3799480"/>
            <a:ext cx="1401026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>
              <a:defRPr sz="1200">
                <a:solidFill>
                  <a:schemeClr val="accent3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defRPr>
            </a:lvl1pPr>
          </a:lstStyle>
          <a:p>
            <a:pPr algn="r"/>
            <a:r>
              <a: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稳定发展从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1-N</a:t>
            </a:r>
            <a:endParaRPr lang="en-US" altLang="zh-CN" sz="16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8480709" y="5273324"/>
            <a:ext cx="108000" cy="108000"/>
            <a:chOff x="8171901" y="5403654"/>
            <a:chExt cx="108000" cy="108000"/>
          </a:xfrm>
        </p:grpSpPr>
        <p:sp>
          <p:nvSpPr>
            <p:cNvPr id="34" name="椭圆 33"/>
            <p:cNvSpPr/>
            <p:nvPr>
              <p:custDataLst>
                <p:tags r:id="rId8"/>
              </p:custDataLst>
            </p:nvPr>
          </p:nvSpPr>
          <p:spPr>
            <a:xfrm flipH="1">
              <a:off x="8171901" y="5403654"/>
              <a:ext cx="108000" cy="10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algn="ctr" rotWithShape="0">
                <a:schemeClr val="accent3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8755" tIns="49378" rIns="98755" bIns="49378" rtlCol="0" anchor="ctr"/>
            <a:lstStyle/>
            <a:p>
              <a:pPr algn="ctr"/>
              <a:endParaRPr lang="zh-CN" altLang="en-US" sz="194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5" name="椭圆 34"/>
            <p:cNvSpPr/>
            <p:nvPr/>
          </p:nvSpPr>
          <p:spPr>
            <a:xfrm flipH="1">
              <a:off x="8201472" y="5433223"/>
              <a:ext cx="48862" cy="48862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8755" tIns="49378" rIns="98755" bIns="49378" rtlCol="0" anchor="ctr"/>
            <a:lstStyle/>
            <a:p>
              <a:pPr algn="ctr"/>
              <a:endParaRPr lang="zh-CN" altLang="en-US" sz="194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19" name="矩形: 圆角 30"/>
          <p:cNvSpPr/>
          <p:nvPr/>
        </p:nvSpPr>
        <p:spPr>
          <a:xfrm>
            <a:off x="8662164" y="5140782"/>
            <a:ext cx="2682105" cy="3456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5">
                  <a:lumMod val="60000"/>
                  <a:lumOff val="40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2700000" scaled="1"/>
            <a:tileRect/>
          </a:gradFill>
          <a:ln w="38100">
            <a:noFill/>
          </a:ln>
          <a:effectLst>
            <a:outerShdw blurRad="254000" dist="123444" dir="5400000" sx="99000" sy="99000" algn="ctr" rotWithShape="0">
              <a:schemeClr val="accent5">
                <a:lumMod val="60000"/>
                <a:lumOff val="4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945" dirty="0">
              <a:solidFill>
                <a:schemeClr val="bg1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9079887" y="5190472"/>
            <a:ext cx="1846659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>
              <a:defRPr sz="1200">
                <a:solidFill>
                  <a:schemeClr val="accent3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defRPr>
            </a:lvl1pPr>
          </a:lstStyle>
          <a:p>
            <a:pPr algn="ctr"/>
            <a:r>
              <a: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复杂系统的完整实施</a:t>
            </a:r>
            <a:endParaRPr lang="zh-CN" altLang="en-US" sz="16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椭圆 23"/>
          <p:cNvSpPr/>
          <p:nvPr>
            <p:custDataLst>
              <p:tags r:id="rId9"/>
            </p:custDataLst>
          </p:nvPr>
        </p:nvSpPr>
        <p:spPr>
          <a:xfrm flipH="1">
            <a:off x="3865245" y="2946400"/>
            <a:ext cx="2340610" cy="2340610"/>
          </a:xfrm>
          <a:prstGeom prst="ellipse">
            <a:avLst/>
          </a:prstGeom>
          <a:gradFill flip="none" rotWithShape="1">
            <a:gsLst>
              <a:gs pos="100000">
                <a:schemeClr val="accent1"/>
              </a:gs>
              <a:gs pos="0">
                <a:schemeClr val="accent1">
                  <a:lumMod val="60000"/>
                  <a:lumOff val="40000"/>
                </a:schemeClr>
              </a:gs>
            </a:gsLst>
            <a:lin ang="2700000" scaled="1"/>
          </a:gradFill>
          <a:ln w="38100">
            <a:noFill/>
          </a:ln>
          <a:effectLst>
            <a:outerShdw blurRad="304800" dist="165100" dir="5400000" sx="108000" sy="108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755" tIns="49378" rIns="98755" bIns="49378" rtlCol="0" anchor="ctr"/>
          <a:lstStyle/>
          <a:p>
            <a:pPr algn="ctr"/>
            <a:endParaRPr lang="zh-CN" altLang="en-US" sz="1945" dirty="0">
              <a:gradFill>
                <a:gsLst>
                  <a:gs pos="0">
                    <a:schemeClr val="accent1"/>
                  </a:gs>
                  <a:gs pos="100000">
                    <a:schemeClr val="accent1">
                      <a:lumMod val="75000"/>
                    </a:schemeClr>
                  </a:gs>
                </a:gsLst>
                <a:lin ang="2700000" scaled="1"/>
              </a:gra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4280535" y="3653790"/>
            <a:ext cx="1538605" cy="61531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zh-CN" altLang="en-US" sz="20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行业创新之路</a:t>
            </a:r>
            <a:endParaRPr lang="zh-CN" altLang="en-US" sz="20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 sz="20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4497070" y="4203065"/>
            <a:ext cx="1076960" cy="5035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4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聚焦行业</a:t>
            </a:r>
            <a:endParaRPr lang="zh-CN" altLang="en-US" sz="14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sz="14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目标创新图谱</a:t>
            </a:r>
            <a:endParaRPr lang="zh-CN" altLang="en-US" sz="14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椭圆 22"/>
          <p:cNvSpPr/>
          <p:nvPr>
            <p:custDataLst>
              <p:tags r:id="rId10"/>
            </p:custDataLst>
          </p:nvPr>
        </p:nvSpPr>
        <p:spPr>
          <a:xfrm flipH="1">
            <a:off x="5851525" y="2964180"/>
            <a:ext cx="2340610" cy="2340610"/>
          </a:xfrm>
          <a:prstGeom prst="ellipse">
            <a:avLst/>
          </a:prstGeom>
          <a:gradFill flip="none" rotWithShape="1">
            <a:gsLst>
              <a:gs pos="100000">
                <a:schemeClr val="accent5"/>
              </a:gs>
              <a:gs pos="0">
                <a:schemeClr val="accent5">
                  <a:lumMod val="60000"/>
                  <a:lumOff val="40000"/>
                </a:schemeClr>
              </a:gs>
            </a:gsLst>
            <a:lin ang="2700000" scaled="1"/>
          </a:gradFill>
          <a:ln w="38100">
            <a:noFill/>
          </a:ln>
          <a:effectLst>
            <a:outerShdw blurRad="304800" dist="165100" dir="5400000" sx="108000" sy="108000" algn="ctr" rotWithShape="0">
              <a:schemeClr val="accent5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945" dirty="0">
              <a:gradFill>
                <a:gsLst>
                  <a:gs pos="0">
                    <a:schemeClr val="accent1"/>
                  </a:gs>
                  <a:gs pos="100000">
                    <a:schemeClr val="accent1">
                      <a:lumMod val="75000"/>
                    </a:schemeClr>
                  </a:gs>
                </a:gsLst>
                <a:lin ang="2700000" scaled="1"/>
              </a:gra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6313170" y="3674110"/>
            <a:ext cx="1538605" cy="30797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zh-CN" altLang="en-US" sz="20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产品建设路径</a:t>
            </a:r>
            <a:endParaRPr lang="zh-CN" altLang="en-US" sz="20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6314440" y="4223385"/>
            <a:ext cx="1436370" cy="5035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4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聚焦产品高意愿度</a:t>
            </a:r>
            <a:endParaRPr lang="zh-CN" altLang="en-US" sz="14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sz="14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目标市场分布</a:t>
            </a:r>
            <a:endParaRPr lang="zh-CN" altLang="en-US" sz="14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" name="任意多边形: 形状 66"/>
          <p:cNvSpPr/>
          <p:nvPr/>
        </p:nvSpPr>
        <p:spPr>
          <a:xfrm rot="5616845">
            <a:off x="7555737" y="1164862"/>
            <a:ext cx="1040612" cy="2191782"/>
          </a:xfrm>
          <a:custGeom>
            <a:avLst/>
            <a:gdLst>
              <a:gd name="connsiteX0" fmla="*/ 478971 w 478971"/>
              <a:gd name="connsiteY0" fmla="*/ 1001485 h 1001485"/>
              <a:gd name="connsiteX1" fmla="*/ 0 w 478971"/>
              <a:gd name="connsiteY1" fmla="*/ 0 h 1001485"/>
              <a:gd name="connsiteX0-1" fmla="*/ 478971 w 478971"/>
              <a:gd name="connsiteY0-2" fmla="*/ 1001485 h 1001485"/>
              <a:gd name="connsiteX1-3" fmla="*/ 0 w 478971"/>
              <a:gd name="connsiteY1-4" fmla="*/ 0 h 1001485"/>
              <a:gd name="connsiteX0-5" fmla="*/ 478971 w 478971"/>
              <a:gd name="connsiteY0-6" fmla="*/ 1001485 h 1001485"/>
              <a:gd name="connsiteX1-7" fmla="*/ 0 w 478971"/>
              <a:gd name="connsiteY1-8" fmla="*/ 0 h 1001485"/>
              <a:gd name="connsiteX0-9" fmla="*/ 478971 w 478971"/>
              <a:gd name="connsiteY0-10" fmla="*/ 1001485 h 1001485"/>
              <a:gd name="connsiteX1-11" fmla="*/ 0 w 478971"/>
              <a:gd name="connsiteY1-12" fmla="*/ 0 h 1001485"/>
              <a:gd name="connsiteX0-13" fmla="*/ 478971 w 478971"/>
              <a:gd name="connsiteY0-14" fmla="*/ 1001485 h 1001485"/>
              <a:gd name="connsiteX1-15" fmla="*/ 0 w 478971"/>
              <a:gd name="connsiteY1-16" fmla="*/ 0 h 1001485"/>
              <a:gd name="connsiteX0-17" fmla="*/ 478971 w 478971"/>
              <a:gd name="connsiteY0-18" fmla="*/ 1001485 h 1001485"/>
              <a:gd name="connsiteX1-19" fmla="*/ 0 w 478971"/>
              <a:gd name="connsiteY1-20" fmla="*/ 0 h 1001485"/>
              <a:gd name="connsiteX0-21" fmla="*/ 517007 w 517007"/>
              <a:gd name="connsiteY0-22" fmla="*/ 999355 h 999355"/>
              <a:gd name="connsiteX1-23" fmla="*/ 0 w 517007"/>
              <a:gd name="connsiteY1-24" fmla="*/ 0 h 999355"/>
              <a:gd name="connsiteX0-25" fmla="*/ 549376 w 549376"/>
              <a:gd name="connsiteY0-26" fmla="*/ 1000147 h 1000147"/>
              <a:gd name="connsiteX1-27" fmla="*/ 0 w 549376"/>
              <a:gd name="connsiteY1-28" fmla="*/ 0 h 1000147"/>
              <a:gd name="connsiteX0-29" fmla="*/ 557783 w 557783"/>
              <a:gd name="connsiteY0-30" fmla="*/ 994467 h 994467"/>
              <a:gd name="connsiteX1-31" fmla="*/ 0 w 557783"/>
              <a:gd name="connsiteY1-32" fmla="*/ 0 h 994467"/>
              <a:gd name="connsiteX0-33" fmla="*/ 557783 w 557783"/>
              <a:gd name="connsiteY0-34" fmla="*/ 994467 h 994467"/>
              <a:gd name="connsiteX1-35" fmla="*/ 0 w 557783"/>
              <a:gd name="connsiteY1-36" fmla="*/ 0 h 994467"/>
              <a:gd name="connsiteX0-37" fmla="*/ 581991 w 581991"/>
              <a:gd name="connsiteY0-38" fmla="*/ 1086877 h 1086877"/>
              <a:gd name="connsiteX1-39" fmla="*/ 0 w 581991"/>
              <a:gd name="connsiteY1-40" fmla="*/ 0 h 108687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581991" h="1086877">
                <a:moveTo>
                  <a:pt x="581991" y="1086877"/>
                </a:moveTo>
                <a:cubicBezTo>
                  <a:pt x="479829" y="702657"/>
                  <a:pt x="273957" y="288108"/>
                  <a:pt x="0" y="0"/>
                </a:cubicBezTo>
              </a:path>
            </a:pathLst>
          </a:custGeom>
          <a:noFill/>
          <a:ln>
            <a:solidFill>
              <a:schemeClr val="accent5">
                <a:lumMod val="20000"/>
                <a:lumOff val="80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" name="任意多边形: 形状 67"/>
          <p:cNvSpPr/>
          <p:nvPr/>
        </p:nvSpPr>
        <p:spPr>
          <a:xfrm rot="15983155" flipV="1">
            <a:off x="7403840" y="4834136"/>
            <a:ext cx="1040612" cy="2191782"/>
          </a:xfrm>
          <a:custGeom>
            <a:avLst/>
            <a:gdLst>
              <a:gd name="connsiteX0" fmla="*/ 478971 w 478971"/>
              <a:gd name="connsiteY0" fmla="*/ 1001485 h 1001485"/>
              <a:gd name="connsiteX1" fmla="*/ 0 w 478971"/>
              <a:gd name="connsiteY1" fmla="*/ 0 h 1001485"/>
              <a:gd name="connsiteX0-1" fmla="*/ 478971 w 478971"/>
              <a:gd name="connsiteY0-2" fmla="*/ 1001485 h 1001485"/>
              <a:gd name="connsiteX1-3" fmla="*/ 0 w 478971"/>
              <a:gd name="connsiteY1-4" fmla="*/ 0 h 1001485"/>
              <a:gd name="connsiteX0-5" fmla="*/ 478971 w 478971"/>
              <a:gd name="connsiteY0-6" fmla="*/ 1001485 h 1001485"/>
              <a:gd name="connsiteX1-7" fmla="*/ 0 w 478971"/>
              <a:gd name="connsiteY1-8" fmla="*/ 0 h 1001485"/>
              <a:gd name="connsiteX0-9" fmla="*/ 478971 w 478971"/>
              <a:gd name="connsiteY0-10" fmla="*/ 1001485 h 1001485"/>
              <a:gd name="connsiteX1-11" fmla="*/ 0 w 478971"/>
              <a:gd name="connsiteY1-12" fmla="*/ 0 h 1001485"/>
              <a:gd name="connsiteX0-13" fmla="*/ 478971 w 478971"/>
              <a:gd name="connsiteY0-14" fmla="*/ 1001485 h 1001485"/>
              <a:gd name="connsiteX1-15" fmla="*/ 0 w 478971"/>
              <a:gd name="connsiteY1-16" fmla="*/ 0 h 1001485"/>
              <a:gd name="connsiteX0-17" fmla="*/ 478971 w 478971"/>
              <a:gd name="connsiteY0-18" fmla="*/ 1001485 h 1001485"/>
              <a:gd name="connsiteX1-19" fmla="*/ 0 w 478971"/>
              <a:gd name="connsiteY1-20" fmla="*/ 0 h 1001485"/>
              <a:gd name="connsiteX0-21" fmla="*/ 517007 w 517007"/>
              <a:gd name="connsiteY0-22" fmla="*/ 999355 h 999355"/>
              <a:gd name="connsiteX1-23" fmla="*/ 0 w 517007"/>
              <a:gd name="connsiteY1-24" fmla="*/ 0 h 999355"/>
              <a:gd name="connsiteX0-25" fmla="*/ 549376 w 549376"/>
              <a:gd name="connsiteY0-26" fmla="*/ 1000147 h 1000147"/>
              <a:gd name="connsiteX1-27" fmla="*/ 0 w 549376"/>
              <a:gd name="connsiteY1-28" fmla="*/ 0 h 1000147"/>
              <a:gd name="connsiteX0-29" fmla="*/ 557783 w 557783"/>
              <a:gd name="connsiteY0-30" fmla="*/ 994467 h 994467"/>
              <a:gd name="connsiteX1-31" fmla="*/ 0 w 557783"/>
              <a:gd name="connsiteY1-32" fmla="*/ 0 h 994467"/>
              <a:gd name="connsiteX0-33" fmla="*/ 557783 w 557783"/>
              <a:gd name="connsiteY0-34" fmla="*/ 994467 h 994467"/>
              <a:gd name="connsiteX1-35" fmla="*/ 0 w 557783"/>
              <a:gd name="connsiteY1-36" fmla="*/ 0 h 994467"/>
              <a:gd name="connsiteX0-37" fmla="*/ 581991 w 581991"/>
              <a:gd name="connsiteY0-38" fmla="*/ 1086877 h 1086877"/>
              <a:gd name="connsiteX1-39" fmla="*/ 0 w 581991"/>
              <a:gd name="connsiteY1-40" fmla="*/ 0 h 108687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581991" h="1086877">
                <a:moveTo>
                  <a:pt x="581991" y="1086877"/>
                </a:moveTo>
                <a:cubicBezTo>
                  <a:pt x="479829" y="702657"/>
                  <a:pt x="273957" y="288108"/>
                  <a:pt x="0" y="0"/>
                </a:cubicBezTo>
              </a:path>
            </a:pathLst>
          </a:custGeom>
          <a:noFill/>
          <a:ln>
            <a:solidFill>
              <a:schemeClr val="accent5">
                <a:lumMod val="20000"/>
                <a:lumOff val="80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0" name="任意多边形: 形状 69"/>
          <p:cNvSpPr/>
          <p:nvPr/>
        </p:nvSpPr>
        <p:spPr>
          <a:xfrm rot="15983155" flipH="1">
            <a:off x="3623067" y="1315528"/>
            <a:ext cx="994636" cy="2094942"/>
          </a:xfrm>
          <a:custGeom>
            <a:avLst/>
            <a:gdLst>
              <a:gd name="connsiteX0" fmla="*/ 478971 w 478971"/>
              <a:gd name="connsiteY0" fmla="*/ 1001485 h 1001485"/>
              <a:gd name="connsiteX1" fmla="*/ 0 w 478971"/>
              <a:gd name="connsiteY1" fmla="*/ 0 h 1001485"/>
              <a:gd name="connsiteX0-1" fmla="*/ 478971 w 478971"/>
              <a:gd name="connsiteY0-2" fmla="*/ 1001485 h 1001485"/>
              <a:gd name="connsiteX1-3" fmla="*/ 0 w 478971"/>
              <a:gd name="connsiteY1-4" fmla="*/ 0 h 1001485"/>
              <a:gd name="connsiteX0-5" fmla="*/ 478971 w 478971"/>
              <a:gd name="connsiteY0-6" fmla="*/ 1001485 h 1001485"/>
              <a:gd name="connsiteX1-7" fmla="*/ 0 w 478971"/>
              <a:gd name="connsiteY1-8" fmla="*/ 0 h 1001485"/>
              <a:gd name="connsiteX0-9" fmla="*/ 478971 w 478971"/>
              <a:gd name="connsiteY0-10" fmla="*/ 1001485 h 1001485"/>
              <a:gd name="connsiteX1-11" fmla="*/ 0 w 478971"/>
              <a:gd name="connsiteY1-12" fmla="*/ 0 h 1001485"/>
              <a:gd name="connsiteX0-13" fmla="*/ 478971 w 478971"/>
              <a:gd name="connsiteY0-14" fmla="*/ 1001485 h 1001485"/>
              <a:gd name="connsiteX1-15" fmla="*/ 0 w 478971"/>
              <a:gd name="connsiteY1-16" fmla="*/ 0 h 1001485"/>
              <a:gd name="connsiteX0-17" fmla="*/ 478971 w 478971"/>
              <a:gd name="connsiteY0-18" fmla="*/ 1001485 h 1001485"/>
              <a:gd name="connsiteX1-19" fmla="*/ 0 w 478971"/>
              <a:gd name="connsiteY1-20" fmla="*/ 0 h 1001485"/>
              <a:gd name="connsiteX0-21" fmla="*/ 517007 w 517007"/>
              <a:gd name="connsiteY0-22" fmla="*/ 999355 h 999355"/>
              <a:gd name="connsiteX1-23" fmla="*/ 0 w 517007"/>
              <a:gd name="connsiteY1-24" fmla="*/ 0 h 999355"/>
              <a:gd name="connsiteX0-25" fmla="*/ 549376 w 549376"/>
              <a:gd name="connsiteY0-26" fmla="*/ 1000147 h 1000147"/>
              <a:gd name="connsiteX1-27" fmla="*/ 0 w 549376"/>
              <a:gd name="connsiteY1-28" fmla="*/ 0 h 1000147"/>
              <a:gd name="connsiteX0-29" fmla="*/ 557783 w 557783"/>
              <a:gd name="connsiteY0-30" fmla="*/ 994467 h 994467"/>
              <a:gd name="connsiteX1-31" fmla="*/ 0 w 557783"/>
              <a:gd name="connsiteY1-32" fmla="*/ 0 h 994467"/>
              <a:gd name="connsiteX0-33" fmla="*/ 557783 w 557783"/>
              <a:gd name="connsiteY0-34" fmla="*/ 994467 h 994467"/>
              <a:gd name="connsiteX1-35" fmla="*/ 0 w 557783"/>
              <a:gd name="connsiteY1-36" fmla="*/ 0 h 994467"/>
              <a:gd name="connsiteX0-37" fmla="*/ 581991 w 581991"/>
              <a:gd name="connsiteY0-38" fmla="*/ 1086877 h 1086877"/>
              <a:gd name="connsiteX1-39" fmla="*/ 0 w 581991"/>
              <a:gd name="connsiteY1-40" fmla="*/ 0 h 108687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581991" h="1086877">
                <a:moveTo>
                  <a:pt x="581991" y="1086877"/>
                </a:moveTo>
                <a:cubicBezTo>
                  <a:pt x="479829" y="702657"/>
                  <a:pt x="273957" y="288108"/>
                  <a:pt x="0" y="0"/>
                </a:cubicBezTo>
              </a:path>
            </a:pathLst>
          </a:custGeom>
          <a:noFill/>
          <a:ln>
            <a:solidFill>
              <a:schemeClr val="accent1">
                <a:lumMod val="20000"/>
                <a:lumOff val="80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1" name="任意多边形: 形状 70"/>
          <p:cNvSpPr/>
          <p:nvPr/>
        </p:nvSpPr>
        <p:spPr>
          <a:xfrm rot="5616845" flipH="1" flipV="1">
            <a:off x="3768254" y="4822686"/>
            <a:ext cx="994636" cy="2094942"/>
          </a:xfrm>
          <a:custGeom>
            <a:avLst/>
            <a:gdLst>
              <a:gd name="connsiteX0" fmla="*/ 478971 w 478971"/>
              <a:gd name="connsiteY0" fmla="*/ 1001485 h 1001485"/>
              <a:gd name="connsiteX1" fmla="*/ 0 w 478971"/>
              <a:gd name="connsiteY1" fmla="*/ 0 h 1001485"/>
              <a:gd name="connsiteX0-1" fmla="*/ 478971 w 478971"/>
              <a:gd name="connsiteY0-2" fmla="*/ 1001485 h 1001485"/>
              <a:gd name="connsiteX1-3" fmla="*/ 0 w 478971"/>
              <a:gd name="connsiteY1-4" fmla="*/ 0 h 1001485"/>
              <a:gd name="connsiteX0-5" fmla="*/ 478971 w 478971"/>
              <a:gd name="connsiteY0-6" fmla="*/ 1001485 h 1001485"/>
              <a:gd name="connsiteX1-7" fmla="*/ 0 w 478971"/>
              <a:gd name="connsiteY1-8" fmla="*/ 0 h 1001485"/>
              <a:gd name="connsiteX0-9" fmla="*/ 478971 w 478971"/>
              <a:gd name="connsiteY0-10" fmla="*/ 1001485 h 1001485"/>
              <a:gd name="connsiteX1-11" fmla="*/ 0 w 478971"/>
              <a:gd name="connsiteY1-12" fmla="*/ 0 h 1001485"/>
              <a:gd name="connsiteX0-13" fmla="*/ 478971 w 478971"/>
              <a:gd name="connsiteY0-14" fmla="*/ 1001485 h 1001485"/>
              <a:gd name="connsiteX1-15" fmla="*/ 0 w 478971"/>
              <a:gd name="connsiteY1-16" fmla="*/ 0 h 1001485"/>
              <a:gd name="connsiteX0-17" fmla="*/ 478971 w 478971"/>
              <a:gd name="connsiteY0-18" fmla="*/ 1001485 h 1001485"/>
              <a:gd name="connsiteX1-19" fmla="*/ 0 w 478971"/>
              <a:gd name="connsiteY1-20" fmla="*/ 0 h 1001485"/>
              <a:gd name="connsiteX0-21" fmla="*/ 517007 w 517007"/>
              <a:gd name="connsiteY0-22" fmla="*/ 999355 h 999355"/>
              <a:gd name="connsiteX1-23" fmla="*/ 0 w 517007"/>
              <a:gd name="connsiteY1-24" fmla="*/ 0 h 999355"/>
              <a:gd name="connsiteX0-25" fmla="*/ 549376 w 549376"/>
              <a:gd name="connsiteY0-26" fmla="*/ 1000147 h 1000147"/>
              <a:gd name="connsiteX1-27" fmla="*/ 0 w 549376"/>
              <a:gd name="connsiteY1-28" fmla="*/ 0 h 1000147"/>
              <a:gd name="connsiteX0-29" fmla="*/ 557783 w 557783"/>
              <a:gd name="connsiteY0-30" fmla="*/ 994467 h 994467"/>
              <a:gd name="connsiteX1-31" fmla="*/ 0 w 557783"/>
              <a:gd name="connsiteY1-32" fmla="*/ 0 h 994467"/>
              <a:gd name="connsiteX0-33" fmla="*/ 557783 w 557783"/>
              <a:gd name="connsiteY0-34" fmla="*/ 994467 h 994467"/>
              <a:gd name="connsiteX1-35" fmla="*/ 0 w 557783"/>
              <a:gd name="connsiteY1-36" fmla="*/ 0 h 994467"/>
              <a:gd name="connsiteX0-37" fmla="*/ 581991 w 581991"/>
              <a:gd name="connsiteY0-38" fmla="*/ 1086877 h 1086877"/>
              <a:gd name="connsiteX1-39" fmla="*/ 0 w 581991"/>
              <a:gd name="connsiteY1-40" fmla="*/ 0 h 108687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581991" h="1086877">
                <a:moveTo>
                  <a:pt x="581991" y="1086877"/>
                </a:moveTo>
                <a:cubicBezTo>
                  <a:pt x="479829" y="702657"/>
                  <a:pt x="273957" y="288108"/>
                  <a:pt x="0" y="0"/>
                </a:cubicBezTo>
              </a:path>
            </a:pathLst>
          </a:custGeom>
          <a:noFill/>
          <a:ln>
            <a:solidFill>
              <a:schemeClr val="accent1">
                <a:lumMod val="20000"/>
                <a:lumOff val="80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8738235" y="348615"/>
            <a:ext cx="3219450" cy="332740"/>
            <a:chOff x="13761" y="549"/>
            <a:chExt cx="5070" cy="524"/>
          </a:xfrm>
        </p:grpSpPr>
        <p:pic>
          <p:nvPicPr>
            <p:cNvPr id="4" name="图片 3"/>
            <p:cNvPicPr>
              <a:picLocks noChangeAspect="1"/>
            </p:cNvPicPr>
            <p:nvPr userDrawn="1"/>
          </p:nvPicPr>
          <p:blipFill>
            <a:blip r:embed="rId11"/>
            <a:srcRect l="17002" t="-1765" r="56499" b="-1176"/>
            <a:stretch>
              <a:fillRect/>
            </a:stretch>
          </p:blipFill>
          <p:spPr>
            <a:xfrm>
              <a:off x="13761" y="549"/>
              <a:ext cx="1582" cy="525"/>
            </a:xfrm>
            <a:prstGeom prst="rect">
              <a:avLst/>
            </a:prstGeom>
          </p:spPr>
        </p:pic>
        <p:sp>
          <p:nvSpPr>
            <p:cNvPr id="2" name="文本框 1"/>
            <p:cNvSpPr txBox="1"/>
            <p:nvPr userDrawn="1"/>
          </p:nvSpPr>
          <p:spPr>
            <a:xfrm>
              <a:off x="15219" y="655"/>
              <a:ext cx="3613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复杂逻辑场景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·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框架搭建系列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PPT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模板</a:t>
              </a:r>
              <a:endPara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cxnSp>
        <p:nvCxnSpPr>
          <p:cNvPr id="27" name="直线连接符 7"/>
          <p:cNvCxnSpPr/>
          <p:nvPr userDrawn="1"/>
        </p:nvCxnSpPr>
        <p:spPr>
          <a:xfrm>
            <a:off x="369165" y="839204"/>
            <a:ext cx="11459846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 flipH="1">
            <a:off x="8834755" y="2860675"/>
            <a:ext cx="2572385" cy="4419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自建物流管理系统，开始支撑各项创新物流服务业务。</a:t>
            </a:r>
            <a:r>
              <a:rPr lang="en-US" altLang="zh-CN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211</a:t>
            </a:r>
            <a:r>
              <a:rPr lang="zh-CN" altLang="en-US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限时达、夜间送</a:t>
            </a:r>
            <a:endParaRPr lang="zh-CN" altLang="en-US" sz="12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 flipH="1">
            <a:off x="8947150" y="4240530"/>
            <a:ext cx="2572385" cy="4419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物流系统全面升级，开始构建青龙</a:t>
            </a:r>
            <a:r>
              <a:rPr lang="en-US" altLang="zh-CN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1.0</a:t>
            </a:r>
            <a:r>
              <a:rPr lang="zh-CN" altLang="en-US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系统，并进行全国推广</a:t>
            </a:r>
            <a:endParaRPr lang="zh-CN" altLang="en-US" sz="12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 flipH="1">
            <a:off x="8947150" y="5634990"/>
            <a:ext cx="2572385" cy="2209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根据不同需求场景采用分析维度不同</a:t>
            </a:r>
            <a:endParaRPr lang="zh-CN" altLang="en-US" sz="12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任意多边形 10"/>
          <p:cNvSpPr/>
          <p:nvPr/>
        </p:nvSpPr>
        <p:spPr>
          <a:xfrm rot="5400000">
            <a:off x="694531" y="2101056"/>
            <a:ext cx="6495733" cy="4154170"/>
          </a:xfrm>
          <a:custGeom>
            <a:avLst/>
            <a:gdLst>
              <a:gd name="adj" fmla="val 50000"/>
              <a:gd name="a" fmla="pin 0 adj 100000"/>
              <a:gd name="x1" fmla="*/ w a 200000"/>
              <a:gd name="x2" fmla="*/ w a 100000"/>
              <a:gd name="x3" fmla="+- x1 wd2 0"/>
            </a:gdLst>
            <a:ahLst/>
            <a:cxnLst>
              <a:cxn ang="3">
                <a:pos x="x2" y="t"/>
              </a:cxn>
              <a:cxn ang="cd2">
                <a:pos x="x1" y="vc"/>
              </a:cxn>
              <a:cxn ang="cd4">
                <a:pos x="l" y="b"/>
              </a:cxn>
              <a:cxn ang="cd4">
                <a:pos x="x2" y="b"/>
              </a:cxn>
              <a:cxn ang="cd4">
                <a:pos x="r" y="b"/>
              </a:cxn>
              <a:cxn ang="0">
                <a:pos x="x3" y="vc"/>
              </a:cxn>
            </a:cxnLst>
            <a:rect l="l" t="t" r="r" b="b"/>
            <a:pathLst>
              <a:path w="10230" h="6542">
                <a:moveTo>
                  <a:pt x="0" y="5218"/>
                </a:moveTo>
                <a:lnTo>
                  <a:pt x="4539" y="0"/>
                </a:lnTo>
                <a:lnTo>
                  <a:pt x="10230" y="6542"/>
                </a:lnTo>
                <a:lnTo>
                  <a:pt x="0" y="6542"/>
                </a:lnTo>
                <a:lnTo>
                  <a:pt x="0" y="5218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0000"/>
                  <a:lumOff val="40000"/>
                  <a:alpha val="2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5400000" scaled="1"/>
            <a:tileRect/>
          </a:gradFill>
          <a:ln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61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54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标题 2"/>
          <p:cNvSpPr>
            <a:spLocks noGrp="1"/>
          </p:cNvSpPr>
          <p:nvPr/>
        </p:nvSpPr>
        <p:spPr>
          <a:xfrm>
            <a:off x="1105535" y="347980"/>
            <a:ext cx="7137400" cy="396875"/>
          </a:xfrm>
          <a:prstGeom prst="rect">
            <a:avLst/>
          </a:prstGeom>
          <a:ln w="12700">
            <a:miter lim="400000"/>
          </a:ln>
        </p:spPr>
        <p:txBody>
          <a:bodyPr vert="horz" wrap="square" lIns="25400" tIns="25400" rIns="25400" bIns="2540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0" lang="zh-CN" altLang="en-US" sz="2800" b="1" u="none" strike="noStrike" kern="1200" cap="none" spc="0" normalizeH="0" baseline="0" dirty="0">
                <a:ln>
                  <a:noFill/>
                </a:ln>
                <a:solidFill>
                  <a:schemeClr val="accent1"/>
                </a:solidFill>
                <a:effectLst>
                  <a:outerShdw blurRad="187896" dist="38100" dir="2700000" algn="tl" rotWithShape="0">
                    <a:srgbClr val="1C2952">
                      <a:alpha val="6000"/>
                    </a:srgbClr>
                  </a:outerShdw>
                </a:effectLst>
                <a:uLnTx/>
                <a:uFillTx/>
                <a:latin typeface="HONOR Sans CN" panose="05000200000000000000" charset="-122"/>
                <a:ea typeface="HONOR Sans CN" panose="05000200000000000000" charset="-122"/>
                <a:cs typeface="OPPOSans H" panose="00020600040101010101" pitchFamily="18" charset="-122"/>
              </a:defRPr>
            </a:lvl1pPr>
          </a:lstStyle>
          <a:p>
            <a:pPr algn="l"/>
            <a:r>
              <a:rPr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业务框架</a:t>
            </a:r>
            <a:r>
              <a:rPr lang="en-US" altLang="zh-CN"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中心发散架构 | </a:t>
            </a:r>
            <a:r>
              <a:rPr sz="250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私域运营策略模型</a:t>
            </a:r>
            <a:endParaRPr lang="en-US" altLang="zh-CN" sz="2500" b="0">
              <a:solidFill>
                <a:schemeClr val="tx2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" name="图片 9" descr="屋顶资源管理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5600" y="186055"/>
            <a:ext cx="549910" cy="549910"/>
          </a:xfrm>
          <a:prstGeom prst="rect">
            <a:avLst/>
          </a:prstGeom>
        </p:spPr>
      </p:pic>
      <p:sp>
        <p:nvSpPr>
          <p:cNvPr id="7" name="椭圆 6"/>
          <p:cNvSpPr/>
          <p:nvPr/>
        </p:nvSpPr>
        <p:spPr>
          <a:xfrm>
            <a:off x="4419600" y="2446655"/>
            <a:ext cx="2900680" cy="2733040"/>
          </a:xfrm>
          <a:prstGeom prst="ellipse">
            <a:avLst/>
          </a:prstGeom>
          <a:noFill/>
          <a:ln w="9525">
            <a:gradFill>
              <a:gsLst>
                <a:gs pos="0">
                  <a:schemeClr val="accent5">
                    <a:alpha val="30000"/>
                  </a:schemeClr>
                </a:gs>
                <a:gs pos="80000">
                  <a:schemeClr val="accent5">
                    <a:alpha val="0"/>
                  </a:schemeClr>
                </a:gs>
                <a:gs pos="20000">
                  <a:schemeClr val="accent5">
                    <a:alpha val="0"/>
                  </a:schemeClr>
                </a:gs>
                <a:gs pos="100000">
                  <a:schemeClr val="accent5">
                    <a:alpha val="30000"/>
                  </a:schemeClr>
                </a:gs>
              </a:gsLst>
              <a:lin ang="5400000" scaled="1"/>
            </a:gradFill>
          </a:ln>
          <a:effectLst>
            <a:outerShdw blurRad="368300" dist="203200" dir="5400000" sx="98000" sy="98000" algn="t" rotWithShape="0">
              <a:schemeClr val="accent2">
                <a:lumMod val="50000"/>
                <a:alpha val="1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4570095" y="2588260"/>
            <a:ext cx="2599690" cy="2449195"/>
          </a:xfrm>
          <a:prstGeom prst="ellipse">
            <a:avLst/>
          </a:prstGeom>
          <a:solidFill>
            <a:schemeClr val="accent5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任意多边形 8"/>
          <p:cNvSpPr/>
          <p:nvPr/>
        </p:nvSpPr>
        <p:spPr>
          <a:xfrm rot="16200000" flipH="1">
            <a:off x="4575016" y="2101056"/>
            <a:ext cx="6495733" cy="4154170"/>
          </a:xfrm>
          <a:custGeom>
            <a:avLst/>
            <a:gdLst>
              <a:gd name="adj" fmla="val 50000"/>
              <a:gd name="a" fmla="pin 0 adj 100000"/>
              <a:gd name="x1" fmla="*/ w a 200000"/>
              <a:gd name="x2" fmla="*/ w a 100000"/>
              <a:gd name="x3" fmla="+- x1 wd2 0"/>
            </a:gdLst>
            <a:ahLst/>
            <a:cxnLst>
              <a:cxn ang="3">
                <a:pos x="x2" y="t"/>
              </a:cxn>
              <a:cxn ang="cd2">
                <a:pos x="x1" y="vc"/>
              </a:cxn>
              <a:cxn ang="cd4">
                <a:pos x="l" y="b"/>
              </a:cxn>
              <a:cxn ang="cd4">
                <a:pos x="x2" y="b"/>
              </a:cxn>
              <a:cxn ang="cd4">
                <a:pos x="r" y="b"/>
              </a:cxn>
              <a:cxn ang="0">
                <a:pos x="x3" y="vc"/>
              </a:cxn>
            </a:cxnLst>
            <a:rect l="l" t="t" r="r" b="b"/>
            <a:pathLst>
              <a:path w="10230" h="6542">
                <a:moveTo>
                  <a:pt x="0" y="5218"/>
                </a:moveTo>
                <a:lnTo>
                  <a:pt x="4539" y="0"/>
                </a:lnTo>
                <a:lnTo>
                  <a:pt x="10230" y="6542"/>
                </a:lnTo>
                <a:lnTo>
                  <a:pt x="0" y="6542"/>
                </a:lnTo>
                <a:lnTo>
                  <a:pt x="0" y="5218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0000"/>
                  <a:lumOff val="40000"/>
                  <a:alpha val="2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5400000" scaled="1"/>
            <a:tileRect/>
          </a:gradFill>
          <a:ln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61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54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3497580" y="1577340"/>
            <a:ext cx="4744720" cy="4470400"/>
          </a:xfrm>
          <a:prstGeom prst="ellipse">
            <a:avLst/>
          </a:prstGeom>
          <a:noFill/>
          <a:ln w="31750">
            <a:solidFill>
              <a:schemeClr val="accent6">
                <a:lumMod val="60000"/>
                <a:lumOff val="40000"/>
                <a:alpha val="50000"/>
              </a:schemeClr>
            </a:solidFill>
            <a:prstDash val="sysDot"/>
          </a:ln>
          <a:effectLst>
            <a:outerShdw blurRad="368300" dist="203200" dir="5400000" sx="98000" sy="98000" algn="t" rotWithShape="0">
              <a:schemeClr val="accent2">
                <a:lumMod val="50000"/>
                <a:alpha val="1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5" name="椭圆 104"/>
          <p:cNvSpPr>
            <a:spLocks noChangeAspect="1"/>
          </p:cNvSpPr>
          <p:nvPr/>
        </p:nvSpPr>
        <p:spPr>
          <a:xfrm>
            <a:off x="4084955" y="1459230"/>
            <a:ext cx="794385" cy="748665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126865" y="1680845"/>
            <a:ext cx="7518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用户量</a:t>
            </a:r>
            <a:endParaRPr lang="zh-CN" altLang="en-US" sz="1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8140065" y="3204210"/>
            <a:ext cx="808990" cy="52070"/>
            <a:chOff x="12819" y="5046"/>
            <a:chExt cx="1274" cy="82"/>
          </a:xfrm>
        </p:grpSpPr>
        <p:cxnSp>
          <p:nvCxnSpPr>
            <p:cNvPr id="36" name="直接连接符 35"/>
            <p:cNvCxnSpPr/>
            <p:nvPr/>
          </p:nvCxnSpPr>
          <p:spPr>
            <a:xfrm flipH="1">
              <a:off x="12907" y="5085"/>
              <a:ext cx="1186" cy="0"/>
            </a:xfrm>
            <a:prstGeom prst="lin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37" name="椭圆 36"/>
            <p:cNvSpPr/>
            <p:nvPr/>
          </p:nvSpPr>
          <p:spPr>
            <a:xfrm flipH="1">
              <a:off x="12819" y="5046"/>
              <a:ext cx="88" cy="83"/>
            </a:xfrm>
            <a:prstGeom prst="ellipse">
              <a:avLst/>
            </a:prstGeom>
            <a:solidFill>
              <a:srgbClr val="EBF0F9"/>
            </a:solidFill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5954" tIns="42977" rIns="85954" bIns="42977" rtlCol="0" anchor="ctr"/>
            <a:lstStyle/>
            <a:p>
              <a:pPr algn="ctr"/>
              <a:endParaRPr lang="zh-CN" altLang="en-US" sz="169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8206105" y="3988435"/>
            <a:ext cx="808990" cy="52705"/>
            <a:chOff x="8154488" y="1820352"/>
            <a:chExt cx="843138" cy="58428"/>
          </a:xfrm>
        </p:grpSpPr>
        <p:cxnSp>
          <p:nvCxnSpPr>
            <p:cNvPr id="32" name="直接连接符 31"/>
            <p:cNvCxnSpPr/>
            <p:nvPr/>
          </p:nvCxnSpPr>
          <p:spPr>
            <a:xfrm flipH="1">
              <a:off x="8212916" y="1849566"/>
              <a:ext cx="784710" cy="0"/>
            </a:xfrm>
            <a:prstGeom prst="lin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33" name="椭圆 32"/>
            <p:cNvSpPr/>
            <p:nvPr/>
          </p:nvSpPr>
          <p:spPr>
            <a:xfrm flipH="1">
              <a:off x="8154488" y="1820352"/>
              <a:ext cx="58428" cy="58428"/>
            </a:xfrm>
            <a:prstGeom prst="ellipse">
              <a:avLst/>
            </a:prstGeom>
            <a:solidFill>
              <a:srgbClr val="EBF0F9"/>
            </a:solidFill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5954" tIns="42977" rIns="85954" bIns="42977" rtlCol="0" anchor="ctr"/>
            <a:lstStyle/>
            <a:p>
              <a:pPr algn="ctr"/>
              <a:endParaRPr lang="zh-CN" altLang="en-US" sz="169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7919720" y="4850765"/>
            <a:ext cx="808990" cy="52705"/>
            <a:chOff x="8154488" y="2080235"/>
            <a:chExt cx="843138" cy="58428"/>
          </a:xfrm>
        </p:grpSpPr>
        <p:cxnSp>
          <p:nvCxnSpPr>
            <p:cNvPr id="28" name="直接连接符 27"/>
            <p:cNvCxnSpPr/>
            <p:nvPr/>
          </p:nvCxnSpPr>
          <p:spPr>
            <a:xfrm flipH="1">
              <a:off x="8212916" y="2109449"/>
              <a:ext cx="784710" cy="0"/>
            </a:xfrm>
            <a:prstGeom prst="lin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9" name="椭圆 28"/>
            <p:cNvSpPr/>
            <p:nvPr/>
          </p:nvSpPr>
          <p:spPr>
            <a:xfrm flipH="1">
              <a:off x="8154488" y="2080235"/>
              <a:ext cx="58428" cy="58428"/>
            </a:xfrm>
            <a:prstGeom prst="ellipse">
              <a:avLst/>
            </a:prstGeom>
            <a:solidFill>
              <a:srgbClr val="EBF0F9"/>
            </a:solidFill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5954" tIns="42977" rIns="85954" bIns="42977" rtlCol="0" anchor="ctr"/>
            <a:lstStyle/>
            <a:p>
              <a:pPr algn="ctr"/>
              <a:endParaRPr lang="zh-CN" altLang="en-US" sz="169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 flipH="1">
            <a:off x="2823845" y="3151505"/>
            <a:ext cx="808990" cy="52705"/>
            <a:chOff x="8154488" y="2080235"/>
            <a:chExt cx="843138" cy="58428"/>
          </a:xfrm>
        </p:grpSpPr>
        <p:cxnSp>
          <p:nvCxnSpPr>
            <p:cNvPr id="21" name="直接连接符 20"/>
            <p:cNvCxnSpPr/>
            <p:nvPr/>
          </p:nvCxnSpPr>
          <p:spPr>
            <a:xfrm flipH="1">
              <a:off x="8212916" y="2109449"/>
              <a:ext cx="784710" cy="0"/>
            </a:xfrm>
            <a:prstGeom prst="lin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67" name="椭圆 66"/>
            <p:cNvSpPr/>
            <p:nvPr/>
          </p:nvSpPr>
          <p:spPr>
            <a:xfrm flipH="1">
              <a:off x="8154488" y="2080235"/>
              <a:ext cx="58428" cy="58428"/>
            </a:xfrm>
            <a:prstGeom prst="ellipse">
              <a:avLst/>
            </a:prstGeom>
            <a:solidFill>
              <a:srgbClr val="EBF0F9"/>
            </a:solidFill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5954" tIns="42977" rIns="85954" bIns="42977" rtlCol="0" anchor="ctr"/>
            <a:lstStyle/>
            <a:p>
              <a:pPr algn="ctr"/>
              <a:endParaRPr lang="zh-CN" altLang="en-US" sz="169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 flipH="1">
            <a:off x="2718435" y="3717925"/>
            <a:ext cx="808990" cy="52705"/>
            <a:chOff x="8154488" y="2080235"/>
            <a:chExt cx="843138" cy="58428"/>
          </a:xfrm>
        </p:grpSpPr>
        <p:cxnSp>
          <p:nvCxnSpPr>
            <p:cNvPr id="30" name="直接连接符 29"/>
            <p:cNvCxnSpPr/>
            <p:nvPr/>
          </p:nvCxnSpPr>
          <p:spPr>
            <a:xfrm flipH="1">
              <a:off x="8212916" y="2109449"/>
              <a:ext cx="784710" cy="0"/>
            </a:xfrm>
            <a:prstGeom prst="lin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34" name="椭圆 33"/>
            <p:cNvSpPr/>
            <p:nvPr/>
          </p:nvSpPr>
          <p:spPr>
            <a:xfrm flipH="1">
              <a:off x="8154488" y="2080235"/>
              <a:ext cx="58428" cy="58428"/>
            </a:xfrm>
            <a:prstGeom prst="ellipse">
              <a:avLst/>
            </a:prstGeom>
            <a:solidFill>
              <a:srgbClr val="EBF0F9"/>
            </a:solidFill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5954" tIns="42977" rIns="85954" bIns="42977" rtlCol="0" anchor="ctr"/>
            <a:lstStyle/>
            <a:p>
              <a:pPr algn="ctr"/>
              <a:endParaRPr lang="zh-CN" altLang="en-US" sz="169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38" name="组合 37"/>
          <p:cNvGrpSpPr/>
          <p:nvPr/>
        </p:nvGrpSpPr>
        <p:grpSpPr>
          <a:xfrm flipH="1">
            <a:off x="2776220" y="4284345"/>
            <a:ext cx="808990" cy="52705"/>
            <a:chOff x="8154488" y="2080235"/>
            <a:chExt cx="843138" cy="58428"/>
          </a:xfrm>
        </p:grpSpPr>
        <p:cxnSp>
          <p:nvCxnSpPr>
            <p:cNvPr id="39" name="直接连接符 38"/>
            <p:cNvCxnSpPr/>
            <p:nvPr/>
          </p:nvCxnSpPr>
          <p:spPr>
            <a:xfrm flipH="1">
              <a:off x="8212916" y="2109449"/>
              <a:ext cx="784710" cy="0"/>
            </a:xfrm>
            <a:prstGeom prst="lin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40" name="椭圆 39"/>
            <p:cNvSpPr/>
            <p:nvPr/>
          </p:nvSpPr>
          <p:spPr>
            <a:xfrm flipH="1">
              <a:off x="8154488" y="2080235"/>
              <a:ext cx="58428" cy="58428"/>
            </a:xfrm>
            <a:prstGeom prst="ellipse">
              <a:avLst/>
            </a:prstGeom>
            <a:solidFill>
              <a:srgbClr val="EBF0F9"/>
            </a:solidFill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5954" tIns="42977" rIns="85954" bIns="42977" rtlCol="0" anchor="ctr"/>
            <a:lstStyle/>
            <a:p>
              <a:pPr algn="ctr"/>
              <a:endParaRPr lang="zh-CN" altLang="en-US" sz="169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41" name="组合 40"/>
          <p:cNvGrpSpPr/>
          <p:nvPr/>
        </p:nvGrpSpPr>
        <p:grpSpPr>
          <a:xfrm flipH="1">
            <a:off x="3011805" y="4850765"/>
            <a:ext cx="808990" cy="52705"/>
            <a:chOff x="8154488" y="2080235"/>
            <a:chExt cx="843138" cy="58428"/>
          </a:xfrm>
        </p:grpSpPr>
        <p:cxnSp>
          <p:nvCxnSpPr>
            <p:cNvPr id="42" name="直接连接符 41"/>
            <p:cNvCxnSpPr/>
            <p:nvPr/>
          </p:nvCxnSpPr>
          <p:spPr>
            <a:xfrm flipH="1">
              <a:off x="8212916" y="2109449"/>
              <a:ext cx="784710" cy="0"/>
            </a:xfrm>
            <a:prstGeom prst="lin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43" name="椭圆 42"/>
            <p:cNvSpPr/>
            <p:nvPr/>
          </p:nvSpPr>
          <p:spPr>
            <a:xfrm flipH="1">
              <a:off x="8154488" y="2080235"/>
              <a:ext cx="58428" cy="58428"/>
            </a:xfrm>
            <a:prstGeom prst="ellipse">
              <a:avLst/>
            </a:prstGeom>
            <a:solidFill>
              <a:srgbClr val="EBF0F9"/>
            </a:solidFill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5954" tIns="42977" rIns="85954" bIns="42977" rtlCol="0" anchor="ctr"/>
            <a:lstStyle/>
            <a:p>
              <a:pPr algn="ctr"/>
              <a:endParaRPr lang="zh-CN" altLang="en-US" sz="169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44" name="椭圆 43"/>
          <p:cNvSpPr/>
          <p:nvPr/>
        </p:nvSpPr>
        <p:spPr>
          <a:xfrm>
            <a:off x="5074285" y="3054350"/>
            <a:ext cx="1590675" cy="1498600"/>
          </a:xfrm>
          <a:prstGeom prst="ellipse">
            <a:avLst/>
          </a:prstGeom>
          <a:gradFill>
            <a:gsLst>
              <a:gs pos="0">
                <a:schemeClr val="accent5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0"/>
          </a:gra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51" name="组合 50"/>
          <p:cNvGrpSpPr/>
          <p:nvPr/>
        </p:nvGrpSpPr>
        <p:grpSpPr>
          <a:xfrm>
            <a:off x="6618605" y="3373755"/>
            <a:ext cx="932180" cy="878205"/>
            <a:chOff x="6897322" y="2943225"/>
            <a:chExt cx="971550" cy="971550"/>
          </a:xfrm>
          <a:solidFill>
            <a:schemeClr val="accent2"/>
          </a:solidFill>
        </p:grpSpPr>
        <p:sp>
          <p:nvSpPr>
            <p:cNvPr id="83" name="椭圆 82"/>
            <p:cNvSpPr/>
            <p:nvPr/>
          </p:nvSpPr>
          <p:spPr>
            <a:xfrm>
              <a:off x="6897322" y="2943225"/>
              <a:ext cx="971550" cy="97155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chemeClr val="accent1"/>
              </a:solidFill>
            </a:ln>
            <a:effectLst>
              <a:outerShdw blurRad="444500" dist="254000" dir="5400000" algn="t" rotWithShape="0">
                <a:schemeClr val="accent1">
                  <a:lumMod val="50000"/>
                  <a:alpha val="2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84" name="文本框 83"/>
            <p:cNvSpPr txBox="1"/>
            <p:nvPr/>
          </p:nvSpPr>
          <p:spPr>
            <a:xfrm>
              <a:off x="7053512" y="3086534"/>
              <a:ext cx="662481" cy="6722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400" b="1" dirty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私域</a:t>
              </a:r>
              <a:endParaRPr lang="en-US" altLang="zh-CN" sz="14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ctr">
                <a:lnSpc>
                  <a:spcPct val="120000"/>
                </a:lnSpc>
              </a:pPr>
              <a:r>
                <a:rPr lang="zh-CN" altLang="en-US" sz="1400" b="1" dirty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业务</a:t>
              </a:r>
              <a:endParaRPr lang="zh-CN" altLang="en-US" sz="14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85" name="组合 84"/>
          <p:cNvGrpSpPr/>
          <p:nvPr/>
        </p:nvGrpSpPr>
        <p:grpSpPr>
          <a:xfrm>
            <a:off x="4189095" y="3373755"/>
            <a:ext cx="932180" cy="878205"/>
            <a:chOff x="4323128" y="2943225"/>
            <a:chExt cx="971550" cy="971550"/>
          </a:xfrm>
          <a:solidFill>
            <a:schemeClr val="bg1"/>
          </a:solidFill>
        </p:grpSpPr>
        <p:sp>
          <p:nvSpPr>
            <p:cNvPr id="86" name="椭圆 85"/>
            <p:cNvSpPr/>
            <p:nvPr/>
          </p:nvSpPr>
          <p:spPr>
            <a:xfrm>
              <a:off x="4323128" y="2943225"/>
              <a:ext cx="971550" cy="971550"/>
            </a:xfrm>
            <a:prstGeom prst="ellipse">
              <a:avLst/>
            </a:prstGeom>
            <a:grpFill/>
            <a:ln w="15875">
              <a:solidFill>
                <a:schemeClr val="accent1"/>
              </a:solidFill>
            </a:ln>
            <a:effectLst>
              <a:outerShdw blurRad="444500" dist="254000" dir="5400000" algn="t" rotWithShape="0">
                <a:schemeClr val="accent1">
                  <a:lumMod val="50000"/>
                  <a:alpha val="2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87" name="文本框 86"/>
            <p:cNvSpPr txBox="1"/>
            <p:nvPr/>
          </p:nvSpPr>
          <p:spPr>
            <a:xfrm>
              <a:off x="4430343" y="3092857"/>
              <a:ext cx="757121" cy="672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400" b="1" dirty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用户</a:t>
              </a:r>
              <a:endParaRPr lang="en-US" altLang="zh-CN" sz="14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ctr">
                <a:lnSpc>
                  <a:spcPct val="120000"/>
                </a:lnSpc>
              </a:pPr>
              <a:r>
                <a:rPr lang="zh-CN" altLang="en-US" sz="1400" b="1" dirty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链路</a:t>
              </a:r>
              <a:endParaRPr lang="zh-CN" altLang="en-US" sz="14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9" name="椭圆 88"/>
          <p:cNvSpPr/>
          <p:nvPr/>
        </p:nvSpPr>
        <p:spPr>
          <a:xfrm>
            <a:off x="5403850" y="4462145"/>
            <a:ext cx="932180" cy="878205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5"/>
            </a:solidFill>
          </a:ln>
          <a:effectLst>
            <a:outerShdw blurRad="444500" dist="254000" dir="5400000" algn="t" rotWithShape="0">
              <a:schemeClr val="tx1">
                <a:lumMod val="95000"/>
                <a:lumOff val="5000"/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5590223" y="4597400"/>
            <a:ext cx="559435" cy="607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grpFill/>
              </a14:hiddenFill>
            </a:ext>
          </a:extLst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400" b="1" dirty="0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流量</a:t>
            </a:r>
            <a:endParaRPr lang="en-US" altLang="zh-CN" sz="1400" b="1" dirty="0">
              <a:solidFill>
                <a:schemeClr val="accent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sz="1400" b="1" dirty="0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地图</a:t>
            </a:r>
            <a:endParaRPr lang="zh-CN" altLang="en-US" sz="1400" b="1" dirty="0">
              <a:solidFill>
                <a:schemeClr val="accent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91" name="组合 90"/>
          <p:cNvGrpSpPr/>
          <p:nvPr/>
        </p:nvGrpSpPr>
        <p:grpSpPr>
          <a:xfrm>
            <a:off x="5403850" y="2285365"/>
            <a:ext cx="932180" cy="878205"/>
            <a:chOff x="5610225" y="1717765"/>
            <a:chExt cx="971550" cy="971550"/>
          </a:xfrm>
          <a:solidFill>
            <a:schemeClr val="bg1"/>
          </a:solidFill>
        </p:grpSpPr>
        <p:sp>
          <p:nvSpPr>
            <p:cNvPr id="92" name="椭圆 91"/>
            <p:cNvSpPr/>
            <p:nvPr/>
          </p:nvSpPr>
          <p:spPr>
            <a:xfrm>
              <a:off x="5610225" y="1717765"/>
              <a:ext cx="971550" cy="971550"/>
            </a:xfrm>
            <a:prstGeom prst="ellipse">
              <a:avLst/>
            </a:prstGeom>
            <a:grpFill/>
            <a:ln w="15875">
              <a:solidFill>
                <a:schemeClr val="accent5"/>
              </a:solidFill>
            </a:ln>
            <a:effectLst>
              <a:outerShdw blurRad="444500" dist="254000" dir="5400000" algn="t" rotWithShape="0">
                <a:schemeClr val="tx1">
                  <a:lumMod val="95000"/>
                  <a:lumOff val="5000"/>
                  <a:alpha val="2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93" name="文本框 92"/>
            <p:cNvSpPr txBox="1"/>
            <p:nvPr/>
          </p:nvSpPr>
          <p:spPr>
            <a:xfrm>
              <a:off x="5743582" y="1867397"/>
              <a:ext cx="704837" cy="672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400" b="1" dirty="0">
                  <a:solidFill>
                    <a:schemeClr val="accent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关键</a:t>
              </a:r>
              <a:endParaRPr lang="en-US" altLang="zh-CN" sz="1400" b="1" dirty="0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ctr">
                <a:lnSpc>
                  <a:spcPct val="120000"/>
                </a:lnSpc>
              </a:pPr>
              <a:r>
                <a:rPr lang="zh-CN" altLang="en-US" sz="1400" b="1" dirty="0">
                  <a:solidFill>
                    <a:schemeClr val="accent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指标</a:t>
              </a:r>
              <a:endParaRPr lang="zh-CN" altLang="en-US" sz="1400" b="1" dirty="0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100" name="矩形: 圆角 99"/>
          <p:cNvSpPr/>
          <p:nvPr/>
        </p:nvSpPr>
        <p:spPr>
          <a:xfrm>
            <a:off x="1836420" y="2985770"/>
            <a:ext cx="1106805" cy="387985"/>
          </a:xfrm>
          <a:prstGeom prst="roundRect">
            <a:avLst/>
          </a:prstGeom>
          <a:gradFill>
            <a:gsLst>
              <a:gs pos="86000">
                <a:schemeClr val="accent1">
                  <a:lumMod val="60000"/>
                  <a:lumOff val="40000"/>
                </a:schemeClr>
              </a:gs>
              <a:gs pos="0">
                <a:schemeClr val="accent1">
                  <a:lumMod val="20000"/>
                  <a:lumOff val="8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2" name="矩形: 圆角 101"/>
          <p:cNvSpPr/>
          <p:nvPr/>
        </p:nvSpPr>
        <p:spPr>
          <a:xfrm>
            <a:off x="1666240" y="4130993"/>
            <a:ext cx="1106805" cy="387985"/>
          </a:xfrm>
          <a:prstGeom prst="roundRect">
            <a:avLst/>
          </a:prstGeom>
          <a:gradFill>
            <a:gsLst>
              <a:gs pos="86000">
                <a:schemeClr val="accent1">
                  <a:lumMod val="60000"/>
                  <a:lumOff val="40000"/>
                </a:schemeClr>
              </a:gs>
              <a:gs pos="0">
                <a:schemeClr val="accent1">
                  <a:lumMod val="20000"/>
                  <a:lumOff val="8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1" name="矩形: 圆角 100"/>
          <p:cNvSpPr/>
          <p:nvPr/>
        </p:nvSpPr>
        <p:spPr>
          <a:xfrm>
            <a:off x="1692910" y="3557588"/>
            <a:ext cx="1106805" cy="387985"/>
          </a:xfrm>
          <a:prstGeom prst="roundRect">
            <a:avLst/>
          </a:prstGeom>
          <a:gradFill>
            <a:gsLst>
              <a:gs pos="86000">
                <a:schemeClr val="accent1">
                  <a:lumMod val="60000"/>
                  <a:lumOff val="40000"/>
                </a:schemeClr>
              </a:gs>
              <a:gs pos="0">
                <a:schemeClr val="accent1">
                  <a:lumMod val="20000"/>
                  <a:lumOff val="8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3" name="矩形: 圆角 102"/>
          <p:cNvSpPr/>
          <p:nvPr/>
        </p:nvSpPr>
        <p:spPr>
          <a:xfrm>
            <a:off x="1977390" y="4720590"/>
            <a:ext cx="1106805" cy="387985"/>
          </a:xfrm>
          <a:prstGeom prst="roundRect">
            <a:avLst/>
          </a:prstGeom>
          <a:gradFill>
            <a:gsLst>
              <a:gs pos="86000">
                <a:schemeClr val="accent1">
                  <a:lumMod val="60000"/>
                  <a:lumOff val="40000"/>
                </a:schemeClr>
              </a:gs>
              <a:gs pos="0">
                <a:schemeClr val="accent1">
                  <a:lumMod val="20000"/>
                  <a:lumOff val="8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6" name="椭圆 105"/>
          <p:cNvSpPr>
            <a:spLocks noChangeAspect="1"/>
          </p:cNvSpPr>
          <p:nvPr/>
        </p:nvSpPr>
        <p:spPr>
          <a:xfrm>
            <a:off x="4996180" y="995045"/>
            <a:ext cx="794385" cy="748665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7" name="文本框 106"/>
          <p:cNvSpPr txBox="1"/>
          <p:nvPr/>
        </p:nvSpPr>
        <p:spPr>
          <a:xfrm>
            <a:off x="5095875" y="1108393"/>
            <a:ext cx="5949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购买</a:t>
            </a:r>
            <a:endParaRPr lang="en-US" altLang="zh-CN" sz="1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转化</a:t>
            </a:r>
            <a:endParaRPr lang="zh-CN" altLang="en-US" sz="1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8" name="椭圆 107"/>
          <p:cNvSpPr>
            <a:spLocks noChangeAspect="1"/>
          </p:cNvSpPr>
          <p:nvPr/>
        </p:nvSpPr>
        <p:spPr>
          <a:xfrm>
            <a:off x="6013768" y="1043940"/>
            <a:ext cx="794385" cy="748665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9" name="文本框 108"/>
          <p:cNvSpPr txBox="1"/>
          <p:nvPr/>
        </p:nvSpPr>
        <p:spPr>
          <a:xfrm>
            <a:off x="6044248" y="1264920"/>
            <a:ext cx="7334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客单价</a:t>
            </a:r>
            <a:endParaRPr lang="zh-CN" altLang="en-US" sz="1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0" name="椭圆 109"/>
          <p:cNvSpPr>
            <a:spLocks noChangeAspect="1"/>
          </p:cNvSpPr>
          <p:nvPr/>
        </p:nvSpPr>
        <p:spPr>
          <a:xfrm>
            <a:off x="6886575" y="1487805"/>
            <a:ext cx="794385" cy="748665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11" name="文本框 110"/>
          <p:cNvSpPr txBox="1"/>
          <p:nvPr/>
        </p:nvSpPr>
        <p:spPr>
          <a:xfrm>
            <a:off x="6997383" y="1601153"/>
            <a:ext cx="5727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复购</a:t>
            </a:r>
            <a:endParaRPr lang="en-US" altLang="zh-CN" sz="1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1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次数</a:t>
            </a:r>
            <a:endParaRPr lang="zh-CN" altLang="en-US" sz="1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8" name="椭圆 117"/>
          <p:cNvSpPr>
            <a:spLocks noChangeAspect="1"/>
          </p:cNvSpPr>
          <p:nvPr/>
        </p:nvSpPr>
        <p:spPr>
          <a:xfrm>
            <a:off x="6806565" y="5584825"/>
            <a:ext cx="794385" cy="748665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19" name="文本框 118"/>
          <p:cNvSpPr txBox="1"/>
          <p:nvPr/>
        </p:nvSpPr>
        <p:spPr>
          <a:xfrm>
            <a:off x="6837998" y="5698173"/>
            <a:ext cx="7315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私域</a:t>
            </a:r>
            <a:endParaRPr lang="en-US" altLang="zh-CN" sz="1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复购场</a:t>
            </a:r>
            <a:endParaRPr lang="zh-CN" altLang="en-US" sz="1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1" name="椭圆 120"/>
          <p:cNvSpPr>
            <a:spLocks noChangeAspect="1"/>
          </p:cNvSpPr>
          <p:nvPr/>
        </p:nvSpPr>
        <p:spPr>
          <a:xfrm>
            <a:off x="5945823" y="5892800"/>
            <a:ext cx="794385" cy="748665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22" name="文本框 121"/>
          <p:cNvSpPr txBox="1"/>
          <p:nvPr/>
        </p:nvSpPr>
        <p:spPr>
          <a:xfrm>
            <a:off x="5966460" y="6006148"/>
            <a:ext cx="7531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私域</a:t>
            </a:r>
            <a:endParaRPr lang="en-US" altLang="zh-CN" sz="1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留量池</a:t>
            </a:r>
            <a:endParaRPr lang="zh-CN" altLang="en-US" sz="1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4" name="椭圆 123"/>
          <p:cNvSpPr>
            <a:spLocks noChangeAspect="1"/>
          </p:cNvSpPr>
          <p:nvPr/>
        </p:nvSpPr>
        <p:spPr>
          <a:xfrm>
            <a:off x="4984750" y="5872480"/>
            <a:ext cx="794385" cy="748665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25" name="文本框 124"/>
          <p:cNvSpPr txBox="1"/>
          <p:nvPr/>
        </p:nvSpPr>
        <p:spPr>
          <a:xfrm>
            <a:off x="5015230" y="5985828"/>
            <a:ext cx="73342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私域</a:t>
            </a:r>
            <a:endParaRPr lang="en-US" altLang="zh-CN" sz="1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转化场</a:t>
            </a:r>
            <a:endParaRPr lang="zh-CN" altLang="en-US" sz="1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7" name="椭圆 126"/>
          <p:cNvSpPr>
            <a:spLocks noChangeAspect="1"/>
          </p:cNvSpPr>
          <p:nvPr/>
        </p:nvSpPr>
        <p:spPr>
          <a:xfrm>
            <a:off x="4077970" y="5452745"/>
            <a:ext cx="794385" cy="748665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8" name="文本框 127"/>
          <p:cNvSpPr txBox="1"/>
          <p:nvPr/>
        </p:nvSpPr>
        <p:spPr>
          <a:xfrm>
            <a:off x="4108133" y="5566093"/>
            <a:ext cx="73406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公域</a:t>
            </a:r>
            <a:endParaRPr lang="en-US" altLang="zh-CN" sz="1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引流场</a:t>
            </a:r>
            <a:endParaRPr lang="zh-CN" altLang="en-US" sz="1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4" name="矩形: 圆角 133"/>
          <p:cNvSpPr/>
          <p:nvPr/>
        </p:nvSpPr>
        <p:spPr>
          <a:xfrm>
            <a:off x="8935720" y="3015933"/>
            <a:ext cx="1106805" cy="387985"/>
          </a:xfrm>
          <a:prstGeom prst="roundRect">
            <a:avLst/>
          </a:prstGeom>
          <a:gradFill>
            <a:gsLst>
              <a:gs pos="86000">
                <a:schemeClr val="accent1">
                  <a:lumMod val="60000"/>
                  <a:lumOff val="40000"/>
                </a:schemeClr>
              </a:gs>
              <a:gs pos="0">
                <a:schemeClr val="accent1">
                  <a:lumMod val="20000"/>
                  <a:lumOff val="8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37" name="矩形: 圆角 136"/>
          <p:cNvSpPr/>
          <p:nvPr/>
        </p:nvSpPr>
        <p:spPr>
          <a:xfrm>
            <a:off x="8746490" y="4718685"/>
            <a:ext cx="1106805" cy="387985"/>
          </a:xfrm>
          <a:prstGeom prst="roundRect">
            <a:avLst/>
          </a:prstGeom>
          <a:gradFill>
            <a:gsLst>
              <a:gs pos="86000">
                <a:schemeClr val="accent1">
                  <a:lumMod val="60000"/>
                  <a:lumOff val="40000"/>
                </a:schemeClr>
              </a:gs>
              <a:gs pos="0">
                <a:schemeClr val="accent1">
                  <a:lumMod val="20000"/>
                  <a:lumOff val="8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40" name="矩形: 圆角 139"/>
          <p:cNvSpPr/>
          <p:nvPr/>
        </p:nvSpPr>
        <p:spPr>
          <a:xfrm>
            <a:off x="9050020" y="3867150"/>
            <a:ext cx="1106805" cy="387985"/>
          </a:xfrm>
          <a:prstGeom prst="roundRect">
            <a:avLst/>
          </a:prstGeom>
          <a:gradFill>
            <a:gsLst>
              <a:gs pos="86000">
                <a:schemeClr val="accent1">
                  <a:lumMod val="60000"/>
                  <a:lumOff val="40000"/>
                </a:schemeClr>
              </a:gs>
              <a:gs pos="0">
                <a:schemeClr val="accent1">
                  <a:lumMod val="20000"/>
                  <a:lumOff val="8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42" name="矩形: 圆角 141"/>
          <p:cNvSpPr/>
          <p:nvPr/>
        </p:nvSpPr>
        <p:spPr>
          <a:xfrm>
            <a:off x="5392420" y="1953260"/>
            <a:ext cx="853440" cy="277495"/>
          </a:xfrm>
          <a:prstGeom prst="round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600" dirty="0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1.拆解</a:t>
            </a:r>
            <a:endParaRPr lang="en-US" altLang="zh-CN" sz="1600" dirty="0">
              <a:solidFill>
                <a:schemeClr val="accent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43" name="矩形: 圆角 142"/>
          <p:cNvSpPr/>
          <p:nvPr/>
        </p:nvSpPr>
        <p:spPr>
          <a:xfrm>
            <a:off x="6806565" y="3020695"/>
            <a:ext cx="853440" cy="277495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600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2.诊断</a:t>
            </a:r>
            <a:endParaRPr lang="en-US" altLang="zh-CN" sz="1600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44" name="矩形: 圆角 143"/>
          <p:cNvSpPr/>
          <p:nvPr/>
        </p:nvSpPr>
        <p:spPr>
          <a:xfrm>
            <a:off x="5454015" y="5371465"/>
            <a:ext cx="853440" cy="277495"/>
          </a:xfrm>
          <a:prstGeom prst="round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</a:t>
            </a:r>
            <a:r>
              <a:rPr lang="zh-CN" altLang="en-US" sz="1600" dirty="0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重构</a:t>
            </a:r>
            <a:endParaRPr lang="zh-CN" altLang="en-US" sz="1600" dirty="0">
              <a:solidFill>
                <a:schemeClr val="accent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5" name="矩形: 圆角 144"/>
          <p:cNvSpPr/>
          <p:nvPr/>
        </p:nvSpPr>
        <p:spPr>
          <a:xfrm>
            <a:off x="3989070" y="2983865"/>
            <a:ext cx="853440" cy="277495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</a:t>
            </a:r>
            <a:r>
              <a:rPr lang="zh-CN" altLang="en-US" sz="1600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</a:t>
            </a:r>
            <a:endParaRPr lang="zh-CN" altLang="en-US" sz="1600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7" name="弧 57"/>
          <p:cNvSpPr/>
          <p:nvPr/>
        </p:nvSpPr>
        <p:spPr>
          <a:xfrm rot="16852722">
            <a:off x="4070985" y="1741170"/>
            <a:ext cx="3632200" cy="3855085"/>
          </a:xfrm>
          <a:prstGeom prst="arc">
            <a:avLst>
              <a:gd name="adj1" fmla="val 18644634"/>
              <a:gd name="adj2" fmla="val 1988290"/>
            </a:avLst>
          </a:prstGeom>
          <a:ln w="25400">
            <a:gradFill>
              <a:gsLst>
                <a:gs pos="100000">
                  <a:schemeClr val="accent5"/>
                </a:gs>
                <a:gs pos="2000">
                  <a:schemeClr val="accent5">
                    <a:alpha val="20000"/>
                  </a:schemeClr>
                </a:gs>
              </a:gsLst>
              <a:lin ang="5400000" scaled="1"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kumimoji="1"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48" name="三角形 32"/>
          <p:cNvSpPr/>
          <p:nvPr/>
        </p:nvSpPr>
        <p:spPr>
          <a:xfrm rot="7022910">
            <a:off x="7109460" y="2278380"/>
            <a:ext cx="142875" cy="103505"/>
          </a:xfrm>
          <a:prstGeom prst="triangle">
            <a:avLst/>
          </a:prstGeom>
          <a:solidFill>
            <a:schemeClr val="accent5"/>
          </a:solidFill>
          <a:ln w="9525">
            <a:noFill/>
          </a:ln>
          <a:effectLst>
            <a:outerShdw blurRad="368300" dist="203200" dir="5400000" sx="98000" sy="98000" algn="t" rotWithShape="0">
              <a:schemeClr val="accent2">
                <a:lumMod val="50000"/>
                <a:alpha val="1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50" name="组合 149"/>
          <p:cNvGrpSpPr/>
          <p:nvPr/>
        </p:nvGrpSpPr>
        <p:grpSpPr>
          <a:xfrm rot="10373281">
            <a:off x="4004946" y="2185034"/>
            <a:ext cx="3855085" cy="3632200"/>
            <a:chOff x="4087345" y="1227074"/>
            <a:chExt cx="4018288" cy="4018288"/>
          </a:xfrm>
        </p:grpSpPr>
        <p:sp>
          <p:nvSpPr>
            <p:cNvPr id="151" name="弧 57"/>
            <p:cNvSpPr/>
            <p:nvPr/>
          </p:nvSpPr>
          <p:spPr>
            <a:xfrm rot="16852722">
              <a:off x="4087345" y="1227074"/>
              <a:ext cx="4018288" cy="4018288"/>
            </a:xfrm>
            <a:prstGeom prst="arc">
              <a:avLst>
                <a:gd name="adj1" fmla="val 18644634"/>
                <a:gd name="adj2" fmla="val 1988290"/>
              </a:avLst>
            </a:prstGeom>
            <a:ln w="25400">
              <a:gradFill>
                <a:gsLst>
                  <a:gs pos="100000">
                    <a:schemeClr val="accent5"/>
                  </a:gs>
                  <a:gs pos="2000">
                    <a:schemeClr val="accent5"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52" name="三角形 32"/>
            <p:cNvSpPr/>
            <p:nvPr/>
          </p:nvSpPr>
          <p:spPr>
            <a:xfrm rot="7022910">
              <a:off x="7383148" y="1734895"/>
              <a:ext cx="158400" cy="108000"/>
            </a:xfrm>
            <a:prstGeom prst="triangle">
              <a:avLst/>
            </a:prstGeom>
            <a:solidFill>
              <a:schemeClr val="accent5"/>
            </a:solidFill>
            <a:ln w="9525">
              <a:noFill/>
            </a:ln>
            <a:effectLst>
              <a:outerShdw blurRad="368300" dist="203200" dir="5400000" sx="98000" sy="98000" algn="t" rotWithShape="0">
                <a:schemeClr val="accent2">
                  <a:lumMod val="50000"/>
                  <a:alpha val="18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97" name="文本框 96"/>
          <p:cNvSpPr txBox="1"/>
          <p:nvPr/>
        </p:nvSpPr>
        <p:spPr>
          <a:xfrm>
            <a:off x="5290185" y="3477895"/>
            <a:ext cx="1188085" cy="755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私域运营策略模型</a:t>
            </a:r>
            <a:endParaRPr lang="en-US" altLang="zh-CN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8738235" y="348615"/>
            <a:ext cx="3219450" cy="332740"/>
            <a:chOff x="13761" y="549"/>
            <a:chExt cx="5070" cy="524"/>
          </a:xfrm>
        </p:grpSpPr>
        <p:pic>
          <p:nvPicPr>
            <p:cNvPr id="3" name="图片 2"/>
            <p:cNvPicPr>
              <a:picLocks noChangeAspect="1"/>
            </p:cNvPicPr>
            <p:nvPr userDrawn="1"/>
          </p:nvPicPr>
          <p:blipFill>
            <a:blip r:embed="rId3"/>
            <a:srcRect l="17002" t="-1765" r="56499" b="-1176"/>
            <a:stretch>
              <a:fillRect/>
            </a:stretch>
          </p:blipFill>
          <p:spPr>
            <a:xfrm>
              <a:off x="13761" y="549"/>
              <a:ext cx="1582" cy="525"/>
            </a:xfrm>
            <a:prstGeom prst="rect">
              <a:avLst/>
            </a:prstGeom>
          </p:spPr>
        </p:pic>
        <p:sp>
          <p:nvSpPr>
            <p:cNvPr id="4" name="文本框 3"/>
            <p:cNvSpPr txBox="1"/>
            <p:nvPr userDrawn="1"/>
          </p:nvSpPr>
          <p:spPr>
            <a:xfrm>
              <a:off x="15219" y="655"/>
              <a:ext cx="3613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复杂逻辑场景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·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框架搭建系列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PPT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模板</a:t>
              </a:r>
              <a:endPara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cxnSp>
        <p:nvCxnSpPr>
          <p:cNvPr id="14" name="直线连接符 7"/>
          <p:cNvCxnSpPr/>
          <p:nvPr userDrawn="1"/>
        </p:nvCxnSpPr>
        <p:spPr>
          <a:xfrm>
            <a:off x="369165" y="839204"/>
            <a:ext cx="11459846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9044940" y="3004185"/>
            <a:ext cx="888365" cy="342900"/>
          </a:xfrm>
          <a:prstGeom prst="rect">
            <a:avLst/>
          </a:prstGeom>
          <a:noFill/>
          <a:effectLst/>
        </p:spPr>
        <p:txBody>
          <a:bodyPr wrap="square" lIns="85954" tIns="42977" rIns="85954" bIns="42977" rtlCol="0" anchor="ctr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业务自检</a:t>
            </a:r>
            <a:endParaRPr lang="zh-CN" altLang="en-US" sz="1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828723" y="4715828"/>
            <a:ext cx="981710" cy="342900"/>
          </a:xfrm>
          <a:prstGeom prst="rect">
            <a:avLst/>
          </a:prstGeom>
          <a:noFill/>
          <a:effectLst/>
        </p:spPr>
        <p:txBody>
          <a:bodyPr wrap="square" lIns="85954" tIns="42977" rIns="85954" bIns="42977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运营自检</a:t>
            </a:r>
            <a:endParaRPr lang="zh-CN" altLang="en-US" sz="1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9103678" y="3849370"/>
            <a:ext cx="999490" cy="366395"/>
          </a:xfrm>
          <a:prstGeom prst="rect">
            <a:avLst/>
          </a:prstGeom>
          <a:noFill/>
          <a:effectLst/>
        </p:spPr>
        <p:txBody>
          <a:bodyPr wrap="square" lIns="85954" tIns="42977" rIns="85954" bIns="42977" rtlCol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触点自检</a:t>
            </a:r>
            <a:endParaRPr lang="zh-CN" altLang="en-US" sz="1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935480" y="2983865"/>
            <a:ext cx="934085" cy="386715"/>
          </a:xfrm>
          <a:prstGeom prst="rect">
            <a:avLst/>
          </a:prstGeom>
          <a:noFill/>
          <a:effectLst/>
        </p:spPr>
        <p:txBody>
          <a:bodyPr wrap="square" lIns="85954" tIns="42977" rIns="85954" bIns="42977" rtlCol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拉新</a:t>
            </a:r>
            <a:endParaRPr lang="zh-CN" altLang="en-US" sz="1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791970" y="4153535"/>
            <a:ext cx="855345" cy="342900"/>
          </a:xfrm>
          <a:prstGeom prst="rect">
            <a:avLst/>
          </a:prstGeom>
          <a:noFill/>
          <a:effectLst/>
        </p:spPr>
        <p:txBody>
          <a:bodyPr wrap="square" lIns="85954" tIns="42977" rIns="85954" bIns="42977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留存</a:t>
            </a:r>
            <a:endParaRPr lang="zh-CN" altLang="en-US" sz="1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791970" y="3580130"/>
            <a:ext cx="918845" cy="342900"/>
          </a:xfrm>
          <a:prstGeom prst="rect">
            <a:avLst/>
          </a:prstGeom>
          <a:noFill/>
          <a:effectLst/>
        </p:spPr>
        <p:txBody>
          <a:bodyPr wrap="square" lIns="85954" tIns="42977" rIns="85954" bIns="42977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转化</a:t>
            </a:r>
            <a:endParaRPr lang="zh-CN" altLang="en-US" sz="1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2052955" y="4741545"/>
            <a:ext cx="958850" cy="342900"/>
          </a:xfrm>
          <a:prstGeom prst="rect">
            <a:avLst/>
          </a:prstGeom>
          <a:noFill/>
          <a:effectLst/>
        </p:spPr>
        <p:txBody>
          <a:bodyPr wrap="square" lIns="85954" tIns="42977" rIns="85954" bIns="42977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召回</a:t>
            </a:r>
            <a:endParaRPr lang="zh-CN" altLang="en-US" sz="1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2"/>
          <p:cNvSpPr>
            <a:spLocks noGrp="1"/>
          </p:cNvSpPr>
          <p:nvPr/>
        </p:nvSpPr>
        <p:spPr>
          <a:xfrm>
            <a:off x="1105535" y="347980"/>
            <a:ext cx="7270115" cy="396875"/>
          </a:xfrm>
          <a:prstGeom prst="rect">
            <a:avLst/>
          </a:prstGeom>
          <a:ln w="12700">
            <a:miter lim="400000"/>
          </a:ln>
        </p:spPr>
        <p:txBody>
          <a:bodyPr vert="horz" wrap="square" lIns="25400" tIns="25400" rIns="25400" bIns="2540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0" lang="zh-CN" altLang="en-US" sz="2800" b="1" u="none" strike="noStrike" kern="1200" cap="none" spc="0" normalizeH="0" baseline="0" dirty="0">
                <a:ln>
                  <a:noFill/>
                </a:ln>
                <a:solidFill>
                  <a:schemeClr val="accent1"/>
                </a:solidFill>
                <a:effectLst>
                  <a:outerShdw blurRad="187896" dist="38100" dir="2700000" algn="tl" rotWithShape="0">
                    <a:srgbClr val="1C2952">
                      <a:alpha val="6000"/>
                    </a:srgbClr>
                  </a:outerShdw>
                </a:effectLst>
                <a:uLnTx/>
                <a:uFillTx/>
                <a:latin typeface="HONOR Sans CN" panose="05000200000000000000" charset="-122"/>
                <a:ea typeface="HONOR Sans CN" panose="05000200000000000000" charset="-122"/>
                <a:cs typeface="OPPOSans H" panose="00020600040101010101" pitchFamily="18" charset="-122"/>
              </a:defRPr>
            </a:lvl1pPr>
          </a:lstStyle>
          <a:p>
            <a:pPr algn="l"/>
            <a:r>
              <a:rPr sz="2500" dirty="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业务框架</a:t>
            </a:r>
            <a:r>
              <a:rPr lang="en-US" altLang="zh-CN" sz="2500" dirty="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sz="2500" dirty="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中心发散架构 |</a:t>
            </a:r>
            <a:r>
              <a:rPr lang="en-US" altLang="zh-CN" sz="2500" dirty="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dirty="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文化遗产资源整合链路图</a:t>
            </a:r>
            <a:endParaRPr sz="2500" dirty="0">
              <a:solidFill>
                <a:schemeClr val="tx2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" name="图片 9" descr="屋顶资源管理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5600" y="186055"/>
            <a:ext cx="549910" cy="549910"/>
          </a:xfrm>
          <a:prstGeom prst="rect">
            <a:avLst/>
          </a:prstGeom>
        </p:spPr>
      </p:pic>
      <p:sp>
        <p:nvSpPr>
          <p:cNvPr id="47" name="紫荆的职场Point3"/>
          <p:cNvSpPr/>
          <p:nvPr/>
        </p:nvSpPr>
        <p:spPr>
          <a:xfrm>
            <a:off x="5291138" y="2941638"/>
            <a:ext cx="1778635" cy="1778635"/>
          </a:xfrm>
          <a:prstGeom prst="ellipse">
            <a:avLst/>
          </a:prstGeom>
          <a:solidFill>
            <a:schemeClr val="accent5">
              <a:lumMod val="20000"/>
              <a:lumOff val="80000"/>
              <a:alpha val="70000"/>
            </a:schemeClr>
          </a:solidFill>
          <a:ln w="13716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755" tIns="49378" rIns="98755" bIns="49378"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94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椭圆 19"/>
          <p:cNvSpPr/>
          <p:nvPr>
            <p:custDataLst>
              <p:tags r:id="rId3"/>
            </p:custDataLst>
          </p:nvPr>
        </p:nvSpPr>
        <p:spPr>
          <a:xfrm flipH="1">
            <a:off x="5487988" y="3138488"/>
            <a:ext cx="1384935" cy="1384935"/>
          </a:xfrm>
          <a:prstGeom prst="ellipse">
            <a:avLst/>
          </a:prstGeom>
          <a:gradFill>
            <a:gsLst>
              <a:gs pos="37000">
                <a:schemeClr val="accent5">
                  <a:lumMod val="60000"/>
                  <a:lumOff val="40000"/>
                </a:schemeClr>
              </a:gs>
              <a:gs pos="86000">
                <a:schemeClr val="accent5"/>
              </a:gs>
            </a:gsLst>
            <a:lin ang="8100000"/>
          </a:gradFill>
          <a:ln w="38100">
            <a:noFill/>
          </a:ln>
          <a:effectLst>
            <a:outerShdw blurRad="50800" dist="38100" dir="2700000" algn="tl" rotWithShape="0">
              <a:schemeClr val="accent5">
                <a:lumMod val="60000"/>
                <a:lumOff val="4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755" tIns="49378" rIns="98755" bIns="49378" rtlCol="0" anchor="ctr"/>
          <a:p>
            <a:pPr algn="ctr"/>
            <a:r>
              <a:rPr lang="zh-CN" altLang="en-US" sz="1945">
                <a:solidFill>
                  <a:schemeClr val="bg1"/>
                </a:solidFill>
                <a:effectLst>
                  <a:outerShdw blurRad="137160" dist="41148" dir="2699997" algn="tl">
                    <a:srgbClr val="000000">
                      <a:alpha val="4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数字技术企业</a:t>
            </a:r>
            <a:endParaRPr lang="zh-CN" altLang="en-US" sz="1945">
              <a:solidFill>
                <a:schemeClr val="bg1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3" name="任意多边形: 形状 18"/>
          <p:cNvSpPr/>
          <p:nvPr/>
        </p:nvSpPr>
        <p:spPr>
          <a:xfrm>
            <a:off x="5159740" y="2374265"/>
            <a:ext cx="2016264" cy="719110"/>
          </a:xfrm>
          <a:custGeom>
            <a:avLst/>
            <a:gdLst>
              <a:gd name="connsiteX0" fmla="*/ 1717161 w 2330450"/>
              <a:gd name="connsiteY0" fmla="*/ 553872 h 2330450"/>
              <a:gd name="connsiteX1" fmla="*/ 1165225 w 2330450"/>
              <a:gd name="connsiteY1" fmla="*/ 341586 h 2330450"/>
              <a:gd name="connsiteX2" fmla="*/ 590652 w 2330450"/>
              <a:gd name="connsiteY2" fmla="*/ 575100 h 2330450"/>
              <a:gd name="connsiteX3" fmla="*/ 349098 w 2330450"/>
              <a:gd name="connsiteY3" fmla="*/ 333547 h 2330450"/>
              <a:gd name="connsiteX4" fmla="*/ 1165225 w 2330450"/>
              <a:gd name="connsiteY4" fmla="*/ 0 h 2330450"/>
              <a:gd name="connsiteX5" fmla="*/ 1961578 w 2330450"/>
              <a:gd name="connsiteY5" fmla="*/ 314604 h 2330450"/>
              <a:gd name="connsiteX6" fmla="*/ 1717161 w 2330450"/>
              <a:gd name="connsiteY6" fmla="*/ 553872 h 2330450"/>
              <a:gd name="connsiteX7" fmla="*/ 1755350 w 2330450"/>
              <a:gd name="connsiteY7" fmla="*/ 1739799 h 2330450"/>
              <a:gd name="connsiteX8" fmla="*/ 1988884 w 2330450"/>
              <a:gd name="connsiteY8" fmla="*/ 1165225 h 2330450"/>
              <a:gd name="connsiteX9" fmla="*/ 1749349 w 2330450"/>
              <a:gd name="connsiteY9" fmla="*/ 584562 h 2330450"/>
              <a:gd name="connsiteX10" fmla="*/ 1993456 w 2330450"/>
              <a:gd name="connsiteY10" fmla="*/ 345605 h 2330450"/>
              <a:gd name="connsiteX11" fmla="*/ 2330450 w 2330450"/>
              <a:gd name="connsiteY11" fmla="*/ 1165225 h 2330450"/>
              <a:gd name="connsiteX12" fmla="*/ 1996884 w 2330450"/>
              <a:gd name="connsiteY12" fmla="*/ 1981352 h 2330450"/>
              <a:gd name="connsiteX13" fmla="*/ 1755350 w 2330450"/>
              <a:gd name="connsiteY13" fmla="*/ 1739799 h 2330450"/>
              <a:gd name="connsiteX14" fmla="*/ 572224 w 2330450"/>
              <a:gd name="connsiteY14" fmla="*/ 1736827 h 2330450"/>
              <a:gd name="connsiteX15" fmla="*/ 1165225 w 2330450"/>
              <a:gd name="connsiteY15" fmla="*/ 1988864 h 2330450"/>
              <a:gd name="connsiteX16" fmla="*/ 1723492 w 2330450"/>
              <a:gd name="connsiteY16" fmla="*/ 1770799 h 2330450"/>
              <a:gd name="connsiteX17" fmla="*/ 1965198 w 2330450"/>
              <a:gd name="connsiteY17" fmla="*/ 2012480 h 2330450"/>
              <a:gd name="connsiteX18" fmla="*/ 1165225 w 2330450"/>
              <a:gd name="connsiteY18" fmla="*/ 2330450 h 2330450"/>
              <a:gd name="connsiteX19" fmla="*/ 328111 w 2330450"/>
              <a:gd name="connsiteY19" fmla="*/ 1975777 h 2330450"/>
              <a:gd name="connsiteX20" fmla="*/ 572224 w 2330450"/>
              <a:gd name="connsiteY20" fmla="*/ 1736827 h 2330450"/>
              <a:gd name="connsiteX21" fmla="*/ 542220 w 2330450"/>
              <a:gd name="connsiteY21" fmla="*/ 1703991 h 2330450"/>
              <a:gd name="connsiteX22" fmla="*/ 341586 w 2330450"/>
              <a:gd name="connsiteY22" fmla="*/ 1165225 h 2330450"/>
              <a:gd name="connsiteX23" fmla="*/ 559651 w 2330450"/>
              <a:gd name="connsiteY23" fmla="*/ 606959 h 2330450"/>
              <a:gd name="connsiteX24" fmla="*/ 317970 w 2330450"/>
              <a:gd name="connsiteY24" fmla="*/ 365277 h 2330450"/>
              <a:gd name="connsiteX25" fmla="*/ 0 w 2330450"/>
              <a:gd name="connsiteY25" fmla="*/ 1165225 h 2330450"/>
              <a:gd name="connsiteX26" fmla="*/ 297790 w 2330450"/>
              <a:gd name="connsiteY26" fmla="*/ 1943259 h 2330450"/>
              <a:gd name="connsiteX27" fmla="*/ 542220 w 2330450"/>
              <a:gd name="connsiteY27" fmla="*/ 1703991 h 2330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3175" h="1133">
                <a:moveTo>
                  <a:pt x="2690" y="1087"/>
                </a:moveTo>
                <a:cubicBezTo>
                  <a:pt x="2421" y="831"/>
                  <a:pt x="1985" y="665"/>
                  <a:pt x="1607" y="673"/>
                </a:cubicBezTo>
                <a:cubicBezTo>
                  <a:pt x="1169" y="664"/>
                  <a:pt x="737" y="871"/>
                  <a:pt x="476" y="1132"/>
                </a:cubicBezTo>
                <a:lnTo>
                  <a:pt x="0" y="657"/>
                </a:lnTo>
                <a:cubicBezTo>
                  <a:pt x="401" y="244"/>
                  <a:pt x="1039" y="-8"/>
                  <a:pt x="1607" y="0"/>
                </a:cubicBezTo>
                <a:cubicBezTo>
                  <a:pt x="2210" y="-12"/>
                  <a:pt x="2810" y="268"/>
                  <a:pt x="3175" y="619"/>
                </a:cubicBezTo>
                <a:lnTo>
                  <a:pt x="2690" y="1087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40000"/>
                  <a:lumOff val="60000"/>
                </a:schemeClr>
              </a:gs>
              <a:gs pos="83000">
                <a:schemeClr val="accent5">
                  <a:lumMod val="60000"/>
                  <a:lumOff val="4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 hangingPunct="0">
              <a:buClrTx/>
              <a:buSzTx/>
              <a:buFontTx/>
            </a:pPr>
            <a:endParaRPr lang="en-US" sz="16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6" name="任意多边形: 形状 18"/>
          <p:cNvSpPr/>
          <p:nvPr/>
        </p:nvSpPr>
        <p:spPr>
          <a:xfrm>
            <a:off x="4723130" y="2843350"/>
            <a:ext cx="688574" cy="1945767"/>
          </a:xfrm>
          <a:custGeom>
            <a:avLst/>
            <a:gdLst>
              <a:gd name="connsiteX0" fmla="*/ 1717161 w 2330450"/>
              <a:gd name="connsiteY0" fmla="*/ 553872 h 2330450"/>
              <a:gd name="connsiteX1" fmla="*/ 1165225 w 2330450"/>
              <a:gd name="connsiteY1" fmla="*/ 341586 h 2330450"/>
              <a:gd name="connsiteX2" fmla="*/ 590652 w 2330450"/>
              <a:gd name="connsiteY2" fmla="*/ 575100 h 2330450"/>
              <a:gd name="connsiteX3" fmla="*/ 349098 w 2330450"/>
              <a:gd name="connsiteY3" fmla="*/ 333547 h 2330450"/>
              <a:gd name="connsiteX4" fmla="*/ 1165225 w 2330450"/>
              <a:gd name="connsiteY4" fmla="*/ 0 h 2330450"/>
              <a:gd name="connsiteX5" fmla="*/ 1961578 w 2330450"/>
              <a:gd name="connsiteY5" fmla="*/ 314604 h 2330450"/>
              <a:gd name="connsiteX6" fmla="*/ 1717161 w 2330450"/>
              <a:gd name="connsiteY6" fmla="*/ 553872 h 2330450"/>
              <a:gd name="connsiteX7" fmla="*/ 1755350 w 2330450"/>
              <a:gd name="connsiteY7" fmla="*/ 1739799 h 2330450"/>
              <a:gd name="connsiteX8" fmla="*/ 1988884 w 2330450"/>
              <a:gd name="connsiteY8" fmla="*/ 1165225 h 2330450"/>
              <a:gd name="connsiteX9" fmla="*/ 1749349 w 2330450"/>
              <a:gd name="connsiteY9" fmla="*/ 584562 h 2330450"/>
              <a:gd name="connsiteX10" fmla="*/ 1993456 w 2330450"/>
              <a:gd name="connsiteY10" fmla="*/ 345605 h 2330450"/>
              <a:gd name="connsiteX11" fmla="*/ 2330450 w 2330450"/>
              <a:gd name="connsiteY11" fmla="*/ 1165225 h 2330450"/>
              <a:gd name="connsiteX12" fmla="*/ 1996884 w 2330450"/>
              <a:gd name="connsiteY12" fmla="*/ 1981352 h 2330450"/>
              <a:gd name="connsiteX13" fmla="*/ 1755350 w 2330450"/>
              <a:gd name="connsiteY13" fmla="*/ 1739799 h 2330450"/>
              <a:gd name="connsiteX14" fmla="*/ 572224 w 2330450"/>
              <a:gd name="connsiteY14" fmla="*/ 1736827 h 2330450"/>
              <a:gd name="connsiteX15" fmla="*/ 1165225 w 2330450"/>
              <a:gd name="connsiteY15" fmla="*/ 1988864 h 2330450"/>
              <a:gd name="connsiteX16" fmla="*/ 1723492 w 2330450"/>
              <a:gd name="connsiteY16" fmla="*/ 1770799 h 2330450"/>
              <a:gd name="connsiteX17" fmla="*/ 1965198 w 2330450"/>
              <a:gd name="connsiteY17" fmla="*/ 2012480 h 2330450"/>
              <a:gd name="connsiteX18" fmla="*/ 1165225 w 2330450"/>
              <a:gd name="connsiteY18" fmla="*/ 2330450 h 2330450"/>
              <a:gd name="connsiteX19" fmla="*/ 328111 w 2330450"/>
              <a:gd name="connsiteY19" fmla="*/ 1975777 h 2330450"/>
              <a:gd name="connsiteX20" fmla="*/ 572224 w 2330450"/>
              <a:gd name="connsiteY20" fmla="*/ 1736827 h 2330450"/>
              <a:gd name="connsiteX21" fmla="*/ 542220 w 2330450"/>
              <a:gd name="connsiteY21" fmla="*/ 1703991 h 2330450"/>
              <a:gd name="connsiteX22" fmla="*/ 341586 w 2330450"/>
              <a:gd name="connsiteY22" fmla="*/ 1165225 h 2330450"/>
              <a:gd name="connsiteX23" fmla="*/ 559651 w 2330450"/>
              <a:gd name="connsiteY23" fmla="*/ 606959 h 2330450"/>
              <a:gd name="connsiteX24" fmla="*/ 317970 w 2330450"/>
              <a:gd name="connsiteY24" fmla="*/ 365277 h 2330450"/>
              <a:gd name="connsiteX25" fmla="*/ 0 w 2330450"/>
              <a:gd name="connsiteY25" fmla="*/ 1165225 h 2330450"/>
              <a:gd name="connsiteX26" fmla="*/ 297790 w 2330450"/>
              <a:gd name="connsiteY26" fmla="*/ 1943259 h 2330450"/>
              <a:gd name="connsiteX27" fmla="*/ 542220 w 2330450"/>
              <a:gd name="connsiteY27" fmla="*/ 1703991 h 2330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085" h="3064">
                <a:moveTo>
                  <a:pt x="1050" y="2596"/>
                </a:moveTo>
                <a:cubicBezTo>
                  <a:pt x="821" y="2338"/>
                  <a:pt x="664" y="1913"/>
                  <a:pt x="673" y="1556"/>
                </a:cubicBezTo>
                <a:cubicBezTo>
                  <a:pt x="661" y="1145"/>
                  <a:pt x="859" y="719"/>
                  <a:pt x="1084" y="476"/>
                </a:cubicBezTo>
                <a:lnTo>
                  <a:pt x="608" y="0"/>
                </a:lnTo>
                <a:cubicBezTo>
                  <a:pt x="256" y="353"/>
                  <a:pt x="-19" y="1015"/>
                  <a:pt x="0" y="1556"/>
                </a:cubicBezTo>
                <a:cubicBezTo>
                  <a:pt x="-14" y="2129"/>
                  <a:pt x="249" y="2713"/>
                  <a:pt x="566" y="3064"/>
                </a:cubicBezTo>
                <a:lnTo>
                  <a:pt x="1050" y="2596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40000"/>
                  <a:lumOff val="60000"/>
                </a:schemeClr>
              </a:gs>
              <a:gs pos="83000">
                <a:schemeClr val="accent5">
                  <a:lumMod val="60000"/>
                  <a:lumOff val="4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 hangingPunct="0">
              <a:buClrTx/>
              <a:buSzTx/>
              <a:buFontTx/>
            </a:pPr>
            <a:endParaRPr lang="en-US" sz="16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7" name="任意多边形: 形状 18"/>
          <p:cNvSpPr/>
          <p:nvPr/>
        </p:nvSpPr>
        <p:spPr>
          <a:xfrm>
            <a:off x="5133492" y="4546009"/>
            <a:ext cx="2034882" cy="742271"/>
          </a:xfrm>
          <a:custGeom>
            <a:avLst/>
            <a:gdLst>
              <a:gd name="connsiteX0" fmla="*/ 1717161 w 2330450"/>
              <a:gd name="connsiteY0" fmla="*/ 553872 h 2330450"/>
              <a:gd name="connsiteX1" fmla="*/ 1165225 w 2330450"/>
              <a:gd name="connsiteY1" fmla="*/ 341586 h 2330450"/>
              <a:gd name="connsiteX2" fmla="*/ 590652 w 2330450"/>
              <a:gd name="connsiteY2" fmla="*/ 575100 h 2330450"/>
              <a:gd name="connsiteX3" fmla="*/ 349098 w 2330450"/>
              <a:gd name="connsiteY3" fmla="*/ 333547 h 2330450"/>
              <a:gd name="connsiteX4" fmla="*/ 1165225 w 2330450"/>
              <a:gd name="connsiteY4" fmla="*/ 0 h 2330450"/>
              <a:gd name="connsiteX5" fmla="*/ 1961578 w 2330450"/>
              <a:gd name="connsiteY5" fmla="*/ 314604 h 2330450"/>
              <a:gd name="connsiteX6" fmla="*/ 1717161 w 2330450"/>
              <a:gd name="connsiteY6" fmla="*/ 553872 h 2330450"/>
              <a:gd name="connsiteX7" fmla="*/ 1755350 w 2330450"/>
              <a:gd name="connsiteY7" fmla="*/ 1739799 h 2330450"/>
              <a:gd name="connsiteX8" fmla="*/ 1988884 w 2330450"/>
              <a:gd name="connsiteY8" fmla="*/ 1165225 h 2330450"/>
              <a:gd name="connsiteX9" fmla="*/ 1749349 w 2330450"/>
              <a:gd name="connsiteY9" fmla="*/ 584562 h 2330450"/>
              <a:gd name="connsiteX10" fmla="*/ 1993456 w 2330450"/>
              <a:gd name="connsiteY10" fmla="*/ 345605 h 2330450"/>
              <a:gd name="connsiteX11" fmla="*/ 2330450 w 2330450"/>
              <a:gd name="connsiteY11" fmla="*/ 1165225 h 2330450"/>
              <a:gd name="connsiteX12" fmla="*/ 1996884 w 2330450"/>
              <a:gd name="connsiteY12" fmla="*/ 1981352 h 2330450"/>
              <a:gd name="connsiteX13" fmla="*/ 1755350 w 2330450"/>
              <a:gd name="connsiteY13" fmla="*/ 1739799 h 2330450"/>
              <a:gd name="connsiteX14" fmla="*/ 572224 w 2330450"/>
              <a:gd name="connsiteY14" fmla="*/ 1736827 h 2330450"/>
              <a:gd name="connsiteX15" fmla="*/ 1165225 w 2330450"/>
              <a:gd name="connsiteY15" fmla="*/ 1988864 h 2330450"/>
              <a:gd name="connsiteX16" fmla="*/ 1723492 w 2330450"/>
              <a:gd name="connsiteY16" fmla="*/ 1770799 h 2330450"/>
              <a:gd name="connsiteX17" fmla="*/ 1965198 w 2330450"/>
              <a:gd name="connsiteY17" fmla="*/ 2012480 h 2330450"/>
              <a:gd name="connsiteX18" fmla="*/ 1165225 w 2330450"/>
              <a:gd name="connsiteY18" fmla="*/ 2330450 h 2330450"/>
              <a:gd name="connsiteX19" fmla="*/ 328111 w 2330450"/>
              <a:gd name="connsiteY19" fmla="*/ 1975777 h 2330450"/>
              <a:gd name="connsiteX20" fmla="*/ 572224 w 2330450"/>
              <a:gd name="connsiteY20" fmla="*/ 1736827 h 2330450"/>
              <a:gd name="connsiteX21" fmla="*/ 542220 w 2330450"/>
              <a:gd name="connsiteY21" fmla="*/ 1703991 h 2330450"/>
              <a:gd name="connsiteX22" fmla="*/ 341586 w 2330450"/>
              <a:gd name="connsiteY22" fmla="*/ 1165225 h 2330450"/>
              <a:gd name="connsiteX23" fmla="*/ 559651 w 2330450"/>
              <a:gd name="connsiteY23" fmla="*/ 606959 h 2330450"/>
              <a:gd name="connsiteX24" fmla="*/ 317970 w 2330450"/>
              <a:gd name="connsiteY24" fmla="*/ 365277 h 2330450"/>
              <a:gd name="connsiteX25" fmla="*/ 0 w 2330450"/>
              <a:gd name="connsiteY25" fmla="*/ 1165225 h 2330450"/>
              <a:gd name="connsiteX26" fmla="*/ 297790 w 2330450"/>
              <a:gd name="connsiteY26" fmla="*/ 1943259 h 2330450"/>
              <a:gd name="connsiteX27" fmla="*/ 542220 w 2330450"/>
              <a:gd name="connsiteY27" fmla="*/ 1703991 h 2330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3205" h="1169">
                <a:moveTo>
                  <a:pt x="481" y="0"/>
                </a:moveTo>
                <a:cubicBezTo>
                  <a:pt x="766" y="311"/>
                  <a:pt x="1232" y="502"/>
                  <a:pt x="1649" y="496"/>
                </a:cubicBezTo>
                <a:cubicBezTo>
                  <a:pt x="2060" y="508"/>
                  <a:pt x="2486" y="310"/>
                  <a:pt x="2728" y="85"/>
                </a:cubicBezTo>
                <a:lnTo>
                  <a:pt x="3205" y="561"/>
                </a:lnTo>
                <a:cubicBezTo>
                  <a:pt x="2808" y="944"/>
                  <a:pt x="2193" y="1176"/>
                  <a:pt x="1649" y="1169"/>
                </a:cubicBezTo>
                <a:cubicBezTo>
                  <a:pt x="1004" y="1182"/>
                  <a:pt x="373" y="866"/>
                  <a:pt x="0" y="471"/>
                </a:cubicBezTo>
                <a:lnTo>
                  <a:pt x="481" y="0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40000"/>
                  <a:lumOff val="60000"/>
                </a:schemeClr>
              </a:gs>
              <a:gs pos="83000">
                <a:schemeClr val="accent5">
                  <a:lumMod val="60000"/>
                  <a:lumOff val="4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 hangingPunct="0">
              <a:buClrTx/>
              <a:buSzTx/>
              <a:buFontTx/>
            </a:pPr>
            <a:endParaRPr lang="en-US" sz="16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8" name="任意多边形: 形状 18"/>
          <p:cNvSpPr/>
          <p:nvPr/>
        </p:nvSpPr>
        <p:spPr>
          <a:xfrm>
            <a:off x="6918513" y="2817729"/>
            <a:ext cx="719267" cy="2034036"/>
          </a:xfrm>
          <a:custGeom>
            <a:avLst/>
            <a:gdLst>
              <a:gd name="connsiteX0" fmla="*/ 1717161 w 2330450"/>
              <a:gd name="connsiteY0" fmla="*/ 553872 h 2330450"/>
              <a:gd name="connsiteX1" fmla="*/ 1165225 w 2330450"/>
              <a:gd name="connsiteY1" fmla="*/ 341586 h 2330450"/>
              <a:gd name="connsiteX2" fmla="*/ 590652 w 2330450"/>
              <a:gd name="connsiteY2" fmla="*/ 575100 h 2330450"/>
              <a:gd name="connsiteX3" fmla="*/ 349098 w 2330450"/>
              <a:gd name="connsiteY3" fmla="*/ 333547 h 2330450"/>
              <a:gd name="connsiteX4" fmla="*/ 1165225 w 2330450"/>
              <a:gd name="connsiteY4" fmla="*/ 0 h 2330450"/>
              <a:gd name="connsiteX5" fmla="*/ 1961578 w 2330450"/>
              <a:gd name="connsiteY5" fmla="*/ 314604 h 2330450"/>
              <a:gd name="connsiteX6" fmla="*/ 1717161 w 2330450"/>
              <a:gd name="connsiteY6" fmla="*/ 553872 h 2330450"/>
              <a:gd name="connsiteX7" fmla="*/ 1755350 w 2330450"/>
              <a:gd name="connsiteY7" fmla="*/ 1739799 h 2330450"/>
              <a:gd name="connsiteX8" fmla="*/ 1988884 w 2330450"/>
              <a:gd name="connsiteY8" fmla="*/ 1165225 h 2330450"/>
              <a:gd name="connsiteX9" fmla="*/ 1749349 w 2330450"/>
              <a:gd name="connsiteY9" fmla="*/ 584562 h 2330450"/>
              <a:gd name="connsiteX10" fmla="*/ 1993456 w 2330450"/>
              <a:gd name="connsiteY10" fmla="*/ 345605 h 2330450"/>
              <a:gd name="connsiteX11" fmla="*/ 2330450 w 2330450"/>
              <a:gd name="connsiteY11" fmla="*/ 1165225 h 2330450"/>
              <a:gd name="connsiteX12" fmla="*/ 1996884 w 2330450"/>
              <a:gd name="connsiteY12" fmla="*/ 1981352 h 2330450"/>
              <a:gd name="connsiteX13" fmla="*/ 1755350 w 2330450"/>
              <a:gd name="connsiteY13" fmla="*/ 1739799 h 2330450"/>
              <a:gd name="connsiteX14" fmla="*/ 572224 w 2330450"/>
              <a:gd name="connsiteY14" fmla="*/ 1736827 h 2330450"/>
              <a:gd name="connsiteX15" fmla="*/ 1165225 w 2330450"/>
              <a:gd name="connsiteY15" fmla="*/ 1988864 h 2330450"/>
              <a:gd name="connsiteX16" fmla="*/ 1723492 w 2330450"/>
              <a:gd name="connsiteY16" fmla="*/ 1770799 h 2330450"/>
              <a:gd name="connsiteX17" fmla="*/ 1965198 w 2330450"/>
              <a:gd name="connsiteY17" fmla="*/ 2012480 h 2330450"/>
              <a:gd name="connsiteX18" fmla="*/ 1165225 w 2330450"/>
              <a:gd name="connsiteY18" fmla="*/ 2330450 h 2330450"/>
              <a:gd name="connsiteX19" fmla="*/ 328111 w 2330450"/>
              <a:gd name="connsiteY19" fmla="*/ 1975777 h 2330450"/>
              <a:gd name="connsiteX20" fmla="*/ 572224 w 2330450"/>
              <a:gd name="connsiteY20" fmla="*/ 1736827 h 2330450"/>
              <a:gd name="connsiteX21" fmla="*/ 542220 w 2330450"/>
              <a:gd name="connsiteY21" fmla="*/ 1703991 h 2330450"/>
              <a:gd name="connsiteX22" fmla="*/ 341586 w 2330450"/>
              <a:gd name="connsiteY22" fmla="*/ 1165225 h 2330450"/>
              <a:gd name="connsiteX23" fmla="*/ 559651 w 2330450"/>
              <a:gd name="connsiteY23" fmla="*/ 606959 h 2330450"/>
              <a:gd name="connsiteX24" fmla="*/ 317970 w 2330450"/>
              <a:gd name="connsiteY24" fmla="*/ 365277 h 2330450"/>
              <a:gd name="connsiteX25" fmla="*/ 0 w 2330450"/>
              <a:gd name="connsiteY25" fmla="*/ 1165225 h 2330450"/>
              <a:gd name="connsiteX26" fmla="*/ 297790 w 2330450"/>
              <a:gd name="connsiteY26" fmla="*/ 1943259 h 2330450"/>
              <a:gd name="connsiteX27" fmla="*/ 542220 w 2330450"/>
              <a:gd name="connsiteY27" fmla="*/ 1703991 h 2330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134" h="3203">
                <a:moveTo>
                  <a:pt x="0" y="2728"/>
                </a:moveTo>
                <a:cubicBezTo>
                  <a:pt x="289" y="2444"/>
                  <a:pt x="465" y="1996"/>
                  <a:pt x="460" y="1596"/>
                </a:cubicBezTo>
                <a:cubicBezTo>
                  <a:pt x="469" y="1160"/>
                  <a:pt x="261" y="727"/>
                  <a:pt x="2" y="467"/>
                </a:cubicBezTo>
                <a:lnTo>
                  <a:pt x="486" y="0"/>
                </a:lnTo>
                <a:cubicBezTo>
                  <a:pt x="863" y="360"/>
                  <a:pt x="1152" y="1036"/>
                  <a:pt x="1133" y="1596"/>
                </a:cubicBezTo>
                <a:cubicBezTo>
                  <a:pt x="1145" y="2219"/>
                  <a:pt x="848" y="2833"/>
                  <a:pt x="476" y="3203"/>
                </a:cubicBezTo>
                <a:lnTo>
                  <a:pt x="0" y="2728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40000"/>
                  <a:lumOff val="60000"/>
                </a:schemeClr>
              </a:gs>
              <a:gs pos="83000">
                <a:schemeClr val="accent5">
                  <a:lumMod val="60000"/>
                  <a:lumOff val="4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 hangingPunct="0">
              <a:buClrTx/>
              <a:buSzTx/>
              <a:buFontTx/>
            </a:pPr>
            <a:endParaRPr lang="en-US" sz="16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9" name="椭圆 108"/>
          <p:cNvSpPr/>
          <p:nvPr/>
        </p:nvSpPr>
        <p:spPr>
          <a:xfrm>
            <a:off x="3755390" y="1405890"/>
            <a:ext cx="4850130" cy="4850130"/>
          </a:xfrm>
          <a:prstGeom prst="ellipse">
            <a:avLst/>
          </a:prstGeom>
          <a:noFill/>
          <a:ln>
            <a:gradFill>
              <a:gsLst>
                <a:gs pos="51000">
                  <a:schemeClr val="accent1"/>
                </a:gs>
                <a:gs pos="0">
                  <a:schemeClr val="accent1">
                    <a:alpha val="0"/>
                  </a:schemeClr>
                </a:gs>
                <a:gs pos="97000">
                  <a:schemeClr val="accent1">
                    <a:alpha val="0"/>
                  </a:schemeClr>
                </a:gs>
              </a:gsLst>
              <a:lin ang="5400000" scaled="1"/>
            </a:gra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78" name="矩形 77"/>
          <p:cNvSpPr/>
          <p:nvPr/>
        </p:nvSpPr>
        <p:spPr>
          <a:xfrm>
            <a:off x="416904" y="2225711"/>
            <a:ext cx="1974029" cy="3316077"/>
          </a:xfrm>
          <a:prstGeom prst="rect">
            <a:avLst/>
          </a:prstGeom>
          <a:solidFill>
            <a:schemeClr val="accent1">
              <a:lumMod val="20000"/>
              <a:lumOff val="80000"/>
              <a:alpha val="41000"/>
            </a:schemeClr>
          </a:solidFill>
          <a:ln w="12700" cap="flat">
            <a:solidFill>
              <a:schemeClr val="accent1">
                <a:lumMod val="60000"/>
                <a:lumOff val="40000"/>
              </a:schemeClr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hangingPunct="0"/>
            <a:endParaRPr lang="zh-CN" altLang="en-US">
              <a:solidFill>
                <a:srgbClr val="000000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79" name="Title 2"/>
          <p:cNvSpPr txBox="1"/>
          <p:nvPr/>
        </p:nvSpPr>
        <p:spPr>
          <a:xfrm>
            <a:off x="669229" y="2361154"/>
            <a:ext cx="1469379" cy="245745"/>
          </a:xfrm>
          <a:prstGeom prst="rect">
            <a:avLst/>
          </a:prstGeom>
          <a:effectLst/>
        </p:spPr>
        <p:txBody>
          <a:bodyPr vert="horz" wrap="square" lIns="0" tIns="0" rIns="0" bIns="0" rtlCol="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i="0" kern="1200">
                <a:solidFill>
                  <a:schemeClr val="tx1"/>
                </a:solidFill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defRPr>
            </a:lvl1pPr>
          </a:lstStyle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sz="16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文化遗产资源</a:t>
            </a:r>
            <a:endParaRPr lang="zh-CN" altLang="en-US" sz="16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84" name="组合 83"/>
          <p:cNvGrpSpPr/>
          <p:nvPr/>
        </p:nvGrpSpPr>
        <p:grpSpPr>
          <a:xfrm rot="0">
            <a:off x="501650" y="2753360"/>
            <a:ext cx="1804670" cy="787400"/>
            <a:chOff x="-1348385" y="3243824"/>
            <a:chExt cx="1804456" cy="787554"/>
          </a:xfrm>
          <a:effectLst/>
        </p:grpSpPr>
        <p:sp>
          <p:nvSpPr>
            <p:cNvPr id="85" name="矩形 84"/>
            <p:cNvSpPr/>
            <p:nvPr/>
          </p:nvSpPr>
          <p:spPr>
            <a:xfrm>
              <a:off x="-1348385" y="3243824"/>
              <a:ext cx="1804456" cy="787554"/>
            </a:xfrm>
            <a:prstGeom prst="rect">
              <a:avLst/>
            </a:prstGeom>
            <a:solidFill>
              <a:schemeClr val="bg1"/>
            </a:solidFill>
            <a:ln w="6350" cap="flat">
              <a:solidFill>
                <a:schemeClr val="tx1">
                  <a:lumMod val="50000"/>
                  <a:lumOff val="50000"/>
                  <a:alpha val="38221"/>
                </a:schemeClr>
              </a:solidFill>
              <a:prstDash val="dash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hangingPunct="0"/>
              <a:endParaRPr lang="zh-CN" altLang="en-US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86" name="Title 2"/>
            <p:cNvSpPr txBox="1"/>
            <p:nvPr/>
          </p:nvSpPr>
          <p:spPr>
            <a:xfrm>
              <a:off x="-1180765" y="3622993"/>
              <a:ext cx="1510486" cy="3074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 anchorCtr="0">
              <a:sp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600" b="0" i="0" kern="1200">
                  <a:solidFill>
                    <a:schemeClr val="tx1"/>
                  </a:solidFill>
                  <a:latin typeface="OPPOSans H" panose="00020600040101010101" pitchFamily="18" charset="-122"/>
                  <a:ea typeface="OPPOSans H" panose="00020600040101010101" pitchFamily="18" charset="-122"/>
                  <a:cs typeface="OPPOSans H" panose="00020600040101010101" pitchFamily="18" charset="-122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000" dirty="0">
                  <a:solidFill>
                    <a:schemeClr val="tx2">
                      <a:alpha val="8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文物与考古遗址、古籍文献、博物馆藏品</a:t>
              </a:r>
              <a:endParaRPr lang="zh-CN" altLang="en-US" sz="1000" dirty="0">
                <a:solidFill>
                  <a:schemeClr val="tx2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87" name="Title 2"/>
            <p:cNvSpPr txBox="1"/>
            <p:nvPr/>
          </p:nvSpPr>
          <p:spPr>
            <a:xfrm>
              <a:off x="-1180846" y="3328753"/>
              <a:ext cx="1469379" cy="215307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600" b="0" i="0" kern="1200">
                  <a:solidFill>
                    <a:schemeClr val="tx1"/>
                  </a:solidFill>
                  <a:latin typeface="OPPOSans H" panose="00020600040101010101" pitchFamily="18" charset="-122"/>
                  <a:ea typeface="OPPOSans H" panose="00020600040101010101" pitchFamily="18" charset="-122"/>
                  <a:cs typeface="OPPOSans H" panose="00020600040101010101" pitchFamily="18" charset="-122"/>
                </a:defRPr>
              </a:lvl1pPr>
            </a:lstStyle>
            <a:p>
              <a:pPr marR="0" lvl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defRPr/>
              </a:pPr>
              <a:r>
                <a:rPr lang="zh-CN" altLang="en-US" sz="1400" b="1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物质文化遗产</a:t>
              </a:r>
              <a:endParaRPr lang="zh-CN" altLang="en-US" sz="14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44" name="组合 43"/>
          <p:cNvGrpSpPr/>
          <p:nvPr/>
        </p:nvGrpSpPr>
        <p:grpSpPr>
          <a:xfrm rot="0">
            <a:off x="501650" y="3653790"/>
            <a:ext cx="1804670" cy="787400"/>
            <a:chOff x="-1348385" y="3243824"/>
            <a:chExt cx="1804456" cy="787554"/>
          </a:xfrm>
          <a:effectLst/>
        </p:grpSpPr>
        <p:sp>
          <p:nvSpPr>
            <p:cNvPr id="45" name="矩形 44"/>
            <p:cNvSpPr/>
            <p:nvPr/>
          </p:nvSpPr>
          <p:spPr>
            <a:xfrm>
              <a:off x="-1348385" y="3243824"/>
              <a:ext cx="1804456" cy="787554"/>
            </a:xfrm>
            <a:prstGeom prst="rect">
              <a:avLst/>
            </a:prstGeom>
            <a:solidFill>
              <a:schemeClr val="bg1"/>
            </a:solidFill>
            <a:ln w="6350" cap="flat">
              <a:solidFill>
                <a:schemeClr val="tx1">
                  <a:lumMod val="50000"/>
                  <a:lumOff val="50000"/>
                  <a:alpha val="38221"/>
                </a:schemeClr>
              </a:solidFill>
              <a:prstDash val="dash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hangingPunct="0"/>
              <a:endParaRPr lang="zh-CN" altLang="en-US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46" name="Title 2"/>
            <p:cNvSpPr txBox="1"/>
            <p:nvPr/>
          </p:nvSpPr>
          <p:spPr>
            <a:xfrm>
              <a:off x="-1180765" y="3622993"/>
              <a:ext cx="1510486" cy="3074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 anchorCtr="0">
              <a:sp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600" b="0" i="0" kern="1200">
                  <a:solidFill>
                    <a:schemeClr val="tx1"/>
                  </a:solidFill>
                  <a:latin typeface="OPPOSans H" panose="00020600040101010101" pitchFamily="18" charset="-122"/>
                  <a:ea typeface="OPPOSans H" panose="00020600040101010101" pitchFamily="18" charset="-122"/>
                  <a:cs typeface="OPPOSans H" panose="00020600040101010101" pitchFamily="18" charset="-122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000" dirty="0">
                  <a:solidFill>
                    <a:schemeClr val="tx2">
                      <a:alpha val="8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数字资产库、知识图谱、虚拟内容生产</a:t>
              </a:r>
              <a:endParaRPr lang="zh-CN" altLang="en-US" sz="1000" dirty="0">
                <a:solidFill>
                  <a:schemeClr val="tx2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8" name="Title 2"/>
            <p:cNvSpPr txBox="1"/>
            <p:nvPr/>
          </p:nvSpPr>
          <p:spPr>
            <a:xfrm>
              <a:off x="-1260765" y="3328931"/>
              <a:ext cx="1674931" cy="200064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600" b="0" i="0" kern="1200">
                  <a:solidFill>
                    <a:schemeClr val="tx1"/>
                  </a:solidFill>
                  <a:latin typeface="OPPOSans H" panose="00020600040101010101" pitchFamily="18" charset="-122"/>
                  <a:ea typeface="OPPOSans H" panose="00020600040101010101" pitchFamily="18" charset="-122"/>
                  <a:cs typeface="OPPOSans H" panose="00020600040101010101" pitchFamily="18" charset="-122"/>
                </a:defRPr>
              </a:lvl1pPr>
            </a:lstStyle>
            <a:p>
              <a:pPr marR="0" lvl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defRPr/>
              </a:pPr>
              <a:r>
                <a:rPr lang="zh-CN" altLang="en-US" sz="1300" b="1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文化遗产数字化资源</a:t>
              </a:r>
              <a:endParaRPr lang="zh-CN" altLang="en-US" sz="13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49" name="组合 48"/>
          <p:cNvGrpSpPr/>
          <p:nvPr/>
        </p:nvGrpSpPr>
        <p:grpSpPr>
          <a:xfrm rot="0">
            <a:off x="501650" y="4568190"/>
            <a:ext cx="1804670" cy="787400"/>
            <a:chOff x="-1348385" y="3243824"/>
            <a:chExt cx="1804456" cy="787554"/>
          </a:xfrm>
          <a:effectLst/>
        </p:grpSpPr>
        <p:sp>
          <p:nvSpPr>
            <p:cNvPr id="50" name="矩形 49"/>
            <p:cNvSpPr/>
            <p:nvPr/>
          </p:nvSpPr>
          <p:spPr>
            <a:xfrm>
              <a:off x="-1348385" y="3243824"/>
              <a:ext cx="1804456" cy="787554"/>
            </a:xfrm>
            <a:prstGeom prst="rect">
              <a:avLst/>
            </a:prstGeom>
            <a:solidFill>
              <a:schemeClr val="bg1"/>
            </a:solidFill>
            <a:ln w="6350" cap="flat">
              <a:solidFill>
                <a:schemeClr val="tx1">
                  <a:lumMod val="50000"/>
                  <a:lumOff val="50000"/>
                  <a:alpha val="38221"/>
                </a:schemeClr>
              </a:solidFill>
              <a:prstDash val="dash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hangingPunct="0"/>
              <a:endParaRPr lang="zh-CN" altLang="en-US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51" name="Title 2"/>
            <p:cNvSpPr txBox="1"/>
            <p:nvPr/>
          </p:nvSpPr>
          <p:spPr>
            <a:xfrm>
              <a:off x="-1261400" y="3622993"/>
              <a:ext cx="1631756" cy="3074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 anchorCtr="0">
              <a:sp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600" b="0" i="0" kern="1200">
                  <a:solidFill>
                    <a:schemeClr val="tx1"/>
                  </a:solidFill>
                  <a:latin typeface="OPPOSans H" panose="00020600040101010101" pitchFamily="18" charset="-122"/>
                  <a:ea typeface="OPPOSans H" panose="00020600040101010101" pitchFamily="18" charset="-122"/>
                  <a:cs typeface="OPPOSans H" panose="00020600040101010101" pitchFamily="18" charset="-122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000" dirty="0">
                  <a:solidFill>
                    <a:schemeClr val="tx2">
                      <a:alpha val="8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技艺数字化保存、元宇宙场景活化、</a:t>
              </a:r>
              <a:r>
                <a:rPr lang="en-US" altLang="zh-CN" sz="1000" dirty="0">
                  <a:solidFill>
                    <a:schemeClr val="tx2">
                      <a:alpha val="8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IP</a:t>
              </a:r>
              <a:r>
                <a:rPr lang="zh-CN" altLang="en-US" sz="1000" dirty="0">
                  <a:solidFill>
                    <a:schemeClr val="tx2">
                      <a:alpha val="8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化与跨界融合</a:t>
              </a:r>
              <a:endParaRPr lang="zh-CN" altLang="en-US" sz="1000" dirty="0">
                <a:solidFill>
                  <a:schemeClr val="tx2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52" name="Title 2"/>
            <p:cNvSpPr txBox="1"/>
            <p:nvPr/>
          </p:nvSpPr>
          <p:spPr>
            <a:xfrm>
              <a:off x="-1180846" y="3328753"/>
              <a:ext cx="1469379" cy="215307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600" b="0" i="0" kern="1200">
                  <a:solidFill>
                    <a:schemeClr val="tx1"/>
                  </a:solidFill>
                  <a:latin typeface="OPPOSans H" panose="00020600040101010101" pitchFamily="18" charset="-122"/>
                  <a:ea typeface="OPPOSans H" panose="00020600040101010101" pitchFamily="18" charset="-122"/>
                  <a:cs typeface="OPPOSans H" panose="00020600040101010101" pitchFamily="18" charset="-122"/>
                </a:defRPr>
              </a:lvl1pPr>
            </a:lstStyle>
            <a:p>
              <a:pPr marR="0" lvl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defRPr/>
              </a:pPr>
              <a:r>
                <a:rPr lang="zh-CN" altLang="en-US" sz="1400" b="1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非物质文化遗产</a:t>
              </a:r>
              <a:endParaRPr lang="zh-CN" altLang="en-US" sz="14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8738235" y="348615"/>
            <a:ext cx="3219450" cy="332740"/>
            <a:chOff x="13761" y="549"/>
            <a:chExt cx="5070" cy="524"/>
          </a:xfrm>
        </p:grpSpPr>
        <p:pic>
          <p:nvPicPr>
            <p:cNvPr id="4" name="图片 3"/>
            <p:cNvPicPr>
              <a:picLocks noChangeAspect="1"/>
            </p:cNvPicPr>
            <p:nvPr userDrawn="1"/>
          </p:nvPicPr>
          <p:blipFill>
            <a:blip r:embed="rId4"/>
            <a:srcRect l="17002" t="-1765" r="56499" b="-1176"/>
            <a:stretch>
              <a:fillRect/>
            </a:stretch>
          </p:blipFill>
          <p:spPr>
            <a:xfrm>
              <a:off x="13761" y="549"/>
              <a:ext cx="1582" cy="525"/>
            </a:xfrm>
            <a:prstGeom prst="rect">
              <a:avLst/>
            </a:prstGeom>
          </p:spPr>
        </p:pic>
        <p:sp>
          <p:nvSpPr>
            <p:cNvPr id="2" name="文本框 1"/>
            <p:cNvSpPr txBox="1"/>
            <p:nvPr userDrawn="1"/>
          </p:nvSpPr>
          <p:spPr>
            <a:xfrm>
              <a:off x="15219" y="655"/>
              <a:ext cx="3613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复杂逻辑场景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·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框架搭建系列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PPT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模板</a:t>
              </a:r>
              <a:endPara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cxnSp>
        <p:nvCxnSpPr>
          <p:cNvPr id="13" name="直线连接符 7"/>
          <p:cNvCxnSpPr/>
          <p:nvPr userDrawn="1"/>
        </p:nvCxnSpPr>
        <p:spPr>
          <a:xfrm>
            <a:off x="369165" y="839204"/>
            <a:ext cx="11459846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组合 23"/>
          <p:cNvGrpSpPr/>
          <p:nvPr/>
        </p:nvGrpSpPr>
        <p:grpSpPr>
          <a:xfrm>
            <a:off x="3458845" y="1118235"/>
            <a:ext cx="5462270" cy="5430520"/>
            <a:chOff x="5447" y="1761"/>
            <a:chExt cx="8602" cy="8552"/>
          </a:xfrm>
        </p:grpSpPr>
        <p:sp>
          <p:nvSpPr>
            <p:cNvPr id="25" name="文本框 24"/>
            <p:cNvSpPr txBox="1"/>
            <p:nvPr/>
          </p:nvSpPr>
          <p:spPr>
            <a:xfrm rot="830041">
              <a:off x="6553" y="4084"/>
              <a:ext cx="6229" cy="6229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>
                  <a:gd name="adj" fmla="val 14301844"/>
                </a:avLst>
              </a:prstTxWarp>
              <a:spAutoFit/>
            </a:bodyPr>
            <a:p>
              <a:r>
                <a:rPr lang="zh-CN" altLang="en-US" sz="1200" dirty="0">
                  <a:solidFill>
                    <a:schemeClr val="bg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工业类：技术支撑</a:t>
              </a:r>
              <a:endParaRPr lang="zh-CN" altLang="en-US" sz="1200" dirty="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 rot="6300000">
              <a:off x="5447" y="2876"/>
              <a:ext cx="6229" cy="6229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>
                  <a:gd name="adj" fmla="val 14301844"/>
                </a:avLst>
              </a:prstTxWarp>
              <a:spAutoFit/>
            </a:bodyPr>
            <a:p>
              <a:r>
                <a:rPr lang="zh-CN" altLang="en-US" sz="1200" dirty="0">
                  <a:solidFill>
                    <a:schemeClr val="bg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展示类：传播创新</a:t>
              </a:r>
              <a:endParaRPr lang="zh-CN" altLang="en-US" sz="1200" dirty="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7" name="文本框 26"/>
            <p:cNvSpPr txBox="1"/>
            <p:nvPr/>
          </p:nvSpPr>
          <p:spPr>
            <a:xfrm rot="11760000">
              <a:off x="6632" y="1761"/>
              <a:ext cx="6229" cy="6229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>
                  <a:gd name="adj" fmla="val 14301844"/>
                </a:avLst>
              </a:prstTxWarp>
              <a:spAutoFit/>
            </a:bodyPr>
            <a:p>
              <a:r>
                <a:rPr lang="zh-CN" altLang="en-US" sz="1200" dirty="0">
                  <a:solidFill>
                    <a:schemeClr val="bg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场景类：沉浸体验</a:t>
              </a:r>
              <a:endParaRPr lang="zh-CN" altLang="en-US" sz="1200" dirty="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8" name="文本框 27"/>
            <p:cNvSpPr txBox="1"/>
            <p:nvPr/>
          </p:nvSpPr>
          <p:spPr>
            <a:xfrm rot="17280000">
              <a:off x="7820" y="2879"/>
              <a:ext cx="6229" cy="6229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>
                  <a:gd name="adj" fmla="val 14301844"/>
                </a:avLst>
              </a:prstTxWarp>
              <a:spAutoFit/>
            </a:bodyPr>
            <a:p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可持续价值类</a:t>
              </a:r>
              <a:endPara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29" name="椭圆 28"/>
          <p:cNvSpPr/>
          <p:nvPr/>
        </p:nvSpPr>
        <p:spPr>
          <a:xfrm>
            <a:off x="4038283" y="1875790"/>
            <a:ext cx="676275" cy="67627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4178300" y="3610610"/>
            <a:ext cx="412750" cy="116840"/>
            <a:chOff x="5934" y="5632"/>
            <a:chExt cx="650" cy="184"/>
          </a:xfrm>
        </p:grpSpPr>
        <p:cxnSp>
          <p:nvCxnSpPr>
            <p:cNvPr id="31" name="直接箭头连接符 30"/>
            <p:cNvCxnSpPr/>
            <p:nvPr/>
          </p:nvCxnSpPr>
          <p:spPr>
            <a:xfrm>
              <a:off x="5934" y="5632"/>
              <a:ext cx="650" cy="0"/>
            </a:xfrm>
            <a:prstGeom prst="straightConnector1">
              <a:avLst/>
            </a:prstGeom>
            <a:ln>
              <a:gradFill>
                <a:gsLst>
                  <a:gs pos="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10800000" scaled="1"/>
              </a:gra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5" name="直接箭头连接符 64"/>
            <p:cNvCxnSpPr/>
            <p:nvPr/>
          </p:nvCxnSpPr>
          <p:spPr>
            <a:xfrm flipH="1">
              <a:off x="5934" y="5816"/>
              <a:ext cx="650" cy="0"/>
            </a:xfrm>
            <a:prstGeom prst="straightConnector1">
              <a:avLst/>
            </a:prstGeom>
            <a:ln>
              <a:gradFill>
                <a:gsLst>
                  <a:gs pos="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10800000" scaled="1"/>
              </a:gra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66" name="圆角矩形 65"/>
          <p:cNvSpPr/>
          <p:nvPr/>
        </p:nvSpPr>
        <p:spPr>
          <a:xfrm>
            <a:off x="3056890" y="3369945"/>
            <a:ext cx="991870" cy="610235"/>
          </a:xfrm>
          <a:prstGeom prst="roundRect">
            <a:avLst/>
          </a:prstGeom>
          <a:gradFill>
            <a:gsLst>
              <a:gs pos="100000">
                <a:schemeClr val="accent1"/>
              </a:gs>
              <a:gs pos="0">
                <a:schemeClr val="accent1">
                  <a:lumMod val="80000"/>
                  <a:lumOff val="2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grpSp>
        <p:nvGrpSpPr>
          <p:cNvPr id="67" name="组合 66"/>
          <p:cNvGrpSpPr/>
          <p:nvPr/>
        </p:nvGrpSpPr>
        <p:grpSpPr>
          <a:xfrm>
            <a:off x="2561590" y="3512185"/>
            <a:ext cx="623570" cy="334010"/>
            <a:chOff x="4034" y="5531"/>
            <a:chExt cx="982" cy="526"/>
          </a:xfrm>
        </p:grpSpPr>
        <p:sp>
          <p:nvSpPr>
            <p:cNvPr id="73" name="菱形 72"/>
            <p:cNvSpPr/>
            <p:nvPr/>
          </p:nvSpPr>
          <p:spPr>
            <a:xfrm rot="10800000" flipH="1" flipV="1">
              <a:off x="4258" y="5531"/>
              <a:ext cx="759" cy="513"/>
            </a:xfrm>
            <a:prstGeom prst="diamond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50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>
              <a:noAutofit/>
            </a:bodyPr>
            <a:p>
              <a:pPr lvl="0" algn="ctr">
                <a:buClrTx/>
                <a:buSzTx/>
                <a:buFontTx/>
                <a:defRPr/>
              </a:pPr>
              <a:endParaRPr lang="zh-CN" altLang="en-US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74" name="菱形 73"/>
            <p:cNvSpPr/>
            <p:nvPr/>
          </p:nvSpPr>
          <p:spPr>
            <a:xfrm rot="10800000" flipH="1" flipV="1">
              <a:off x="4034" y="5545"/>
              <a:ext cx="759" cy="513"/>
            </a:xfrm>
            <a:prstGeom prst="diamond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50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>
              <a:noAutofit/>
            </a:bodyPr>
            <a:p>
              <a:pPr lvl="0" algn="ctr">
                <a:buClrTx/>
                <a:buSzTx/>
                <a:buFontTx/>
                <a:defRPr/>
              </a:pPr>
              <a:endParaRPr lang="zh-CN" altLang="en-US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sp>
        <p:nvSpPr>
          <p:cNvPr id="75" name="文本框 74"/>
          <p:cNvSpPr txBox="1"/>
          <p:nvPr/>
        </p:nvSpPr>
        <p:spPr>
          <a:xfrm>
            <a:off x="3968115" y="3297555"/>
            <a:ext cx="83312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0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内容源泉</a:t>
            </a:r>
            <a:endParaRPr lang="zh-CN" altLang="en-US" sz="100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3968115" y="3882390"/>
            <a:ext cx="83312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0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技术支持</a:t>
            </a:r>
            <a:endParaRPr lang="zh-CN" altLang="en-US" sz="100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3959860" y="1968183"/>
            <a:ext cx="833120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3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支撑</a:t>
            </a:r>
            <a:endParaRPr lang="zh-CN" altLang="en-US" sz="130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3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副链</a:t>
            </a:r>
            <a:endParaRPr lang="zh-CN" altLang="en-US" sz="130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80" name="组合 79"/>
          <p:cNvGrpSpPr/>
          <p:nvPr/>
        </p:nvGrpSpPr>
        <p:grpSpPr>
          <a:xfrm>
            <a:off x="3562350" y="4939030"/>
            <a:ext cx="1026160" cy="399415"/>
            <a:chOff x="4482" y="5400"/>
            <a:chExt cx="1318" cy="513"/>
          </a:xfrm>
          <a:gradFill>
            <a:gsLst>
              <a:gs pos="100000">
                <a:schemeClr val="accent1"/>
              </a:gs>
              <a:gs pos="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</p:grpSpPr>
        <p:sp>
          <p:nvSpPr>
            <p:cNvPr id="81" name="圆角矩形 80"/>
            <p:cNvSpPr/>
            <p:nvPr/>
          </p:nvSpPr>
          <p:spPr>
            <a:xfrm>
              <a:off x="4482" y="5400"/>
              <a:ext cx="1303" cy="513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sp>
          <p:nvSpPr>
            <p:cNvPr id="82" name="文本框 81"/>
            <p:cNvSpPr txBox="1"/>
            <p:nvPr/>
          </p:nvSpPr>
          <p:spPr>
            <a:xfrm>
              <a:off x="4488" y="5452"/>
              <a:ext cx="1312" cy="394"/>
            </a:xfrm>
            <a:prstGeom prst="rect">
              <a:avLst/>
            </a:prstGeom>
            <a:grpFill/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 wrap="square" rtlCol="0">
              <a:spAutoFit/>
            </a:bodyPr>
            <a:p>
              <a:pPr algn="ctr"/>
              <a:r>
                <a:rPr lang="zh-CN" altLang="en-US" sz="14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投资机构</a:t>
              </a:r>
              <a:endParaRPr lang="zh-CN" altLang="en-US" sz="1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cxnSp>
        <p:nvCxnSpPr>
          <p:cNvPr id="83" name="直接箭头连接符 82"/>
          <p:cNvCxnSpPr/>
          <p:nvPr/>
        </p:nvCxnSpPr>
        <p:spPr>
          <a:xfrm flipV="1">
            <a:off x="4187190" y="4434840"/>
            <a:ext cx="511810" cy="392430"/>
          </a:xfrm>
          <a:prstGeom prst="straightConnector1">
            <a:avLst/>
          </a:prstGeom>
          <a:ln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10800000" scaled="1"/>
            </a:gra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8" name="文本框 87"/>
          <p:cNvSpPr txBox="1"/>
          <p:nvPr/>
        </p:nvSpPr>
        <p:spPr>
          <a:xfrm rot="19260000">
            <a:off x="4165600" y="4612005"/>
            <a:ext cx="83312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0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资金支持</a:t>
            </a:r>
            <a:endParaRPr lang="zh-CN" altLang="en-US" sz="100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9" name="文本框 88"/>
          <p:cNvSpPr txBox="1"/>
          <p:nvPr/>
        </p:nvSpPr>
        <p:spPr>
          <a:xfrm>
            <a:off x="3048000" y="3413125"/>
            <a:ext cx="998855" cy="525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grpFill/>
              </a14:hiddenFill>
            </a:ext>
          </a:extLst>
        </p:spPr>
        <p:txBody>
          <a:bodyPr wrap="square" rtlCol="0">
            <a:noAutofit/>
          </a:bodyPr>
          <a:p>
            <a:pPr algn="ctr"/>
            <a:r>
              <a:rPr lang="zh-CN" altLang="en-US" sz="1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文化遗产资源端</a:t>
            </a:r>
            <a:endParaRPr lang="zh-CN" altLang="en-US" sz="14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90" name="组合 89"/>
          <p:cNvGrpSpPr/>
          <p:nvPr/>
        </p:nvGrpSpPr>
        <p:grpSpPr>
          <a:xfrm>
            <a:off x="7768590" y="3693160"/>
            <a:ext cx="412750" cy="116840"/>
            <a:chOff x="5934" y="5632"/>
            <a:chExt cx="650" cy="184"/>
          </a:xfrm>
        </p:grpSpPr>
        <p:cxnSp>
          <p:nvCxnSpPr>
            <p:cNvPr id="91" name="直接箭头连接符 90"/>
            <p:cNvCxnSpPr/>
            <p:nvPr/>
          </p:nvCxnSpPr>
          <p:spPr>
            <a:xfrm>
              <a:off x="5934" y="5632"/>
              <a:ext cx="650" cy="0"/>
            </a:xfrm>
            <a:prstGeom prst="straightConnector1">
              <a:avLst/>
            </a:prstGeom>
            <a:ln>
              <a:gradFill>
                <a:gsLst>
                  <a:gs pos="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10800000" scaled="1"/>
              </a:gra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92" name="直接箭头连接符 91"/>
            <p:cNvCxnSpPr/>
            <p:nvPr/>
          </p:nvCxnSpPr>
          <p:spPr>
            <a:xfrm flipH="1">
              <a:off x="5934" y="5816"/>
              <a:ext cx="650" cy="0"/>
            </a:xfrm>
            <a:prstGeom prst="straightConnector1">
              <a:avLst/>
            </a:prstGeom>
            <a:ln>
              <a:gradFill>
                <a:gsLst>
                  <a:gs pos="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10800000" scaled="1"/>
              </a:gra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93" name="文本框 92"/>
          <p:cNvSpPr txBox="1"/>
          <p:nvPr/>
        </p:nvSpPr>
        <p:spPr>
          <a:xfrm>
            <a:off x="7558405" y="3229610"/>
            <a:ext cx="83312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0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文化遗产</a:t>
            </a:r>
            <a:endParaRPr lang="zh-CN" altLang="en-US" sz="100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0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</a:t>
            </a:r>
            <a:endParaRPr lang="zh-CN" altLang="en-US" sz="100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4" name="文本框 93"/>
          <p:cNvSpPr txBox="1"/>
          <p:nvPr/>
        </p:nvSpPr>
        <p:spPr>
          <a:xfrm>
            <a:off x="7558405" y="3927475"/>
            <a:ext cx="83312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0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多元化</a:t>
            </a:r>
            <a:endParaRPr lang="zh-CN" altLang="en-US" sz="100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0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</a:t>
            </a:r>
            <a:endParaRPr lang="zh-CN" altLang="en-US" sz="100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5" name="椭圆 94"/>
          <p:cNvSpPr/>
          <p:nvPr/>
        </p:nvSpPr>
        <p:spPr>
          <a:xfrm>
            <a:off x="7708583" y="1864360"/>
            <a:ext cx="676275" cy="67627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cs typeface="微软雅黑" panose="020B0503020204020204" charset="-122"/>
              <a:sym typeface="+mn-ea"/>
            </a:endParaRPr>
          </a:p>
        </p:txBody>
      </p:sp>
      <p:sp>
        <p:nvSpPr>
          <p:cNvPr id="99" name="文本框 98"/>
          <p:cNvSpPr txBox="1"/>
          <p:nvPr/>
        </p:nvSpPr>
        <p:spPr>
          <a:xfrm>
            <a:off x="7630160" y="1956753"/>
            <a:ext cx="833120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3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支撑</a:t>
            </a:r>
            <a:endParaRPr lang="zh-CN" altLang="en-US" sz="130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3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副链</a:t>
            </a:r>
            <a:endParaRPr lang="zh-CN" altLang="en-US" sz="130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0" name="椭圆 99"/>
          <p:cNvSpPr/>
          <p:nvPr/>
        </p:nvSpPr>
        <p:spPr>
          <a:xfrm>
            <a:off x="7826693" y="4983480"/>
            <a:ext cx="676275" cy="67627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cs typeface="微软雅黑" panose="020B0503020204020204" charset="-122"/>
              <a:sym typeface="+mn-ea"/>
            </a:endParaRPr>
          </a:p>
        </p:txBody>
      </p:sp>
      <p:sp>
        <p:nvSpPr>
          <p:cNvPr id="101" name="文本框 100"/>
          <p:cNvSpPr txBox="1"/>
          <p:nvPr/>
        </p:nvSpPr>
        <p:spPr>
          <a:xfrm>
            <a:off x="7748270" y="5073333"/>
            <a:ext cx="8331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ctr">
              <a:buClrTx/>
              <a:buSzTx/>
              <a:buFontTx/>
            </a:pPr>
            <a:r>
              <a:rPr lang="zh-CN" altLang="en-US" sz="13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支撑</a:t>
            </a:r>
            <a:endParaRPr lang="zh-CN" altLang="en-US" sz="130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zh-CN" altLang="en-US" sz="13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副链</a:t>
            </a:r>
            <a:endParaRPr lang="zh-CN" altLang="en-US" sz="130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2" name="圆角矩形 101"/>
          <p:cNvSpPr/>
          <p:nvPr/>
        </p:nvSpPr>
        <p:spPr>
          <a:xfrm>
            <a:off x="8260715" y="3456940"/>
            <a:ext cx="991870" cy="610235"/>
          </a:xfrm>
          <a:prstGeom prst="roundRect">
            <a:avLst/>
          </a:prstGeom>
          <a:gradFill>
            <a:gsLst>
              <a:gs pos="100000">
                <a:schemeClr val="accent1"/>
              </a:gs>
              <a:gs pos="0">
                <a:schemeClr val="accent1">
                  <a:lumMod val="80000"/>
                  <a:lumOff val="2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cs typeface="微软雅黑" panose="020B0503020204020204" charset="-122"/>
              <a:sym typeface="+mn-ea"/>
            </a:endParaRPr>
          </a:p>
        </p:txBody>
      </p:sp>
      <p:sp>
        <p:nvSpPr>
          <p:cNvPr id="103" name="矩形 102"/>
          <p:cNvSpPr/>
          <p:nvPr/>
        </p:nvSpPr>
        <p:spPr>
          <a:xfrm>
            <a:off x="9964129" y="2166656"/>
            <a:ext cx="1974029" cy="3316077"/>
          </a:xfrm>
          <a:prstGeom prst="rect">
            <a:avLst/>
          </a:prstGeom>
          <a:solidFill>
            <a:schemeClr val="accent1">
              <a:lumMod val="20000"/>
              <a:lumOff val="80000"/>
              <a:alpha val="41000"/>
            </a:schemeClr>
          </a:solidFill>
          <a:ln w="12700" cap="flat">
            <a:solidFill>
              <a:schemeClr val="accent1">
                <a:lumMod val="60000"/>
                <a:lumOff val="40000"/>
              </a:schemeClr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ctr" anchorCtr="0" forceAA="0" compatLnSpc="1">
            <a:noAutofit/>
          </a:bodyPr>
          <a:lstStyle/>
          <a:p>
            <a:pPr lvl="0" algn="l" hangingPunct="0">
              <a:buClrTx/>
              <a:buSzTx/>
              <a:buFontTx/>
            </a:pPr>
            <a:endParaRPr lang="zh-CN" altLang="en-US">
              <a:solidFill>
                <a:srgbClr val="000000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4" name="Title 2"/>
          <p:cNvSpPr txBox="1"/>
          <p:nvPr/>
        </p:nvSpPr>
        <p:spPr>
          <a:xfrm>
            <a:off x="10216454" y="2302099"/>
            <a:ext cx="1469379" cy="245745"/>
          </a:xfrm>
          <a:prstGeom prst="rect">
            <a:avLst/>
          </a:prstGeom>
          <a:effectLst/>
        </p:spPr>
        <p:txBody>
          <a:bodyPr vert="horz" wrap="square" lIns="0" tIns="0" rIns="0" bIns="0" rtlCol="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i="0" kern="1200">
                <a:solidFill>
                  <a:schemeClr val="tx1"/>
                </a:solidFill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defRPr>
            </a:lvl1pPr>
          </a:lstStyle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sz="16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消费者市场</a:t>
            </a:r>
            <a:endParaRPr lang="zh-CN" altLang="en-US" sz="16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05" name="组合 104"/>
          <p:cNvGrpSpPr/>
          <p:nvPr/>
        </p:nvGrpSpPr>
        <p:grpSpPr>
          <a:xfrm rot="0">
            <a:off x="10048875" y="2694305"/>
            <a:ext cx="1804670" cy="787400"/>
            <a:chOff x="-1348385" y="3243824"/>
            <a:chExt cx="1804456" cy="787554"/>
          </a:xfrm>
          <a:effectLst/>
        </p:grpSpPr>
        <p:sp>
          <p:nvSpPr>
            <p:cNvPr id="106" name="矩形 105"/>
            <p:cNvSpPr/>
            <p:nvPr/>
          </p:nvSpPr>
          <p:spPr>
            <a:xfrm>
              <a:off x="-1348385" y="3243824"/>
              <a:ext cx="1804456" cy="787554"/>
            </a:xfrm>
            <a:prstGeom prst="rect">
              <a:avLst/>
            </a:prstGeom>
            <a:solidFill>
              <a:schemeClr val="bg1"/>
            </a:solidFill>
            <a:ln w="6350" cap="flat">
              <a:solidFill>
                <a:schemeClr val="tx1">
                  <a:lumMod val="50000"/>
                  <a:lumOff val="50000"/>
                  <a:alpha val="38221"/>
                </a:schemeClr>
              </a:solidFill>
              <a:prstDash val="dash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hangingPunct="0"/>
              <a:endParaRPr lang="zh-CN" altLang="en-US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07" name="Title 2"/>
            <p:cNvSpPr txBox="1"/>
            <p:nvPr/>
          </p:nvSpPr>
          <p:spPr>
            <a:xfrm>
              <a:off x="-1180765" y="3622993"/>
              <a:ext cx="1510486" cy="3074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 anchorCtr="0">
              <a:sp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600" b="0" i="0" kern="1200">
                  <a:solidFill>
                    <a:schemeClr val="tx1"/>
                  </a:solidFill>
                  <a:latin typeface="OPPOSans H" panose="00020600040101010101" pitchFamily="18" charset="-122"/>
                  <a:ea typeface="OPPOSans H" panose="00020600040101010101" pitchFamily="18" charset="-122"/>
                  <a:cs typeface="OPPOSans H" panose="00020600040101010101" pitchFamily="18" charset="-122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000" dirty="0">
                  <a:solidFill>
                    <a:schemeClr val="tx2">
                      <a:alpha val="8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文化可传承、产业可持续造血、全民参与</a:t>
              </a:r>
              <a:endParaRPr lang="zh-CN" altLang="en-US" sz="1000" dirty="0">
                <a:solidFill>
                  <a:schemeClr val="tx2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08" name="Title 2"/>
            <p:cNvSpPr txBox="1"/>
            <p:nvPr/>
          </p:nvSpPr>
          <p:spPr>
            <a:xfrm>
              <a:off x="-1180846" y="3328753"/>
              <a:ext cx="1469379" cy="215307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600" b="0" i="0" kern="1200">
                  <a:solidFill>
                    <a:schemeClr val="tx1"/>
                  </a:solidFill>
                  <a:latin typeface="OPPOSans H" panose="00020600040101010101" pitchFamily="18" charset="-122"/>
                  <a:ea typeface="OPPOSans H" panose="00020600040101010101" pitchFamily="18" charset="-122"/>
                  <a:cs typeface="OPPOSans H" panose="00020600040101010101" pitchFamily="18" charset="-122"/>
                </a:defRPr>
              </a:lvl1pPr>
            </a:lstStyle>
            <a:p>
              <a:pPr marR="0" lvl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defRPr/>
              </a:pPr>
              <a:r>
                <a:rPr lang="zh-CN" altLang="en-US" sz="1400" b="1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可持续性</a:t>
              </a:r>
              <a:endParaRPr lang="zh-CN" altLang="en-US" sz="14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11" name="组合 110"/>
          <p:cNvGrpSpPr/>
          <p:nvPr/>
        </p:nvGrpSpPr>
        <p:grpSpPr>
          <a:xfrm rot="0">
            <a:off x="10048875" y="3594735"/>
            <a:ext cx="1804670" cy="787400"/>
            <a:chOff x="-1348385" y="3243824"/>
            <a:chExt cx="1804456" cy="787554"/>
          </a:xfrm>
          <a:effectLst/>
        </p:grpSpPr>
        <p:sp>
          <p:nvSpPr>
            <p:cNvPr id="121" name="矩形 120"/>
            <p:cNvSpPr/>
            <p:nvPr/>
          </p:nvSpPr>
          <p:spPr>
            <a:xfrm>
              <a:off x="-1348385" y="3243824"/>
              <a:ext cx="1804456" cy="787554"/>
            </a:xfrm>
            <a:prstGeom prst="rect">
              <a:avLst/>
            </a:prstGeom>
            <a:solidFill>
              <a:schemeClr val="bg1"/>
            </a:solidFill>
            <a:ln w="6350" cap="flat">
              <a:solidFill>
                <a:schemeClr val="tx1">
                  <a:lumMod val="50000"/>
                  <a:lumOff val="50000"/>
                  <a:alpha val="38221"/>
                </a:schemeClr>
              </a:solidFill>
              <a:prstDash val="dash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hangingPunct="0"/>
              <a:endParaRPr lang="zh-CN" altLang="en-US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22" name="Title 2"/>
            <p:cNvSpPr txBox="1"/>
            <p:nvPr/>
          </p:nvSpPr>
          <p:spPr>
            <a:xfrm>
              <a:off x="-1260130" y="3622993"/>
              <a:ext cx="1589851" cy="3074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 anchorCtr="0">
              <a:sp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600" b="0" i="0" kern="1200">
                  <a:solidFill>
                    <a:schemeClr val="tx1"/>
                  </a:solidFill>
                  <a:latin typeface="OPPOSans H" panose="00020600040101010101" pitchFamily="18" charset="-122"/>
                  <a:ea typeface="OPPOSans H" panose="00020600040101010101" pitchFamily="18" charset="-122"/>
                  <a:cs typeface="OPPOSans H" panose="00020600040101010101" pitchFamily="18" charset="-122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000" dirty="0">
                  <a:solidFill>
                    <a:schemeClr val="tx2">
                      <a:alpha val="8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需求层场景洞察、能力层技术融合、价值层规模转化</a:t>
              </a:r>
              <a:endParaRPr lang="zh-CN" altLang="en-US" sz="1000" dirty="0">
                <a:solidFill>
                  <a:schemeClr val="tx2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23" name="Title 2"/>
            <p:cNvSpPr txBox="1"/>
            <p:nvPr/>
          </p:nvSpPr>
          <p:spPr>
            <a:xfrm>
              <a:off x="-1260765" y="3328931"/>
              <a:ext cx="1674931" cy="200064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600" b="0" i="0" kern="1200">
                  <a:solidFill>
                    <a:schemeClr val="tx1"/>
                  </a:solidFill>
                  <a:latin typeface="OPPOSans H" panose="00020600040101010101" pitchFamily="18" charset="-122"/>
                  <a:ea typeface="OPPOSans H" panose="00020600040101010101" pitchFamily="18" charset="-122"/>
                  <a:cs typeface="OPPOSans H" panose="00020600040101010101" pitchFamily="18" charset="-122"/>
                </a:defRPr>
              </a:lvl1pPr>
            </a:lstStyle>
            <a:p>
              <a:pPr marR="0" lvl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defRPr/>
              </a:pPr>
              <a:r>
                <a:rPr lang="zh-CN" altLang="en-US" sz="1300" b="1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数字化共创体系</a:t>
              </a:r>
              <a:endParaRPr lang="zh-CN" altLang="en-US" sz="13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24" name="组合 123"/>
          <p:cNvGrpSpPr/>
          <p:nvPr/>
        </p:nvGrpSpPr>
        <p:grpSpPr>
          <a:xfrm rot="0">
            <a:off x="10048875" y="4509135"/>
            <a:ext cx="1804670" cy="787400"/>
            <a:chOff x="-1348385" y="3243824"/>
            <a:chExt cx="1804456" cy="787554"/>
          </a:xfrm>
          <a:effectLst/>
        </p:grpSpPr>
        <p:sp>
          <p:nvSpPr>
            <p:cNvPr id="133" name="矩形 132"/>
            <p:cNvSpPr/>
            <p:nvPr/>
          </p:nvSpPr>
          <p:spPr>
            <a:xfrm>
              <a:off x="-1348385" y="3243824"/>
              <a:ext cx="1804456" cy="787554"/>
            </a:xfrm>
            <a:prstGeom prst="rect">
              <a:avLst/>
            </a:prstGeom>
            <a:solidFill>
              <a:schemeClr val="bg1"/>
            </a:solidFill>
            <a:ln w="6350" cap="flat">
              <a:solidFill>
                <a:schemeClr val="tx1">
                  <a:lumMod val="50000"/>
                  <a:lumOff val="50000"/>
                  <a:alpha val="38221"/>
                </a:schemeClr>
              </a:solidFill>
              <a:prstDash val="dash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hangingPunct="0"/>
              <a:endParaRPr lang="zh-CN" altLang="en-US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34" name="Title 2"/>
            <p:cNvSpPr txBox="1"/>
            <p:nvPr/>
          </p:nvSpPr>
          <p:spPr>
            <a:xfrm>
              <a:off x="-1180765" y="3622993"/>
              <a:ext cx="1510486" cy="3074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 anchorCtr="0">
              <a:sp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600" b="0" i="0" kern="1200">
                  <a:solidFill>
                    <a:schemeClr val="tx1"/>
                  </a:solidFill>
                  <a:latin typeface="OPPOSans H" panose="00020600040101010101" pitchFamily="18" charset="-122"/>
                  <a:ea typeface="OPPOSans H" panose="00020600040101010101" pitchFamily="18" charset="-122"/>
                  <a:cs typeface="OPPOSans H" panose="00020600040101010101" pitchFamily="18" charset="-122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sz="1000" dirty="0">
                  <a:solidFill>
                    <a:schemeClr val="tx2">
                      <a:alpha val="8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体验升级、交互革新、生态共建，从体验到共创</a:t>
              </a:r>
              <a:endParaRPr lang="zh-CN" sz="1000" dirty="0">
                <a:solidFill>
                  <a:schemeClr val="tx2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35" name="Title 2"/>
            <p:cNvSpPr txBox="1"/>
            <p:nvPr/>
          </p:nvSpPr>
          <p:spPr>
            <a:xfrm>
              <a:off x="-1180846" y="3328753"/>
              <a:ext cx="1469379" cy="215307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600" b="0" i="0" kern="1200">
                  <a:solidFill>
                    <a:schemeClr val="tx1"/>
                  </a:solidFill>
                  <a:latin typeface="OPPOSans H" panose="00020600040101010101" pitchFamily="18" charset="-122"/>
                  <a:ea typeface="OPPOSans H" panose="00020600040101010101" pitchFamily="18" charset="-122"/>
                  <a:cs typeface="OPPOSans H" panose="00020600040101010101" pitchFamily="18" charset="-122"/>
                </a:defRPr>
              </a:lvl1pPr>
            </a:lstStyle>
            <a:p>
              <a:pPr marR="0" lvl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defRPr/>
              </a:pPr>
              <a:r>
                <a:rPr lang="zh-CN" altLang="en-US" sz="1400" b="1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全真互联</a:t>
              </a:r>
              <a:endParaRPr lang="zh-CN" altLang="en-US" sz="14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41" name="组合 140"/>
          <p:cNvGrpSpPr/>
          <p:nvPr/>
        </p:nvGrpSpPr>
        <p:grpSpPr>
          <a:xfrm flipH="1">
            <a:off x="9171940" y="3560445"/>
            <a:ext cx="623570" cy="334010"/>
            <a:chOff x="4034" y="5531"/>
            <a:chExt cx="982" cy="526"/>
          </a:xfrm>
        </p:grpSpPr>
        <p:sp>
          <p:nvSpPr>
            <p:cNvPr id="142" name="菱形 141"/>
            <p:cNvSpPr/>
            <p:nvPr/>
          </p:nvSpPr>
          <p:spPr>
            <a:xfrm rot="10800000" flipH="1" flipV="1">
              <a:off x="4258" y="5531"/>
              <a:ext cx="759" cy="513"/>
            </a:xfrm>
            <a:prstGeom prst="diamond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50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>
              <a:noAutofit/>
            </a:bodyPr>
            <a:p>
              <a:pPr lvl="0" algn="ctr">
                <a:buClrTx/>
                <a:buSzTx/>
                <a:buFontTx/>
                <a:defRPr/>
              </a:pPr>
              <a:endParaRPr lang="zh-CN" altLang="en-US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43" name="菱形 142"/>
            <p:cNvSpPr/>
            <p:nvPr/>
          </p:nvSpPr>
          <p:spPr>
            <a:xfrm rot="10800000" flipH="1" flipV="1">
              <a:off x="4034" y="5545"/>
              <a:ext cx="759" cy="513"/>
            </a:xfrm>
            <a:prstGeom prst="diamond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50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>
              <a:noAutofit/>
            </a:bodyPr>
            <a:p>
              <a:pPr lvl="0" algn="ctr">
                <a:buClrTx/>
                <a:buSzTx/>
                <a:buFontTx/>
                <a:defRPr/>
              </a:pPr>
              <a:endParaRPr lang="zh-CN" altLang="en-US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sp>
        <p:nvSpPr>
          <p:cNvPr id="144" name="文本框 143"/>
          <p:cNvSpPr txBox="1"/>
          <p:nvPr/>
        </p:nvSpPr>
        <p:spPr>
          <a:xfrm>
            <a:off x="8265282" y="3504534"/>
            <a:ext cx="998733" cy="522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grpFill/>
              </a14:hiddenFill>
            </a:ext>
          </a:extLst>
        </p:spPr>
        <p:txBody>
          <a:bodyPr wrap="square" rtlCol="0">
            <a:spAutoFit/>
          </a:bodyPr>
          <a:p>
            <a:pPr algn="ctr"/>
            <a:r>
              <a:rPr lang="zh-CN" altLang="en-US" sz="1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消费者</a:t>
            </a:r>
            <a:endParaRPr lang="zh-CN" altLang="en-US" sz="14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市场</a:t>
            </a:r>
            <a:endParaRPr lang="zh-CN" altLang="en-US" sz="14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5" name="文本框 144"/>
          <p:cNvSpPr txBox="1"/>
          <p:nvPr/>
        </p:nvSpPr>
        <p:spPr>
          <a:xfrm>
            <a:off x="5628005" y="1213485"/>
            <a:ext cx="99187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 b="1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政策支持</a:t>
            </a:r>
            <a:endParaRPr lang="zh-CN" altLang="en-US" sz="1400" b="1">
              <a:solidFill>
                <a:schemeClr val="bg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6" name="梯形 145"/>
          <p:cNvSpPr/>
          <p:nvPr/>
        </p:nvSpPr>
        <p:spPr>
          <a:xfrm flipV="1">
            <a:off x="4801235" y="1021080"/>
            <a:ext cx="2818765" cy="589915"/>
          </a:xfrm>
          <a:prstGeom prst="trapezoid">
            <a:avLst>
              <a:gd name="adj" fmla="val 86842"/>
            </a:avLst>
          </a:prstGeom>
          <a:gradFill>
            <a:gsLst>
              <a:gs pos="100000">
                <a:schemeClr val="accent1">
                  <a:lumMod val="60000"/>
                  <a:lumOff val="40000"/>
                </a:schemeClr>
              </a:gs>
              <a:gs pos="0">
                <a:schemeClr val="accent1">
                  <a:lumMod val="40000"/>
                  <a:lumOff val="6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cs typeface="微软雅黑" panose="020B0503020204020204" charset="-122"/>
              <a:sym typeface="+mn-ea"/>
            </a:endParaRPr>
          </a:p>
        </p:txBody>
      </p:sp>
      <p:sp>
        <p:nvSpPr>
          <p:cNvPr id="147" name="梯形 146"/>
          <p:cNvSpPr/>
          <p:nvPr/>
        </p:nvSpPr>
        <p:spPr>
          <a:xfrm flipV="1">
            <a:off x="5291455" y="1766570"/>
            <a:ext cx="1769110" cy="459105"/>
          </a:xfrm>
          <a:prstGeom prst="trapezoid">
            <a:avLst>
              <a:gd name="adj" fmla="val 86842"/>
            </a:avLst>
          </a:prstGeom>
          <a:gradFill>
            <a:gsLst>
              <a:gs pos="100000">
                <a:schemeClr val="accent1">
                  <a:lumMod val="40000"/>
                  <a:lumOff val="60000"/>
                </a:schemeClr>
              </a:gs>
              <a:gs pos="0">
                <a:schemeClr val="accent1">
                  <a:lumMod val="20000"/>
                  <a:lumOff val="8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cs typeface="微软雅黑" panose="020B0503020204020204" charset="-122"/>
              <a:sym typeface="+mn-ea"/>
            </a:endParaRPr>
          </a:p>
        </p:txBody>
      </p:sp>
      <p:sp>
        <p:nvSpPr>
          <p:cNvPr id="148" name="文本框 147"/>
          <p:cNvSpPr txBox="1"/>
          <p:nvPr/>
        </p:nvSpPr>
        <p:spPr>
          <a:xfrm>
            <a:off x="5684520" y="1824355"/>
            <a:ext cx="99187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6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政府侧</a:t>
            </a:r>
            <a:endParaRPr lang="zh-CN" altLang="en-US" sz="16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3" name="文本框 152"/>
          <p:cNvSpPr txBox="1"/>
          <p:nvPr/>
        </p:nvSpPr>
        <p:spPr>
          <a:xfrm>
            <a:off x="5452110" y="1118870"/>
            <a:ext cx="15182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6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政策支持</a:t>
            </a:r>
            <a:endParaRPr lang="zh-CN" altLang="en-US" sz="16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4" name="梯形 153"/>
          <p:cNvSpPr/>
          <p:nvPr/>
        </p:nvSpPr>
        <p:spPr>
          <a:xfrm>
            <a:off x="4801870" y="6059170"/>
            <a:ext cx="2818765" cy="589915"/>
          </a:xfrm>
          <a:prstGeom prst="trapezoid">
            <a:avLst>
              <a:gd name="adj" fmla="val 86842"/>
            </a:avLst>
          </a:prstGeom>
          <a:gradFill>
            <a:gsLst>
              <a:gs pos="100000">
                <a:schemeClr val="accent1">
                  <a:lumMod val="60000"/>
                  <a:lumOff val="40000"/>
                </a:schemeClr>
              </a:gs>
              <a:gs pos="0">
                <a:schemeClr val="accent1">
                  <a:lumMod val="40000"/>
                  <a:lumOff val="6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cs typeface="微软雅黑" panose="020B0503020204020204" charset="-122"/>
              <a:sym typeface="+mn-ea"/>
            </a:endParaRPr>
          </a:p>
        </p:txBody>
      </p:sp>
      <p:sp>
        <p:nvSpPr>
          <p:cNvPr id="155" name="梯形 154"/>
          <p:cNvSpPr/>
          <p:nvPr/>
        </p:nvSpPr>
        <p:spPr>
          <a:xfrm>
            <a:off x="5342255" y="5493385"/>
            <a:ext cx="1769110" cy="459105"/>
          </a:xfrm>
          <a:prstGeom prst="trapezoid">
            <a:avLst>
              <a:gd name="adj" fmla="val 86842"/>
            </a:avLst>
          </a:prstGeom>
          <a:gradFill>
            <a:gsLst>
              <a:gs pos="100000">
                <a:schemeClr val="accent1">
                  <a:lumMod val="40000"/>
                  <a:lumOff val="60000"/>
                </a:schemeClr>
              </a:gs>
              <a:gs pos="0">
                <a:schemeClr val="accent1">
                  <a:lumMod val="20000"/>
                  <a:lumOff val="8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cs typeface="微软雅黑" panose="020B0503020204020204" charset="-122"/>
              <a:sym typeface="+mn-ea"/>
            </a:endParaRPr>
          </a:p>
        </p:txBody>
      </p:sp>
      <p:sp>
        <p:nvSpPr>
          <p:cNvPr id="156" name="文本框 155"/>
          <p:cNvSpPr txBox="1"/>
          <p:nvPr/>
        </p:nvSpPr>
        <p:spPr>
          <a:xfrm>
            <a:off x="5159375" y="6200775"/>
            <a:ext cx="201676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6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人才、学术支持</a:t>
            </a:r>
            <a:endParaRPr lang="zh-CN" altLang="en-US" sz="16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2" name="文本框 161"/>
          <p:cNvSpPr txBox="1"/>
          <p:nvPr/>
        </p:nvSpPr>
        <p:spPr>
          <a:xfrm>
            <a:off x="5730875" y="5569585"/>
            <a:ext cx="99187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6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高校侧</a:t>
            </a:r>
            <a:endParaRPr lang="zh-CN" altLang="en-US" sz="16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2"/>
          <p:cNvSpPr>
            <a:spLocks noGrp="1"/>
          </p:cNvSpPr>
          <p:nvPr/>
        </p:nvSpPr>
        <p:spPr>
          <a:xfrm>
            <a:off x="1105535" y="347980"/>
            <a:ext cx="7137400" cy="396875"/>
          </a:xfrm>
          <a:prstGeom prst="rect">
            <a:avLst/>
          </a:prstGeom>
          <a:ln w="12700">
            <a:miter lim="400000"/>
          </a:ln>
        </p:spPr>
        <p:txBody>
          <a:bodyPr vert="horz" wrap="square" lIns="25400" tIns="25400" rIns="25400" bIns="2540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0" lang="zh-CN" altLang="en-US" sz="2800" b="1" u="none" strike="noStrike" kern="1200" cap="none" spc="0" normalizeH="0" baseline="0" dirty="0">
                <a:ln>
                  <a:noFill/>
                </a:ln>
                <a:solidFill>
                  <a:schemeClr val="accent1"/>
                </a:solidFill>
                <a:effectLst>
                  <a:outerShdw blurRad="187896" dist="38100" dir="2700000" algn="tl" rotWithShape="0">
                    <a:srgbClr val="1C2952">
                      <a:alpha val="6000"/>
                    </a:srgbClr>
                  </a:outerShdw>
                </a:effectLst>
                <a:uLnTx/>
                <a:uFillTx/>
                <a:latin typeface="HONOR Sans CN" panose="05000200000000000000" charset="-122"/>
                <a:ea typeface="HONOR Sans CN" panose="05000200000000000000" charset="-122"/>
                <a:cs typeface="OPPOSans H" panose="00020600040101010101" pitchFamily="18" charset="-122"/>
              </a:defRPr>
            </a:lvl1pPr>
          </a:lstStyle>
          <a:p>
            <a:pPr algn="l"/>
            <a:r>
              <a:rPr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业务框架</a:t>
            </a:r>
            <a:r>
              <a:rPr lang="en-US" altLang="zh-CN"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中心发散架构 | </a:t>
            </a:r>
            <a:r>
              <a:rPr sz="250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明年目标及工作规划</a:t>
            </a:r>
            <a:endParaRPr lang="en-US" altLang="zh-CN" sz="2500" b="0">
              <a:solidFill>
                <a:schemeClr val="tx2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" name="图片 9" descr="屋顶资源管理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5600" y="186055"/>
            <a:ext cx="549910" cy="549910"/>
          </a:xfrm>
          <a:prstGeom prst="rect">
            <a:avLst/>
          </a:prstGeom>
        </p:spPr>
      </p:pic>
      <p:sp>
        <p:nvSpPr>
          <p:cNvPr id="3" name="©天蝎PPT2" descr="preencoded.png"/>
          <p:cNvSpPr/>
          <p:nvPr>
            <p:custDataLst>
              <p:tags r:id="rId3"/>
            </p:custDataLst>
          </p:nvPr>
        </p:nvSpPr>
        <p:spPr>
          <a:xfrm>
            <a:off x="1022685" y="1544059"/>
            <a:ext cx="6076061" cy="4924540"/>
          </a:xfrm>
          <a:custGeom>
            <a:avLst/>
            <a:gdLst>
              <a:gd name="connsiteX0" fmla="*/ 16842176 w 16842176"/>
              <a:gd name="connsiteY0" fmla="*/ 4432249 h 6648368"/>
              <a:gd name="connsiteX1" fmla="*/ 16842176 w 16842176"/>
              <a:gd name="connsiteY1" fmla="*/ 2216120 h 6648368"/>
              <a:gd name="connsiteX2" fmla="*/ 0 w 16842176"/>
              <a:gd name="connsiteY2" fmla="*/ 0 h 6648368"/>
              <a:gd name="connsiteX3" fmla="*/ 0 w 16842176"/>
              <a:gd name="connsiteY3" fmla="*/ 6648369 h 6648368"/>
              <a:gd name="connsiteX4" fmla="*/ 16842176 w 16842176"/>
              <a:gd name="connsiteY4" fmla="*/ 4432249 h 6648368"/>
              <a:gd name="connsiteX0-1" fmla="*/ 16842176 w 16842176"/>
              <a:gd name="connsiteY0-2" fmla="*/ 4432249 h 6648369"/>
              <a:gd name="connsiteX1-3" fmla="*/ 16842176 w 16842176"/>
              <a:gd name="connsiteY1-4" fmla="*/ 2216120 h 6648369"/>
              <a:gd name="connsiteX2-5" fmla="*/ 0 w 16842176"/>
              <a:gd name="connsiteY2-6" fmla="*/ 0 h 6648369"/>
              <a:gd name="connsiteX3-7" fmla="*/ 0 w 16842176"/>
              <a:gd name="connsiteY3-8" fmla="*/ 6648369 h 6648369"/>
              <a:gd name="connsiteX4-9" fmla="*/ 16842176 w 16842176"/>
              <a:gd name="connsiteY4-10" fmla="*/ 4432249 h 6648369"/>
              <a:gd name="connsiteX0-11" fmla="*/ 16842176 w 16842176"/>
              <a:gd name="connsiteY0-12" fmla="*/ 4432249 h 6648369"/>
              <a:gd name="connsiteX1-13" fmla="*/ 16842176 w 16842176"/>
              <a:gd name="connsiteY1-14" fmla="*/ 2216120 h 6648369"/>
              <a:gd name="connsiteX2-15" fmla="*/ 0 w 16842176"/>
              <a:gd name="connsiteY2-16" fmla="*/ 0 h 6648369"/>
              <a:gd name="connsiteX3-17" fmla="*/ 0 w 16842176"/>
              <a:gd name="connsiteY3-18" fmla="*/ 6648369 h 6648369"/>
              <a:gd name="connsiteX4-19" fmla="*/ 16842176 w 16842176"/>
              <a:gd name="connsiteY4-20" fmla="*/ 4432249 h 664836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6842176" h="6648369">
                <a:moveTo>
                  <a:pt x="16842176" y="4432249"/>
                </a:moveTo>
                <a:lnTo>
                  <a:pt x="16842176" y="2216120"/>
                </a:lnTo>
                <a:cubicBezTo>
                  <a:pt x="10104722" y="2412054"/>
                  <a:pt x="6493594" y="1612950"/>
                  <a:pt x="0" y="0"/>
                </a:cubicBezTo>
                <a:lnTo>
                  <a:pt x="0" y="6648369"/>
                </a:lnTo>
                <a:cubicBezTo>
                  <a:pt x="6595057" y="4996512"/>
                  <a:pt x="10046146" y="3549857"/>
                  <a:pt x="16842176" y="4432249"/>
                </a:cubicBezTo>
                <a:close/>
              </a:path>
            </a:pathLst>
          </a:custGeom>
          <a:gradFill flip="none" rotWithShape="1">
            <a:gsLst>
              <a:gs pos="11000">
                <a:schemeClr val="accent1">
                  <a:lumMod val="60000"/>
                  <a:lumOff val="40000"/>
                  <a:alpha val="0"/>
                </a:schemeClr>
              </a:gs>
              <a:gs pos="50000">
                <a:schemeClr val="accent1">
                  <a:lumMod val="60000"/>
                  <a:lumOff val="40000"/>
                  <a:alpha val="30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pPr defTabSz="731520"/>
            <a:endParaRPr lang="zh-CN" altLang="en-US" sz="144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©天蝎PPT3"/>
          <p:cNvSpPr/>
          <p:nvPr>
            <p:custDataLst>
              <p:tags r:id="rId4"/>
            </p:custDataLst>
          </p:nvPr>
        </p:nvSpPr>
        <p:spPr>
          <a:xfrm>
            <a:off x="3786162" y="1489002"/>
            <a:ext cx="4714491" cy="4714491"/>
          </a:xfrm>
          <a:prstGeom prst="ellipse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 w="12700">
            <a:solidFill>
              <a:schemeClr val="accent5">
                <a:lumMod val="60000"/>
                <a:lumOff val="40000"/>
                <a:alpha val="50049"/>
              </a:schemeClr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6" name="©天蝎PPT4" descr="preencoded.png"/>
          <p:cNvSpPr/>
          <p:nvPr>
            <p:custDataLst>
              <p:tags r:id="rId5"/>
            </p:custDataLst>
          </p:nvPr>
        </p:nvSpPr>
        <p:spPr>
          <a:xfrm rot="10800000">
            <a:off x="5188068" y="1229078"/>
            <a:ext cx="6076061" cy="5235778"/>
          </a:xfrm>
          <a:custGeom>
            <a:avLst/>
            <a:gdLst>
              <a:gd name="connsiteX0" fmla="*/ 16842176 w 16842176"/>
              <a:gd name="connsiteY0" fmla="*/ 4432249 h 6648368"/>
              <a:gd name="connsiteX1" fmla="*/ 16842176 w 16842176"/>
              <a:gd name="connsiteY1" fmla="*/ 2216120 h 6648368"/>
              <a:gd name="connsiteX2" fmla="*/ 0 w 16842176"/>
              <a:gd name="connsiteY2" fmla="*/ 0 h 6648368"/>
              <a:gd name="connsiteX3" fmla="*/ 0 w 16842176"/>
              <a:gd name="connsiteY3" fmla="*/ 6648369 h 6648368"/>
              <a:gd name="connsiteX4" fmla="*/ 16842176 w 16842176"/>
              <a:gd name="connsiteY4" fmla="*/ 4432249 h 6648368"/>
              <a:gd name="connsiteX0-1" fmla="*/ 16842176 w 16842176"/>
              <a:gd name="connsiteY0-2" fmla="*/ 4432249 h 6648369"/>
              <a:gd name="connsiteX1-3" fmla="*/ 16842176 w 16842176"/>
              <a:gd name="connsiteY1-4" fmla="*/ 2216120 h 6648369"/>
              <a:gd name="connsiteX2-5" fmla="*/ 0 w 16842176"/>
              <a:gd name="connsiteY2-6" fmla="*/ 0 h 6648369"/>
              <a:gd name="connsiteX3-7" fmla="*/ 0 w 16842176"/>
              <a:gd name="connsiteY3-8" fmla="*/ 6648369 h 6648369"/>
              <a:gd name="connsiteX4-9" fmla="*/ 16842176 w 16842176"/>
              <a:gd name="connsiteY4-10" fmla="*/ 4432249 h 6648369"/>
              <a:gd name="connsiteX0-11" fmla="*/ 16842176 w 16842176"/>
              <a:gd name="connsiteY0-12" fmla="*/ 4432249 h 6648369"/>
              <a:gd name="connsiteX1-13" fmla="*/ 16842176 w 16842176"/>
              <a:gd name="connsiteY1-14" fmla="*/ 2216120 h 6648369"/>
              <a:gd name="connsiteX2-15" fmla="*/ 0 w 16842176"/>
              <a:gd name="connsiteY2-16" fmla="*/ 0 h 6648369"/>
              <a:gd name="connsiteX3-17" fmla="*/ 0 w 16842176"/>
              <a:gd name="connsiteY3-18" fmla="*/ 6648369 h 6648369"/>
              <a:gd name="connsiteX4-19" fmla="*/ 16842176 w 16842176"/>
              <a:gd name="connsiteY4-20" fmla="*/ 4432249 h 664836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6842176" h="6648369">
                <a:moveTo>
                  <a:pt x="16842176" y="4432249"/>
                </a:moveTo>
                <a:lnTo>
                  <a:pt x="16842176" y="2216120"/>
                </a:lnTo>
                <a:cubicBezTo>
                  <a:pt x="10104722" y="2412054"/>
                  <a:pt x="6493594" y="1612950"/>
                  <a:pt x="0" y="0"/>
                </a:cubicBezTo>
                <a:lnTo>
                  <a:pt x="0" y="6648369"/>
                </a:lnTo>
                <a:cubicBezTo>
                  <a:pt x="6595057" y="4996512"/>
                  <a:pt x="10046146" y="3549857"/>
                  <a:pt x="16842176" y="4432249"/>
                </a:cubicBezTo>
                <a:close/>
              </a:path>
            </a:pathLst>
          </a:custGeom>
          <a:gradFill flip="none" rotWithShape="1">
            <a:gsLst>
              <a:gs pos="11000">
                <a:schemeClr val="accent1">
                  <a:lumMod val="60000"/>
                  <a:lumOff val="40000"/>
                  <a:alpha val="0"/>
                </a:schemeClr>
              </a:gs>
              <a:gs pos="50000">
                <a:schemeClr val="accent1">
                  <a:lumMod val="60000"/>
                  <a:lumOff val="40000"/>
                  <a:alpha val="30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9050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pPr lvl="0" algn="l" defTabSz="731520">
              <a:buClrTx/>
              <a:buSzTx/>
              <a:buFontTx/>
            </a:pPr>
            <a:endParaRPr lang="zh-CN" altLang="en-US" sz="144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1" name="©天蝎PPT9"/>
          <p:cNvSpPr/>
          <p:nvPr>
            <p:custDataLst>
              <p:tags r:id="rId6"/>
            </p:custDataLst>
          </p:nvPr>
        </p:nvSpPr>
        <p:spPr>
          <a:xfrm>
            <a:off x="4371593" y="2074433"/>
            <a:ext cx="3543630" cy="3543630"/>
          </a:xfrm>
          <a:prstGeom prst="ellipse">
            <a:avLst/>
          </a:prstGeom>
          <a:gradFill>
            <a:gsLst>
              <a:gs pos="14000">
                <a:schemeClr val="accent5">
                  <a:lumMod val="60000"/>
                  <a:lumOff val="40000"/>
                  <a:alpha val="70000"/>
                </a:schemeClr>
              </a:gs>
              <a:gs pos="77000">
                <a:schemeClr val="accent5">
                  <a:lumMod val="60000"/>
                  <a:lumOff val="40000"/>
                  <a:alpha val="70000"/>
                </a:schemeClr>
              </a:gs>
            </a:gsLst>
            <a:lin ang="0" scaled="0"/>
          </a:gradFill>
          <a:ln w="12700">
            <a:solidFill>
              <a:schemeClr val="bg1"/>
            </a:solidFill>
            <a:prstDash val="solid"/>
          </a:ln>
          <a:effectLst>
            <a:outerShdw blurRad="301201" sx="103000" sy="103000" algn="ctr" rotWithShape="0">
              <a:schemeClr val="accent5">
                <a:lumMod val="60000"/>
                <a:lumOff val="4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3" name="©天蝎PPT11"/>
          <p:cNvSpPr/>
          <p:nvPr>
            <p:custDataLst>
              <p:tags r:id="rId7"/>
            </p:custDataLst>
          </p:nvPr>
        </p:nvSpPr>
        <p:spPr>
          <a:xfrm rot="10800000">
            <a:off x="6643200" y="3029251"/>
            <a:ext cx="2659852" cy="1721416"/>
          </a:xfrm>
          <a:custGeom>
            <a:avLst/>
            <a:gdLst>
              <a:gd name="connsiteX0" fmla="*/ 3459763 w 3459762"/>
              <a:gd name="connsiteY0" fmla="*/ 0 h 2584980"/>
              <a:gd name="connsiteX1" fmla="*/ 1147649 w 3459762"/>
              <a:gd name="connsiteY1" fmla="*/ 650442 h 2584980"/>
              <a:gd name="connsiteX2" fmla="*/ 1147649 w 3459762"/>
              <a:gd name="connsiteY2" fmla="*/ 16786 h 2584980"/>
              <a:gd name="connsiteX3" fmla="*/ 0 w 3459762"/>
              <a:gd name="connsiteY3" fmla="*/ 1292490 h 2584980"/>
              <a:gd name="connsiteX4" fmla="*/ 1147649 w 3459762"/>
              <a:gd name="connsiteY4" fmla="*/ 2563999 h 2584980"/>
              <a:gd name="connsiteX5" fmla="*/ 1147649 w 3459762"/>
              <a:gd name="connsiteY5" fmla="*/ 1917754 h 2584980"/>
              <a:gd name="connsiteX6" fmla="*/ 3459763 w 3459762"/>
              <a:gd name="connsiteY6" fmla="*/ 2584981 h 2584980"/>
              <a:gd name="connsiteX7" fmla="*/ 3459763 w 3459762"/>
              <a:gd name="connsiteY7" fmla="*/ 0 h 2584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59762" h="2584980">
                <a:moveTo>
                  <a:pt x="3459763" y="0"/>
                </a:moveTo>
                <a:cubicBezTo>
                  <a:pt x="2883836" y="730173"/>
                  <a:pt x="2484471" y="612674"/>
                  <a:pt x="1147649" y="650442"/>
                </a:cubicBezTo>
                <a:lnTo>
                  <a:pt x="1147649" y="16786"/>
                </a:lnTo>
                <a:lnTo>
                  <a:pt x="0" y="1292490"/>
                </a:lnTo>
                <a:lnTo>
                  <a:pt x="1147649" y="2563999"/>
                </a:lnTo>
                <a:lnTo>
                  <a:pt x="1147649" y="1917754"/>
                </a:lnTo>
                <a:cubicBezTo>
                  <a:pt x="2354152" y="1888379"/>
                  <a:pt x="2959505" y="1657577"/>
                  <a:pt x="3459763" y="2584981"/>
                </a:cubicBezTo>
                <a:lnTo>
                  <a:pt x="3459763" y="0"/>
                </a:lnTo>
                <a:close/>
              </a:path>
            </a:pathLst>
          </a:custGeom>
          <a:gradFill>
            <a:gsLst>
              <a:gs pos="55000">
                <a:schemeClr val="accent1">
                  <a:lumMod val="60000"/>
                  <a:lumOff val="40000"/>
                </a:schemeClr>
              </a:gs>
              <a:gs pos="0">
                <a:schemeClr val="accent1"/>
              </a:gs>
            </a:gsLst>
            <a:lin ang="0" scaled="0"/>
          </a:gradFill>
          <a:ln w="4195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pPr lvl="0" algn="l">
              <a:buClrTx/>
              <a:buSzTx/>
              <a:buFontTx/>
            </a:pPr>
            <a:endParaRPr lang="zh-CN" altLang="en-US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4" name="©天蝎PPT12"/>
          <p:cNvSpPr/>
          <p:nvPr>
            <p:custDataLst>
              <p:tags r:id="rId8"/>
            </p:custDataLst>
          </p:nvPr>
        </p:nvSpPr>
        <p:spPr>
          <a:xfrm>
            <a:off x="950495" y="4825875"/>
            <a:ext cx="1495501" cy="409448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kumimoji="1" lang="zh-CN" altLang="en-US">
              <a:solidFill>
                <a:srgbClr val="101010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7" name="©天蝎PPT13"/>
          <p:cNvSpPr/>
          <p:nvPr>
            <p:custDataLst>
              <p:tags r:id="rId9"/>
            </p:custDataLst>
          </p:nvPr>
        </p:nvSpPr>
        <p:spPr>
          <a:xfrm>
            <a:off x="950495" y="2395930"/>
            <a:ext cx="1495501" cy="409448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101010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6" name="©天蝎PPT14"/>
          <p:cNvSpPr txBox="1"/>
          <p:nvPr>
            <p:custDataLst>
              <p:tags r:id="rId10"/>
            </p:custDataLst>
          </p:nvPr>
        </p:nvSpPr>
        <p:spPr>
          <a:xfrm flipH="1">
            <a:off x="950495" y="2855247"/>
            <a:ext cx="1887802" cy="4373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000" dirty="0">
                <a:solidFill>
                  <a:schemeClr val="tx2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制定针对性的推广策略，跟踪分析广告效果，调整投放策略</a:t>
            </a:r>
            <a:endParaRPr lang="zh-CN" altLang="en-US" sz="1000" dirty="0">
              <a:solidFill>
                <a:schemeClr val="tx2">
                  <a:alpha val="8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7" name="©天蝎PPT15"/>
          <p:cNvSpPr txBox="1"/>
          <p:nvPr>
            <p:custDataLst>
              <p:tags r:id="rId11"/>
            </p:custDataLst>
          </p:nvPr>
        </p:nvSpPr>
        <p:spPr>
          <a:xfrm flipH="1">
            <a:off x="1019437" y="2475767"/>
            <a:ext cx="1355211" cy="2385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550" dirty="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加大推广力度</a:t>
            </a:r>
            <a:endParaRPr lang="zh-CN" altLang="en-US" sz="1550" dirty="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8" name="©天蝎PPT16"/>
          <p:cNvSpPr txBox="1"/>
          <p:nvPr>
            <p:custDataLst>
              <p:tags r:id="rId12"/>
            </p:custDataLst>
          </p:nvPr>
        </p:nvSpPr>
        <p:spPr>
          <a:xfrm flipH="1">
            <a:off x="950494" y="4072421"/>
            <a:ext cx="1930063" cy="4373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000">
                <a:solidFill>
                  <a:schemeClr val="tx1">
                    <a:alpha val="65000"/>
                  </a:schemeClr>
                </a:solidFill>
                <a:ea typeface="OPPOSans R" panose="00020600040101010101" charset="-122"/>
              </a:defRPr>
            </a:lvl1pPr>
          </a:lstStyle>
          <a:p>
            <a:r>
              <a:rPr lang="zh-CN" altLang="en-US" dirty="0">
                <a:solidFill>
                  <a:schemeClr val="tx2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探索新的销售渠道和合作伙伴</a:t>
            </a:r>
            <a:endParaRPr lang="zh-CN" altLang="en-US" dirty="0">
              <a:solidFill>
                <a:schemeClr val="tx2">
                  <a:alpha val="8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r>
              <a:rPr lang="zh-CN" altLang="en-US" dirty="0">
                <a:solidFill>
                  <a:schemeClr val="tx2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定期评估渠道效果，优化渠道布局</a:t>
            </a:r>
            <a:endParaRPr lang="zh-CN" altLang="en-US" dirty="0">
              <a:solidFill>
                <a:schemeClr val="tx2">
                  <a:alpha val="8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9" name="©天蝎PPT17"/>
          <p:cNvSpPr txBox="1"/>
          <p:nvPr>
            <p:custDataLst>
              <p:tags r:id="rId13"/>
            </p:custDataLst>
          </p:nvPr>
        </p:nvSpPr>
        <p:spPr>
          <a:xfrm flipH="1">
            <a:off x="950495" y="5299844"/>
            <a:ext cx="1887802" cy="4373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000">
                <a:solidFill>
                  <a:schemeClr val="tx1">
                    <a:alpha val="65000"/>
                  </a:schemeClr>
                </a:solidFill>
                <a:ea typeface="OPPOSans R" panose="00020600040101010101" charset="-122"/>
              </a:defRPr>
            </a:lvl1pPr>
          </a:lstStyle>
          <a:p>
            <a:r>
              <a:rPr lang="zh-CN" altLang="en-US" dirty="0">
                <a:solidFill>
                  <a:schemeClr val="tx2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完善服务体系及定期组织老带新活动，提升客户满意度增强黏性</a:t>
            </a:r>
            <a:endParaRPr lang="zh-CN" altLang="en-US" dirty="0">
              <a:solidFill>
                <a:schemeClr val="tx2">
                  <a:alpha val="8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0" name="©天蝎PPT18"/>
          <p:cNvSpPr/>
          <p:nvPr>
            <p:custDataLst>
              <p:tags r:id="rId14"/>
            </p:custDataLst>
          </p:nvPr>
        </p:nvSpPr>
        <p:spPr>
          <a:xfrm>
            <a:off x="950495" y="3607934"/>
            <a:ext cx="1495501" cy="409448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kumimoji="1" lang="zh-CN" altLang="en-US">
              <a:solidFill>
                <a:srgbClr val="101010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1" name="©天蝎PPT19"/>
          <p:cNvSpPr txBox="1"/>
          <p:nvPr>
            <p:custDataLst>
              <p:tags r:id="rId15"/>
            </p:custDataLst>
          </p:nvPr>
        </p:nvSpPr>
        <p:spPr>
          <a:xfrm flipH="1">
            <a:off x="1020639" y="3689202"/>
            <a:ext cx="1355211" cy="2385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550" dirty="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拓展销售渠道</a:t>
            </a:r>
            <a:endParaRPr lang="zh-CN" altLang="en-US" sz="1550" dirty="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2" name="©天蝎PPT20"/>
          <p:cNvSpPr txBox="1"/>
          <p:nvPr>
            <p:custDataLst>
              <p:tags r:id="rId16"/>
            </p:custDataLst>
          </p:nvPr>
        </p:nvSpPr>
        <p:spPr>
          <a:xfrm flipH="1">
            <a:off x="993773" y="4907474"/>
            <a:ext cx="1355211" cy="2385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550" dirty="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强化老带新客</a:t>
            </a:r>
            <a:endParaRPr lang="zh-CN" altLang="en-US" sz="1550" dirty="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8" name="©天蝎PPT21"/>
          <p:cNvGrpSpPr/>
          <p:nvPr/>
        </p:nvGrpSpPr>
        <p:grpSpPr>
          <a:xfrm>
            <a:off x="9595731" y="2294161"/>
            <a:ext cx="1997763" cy="3341278"/>
            <a:chOff x="738404" y="2609454"/>
            <a:chExt cx="1809612" cy="3026593"/>
          </a:xfrm>
        </p:grpSpPr>
        <p:sp>
          <p:nvSpPr>
            <p:cNvPr id="24" name="©天蝎PPT21-1"/>
            <p:cNvSpPr/>
            <p:nvPr>
              <p:custDataLst>
                <p:tags r:id="rId17"/>
              </p:custDataLst>
            </p:nvPr>
          </p:nvSpPr>
          <p:spPr>
            <a:xfrm>
              <a:off x="738405" y="4810544"/>
              <a:ext cx="1354653" cy="370886"/>
            </a:xfrm>
            <a:prstGeom prst="roundRect">
              <a:avLst>
                <a:gd name="adj" fmla="val 50000"/>
              </a:avLst>
            </a:prstGeom>
            <a:gradFill>
              <a:gsLst>
                <a:gs pos="55000">
                  <a:schemeClr val="accent1">
                    <a:lumMod val="60000"/>
                    <a:lumOff val="40000"/>
                  </a:schemeClr>
                </a:gs>
                <a:gs pos="0">
                  <a:schemeClr val="accent1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10101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9" name="©天蝎PPT21-2"/>
            <p:cNvSpPr/>
            <p:nvPr>
              <p:custDataLst>
                <p:tags r:id="rId18"/>
              </p:custDataLst>
            </p:nvPr>
          </p:nvSpPr>
          <p:spPr>
            <a:xfrm>
              <a:off x="738405" y="2609454"/>
              <a:ext cx="1354653" cy="370886"/>
            </a:xfrm>
            <a:prstGeom prst="roundRect">
              <a:avLst>
                <a:gd name="adj" fmla="val 50000"/>
              </a:avLst>
            </a:prstGeom>
            <a:gradFill>
              <a:gsLst>
                <a:gs pos="55000">
                  <a:schemeClr val="accent1">
                    <a:lumMod val="60000"/>
                    <a:lumOff val="40000"/>
                  </a:schemeClr>
                </a:gs>
                <a:gs pos="0">
                  <a:schemeClr val="accent1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101010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2" name="©天蝎PPT21-3"/>
            <p:cNvSpPr txBox="1"/>
            <p:nvPr>
              <p:custDataLst>
                <p:tags r:id="rId19"/>
              </p:custDataLst>
            </p:nvPr>
          </p:nvSpPr>
          <p:spPr>
            <a:xfrm flipH="1">
              <a:off x="738405" y="3025512"/>
              <a:ext cx="1710007" cy="39617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00">
                  <a:solidFill>
                    <a:schemeClr val="tx1">
                      <a:alpha val="65000"/>
                    </a:schemeClr>
                  </a:solidFill>
                  <a:ea typeface="OPPOSans R" panose="00020600040101010101" charset="-122"/>
                </a:defRPr>
              </a:lvl1pPr>
            </a:lstStyle>
            <a:p>
              <a:r>
                <a:rPr lang="zh-CN" altLang="en-US" dirty="0">
                  <a:solidFill>
                    <a:schemeClr val="tx2">
                      <a:alpha val="8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Arial" panose="020B0604020202020204" pitchFamily="34" charset="0"/>
                </a:rPr>
                <a:t>精简供应链流程，降低成本，紧密联系确保品质与供应稳定性</a:t>
              </a:r>
              <a:endParaRPr lang="zh-CN" altLang="en-US" dirty="0">
                <a:solidFill>
                  <a:schemeClr val="tx2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7" name="©天蝎PPT21-4"/>
            <p:cNvSpPr txBox="1"/>
            <p:nvPr>
              <p:custDataLst>
                <p:tags r:id="rId20"/>
              </p:custDataLst>
            </p:nvPr>
          </p:nvSpPr>
          <p:spPr>
            <a:xfrm flipH="1">
              <a:off x="800854" y="2681772"/>
              <a:ext cx="1227576" cy="2160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zh-CN" altLang="en-US" sz="1550" dirty="0">
                  <a:solidFill>
                    <a:schemeClr val="lt1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Arial" panose="020B0604020202020204" pitchFamily="34" charset="0"/>
                </a:rPr>
                <a:t>优化供应链</a:t>
              </a:r>
              <a:endParaRPr lang="zh-CN" altLang="en-US" sz="1550" dirty="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8" name="©天蝎PPT21-5"/>
            <p:cNvSpPr txBox="1"/>
            <p:nvPr>
              <p:custDataLst>
                <p:tags r:id="rId21"/>
              </p:custDataLst>
            </p:nvPr>
          </p:nvSpPr>
          <p:spPr>
            <a:xfrm flipH="1">
              <a:off x="738404" y="4128051"/>
              <a:ext cx="1809612" cy="39617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00">
                  <a:solidFill>
                    <a:schemeClr val="tx1">
                      <a:alpha val="65000"/>
                    </a:schemeClr>
                  </a:solidFill>
                  <a:ea typeface="OPPOSans R" panose="00020600040101010101" charset="-122"/>
                </a:defRPr>
              </a:lvl1pPr>
            </a:lstStyle>
            <a:p>
              <a:r>
                <a:rPr lang="zh-CN" altLang="en-US" dirty="0">
                  <a:solidFill>
                    <a:schemeClr val="tx2">
                      <a:alpha val="8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Arial" panose="020B0604020202020204" pitchFamily="34" charset="0"/>
                </a:rPr>
                <a:t>明确各部门协作机制，引入项目管理工具，提高任务分配与跟踪效率</a:t>
              </a:r>
              <a:endParaRPr lang="zh-CN" altLang="en-US" dirty="0">
                <a:solidFill>
                  <a:schemeClr val="tx2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9" name="©天蝎PPT21-6"/>
            <p:cNvSpPr txBox="1"/>
            <p:nvPr>
              <p:custDataLst>
                <p:tags r:id="rId22"/>
              </p:custDataLst>
            </p:nvPr>
          </p:nvSpPr>
          <p:spPr>
            <a:xfrm flipH="1">
              <a:off x="738405" y="5239874"/>
              <a:ext cx="1809611" cy="39617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00">
                  <a:solidFill>
                    <a:schemeClr val="tx1">
                      <a:alpha val="65000"/>
                    </a:schemeClr>
                  </a:solidFill>
                  <a:ea typeface="OPPOSans R" panose="00020600040101010101" charset="-122"/>
                </a:defRPr>
              </a:lvl1pPr>
            </a:lstStyle>
            <a:p>
              <a:r>
                <a:rPr lang="zh-CN" altLang="en-US" dirty="0">
                  <a:solidFill>
                    <a:schemeClr val="tx2">
                      <a:alpha val="8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Arial" panose="020B0604020202020204" pitchFamily="34" charset="0"/>
                </a:rPr>
                <a:t>完善数据分析体系，定期对业务进行分析，以数据结果指导业务决策</a:t>
              </a:r>
              <a:endParaRPr lang="zh-CN" altLang="en-US" dirty="0">
                <a:solidFill>
                  <a:schemeClr val="tx2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0" name="©天蝎PPT21-7"/>
            <p:cNvSpPr/>
            <p:nvPr>
              <p:custDataLst>
                <p:tags r:id="rId23"/>
              </p:custDataLst>
            </p:nvPr>
          </p:nvSpPr>
          <p:spPr>
            <a:xfrm>
              <a:off x="738405" y="3707310"/>
              <a:ext cx="1354653" cy="370886"/>
            </a:xfrm>
            <a:prstGeom prst="roundRect">
              <a:avLst>
                <a:gd name="adj" fmla="val 50000"/>
              </a:avLst>
            </a:prstGeom>
            <a:gradFill>
              <a:gsLst>
                <a:gs pos="55000">
                  <a:schemeClr val="accent1">
                    <a:lumMod val="60000"/>
                    <a:lumOff val="40000"/>
                  </a:schemeClr>
                </a:gs>
                <a:gs pos="0">
                  <a:schemeClr val="accent1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10101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1" name="©天蝎PPT21-8"/>
            <p:cNvSpPr txBox="1"/>
            <p:nvPr>
              <p:custDataLst>
                <p:tags r:id="rId24"/>
              </p:custDataLst>
            </p:nvPr>
          </p:nvSpPr>
          <p:spPr>
            <a:xfrm flipH="1">
              <a:off x="801943" y="3780924"/>
              <a:ext cx="1227576" cy="2160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zh-CN" altLang="en-US" sz="1550" dirty="0">
                  <a:solidFill>
                    <a:schemeClr val="lt1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Arial" panose="020B0604020202020204" pitchFamily="34" charset="0"/>
                </a:rPr>
                <a:t>提升协同效率</a:t>
              </a:r>
              <a:endParaRPr lang="zh-CN" altLang="en-US" sz="1550" dirty="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2" name="©天蝎PPT21-9"/>
            <p:cNvSpPr txBox="1"/>
            <p:nvPr>
              <p:custDataLst>
                <p:tags r:id="rId25"/>
              </p:custDataLst>
            </p:nvPr>
          </p:nvSpPr>
          <p:spPr>
            <a:xfrm flipH="1">
              <a:off x="777607" y="4884458"/>
              <a:ext cx="1227576" cy="2230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zh-CN" altLang="en-US" sz="1550" dirty="0">
                  <a:solidFill>
                    <a:schemeClr val="lt1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Arial" panose="020B0604020202020204" pitchFamily="34" charset="0"/>
                </a:rPr>
                <a:t>数据驱动决策</a:t>
              </a:r>
              <a:endParaRPr lang="zh-CN" altLang="en-US" sz="1550" dirty="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33" name="©天蝎PPT22"/>
          <p:cNvSpPr/>
          <p:nvPr>
            <p:custDataLst>
              <p:tags r:id="rId26"/>
            </p:custDataLst>
          </p:nvPr>
        </p:nvSpPr>
        <p:spPr>
          <a:xfrm>
            <a:off x="2995822" y="3037811"/>
            <a:ext cx="2659852" cy="1721416"/>
          </a:xfrm>
          <a:custGeom>
            <a:avLst/>
            <a:gdLst>
              <a:gd name="connsiteX0" fmla="*/ 3459763 w 3459762"/>
              <a:gd name="connsiteY0" fmla="*/ 0 h 2584980"/>
              <a:gd name="connsiteX1" fmla="*/ 1147649 w 3459762"/>
              <a:gd name="connsiteY1" fmla="*/ 650442 h 2584980"/>
              <a:gd name="connsiteX2" fmla="*/ 1147649 w 3459762"/>
              <a:gd name="connsiteY2" fmla="*/ 16786 h 2584980"/>
              <a:gd name="connsiteX3" fmla="*/ 0 w 3459762"/>
              <a:gd name="connsiteY3" fmla="*/ 1292490 h 2584980"/>
              <a:gd name="connsiteX4" fmla="*/ 1147649 w 3459762"/>
              <a:gd name="connsiteY4" fmla="*/ 2563999 h 2584980"/>
              <a:gd name="connsiteX5" fmla="*/ 1147649 w 3459762"/>
              <a:gd name="connsiteY5" fmla="*/ 1917754 h 2584980"/>
              <a:gd name="connsiteX6" fmla="*/ 3459763 w 3459762"/>
              <a:gd name="connsiteY6" fmla="*/ 2584981 h 2584980"/>
              <a:gd name="connsiteX7" fmla="*/ 3459763 w 3459762"/>
              <a:gd name="connsiteY7" fmla="*/ 0 h 2584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59762" h="2584980">
                <a:moveTo>
                  <a:pt x="3459763" y="0"/>
                </a:moveTo>
                <a:cubicBezTo>
                  <a:pt x="2883836" y="730173"/>
                  <a:pt x="2484471" y="612674"/>
                  <a:pt x="1147649" y="650442"/>
                </a:cubicBezTo>
                <a:lnTo>
                  <a:pt x="1147649" y="16786"/>
                </a:lnTo>
                <a:lnTo>
                  <a:pt x="0" y="1292490"/>
                </a:lnTo>
                <a:lnTo>
                  <a:pt x="1147649" y="2563999"/>
                </a:lnTo>
                <a:lnTo>
                  <a:pt x="1147649" y="1917754"/>
                </a:lnTo>
                <a:cubicBezTo>
                  <a:pt x="2354152" y="1888379"/>
                  <a:pt x="2959505" y="1657577"/>
                  <a:pt x="3459763" y="2584981"/>
                </a:cubicBezTo>
                <a:lnTo>
                  <a:pt x="3459763" y="0"/>
                </a:lnTo>
                <a:close/>
              </a:path>
            </a:pathLst>
          </a:custGeom>
          <a:gradFill>
            <a:gsLst>
              <a:gs pos="55000">
                <a:schemeClr val="accent1">
                  <a:lumMod val="60000"/>
                  <a:lumOff val="40000"/>
                </a:schemeClr>
              </a:gs>
              <a:gs pos="0">
                <a:schemeClr val="accent1"/>
              </a:gs>
            </a:gsLst>
            <a:lin ang="0" scaled="0"/>
          </a:gradFill>
          <a:ln w="41953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4" name="©天蝎PPT23"/>
          <p:cNvSpPr/>
          <p:nvPr>
            <p:custDataLst>
              <p:tags r:id="rId27"/>
            </p:custDataLst>
          </p:nvPr>
        </p:nvSpPr>
        <p:spPr>
          <a:xfrm>
            <a:off x="4918811" y="2621651"/>
            <a:ext cx="2449195" cy="2449195"/>
          </a:xfrm>
          <a:prstGeom prst="ellipse">
            <a:avLst/>
          </a:prstGeom>
          <a:gradFill>
            <a:gsLst>
              <a:gs pos="55000">
                <a:schemeClr val="accent5">
                  <a:lumMod val="60000"/>
                  <a:lumOff val="40000"/>
                </a:schemeClr>
              </a:gs>
              <a:gs pos="0">
                <a:schemeClr val="accent5"/>
              </a:gs>
            </a:gsLst>
            <a:lin ang="18900000" scaled="0"/>
          </a:gradFill>
          <a:ln w="12700">
            <a:solidFill>
              <a:schemeClr val="bg1"/>
            </a:solidFill>
            <a:prstDash val="solid"/>
          </a:ln>
          <a:effectLst>
            <a:outerShdw blurRad="301201" sx="103000" sy="103000" algn="ctr" rotWithShape="0">
              <a:schemeClr val="accent5">
                <a:lumMod val="60000"/>
                <a:lumOff val="4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5" name="©天蝎PPT24"/>
          <p:cNvSpPr txBox="1"/>
          <p:nvPr>
            <p:custDataLst>
              <p:tags r:id="rId28"/>
            </p:custDataLst>
          </p:nvPr>
        </p:nvSpPr>
        <p:spPr>
          <a:xfrm rot="10800000">
            <a:off x="4567594" y="2211289"/>
            <a:ext cx="3128350" cy="3128350"/>
          </a:xfrm>
          <a:prstGeom prst="rect">
            <a:avLst/>
          </a:prstGeom>
          <a:noFill/>
        </p:spPr>
        <p:txBody>
          <a:bodyPr wrap="none">
            <a:prstTxWarp prst="textArchUp">
              <a:avLst/>
            </a:prstTxWarp>
            <a:spAutoFit/>
          </a:bodyPr>
          <a:lstStyle>
            <a:defPPr>
              <a:defRPr lang="zh-CN"/>
            </a:defPPr>
            <a:lvl1pPr>
              <a:defRPr kumimoji="0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ea"/>
                <a:ea typeface="+mj-ea"/>
              </a:defRPr>
            </a:lvl1pPr>
          </a:lstStyle>
          <a:p>
            <a:pPr algn="ctr"/>
            <a:r>
              <a:rPr 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rPr>
              <a:t>核心产品销量占比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rPr>
              <a:t>&gt;60%</a:t>
            </a:r>
            <a:endParaRPr lang="en-US" altLang="zh-CN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6" name="©天蝎PPT25"/>
          <p:cNvSpPr txBox="1"/>
          <p:nvPr>
            <p:custDataLst>
              <p:tags r:id="rId29"/>
            </p:custDataLst>
          </p:nvPr>
        </p:nvSpPr>
        <p:spPr>
          <a:xfrm>
            <a:off x="5640087" y="1665945"/>
            <a:ext cx="99822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年度目标</a:t>
            </a:r>
            <a:endParaRPr kumimoji="1" lang="zh-CN" altLang="en-US" sz="1600" b="1" dirty="0">
              <a:solidFill>
                <a:schemeClr val="accent5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7" name="©天蝎PPT26"/>
          <p:cNvSpPr txBox="1"/>
          <p:nvPr>
            <p:custDataLst>
              <p:tags r:id="rId30"/>
            </p:custDataLst>
          </p:nvPr>
        </p:nvSpPr>
        <p:spPr>
          <a:xfrm>
            <a:off x="3639008" y="3693197"/>
            <a:ext cx="10246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市场拓展</a:t>
            </a:r>
            <a:endParaRPr kumimoji="1" lang="zh-CN" altLang="en-US" sz="1600" b="1" dirty="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8" name="©天蝎PPT27"/>
          <p:cNvSpPr txBox="1"/>
          <p:nvPr>
            <p:custDataLst>
              <p:tags r:id="rId31"/>
            </p:custDataLst>
          </p:nvPr>
        </p:nvSpPr>
        <p:spPr>
          <a:xfrm>
            <a:off x="7959217" y="3693197"/>
            <a:ext cx="10246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运营优化</a:t>
            </a:r>
            <a:endParaRPr kumimoji="1" lang="zh-CN" altLang="en-US" sz="1600" b="1" dirty="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8738235" y="348615"/>
            <a:ext cx="3219450" cy="332740"/>
            <a:chOff x="13761" y="549"/>
            <a:chExt cx="5070" cy="524"/>
          </a:xfrm>
        </p:grpSpPr>
        <p:pic>
          <p:nvPicPr>
            <p:cNvPr id="15" name="图片 14"/>
            <p:cNvPicPr>
              <a:picLocks noChangeAspect="1"/>
            </p:cNvPicPr>
            <p:nvPr userDrawn="1"/>
          </p:nvPicPr>
          <p:blipFill>
            <a:blip r:embed="rId32"/>
            <a:srcRect l="17002" t="-1765" r="56499" b="-1176"/>
            <a:stretch>
              <a:fillRect/>
            </a:stretch>
          </p:blipFill>
          <p:spPr>
            <a:xfrm>
              <a:off x="13761" y="549"/>
              <a:ext cx="1582" cy="525"/>
            </a:xfrm>
            <a:prstGeom prst="rect">
              <a:avLst/>
            </a:prstGeom>
          </p:spPr>
        </p:pic>
        <p:sp>
          <p:nvSpPr>
            <p:cNvPr id="23" name="文本框 22"/>
            <p:cNvSpPr txBox="1"/>
            <p:nvPr userDrawn="1"/>
          </p:nvSpPr>
          <p:spPr>
            <a:xfrm>
              <a:off x="15219" y="655"/>
              <a:ext cx="3613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复杂逻辑场景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·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框架搭建系列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PPT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模板</a:t>
              </a:r>
              <a:endPara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cxnSp>
        <p:nvCxnSpPr>
          <p:cNvPr id="25" name="直线连接符 7"/>
          <p:cNvCxnSpPr/>
          <p:nvPr userDrawn="1"/>
        </p:nvCxnSpPr>
        <p:spPr>
          <a:xfrm>
            <a:off x="369165" y="839204"/>
            <a:ext cx="11459846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©天蝎PPT28"/>
          <p:cNvSpPr txBox="1"/>
          <p:nvPr>
            <p:custDataLst>
              <p:tags r:id="rId33"/>
            </p:custDataLst>
          </p:nvPr>
        </p:nvSpPr>
        <p:spPr>
          <a:xfrm>
            <a:off x="4594054" y="2371174"/>
            <a:ext cx="3128350" cy="3128350"/>
          </a:xfrm>
          <a:prstGeom prst="rect">
            <a:avLst/>
          </a:prstGeom>
          <a:noFill/>
        </p:spPr>
        <p:txBody>
          <a:bodyPr wrap="none">
            <a:prstTxWarp prst="textArchUp">
              <a:avLst/>
            </a:prstTxWarp>
            <a:spAutoFit/>
          </a:bodyPr>
          <a:lstStyle>
            <a:defPPr>
              <a:defRPr lang="zh-CN"/>
            </a:defPPr>
            <a:lvl1pPr>
              <a:defRPr kumimoji="0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ea"/>
                <a:ea typeface="+mj-ea"/>
              </a:defRPr>
            </a:lvl1pPr>
          </a:lstStyle>
          <a:p>
            <a:pPr algn="ctr"/>
            <a:r>
              <a:rPr 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rPr>
              <a:t>利润目标同比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rPr>
              <a:t>+30%</a:t>
            </a:r>
            <a:endParaRPr lang="en-US" altLang="zh-CN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50" name="©天蝎PPT29"/>
          <p:cNvSpPr txBox="1"/>
          <p:nvPr>
            <p:custDataLst>
              <p:tags r:id="rId34"/>
            </p:custDataLst>
          </p:nvPr>
        </p:nvSpPr>
        <p:spPr>
          <a:xfrm>
            <a:off x="5597962" y="3065306"/>
            <a:ext cx="996315" cy="39878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zh-CN"/>
            </a:defPPr>
            <a:lvl1pPr>
              <a:defRPr kumimoji="0" sz="105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ea"/>
                <a:ea typeface="+mj-ea"/>
              </a:defRPr>
            </a:lvl1pPr>
          </a:lstStyle>
          <a:p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rPr>
              <a:t>年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rPr>
              <a:t>GMV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51" name="©天蝎PPT30"/>
          <p:cNvSpPr txBox="1"/>
          <p:nvPr>
            <p:custDataLst>
              <p:tags r:id="rId35"/>
            </p:custDataLst>
          </p:nvPr>
        </p:nvSpPr>
        <p:spPr>
          <a:xfrm>
            <a:off x="5294939" y="3464115"/>
            <a:ext cx="167322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zh-CN"/>
            </a:defPPr>
            <a:lvl1pPr>
              <a:defRPr kumimoji="0" sz="105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ea"/>
                <a:ea typeface="+mj-ea"/>
              </a:defRPr>
            </a:lvl1pPr>
          </a:lstStyle>
          <a:p>
            <a:pPr algn="ctr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5000W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52" name="©天蝎PPT31"/>
          <p:cNvSpPr txBox="1"/>
          <p:nvPr>
            <p:custDataLst>
              <p:tags r:id="rId36"/>
            </p:custDataLst>
          </p:nvPr>
        </p:nvSpPr>
        <p:spPr>
          <a:xfrm>
            <a:off x="5099329" y="4191749"/>
            <a:ext cx="214674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zh-CN"/>
            </a:defPPr>
            <a:lvl1pPr>
              <a:defRPr kumimoji="0" sz="105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ea"/>
                <a:ea typeface="+mj-ea"/>
              </a:defRPr>
            </a:lvl1pPr>
          </a:lstStyle>
          <a:p>
            <a:pPr algn="ctr"/>
            <a:r>
              <a:rPr lang="zh-CN" altLang="en-US" sz="1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rPr>
              <a:t>两大抓手 目标拆解</a:t>
            </a:r>
            <a:endParaRPr lang="zh-CN" altLang="en-US" sz="1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2"/>
          <p:cNvSpPr>
            <a:spLocks noGrp="1"/>
          </p:cNvSpPr>
          <p:nvPr/>
        </p:nvSpPr>
        <p:spPr>
          <a:xfrm>
            <a:off x="1105535" y="347980"/>
            <a:ext cx="7137400" cy="396875"/>
          </a:xfrm>
          <a:prstGeom prst="rect">
            <a:avLst/>
          </a:prstGeom>
          <a:ln w="12700">
            <a:miter lim="400000"/>
          </a:ln>
        </p:spPr>
        <p:txBody>
          <a:bodyPr vert="horz" wrap="square" lIns="25400" tIns="25400" rIns="25400" bIns="2540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0" lang="zh-CN" altLang="en-US" sz="2800" b="1" u="none" strike="noStrike" kern="1200" cap="none" spc="0" normalizeH="0" baseline="0" dirty="0">
                <a:ln>
                  <a:noFill/>
                </a:ln>
                <a:solidFill>
                  <a:schemeClr val="accent1"/>
                </a:solidFill>
                <a:effectLst>
                  <a:outerShdw blurRad="187896" dist="38100" dir="2700000" algn="tl" rotWithShape="0">
                    <a:srgbClr val="1C2952">
                      <a:alpha val="6000"/>
                    </a:srgbClr>
                  </a:outerShdw>
                </a:effectLst>
                <a:uLnTx/>
                <a:uFillTx/>
                <a:latin typeface="HONOR Sans CN" panose="05000200000000000000" charset="-122"/>
                <a:ea typeface="HONOR Sans CN" panose="05000200000000000000" charset="-122"/>
                <a:cs typeface="OPPOSans H" panose="00020600040101010101" pitchFamily="18" charset="-122"/>
              </a:defRPr>
            </a:lvl1pPr>
          </a:lstStyle>
          <a:p>
            <a:pPr algn="l"/>
            <a:r>
              <a:rPr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业务框架</a:t>
            </a:r>
            <a:r>
              <a:rPr lang="en-US" altLang="zh-CN"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中心发散架构 | </a:t>
            </a:r>
            <a:r>
              <a:rPr sz="250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年度工作总结回顾</a:t>
            </a:r>
            <a:endParaRPr sz="2500" b="0">
              <a:solidFill>
                <a:schemeClr val="tx2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" name="图片 9" descr="屋顶资源管理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5600" y="186055"/>
            <a:ext cx="549910" cy="549910"/>
          </a:xfrm>
          <a:prstGeom prst="rect">
            <a:avLst/>
          </a:prstGeom>
        </p:spPr>
      </p:pic>
      <p:sp>
        <p:nvSpPr>
          <p:cNvPr id="15" name="紫荆的职场Point1"/>
          <p:cNvSpPr/>
          <p:nvPr/>
        </p:nvSpPr>
        <p:spPr>
          <a:xfrm>
            <a:off x="4116408" y="6252466"/>
            <a:ext cx="3959184" cy="305343"/>
          </a:xfrm>
          <a:prstGeom prst="trapezoid">
            <a:avLst>
              <a:gd name="adj" fmla="val 87389"/>
            </a:avLst>
          </a:prstGeom>
          <a:gradFill flip="none" rotWithShape="1">
            <a:gsLst>
              <a:gs pos="100000">
                <a:schemeClr val="accent5">
                  <a:lumMod val="60000"/>
                  <a:lumOff val="40000"/>
                  <a:alpha val="0"/>
                </a:schemeClr>
              </a:gs>
              <a:gs pos="0">
                <a:schemeClr val="accent5">
                  <a:lumMod val="60000"/>
                  <a:lumOff val="40000"/>
                  <a:alpha val="50000"/>
                </a:schemeClr>
              </a:gs>
            </a:gsLst>
            <a:lin ang="16200000" scaled="1"/>
            <a:tileRect/>
          </a:gradFill>
          <a:ln>
            <a:gradFill flip="none" rotWithShape="1">
              <a:gsLst>
                <a:gs pos="0">
                  <a:schemeClr val="accent5">
                    <a:lumMod val="60000"/>
                    <a:lumOff val="40000"/>
                  </a:schemeClr>
                </a:gs>
                <a:gs pos="100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紫荆的职场Point2"/>
          <p:cNvSpPr/>
          <p:nvPr/>
        </p:nvSpPr>
        <p:spPr>
          <a:xfrm>
            <a:off x="3727957" y="1038451"/>
            <a:ext cx="4654892" cy="4654892"/>
          </a:xfrm>
          <a:prstGeom prst="donut">
            <a:avLst>
              <a:gd name="adj" fmla="val 15439"/>
            </a:avLst>
          </a:prstGeom>
          <a:gradFill>
            <a:gsLst>
              <a:gs pos="0">
                <a:schemeClr val="accent5">
                  <a:lumMod val="20000"/>
                  <a:lumOff val="80000"/>
                  <a:alpha val="0"/>
                </a:schemeClr>
              </a:gs>
              <a:gs pos="97126">
                <a:schemeClr val="accent5">
                  <a:lumMod val="20000"/>
                  <a:lumOff val="80000"/>
                  <a:alpha val="0"/>
                </a:schemeClr>
              </a:gs>
              <a:gs pos="48000">
                <a:schemeClr val="accent5">
                  <a:lumMod val="20000"/>
                  <a:lumOff val="80000"/>
                  <a:alpha val="7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7" name="不完整圆 86"/>
          <p:cNvSpPr/>
          <p:nvPr>
            <p:custDataLst>
              <p:tags r:id="rId3"/>
            </p:custDataLst>
          </p:nvPr>
        </p:nvSpPr>
        <p:spPr>
          <a:xfrm flipH="1">
            <a:off x="1286561" y="-1614678"/>
            <a:ext cx="9618878" cy="9618878"/>
          </a:xfrm>
          <a:prstGeom prst="pie">
            <a:avLst>
              <a:gd name="adj1" fmla="val 9465216"/>
              <a:gd name="adj2" fmla="val 12114446"/>
            </a:avLst>
          </a:prstGeom>
          <a:gradFill>
            <a:gsLst>
              <a:gs pos="100000">
                <a:schemeClr val="accent1">
                  <a:lumMod val="20000"/>
                  <a:lumOff val="80000"/>
                  <a:alpha val="0"/>
                </a:schemeClr>
              </a:gs>
              <a:gs pos="0">
                <a:schemeClr val="accent1">
                  <a:lumMod val="20000"/>
                  <a:lumOff val="80000"/>
                  <a:alpha val="60000"/>
                </a:schemeClr>
              </a:gs>
            </a:gsLst>
            <a:lin ang="0" scaled="1"/>
          </a:gradFill>
          <a:ln w="13716" cap="flat" cmpd="sng" algn="ctr">
            <a:noFill/>
            <a:prstDash val="dash"/>
            <a:miter lim="800000"/>
          </a:ln>
          <a:effectLst/>
        </p:spPr>
        <p:txBody>
          <a:bodyPr vert="horz" wrap="square" lIns="98755" tIns="49378" rIns="98755" bIns="49378" numCol="1" rtlCol="0" anchor="ctr" anchorCtr="0" compatLnSpc="0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945">
              <a:solidFill>
                <a:sysClr val="window" lastClr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86" name="不完整圆 85"/>
          <p:cNvSpPr/>
          <p:nvPr>
            <p:custDataLst>
              <p:tags r:id="rId4"/>
            </p:custDataLst>
          </p:nvPr>
        </p:nvSpPr>
        <p:spPr>
          <a:xfrm>
            <a:off x="1272979" y="-1614678"/>
            <a:ext cx="9618878" cy="9618878"/>
          </a:xfrm>
          <a:prstGeom prst="pie">
            <a:avLst>
              <a:gd name="adj1" fmla="val 9465216"/>
              <a:gd name="adj2" fmla="val 12114446"/>
            </a:avLst>
          </a:prstGeom>
          <a:gradFill>
            <a:gsLst>
              <a:gs pos="100000">
                <a:schemeClr val="accent1">
                  <a:lumMod val="20000"/>
                  <a:lumOff val="80000"/>
                  <a:alpha val="0"/>
                </a:schemeClr>
              </a:gs>
              <a:gs pos="0">
                <a:schemeClr val="accent1">
                  <a:lumMod val="20000"/>
                  <a:lumOff val="80000"/>
                  <a:alpha val="60000"/>
                </a:schemeClr>
              </a:gs>
            </a:gsLst>
            <a:lin ang="0" scaled="1"/>
          </a:gradFill>
          <a:ln w="13716" cap="flat" cmpd="sng" algn="ctr">
            <a:noFill/>
            <a:prstDash val="dash"/>
            <a:miter lim="800000"/>
          </a:ln>
          <a:effectLst/>
        </p:spPr>
        <p:txBody>
          <a:bodyPr lIns="98755" tIns="49378" rIns="98755" bIns="49378"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945">
              <a:solidFill>
                <a:sysClr val="window" lastClr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5" name="不完整圆 22"/>
          <p:cNvSpPr/>
          <p:nvPr>
            <p:custDataLst>
              <p:tags r:id="rId5"/>
            </p:custDataLst>
          </p:nvPr>
        </p:nvSpPr>
        <p:spPr>
          <a:xfrm flipH="1">
            <a:off x="1918225" y="-975634"/>
            <a:ext cx="8340790" cy="8340790"/>
          </a:xfrm>
          <a:prstGeom prst="pie">
            <a:avLst>
              <a:gd name="adj1" fmla="val 9465216"/>
              <a:gd name="adj2" fmla="val 12114446"/>
            </a:avLst>
          </a:prstGeom>
          <a:gradFill>
            <a:gsLst>
              <a:gs pos="100000">
                <a:schemeClr val="accent1">
                  <a:lumMod val="40000"/>
                  <a:lumOff val="60000"/>
                  <a:alpha val="0"/>
                </a:schemeClr>
              </a:gs>
              <a:gs pos="0">
                <a:schemeClr val="accent1">
                  <a:lumMod val="40000"/>
                  <a:lumOff val="60000"/>
                  <a:alpha val="30000"/>
                </a:schemeClr>
              </a:gs>
            </a:gsLst>
            <a:lin ang="0" scaled="1"/>
          </a:gradFill>
          <a:ln w="13716" cap="flat" cmpd="sng" algn="ctr">
            <a:noFill/>
            <a:prstDash val="dash"/>
            <a:miter lim="800000"/>
          </a:ln>
          <a:effectLst/>
        </p:spPr>
        <p:txBody>
          <a:bodyPr vert="horz" wrap="square" lIns="98755" tIns="49378" rIns="98755" bIns="49378" numCol="1" rtlCol="0" anchor="ctr" anchorCtr="0" compatLnSpc="0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945">
              <a:solidFill>
                <a:sysClr val="window" lastClr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6" name="不完整圆 23"/>
          <p:cNvSpPr/>
          <p:nvPr>
            <p:custDataLst>
              <p:tags r:id="rId6"/>
            </p:custDataLst>
          </p:nvPr>
        </p:nvSpPr>
        <p:spPr>
          <a:xfrm>
            <a:off x="1912023" y="-975634"/>
            <a:ext cx="8340790" cy="8340790"/>
          </a:xfrm>
          <a:prstGeom prst="pie">
            <a:avLst>
              <a:gd name="adj1" fmla="val 9465216"/>
              <a:gd name="adj2" fmla="val 12114446"/>
            </a:avLst>
          </a:prstGeom>
          <a:gradFill>
            <a:gsLst>
              <a:gs pos="100000">
                <a:schemeClr val="accent1">
                  <a:lumMod val="40000"/>
                  <a:lumOff val="60000"/>
                  <a:alpha val="0"/>
                </a:schemeClr>
              </a:gs>
              <a:gs pos="0">
                <a:schemeClr val="accent1">
                  <a:lumMod val="40000"/>
                  <a:lumOff val="60000"/>
                  <a:alpha val="30000"/>
                </a:schemeClr>
              </a:gs>
            </a:gsLst>
            <a:lin ang="0" scaled="1"/>
          </a:gradFill>
          <a:ln w="13716" cap="flat" cmpd="sng" algn="ctr">
            <a:noFill/>
            <a:prstDash val="dash"/>
            <a:miter lim="800000"/>
          </a:ln>
          <a:effectLst/>
        </p:spPr>
        <p:txBody>
          <a:bodyPr lIns="98755" tIns="49378" rIns="98755" bIns="49378"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945">
              <a:solidFill>
                <a:sysClr val="window" lastClr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7" name="紫荆的职场Point3"/>
          <p:cNvSpPr/>
          <p:nvPr/>
        </p:nvSpPr>
        <p:spPr>
          <a:xfrm>
            <a:off x="4592423" y="1902917"/>
            <a:ext cx="2925960" cy="2925960"/>
          </a:xfrm>
          <a:prstGeom prst="ellipse">
            <a:avLst/>
          </a:prstGeom>
          <a:solidFill>
            <a:schemeClr val="accent5">
              <a:lumMod val="40000"/>
              <a:lumOff val="60000"/>
              <a:alpha val="50000"/>
            </a:schemeClr>
          </a:solidFill>
          <a:ln w="13716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755" tIns="49378" rIns="98755" bIns="4937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94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紫荆的职场Point5"/>
          <p:cNvSpPr/>
          <p:nvPr/>
        </p:nvSpPr>
        <p:spPr>
          <a:xfrm>
            <a:off x="4900983" y="2211477"/>
            <a:ext cx="2308840" cy="2308840"/>
          </a:xfrm>
          <a:prstGeom prst="ellipse">
            <a:avLst/>
          </a:prstGeom>
          <a:gradFill>
            <a:gsLst>
              <a:gs pos="100000">
                <a:schemeClr val="accent5">
                  <a:lumMod val="60000"/>
                  <a:lumOff val="40000"/>
                </a:schemeClr>
              </a:gs>
              <a:gs pos="0">
                <a:schemeClr val="accent5"/>
              </a:gs>
            </a:gsLst>
            <a:lin ang="5400000" scaled="0"/>
          </a:gradFill>
          <a:ln w="38100">
            <a:noFill/>
          </a:ln>
          <a:effectLst>
            <a:outerShdw blurRad="469900" dist="123444" dir="5400000" sx="99000" sy="99000" algn="ctr" rotWithShape="0">
              <a:schemeClr val="accent5">
                <a:lumMod val="60000"/>
                <a:lumOff val="40000"/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5" tIns="49378" rIns="98755" bIns="49378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94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紫荆的职场Point6"/>
          <p:cNvSpPr txBox="1"/>
          <p:nvPr/>
        </p:nvSpPr>
        <p:spPr>
          <a:xfrm>
            <a:off x="5362582" y="3381904"/>
            <a:ext cx="140462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年度总结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紫荆的职场Point8"/>
          <p:cNvSpPr txBox="1"/>
          <p:nvPr/>
        </p:nvSpPr>
        <p:spPr>
          <a:xfrm>
            <a:off x="2303417" y="2266823"/>
            <a:ext cx="109728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b="1" dirty="0">
                <a:gradFill>
                  <a:gsLst>
                    <a:gs pos="0">
                      <a:schemeClr val="accent1"/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5400000" scaled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业务发展</a:t>
            </a:r>
            <a:endParaRPr lang="en-US" altLang="zh-CN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4" name="紫荆的职场Point9"/>
          <p:cNvSpPr txBox="1"/>
          <p:nvPr/>
        </p:nvSpPr>
        <p:spPr>
          <a:xfrm>
            <a:off x="8761410" y="2295517"/>
            <a:ext cx="110799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zh-CN" altLang="en-US" b="1" dirty="0">
                <a:gradFill>
                  <a:gsLst>
                    <a:gs pos="0">
                      <a:schemeClr val="accent1"/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5400000" scaled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内部管理</a:t>
            </a:r>
            <a:endParaRPr lang="zh-CN" altLang="en-US" b="1" dirty="0">
              <a:gradFill>
                <a:gsLst>
                  <a:gs pos="0">
                    <a:schemeClr val="accent1"/>
                  </a:gs>
                  <a:gs pos="100000">
                    <a:schemeClr val="accent1">
                      <a:lumMod val="60000"/>
                      <a:lumOff val="40000"/>
                    </a:schemeClr>
                  </a:gs>
                </a:gsLst>
                <a:lin ang="5400000" scaled="0"/>
              </a:gra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紫荆的职场Point10"/>
          <p:cNvSpPr txBox="1"/>
          <p:nvPr/>
        </p:nvSpPr>
        <p:spPr>
          <a:xfrm>
            <a:off x="2362059" y="2929227"/>
            <a:ext cx="54356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l">
              <a:buClrTx/>
              <a:buSzTx/>
              <a:buFontTx/>
            </a:pPr>
            <a:r>
              <a:rPr lang="en-US" altLang="zh-CN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3个</a:t>
            </a:r>
            <a:endParaRPr lang="en-US" altLang="zh-CN" b="1" dirty="0">
              <a:solidFill>
                <a:schemeClr val="accent1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71" name="紫荆的职场Point11"/>
          <p:cNvSpPr txBox="1"/>
          <p:nvPr/>
        </p:nvSpPr>
        <p:spPr>
          <a:xfrm>
            <a:off x="2118313" y="3227554"/>
            <a:ext cx="1031051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105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新的区域市场</a:t>
            </a:r>
            <a:endParaRPr lang="zh-CN" altLang="en-US" sz="105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2" name="紫荆的职场Point12"/>
          <p:cNvSpPr txBox="1"/>
          <p:nvPr/>
        </p:nvSpPr>
        <p:spPr>
          <a:xfrm>
            <a:off x="3527483" y="2929227"/>
            <a:ext cx="64262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l">
              <a:buClrTx/>
              <a:buSzTx/>
              <a:buFontTx/>
            </a:pPr>
            <a:r>
              <a:rPr lang="en-US" altLang="zh-CN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60%</a:t>
            </a:r>
            <a:endParaRPr lang="en-US" altLang="zh-CN" b="1" dirty="0">
              <a:solidFill>
                <a:schemeClr val="accent1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73" name="紫荆的职场Point13"/>
          <p:cNvSpPr txBox="1"/>
          <p:nvPr/>
        </p:nvSpPr>
        <p:spPr>
          <a:xfrm>
            <a:off x="3285177" y="3235248"/>
            <a:ext cx="1127232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105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销售额同比增长</a:t>
            </a:r>
            <a:endParaRPr lang="zh-CN" altLang="en-US" sz="105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8" name="紫荆的职场Point14"/>
          <p:cNvSpPr txBox="1"/>
          <p:nvPr/>
        </p:nvSpPr>
        <p:spPr>
          <a:xfrm>
            <a:off x="3285177" y="3742833"/>
            <a:ext cx="120417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3000</a:t>
            </a:r>
            <a:r>
              <a:rPr lang="zh-CN" alt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万元</a:t>
            </a:r>
            <a:endParaRPr lang="zh-CN" altLang="en-US" b="1" dirty="0">
              <a:solidFill>
                <a:schemeClr val="accent1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9" name="紫荆的职场Point15"/>
          <p:cNvSpPr txBox="1"/>
          <p:nvPr/>
        </p:nvSpPr>
        <p:spPr>
          <a:xfrm>
            <a:off x="2294897" y="3764663"/>
            <a:ext cx="774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l">
              <a:buClrTx/>
              <a:buSzTx/>
              <a:buFontTx/>
            </a:pPr>
            <a:r>
              <a:rPr lang="en-US" altLang="zh-CN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110%</a:t>
            </a:r>
            <a:endParaRPr lang="en-US" altLang="zh-CN" b="1" dirty="0">
              <a:solidFill>
                <a:schemeClr val="accent1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85" name="紫荆的职场Point16"/>
          <p:cNvSpPr txBox="1"/>
          <p:nvPr/>
        </p:nvSpPr>
        <p:spPr>
          <a:xfrm>
            <a:off x="2118313" y="4056815"/>
            <a:ext cx="1127232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105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年度目标完成率</a:t>
            </a:r>
            <a:endParaRPr lang="zh-CN" altLang="en-US" sz="105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88" name="紫荆的职场Point17"/>
          <p:cNvGrpSpPr/>
          <p:nvPr/>
        </p:nvGrpSpPr>
        <p:grpSpPr>
          <a:xfrm>
            <a:off x="7683538" y="2832707"/>
            <a:ext cx="1031051" cy="567631"/>
            <a:chOff x="7683538" y="2757777"/>
            <a:chExt cx="1031051" cy="567631"/>
          </a:xfrm>
        </p:grpSpPr>
        <p:sp>
          <p:nvSpPr>
            <p:cNvPr id="89" name="紫荆的职场Point17-1"/>
            <p:cNvSpPr txBox="1"/>
            <p:nvPr/>
          </p:nvSpPr>
          <p:spPr>
            <a:xfrm>
              <a:off x="7683538" y="2757777"/>
              <a:ext cx="660758" cy="3693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zh-CN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15%</a:t>
              </a:r>
              <a:endParaRPr lang="en-US" altLang="zh-CN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90" name="紫荆的职场Point17-2"/>
            <p:cNvSpPr txBox="1"/>
            <p:nvPr/>
          </p:nvSpPr>
          <p:spPr>
            <a:xfrm>
              <a:off x="7683538" y="3063798"/>
              <a:ext cx="1031051" cy="2616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zh-CN" altLang="en-US" sz="105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年度成本节约</a:t>
              </a:r>
              <a:endParaRPr lang="zh-CN" altLang="en-US" sz="105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91" name="紫荆的职场Point18"/>
          <p:cNvGrpSpPr/>
          <p:nvPr/>
        </p:nvGrpSpPr>
        <p:grpSpPr>
          <a:xfrm>
            <a:off x="7683538" y="3410525"/>
            <a:ext cx="1127232" cy="552243"/>
            <a:chOff x="7683538" y="3335595"/>
            <a:chExt cx="1127232" cy="552243"/>
          </a:xfrm>
        </p:grpSpPr>
        <p:sp>
          <p:nvSpPr>
            <p:cNvPr id="92" name="紫荆的职场Point18-1"/>
            <p:cNvSpPr txBox="1"/>
            <p:nvPr/>
          </p:nvSpPr>
          <p:spPr>
            <a:xfrm>
              <a:off x="7683538" y="3335595"/>
              <a:ext cx="660758" cy="3693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zh-CN" b="1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20%</a:t>
              </a:r>
              <a:endParaRPr lang="en-US" altLang="zh-CN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93" name="紫荆的职场Point18-2"/>
            <p:cNvSpPr txBox="1"/>
            <p:nvPr/>
          </p:nvSpPr>
          <p:spPr>
            <a:xfrm>
              <a:off x="7683538" y="3633922"/>
              <a:ext cx="1127232" cy="25391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zh-CN" altLang="en-US" sz="105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提高了操作效率</a:t>
              </a:r>
              <a:endParaRPr lang="zh-CN" altLang="en-US" sz="105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95" name="紫荆的职场Point19-1"/>
          <p:cNvSpPr/>
          <p:nvPr/>
        </p:nvSpPr>
        <p:spPr>
          <a:xfrm>
            <a:off x="3402965" y="2177415"/>
            <a:ext cx="547370" cy="547370"/>
          </a:xfrm>
          <a:prstGeom prst="ellipse">
            <a:avLst/>
          </a:prstGeom>
          <a:gradFill>
            <a:gsLst>
              <a:gs pos="100000">
                <a:schemeClr val="accent1">
                  <a:lumMod val="60000"/>
                  <a:lumOff val="40000"/>
                </a:schemeClr>
              </a:gs>
              <a:gs pos="0">
                <a:schemeClr val="accent1"/>
              </a:gs>
            </a:gsLst>
            <a:lin ang="0" scaled="0"/>
          </a:gradFill>
          <a:ln w="38100">
            <a:noFill/>
          </a:ln>
          <a:effectLst>
            <a:outerShdw blurRad="469900" dist="123444" dir="5400000" sx="99000" sy="99000" algn="ctr" rotWithShape="0">
              <a:schemeClr val="accent1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sz="1945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6" name="紫荆的职场Point19-2"/>
          <p:cNvSpPr/>
          <p:nvPr/>
        </p:nvSpPr>
        <p:spPr>
          <a:xfrm>
            <a:off x="3562350" y="2314575"/>
            <a:ext cx="241300" cy="287020"/>
          </a:xfrm>
          <a:custGeom>
            <a:avLst/>
            <a:gdLst>
              <a:gd name="T0" fmla="*/ 401 w 401"/>
              <a:gd name="T1" fmla="*/ 89 h 478"/>
              <a:gd name="T2" fmla="*/ 401 w 401"/>
              <a:gd name="T3" fmla="*/ 293 h 478"/>
              <a:gd name="T4" fmla="*/ 73 w 401"/>
              <a:gd name="T5" fmla="*/ 293 h 478"/>
              <a:gd name="T6" fmla="*/ 73 w 401"/>
              <a:gd name="T7" fmla="*/ 89 h 478"/>
              <a:gd name="T8" fmla="*/ 401 w 401"/>
              <a:gd name="T9" fmla="*/ 89 h 478"/>
              <a:gd name="T10" fmla="*/ 39 w 401"/>
              <a:gd name="T11" fmla="*/ 0 h 478"/>
              <a:gd name="T12" fmla="*/ 0 w 401"/>
              <a:gd name="T13" fmla="*/ 39 h 478"/>
              <a:gd name="T14" fmla="*/ 23 w 401"/>
              <a:gd name="T15" fmla="*/ 74 h 478"/>
              <a:gd name="T16" fmla="*/ 23 w 401"/>
              <a:gd name="T17" fmla="*/ 478 h 478"/>
              <a:gd name="T18" fmla="*/ 56 w 401"/>
              <a:gd name="T19" fmla="*/ 478 h 478"/>
              <a:gd name="T20" fmla="*/ 56 w 401"/>
              <a:gd name="T21" fmla="*/ 74 h 478"/>
              <a:gd name="T22" fmla="*/ 78 w 401"/>
              <a:gd name="T23" fmla="*/ 39 h 478"/>
              <a:gd name="T24" fmla="*/ 39 w 401"/>
              <a:gd name="T25" fmla="*/ 0 h 4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01" h="478">
                <a:moveTo>
                  <a:pt x="401" y="89"/>
                </a:moveTo>
                <a:lnTo>
                  <a:pt x="401" y="293"/>
                </a:lnTo>
                <a:cubicBezTo>
                  <a:pt x="292" y="212"/>
                  <a:pt x="182" y="375"/>
                  <a:pt x="73" y="293"/>
                </a:cubicBezTo>
                <a:lnTo>
                  <a:pt x="73" y="89"/>
                </a:lnTo>
                <a:cubicBezTo>
                  <a:pt x="182" y="171"/>
                  <a:pt x="292" y="7"/>
                  <a:pt x="401" y="89"/>
                </a:cubicBezTo>
                <a:close/>
                <a:moveTo>
                  <a:pt x="39" y="0"/>
                </a:moveTo>
                <a:cubicBezTo>
                  <a:pt x="18" y="0"/>
                  <a:pt x="0" y="17"/>
                  <a:pt x="0" y="39"/>
                </a:cubicBezTo>
                <a:cubicBezTo>
                  <a:pt x="0" y="54"/>
                  <a:pt x="9" y="68"/>
                  <a:pt x="23" y="74"/>
                </a:cubicBezTo>
                <a:lnTo>
                  <a:pt x="23" y="478"/>
                </a:lnTo>
                <a:lnTo>
                  <a:pt x="56" y="478"/>
                </a:lnTo>
                <a:lnTo>
                  <a:pt x="56" y="74"/>
                </a:lnTo>
                <a:cubicBezTo>
                  <a:pt x="69" y="68"/>
                  <a:pt x="78" y="54"/>
                  <a:pt x="78" y="39"/>
                </a:cubicBezTo>
                <a:cubicBezTo>
                  <a:pt x="78" y="17"/>
                  <a:pt x="61" y="0"/>
                  <a:pt x="39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38100">
            <a:noFill/>
          </a:ln>
          <a:effectLst>
            <a:outerShdw blurRad="469900" dist="123444" dir="5400000" sx="99000" sy="99000" algn="ctr" rotWithShape="0">
              <a:schemeClr val="accent1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sz="1945" noProof="0" dirty="0">
              <a:ln>
                <a:noFill/>
              </a:ln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7" name="紫荆的职场Point20"/>
          <p:cNvSpPr/>
          <p:nvPr/>
        </p:nvSpPr>
        <p:spPr>
          <a:xfrm>
            <a:off x="8760839" y="2909156"/>
            <a:ext cx="1364465" cy="332871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1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5" tIns="49378" rIns="98755" bIns="49378" rtlCol="0" anchor="ctr">
            <a:noAutofit/>
          </a:bodyPr>
          <a:lstStyle/>
          <a:p>
            <a:pPr algn="ctr"/>
            <a:endParaRPr lang="zh-CN" altLang="en-US" sz="1945" dirty="0">
              <a:solidFill>
                <a:schemeClr val="bg1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8" name="紫荆的职场Point21"/>
          <p:cNvSpPr txBox="1"/>
          <p:nvPr/>
        </p:nvSpPr>
        <p:spPr>
          <a:xfrm>
            <a:off x="8786481" y="2944787"/>
            <a:ext cx="1313180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zh-CN" altLang="en-US" sz="11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优化了供应链管理</a:t>
            </a:r>
            <a:endParaRPr lang="zh-CN" altLang="en-US" sz="1100" b="1" dirty="0">
              <a:solidFill>
                <a:schemeClr val="accent1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9" name="紫荆的职场Point22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727994" y="2677432"/>
            <a:ext cx="652982" cy="652982"/>
          </a:xfrm>
          <a:prstGeom prst="rect">
            <a:avLst/>
          </a:prstGeom>
        </p:spPr>
      </p:pic>
      <p:sp>
        <p:nvSpPr>
          <p:cNvPr id="100" name="紫荆的职场Point23"/>
          <p:cNvSpPr/>
          <p:nvPr/>
        </p:nvSpPr>
        <p:spPr>
          <a:xfrm>
            <a:off x="8760839" y="3443733"/>
            <a:ext cx="1364465" cy="332871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1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945" dirty="0">
              <a:solidFill>
                <a:schemeClr val="bg1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1" name="紫荆的职场Point24"/>
          <p:cNvSpPr txBox="1"/>
          <p:nvPr/>
        </p:nvSpPr>
        <p:spPr>
          <a:xfrm>
            <a:off x="8857013" y="3479364"/>
            <a:ext cx="1172116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zh-CN" altLang="en-US" sz="11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减少了人为错误</a:t>
            </a:r>
            <a:endParaRPr lang="zh-CN" altLang="en-US" sz="1100" b="1" dirty="0">
              <a:solidFill>
                <a:schemeClr val="accent1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3" name="紫荆的职场Point25-1"/>
          <p:cNvSpPr/>
          <p:nvPr/>
        </p:nvSpPr>
        <p:spPr>
          <a:xfrm>
            <a:off x="8146415" y="2206625"/>
            <a:ext cx="547370" cy="547370"/>
          </a:xfrm>
          <a:prstGeom prst="ellipse">
            <a:avLst/>
          </a:prstGeom>
          <a:gradFill>
            <a:gsLst>
              <a:gs pos="100000">
                <a:schemeClr val="accent1">
                  <a:lumMod val="60000"/>
                  <a:lumOff val="40000"/>
                </a:schemeClr>
              </a:gs>
              <a:gs pos="0">
                <a:schemeClr val="accent1"/>
              </a:gs>
            </a:gsLst>
            <a:lin ang="0" scaled="0"/>
          </a:gradFill>
          <a:ln>
            <a:noFill/>
          </a:ln>
          <a:effectLst>
            <a:outerShdw blurRad="139700" dist="88900" dir="2700000" sx="99000" sy="99000" algn="tl" rotWithShape="0">
              <a:schemeClr val="accent3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ctr" defTabSz="456565">
              <a:spcBef>
                <a:spcPts val="1000"/>
              </a:spcBef>
            </a:pPr>
            <a:endParaRPr lang="en-US" sz="1400" b="1" dirty="0">
              <a:solidFill>
                <a:srgbClr val="74799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4" name="紫荆的职场Point25-2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284845" y="2333625"/>
            <a:ext cx="271145" cy="254635"/>
          </a:xfrm>
          <a:prstGeom prst="rect">
            <a:avLst/>
          </a:prstGeom>
        </p:spPr>
      </p:pic>
      <p:sp>
        <p:nvSpPr>
          <p:cNvPr id="105" name="紫荆的职场Point26"/>
          <p:cNvSpPr/>
          <p:nvPr/>
        </p:nvSpPr>
        <p:spPr>
          <a:xfrm rot="5400000">
            <a:off x="8418823" y="2875363"/>
            <a:ext cx="253917" cy="338090"/>
          </a:xfrm>
          <a:custGeom>
            <a:avLst/>
            <a:gdLst>
              <a:gd name="connsiteX0" fmla="*/ 202633 w 416172"/>
              <a:gd name="connsiteY0" fmla="*/ 0 h 485927"/>
              <a:gd name="connsiteX1" fmla="*/ 374083 w 416172"/>
              <a:gd name="connsiteY1" fmla="*/ 157551 h 485927"/>
              <a:gd name="connsiteX2" fmla="*/ 294275 w 416172"/>
              <a:gd name="connsiteY2" fmla="*/ 157551 h 485927"/>
              <a:gd name="connsiteX3" fmla="*/ 306015 w 416172"/>
              <a:gd name="connsiteY3" fmla="*/ 222549 h 485927"/>
              <a:gd name="connsiteX4" fmla="*/ 416172 w 416172"/>
              <a:gd name="connsiteY4" fmla="*/ 485927 h 485927"/>
              <a:gd name="connsiteX5" fmla="*/ 0 w 416172"/>
              <a:gd name="connsiteY5" fmla="*/ 485927 h 485927"/>
              <a:gd name="connsiteX6" fmla="*/ 112166 w 416172"/>
              <a:gd name="connsiteY6" fmla="*/ 219870 h 485927"/>
              <a:gd name="connsiteX7" fmla="*/ 122329 w 416172"/>
              <a:gd name="connsiteY7" fmla="*/ 157551 h 485927"/>
              <a:gd name="connsiteX8" fmla="*/ 31183 w 416172"/>
              <a:gd name="connsiteY8" fmla="*/ 157551 h 485927"/>
              <a:gd name="connsiteX9" fmla="*/ 202633 w 416172"/>
              <a:gd name="connsiteY9" fmla="*/ 0 h 485927"/>
              <a:gd name="connsiteX0-1" fmla="*/ 211655 w 425194"/>
              <a:gd name="connsiteY0-2" fmla="*/ 0 h 485927"/>
              <a:gd name="connsiteX1-3" fmla="*/ 383105 w 425194"/>
              <a:gd name="connsiteY1-4" fmla="*/ 157551 h 485927"/>
              <a:gd name="connsiteX2-5" fmla="*/ 303297 w 425194"/>
              <a:gd name="connsiteY2-6" fmla="*/ 157551 h 485927"/>
              <a:gd name="connsiteX3-7" fmla="*/ 315037 w 425194"/>
              <a:gd name="connsiteY3-8" fmla="*/ 222549 h 485927"/>
              <a:gd name="connsiteX4-9" fmla="*/ 425194 w 425194"/>
              <a:gd name="connsiteY4-10" fmla="*/ 485927 h 485927"/>
              <a:gd name="connsiteX5-11" fmla="*/ 9022 w 425194"/>
              <a:gd name="connsiteY5-12" fmla="*/ 485927 h 485927"/>
              <a:gd name="connsiteX6-13" fmla="*/ 131351 w 425194"/>
              <a:gd name="connsiteY6-14" fmla="*/ 157551 h 485927"/>
              <a:gd name="connsiteX7-15" fmla="*/ 40205 w 425194"/>
              <a:gd name="connsiteY7-16" fmla="*/ 157551 h 485927"/>
              <a:gd name="connsiteX8-17" fmla="*/ 211655 w 425194"/>
              <a:gd name="connsiteY8-18" fmla="*/ 0 h 485927"/>
              <a:gd name="connsiteX0-19" fmla="*/ 211655 w 425194"/>
              <a:gd name="connsiteY0-20" fmla="*/ 0 h 485927"/>
              <a:gd name="connsiteX1-21" fmla="*/ 383105 w 425194"/>
              <a:gd name="connsiteY1-22" fmla="*/ 157551 h 485927"/>
              <a:gd name="connsiteX2-23" fmla="*/ 303297 w 425194"/>
              <a:gd name="connsiteY2-24" fmla="*/ 157551 h 485927"/>
              <a:gd name="connsiteX3-25" fmla="*/ 425194 w 425194"/>
              <a:gd name="connsiteY3-26" fmla="*/ 485927 h 485927"/>
              <a:gd name="connsiteX4-27" fmla="*/ 9022 w 425194"/>
              <a:gd name="connsiteY4-28" fmla="*/ 485927 h 485927"/>
              <a:gd name="connsiteX5-29" fmla="*/ 131351 w 425194"/>
              <a:gd name="connsiteY5-30" fmla="*/ 157551 h 485927"/>
              <a:gd name="connsiteX6-31" fmla="*/ 40205 w 425194"/>
              <a:gd name="connsiteY6-32" fmla="*/ 157551 h 485927"/>
              <a:gd name="connsiteX7-33" fmla="*/ 211655 w 425194"/>
              <a:gd name="connsiteY7-34" fmla="*/ 0 h 485927"/>
              <a:gd name="connsiteX0-35" fmla="*/ 211655 w 425194"/>
              <a:gd name="connsiteY0-36" fmla="*/ 0 h 485927"/>
              <a:gd name="connsiteX1-37" fmla="*/ 383105 w 425194"/>
              <a:gd name="connsiteY1-38" fmla="*/ 157551 h 485927"/>
              <a:gd name="connsiteX2-39" fmla="*/ 303297 w 425194"/>
              <a:gd name="connsiteY2-40" fmla="*/ 157551 h 485927"/>
              <a:gd name="connsiteX3-41" fmla="*/ 425194 w 425194"/>
              <a:gd name="connsiteY3-42" fmla="*/ 485927 h 485927"/>
              <a:gd name="connsiteX4-43" fmla="*/ 9022 w 425194"/>
              <a:gd name="connsiteY4-44" fmla="*/ 485927 h 485927"/>
              <a:gd name="connsiteX5-45" fmla="*/ 131351 w 425194"/>
              <a:gd name="connsiteY5-46" fmla="*/ 157551 h 485927"/>
              <a:gd name="connsiteX6-47" fmla="*/ 40205 w 425194"/>
              <a:gd name="connsiteY6-48" fmla="*/ 157551 h 485927"/>
              <a:gd name="connsiteX7-49" fmla="*/ 211655 w 425194"/>
              <a:gd name="connsiteY7-50" fmla="*/ 0 h 485927"/>
              <a:gd name="connsiteX0-51" fmla="*/ 211655 w 425194"/>
              <a:gd name="connsiteY0-52" fmla="*/ 0 h 485927"/>
              <a:gd name="connsiteX1-53" fmla="*/ 383105 w 425194"/>
              <a:gd name="connsiteY1-54" fmla="*/ 157551 h 485927"/>
              <a:gd name="connsiteX2-55" fmla="*/ 303297 w 425194"/>
              <a:gd name="connsiteY2-56" fmla="*/ 157551 h 485927"/>
              <a:gd name="connsiteX3-57" fmla="*/ 425194 w 425194"/>
              <a:gd name="connsiteY3-58" fmla="*/ 485927 h 485927"/>
              <a:gd name="connsiteX4-59" fmla="*/ 9022 w 425194"/>
              <a:gd name="connsiteY4-60" fmla="*/ 485927 h 485927"/>
              <a:gd name="connsiteX5-61" fmla="*/ 131351 w 425194"/>
              <a:gd name="connsiteY5-62" fmla="*/ 157551 h 485927"/>
              <a:gd name="connsiteX6-63" fmla="*/ 40205 w 425194"/>
              <a:gd name="connsiteY6-64" fmla="*/ 157551 h 485927"/>
              <a:gd name="connsiteX7-65" fmla="*/ 211655 w 425194"/>
              <a:gd name="connsiteY7-66" fmla="*/ 0 h 485927"/>
              <a:gd name="connsiteX0-67" fmla="*/ 211049 w 424588"/>
              <a:gd name="connsiteY0-68" fmla="*/ 0 h 485927"/>
              <a:gd name="connsiteX1-69" fmla="*/ 382499 w 424588"/>
              <a:gd name="connsiteY1-70" fmla="*/ 157551 h 485927"/>
              <a:gd name="connsiteX2-71" fmla="*/ 302691 w 424588"/>
              <a:gd name="connsiteY2-72" fmla="*/ 157551 h 485927"/>
              <a:gd name="connsiteX3-73" fmla="*/ 424588 w 424588"/>
              <a:gd name="connsiteY3-74" fmla="*/ 485927 h 485927"/>
              <a:gd name="connsiteX4-75" fmla="*/ 8416 w 424588"/>
              <a:gd name="connsiteY4-76" fmla="*/ 485927 h 485927"/>
              <a:gd name="connsiteX5-77" fmla="*/ 130745 w 424588"/>
              <a:gd name="connsiteY5-78" fmla="*/ 157551 h 485927"/>
              <a:gd name="connsiteX6-79" fmla="*/ 39599 w 424588"/>
              <a:gd name="connsiteY6-80" fmla="*/ 157551 h 485927"/>
              <a:gd name="connsiteX7-81" fmla="*/ 211049 w 424588"/>
              <a:gd name="connsiteY7-82" fmla="*/ 0 h 485927"/>
              <a:gd name="connsiteX0-83" fmla="*/ 202633 w 416172"/>
              <a:gd name="connsiteY0-84" fmla="*/ 0 h 485927"/>
              <a:gd name="connsiteX1-85" fmla="*/ 374083 w 416172"/>
              <a:gd name="connsiteY1-86" fmla="*/ 157551 h 485927"/>
              <a:gd name="connsiteX2-87" fmla="*/ 294275 w 416172"/>
              <a:gd name="connsiteY2-88" fmla="*/ 157551 h 485927"/>
              <a:gd name="connsiteX3-89" fmla="*/ 416172 w 416172"/>
              <a:gd name="connsiteY3-90" fmla="*/ 485927 h 485927"/>
              <a:gd name="connsiteX4-91" fmla="*/ 0 w 416172"/>
              <a:gd name="connsiteY4-92" fmla="*/ 485927 h 485927"/>
              <a:gd name="connsiteX5-93" fmla="*/ 122329 w 416172"/>
              <a:gd name="connsiteY5-94" fmla="*/ 157551 h 485927"/>
              <a:gd name="connsiteX6-95" fmla="*/ 31183 w 416172"/>
              <a:gd name="connsiteY6-96" fmla="*/ 157551 h 485927"/>
              <a:gd name="connsiteX7-97" fmla="*/ 202633 w 416172"/>
              <a:gd name="connsiteY7-98" fmla="*/ 0 h 485927"/>
              <a:gd name="connsiteX0-99" fmla="*/ 204141 w 416172"/>
              <a:gd name="connsiteY0-100" fmla="*/ 0 h 493579"/>
              <a:gd name="connsiteX1-101" fmla="*/ 374083 w 416172"/>
              <a:gd name="connsiteY1-102" fmla="*/ 165203 h 493579"/>
              <a:gd name="connsiteX2-103" fmla="*/ 294275 w 416172"/>
              <a:gd name="connsiteY2-104" fmla="*/ 165203 h 493579"/>
              <a:gd name="connsiteX3-105" fmla="*/ 416172 w 416172"/>
              <a:gd name="connsiteY3-106" fmla="*/ 493579 h 493579"/>
              <a:gd name="connsiteX4-107" fmla="*/ 0 w 416172"/>
              <a:gd name="connsiteY4-108" fmla="*/ 493579 h 493579"/>
              <a:gd name="connsiteX5-109" fmla="*/ 122329 w 416172"/>
              <a:gd name="connsiteY5-110" fmla="*/ 165203 h 493579"/>
              <a:gd name="connsiteX6-111" fmla="*/ 31183 w 416172"/>
              <a:gd name="connsiteY6-112" fmla="*/ 165203 h 493579"/>
              <a:gd name="connsiteX7-113" fmla="*/ 204141 w 416172"/>
              <a:gd name="connsiteY7-114" fmla="*/ 0 h 493579"/>
              <a:gd name="connsiteX0-115" fmla="*/ 207157 w 416172"/>
              <a:gd name="connsiteY0-116" fmla="*/ 0 h 480187"/>
              <a:gd name="connsiteX1-117" fmla="*/ 374083 w 416172"/>
              <a:gd name="connsiteY1-118" fmla="*/ 151811 h 480187"/>
              <a:gd name="connsiteX2-119" fmla="*/ 294275 w 416172"/>
              <a:gd name="connsiteY2-120" fmla="*/ 151811 h 480187"/>
              <a:gd name="connsiteX3-121" fmla="*/ 416172 w 416172"/>
              <a:gd name="connsiteY3-122" fmla="*/ 480187 h 480187"/>
              <a:gd name="connsiteX4-123" fmla="*/ 0 w 416172"/>
              <a:gd name="connsiteY4-124" fmla="*/ 480187 h 480187"/>
              <a:gd name="connsiteX5-125" fmla="*/ 122329 w 416172"/>
              <a:gd name="connsiteY5-126" fmla="*/ 151811 h 480187"/>
              <a:gd name="connsiteX6-127" fmla="*/ 31183 w 416172"/>
              <a:gd name="connsiteY6-128" fmla="*/ 151811 h 480187"/>
              <a:gd name="connsiteX7-129" fmla="*/ 207157 w 416172"/>
              <a:gd name="connsiteY7-130" fmla="*/ 0 h 48018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416172" h="480187">
                <a:moveTo>
                  <a:pt x="207157" y="0"/>
                </a:moveTo>
                <a:cubicBezTo>
                  <a:pt x="242876" y="59661"/>
                  <a:pt x="269308" y="99294"/>
                  <a:pt x="374083" y="151811"/>
                </a:cubicBezTo>
                <a:lnTo>
                  <a:pt x="294275" y="151811"/>
                </a:lnTo>
                <a:cubicBezTo>
                  <a:pt x="294195" y="282314"/>
                  <a:pt x="348398" y="387946"/>
                  <a:pt x="416172" y="480187"/>
                </a:cubicBezTo>
                <a:lnTo>
                  <a:pt x="0" y="480187"/>
                </a:lnTo>
                <a:cubicBezTo>
                  <a:pt x="59593" y="423545"/>
                  <a:pt x="132211" y="237150"/>
                  <a:pt x="122329" y="151811"/>
                </a:cubicBezTo>
                <a:lnTo>
                  <a:pt x="31183" y="151811"/>
                </a:lnTo>
                <a:cubicBezTo>
                  <a:pt x="131195" y="101675"/>
                  <a:pt x="185726" y="45373"/>
                  <a:pt x="207157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6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38100">
            <a:noFill/>
          </a:ln>
          <a:effectLst>
            <a:outerShdw blurRad="411480" dist="123444" dir="5400000" sx="108000" sy="108000" algn="ctr" rotWithShape="0">
              <a:schemeClr val="accent3">
                <a:alpha val="1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945" dirty="0">
              <a:solidFill>
                <a:schemeClr val="bg1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6" name="紫荆的职场Point27"/>
          <p:cNvSpPr/>
          <p:nvPr/>
        </p:nvSpPr>
        <p:spPr>
          <a:xfrm rot="5400000">
            <a:off x="8418823" y="3427608"/>
            <a:ext cx="253917" cy="338090"/>
          </a:xfrm>
          <a:custGeom>
            <a:avLst/>
            <a:gdLst>
              <a:gd name="connsiteX0" fmla="*/ 202633 w 416172"/>
              <a:gd name="connsiteY0" fmla="*/ 0 h 485927"/>
              <a:gd name="connsiteX1" fmla="*/ 374083 w 416172"/>
              <a:gd name="connsiteY1" fmla="*/ 157551 h 485927"/>
              <a:gd name="connsiteX2" fmla="*/ 294275 w 416172"/>
              <a:gd name="connsiteY2" fmla="*/ 157551 h 485927"/>
              <a:gd name="connsiteX3" fmla="*/ 306015 w 416172"/>
              <a:gd name="connsiteY3" fmla="*/ 222549 h 485927"/>
              <a:gd name="connsiteX4" fmla="*/ 416172 w 416172"/>
              <a:gd name="connsiteY4" fmla="*/ 485927 h 485927"/>
              <a:gd name="connsiteX5" fmla="*/ 0 w 416172"/>
              <a:gd name="connsiteY5" fmla="*/ 485927 h 485927"/>
              <a:gd name="connsiteX6" fmla="*/ 112166 w 416172"/>
              <a:gd name="connsiteY6" fmla="*/ 219870 h 485927"/>
              <a:gd name="connsiteX7" fmla="*/ 122329 w 416172"/>
              <a:gd name="connsiteY7" fmla="*/ 157551 h 485927"/>
              <a:gd name="connsiteX8" fmla="*/ 31183 w 416172"/>
              <a:gd name="connsiteY8" fmla="*/ 157551 h 485927"/>
              <a:gd name="connsiteX9" fmla="*/ 202633 w 416172"/>
              <a:gd name="connsiteY9" fmla="*/ 0 h 485927"/>
              <a:gd name="connsiteX0-1" fmla="*/ 211655 w 425194"/>
              <a:gd name="connsiteY0-2" fmla="*/ 0 h 485927"/>
              <a:gd name="connsiteX1-3" fmla="*/ 383105 w 425194"/>
              <a:gd name="connsiteY1-4" fmla="*/ 157551 h 485927"/>
              <a:gd name="connsiteX2-5" fmla="*/ 303297 w 425194"/>
              <a:gd name="connsiteY2-6" fmla="*/ 157551 h 485927"/>
              <a:gd name="connsiteX3-7" fmla="*/ 315037 w 425194"/>
              <a:gd name="connsiteY3-8" fmla="*/ 222549 h 485927"/>
              <a:gd name="connsiteX4-9" fmla="*/ 425194 w 425194"/>
              <a:gd name="connsiteY4-10" fmla="*/ 485927 h 485927"/>
              <a:gd name="connsiteX5-11" fmla="*/ 9022 w 425194"/>
              <a:gd name="connsiteY5-12" fmla="*/ 485927 h 485927"/>
              <a:gd name="connsiteX6-13" fmla="*/ 131351 w 425194"/>
              <a:gd name="connsiteY6-14" fmla="*/ 157551 h 485927"/>
              <a:gd name="connsiteX7-15" fmla="*/ 40205 w 425194"/>
              <a:gd name="connsiteY7-16" fmla="*/ 157551 h 485927"/>
              <a:gd name="connsiteX8-17" fmla="*/ 211655 w 425194"/>
              <a:gd name="connsiteY8-18" fmla="*/ 0 h 485927"/>
              <a:gd name="connsiteX0-19" fmla="*/ 211655 w 425194"/>
              <a:gd name="connsiteY0-20" fmla="*/ 0 h 485927"/>
              <a:gd name="connsiteX1-21" fmla="*/ 383105 w 425194"/>
              <a:gd name="connsiteY1-22" fmla="*/ 157551 h 485927"/>
              <a:gd name="connsiteX2-23" fmla="*/ 303297 w 425194"/>
              <a:gd name="connsiteY2-24" fmla="*/ 157551 h 485927"/>
              <a:gd name="connsiteX3-25" fmla="*/ 425194 w 425194"/>
              <a:gd name="connsiteY3-26" fmla="*/ 485927 h 485927"/>
              <a:gd name="connsiteX4-27" fmla="*/ 9022 w 425194"/>
              <a:gd name="connsiteY4-28" fmla="*/ 485927 h 485927"/>
              <a:gd name="connsiteX5-29" fmla="*/ 131351 w 425194"/>
              <a:gd name="connsiteY5-30" fmla="*/ 157551 h 485927"/>
              <a:gd name="connsiteX6-31" fmla="*/ 40205 w 425194"/>
              <a:gd name="connsiteY6-32" fmla="*/ 157551 h 485927"/>
              <a:gd name="connsiteX7-33" fmla="*/ 211655 w 425194"/>
              <a:gd name="connsiteY7-34" fmla="*/ 0 h 485927"/>
              <a:gd name="connsiteX0-35" fmla="*/ 211655 w 425194"/>
              <a:gd name="connsiteY0-36" fmla="*/ 0 h 485927"/>
              <a:gd name="connsiteX1-37" fmla="*/ 383105 w 425194"/>
              <a:gd name="connsiteY1-38" fmla="*/ 157551 h 485927"/>
              <a:gd name="connsiteX2-39" fmla="*/ 303297 w 425194"/>
              <a:gd name="connsiteY2-40" fmla="*/ 157551 h 485927"/>
              <a:gd name="connsiteX3-41" fmla="*/ 425194 w 425194"/>
              <a:gd name="connsiteY3-42" fmla="*/ 485927 h 485927"/>
              <a:gd name="connsiteX4-43" fmla="*/ 9022 w 425194"/>
              <a:gd name="connsiteY4-44" fmla="*/ 485927 h 485927"/>
              <a:gd name="connsiteX5-45" fmla="*/ 131351 w 425194"/>
              <a:gd name="connsiteY5-46" fmla="*/ 157551 h 485927"/>
              <a:gd name="connsiteX6-47" fmla="*/ 40205 w 425194"/>
              <a:gd name="connsiteY6-48" fmla="*/ 157551 h 485927"/>
              <a:gd name="connsiteX7-49" fmla="*/ 211655 w 425194"/>
              <a:gd name="connsiteY7-50" fmla="*/ 0 h 485927"/>
              <a:gd name="connsiteX0-51" fmla="*/ 211655 w 425194"/>
              <a:gd name="connsiteY0-52" fmla="*/ 0 h 485927"/>
              <a:gd name="connsiteX1-53" fmla="*/ 383105 w 425194"/>
              <a:gd name="connsiteY1-54" fmla="*/ 157551 h 485927"/>
              <a:gd name="connsiteX2-55" fmla="*/ 303297 w 425194"/>
              <a:gd name="connsiteY2-56" fmla="*/ 157551 h 485927"/>
              <a:gd name="connsiteX3-57" fmla="*/ 425194 w 425194"/>
              <a:gd name="connsiteY3-58" fmla="*/ 485927 h 485927"/>
              <a:gd name="connsiteX4-59" fmla="*/ 9022 w 425194"/>
              <a:gd name="connsiteY4-60" fmla="*/ 485927 h 485927"/>
              <a:gd name="connsiteX5-61" fmla="*/ 131351 w 425194"/>
              <a:gd name="connsiteY5-62" fmla="*/ 157551 h 485927"/>
              <a:gd name="connsiteX6-63" fmla="*/ 40205 w 425194"/>
              <a:gd name="connsiteY6-64" fmla="*/ 157551 h 485927"/>
              <a:gd name="connsiteX7-65" fmla="*/ 211655 w 425194"/>
              <a:gd name="connsiteY7-66" fmla="*/ 0 h 485927"/>
              <a:gd name="connsiteX0-67" fmla="*/ 211049 w 424588"/>
              <a:gd name="connsiteY0-68" fmla="*/ 0 h 485927"/>
              <a:gd name="connsiteX1-69" fmla="*/ 382499 w 424588"/>
              <a:gd name="connsiteY1-70" fmla="*/ 157551 h 485927"/>
              <a:gd name="connsiteX2-71" fmla="*/ 302691 w 424588"/>
              <a:gd name="connsiteY2-72" fmla="*/ 157551 h 485927"/>
              <a:gd name="connsiteX3-73" fmla="*/ 424588 w 424588"/>
              <a:gd name="connsiteY3-74" fmla="*/ 485927 h 485927"/>
              <a:gd name="connsiteX4-75" fmla="*/ 8416 w 424588"/>
              <a:gd name="connsiteY4-76" fmla="*/ 485927 h 485927"/>
              <a:gd name="connsiteX5-77" fmla="*/ 130745 w 424588"/>
              <a:gd name="connsiteY5-78" fmla="*/ 157551 h 485927"/>
              <a:gd name="connsiteX6-79" fmla="*/ 39599 w 424588"/>
              <a:gd name="connsiteY6-80" fmla="*/ 157551 h 485927"/>
              <a:gd name="connsiteX7-81" fmla="*/ 211049 w 424588"/>
              <a:gd name="connsiteY7-82" fmla="*/ 0 h 485927"/>
              <a:gd name="connsiteX0-83" fmla="*/ 202633 w 416172"/>
              <a:gd name="connsiteY0-84" fmla="*/ 0 h 485927"/>
              <a:gd name="connsiteX1-85" fmla="*/ 374083 w 416172"/>
              <a:gd name="connsiteY1-86" fmla="*/ 157551 h 485927"/>
              <a:gd name="connsiteX2-87" fmla="*/ 294275 w 416172"/>
              <a:gd name="connsiteY2-88" fmla="*/ 157551 h 485927"/>
              <a:gd name="connsiteX3-89" fmla="*/ 416172 w 416172"/>
              <a:gd name="connsiteY3-90" fmla="*/ 485927 h 485927"/>
              <a:gd name="connsiteX4-91" fmla="*/ 0 w 416172"/>
              <a:gd name="connsiteY4-92" fmla="*/ 485927 h 485927"/>
              <a:gd name="connsiteX5-93" fmla="*/ 122329 w 416172"/>
              <a:gd name="connsiteY5-94" fmla="*/ 157551 h 485927"/>
              <a:gd name="connsiteX6-95" fmla="*/ 31183 w 416172"/>
              <a:gd name="connsiteY6-96" fmla="*/ 157551 h 485927"/>
              <a:gd name="connsiteX7-97" fmla="*/ 202633 w 416172"/>
              <a:gd name="connsiteY7-98" fmla="*/ 0 h 485927"/>
              <a:gd name="connsiteX0-99" fmla="*/ 204141 w 416172"/>
              <a:gd name="connsiteY0-100" fmla="*/ 0 h 493579"/>
              <a:gd name="connsiteX1-101" fmla="*/ 374083 w 416172"/>
              <a:gd name="connsiteY1-102" fmla="*/ 165203 h 493579"/>
              <a:gd name="connsiteX2-103" fmla="*/ 294275 w 416172"/>
              <a:gd name="connsiteY2-104" fmla="*/ 165203 h 493579"/>
              <a:gd name="connsiteX3-105" fmla="*/ 416172 w 416172"/>
              <a:gd name="connsiteY3-106" fmla="*/ 493579 h 493579"/>
              <a:gd name="connsiteX4-107" fmla="*/ 0 w 416172"/>
              <a:gd name="connsiteY4-108" fmla="*/ 493579 h 493579"/>
              <a:gd name="connsiteX5-109" fmla="*/ 122329 w 416172"/>
              <a:gd name="connsiteY5-110" fmla="*/ 165203 h 493579"/>
              <a:gd name="connsiteX6-111" fmla="*/ 31183 w 416172"/>
              <a:gd name="connsiteY6-112" fmla="*/ 165203 h 493579"/>
              <a:gd name="connsiteX7-113" fmla="*/ 204141 w 416172"/>
              <a:gd name="connsiteY7-114" fmla="*/ 0 h 493579"/>
              <a:gd name="connsiteX0-115" fmla="*/ 207157 w 416172"/>
              <a:gd name="connsiteY0-116" fmla="*/ 0 h 480187"/>
              <a:gd name="connsiteX1-117" fmla="*/ 374083 w 416172"/>
              <a:gd name="connsiteY1-118" fmla="*/ 151811 h 480187"/>
              <a:gd name="connsiteX2-119" fmla="*/ 294275 w 416172"/>
              <a:gd name="connsiteY2-120" fmla="*/ 151811 h 480187"/>
              <a:gd name="connsiteX3-121" fmla="*/ 416172 w 416172"/>
              <a:gd name="connsiteY3-122" fmla="*/ 480187 h 480187"/>
              <a:gd name="connsiteX4-123" fmla="*/ 0 w 416172"/>
              <a:gd name="connsiteY4-124" fmla="*/ 480187 h 480187"/>
              <a:gd name="connsiteX5-125" fmla="*/ 122329 w 416172"/>
              <a:gd name="connsiteY5-126" fmla="*/ 151811 h 480187"/>
              <a:gd name="connsiteX6-127" fmla="*/ 31183 w 416172"/>
              <a:gd name="connsiteY6-128" fmla="*/ 151811 h 480187"/>
              <a:gd name="connsiteX7-129" fmla="*/ 207157 w 416172"/>
              <a:gd name="connsiteY7-130" fmla="*/ 0 h 48018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416172" h="480187">
                <a:moveTo>
                  <a:pt x="207157" y="0"/>
                </a:moveTo>
                <a:cubicBezTo>
                  <a:pt x="242876" y="59661"/>
                  <a:pt x="269308" y="99294"/>
                  <a:pt x="374083" y="151811"/>
                </a:cubicBezTo>
                <a:lnTo>
                  <a:pt x="294275" y="151811"/>
                </a:lnTo>
                <a:cubicBezTo>
                  <a:pt x="294195" y="282314"/>
                  <a:pt x="348398" y="387946"/>
                  <a:pt x="416172" y="480187"/>
                </a:cubicBezTo>
                <a:lnTo>
                  <a:pt x="0" y="480187"/>
                </a:lnTo>
                <a:cubicBezTo>
                  <a:pt x="59593" y="423545"/>
                  <a:pt x="132211" y="237150"/>
                  <a:pt x="122329" y="151811"/>
                </a:cubicBezTo>
                <a:lnTo>
                  <a:pt x="31183" y="151811"/>
                </a:lnTo>
                <a:cubicBezTo>
                  <a:pt x="131195" y="101675"/>
                  <a:pt x="185726" y="45373"/>
                  <a:pt x="207157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6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38100">
            <a:noFill/>
          </a:ln>
          <a:effectLst>
            <a:outerShdw blurRad="411480" dist="123444" dir="5400000" sx="108000" sy="108000" algn="ctr" rotWithShape="0">
              <a:schemeClr val="accent3">
                <a:alpha val="1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945" dirty="0">
              <a:solidFill>
                <a:schemeClr val="bg1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7" name="紫荆的职场Point28"/>
          <p:cNvSpPr/>
          <p:nvPr/>
        </p:nvSpPr>
        <p:spPr>
          <a:xfrm>
            <a:off x="429512" y="1694785"/>
            <a:ext cx="1528592" cy="419099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5" tIns="49378" rIns="98755" bIns="49378" rtlCol="0" anchor="ctr">
            <a:noAutofit/>
          </a:bodyPr>
          <a:lstStyle/>
          <a:p>
            <a:pPr algn="ctr"/>
            <a:r>
              <a:rPr lang="zh-CN" altLang="en-US" sz="105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市场扩张与销售增长</a:t>
            </a:r>
            <a:endParaRPr lang="zh-CN" altLang="en-US" sz="105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8" name="紫荆的职场Point29"/>
          <p:cNvSpPr/>
          <p:nvPr/>
        </p:nvSpPr>
        <p:spPr>
          <a:xfrm>
            <a:off x="274495" y="2425723"/>
            <a:ext cx="1528592" cy="419099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05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销售渠道多样化</a:t>
            </a:r>
            <a:endParaRPr lang="zh-CN" altLang="en-US" sz="105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9" name="紫荆的职场Point30"/>
          <p:cNvSpPr/>
          <p:nvPr/>
        </p:nvSpPr>
        <p:spPr>
          <a:xfrm>
            <a:off x="210536" y="3156661"/>
            <a:ext cx="1528592" cy="419099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05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客户关系深化</a:t>
            </a:r>
            <a:endParaRPr lang="zh-CN" altLang="en-US" sz="105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10" name="紫荆的职场Point31"/>
          <p:cNvSpPr/>
          <p:nvPr/>
        </p:nvSpPr>
        <p:spPr>
          <a:xfrm>
            <a:off x="274495" y="3887599"/>
            <a:ext cx="1528592" cy="419099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05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创新研发投入</a:t>
            </a:r>
            <a:endParaRPr lang="zh-CN" altLang="en-US" sz="105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11" name="紫荆的职场Point32"/>
          <p:cNvSpPr/>
          <p:nvPr/>
        </p:nvSpPr>
        <p:spPr>
          <a:xfrm>
            <a:off x="429512" y="4618538"/>
            <a:ext cx="1528592" cy="419099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05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社会责任实践</a:t>
            </a:r>
            <a:endParaRPr lang="zh-CN" altLang="en-US" sz="105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12" name="紫荆的职场Point33"/>
          <p:cNvSpPr/>
          <p:nvPr/>
        </p:nvSpPr>
        <p:spPr>
          <a:xfrm flipH="1">
            <a:off x="10233896" y="1694785"/>
            <a:ext cx="1528592" cy="419099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5" tIns="49378" rIns="98755" bIns="49378" rtlCol="0" anchor="ctr">
            <a:noAutofit/>
          </a:bodyPr>
          <a:lstStyle/>
          <a:p>
            <a:pPr algn="ctr"/>
            <a:r>
              <a:rPr lang="zh-CN" altLang="en-US" sz="105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成本控制与效率提升</a:t>
            </a:r>
            <a:endParaRPr lang="zh-CN" altLang="en-US" sz="105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3" name="紫荆的职场Point34"/>
          <p:cNvSpPr/>
          <p:nvPr/>
        </p:nvSpPr>
        <p:spPr>
          <a:xfrm flipH="1">
            <a:off x="10388913" y="2425723"/>
            <a:ext cx="1528592" cy="419099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05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人力资源与团队发展</a:t>
            </a:r>
            <a:endParaRPr lang="zh-CN" altLang="en-US" sz="105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14" name="紫荆的职场Point35"/>
          <p:cNvSpPr/>
          <p:nvPr/>
        </p:nvSpPr>
        <p:spPr>
          <a:xfrm flipH="1">
            <a:off x="10452872" y="3156661"/>
            <a:ext cx="1528592" cy="419099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05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数字化转型</a:t>
            </a:r>
            <a:endParaRPr lang="zh-CN" altLang="en-US" sz="105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15" name="紫荆的职场Point36"/>
          <p:cNvSpPr/>
          <p:nvPr/>
        </p:nvSpPr>
        <p:spPr>
          <a:xfrm flipH="1">
            <a:off x="10388913" y="3887599"/>
            <a:ext cx="1528592" cy="419099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05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风险管理与合规</a:t>
            </a:r>
            <a:endParaRPr lang="zh-CN" altLang="en-US" sz="105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16" name="紫荆的职场Point37"/>
          <p:cNvSpPr/>
          <p:nvPr/>
        </p:nvSpPr>
        <p:spPr>
          <a:xfrm flipH="1">
            <a:off x="10233896" y="4618538"/>
            <a:ext cx="1528592" cy="419099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05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企业文化建设</a:t>
            </a:r>
            <a:endParaRPr lang="zh-CN" altLang="en-US" sz="105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17" name="紫荆的职场Point38"/>
          <p:cNvSpPr/>
          <p:nvPr/>
        </p:nvSpPr>
        <p:spPr>
          <a:xfrm rot="10800000">
            <a:off x="3680326" y="3431405"/>
            <a:ext cx="253917" cy="338090"/>
          </a:xfrm>
          <a:custGeom>
            <a:avLst/>
            <a:gdLst>
              <a:gd name="connsiteX0" fmla="*/ 202633 w 416172"/>
              <a:gd name="connsiteY0" fmla="*/ 0 h 485927"/>
              <a:gd name="connsiteX1" fmla="*/ 374083 w 416172"/>
              <a:gd name="connsiteY1" fmla="*/ 157551 h 485927"/>
              <a:gd name="connsiteX2" fmla="*/ 294275 w 416172"/>
              <a:gd name="connsiteY2" fmla="*/ 157551 h 485927"/>
              <a:gd name="connsiteX3" fmla="*/ 306015 w 416172"/>
              <a:gd name="connsiteY3" fmla="*/ 222549 h 485927"/>
              <a:gd name="connsiteX4" fmla="*/ 416172 w 416172"/>
              <a:gd name="connsiteY4" fmla="*/ 485927 h 485927"/>
              <a:gd name="connsiteX5" fmla="*/ 0 w 416172"/>
              <a:gd name="connsiteY5" fmla="*/ 485927 h 485927"/>
              <a:gd name="connsiteX6" fmla="*/ 112166 w 416172"/>
              <a:gd name="connsiteY6" fmla="*/ 219870 h 485927"/>
              <a:gd name="connsiteX7" fmla="*/ 122329 w 416172"/>
              <a:gd name="connsiteY7" fmla="*/ 157551 h 485927"/>
              <a:gd name="connsiteX8" fmla="*/ 31183 w 416172"/>
              <a:gd name="connsiteY8" fmla="*/ 157551 h 485927"/>
              <a:gd name="connsiteX9" fmla="*/ 202633 w 416172"/>
              <a:gd name="connsiteY9" fmla="*/ 0 h 485927"/>
              <a:gd name="connsiteX0-1" fmla="*/ 211655 w 425194"/>
              <a:gd name="connsiteY0-2" fmla="*/ 0 h 485927"/>
              <a:gd name="connsiteX1-3" fmla="*/ 383105 w 425194"/>
              <a:gd name="connsiteY1-4" fmla="*/ 157551 h 485927"/>
              <a:gd name="connsiteX2-5" fmla="*/ 303297 w 425194"/>
              <a:gd name="connsiteY2-6" fmla="*/ 157551 h 485927"/>
              <a:gd name="connsiteX3-7" fmla="*/ 315037 w 425194"/>
              <a:gd name="connsiteY3-8" fmla="*/ 222549 h 485927"/>
              <a:gd name="connsiteX4-9" fmla="*/ 425194 w 425194"/>
              <a:gd name="connsiteY4-10" fmla="*/ 485927 h 485927"/>
              <a:gd name="connsiteX5-11" fmla="*/ 9022 w 425194"/>
              <a:gd name="connsiteY5-12" fmla="*/ 485927 h 485927"/>
              <a:gd name="connsiteX6-13" fmla="*/ 131351 w 425194"/>
              <a:gd name="connsiteY6-14" fmla="*/ 157551 h 485927"/>
              <a:gd name="connsiteX7-15" fmla="*/ 40205 w 425194"/>
              <a:gd name="connsiteY7-16" fmla="*/ 157551 h 485927"/>
              <a:gd name="connsiteX8-17" fmla="*/ 211655 w 425194"/>
              <a:gd name="connsiteY8-18" fmla="*/ 0 h 485927"/>
              <a:gd name="connsiteX0-19" fmla="*/ 211655 w 425194"/>
              <a:gd name="connsiteY0-20" fmla="*/ 0 h 485927"/>
              <a:gd name="connsiteX1-21" fmla="*/ 383105 w 425194"/>
              <a:gd name="connsiteY1-22" fmla="*/ 157551 h 485927"/>
              <a:gd name="connsiteX2-23" fmla="*/ 303297 w 425194"/>
              <a:gd name="connsiteY2-24" fmla="*/ 157551 h 485927"/>
              <a:gd name="connsiteX3-25" fmla="*/ 425194 w 425194"/>
              <a:gd name="connsiteY3-26" fmla="*/ 485927 h 485927"/>
              <a:gd name="connsiteX4-27" fmla="*/ 9022 w 425194"/>
              <a:gd name="connsiteY4-28" fmla="*/ 485927 h 485927"/>
              <a:gd name="connsiteX5-29" fmla="*/ 131351 w 425194"/>
              <a:gd name="connsiteY5-30" fmla="*/ 157551 h 485927"/>
              <a:gd name="connsiteX6-31" fmla="*/ 40205 w 425194"/>
              <a:gd name="connsiteY6-32" fmla="*/ 157551 h 485927"/>
              <a:gd name="connsiteX7-33" fmla="*/ 211655 w 425194"/>
              <a:gd name="connsiteY7-34" fmla="*/ 0 h 485927"/>
              <a:gd name="connsiteX0-35" fmla="*/ 211655 w 425194"/>
              <a:gd name="connsiteY0-36" fmla="*/ 0 h 485927"/>
              <a:gd name="connsiteX1-37" fmla="*/ 383105 w 425194"/>
              <a:gd name="connsiteY1-38" fmla="*/ 157551 h 485927"/>
              <a:gd name="connsiteX2-39" fmla="*/ 303297 w 425194"/>
              <a:gd name="connsiteY2-40" fmla="*/ 157551 h 485927"/>
              <a:gd name="connsiteX3-41" fmla="*/ 425194 w 425194"/>
              <a:gd name="connsiteY3-42" fmla="*/ 485927 h 485927"/>
              <a:gd name="connsiteX4-43" fmla="*/ 9022 w 425194"/>
              <a:gd name="connsiteY4-44" fmla="*/ 485927 h 485927"/>
              <a:gd name="connsiteX5-45" fmla="*/ 131351 w 425194"/>
              <a:gd name="connsiteY5-46" fmla="*/ 157551 h 485927"/>
              <a:gd name="connsiteX6-47" fmla="*/ 40205 w 425194"/>
              <a:gd name="connsiteY6-48" fmla="*/ 157551 h 485927"/>
              <a:gd name="connsiteX7-49" fmla="*/ 211655 w 425194"/>
              <a:gd name="connsiteY7-50" fmla="*/ 0 h 485927"/>
              <a:gd name="connsiteX0-51" fmla="*/ 211655 w 425194"/>
              <a:gd name="connsiteY0-52" fmla="*/ 0 h 485927"/>
              <a:gd name="connsiteX1-53" fmla="*/ 383105 w 425194"/>
              <a:gd name="connsiteY1-54" fmla="*/ 157551 h 485927"/>
              <a:gd name="connsiteX2-55" fmla="*/ 303297 w 425194"/>
              <a:gd name="connsiteY2-56" fmla="*/ 157551 h 485927"/>
              <a:gd name="connsiteX3-57" fmla="*/ 425194 w 425194"/>
              <a:gd name="connsiteY3-58" fmla="*/ 485927 h 485927"/>
              <a:gd name="connsiteX4-59" fmla="*/ 9022 w 425194"/>
              <a:gd name="connsiteY4-60" fmla="*/ 485927 h 485927"/>
              <a:gd name="connsiteX5-61" fmla="*/ 131351 w 425194"/>
              <a:gd name="connsiteY5-62" fmla="*/ 157551 h 485927"/>
              <a:gd name="connsiteX6-63" fmla="*/ 40205 w 425194"/>
              <a:gd name="connsiteY6-64" fmla="*/ 157551 h 485927"/>
              <a:gd name="connsiteX7-65" fmla="*/ 211655 w 425194"/>
              <a:gd name="connsiteY7-66" fmla="*/ 0 h 485927"/>
              <a:gd name="connsiteX0-67" fmla="*/ 211049 w 424588"/>
              <a:gd name="connsiteY0-68" fmla="*/ 0 h 485927"/>
              <a:gd name="connsiteX1-69" fmla="*/ 382499 w 424588"/>
              <a:gd name="connsiteY1-70" fmla="*/ 157551 h 485927"/>
              <a:gd name="connsiteX2-71" fmla="*/ 302691 w 424588"/>
              <a:gd name="connsiteY2-72" fmla="*/ 157551 h 485927"/>
              <a:gd name="connsiteX3-73" fmla="*/ 424588 w 424588"/>
              <a:gd name="connsiteY3-74" fmla="*/ 485927 h 485927"/>
              <a:gd name="connsiteX4-75" fmla="*/ 8416 w 424588"/>
              <a:gd name="connsiteY4-76" fmla="*/ 485927 h 485927"/>
              <a:gd name="connsiteX5-77" fmla="*/ 130745 w 424588"/>
              <a:gd name="connsiteY5-78" fmla="*/ 157551 h 485927"/>
              <a:gd name="connsiteX6-79" fmla="*/ 39599 w 424588"/>
              <a:gd name="connsiteY6-80" fmla="*/ 157551 h 485927"/>
              <a:gd name="connsiteX7-81" fmla="*/ 211049 w 424588"/>
              <a:gd name="connsiteY7-82" fmla="*/ 0 h 485927"/>
              <a:gd name="connsiteX0-83" fmla="*/ 202633 w 416172"/>
              <a:gd name="connsiteY0-84" fmla="*/ 0 h 485927"/>
              <a:gd name="connsiteX1-85" fmla="*/ 374083 w 416172"/>
              <a:gd name="connsiteY1-86" fmla="*/ 157551 h 485927"/>
              <a:gd name="connsiteX2-87" fmla="*/ 294275 w 416172"/>
              <a:gd name="connsiteY2-88" fmla="*/ 157551 h 485927"/>
              <a:gd name="connsiteX3-89" fmla="*/ 416172 w 416172"/>
              <a:gd name="connsiteY3-90" fmla="*/ 485927 h 485927"/>
              <a:gd name="connsiteX4-91" fmla="*/ 0 w 416172"/>
              <a:gd name="connsiteY4-92" fmla="*/ 485927 h 485927"/>
              <a:gd name="connsiteX5-93" fmla="*/ 122329 w 416172"/>
              <a:gd name="connsiteY5-94" fmla="*/ 157551 h 485927"/>
              <a:gd name="connsiteX6-95" fmla="*/ 31183 w 416172"/>
              <a:gd name="connsiteY6-96" fmla="*/ 157551 h 485927"/>
              <a:gd name="connsiteX7-97" fmla="*/ 202633 w 416172"/>
              <a:gd name="connsiteY7-98" fmla="*/ 0 h 485927"/>
              <a:gd name="connsiteX0-99" fmla="*/ 204141 w 416172"/>
              <a:gd name="connsiteY0-100" fmla="*/ 0 h 493579"/>
              <a:gd name="connsiteX1-101" fmla="*/ 374083 w 416172"/>
              <a:gd name="connsiteY1-102" fmla="*/ 165203 h 493579"/>
              <a:gd name="connsiteX2-103" fmla="*/ 294275 w 416172"/>
              <a:gd name="connsiteY2-104" fmla="*/ 165203 h 493579"/>
              <a:gd name="connsiteX3-105" fmla="*/ 416172 w 416172"/>
              <a:gd name="connsiteY3-106" fmla="*/ 493579 h 493579"/>
              <a:gd name="connsiteX4-107" fmla="*/ 0 w 416172"/>
              <a:gd name="connsiteY4-108" fmla="*/ 493579 h 493579"/>
              <a:gd name="connsiteX5-109" fmla="*/ 122329 w 416172"/>
              <a:gd name="connsiteY5-110" fmla="*/ 165203 h 493579"/>
              <a:gd name="connsiteX6-111" fmla="*/ 31183 w 416172"/>
              <a:gd name="connsiteY6-112" fmla="*/ 165203 h 493579"/>
              <a:gd name="connsiteX7-113" fmla="*/ 204141 w 416172"/>
              <a:gd name="connsiteY7-114" fmla="*/ 0 h 493579"/>
              <a:gd name="connsiteX0-115" fmla="*/ 207157 w 416172"/>
              <a:gd name="connsiteY0-116" fmla="*/ 0 h 480187"/>
              <a:gd name="connsiteX1-117" fmla="*/ 374083 w 416172"/>
              <a:gd name="connsiteY1-118" fmla="*/ 151811 h 480187"/>
              <a:gd name="connsiteX2-119" fmla="*/ 294275 w 416172"/>
              <a:gd name="connsiteY2-120" fmla="*/ 151811 h 480187"/>
              <a:gd name="connsiteX3-121" fmla="*/ 416172 w 416172"/>
              <a:gd name="connsiteY3-122" fmla="*/ 480187 h 480187"/>
              <a:gd name="connsiteX4-123" fmla="*/ 0 w 416172"/>
              <a:gd name="connsiteY4-124" fmla="*/ 480187 h 480187"/>
              <a:gd name="connsiteX5-125" fmla="*/ 122329 w 416172"/>
              <a:gd name="connsiteY5-126" fmla="*/ 151811 h 480187"/>
              <a:gd name="connsiteX6-127" fmla="*/ 31183 w 416172"/>
              <a:gd name="connsiteY6-128" fmla="*/ 151811 h 480187"/>
              <a:gd name="connsiteX7-129" fmla="*/ 207157 w 416172"/>
              <a:gd name="connsiteY7-130" fmla="*/ 0 h 48018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416172" h="480187">
                <a:moveTo>
                  <a:pt x="207157" y="0"/>
                </a:moveTo>
                <a:cubicBezTo>
                  <a:pt x="242876" y="59661"/>
                  <a:pt x="269308" y="99294"/>
                  <a:pt x="374083" y="151811"/>
                </a:cubicBezTo>
                <a:lnTo>
                  <a:pt x="294275" y="151811"/>
                </a:lnTo>
                <a:cubicBezTo>
                  <a:pt x="294195" y="282314"/>
                  <a:pt x="348398" y="387946"/>
                  <a:pt x="416172" y="480187"/>
                </a:cubicBezTo>
                <a:lnTo>
                  <a:pt x="0" y="480187"/>
                </a:lnTo>
                <a:cubicBezTo>
                  <a:pt x="59593" y="423545"/>
                  <a:pt x="132211" y="237150"/>
                  <a:pt x="122329" y="151811"/>
                </a:cubicBezTo>
                <a:lnTo>
                  <a:pt x="31183" y="151811"/>
                </a:lnTo>
                <a:cubicBezTo>
                  <a:pt x="131195" y="101675"/>
                  <a:pt x="185726" y="45373"/>
                  <a:pt x="207157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6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38100">
            <a:noFill/>
          </a:ln>
          <a:effectLst>
            <a:outerShdw blurRad="411480" dist="123444" dir="5400000" sx="108000" sy="108000" algn="ctr" rotWithShape="0">
              <a:schemeClr val="accent3">
                <a:alpha val="1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945" dirty="0">
              <a:solidFill>
                <a:schemeClr val="bg1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18" name="紫荆的职场Point39"/>
          <p:cNvSpPr txBox="1"/>
          <p:nvPr/>
        </p:nvSpPr>
        <p:spPr>
          <a:xfrm>
            <a:off x="3458845" y="1185545"/>
            <a:ext cx="5293995" cy="448310"/>
          </a:xfrm>
          <a:prstGeom prst="rect">
            <a:avLst/>
          </a:prstGeom>
          <a:solidFill>
            <a:schemeClr val="bg1"/>
          </a:solidFill>
          <a:ln>
            <a:solidFill>
              <a:schemeClr val="accent5"/>
            </a:solidFill>
          </a:ln>
        </p:spPr>
        <p:txBody>
          <a:bodyPr wrap="square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400" b="1" dirty="0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通过市场扩张、产品创新、客户服务和品牌建设取得了显著成果</a:t>
            </a:r>
            <a:endParaRPr lang="zh-CN" altLang="en-US" sz="1400" b="1" dirty="0">
              <a:solidFill>
                <a:schemeClr val="accent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0" name="紫荆的职场Point40-1"/>
          <p:cNvSpPr/>
          <p:nvPr/>
        </p:nvSpPr>
        <p:spPr>
          <a:xfrm>
            <a:off x="3636010" y="5771515"/>
            <a:ext cx="1142365" cy="342265"/>
          </a:xfrm>
          <a:custGeom>
            <a:avLst/>
            <a:gdLst>
              <a:gd name="connsiteX0" fmla="*/ 698 w 1142530"/>
              <a:gd name="connsiteY0" fmla="*/ 280767 h 342371"/>
              <a:gd name="connsiteX1" fmla="*/ 55489 w 1142530"/>
              <a:gd name="connsiteY1" fmla="*/ 61604 h 342371"/>
              <a:gd name="connsiteX2" fmla="*/ 134390 w 1142530"/>
              <a:gd name="connsiteY2" fmla="*/ 0 h 342371"/>
              <a:gd name="connsiteX3" fmla="*/ 1093734 w 1142530"/>
              <a:gd name="connsiteY3" fmla="*/ 0 h 342371"/>
              <a:gd name="connsiteX4" fmla="*/ 1141833 w 1142530"/>
              <a:gd name="connsiteY4" fmla="*/ 61604 h 342371"/>
              <a:gd name="connsiteX5" fmla="*/ 1087042 w 1142530"/>
              <a:gd name="connsiteY5" fmla="*/ 280767 h 342371"/>
              <a:gd name="connsiteX6" fmla="*/ 1008141 w 1142530"/>
              <a:gd name="connsiteY6" fmla="*/ 342371 h 342371"/>
              <a:gd name="connsiteX7" fmla="*/ 48797 w 1142530"/>
              <a:gd name="connsiteY7" fmla="*/ 342371 h 342371"/>
              <a:gd name="connsiteX8" fmla="*/ 698 w 1142530"/>
              <a:gd name="connsiteY8" fmla="*/ 280767 h 3423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42530" h="342371">
                <a:moveTo>
                  <a:pt x="698" y="280767"/>
                </a:moveTo>
                <a:lnTo>
                  <a:pt x="55489" y="61604"/>
                </a:lnTo>
                <a:cubicBezTo>
                  <a:pt x="55489" y="61604"/>
                  <a:pt x="75700" y="6160"/>
                  <a:pt x="134390" y="0"/>
                </a:cubicBezTo>
                <a:lnTo>
                  <a:pt x="1093734" y="0"/>
                </a:lnTo>
                <a:cubicBezTo>
                  <a:pt x="1093734" y="0"/>
                  <a:pt x="1149344" y="6160"/>
                  <a:pt x="1141833" y="61604"/>
                </a:cubicBezTo>
                <a:lnTo>
                  <a:pt x="1087042" y="280767"/>
                </a:lnTo>
                <a:cubicBezTo>
                  <a:pt x="1087042" y="280767"/>
                  <a:pt x="1066831" y="336210"/>
                  <a:pt x="1008141" y="342371"/>
                </a:cubicBezTo>
                <a:lnTo>
                  <a:pt x="48797" y="342371"/>
                </a:lnTo>
                <a:cubicBezTo>
                  <a:pt x="48797" y="342371"/>
                  <a:pt x="-6813" y="336210"/>
                  <a:pt x="698" y="280767"/>
                </a:cubicBezTo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5" tIns="49378" rIns="98755" bIns="49378" rtlCol="0" anchor="ctr">
            <a:noAutofit/>
          </a:bodyPr>
          <a:lstStyle/>
          <a:p>
            <a:pPr algn="ctr"/>
            <a:endParaRPr lang="zh-CN" altLang="en-US" sz="1945" dirty="0"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1" name="紫荆的职场Point40-2"/>
          <p:cNvSpPr txBox="1"/>
          <p:nvPr/>
        </p:nvSpPr>
        <p:spPr>
          <a:xfrm>
            <a:off x="3756025" y="5737225"/>
            <a:ext cx="902970" cy="33083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成本控制</a:t>
            </a:r>
            <a:endParaRPr lang="zh-CN" altLang="en-US" sz="1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3" name="紫荆的职场Point41-1"/>
          <p:cNvSpPr/>
          <p:nvPr/>
        </p:nvSpPr>
        <p:spPr>
          <a:xfrm>
            <a:off x="4826635" y="5771515"/>
            <a:ext cx="1378585" cy="342265"/>
          </a:xfrm>
          <a:custGeom>
            <a:avLst/>
            <a:gdLst>
              <a:gd name="connsiteX0" fmla="*/ 698 w 1142530"/>
              <a:gd name="connsiteY0" fmla="*/ 280767 h 342371"/>
              <a:gd name="connsiteX1" fmla="*/ 55489 w 1142530"/>
              <a:gd name="connsiteY1" fmla="*/ 61604 h 342371"/>
              <a:gd name="connsiteX2" fmla="*/ 134390 w 1142530"/>
              <a:gd name="connsiteY2" fmla="*/ 0 h 342371"/>
              <a:gd name="connsiteX3" fmla="*/ 1093734 w 1142530"/>
              <a:gd name="connsiteY3" fmla="*/ 0 h 342371"/>
              <a:gd name="connsiteX4" fmla="*/ 1141833 w 1142530"/>
              <a:gd name="connsiteY4" fmla="*/ 61604 h 342371"/>
              <a:gd name="connsiteX5" fmla="*/ 1087042 w 1142530"/>
              <a:gd name="connsiteY5" fmla="*/ 280767 h 342371"/>
              <a:gd name="connsiteX6" fmla="*/ 1008141 w 1142530"/>
              <a:gd name="connsiteY6" fmla="*/ 342371 h 342371"/>
              <a:gd name="connsiteX7" fmla="*/ 48797 w 1142530"/>
              <a:gd name="connsiteY7" fmla="*/ 342371 h 342371"/>
              <a:gd name="connsiteX8" fmla="*/ 698 w 1142530"/>
              <a:gd name="connsiteY8" fmla="*/ 280767 h 3423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42530" h="342371">
                <a:moveTo>
                  <a:pt x="698" y="280767"/>
                </a:moveTo>
                <a:lnTo>
                  <a:pt x="55489" y="61604"/>
                </a:lnTo>
                <a:cubicBezTo>
                  <a:pt x="55489" y="61604"/>
                  <a:pt x="75700" y="6160"/>
                  <a:pt x="134390" y="0"/>
                </a:cubicBezTo>
                <a:lnTo>
                  <a:pt x="1093734" y="0"/>
                </a:lnTo>
                <a:cubicBezTo>
                  <a:pt x="1093734" y="0"/>
                  <a:pt x="1149344" y="6160"/>
                  <a:pt x="1141833" y="61604"/>
                </a:cubicBezTo>
                <a:lnTo>
                  <a:pt x="1087042" y="280767"/>
                </a:lnTo>
                <a:cubicBezTo>
                  <a:pt x="1087042" y="280767"/>
                  <a:pt x="1066831" y="336210"/>
                  <a:pt x="1008141" y="342371"/>
                </a:cubicBezTo>
                <a:lnTo>
                  <a:pt x="48797" y="342371"/>
                </a:lnTo>
                <a:cubicBezTo>
                  <a:pt x="48797" y="342371"/>
                  <a:pt x="-6813" y="336210"/>
                  <a:pt x="698" y="280767"/>
                </a:cubicBezTo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5" tIns="49378" rIns="98755" bIns="49378" rtlCol="0" anchor="ctr">
            <a:noAutofit/>
          </a:bodyPr>
          <a:lstStyle/>
          <a:p>
            <a:pPr algn="ctr"/>
            <a:endParaRPr lang="zh-CN" altLang="en-US" sz="1945" dirty="0"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4" name="紫荆的职场Point41-2"/>
          <p:cNvSpPr txBox="1"/>
          <p:nvPr/>
        </p:nvSpPr>
        <p:spPr>
          <a:xfrm>
            <a:off x="4885055" y="5724525"/>
            <a:ext cx="1261745" cy="330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grpFill/>
              </a14:hiddenFill>
            </a:ext>
          </a:extLst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人力资源优化</a:t>
            </a:r>
            <a:endParaRPr lang="zh-CN" altLang="en-US" sz="1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0" name="紫荆的职场Point42-1"/>
          <p:cNvSpPr/>
          <p:nvPr/>
        </p:nvSpPr>
        <p:spPr>
          <a:xfrm>
            <a:off x="6252845" y="5771515"/>
            <a:ext cx="1264285" cy="342265"/>
          </a:xfrm>
          <a:custGeom>
            <a:avLst/>
            <a:gdLst>
              <a:gd name="connsiteX0" fmla="*/ 162128 w 2196357"/>
              <a:gd name="connsiteY0" fmla="*/ 0 h 342371"/>
              <a:gd name="connsiteX1" fmla="*/ 980125 w 2196357"/>
              <a:gd name="connsiteY1" fmla="*/ 0 h 342371"/>
              <a:gd name="connsiteX2" fmla="*/ 1319493 w 2196357"/>
              <a:gd name="connsiteY2" fmla="*/ 0 h 342371"/>
              <a:gd name="connsiteX3" fmla="*/ 2137489 w 2196357"/>
              <a:gd name="connsiteY3" fmla="*/ 0 h 342371"/>
              <a:gd name="connsiteX4" fmla="*/ 2195516 w 2196357"/>
              <a:gd name="connsiteY4" fmla="*/ 61604 h 342371"/>
              <a:gd name="connsiteX5" fmla="*/ 2129416 w 2196357"/>
              <a:gd name="connsiteY5" fmla="*/ 280767 h 342371"/>
              <a:gd name="connsiteX6" fmla="*/ 2034229 w 2196357"/>
              <a:gd name="connsiteY6" fmla="*/ 342371 h 342371"/>
              <a:gd name="connsiteX7" fmla="*/ 1216233 w 2196357"/>
              <a:gd name="connsiteY7" fmla="*/ 342371 h 342371"/>
              <a:gd name="connsiteX8" fmla="*/ 876865 w 2196357"/>
              <a:gd name="connsiteY8" fmla="*/ 342371 h 342371"/>
              <a:gd name="connsiteX9" fmla="*/ 58868 w 2196357"/>
              <a:gd name="connsiteY9" fmla="*/ 342371 h 342371"/>
              <a:gd name="connsiteX10" fmla="*/ 841 w 2196357"/>
              <a:gd name="connsiteY10" fmla="*/ 280767 h 342371"/>
              <a:gd name="connsiteX11" fmla="*/ 66941 w 2196357"/>
              <a:gd name="connsiteY11" fmla="*/ 61604 h 342371"/>
              <a:gd name="connsiteX12" fmla="*/ 162128 w 2196357"/>
              <a:gd name="connsiteY12" fmla="*/ 0 h 3423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196357" h="342371">
                <a:moveTo>
                  <a:pt x="162128" y="0"/>
                </a:moveTo>
                <a:lnTo>
                  <a:pt x="980125" y="0"/>
                </a:lnTo>
                <a:lnTo>
                  <a:pt x="1319493" y="0"/>
                </a:lnTo>
                <a:lnTo>
                  <a:pt x="2137489" y="0"/>
                </a:lnTo>
                <a:cubicBezTo>
                  <a:pt x="2137489" y="0"/>
                  <a:pt x="2204577" y="6160"/>
                  <a:pt x="2195516" y="61604"/>
                </a:cubicBezTo>
                <a:lnTo>
                  <a:pt x="2129416" y="280767"/>
                </a:lnTo>
                <a:cubicBezTo>
                  <a:pt x="2129416" y="280767"/>
                  <a:pt x="2105033" y="336210"/>
                  <a:pt x="2034229" y="342371"/>
                </a:cubicBezTo>
                <a:lnTo>
                  <a:pt x="1216233" y="342371"/>
                </a:lnTo>
                <a:lnTo>
                  <a:pt x="876865" y="342371"/>
                </a:lnTo>
                <a:lnTo>
                  <a:pt x="58868" y="342371"/>
                </a:lnTo>
                <a:cubicBezTo>
                  <a:pt x="58868" y="342371"/>
                  <a:pt x="-8221" y="336210"/>
                  <a:pt x="841" y="280767"/>
                </a:cubicBezTo>
                <a:lnTo>
                  <a:pt x="66941" y="61604"/>
                </a:lnTo>
                <a:cubicBezTo>
                  <a:pt x="66941" y="61604"/>
                  <a:pt x="91324" y="6160"/>
                  <a:pt x="162128" y="0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5" tIns="49378" rIns="98755" bIns="49378" rtlCol="0" anchor="ctr">
            <a:noAutofit/>
          </a:bodyPr>
          <a:lstStyle/>
          <a:p>
            <a:pPr algn="ctr"/>
            <a:endParaRPr lang="zh-CN" altLang="en-US" sz="1945" dirty="0"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1" name="紫荆的职场Point42-2"/>
          <p:cNvSpPr txBox="1"/>
          <p:nvPr/>
        </p:nvSpPr>
        <p:spPr>
          <a:xfrm>
            <a:off x="6339840" y="5737225"/>
            <a:ext cx="1071880" cy="3492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数字化转型</a:t>
            </a:r>
            <a:endParaRPr lang="zh-CN" altLang="en-US" sz="1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2" name="紫荆的职场Point43"/>
          <p:cNvSpPr txBox="1"/>
          <p:nvPr/>
        </p:nvSpPr>
        <p:spPr>
          <a:xfrm>
            <a:off x="4567377" y="6200216"/>
            <a:ext cx="3057247" cy="3310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400" b="1" dirty="0">
                <a:gradFill>
                  <a:gsLst>
                    <a:gs pos="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 scaled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提高了企业的整体运营效率和竞争力</a:t>
            </a:r>
            <a:endParaRPr lang="zh-CN" altLang="en-US" sz="1400" b="1" dirty="0">
              <a:gradFill>
                <a:gsLst>
                  <a:gs pos="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 scaled="0"/>
              </a:gra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3" name="紫荆的职场Point44"/>
          <p:cNvSpPr/>
          <p:nvPr/>
        </p:nvSpPr>
        <p:spPr>
          <a:xfrm rot="10800000" flipV="1">
            <a:off x="5354320" y="4829175"/>
            <a:ext cx="1503045" cy="935990"/>
          </a:xfrm>
          <a:custGeom>
            <a:avLst/>
            <a:gdLst>
              <a:gd name="connsiteX0" fmla="*/ 202633 w 416172"/>
              <a:gd name="connsiteY0" fmla="*/ 0 h 485927"/>
              <a:gd name="connsiteX1" fmla="*/ 374083 w 416172"/>
              <a:gd name="connsiteY1" fmla="*/ 157551 h 485927"/>
              <a:gd name="connsiteX2" fmla="*/ 294275 w 416172"/>
              <a:gd name="connsiteY2" fmla="*/ 157551 h 485927"/>
              <a:gd name="connsiteX3" fmla="*/ 306015 w 416172"/>
              <a:gd name="connsiteY3" fmla="*/ 222549 h 485927"/>
              <a:gd name="connsiteX4" fmla="*/ 416172 w 416172"/>
              <a:gd name="connsiteY4" fmla="*/ 485927 h 485927"/>
              <a:gd name="connsiteX5" fmla="*/ 0 w 416172"/>
              <a:gd name="connsiteY5" fmla="*/ 485927 h 485927"/>
              <a:gd name="connsiteX6" fmla="*/ 112166 w 416172"/>
              <a:gd name="connsiteY6" fmla="*/ 219870 h 485927"/>
              <a:gd name="connsiteX7" fmla="*/ 122329 w 416172"/>
              <a:gd name="connsiteY7" fmla="*/ 157551 h 485927"/>
              <a:gd name="connsiteX8" fmla="*/ 31183 w 416172"/>
              <a:gd name="connsiteY8" fmla="*/ 157551 h 485927"/>
              <a:gd name="connsiteX9" fmla="*/ 202633 w 416172"/>
              <a:gd name="connsiteY9" fmla="*/ 0 h 485927"/>
              <a:gd name="connsiteX0-1" fmla="*/ 211655 w 425194"/>
              <a:gd name="connsiteY0-2" fmla="*/ 0 h 485927"/>
              <a:gd name="connsiteX1-3" fmla="*/ 383105 w 425194"/>
              <a:gd name="connsiteY1-4" fmla="*/ 157551 h 485927"/>
              <a:gd name="connsiteX2-5" fmla="*/ 303297 w 425194"/>
              <a:gd name="connsiteY2-6" fmla="*/ 157551 h 485927"/>
              <a:gd name="connsiteX3-7" fmla="*/ 315037 w 425194"/>
              <a:gd name="connsiteY3-8" fmla="*/ 222549 h 485927"/>
              <a:gd name="connsiteX4-9" fmla="*/ 425194 w 425194"/>
              <a:gd name="connsiteY4-10" fmla="*/ 485927 h 485927"/>
              <a:gd name="connsiteX5-11" fmla="*/ 9022 w 425194"/>
              <a:gd name="connsiteY5-12" fmla="*/ 485927 h 485927"/>
              <a:gd name="connsiteX6-13" fmla="*/ 131351 w 425194"/>
              <a:gd name="connsiteY6-14" fmla="*/ 157551 h 485927"/>
              <a:gd name="connsiteX7-15" fmla="*/ 40205 w 425194"/>
              <a:gd name="connsiteY7-16" fmla="*/ 157551 h 485927"/>
              <a:gd name="connsiteX8-17" fmla="*/ 211655 w 425194"/>
              <a:gd name="connsiteY8-18" fmla="*/ 0 h 485927"/>
              <a:gd name="connsiteX0-19" fmla="*/ 211655 w 425194"/>
              <a:gd name="connsiteY0-20" fmla="*/ 0 h 485927"/>
              <a:gd name="connsiteX1-21" fmla="*/ 383105 w 425194"/>
              <a:gd name="connsiteY1-22" fmla="*/ 157551 h 485927"/>
              <a:gd name="connsiteX2-23" fmla="*/ 303297 w 425194"/>
              <a:gd name="connsiteY2-24" fmla="*/ 157551 h 485927"/>
              <a:gd name="connsiteX3-25" fmla="*/ 425194 w 425194"/>
              <a:gd name="connsiteY3-26" fmla="*/ 485927 h 485927"/>
              <a:gd name="connsiteX4-27" fmla="*/ 9022 w 425194"/>
              <a:gd name="connsiteY4-28" fmla="*/ 485927 h 485927"/>
              <a:gd name="connsiteX5-29" fmla="*/ 131351 w 425194"/>
              <a:gd name="connsiteY5-30" fmla="*/ 157551 h 485927"/>
              <a:gd name="connsiteX6-31" fmla="*/ 40205 w 425194"/>
              <a:gd name="connsiteY6-32" fmla="*/ 157551 h 485927"/>
              <a:gd name="connsiteX7-33" fmla="*/ 211655 w 425194"/>
              <a:gd name="connsiteY7-34" fmla="*/ 0 h 485927"/>
              <a:gd name="connsiteX0-35" fmla="*/ 211655 w 425194"/>
              <a:gd name="connsiteY0-36" fmla="*/ 0 h 485927"/>
              <a:gd name="connsiteX1-37" fmla="*/ 383105 w 425194"/>
              <a:gd name="connsiteY1-38" fmla="*/ 157551 h 485927"/>
              <a:gd name="connsiteX2-39" fmla="*/ 303297 w 425194"/>
              <a:gd name="connsiteY2-40" fmla="*/ 157551 h 485927"/>
              <a:gd name="connsiteX3-41" fmla="*/ 425194 w 425194"/>
              <a:gd name="connsiteY3-42" fmla="*/ 485927 h 485927"/>
              <a:gd name="connsiteX4-43" fmla="*/ 9022 w 425194"/>
              <a:gd name="connsiteY4-44" fmla="*/ 485927 h 485927"/>
              <a:gd name="connsiteX5-45" fmla="*/ 131351 w 425194"/>
              <a:gd name="connsiteY5-46" fmla="*/ 157551 h 485927"/>
              <a:gd name="connsiteX6-47" fmla="*/ 40205 w 425194"/>
              <a:gd name="connsiteY6-48" fmla="*/ 157551 h 485927"/>
              <a:gd name="connsiteX7-49" fmla="*/ 211655 w 425194"/>
              <a:gd name="connsiteY7-50" fmla="*/ 0 h 485927"/>
              <a:gd name="connsiteX0-51" fmla="*/ 211655 w 425194"/>
              <a:gd name="connsiteY0-52" fmla="*/ 0 h 485927"/>
              <a:gd name="connsiteX1-53" fmla="*/ 383105 w 425194"/>
              <a:gd name="connsiteY1-54" fmla="*/ 157551 h 485927"/>
              <a:gd name="connsiteX2-55" fmla="*/ 303297 w 425194"/>
              <a:gd name="connsiteY2-56" fmla="*/ 157551 h 485927"/>
              <a:gd name="connsiteX3-57" fmla="*/ 425194 w 425194"/>
              <a:gd name="connsiteY3-58" fmla="*/ 485927 h 485927"/>
              <a:gd name="connsiteX4-59" fmla="*/ 9022 w 425194"/>
              <a:gd name="connsiteY4-60" fmla="*/ 485927 h 485927"/>
              <a:gd name="connsiteX5-61" fmla="*/ 131351 w 425194"/>
              <a:gd name="connsiteY5-62" fmla="*/ 157551 h 485927"/>
              <a:gd name="connsiteX6-63" fmla="*/ 40205 w 425194"/>
              <a:gd name="connsiteY6-64" fmla="*/ 157551 h 485927"/>
              <a:gd name="connsiteX7-65" fmla="*/ 211655 w 425194"/>
              <a:gd name="connsiteY7-66" fmla="*/ 0 h 485927"/>
              <a:gd name="connsiteX0-67" fmla="*/ 211049 w 424588"/>
              <a:gd name="connsiteY0-68" fmla="*/ 0 h 485927"/>
              <a:gd name="connsiteX1-69" fmla="*/ 382499 w 424588"/>
              <a:gd name="connsiteY1-70" fmla="*/ 157551 h 485927"/>
              <a:gd name="connsiteX2-71" fmla="*/ 302691 w 424588"/>
              <a:gd name="connsiteY2-72" fmla="*/ 157551 h 485927"/>
              <a:gd name="connsiteX3-73" fmla="*/ 424588 w 424588"/>
              <a:gd name="connsiteY3-74" fmla="*/ 485927 h 485927"/>
              <a:gd name="connsiteX4-75" fmla="*/ 8416 w 424588"/>
              <a:gd name="connsiteY4-76" fmla="*/ 485927 h 485927"/>
              <a:gd name="connsiteX5-77" fmla="*/ 130745 w 424588"/>
              <a:gd name="connsiteY5-78" fmla="*/ 157551 h 485927"/>
              <a:gd name="connsiteX6-79" fmla="*/ 39599 w 424588"/>
              <a:gd name="connsiteY6-80" fmla="*/ 157551 h 485927"/>
              <a:gd name="connsiteX7-81" fmla="*/ 211049 w 424588"/>
              <a:gd name="connsiteY7-82" fmla="*/ 0 h 485927"/>
              <a:gd name="connsiteX0-83" fmla="*/ 202633 w 416172"/>
              <a:gd name="connsiteY0-84" fmla="*/ 0 h 485927"/>
              <a:gd name="connsiteX1-85" fmla="*/ 374083 w 416172"/>
              <a:gd name="connsiteY1-86" fmla="*/ 157551 h 485927"/>
              <a:gd name="connsiteX2-87" fmla="*/ 294275 w 416172"/>
              <a:gd name="connsiteY2-88" fmla="*/ 157551 h 485927"/>
              <a:gd name="connsiteX3-89" fmla="*/ 416172 w 416172"/>
              <a:gd name="connsiteY3-90" fmla="*/ 485927 h 485927"/>
              <a:gd name="connsiteX4-91" fmla="*/ 0 w 416172"/>
              <a:gd name="connsiteY4-92" fmla="*/ 485927 h 485927"/>
              <a:gd name="connsiteX5-93" fmla="*/ 122329 w 416172"/>
              <a:gd name="connsiteY5-94" fmla="*/ 157551 h 485927"/>
              <a:gd name="connsiteX6-95" fmla="*/ 31183 w 416172"/>
              <a:gd name="connsiteY6-96" fmla="*/ 157551 h 485927"/>
              <a:gd name="connsiteX7-97" fmla="*/ 202633 w 416172"/>
              <a:gd name="connsiteY7-98" fmla="*/ 0 h 485927"/>
              <a:gd name="connsiteX0-99" fmla="*/ 204141 w 416172"/>
              <a:gd name="connsiteY0-100" fmla="*/ 0 h 493579"/>
              <a:gd name="connsiteX1-101" fmla="*/ 374083 w 416172"/>
              <a:gd name="connsiteY1-102" fmla="*/ 165203 h 493579"/>
              <a:gd name="connsiteX2-103" fmla="*/ 294275 w 416172"/>
              <a:gd name="connsiteY2-104" fmla="*/ 165203 h 493579"/>
              <a:gd name="connsiteX3-105" fmla="*/ 416172 w 416172"/>
              <a:gd name="connsiteY3-106" fmla="*/ 493579 h 493579"/>
              <a:gd name="connsiteX4-107" fmla="*/ 0 w 416172"/>
              <a:gd name="connsiteY4-108" fmla="*/ 493579 h 493579"/>
              <a:gd name="connsiteX5-109" fmla="*/ 122329 w 416172"/>
              <a:gd name="connsiteY5-110" fmla="*/ 165203 h 493579"/>
              <a:gd name="connsiteX6-111" fmla="*/ 31183 w 416172"/>
              <a:gd name="connsiteY6-112" fmla="*/ 165203 h 493579"/>
              <a:gd name="connsiteX7-113" fmla="*/ 204141 w 416172"/>
              <a:gd name="connsiteY7-114" fmla="*/ 0 h 493579"/>
              <a:gd name="connsiteX0-115" fmla="*/ 207157 w 416172"/>
              <a:gd name="connsiteY0-116" fmla="*/ 0 h 480187"/>
              <a:gd name="connsiteX1-117" fmla="*/ 374083 w 416172"/>
              <a:gd name="connsiteY1-118" fmla="*/ 151811 h 480187"/>
              <a:gd name="connsiteX2-119" fmla="*/ 294275 w 416172"/>
              <a:gd name="connsiteY2-120" fmla="*/ 151811 h 480187"/>
              <a:gd name="connsiteX3-121" fmla="*/ 416172 w 416172"/>
              <a:gd name="connsiteY3-122" fmla="*/ 480187 h 480187"/>
              <a:gd name="connsiteX4-123" fmla="*/ 0 w 416172"/>
              <a:gd name="connsiteY4-124" fmla="*/ 480187 h 480187"/>
              <a:gd name="connsiteX5-125" fmla="*/ 122329 w 416172"/>
              <a:gd name="connsiteY5-126" fmla="*/ 151811 h 480187"/>
              <a:gd name="connsiteX6-127" fmla="*/ 31183 w 416172"/>
              <a:gd name="connsiteY6-128" fmla="*/ 151811 h 480187"/>
              <a:gd name="connsiteX7-129" fmla="*/ 207157 w 416172"/>
              <a:gd name="connsiteY7-130" fmla="*/ 0 h 48018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416172" h="480187">
                <a:moveTo>
                  <a:pt x="207157" y="0"/>
                </a:moveTo>
                <a:cubicBezTo>
                  <a:pt x="242876" y="59661"/>
                  <a:pt x="269308" y="99294"/>
                  <a:pt x="374083" y="151811"/>
                </a:cubicBezTo>
                <a:lnTo>
                  <a:pt x="294275" y="151811"/>
                </a:lnTo>
                <a:cubicBezTo>
                  <a:pt x="294195" y="282314"/>
                  <a:pt x="348398" y="387946"/>
                  <a:pt x="416172" y="480187"/>
                </a:cubicBezTo>
                <a:lnTo>
                  <a:pt x="0" y="480187"/>
                </a:lnTo>
                <a:cubicBezTo>
                  <a:pt x="59593" y="423545"/>
                  <a:pt x="132211" y="237150"/>
                  <a:pt x="122329" y="151811"/>
                </a:cubicBezTo>
                <a:lnTo>
                  <a:pt x="31183" y="151811"/>
                </a:lnTo>
                <a:cubicBezTo>
                  <a:pt x="131195" y="101675"/>
                  <a:pt x="185726" y="45373"/>
                  <a:pt x="207157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6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 w="38100">
            <a:noFill/>
          </a:ln>
          <a:effectLst>
            <a:outerShdw blurRad="411480" dist="123444" dir="5400000" sx="108000" sy="108000" algn="ctr" rotWithShape="0">
              <a:schemeClr val="accent3">
                <a:alpha val="1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755" tIns="49378" rIns="98755" bIns="49378" rtlCol="0" anchor="ctr"/>
          <a:lstStyle/>
          <a:p>
            <a:pPr algn="ctr"/>
            <a:endParaRPr lang="zh-CN" altLang="en-US" sz="1945" dirty="0">
              <a:solidFill>
                <a:schemeClr val="bg1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endParaRPr lang="zh-CN" altLang="en-US" sz="1945" dirty="0">
              <a:solidFill>
                <a:schemeClr val="bg1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8738235" y="348615"/>
            <a:ext cx="3219450" cy="332740"/>
            <a:chOff x="13761" y="549"/>
            <a:chExt cx="5070" cy="524"/>
          </a:xfrm>
        </p:grpSpPr>
        <p:pic>
          <p:nvPicPr>
            <p:cNvPr id="7" name="图片 6"/>
            <p:cNvPicPr>
              <a:picLocks noChangeAspect="1"/>
            </p:cNvPicPr>
            <p:nvPr userDrawn="1"/>
          </p:nvPicPr>
          <p:blipFill>
            <a:blip r:embed="rId11"/>
            <a:srcRect l="17002" t="-1765" r="56499" b="-1176"/>
            <a:stretch>
              <a:fillRect/>
            </a:stretch>
          </p:blipFill>
          <p:spPr>
            <a:xfrm>
              <a:off x="13761" y="549"/>
              <a:ext cx="1582" cy="525"/>
            </a:xfrm>
            <a:prstGeom prst="rect">
              <a:avLst/>
            </a:prstGeom>
          </p:spPr>
        </p:pic>
        <p:sp>
          <p:nvSpPr>
            <p:cNvPr id="8" name="文本框 7"/>
            <p:cNvSpPr txBox="1"/>
            <p:nvPr userDrawn="1"/>
          </p:nvSpPr>
          <p:spPr>
            <a:xfrm>
              <a:off x="15219" y="655"/>
              <a:ext cx="3613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复杂逻辑场景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·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框架搭建系列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PPT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模板</a:t>
              </a:r>
              <a:endPara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cxnSp>
        <p:nvCxnSpPr>
          <p:cNvPr id="13" name="直线连接符 7"/>
          <p:cNvCxnSpPr/>
          <p:nvPr userDrawn="1"/>
        </p:nvCxnSpPr>
        <p:spPr>
          <a:xfrm>
            <a:off x="369165" y="839204"/>
            <a:ext cx="11459846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紫荆的职场Point42-1"/>
          <p:cNvSpPr/>
          <p:nvPr/>
        </p:nvSpPr>
        <p:spPr>
          <a:xfrm>
            <a:off x="7576820" y="5753100"/>
            <a:ext cx="1075690" cy="342265"/>
          </a:xfrm>
          <a:custGeom>
            <a:avLst/>
            <a:gdLst>
              <a:gd name="connsiteX0" fmla="*/ 162128 w 2196357"/>
              <a:gd name="connsiteY0" fmla="*/ 0 h 342371"/>
              <a:gd name="connsiteX1" fmla="*/ 980125 w 2196357"/>
              <a:gd name="connsiteY1" fmla="*/ 0 h 342371"/>
              <a:gd name="connsiteX2" fmla="*/ 1319493 w 2196357"/>
              <a:gd name="connsiteY2" fmla="*/ 0 h 342371"/>
              <a:gd name="connsiteX3" fmla="*/ 2137489 w 2196357"/>
              <a:gd name="connsiteY3" fmla="*/ 0 h 342371"/>
              <a:gd name="connsiteX4" fmla="*/ 2195516 w 2196357"/>
              <a:gd name="connsiteY4" fmla="*/ 61604 h 342371"/>
              <a:gd name="connsiteX5" fmla="*/ 2129416 w 2196357"/>
              <a:gd name="connsiteY5" fmla="*/ 280767 h 342371"/>
              <a:gd name="connsiteX6" fmla="*/ 2034229 w 2196357"/>
              <a:gd name="connsiteY6" fmla="*/ 342371 h 342371"/>
              <a:gd name="connsiteX7" fmla="*/ 1216233 w 2196357"/>
              <a:gd name="connsiteY7" fmla="*/ 342371 h 342371"/>
              <a:gd name="connsiteX8" fmla="*/ 876865 w 2196357"/>
              <a:gd name="connsiteY8" fmla="*/ 342371 h 342371"/>
              <a:gd name="connsiteX9" fmla="*/ 58868 w 2196357"/>
              <a:gd name="connsiteY9" fmla="*/ 342371 h 342371"/>
              <a:gd name="connsiteX10" fmla="*/ 841 w 2196357"/>
              <a:gd name="connsiteY10" fmla="*/ 280767 h 342371"/>
              <a:gd name="connsiteX11" fmla="*/ 66941 w 2196357"/>
              <a:gd name="connsiteY11" fmla="*/ 61604 h 342371"/>
              <a:gd name="connsiteX12" fmla="*/ 162128 w 2196357"/>
              <a:gd name="connsiteY12" fmla="*/ 0 h 3423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196357" h="342371">
                <a:moveTo>
                  <a:pt x="162128" y="0"/>
                </a:moveTo>
                <a:lnTo>
                  <a:pt x="980125" y="0"/>
                </a:lnTo>
                <a:lnTo>
                  <a:pt x="1319493" y="0"/>
                </a:lnTo>
                <a:lnTo>
                  <a:pt x="2137489" y="0"/>
                </a:lnTo>
                <a:cubicBezTo>
                  <a:pt x="2137489" y="0"/>
                  <a:pt x="2204577" y="6160"/>
                  <a:pt x="2195516" y="61604"/>
                </a:cubicBezTo>
                <a:lnTo>
                  <a:pt x="2129416" y="280767"/>
                </a:lnTo>
                <a:cubicBezTo>
                  <a:pt x="2129416" y="280767"/>
                  <a:pt x="2105033" y="336210"/>
                  <a:pt x="2034229" y="342371"/>
                </a:cubicBezTo>
                <a:lnTo>
                  <a:pt x="1216233" y="342371"/>
                </a:lnTo>
                <a:lnTo>
                  <a:pt x="876865" y="342371"/>
                </a:lnTo>
                <a:lnTo>
                  <a:pt x="58868" y="342371"/>
                </a:lnTo>
                <a:cubicBezTo>
                  <a:pt x="58868" y="342371"/>
                  <a:pt x="-8221" y="336210"/>
                  <a:pt x="841" y="280767"/>
                </a:cubicBezTo>
                <a:lnTo>
                  <a:pt x="66941" y="61604"/>
                </a:lnTo>
                <a:cubicBezTo>
                  <a:pt x="66941" y="61604"/>
                  <a:pt x="91324" y="6160"/>
                  <a:pt x="162128" y="0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5" tIns="49378" rIns="98755" bIns="49378" rtlCol="0" anchor="ctr">
            <a:noAutofit/>
          </a:bodyPr>
          <a:lstStyle/>
          <a:p>
            <a:pPr algn="ctr"/>
            <a:endParaRPr lang="zh-CN" altLang="en-US" sz="1945" dirty="0"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紫荆的职场Point42-2"/>
          <p:cNvSpPr txBox="1"/>
          <p:nvPr/>
        </p:nvSpPr>
        <p:spPr>
          <a:xfrm>
            <a:off x="7689850" y="5718810"/>
            <a:ext cx="894080" cy="3492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风险管理</a:t>
            </a:r>
            <a:endParaRPr lang="zh-CN" altLang="en-US" sz="1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紫荆的职场Point5"/>
          <p:cNvSpPr/>
          <p:nvPr/>
        </p:nvSpPr>
        <p:spPr>
          <a:xfrm rot="5400000" flipH="1">
            <a:off x="8413750" y="1964690"/>
            <a:ext cx="2966720" cy="3950335"/>
          </a:xfrm>
          <a:custGeom>
            <a:avLst/>
            <a:gdLst>
              <a:gd name="connsiteX0" fmla="*/ 202633 w 416172"/>
              <a:gd name="connsiteY0" fmla="*/ 0 h 485927"/>
              <a:gd name="connsiteX1" fmla="*/ 374083 w 416172"/>
              <a:gd name="connsiteY1" fmla="*/ 157551 h 485927"/>
              <a:gd name="connsiteX2" fmla="*/ 294275 w 416172"/>
              <a:gd name="connsiteY2" fmla="*/ 157551 h 485927"/>
              <a:gd name="connsiteX3" fmla="*/ 306015 w 416172"/>
              <a:gd name="connsiteY3" fmla="*/ 222549 h 485927"/>
              <a:gd name="connsiteX4" fmla="*/ 416172 w 416172"/>
              <a:gd name="connsiteY4" fmla="*/ 485927 h 485927"/>
              <a:gd name="connsiteX5" fmla="*/ 0 w 416172"/>
              <a:gd name="connsiteY5" fmla="*/ 485927 h 485927"/>
              <a:gd name="connsiteX6" fmla="*/ 112166 w 416172"/>
              <a:gd name="connsiteY6" fmla="*/ 219870 h 485927"/>
              <a:gd name="connsiteX7" fmla="*/ 122329 w 416172"/>
              <a:gd name="connsiteY7" fmla="*/ 157551 h 485927"/>
              <a:gd name="connsiteX8" fmla="*/ 31183 w 416172"/>
              <a:gd name="connsiteY8" fmla="*/ 157551 h 485927"/>
              <a:gd name="connsiteX9" fmla="*/ 202633 w 416172"/>
              <a:gd name="connsiteY9" fmla="*/ 0 h 485927"/>
              <a:gd name="connsiteX0-1" fmla="*/ 211655 w 425194"/>
              <a:gd name="connsiteY0-2" fmla="*/ 0 h 485927"/>
              <a:gd name="connsiteX1-3" fmla="*/ 383105 w 425194"/>
              <a:gd name="connsiteY1-4" fmla="*/ 157551 h 485927"/>
              <a:gd name="connsiteX2-5" fmla="*/ 303297 w 425194"/>
              <a:gd name="connsiteY2-6" fmla="*/ 157551 h 485927"/>
              <a:gd name="connsiteX3-7" fmla="*/ 315037 w 425194"/>
              <a:gd name="connsiteY3-8" fmla="*/ 222549 h 485927"/>
              <a:gd name="connsiteX4-9" fmla="*/ 425194 w 425194"/>
              <a:gd name="connsiteY4-10" fmla="*/ 485927 h 485927"/>
              <a:gd name="connsiteX5-11" fmla="*/ 9022 w 425194"/>
              <a:gd name="connsiteY5-12" fmla="*/ 485927 h 485927"/>
              <a:gd name="connsiteX6-13" fmla="*/ 131351 w 425194"/>
              <a:gd name="connsiteY6-14" fmla="*/ 157551 h 485927"/>
              <a:gd name="connsiteX7-15" fmla="*/ 40205 w 425194"/>
              <a:gd name="connsiteY7-16" fmla="*/ 157551 h 485927"/>
              <a:gd name="connsiteX8-17" fmla="*/ 211655 w 425194"/>
              <a:gd name="connsiteY8-18" fmla="*/ 0 h 485927"/>
              <a:gd name="connsiteX0-19" fmla="*/ 211655 w 425194"/>
              <a:gd name="connsiteY0-20" fmla="*/ 0 h 485927"/>
              <a:gd name="connsiteX1-21" fmla="*/ 383105 w 425194"/>
              <a:gd name="connsiteY1-22" fmla="*/ 157551 h 485927"/>
              <a:gd name="connsiteX2-23" fmla="*/ 303297 w 425194"/>
              <a:gd name="connsiteY2-24" fmla="*/ 157551 h 485927"/>
              <a:gd name="connsiteX3-25" fmla="*/ 425194 w 425194"/>
              <a:gd name="connsiteY3-26" fmla="*/ 485927 h 485927"/>
              <a:gd name="connsiteX4-27" fmla="*/ 9022 w 425194"/>
              <a:gd name="connsiteY4-28" fmla="*/ 485927 h 485927"/>
              <a:gd name="connsiteX5-29" fmla="*/ 131351 w 425194"/>
              <a:gd name="connsiteY5-30" fmla="*/ 157551 h 485927"/>
              <a:gd name="connsiteX6-31" fmla="*/ 40205 w 425194"/>
              <a:gd name="connsiteY6-32" fmla="*/ 157551 h 485927"/>
              <a:gd name="connsiteX7-33" fmla="*/ 211655 w 425194"/>
              <a:gd name="connsiteY7-34" fmla="*/ 0 h 485927"/>
              <a:gd name="connsiteX0-35" fmla="*/ 211655 w 425194"/>
              <a:gd name="connsiteY0-36" fmla="*/ 0 h 485927"/>
              <a:gd name="connsiteX1-37" fmla="*/ 383105 w 425194"/>
              <a:gd name="connsiteY1-38" fmla="*/ 157551 h 485927"/>
              <a:gd name="connsiteX2-39" fmla="*/ 303297 w 425194"/>
              <a:gd name="connsiteY2-40" fmla="*/ 157551 h 485927"/>
              <a:gd name="connsiteX3-41" fmla="*/ 425194 w 425194"/>
              <a:gd name="connsiteY3-42" fmla="*/ 485927 h 485927"/>
              <a:gd name="connsiteX4-43" fmla="*/ 9022 w 425194"/>
              <a:gd name="connsiteY4-44" fmla="*/ 485927 h 485927"/>
              <a:gd name="connsiteX5-45" fmla="*/ 131351 w 425194"/>
              <a:gd name="connsiteY5-46" fmla="*/ 157551 h 485927"/>
              <a:gd name="connsiteX6-47" fmla="*/ 40205 w 425194"/>
              <a:gd name="connsiteY6-48" fmla="*/ 157551 h 485927"/>
              <a:gd name="connsiteX7-49" fmla="*/ 211655 w 425194"/>
              <a:gd name="connsiteY7-50" fmla="*/ 0 h 485927"/>
              <a:gd name="connsiteX0-51" fmla="*/ 211655 w 425194"/>
              <a:gd name="connsiteY0-52" fmla="*/ 0 h 485927"/>
              <a:gd name="connsiteX1-53" fmla="*/ 383105 w 425194"/>
              <a:gd name="connsiteY1-54" fmla="*/ 157551 h 485927"/>
              <a:gd name="connsiteX2-55" fmla="*/ 303297 w 425194"/>
              <a:gd name="connsiteY2-56" fmla="*/ 157551 h 485927"/>
              <a:gd name="connsiteX3-57" fmla="*/ 425194 w 425194"/>
              <a:gd name="connsiteY3-58" fmla="*/ 485927 h 485927"/>
              <a:gd name="connsiteX4-59" fmla="*/ 9022 w 425194"/>
              <a:gd name="connsiteY4-60" fmla="*/ 485927 h 485927"/>
              <a:gd name="connsiteX5-61" fmla="*/ 131351 w 425194"/>
              <a:gd name="connsiteY5-62" fmla="*/ 157551 h 485927"/>
              <a:gd name="connsiteX6-63" fmla="*/ 40205 w 425194"/>
              <a:gd name="connsiteY6-64" fmla="*/ 157551 h 485927"/>
              <a:gd name="connsiteX7-65" fmla="*/ 211655 w 425194"/>
              <a:gd name="connsiteY7-66" fmla="*/ 0 h 485927"/>
              <a:gd name="connsiteX0-67" fmla="*/ 211049 w 424588"/>
              <a:gd name="connsiteY0-68" fmla="*/ 0 h 485927"/>
              <a:gd name="connsiteX1-69" fmla="*/ 382499 w 424588"/>
              <a:gd name="connsiteY1-70" fmla="*/ 157551 h 485927"/>
              <a:gd name="connsiteX2-71" fmla="*/ 302691 w 424588"/>
              <a:gd name="connsiteY2-72" fmla="*/ 157551 h 485927"/>
              <a:gd name="connsiteX3-73" fmla="*/ 424588 w 424588"/>
              <a:gd name="connsiteY3-74" fmla="*/ 485927 h 485927"/>
              <a:gd name="connsiteX4-75" fmla="*/ 8416 w 424588"/>
              <a:gd name="connsiteY4-76" fmla="*/ 485927 h 485927"/>
              <a:gd name="connsiteX5-77" fmla="*/ 130745 w 424588"/>
              <a:gd name="connsiteY5-78" fmla="*/ 157551 h 485927"/>
              <a:gd name="connsiteX6-79" fmla="*/ 39599 w 424588"/>
              <a:gd name="connsiteY6-80" fmla="*/ 157551 h 485927"/>
              <a:gd name="connsiteX7-81" fmla="*/ 211049 w 424588"/>
              <a:gd name="connsiteY7-82" fmla="*/ 0 h 485927"/>
              <a:gd name="connsiteX0-83" fmla="*/ 202633 w 416172"/>
              <a:gd name="connsiteY0-84" fmla="*/ 0 h 485927"/>
              <a:gd name="connsiteX1-85" fmla="*/ 374083 w 416172"/>
              <a:gd name="connsiteY1-86" fmla="*/ 157551 h 485927"/>
              <a:gd name="connsiteX2-87" fmla="*/ 294275 w 416172"/>
              <a:gd name="connsiteY2-88" fmla="*/ 157551 h 485927"/>
              <a:gd name="connsiteX3-89" fmla="*/ 416172 w 416172"/>
              <a:gd name="connsiteY3-90" fmla="*/ 485927 h 485927"/>
              <a:gd name="connsiteX4-91" fmla="*/ 0 w 416172"/>
              <a:gd name="connsiteY4-92" fmla="*/ 485927 h 485927"/>
              <a:gd name="connsiteX5-93" fmla="*/ 122329 w 416172"/>
              <a:gd name="connsiteY5-94" fmla="*/ 157551 h 485927"/>
              <a:gd name="connsiteX6-95" fmla="*/ 31183 w 416172"/>
              <a:gd name="connsiteY6-96" fmla="*/ 157551 h 485927"/>
              <a:gd name="connsiteX7-97" fmla="*/ 202633 w 416172"/>
              <a:gd name="connsiteY7-98" fmla="*/ 0 h 485927"/>
              <a:gd name="connsiteX0-99" fmla="*/ 204141 w 416172"/>
              <a:gd name="connsiteY0-100" fmla="*/ 0 h 493579"/>
              <a:gd name="connsiteX1-101" fmla="*/ 374083 w 416172"/>
              <a:gd name="connsiteY1-102" fmla="*/ 165203 h 493579"/>
              <a:gd name="connsiteX2-103" fmla="*/ 294275 w 416172"/>
              <a:gd name="connsiteY2-104" fmla="*/ 165203 h 493579"/>
              <a:gd name="connsiteX3-105" fmla="*/ 416172 w 416172"/>
              <a:gd name="connsiteY3-106" fmla="*/ 493579 h 493579"/>
              <a:gd name="connsiteX4-107" fmla="*/ 0 w 416172"/>
              <a:gd name="connsiteY4-108" fmla="*/ 493579 h 493579"/>
              <a:gd name="connsiteX5-109" fmla="*/ 122329 w 416172"/>
              <a:gd name="connsiteY5-110" fmla="*/ 165203 h 493579"/>
              <a:gd name="connsiteX6-111" fmla="*/ 31183 w 416172"/>
              <a:gd name="connsiteY6-112" fmla="*/ 165203 h 493579"/>
              <a:gd name="connsiteX7-113" fmla="*/ 204141 w 416172"/>
              <a:gd name="connsiteY7-114" fmla="*/ 0 h 493579"/>
              <a:gd name="connsiteX0-115" fmla="*/ 207157 w 416172"/>
              <a:gd name="connsiteY0-116" fmla="*/ 0 h 480187"/>
              <a:gd name="connsiteX1-117" fmla="*/ 374083 w 416172"/>
              <a:gd name="connsiteY1-118" fmla="*/ 151811 h 480187"/>
              <a:gd name="connsiteX2-119" fmla="*/ 294275 w 416172"/>
              <a:gd name="connsiteY2-120" fmla="*/ 151811 h 480187"/>
              <a:gd name="connsiteX3-121" fmla="*/ 416172 w 416172"/>
              <a:gd name="connsiteY3-122" fmla="*/ 480187 h 480187"/>
              <a:gd name="connsiteX4-123" fmla="*/ 0 w 416172"/>
              <a:gd name="connsiteY4-124" fmla="*/ 480187 h 480187"/>
              <a:gd name="connsiteX5-125" fmla="*/ 122329 w 416172"/>
              <a:gd name="connsiteY5-126" fmla="*/ 151811 h 480187"/>
              <a:gd name="connsiteX6-127" fmla="*/ 31183 w 416172"/>
              <a:gd name="connsiteY6-128" fmla="*/ 151811 h 480187"/>
              <a:gd name="connsiteX7-129" fmla="*/ 207157 w 416172"/>
              <a:gd name="connsiteY7-130" fmla="*/ 0 h 48018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416172" h="480187">
                <a:moveTo>
                  <a:pt x="207157" y="0"/>
                </a:moveTo>
                <a:cubicBezTo>
                  <a:pt x="242876" y="59661"/>
                  <a:pt x="269308" y="99294"/>
                  <a:pt x="374083" y="151811"/>
                </a:cubicBezTo>
                <a:lnTo>
                  <a:pt x="294275" y="151811"/>
                </a:lnTo>
                <a:cubicBezTo>
                  <a:pt x="294195" y="282314"/>
                  <a:pt x="348398" y="387946"/>
                  <a:pt x="416172" y="480187"/>
                </a:cubicBezTo>
                <a:lnTo>
                  <a:pt x="0" y="480187"/>
                </a:lnTo>
                <a:cubicBezTo>
                  <a:pt x="59593" y="423545"/>
                  <a:pt x="132211" y="237150"/>
                  <a:pt x="122329" y="151811"/>
                </a:cubicBezTo>
                <a:lnTo>
                  <a:pt x="31183" y="151811"/>
                </a:lnTo>
                <a:cubicBezTo>
                  <a:pt x="131195" y="101675"/>
                  <a:pt x="185726" y="45373"/>
                  <a:pt x="207157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5">
                  <a:lumMod val="20000"/>
                  <a:lumOff val="80000"/>
                </a:schemeClr>
              </a:gs>
              <a:gs pos="71000">
                <a:schemeClr val="accent5">
                  <a:lumMod val="20000"/>
                  <a:lumOff val="80000"/>
                  <a:alpha val="0"/>
                </a:schemeClr>
              </a:gs>
            </a:gsLst>
            <a:lin ang="5400000" scaled="1"/>
          </a:gradFill>
          <a:ln>
            <a:gradFill>
              <a:gsLst>
                <a:gs pos="100000">
                  <a:schemeClr val="accent5"/>
                </a:gs>
                <a:gs pos="51000">
                  <a:schemeClr val="accent5">
                    <a:lumMod val="40000"/>
                    <a:lumOff val="60000"/>
                  </a:schemeClr>
                </a:gs>
                <a:gs pos="30000">
                  <a:schemeClr val="accent5">
                    <a:lumMod val="40000"/>
                    <a:lumOff val="60000"/>
                    <a:alpha val="0"/>
                  </a:schemeClr>
                </a:gs>
              </a:gsLst>
              <a:lin ang="1674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sp>
        <p:nvSpPr>
          <p:cNvPr id="122" name="紫荆的职场Point5"/>
          <p:cNvSpPr/>
          <p:nvPr/>
        </p:nvSpPr>
        <p:spPr>
          <a:xfrm rot="16200000">
            <a:off x="936625" y="2047875"/>
            <a:ext cx="2966720" cy="3950335"/>
          </a:xfrm>
          <a:custGeom>
            <a:avLst/>
            <a:gdLst>
              <a:gd name="connsiteX0" fmla="*/ 202633 w 416172"/>
              <a:gd name="connsiteY0" fmla="*/ 0 h 485927"/>
              <a:gd name="connsiteX1" fmla="*/ 374083 w 416172"/>
              <a:gd name="connsiteY1" fmla="*/ 157551 h 485927"/>
              <a:gd name="connsiteX2" fmla="*/ 294275 w 416172"/>
              <a:gd name="connsiteY2" fmla="*/ 157551 h 485927"/>
              <a:gd name="connsiteX3" fmla="*/ 306015 w 416172"/>
              <a:gd name="connsiteY3" fmla="*/ 222549 h 485927"/>
              <a:gd name="connsiteX4" fmla="*/ 416172 w 416172"/>
              <a:gd name="connsiteY4" fmla="*/ 485927 h 485927"/>
              <a:gd name="connsiteX5" fmla="*/ 0 w 416172"/>
              <a:gd name="connsiteY5" fmla="*/ 485927 h 485927"/>
              <a:gd name="connsiteX6" fmla="*/ 112166 w 416172"/>
              <a:gd name="connsiteY6" fmla="*/ 219870 h 485927"/>
              <a:gd name="connsiteX7" fmla="*/ 122329 w 416172"/>
              <a:gd name="connsiteY7" fmla="*/ 157551 h 485927"/>
              <a:gd name="connsiteX8" fmla="*/ 31183 w 416172"/>
              <a:gd name="connsiteY8" fmla="*/ 157551 h 485927"/>
              <a:gd name="connsiteX9" fmla="*/ 202633 w 416172"/>
              <a:gd name="connsiteY9" fmla="*/ 0 h 485927"/>
              <a:gd name="connsiteX0-1" fmla="*/ 211655 w 425194"/>
              <a:gd name="connsiteY0-2" fmla="*/ 0 h 485927"/>
              <a:gd name="connsiteX1-3" fmla="*/ 383105 w 425194"/>
              <a:gd name="connsiteY1-4" fmla="*/ 157551 h 485927"/>
              <a:gd name="connsiteX2-5" fmla="*/ 303297 w 425194"/>
              <a:gd name="connsiteY2-6" fmla="*/ 157551 h 485927"/>
              <a:gd name="connsiteX3-7" fmla="*/ 315037 w 425194"/>
              <a:gd name="connsiteY3-8" fmla="*/ 222549 h 485927"/>
              <a:gd name="connsiteX4-9" fmla="*/ 425194 w 425194"/>
              <a:gd name="connsiteY4-10" fmla="*/ 485927 h 485927"/>
              <a:gd name="connsiteX5-11" fmla="*/ 9022 w 425194"/>
              <a:gd name="connsiteY5-12" fmla="*/ 485927 h 485927"/>
              <a:gd name="connsiteX6-13" fmla="*/ 131351 w 425194"/>
              <a:gd name="connsiteY6-14" fmla="*/ 157551 h 485927"/>
              <a:gd name="connsiteX7-15" fmla="*/ 40205 w 425194"/>
              <a:gd name="connsiteY7-16" fmla="*/ 157551 h 485927"/>
              <a:gd name="connsiteX8-17" fmla="*/ 211655 w 425194"/>
              <a:gd name="connsiteY8-18" fmla="*/ 0 h 485927"/>
              <a:gd name="connsiteX0-19" fmla="*/ 211655 w 425194"/>
              <a:gd name="connsiteY0-20" fmla="*/ 0 h 485927"/>
              <a:gd name="connsiteX1-21" fmla="*/ 383105 w 425194"/>
              <a:gd name="connsiteY1-22" fmla="*/ 157551 h 485927"/>
              <a:gd name="connsiteX2-23" fmla="*/ 303297 w 425194"/>
              <a:gd name="connsiteY2-24" fmla="*/ 157551 h 485927"/>
              <a:gd name="connsiteX3-25" fmla="*/ 425194 w 425194"/>
              <a:gd name="connsiteY3-26" fmla="*/ 485927 h 485927"/>
              <a:gd name="connsiteX4-27" fmla="*/ 9022 w 425194"/>
              <a:gd name="connsiteY4-28" fmla="*/ 485927 h 485927"/>
              <a:gd name="connsiteX5-29" fmla="*/ 131351 w 425194"/>
              <a:gd name="connsiteY5-30" fmla="*/ 157551 h 485927"/>
              <a:gd name="connsiteX6-31" fmla="*/ 40205 w 425194"/>
              <a:gd name="connsiteY6-32" fmla="*/ 157551 h 485927"/>
              <a:gd name="connsiteX7-33" fmla="*/ 211655 w 425194"/>
              <a:gd name="connsiteY7-34" fmla="*/ 0 h 485927"/>
              <a:gd name="connsiteX0-35" fmla="*/ 211655 w 425194"/>
              <a:gd name="connsiteY0-36" fmla="*/ 0 h 485927"/>
              <a:gd name="connsiteX1-37" fmla="*/ 383105 w 425194"/>
              <a:gd name="connsiteY1-38" fmla="*/ 157551 h 485927"/>
              <a:gd name="connsiteX2-39" fmla="*/ 303297 w 425194"/>
              <a:gd name="connsiteY2-40" fmla="*/ 157551 h 485927"/>
              <a:gd name="connsiteX3-41" fmla="*/ 425194 w 425194"/>
              <a:gd name="connsiteY3-42" fmla="*/ 485927 h 485927"/>
              <a:gd name="connsiteX4-43" fmla="*/ 9022 w 425194"/>
              <a:gd name="connsiteY4-44" fmla="*/ 485927 h 485927"/>
              <a:gd name="connsiteX5-45" fmla="*/ 131351 w 425194"/>
              <a:gd name="connsiteY5-46" fmla="*/ 157551 h 485927"/>
              <a:gd name="connsiteX6-47" fmla="*/ 40205 w 425194"/>
              <a:gd name="connsiteY6-48" fmla="*/ 157551 h 485927"/>
              <a:gd name="connsiteX7-49" fmla="*/ 211655 w 425194"/>
              <a:gd name="connsiteY7-50" fmla="*/ 0 h 485927"/>
              <a:gd name="connsiteX0-51" fmla="*/ 211655 w 425194"/>
              <a:gd name="connsiteY0-52" fmla="*/ 0 h 485927"/>
              <a:gd name="connsiteX1-53" fmla="*/ 383105 w 425194"/>
              <a:gd name="connsiteY1-54" fmla="*/ 157551 h 485927"/>
              <a:gd name="connsiteX2-55" fmla="*/ 303297 w 425194"/>
              <a:gd name="connsiteY2-56" fmla="*/ 157551 h 485927"/>
              <a:gd name="connsiteX3-57" fmla="*/ 425194 w 425194"/>
              <a:gd name="connsiteY3-58" fmla="*/ 485927 h 485927"/>
              <a:gd name="connsiteX4-59" fmla="*/ 9022 w 425194"/>
              <a:gd name="connsiteY4-60" fmla="*/ 485927 h 485927"/>
              <a:gd name="connsiteX5-61" fmla="*/ 131351 w 425194"/>
              <a:gd name="connsiteY5-62" fmla="*/ 157551 h 485927"/>
              <a:gd name="connsiteX6-63" fmla="*/ 40205 w 425194"/>
              <a:gd name="connsiteY6-64" fmla="*/ 157551 h 485927"/>
              <a:gd name="connsiteX7-65" fmla="*/ 211655 w 425194"/>
              <a:gd name="connsiteY7-66" fmla="*/ 0 h 485927"/>
              <a:gd name="connsiteX0-67" fmla="*/ 211049 w 424588"/>
              <a:gd name="connsiteY0-68" fmla="*/ 0 h 485927"/>
              <a:gd name="connsiteX1-69" fmla="*/ 382499 w 424588"/>
              <a:gd name="connsiteY1-70" fmla="*/ 157551 h 485927"/>
              <a:gd name="connsiteX2-71" fmla="*/ 302691 w 424588"/>
              <a:gd name="connsiteY2-72" fmla="*/ 157551 h 485927"/>
              <a:gd name="connsiteX3-73" fmla="*/ 424588 w 424588"/>
              <a:gd name="connsiteY3-74" fmla="*/ 485927 h 485927"/>
              <a:gd name="connsiteX4-75" fmla="*/ 8416 w 424588"/>
              <a:gd name="connsiteY4-76" fmla="*/ 485927 h 485927"/>
              <a:gd name="connsiteX5-77" fmla="*/ 130745 w 424588"/>
              <a:gd name="connsiteY5-78" fmla="*/ 157551 h 485927"/>
              <a:gd name="connsiteX6-79" fmla="*/ 39599 w 424588"/>
              <a:gd name="connsiteY6-80" fmla="*/ 157551 h 485927"/>
              <a:gd name="connsiteX7-81" fmla="*/ 211049 w 424588"/>
              <a:gd name="connsiteY7-82" fmla="*/ 0 h 485927"/>
              <a:gd name="connsiteX0-83" fmla="*/ 202633 w 416172"/>
              <a:gd name="connsiteY0-84" fmla="*/ 0 h 485927"/>
              <a:gd name="connsiteX1-85" fmla="*/ 374083 w 416172"/>
              <a:gd name="connsiteY1-86" fmla="*/ 157551 h 485927"/>
              <a:gd name="connsiteX2-87" fmla="*/ 294275 w 416172"/>
              <a:gd name="connsiteY2-88" fmla="*/ 157551 h 485927"/>
              <a:gd name="connsiteX3-89" fmla="*/ 416172 w 416172"/>
              <a:gd name="connsiteY3-90" fmla="*/ 485927 h 485927"/>
              <a:gd name="connsiteX4-91" fmla="*/ 0 w 416172"/>
              <a:gd name="connsiteY4-92" fmla="*/ 485927 h 485927"/>
              <a:gd name="connsiteX5-93" fmla="*/ 122329 w 416172"/>
              <a:gd name="connsiteY5-94" fmla="*/ 157551 h 485927"/>
              <a:gd name="connsiteX6-95" fmla="*/ 31183 w 416172"/>
              <a:gd name="connsiteY6-96" fmla="*/ 157551 h 485927"/>
              <a:gd name="connsiteX7-97" fmla="*/ 202633 w 416172"/>
              <a:gd name="connsiteY7-98" fmla="*/ 0 h 485927"/>
              <a:gd name="connsiteX0-99" fmla="*/ 204141 w 416172"/>
              <a:gd name="connsiteY0-100" fmla="*/ 0 h 493579"/>
              <a:gd name="connsiteX1-101" fmla="*/ 374083 w 416172"/>
              <a:gd name="connsiteY1-102" fmla="*/ 165203 h 493579"/>
              <a:gd name="connsiteX2-103" fmla="*/ 294275 w 416172"/>
              <a:gd name="connsiteY2-104" fmla="*/ 165203 h 493579"/>
              <a:gd name="connsiteX3-105" fmla="*/ 416172 w 416172"/>
              <a:gd name="connsiteY3-106" fmla="*/ 493579 h 493579"/>
              <a:gd name="connsiteX4-107" fmla="*/ 0 w 416172"/>
              <a:gd name="connsiteY4-108" fmla="*/ 493579 h 493579"/>
              <a:gd name="connsiteX5-109" fmla="*/ 122329 w 416172"/>
              <a:gd name="connsiteY5-110" fmla="*/ 165203 h 493579"/>
              <a:gd name="connsiteX6-111" fmla="*/ 31183 w 416172"/>
              <a:gd name="connsiteY6-112" fmla="*/ 165203 h 493579"/>
              <a:gd name="connsiteX7-113" fmla="*/ 204141 w 416172"/>
              <a:gd name="connsiteY7-114" fmla="*/ 0 h 493579"/>
              <a:gd name="connsiteX0-115" fmla="*/ 207157 w 416172"/>
              <a:gd name="connsiteY0-116" fmla="*/ 0 h 480187"/>
              <a:gd name="connsiteX1-117" fmla="*/ 374083 w 416172"/>
              <a:gd name="connsiteY1-118" fmla="*/ 151811 h 480187"/>
              <a:gd name="connsiteX2-119" fmla="*/ 294275 w 416172"/>
              <a:gd name="connsiteY2-120" fmla="*/ 151811 h 480187"/>
              <a:gd name="connsiteX3-121" fmla="*/ 416172 w 416172"/>
              <a:gd name="connsiteY3-122" fmla="*/ 480187 h 480187"/>
              <a:gd name="connsiteX4-123" fmla="*/ 0 w 416172"/>
              <a:gd name="connsiteY4-124" fmla="*/ 480187 h 480187"/>
              <a:gd name="connsiteX5-125" fmla="*/ 122329 w 416172"/>
              <a:gd name="connsiteY5-126" fmla="*/ 151811 h 480187"/>
              <a:gd name="connsiteX6-127" fmla="*/ 31183 w 416172"/>
              <a:gd name="connsiteY6-128" fmla="*/ 151811 h 480187"/>
              <a:gd name="connsiteX7-129" fmla="*/ 207157 w 416172"/>
              <a:gd name="connsiteY7-130" fmla="*/ 0 h 48018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416172" h="480187">
                <a:moveTo>
                  <a:pt x="207157" y="0"/>
                </a:moveTo>
                <a:cubicBezTo>
                  <a:pt x="242876" y="59661"/>
                  <a:pt x="269308" y="99294"/>
                  <a:pt x="374083" y="151811"/>
                </a:cubicBezTo>
                <a:lnTo>
                  <a:pt x="294275" y="151811"/>
                </a:lnTo>
                <a:cubicBezTo>
                  <a:pt x="294195" y="282314"/>
                  <a:pt x="348398" y="387946"/>
                  <a:pt x="416172" y="480187"/>
                </a:cubicBezTo>
                <a:lnTo>
                  <a:pt x="0" y="480187"/>
                </a:lnTo>
                <a:cubicBezTo>
                  <a:pt x="59593" y="423545"/>
                  <a:pt x="132211" y="237150"/>
                  <a:pt x="122329" y="151811"/>
                </a:cubicBezTo>
                <a:lnTo>
                  <a:pt x="31183" y="151811"/>
                </a:lnTo>
                <a:cubicBezTo>
                  <a:pt x="131195" y="101675"/>
                  <a:pt x="185726" y="45373"/>
                  <a:pt x="207157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5">
                  <a:lumMod val="20000"/>
                  <a:lumOff val="80000"/>
                </a:schemeClr>
              </a:gs>
              <a:gs pos="71000">
                <a:schemeClr val="accent5">
                  <a:lumMod val="20000"/>
                  <a:lumOff val="80000"/>
                  <a:alpha val="0"/>
                </a:schemeClr>
              </a:gs>
            </a:gsLst>
            <a:lin ang="5400000" scaled="1"/>
          </a:gradFill>
          <a:ln>
            <a:gradFill>
              <a:gsLst>
                <a:gs pos="100000">
                  <a:schemeClr val="accent5"/>
                </a:gs>
                <a:gs pos="51000">
                  <a:schemeClr val="accent5">
                    <a:lumMod val="40000"/>
                    <a:lumOff val="60000"/>
                  </a:schemeClr>
                </a:gs>
                <a:gs pos="30000">
                  <a:schemeClr val="accent5">
                    <a:lumMod val="40000"/>
                    <a:lumOff val="60000"/>
                    <a:alpha val="0"/>
                  </a:schemeClr>
                </a:gs>
              </a:gsLst>
              <a:lin ang="1674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sp>
        <p:nvSpPr>
          <p:cNvPr id="5" name="标题 2"/>
          <p:cNvSpPr>
            <a:spLocks noGrp="1"/>
          </p:cNvSpPr>
          <p:nvPr/>
        </p:nvSpPr>
        <p:spPr>
          <a:xfrm>
            <a:off x="1105535" y="347980"/>
            <a:ext cx="7137400" cy="396875"/>
          </a:xfrm>
          <a:prstGeom prst="rect">
            <a:avLst/>
          </a:prstGeom>
          <a:ln w="12700">
            <a:miter lim="400000"/>
          </a:ln>
        </p:spPr>
        <p:txBody>
          <a:bodyPr vert="horz" wrap="square" lIns="25400" tIns="25400" rIns="25400" bIns="2540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0" lang="zh-CN" altLang="en-US" sz="2800" b="1" u="none" strike="noStrike" kern="1200" cap="none" spc="0" normalizeH="0" baseline="0" dirty="0">
                <a:ln>
                  <a:noFill/>
                </a:ln>
                <a:solidFill>
                  <a:schemeClr val="accent1"/>
                </a:solidFill>
                <a:effectLst>
                  <a:outerShdw blurRad="187896" dist="38100" dir="2700000" algn="tl" rotWithShape="0">
                    <a:srgbClr val="1C2952">
                      <a:alpha val="6000"/>
                    </a:srgbClr>
                  </a:outerShdw>
                </a:effectLst>
                <a:uLnTx/>
                <a:uFillTx/>
                <a:latin typeface="HONOR Sans CN" panose="05000200000000000000" charset="-122"/>
                <a:ea typeface="HONOR Sans CN" panose="05000200000000000000" charset="-122"/>
                <a:cs typeface="OPPOSans H" panose="00020600040101010101" pitchFamily="18" charset="-122"/>
              </a:defRPr>
            </a:lvl1pPr>
          </a:lstStyle>
          <a:p>
            <a:pPr algn="l"/>
            <a:r>
              <a:rPr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业务框架</a:t>
            </a:r>
            <a:r>
              <a:rPr lang="en-US" altLang="zh-CN"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中心发散架构 | </a:t>
            </a:r>
            <a:r>
              <a:rPr sz="250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生意增长引擎拆解</a:t>
            </a:r>
            <a:endParaRPr lang="en-US" altLang="zh-CN" sz="2500" b="0">
              <a:solidFill>
                <a:schemeClr val="tx2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" name="图片 9" descr="屋顶资源管理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5600" y="186055"/>
            <a:ext cx="549910" cy="549910"/>
          </a:xfrm>
          <a:prstGeom prst="rect">
            <a:avLst/>
          </a:prstGeom>
        </p:spPr>
      </p:pic>
      <p:sp>
        <p:nvSpPr>
          <p:cNvPr id="51" name="椭圆 50"/>
          <p:cNvSpPr/>
          <p:nvPr/>
        </p:nvSpPr>
        <p:spPr>
          <a:xfrm rot="581017">
            <a:off x="5014595" y="2715260"/>
            <a:ext cx="2272665" cy="2272665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80000"/>
                  <a:lumOff val="20000"/>
                </a:schemeClr>
              </a:gs>
              <a:gs pos="100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>
            <a:outerShdw blurRad="368300" dist="127000" dir="2400000" sx="98000" sy="98000" algn="tl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>
              <a:solidFill>
                <a:schemeClr val="accent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7" name="椭圆 6"/>
          <p:cNvSpPr/>
          <p:nvPr/>
        </p:nvSpPr>
        <p:spPr>
          <a:xfrm rot="581017">
            <a:off x="4857750" y="2559050"/>
            <a:ext cx="2585720" cy="2586355"/>
          </a:xfrm>
          <a:prstGeom prst="ellipse">
            <a:avLst/>
          </a:prstGeom>
          <a:noFill/>
          <a:ln w="19050" cap="flat" cmpd="sng" algn="ctr">
            <a:solidFill>
              <a:schemeClr val="accent1">
                <a:lumMod val="60000"/>
                <a:lumOff val="40000"/>
                <a:alpha val="87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8" name="椭圆 7"/>
          <p:cNvSpPr/>
          <p:nvPr/>
        </p:nvSpPr>
        <p:spPr>
          <a:xfrm rot="581017">
            <a:off x="6750050" y="2694305"/>
            <a:ext cx="69850" cy="698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9" name="椭圆 8"/>
          <p:cNvSpPr/>
          <p:nvPr/>
        </p:nvSpPr>
        <p:spPr>
          <a:xfrm rot="581017">
            <a:off x="4860290" y="4101465"/>
            <a:ext cx="69850" cy="698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1" name="椭圆 10"/>
          <p:cNvSpPr/>
          <p:nvPr/>
        </p:nvSpPr>
        <p:spPr>
          <a:xfrm rot="581017">
            <a:off x="4616450" y="2317115"/>
            <a:ext cx="3069590" cy="3069590"/>
          </a:xfrm>
          <a:prstGeom prst="ellipse">
            <a:avLst/>
          </a:prstGeom>
          <a:noFill/>
          <a:ln w="19050" cap="flat" cmpd="sng" algn="ctr">
            <a:solidFill>
              <a:schemeClr val="accent1">
                <a:lumMod val="60000"/>
                <a:lumOff val="40000"/>
                <a:alpha val="34000"/>
              </a:schemeClr>
            </a:solidFill>
            <a:prstDash val="sysDash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椭圆 11"/>
          <p:cNvSpPr/>
          <p:nvPr/>
        </p:nvSpPr>
        <p:spPr>
          <a:xfrm rot="581017">
            <a:off x="4416425" y="2117090"/>
            <a:ext cx="3469005" cy="3469005"/>
          </a:xfrm>
          <a:prstGeom prst="ellipse">
            <a:avLst/>
          </a:prstGeom>
          <a:noFill/>
          <a:ln w="19050" cap="flat" cmpd="sng" algn="ctr">
            <a:solidFill>
              <a:schemeClr val="accent1">
                <a:lumMod val="60000"/>
                <a:lumOff val="40000"/>
                <a:alpha val="12000"/>
              </a:schemeClr>
            </a:solidFill>
            <a:prstDash val="sysDash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椭圆 12"/>
          <p:cNvSpPr/>
          <p:nvPr/>
        </p:nvSpPr>
        <p:spPr>
          <a:xfrm rot="581017">
            <a:off x="4203065" y="1904365"/>
            <a:ext cx="3895725" cy="3895725"/>
          </a:xfrm>
          <a:prstGeom prst="ellipse">
            <a:avLst/>
          </a:prstGeom>
          <a:noFill/>
          <a:ln w="19050" cap="flat" cmpd="sng" algn="ctr">
            <a:solidFill>
              <a:schemeClr val="accent1">
                <a:lumMod val="60000"/>
                <a:lumOff val="40000"/>
                <a:alpha val="4000"/>
              </a:schemeClr>
            </a:solidFill>
            <a:prstDash val="sysDash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1345565" y="1894840"/>
            <a:ext cx="2582545" cy="1267460"/>
            <a:chOff x="1270327" y="2133081"/>
            <a:chExt cx="2590232" cy="1271219"/>
          </a:xfrm>
        </p:grpSpPr>
        <p:sp>
          <p:nvSpPr>
            <p:cNvPr id="16" name="任意多边形: 形状 48"/>
            <p:cNvSpPr/>
            <p:nvPr/>
          </p:nvSpPr>
          <p:spPr>
            <a:xfrm rot="239111">
              <a:off x="1270327" y="2133081"/>
              <a:ext cx="2590232" cy="1053898"/>
            </a:xfrm>
            <a:custGeom>
              <a:avLst/>
              <a:gdLst>
                <a:gd name="connsiteX0" fmla="*/ 5090160 w 5090160"/>
                <a:gd name="connsiteY0" fmla="*/ 1554480 h 1554480"/>
                <a:gd name="connsiteX1" fmla="*/ 2811780 w 5090160"/>
                <a:gd name="connsiteY1" fmla="*/ 1089660 h 1554480"/>
                <a:gd name="connsiteX2" fmla="*/ 0 w 5090160"/>
                <a:gd name="connsiteY2" fmla="*/ 0 h 1554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090160" h="1554480">
                  <a:moveTo>
                    <a:pt x="5090160" y="1554480"/>
                  </a:moveTo>
                  <a:cubicBezTo>
                    <a:pt x="4375150" y="1451610"/>
                    <a:pt x="3660140" y="1348740"/>
                    <a:pt x="2811780" y="1089660"/>
                  </a:cubicBezTo>
                  <a:cubicBezTo>
                    <a:pt x="1963420" y="830580"/>
                    <a:pt x="981710" y="415290"/>
                    <a:pt x="0" y="0"/>
                  </a:cubicBezTo>
                </a:path>
              </a:pathLst>
            </a:custGeom>
            <a:noFill/>
            <a:ln>
              <a:gradFill>
                <a:gsLst>
                  <a:gs pos="0">
                    <a:schemeClr val="accent5">
                      <a:lumMod val="60000"/>
                      <a:lumOff val="40000"/>
                      <a:alpha val="0"/>
                    </a:schemeClr>
                  </a:gs>
                  <a:gs pos="74000">
                    <a:schemeClr val="accent5">
                      <a:lumMod val="60000"/>
                      <a:lumOff val="40000"/>
                    </a:schemeClr>
                  </a:gs>
                  <a:gs pos="100000">
                    <a:schemeClr val="accent5">
                      <a:lumMod val="60000"/>
                      <a:lumOff val="40000"/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任意多边形: 形状 49"/>
            <p:cNvSpPr/>
            <p:nvPr/>
          </p:nvSpPr>
          <p:spPr>
            <a:xfrm rot="21514572">
              <a:off x="1590347" y="2564836"/>
              <a:ext cx="2199139" cy="839464"/>
            </a:xfrm>
            <a:custGeom>
              <a:avLst/>
              <a:gdLst>
                <a:gd name="connsiteX0" fmla="*/ 5090160 w 5090160"/>
                <a:gd name="connsiteY0" fmla="*/ 1554480 h 1554480"/>
                <a:gd name="connsiteX1" fmla="*/ 2811780 w 5090160"/>
                <a:gd name="connsiteY1" fmla="*/ 1089660 h 1554480"/>
                <a:gd name="connsiteX2" fmla="*/ 0 w 5090160"/>
                <a:gd name="connsiteY2" fmla="*/ 0 h 1554480"/>
                <a:gd name="connsiteX0-1" fmla="*/ 5060039 w 5060039"/>
                <a:gd name="connsiteY0-2" fmla="*/ 1583828 h 1583828"/>
                <a:gd name="connsiteX1-3" fmla="*/ 2811780 w 5060039"/>
                <a:gd name="connsiteY1-4" fmla="*/ 1089660 h 1583828"/>
                <a:gd name="connsiteX2-5" fmla="*/ 0 w 5060039"/>
                <a:gd name="connsiteY2-6" fmla="*/ 0 h 158382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5060039" h="1583828">
                  <a:moveTo>
                    <a:pt x="5060039" y="1583828"/>
                  </a:moveTo>
                  <a:cubicBezTo>
                    <a:pt x="4345029" y="1480958"/>
                    <a:pt x="3660140" y="1348740"/>
                    <a:pt x="2811780" y="1089660"/>
                  </a:cubicBezTo>
                  <a:cubicBezTo>
                    <a:pt x="1963420" y="830580"/>
                    <a:pt x="981710" y="415290"/>
                    <a:pt x="0" y="0"/>
                  </a:cubicBezTo>
                </a:path>
              </a:pathLst>
            </a:custGeom>
            <a:noFill/>
            <a:ln>
              <a:gradFill>
                <a:gsLst>
                  <a:gs pos="0">
                    <a:schemeClr val="accent5">
                      <a:lumMod val="60000"/>
                      <a:lumOff val="40000"/>
                      <a:alpha val="0"/>
                    </a:schemeClr>
                  </a:gs>
                  <a:gs pos="74000">
                    <a:schemeClr val="accent5">
                      <a:lumMod val="60000"/>
                      <a:lumOff val="40000"/>
                    </a:schemeClr>
                  </a:gs>
                  <a:gs pos="100000">
                    <a:schemeClr val="accent5">
                      <a:lumMod val="60000"/>
                      <a:lumOff val="40000"/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lang="zh-CN" altLang="en-US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  <p:sp>
        <p:nvSpPr>
          <p:cNvPr id="20" name="任意多边形: 形状 11"/>
          <p:cNvSpPr/>
          <p:nvPr/>
        </p:nvSpPr>
        <p:spPr>
          <a:xfrm rot="21360889" flipV="1">
            <a:off x="1355725" y="4941570"/>
            <a:ext cx="2582545" cy="1050925"/>
          </a:xfrm>
          <a:custGeom>
            <a:avLst/>
            <a:gdLst>
              <a:gd name="connsiteX0" fmla="*/ 5090160 w 5090160"/>
              <a:gd name="connsiteY0" fmla="*/ 1554480 h 1554480"/>
              <a:gd name="connsiteX1" fmla="*/ 2811780 w 5090160"/>
              <a:gd name="connsiteY1" fmla="*/ 1089660 h 1554480"/>
              <a:gd name="connsiteX2" fmla="*/ 0 w 5090160"/>
              <a:gd name="connsiteY2" fmla="*/ 0 h 1554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090160" h="1554480">
                <a:moveTo>
                  <a:pt x="5090160" y="1554480"/>
                </a:moveTo>
                <a:cubicBezTo>
                  <a:pt x="4375150" y="1451610"/>
                  <a:pt x="3660140" y="1348740"/>
                  <a:pt x="2811780" y="1089660"/>
                </a:cubicBezTo>
                <a:cubicBezTo>
                  <a:pt x="1963420" y="830580"/>
                  <a:pt x="981710" y="415290"/>
                  <a:pt x="0" y="0"/>
                </a:cubicBezTo>
              </a:path>
            </a:pathLst>
          </a:custGeom>
          <a:noFill/>
          <a:ln>
            <a:gradFill>
              <a:gsLst>
                <a:gs pos="0">
                  <a:schemeClr val="accent5">
                    <a:lumMod val="60000"/>
                    <a:lumOff val="40000"/>
                    <a:alpha val="0"/>
                  </a:schemeClr>
                </a:gs>
                <a:gs pos="74000">
                  <a:schemeClr val="accent5">
                    <a:lumMod val="60000"/>
                    <a:lumOff val="40000"/>
                  </a:schemeClr>
                </a:gs>
                <a:gs pos="100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21" name="任意多边形: 形状 12"/>
          <p:cNvSpPr/>
          <p:nvPr/>
        </p:nvSpPr>
        <p:spPr>
          <a:xfrm rot="85428" flipV="1">
            <a:off x="1675130" y="4725035"/>
            <a:ext cx="2192655" cy="836930"/>
          </a:xfrm>
          <a:custGeom>
            <a:avLst/>
            <a:gdLst>
              <a:gd name="connsiteX0" fmla="*/ 5090160 w 5090160"/>
              <a:gd name="connsiteY0" fmla="*/ 1554480 h 1554480"/>
              <a:gd name="connsiteX1" fmla="*/ 2811780 w 5090160"/>
              <a:gd name="connsiteY1" fmla="*/ 1089660 h 1554480"/>
              <a:gd name="connsiteX2" fmla="*/ 0 w 5090160"/>
              <a:gd name="connsiteY2" fmla="*/ 0 h 1554480"/>
              <a:gd name="connsiteX0-1" fmla="*/ 5060039 w 5060039"/>
              <a:gd name="connsiteY0-2" fmla="*/ 1583828 h 1583828"/>
              <a:gd name="connsiteX1-3" fmla="*/ 2811780 w 5060039"/>
              <a:gd name="connsiteY1-4" fmla="*/ 1089660 h 1583828"/>
              <a:gd name="connsiteX2-5" fmla="*/ 0 w 5060039"/>
              <a:gd name="connsiteY2-6" fmla="*/ 0 h 158382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5060039" h="1583828">
                <a:moveTo>
                  <a:pt x="5060039" y="1583828"/>
                </a:moveTo>
                <a:cubicBezTo>
                  <a:pt x="4345029" y="1480958"/>
                  <a:pt x="3660140" y="1348740"/>
                  <a:pt x="2811780" y="1089660"/>
                </a:cubicBezTo>
                <a:cubicBezTo>
                  <a:pt x="1963420" y="830580"/>
                  <a:pt x="981710" y="415290"/>
                  <a:pt x="0" y="0"/>
                </a:cubicBezTo>
              </a:path>
            </a:pathLst>
          </a:custGeom>
          <a:noFill/>
          <a:ln>
            <a:gradFill>
              <a:gsLst>
                <a:gs pos="0">
                  <a:schemeClr val="accent5">
                    <a:lumMod val="60000"/>
                    <a:lumOff val="40000"/>
                    <a:alpha val="0"/>
                  </a:schemeClr>
                </a:gs>
                <a:gs pos="74000">
                  <a:schemeClr val="accent5">
                    <a:lumMod val="60000"/>
                    <a:lumOff val="40000"/>
                  </a:schemeClr>
                </a:gs>
                <a:gs pos="100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5197793" y="3344228"/>
            <a:ext cx="190627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4000" b="1">
                <a:gradFill>
                  <a:gsLst>
                    <a:gs pos="100000">
                      <a:schemeClr val="accent1"/>
                    </a:gs>
                    <a:gs pos="32000">
                      <a:schemeClr val="accent1">
                        <a:lumMod val="20000"/>
                        <a:lumOff val="80000"/>
                      </a:schemeClr>
                    </a:gs>
                  </a:gsLst>
                  <a:path path="circle">
                    <a:fillToRect r="100000" b="100000"/>
                  </a:path>
                </a:gradFill>
                <a:effectLst>
                  <a:outerShdw blurRad="419100" dist="38100" dir="2700000" algn="tl">
                    <a:schemeClr val="accent1">
                      <a:lumMod val="50000"/>
                      <a:alpha val="43000"/>
                    </a:schemeClr>
                  </a:outerShdw>
                </a:effectLst>
                <a:latin typeface="Bahnschrift" panose="020B0502040204020203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419100" dist="38100" dir="2700000" algn="tl">
                    <a:srgbClr val="249AD4">
                      <a:lumMod val="50000"/>
                      <a:alpha val="43000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生意</a:t>
            </a:r>
            <a:endParaRPr kumimoji="0" lang="zh-CN" altLang="en-US" sz="3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419100" dist="38100" dir="2700000" algn="tl">
                  <a:srgbClr val="249AD4">
                    <a:lumMod val="50000"/>
                    <a:alpha val="43000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419100" dist="38100" dir="2700000" algn="tl">
                    <a:srgbClr val="249AD4">
                      <a:lumMod val="50000"/>
                      <a:alpha val="43000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增长引擎</a:t>
            </a:r>
            <a:endParaRPr kumimoji="0" lang="zh-CN" altLang="en-US" sz="3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419100" dist="38100" dir="2700000" algn="tl">
                  <a:srgbClr val="249AD4">
                    <a:lumMod val="50000"/>
                    <a:alpha val="43000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7" name="文本框 126"/>
          <p:cNvSpPr txBox="1"/>
          <p:nvPr/>
        </p:nvSpPr>
        <p:spPr>
          <a:xfrm>
            <a:off x="2430780" y="4445635"/>
            <a:ext cx="1633855" cy="260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>
                <a:solidFill>
                  <a:schemeClr val="bg1"/>
                </a:solidFill>
                <a:effectLst>
                  <a:outerShdw blurRad="254000" algn="ctr" rotWithShape="0">
                    <a:prstClr val="black">
                      <a:alpha val="35000"/>
                    </a:prstClr>
                  </a:outerShdw>
                </a:effectLst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23000"/>
                  </a:prstClr>
                </a:solidFill>
                <a:effectLst>
                  <a:outerShdw blurRad="254000" algn="ctr" rotWithShape="0">
                    <a:prstClr val="black">
                      <a:alpha val="35000"/>
                    </a:prst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技能提升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23000"/>
                </a:prstClr>
              </a:solidFill>
              <a:effectLst>
                <a:outerShdw blurRad="254000" algn="ctr" rotWithShape="0">
                  <a:prstClr val="black">
                    <a:alpha val="35000"/>
                  </a:prst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grpSp>
        <p:nvGrpSpPr>
          <p:cNvPr id="176" name="组合 175"/>
          <p:cNvGrpSpPr/>
          <p:nvPr/>
        </p:nvGrpSpPr>
        <p:grpSpPr>
          <a:xfrm>
            <a:off x="905510" y="3235960"/>
            <a:ext cx="3074670" cy="1336675"/>
            <a:chOff x="1426" y="5096"/>
            <a:chExt cx="4842" cy="2105"/>
          </a:xfrm>
        </p:grpSpPr>
        <p:sp>
          <p:nvSpPr>
            <p:cNvPr id="177" name="文本框 176"/>
            <p:cNvSpPr txBox="1"/>
            <p:nvPr/>
          </p:nvSpPr>
          <p:spPr>
            <a:xfrm>
              <a:off x="1426" y="5994"/>
              <a:ext cx="2365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>
                  <a:solidFill>
                    <a:schemeClr val="bg1"/>
                  </a:solidFill>
                  <a:effectLst>
                    <a:outerShdw blurRad="254000" algn="ctr" rotWithShape="0">
                      <a:prstClr val="black">
                        <a:alpha val="35000"/>
                      </a:prstClr>
                    </a:outerShdw>
                  </a:effectLst>
                  <a:latin typeface="+mj-ea"/>
                  <a:ea typeface="+mj-ea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5">
                      <a:alpha val="96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低成本动销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alpha val="96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78" name="文本框 177"/>
            <p:cNvSpPr txBox="1"/>
            <p:nvPr/>
          </p:nvSpPr>
          <p:spPr>
            <a:xfrm>
              <a:off x="3903" y="6094"/>
              <a:ext cx="2365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>
                  <a:solidFill>
                    <a:schemeClr val="bg1"/>
                  </a:solidFill>
                  <a:effectLst>
                    <a:outerShdw blurRad="254000" algn="ctr" rotWithShape="0">
                      <a:prstClr val="black">
                        <a:alpha val="35000"/>
                      </a:prstClr>
                    </a:outerShdw>
                  </a:effectLst>
                  <a:latin typeface="+mj-ea"/>
                  <a:ea typeface="+mj-ea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300" i="0" u="none" strike="noStrike" kern="1200" cap="none" spc="0" normalizeH="0" baseline="0" noProof="0" dirty="0">
                  <a:ln>
                    <a:noFill/>
                  </a:ln>
                  <a:solidFill>
                    <a:schemeClr val="tx2">
                      <a:alpha val="70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长客户生命周期</a:t>
              </a:r>
              <a:endParaRPr kumimoji="0" lang="zh-CN" altLang="en-US" sz="130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alpha val="7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79" name="文本框 178"/>
            <p:cNvSpPr txBox="1"/>
            <p:nvPr/>
          </p:nvSpPr>
          <p:spPr>
            <a:xfrm>
              <a:off x="3828" y="5096"/>
              <a:ext cx="2365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>
                  <a:solidFill>
                    <a:schemeClr val="bg1"/>
                  </a:solidFill>
                  <a:effectLst>
                    <a:outerShdw blurRad="254000" algn="ctr" rotWithShape="0">
                      <a:prstClr val="black">
                        <a:alpha val="35000"/>
                      </a:prstClr>
                    </a:outerShdw>
                  </a:effectLst>
                  <a:latin typeface="+mj-ea"/>
                  <a:ea typeface="+mj-ea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300" i="0" u="none" strike="noStrike" kern="1200" cap="none" spc="0" normalizeH="0" baseline="0" noProof="0" dirty="0">
                  <a:ln>
                    <a:noFill/>
                  </a:ln>
                  <a:solidFill>
                    <a:schemeClr val="tx2">
                      <a:alpha val="70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高用户影响力</a:t>
              </a:r>
              <a:endParaRPr kumimoji="0" lang="zh-CN" altLang="en-US" sz="130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alpha val="7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0" name="文本框 179"/>
            <p:cNvSpPr txBox="1"/>
            <p:nvPr/>
          </p:nvSpPr>
          <p:spPr>
            <a:xfrm>
              <a:off x="2818" y="5579"/>
              <a:ext cx="2365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>
                  <a:solidFill>
                    <a:schemeClr val="bg1"/>
                  </a:solidFill>
                  <a:effectLst>
                    <a:outerShdw blurRad="254000" algn="ctr" rotWithShape="0">
                      <a:prstClr val="black">
                        <a:alpha val="35000"/>
                      </a:prstClr>
                    </a:outerShdw>
                  </a:effectLst>
                  <a:latin typeface="+mj-ea"/>
                  <a:ea typeface="+mj-ea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300" i="0" u="none" strike="noStrike" kern="1200" cap="none" spc="0" normalizeH="0" baseline="0" noProof="0" dirty="0">
                  <a:ln>
                    <a:noFill/>
                  </a:ln>
                  <a:solidFill>
                    <a:schemeClr val="tx2">
                      <a:alpha val="70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高客户购买批次</a:t>
              </a:r>
              <a:endParaRPr kumimoji="0" lang="zh-CN" altLang="en-US" sz="130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alpha val="7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1" name="文本框 180"/>
            <p:cNvSpPr txBox="1"/>
            <p:nvPr/>
          </p:nvSpPr>
          <p:spPr>
            <a:xfrm>
              <a:off x="3742" y="6742"/>
              <a:ext cx="2365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>
                  <a:solidFill>
                    <a:schemeClr val="bg1"/>
                  </a:solidFill>
                  <a:effectLst>
                    <a:outerShdw blurRad="254000" algn="ctr" rotWithShape="0">
                      <a:prstClr val="black">
                        <a:alpha val="35000"/>
                      </a:prstClr>
                    </a:outerShdw>
                  </a:effectLst>
                  <a:latin typeface="+mj-ea"/>
                  <a:ea typeface="+mj-ea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300" i="0" u="none" strike="noStrike" kern="1200" cap="none" spc="0" normalizeH="0" baseline="0" noProof="0" dirty="0">
                  <a:ln>
                    <a:noFill/>
                  </a:ln>
                  <a:solidFill>
                    <a:schemeClr val="tx2">
                      <a:alpha val="70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围绕高消费客群</a:t>
              </a:r>
              <a:endParaRPr kumimoji="0" lang="zh-CN" altLang="en-US" sz="130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alpha val="7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2" name="文本框 181"/>
            <p:cNvSpPr txBox="1"/>
            <p:nvPr/>
          </p:nvSpPr>
          <p:spPr>
            <a:xfrm>
              <a:off x="1684" y="6577"/>
              <a:ext cx="2365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>
                  <a:solidFill>
                    <a:schemeClr val="bg1"/>
                  </a:solidFill>
                  <a:effectLst>
                    <a:outerShdw blurRad="254000" algn="ctr" rotWithShape="0">
                      <a:prstClr val="black">
                        <a:alpha val="35000"/>
                      </a:prstClr>
                    </a:outerShdw>
                  </a:effectLst>
                  <a:latin typeface="+mj-ea"/>
                  <a:ea typeface="+mj-ea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300" i="0" u="none" strike="noStrike" kern="1200" cap="none" spc="0" normalizeH="0" baseline="0" noProof="0" dirty="0">
                  <a:ln>
                    <a:noFill/>
                  </a:ln>
                  <a:solidFill>
                    <a:schemeClr val="tx2">
                      <a:alpha val="70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低获客成本</a:t>
              </a:r>
              <a:endParaRPr kumimoji="0" lang="zh-CN" altLang="en-US" sz="130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alpha val="7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183" name="组合 182"/>
          <p:cNvGrpSpPr/>
          <p:nvPr/>
        </p:nvGrpSpPr>
        <p:grpSpPr>
          <a:xfrm flipH="1">
            <a:off x="8506460" y="1815465"/>
            <a:ext cx="2582545" cy="1267460"/>
            <a:chOff x="1270327" y="2133081"/>
            <a:chExt cx="2590232" cy="1271219"/>
          </a:xfrm>
        </p:grpSpPr>
        <p:sp>
          <p:nvSpPr>
            <p:cNvPr id="184" name="任意多边形: 形状 48"/>
            <p:cNvSpPr/>
            <p:nvPr/>
          </p:nvSpPr>
          <p:spPr>
            <a:xfrm rot="239111">
              <a:off x="1270327" y="2133081"/>
              <a:ext cx="2590232" cy="1053898"/>
            </a:xfrm>
            <a:custGeom>
              <a:avLst/>
              <a:gdLst>
                <a:gd name="connsiteX0" fmla="*/ 5090160 w 5090160"/>
                <a:gd name="connsiteY0" fmla="*/ 1554480 h 1554480"/>
                <a:gd name="connsiteX1" fmla="*/ 2811780 w 5090160"/>
                <a:gd name="connsiteY1" fmla="*/ 1089660 h 1554480"/>
                <a:gd name="connsiteX2" fmla="*/ 0 w 5090160"/>
                <a:gd name="connsiteY2" fmla="*/ 0 h 1554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090160" h="1554480">
                  <a:moveTo>
                    <a:pt x="5090160" y="1554480"/>
                  </a:moveTo>
                  <a:cubicBezTo>
                    <a:pt x="4375150" y="1451610"/>
                    <a:pt x="3660140" y="1348740"/>
                    <a:pt x="2811780" y="1089660"/>
                  </a:cubicBezTo>
                  <a:cubicBezTo>
                    <a:pt x="1963420" y="830580"/>
                    <a:pt x="981710" y="415290"/>
                    <a:pt x="0" y="0"/>
                  </a:cubicBezTo>
                </a:path>
              </a:pathLst>
            </a:custGeom>
            <a:noFill/>
            <a:ln>
              <a:gradFill>
                <a:gsLst>
                  <a:gs pos="0">
                    <a:schemeClr val="accent5">
                      <a:lumMod val="60000"/>
                      <a:lumOff val="40000"/>
                      <a:alpha val="0"/>
                    </a:schemeClr>
                  </a:gs>
                  <a:gs pos="74000">
                    <a:schemeClr val="accent5">
                      <a:lumMod val="60000"/>
                      <a:lumOff val="40000"/>
                    </a:schemeClr>
                  </a:gs>
                  <a:gs pos="100000">
                    <a:schemeClr val="accent5">
                      <a:lumMod val="60000"/>
                      <a:lumOff val="40000"/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lang="zh-CN" altLang="en-US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85" name="任意多边形: 形状 49"/>
            <p:cNvSpPr/>
            <p:nvPr/>
          </p:nvSpPr>
          <p:spPr>
            <a:xfrm rot="21514572">
              <a:off x="1590347" y="2564836"/>
              <a:ext cx="2199139" cy="839464"/>
            </a:xfrm>
            <a:custGeom>
              <a:avLst/>
              <a:gdLst>
                <a:gd name="connsiteX0" fmla="*/ 5090160 w 5090160"/>
                <a:gd name="connsiteY0" fmla="*/ 1554480 h 1554480"/>
                <a:gd name="connsiteX1" fmla="*/ 2811780 w 5090160"/>
                <a:gd name="connsiteY1" fmla="*/ 1089660 h 1554480"/>
                <a:gd name="connsiteX2" fmla="*/ 0 w 5090160"/>
                <a:gd name="connsiteY2" fmla="*/ 0 h 1554480"/>
                <a:gd name="connsiteX0-1" fmla="*/ 5060039 w 5060039"/>
                <a:gd name="connsiteY0-2" fmla="*/ 1583828 h 1583828"/>
                <a:gd name="connsiteX1-3" fmla="*/ 2811780 w 5060039"/>
                <a:gd name="connsiteY1-4" fmla="*/ 1089660 h 1583828"/>
                <a:gd name="connsiteX2-5" fmla="*/ 0 w 5060039"/>
                <a:gd name="connsiteY2-6" fmla="*/ 0 h 158382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5060039" h="1583828">
                  <a:moveTo>
                    <a:pt x="5060039" y="1583828"/>
                  </a:moveTo>
                  <a:cubicBezTo>
                    <a:pt x="4345029" y="1480958"/>
                    <a:pt x="3660140" y="1348740"/>
                    <a:pt x="2811780" y="1089660"/>
                  </a:cubicBezTo>
                  <a:cubicBezTo>
                    <a:pt x="1963420" y="830580"/>
                    <a:pt x="981710" y="415290"/>
                    <a:pt x="0" y="0"/>
                  </a:cubicBezTo>
                </a:path>
              </a:pathLst>
            </a:custGeom>
            <a:noFill/>
            <a:ln>
              <a:gradFill>
                <a:gsLst>
                  <a:gs pos="0">
                    <a:schemeClr val="accent5">
                      <a:lumMod val="60000"/>
                      <a:lumOff val="40000"/>
                      <a:alpha val="0"/>
                    </a:schemeClr>
                  </a:gs>
                  <a:gs pos="74000">
                    <a:schemeClr val="accent5">
                      <a:lumMod val="60000"/>
                      <a:lumOff val="40000"/>
                    </a:schemeClr>
                  </a:gs>
                  <a:gs pos="100000">
                    <a:schemeClr val="accent5">
                      <a:lumMod val="60000"/>
                      <a:lumOff val="40000"/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lang="zh-CN" altLang="en-US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  <p:sp>
        <p:nvSpPr>
          <p:cNvPr id="186" name="任意多边形: 形状 11"/>
          <p:cNvSpPr/>
          <p:nvPr/>
        </p:nvSpPr>
        <p:spPr>
          <a:xfrm rot="239110" flipH="1" flipV="1">
            <a:off x="8516620" y="4862195"/>
            <a:ext cx="2582545" cy="1050925"/>
          </a:xfrm>
          <a:custGeom>
            <a:avLst/>
            <a:gdLst>
              <a:gd name="connsiteX0" fmla="*/ 5090160 w 5090160"/>
              <a:gd name="connsiteY0" fmla="*/ 1554480 h 1554480"/>
              <a:gd name="connsiteX1" fmla="*/ 2811780 w 5090160"/>
              <a:gd name="connsiteY1" fmla="*/ 1089660 h 1554480"/>
              <a:gd name="connsiteX2" fmla="*/ 0 w 5090160"/>
              <a:gd name="connsiteY2" fmla="*/ 0 h 1554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090160" h="1554480">
                <a:moveTo>
                  <a:pt x="5090160" y="1554480"/>
                </a:moveTo>
                <a:cubicBezTo>
                  <a:pt x="4375150" y="1451610"/>
                  <a:pt x="3660140" y="1348740"/>
                  <a:pt x="2811780" y="1089660"/>
                </a:cubicBezTo>
                <a:cubicBezTo>
                  <a:pt x="1963420" y="830580"/>
                  <a:pt x="981710" y="415290"/>
                  <a:pt x="0" y="0"/>
                </a:cubicBezTo>
              </a:path>
            </a:pathLst>
          </a:custGeom>
          <a:noFill/>
          <a:ln>
            <a:gradFill>
              <a:gsLst>
                <a:gs pos="0">
                  <a:schemeClr val="accent5">
                    <a:lumMod val="60000"/>
                    <a:lumOff val="40000"/>
                    <a:alpha val="0"/>
                  </a:schemeClr>
                </a:gs>
                <a:gs pos="74000">
                  <a:schemeClr val="accent5">
                    <a:lumMod val="60000"/>
                    <a:lumOff val="40000"/>
                  </a:schemeClr>
                </a:gs>
                <a:gs pos="100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89" name="文本框 188"/>
          <p:cNvSpPr txBox="1"/>
          <p:nvPr/>
        </p:nvSpPr>
        <p:spPr>
          <a:xfrm>
            <a:off x="9549765" y="3777615"/>
            <a:ext cx="17710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>
                <a:solidFill>
                  <a:schemeClr val="bg1"/>
                </a:solidFill>
                <a:effectLst>
                  <a:outerShdw blurRad="254000" algn="ctr" rotWithShape="0">
                    <a:prstClr val="black">
                      <a:alpha val="35000"/>
                    </a:prstClr>
                  </a:outerShdw>
                </a:effectLst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alpha val="96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发展细分市场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alpha val="96000"/>
                </a:schemeClr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90" name="任意多边形: 形状 12"/>
          <p:cNvSpPr/>
          <p:nvPr/>
        </p:nvSpPr>
        <p:spPr>
          <a:xfrm rot="21514572" flipH="1" flipV="1">
            <a:off x="8691245" y="4652010"/>
            <a:ext cx="2192655" cy="836930"/>
          </a:xfrm>
          <a:custGeom>
            <a:avLst/>
            <a:gdLst>
              <a:gd name="connsiteX0" fmla="*/ 5090160 w 5090160"/>
              <a:gd name="connsiteY0" fmla="*/ 1554480 h 1554480"/>
              <a:gd name="connsiteX1" fmla="*/ 2811780 w 5090160"/>
              <a:gd name="connsiteY1" fmla="*/ 1089660 h 1554480"/>
              <a:gd name="connsiteX2" fmla="*/ 0 w 5090160"/>
              <a:gd name="connsiteY2" fmla="*/ 0 h 1554480"/>
              <a:gd name="connsiteX0-1" fmla="*/ 5060039 w 5060039"/>
              <a:gd name="connsiteY0-2" fmla="*/ 1583828 h 1583828"/>
              <a:gd name="connsiteX1-3" fmla="*/ 2811780 w 5060039"/>
              <a:gd name="connsiteY1-4" fmla="*/ 1089660 h 1583828"/>
              <a:gd name="connsiteX2-5" fmla="*/ 0 w 5060039"/>
              <a:gd name="connsiteY2-6" fmla="*/ 0 h 158382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5060039" h="1583828">
                <a:moveTo>
                  <a:pt x="5060039" y="1583828"/>
                </a:moveTo>
                <a:cubicBezTo>
                  <a:pt x="4345029" y="1480958"/>
                  <a:pt x="3660140" y="1348740"/>
                  <a:pt x="2811780" y="1089660"/>
                </a:cubicBezTo>
                <a:cubicBezTo>
                  <a:pt x="1963420" y="830580"/>
                  <a:pt x="981710" y="415290"/>
                  <a:pt x="0" y="0"/>
                </a:cubicBezTo>
              </a:path>
            </a:pathLst>
          </a:custGeom>
          <a:noFill/>
          <a:ln>
            <a:gradFill>
              <a:gsLst>
                <a:gs pos="0">
                  <a:schemeClr val="accent5">
                    <a:lumMod val="60000"/>
                    <a:lumOff val="40000"/>
                    <a:alpha val="0"/>
                  </a:schemeClr>
                </a:gs>
                <a:gs pos="74000">
                  <a:schemeClr val="accent5">
                    <a:lumMod val="60000"/>
                    <a:lumOff val="40000"/>
                  </a:schemeClr>
                </a:gs>
                <a:gs pos="100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grpSp>
        <p:nvGrpSpPr>
          <p:cNvPr id="191" name="组合 190"/>
          <p:cNvGrpSpPr/>
          <p:nvPr/>
        </p:nvGrpSpPr>
        <p:grpSpPr>
          <a:xfrm>
            <a:off x="8312150" y="3189605"/>
            <a:ext cx="2983865" cy="1325880"/>
            <a:chOff x="2171" y="5066"/>
            <a:chExt cx="4699" cy="2088"/>
          </a:xfrm>
        </p:grpSpPr>
        <p:sp>
          <p:nvSpPr>
            <p:cNvPr id="193" name="文本框 192"/>
            <p:cNvSpPr txBox="1"/>
            <p:nvPr/>
          </p:nvSpPr>
          <p:spPr>
            <a:xfrm>
              <a:off x="4505" y="6498"/>
              <a:ext cx="2365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>
                  <a:solidFill>
                    <a:schemeClr val="bg1"/>
                  </a:solidFill>
                  <a:effectLst>
                    <a:outerShdw blurRad="254000" algn="ctr" rotWithShape="0">
                      <a:prstClr val="black">
                        <a:alpha val="35000"/>
                      </a:prstClr>
                    </a:outerShdw>
                  </a:effectLst>
                  <a:latin typeface="+mj-ea"/>
                  <a:ea typeface="+mj-ea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i="0" u="none" strike="noStrike" kern="1200" cap="none" spc="0" normalizeH="0" baseline="0" noProof="0" dirty="0">
                  <a:ln>
                    <a:noFill/>
                  </a:ln>
                  <a:solidFill>
                    <a:schemeClr val="tx2">
                      <a:alpha val="70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聚焦爆款产品</a:t>
              </a:r>
              <a:endPara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alpha val="7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4" name="文本框 193"/>
            <p:cNvSpPr txBox="1"/>
            <p:nvPr/>
          </p:nvSpPr>
          <p:spPr>
            <a:xfrm>
              <a:off x="2424" y="5066"/>
              <a:ext cx="2365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>
                  <a:solidFill>
                    <a:schemeClr val="bg1"/>
                  </a:solidFill>
                  <a:effectLst>
                    <a:outerShdw blurRad="254000" algn="ctr" rotWithShape="0">
                      <a:prstClr val="black">
                        <a:alpha val="35000"/>
                      </a:prstClr>
                    </a:outerShdw>
                  </a:effectLst>
                  <a:latin typeface="+mj-ea"/>
                  <a:ea typeface="+mj-ea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300" i="0" u="none" strike="noStrike" kern="1200" cap="none" spc="0" normalizeH="0" baseline="0" noProof="0" dirty="0">
                  <a:ln>
                    <a:noFill/>
                  </a:ln>
                  <a:solidFill>
                    <a:schemeClr val="tx2">
                      <a:alpha val="70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集中营销火力</a:t>
              </a:r>
              <a:endParaRPr kumimoji="0" lang="zh-CN" altLang="en-US" sz="130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alpha val="7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5" name="文本框 194"/>
            <p:cNvSpPr txBox="1"/>
            <p:nvPr/>
          </p:nvSpPr>
          <p:spPr>
            <a:xfrm>
              <a:off x="3604" y="5574"/>
              <a:ext cx="2365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>
                  <a:solidFill>
                    <a:schemeClr val="bg1"/>
                  </a:solidFill>
                  <a:effectLst>
                    <a:outerShdw blurRad="254000" algn="ctr" rotWithShape="0">
                      <a:prstClr val="black">
                        <a:alpha val="35000"/>
                      </a:prstClr>
                    </a:outerShdw>
                  </a:effectLst>
                  <a:latin typeface="+mj-ea"/>
                  <a:ea typeface="+mj-ea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300" i="0" u="none" strike="noStrike" kern="1200" cap="none" spc="0" normalizeH="0" baseline="0" noProof="0" dirty="0">
                  <a:ln>
                    <a:noFill/>
                  </a:ln>
                  <a:solidFill>
                    <a:schemeClr val="tx2">
                      <a:alpha val="70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聚焦忠诚客户</a:t>
              </a:r>
              <a:endParaRPr kumimoji="0" lang="zh-CN" altLang="en-US" sz="130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alpha val="7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6" name="文本框 195"/>
            <p:cNvSpPr txBox="1"/>
            <p:nvPr/>
          </p:nvSpPr>
          <p:spPr>
            <a:xfrm>
              <a:off x="2171" y="6695"/>
              <a:ext cx="2365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>
                  <a:solidFill>
                    <a:schemeClr val="bg1"/>
                  </a:solidFill>
                  <a:effectLst>
                    <a:outerShdw blurRad="254000" algn="ctr" rotWithShape="0">
                      <a:prstClr val="black">
                        <a:alpha val="35000"/>
                      </a:prstClr>
                    </a:outerShdw>
                  </a:effectLst>
                  <a:latin typeface="+mj-ea"/>
                  <a:ea typeface="+mj-ea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300" i="0" u="none" strike="noStrike" kern="1200" cap="none" spc="0" normalizeH="0" baseline="0" noProof="0" dirty="0">
                  <a:ln>
                    <a:noFill/>
                  </a:ln>
                  <a:solidFill>
                    <a:schemeClr val="tx2">
                      <a:alpha val="70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聚焦有利市场</a:t>
              </a:r>
              <a:endParaRPr kumimoji="0" lang="zh-CN" altLang="en-US" sz="130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alpha val="7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7" name="文本框 196"/>
            <p:cNvSpPr txBox="1"/>
            <p:nvPr/>
          </p:nvSpPr>
          <p:spPr>
            <a:xfrm>
              <a:off x="2171" y="6081"/>
              <a:ext cx="2365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>
                  <a:solidFill>
                    <a:schemeClr val="bg1"/>
                  </a:solidFill>
                  <a:effectLst>
                    <a:outerShdw blurRad="254000" algn="ctr" rotWithShape="0">
                      <a:prstClr val="black">
                        <a:alpha val="35000"/>
                      </a:prstClr>
                    </a:outerShdw>
                  </a:effectLst>
                  <a:latin typeface="+mj-ea"/>
                  <a:ea typeface="+mj-ea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300" i="0" u="none" strike="noStrike" kern="1200" cap="none" spc="0" normalizeH="0" baseline="0" noProof="0" dirty="0">
                  <a:ln>
                    <a:noFill/>
                  </a:ln>
                  <a:solidFill>
                    <a:schemeClr val="tx2">
                      <a:alpha val="70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数据分析</a:t>
              </a:r>
              <a:endParaRPr kumimoji="0" lang="zh-CN" altLang="en-US" sz="130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alpha val="7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5783580" y="1544320"/>
            <a:ext cx="772160" cy="772160"/>
            <a:chOff x="9108" y="2432"/>
            <a:chExt cx="1216" cy="1216"/>
          </a:xfrm>
        </p:grpSpPr>
        <p:sp>
          <p:nvSpPr>
            <p:cNvPr id="15" name="PA-椭圆 36"/>
            <p:cNvSpPr/>
            <p:nvPr>
              <p:custDataLst>
                <p:tags r:id="rId3"/>
              </p:custDataLst>
            </p:nvPr>
          </p:nvSpPr>
          <p:spPr>
            <a:xfrm rot="12581017">
              <a:off x="9152" y="2477"/>
              <a:ext cx="1127" cy="1127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320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8" name="PA-椭圆 37"/>
            <p:cNvSpPr/>
            <p:nvPr>
              <p:custDataLst>
                <p:tags r:id="rId4"/>
              </p:custDataLst>
            </p:nvPr>
          </p:nvSpPr>
          <p:spPr>
            <a:xfrm rot="12581017">
              <a:off x="9108" y="2432"/>
              <a:ext cx="1216" cy="1216"/>
            </a:xfrm>
            <a:prstGeom prst="ellipse">
              <a:avLst/>
            </a:prstGeom>
            <a:noFill/>
            <a:ln w="6350" cap="flat" cmpd="sng" algn="ctr">
              <a:solidFill>
                <a:schemeClr val="accent1">
                  <a:lumMod val="40000"/>
                  <a:lumOff val="60000"/>
                  <a:alpha val="70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lang="zh-CN" altLang="en-US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9146" y="2630"/>
              <a:ext cx="1139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>
                  <a:solidFill>
                    <a:schemeClr val="bg1"/>
                  </a:solidFill>
                  <a:effectLst>
                    <a:outerShdw blurRad="254000" algn="ctr" rotWithShape="0">
                      <a:prstClr val="black">
                        <a:alpha val="35000"/>
                      </a:prstClr>
                    </a:outerShdw>
                  </a:effectLst>
                  <a:latin typeface="+mj-ea"/>
                  <a:ea typeface="+mj-ea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用户</a:t>
              </a:r>
              <a:endParaRPr kumimoji="0" 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规模</a:t>
              </a:r>
              <a:endParaRPr kumimoji="0" 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8738235" y="348615"/>
            <a:ext cx="3219450" cy="332740"/>
            <a:chOff x="13761" y="549"/>
            <a:chExt cx="5070" cy="524"/>
          </a:xfrm>
        </p:grpSpPr>
        <p:pic>
          <p:nvPicPr>
            <p:cNvPr id="4" name="图片 3"/>
            <p:cNvPicPr>
              <a:picLocks noChangeAspect="1"/>
            </p:cNvPicPr>
            <p:nvPr userDrawn="1"/>
          </p:nvPicPr>
          <p:blipFill>
            <a:blip r:embed="rId5"/>
            <a:srcRect l="17002" t="-1765" r="56499" b="-1176"/>
            <a:stretch>
              <a:fillRect/>
            </a:stretch>
          </p:blipFill>
          <p:spPr>
            <a:xfrm>
              <a:off x="13761" y="549"/>
              <a:ext cx="1582" cy="525"/>
            </a:xfrm>
            <a:prstGeom prst="rect">
              <a:avLst/>
            </a:prstGeom>
          </p:spPr>
        </p:pic>
        <p:sp>
          <p:nvSpPr>
            <p:cNvPr id="27" name="文本框 26"/>
            <p:cNvSpPr txBox="1"/>
            <p:nvPr userDrawn="1"/>
          </p:nvSpPr>
          <p:spPr>
            <a:xfrm>
              <a:off x="15219" y="655"/>
              <a:ext cx="3613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复杂逻辑场景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·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框架搭建系列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PPT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模板</a:t>
              </a:r>
              <a:endPara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cxnSp>
        <p:nvCxnSpPr>
          <p:cNvPr id="28" name="直线连接符 7"/>
          <p:cNvCxnSpPr/>
          <p:nvPr userDrawn="1"/>
        </p:nvCxnSpPr>
        <p:spPr>
          <a:xfrm>
            <a:off x="369165" y="839204"/>
            <a:ext cx="11459846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组合 34"/>
          <p:cNvGrpSpPr/>
          <p:nvPr/>
        </p:nvGrpSpPr>
        <p:grpSpPr>
          <a:xfrm>
            <a:off x="7048500" y="2012950"/>
            <a:ext cx="772160" cy="772160"/>
            <a:chOff x="9108" y="2432"/>
            <a:chExt cx="1216" cy="1216"/>
          </a:xfrm>
        </p:grpSpPr>
        <p:sp>
          <p:nvSpPr>
            <p:cNvPr id="36" name="PA-椭圆 36"/>
            <p:cNvSpPr/>
            <p:nvPr>
              <p:custDataLst>
                <p:tags r:id="rId6"/>
              </p:custDataLst>
            </p:nvPr>
          </p:nvSpPr>
          <p:spPr>
            <a:xfrm rot="12581017">
              <a:off x="9152" y="2477"/>
              <a:ext cx="1127" cy="1127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320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37" name="PA-椭圆 37"/>
            <p:cNvSpPr/>
            <p:nvPr>
              <p:custDataLst>
                <p:tags r:id="rId7"/>
              </p:custDataLst>
            </p:nvPr>
          </p:nvSpPr>
          <p:spPr>
            <a:xfrm rot="12581017">
              <a:off x="9108" y="2432"/>
              <a:ext cx="1216" cy="1216"/>
            </a:xfrm>
            <a:prstGeom prst="ellipse">
              <a:avLst/>
            </a:prstGeom>
            <a:noFill/>
            <a:ln w="6350" cap="flat" cmpd="sng" algn="ctr">
              <a:solidFill>
                <a:schemeClr val="accent1">
                  <a:lumMod val="40000"/>
                  <a:lumOff val="60000"/>
                  <a:alpha val="70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lang="zh-CN" altLang="en-US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9146" y="2630"/>
              <a:ext cx="1139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>
                  <a:solidFill>
                    <a:schemeClr val="bg1"/>
                  </a:solidFill>
                  <a:effectLst>
                    <a:outerShdw blurRad="254000" algn="ctr" rotWithShape="0">
                      <a:prstClr val="black">
                        <a:alpha val="35000"/>
                      </a:prstClr>
                    </a:outerShdw>
                  </a:effectLst>
                  <a:latin typeface="+mj-ea"/>
                  <a:ea typeface="+mj-ea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用户</a:t>
              </a:r>
              <a:endParaRPr kumimoji="0" 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潜力</a:t>
              </a:r>
              <a:endParaRPr kumimoji="0" 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7658100" y="3110230"/>
            <a:ext cx="772160" cy="772160"/>
            <a:chOff x="9108" y="2432"/>
            <a:chExt cx="1216" cy="1216"/>
          </a:xfrm>
        </p:grpSpPr>
        <p:sp>
          <p:nvSpPr>
            <p:cNvPr id="44" name="PA-椭圆 36"/>
            <p:cNvSpPr/>
            <p:nvPr>
              <p:custDataLst>
                <p:tags r:id="rId8"/>
              </p:custDataLst>
            </p:nvPr>
          </p:nvSpPr>
          <p:spPr>
            <a:xfrm rot="12581017">
              <a:off x="9152" y="2477"/>
              <a:ext cx="1127" cy="1127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320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46" name="PA-椭圆 37"/>
            <p:cNvSpPr/>
            <p:nvPr>
              <p:custDataLst>
                <p:tags r:id="rId9"/>
              </p:custDataLst>
            </p:nvPr>
          </p:nvSpPr>
          <p:spPr>
            <a:xfrm rot="12581017">
              <a:off x="9108" y="2432"/>
              <a:ext cx="1216" cy="1216"/>
            </a:xfrm>
            <a:prstGeom prst="ellipse">
              <a:avLst/>
            </a:prstGeom>
            <a:noFill/>
            <a:ln w="6350" cap="flat" cmpd="sng" algn="ctr">
              <a:solidFill>
                <a:schemeClr val="accent1">
                  <a:lumMod val="40000"/>
                  <a:lumOff val="60000"/>
                  <a:alpha val="70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lang="zh-CN" altLang="en-US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9146" y="2630"/>
              <a:ext cx="1139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>
                  <a:solidFill>
                    <a:schemeClr val="bg1"/>
                  </a:solidFill>
                  <a:effectLst>
                    <a:outerShdw blurRad="254000" algn="ctr" rotWithShape="0">
                      <a:prstClr val="black">
                        <a:alpha val="35000"/>
                      </a:prstClr>
                    </a:outerShdw>
                  </a:effectLst>
                  <a:latin typeface="+mj-ea"/>
                  <a:ea typeface="+mj-ea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产品</a:t>
              </a:r>
              <a:endParaRPr kumimoji="0" 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SKU</a:t>
              </a:r>
              <a:endPara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  <p:grpSp>
        <p:nvGrpSpPr>
          <p:cNvPr id="53" name="组合 52"/>
          <p:cNvGrpSpPr/>
          <p:nvPr/>
        </p:nvGrpSpPr>
        <p:grpSpPr>
          <a:xfrm>
            <a:off x="7438390" y="4389755"/>
            <a:ext cx="772160" cy="772160"/>
            <a:chOff x="9108" y="2432"/>
            <a:chExt cx="1216" cy="1216"/>
          </a:xfrm>
        </p:grpSpPr>
        <p:sp>
          <p:nvSpPr>
            <p:cNvPr id="54" name="PA-椭圆 36"/>
            <p:cNvSpPr/>
            <p:nvPr>
              <p:custDataLst>
                <p:tags r:id="rId10"/>
              </p:custDataLst>
            </p:nvPr>
          </p:nvSpPr>
          <p:spPr>
            <a:xfrm rot="12581017">
              <a:off x="9152" y="2477"/>
              <a:ext cx="1127" cy="1127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320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60" name="PA-椭圆 37"/>
            <p:cNvSpPr/>
            <p:nvPr>
              <p:custDataLst>
                <p:tags r:id="rId11"/>
              </p:custDataLst>
            </p:nvPr>
          </p:nvSpPr>
          <p:spPr>
            <a:xfrm rot="12581017">
              <a:off x="9108" y="2432"/>
              <a:ext cx="1216" cy="1216"/>
            </a:xfrm>
            <a:prstGeom prst="ellipse">
              <a:avLst/>
            </a:prstGeom>
            <a:noFill/>
            <a:ln w="6350" cap="flat" cmpd="sng" algn="ctr">
              <a:solidFill>
                <a:schemeClr val="accent1">
                  <a:lumMod val="40000"/>
                  <a:lumOff val="60000"/>
                  <a:alpha val="70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lang="zh-CN" altLang="en-US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63" name="文本框 62"/>
            <p:cNvSpPr txBox="1"/>
            <p:nvPr/>
          </p:nvSpPr>
          <p:spPr>
            <a:xfrm>
              <a:off x="9146" y="2630"/>
              <a:ext cx="1139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>
                  <a:solidFill>
                    <a:schemeClr val="bg1"/>
                  </a:solidFill>
                  <a:effectLst>
                    <a:outerShdw blurRad="254000" algn="ctr" rotWithShape="0">
                      <a:prstClr val="black">
                        <a:alpha val="35000"/>
                      </a:prstClr>
                    </a:outerShdw>
                  </a:effectLst>
                  <a:latin typeface="+mj-ea"/>
                  <a:ea typeface="+mj-ea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营销</a:t>
              </a:r>
              <a:endParaRPr kumimoji="0" 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活动</a:t>
              </a:r>
              <a:endParaRPr kumimoji="0" 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  <p:grpSp>
        <p:nvGrpSpPr>
          <p:cNvPr id="70" name="组合 69"/>
          <p:cNvGrpSpPr/>
          <p:nvPr/>
        </p:nvGrpSpPr>
        <p:grpSpPr>
          <a:xfrm>
            <a:off x="6453505" y="5275580"/>
            <a:ext cx="772160" cy="772160"/>
            <a:chOff x="9108" y="2432"/>
            <a:chExt cx="1216" cy="1216"/>
          </a:xfrm>
        </p:grpSpPr>
        <p:sp>
          <p:nvSpPr>
            <p:cNvPr id="71" name="PA-椭圆 36"/>
            <p:cNvSpPr/>
            <p:nvPr>
              <p:custDataLst>
                <p:tags r:id="rId12"/>
              </p:custDataLst>
            </p:nvPr>
          </p:nvSpPr>
          <p:spPr>
            <a:xfrm rot="12581017">
              <a:off x="9152" y="2477"/>
              <a:ext cx="1127" cy="1127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320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72" name="PA-椭圆 37"/>
            <p:cNvSpPr/>
            <p:nvPr>
              <p:custDataLst>
                <p:tags r:id="rId13"/>
              </p:custDataLst>
            </p:nvPr>
          </p:nvSpPr>
          <p:spPr>
            <a:xfrm rot="12581017">
              <a:off x="9108" y="2432"/>
              <a:ext cx="1216" cy="1216"/>
            </a:xfrm>
            <a:prstGeom prst="ellipse">
              <a:avLst/>
            </a:prstGeom>
            <a:noFill/>
            <a:ln w="6350" cap="flat" cmpd="sng" algn="ctr">
              <a:solidFill>
                <a:schemeClr val="accent1">
                  <a:lumMod val="40000"/>
                  <a:lumOff val="60000"/>
                  <a:alpha val="70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lang="zh-CN" altLang="en-US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77" name="文本框 76"/>
            <p:cNvSpPr txBox="1"/>
            <p:nvPr/>
          </p:nvSpPr>
          <p:spPr>
            <a:xfrm>
              <a:off x="9146" y="2630"/>
              <a:ext cx="1139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>
                  <a:solidFill>
                    <a:schemeClr val="bg1"/>
                  </a:solidFill>
                  <a:effectLst>
                    <a:outerShdw blurRad="254000" algn="ctr" rotWithShape="0">
                      <a:prstClr val="black">
                        <a:alpha val="35000"/>
                      </a:prstClr>
                    </a:outerShdw>
                  </a:effectLst>
                  <a:latin typeface="+mj-ea"/>
                  <a:ea typeface="+mj-ea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促销</a:t>
              </a:r>
              <a:endParaRPr kumimoji="0" 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购买</a:t>
              </a:r>
              <a:endParaRPr kumimoji="0" 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  <p:grpSp>
        <p:nvGrpSpPr>
          <p:cNvPr id="86" name="组合 85"/>
          <p:cNvGrpSpPr/>
          <p:nvPr/>
        </p:nvGrpSpPr>
        <p:grpSpPr>
          <a:xfrm>
            <a:off x="5153025" y="5275580"/>
            <a:ext cx="772160" cy="772160"/>
            <a:chOff x="9108" y="2432"/>
            <a:chExt cx="1216" cy="1216"/>
          </a:xfrm>
        </p:grpSpPr>
        <p:sp>
          <p:nvSpPr>
            <p:cNvPr id="87" name="PA-椭圆 36"/>
            <p:cNvSpPr/>
            <p:nvPr>
              <p:custDataLst>
                <p:tags r:id="rId14"/>
              </p:custDataLst>
            </p:nvPr>
          </p:nvSpPr>
          <p:spPr>
            <a:xfrm rot="12581017">
              <a:off x="9152" y="2477"/>
              <a:ext cx="1127" cy="1127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320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88" name="PA-椭圆 37"/>
            <p:cNvSpPr/>
            <p:nvPr>
              <p:custDataLst>
                <p:tags r:id="rId15"/>
              </p:custDataLst>
            </p:nvPr>
          </p:nvSpPr>
          <p:spPr>
            <a:xfrm rot="12581017">
              <a:off x="9108" y="2432"/>
              <a:ext cx="1216" cy="1216"/>
            </a:xfrm>
            <a:prstGeom prst="ellipse">
              <a:avLst/>
            </a:prstGeom>
            <a:noFill/>
            <a:ln w="6350" cap="flat" cmpd="sng" algn="ctr">
              <a:solidFill>
                <a:schemeClr val="accent1">
                  <a:lumMod val="40000"/>
                  <a:lumOff val="60000"/>
                  <a:alpha val="70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lang="zh-CN" altLang="en-US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93" name="文本框 92"/>
            <p:cNvSpPr txBox="1"/>
            <p:nvPr/>
          </p:nvSpPr>
          <p:spPr>
            <a:xfrm>
              <a:off x="9146" y="2630"/>
              <a:ext cx="1139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>
                  <a:solidFill>
                    <a:schemeClr val="bg1"/>
                  </a:solidFill>
                  <a:effectLst>
                    <a:outerShdw blurRad="254000" algn="ctr" rotWithShape="0">
                      <a:prstClr val="black">
                        <a:alpha val="35000"/>
                      </a:prstClr>
                    </a:outerShdw>
                  </a:effectLst>
                  <a:latin typeface="+mj-ea"/>
                  <a:ea typeface="+mj-ea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会员</a:t>
              </a:r>
              <a:endParaRPr kumimoji="0" 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入会</a:t>
              </a:r>
              <a:endParaRPr kumimoji="0" 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  <p:grpSp>
        <p:nvGrpSpPr>
          <p:cNvPr id="102" name="组合 101"/>
          <p:cNvGrpSpPr/>
          <p:nvPr/>
        </p:nvGrpSpPr>
        <p:grpSpPr>
          <a:xfrm>
            <a:off x="4120515" y="4462145"/>
            <a:ext cx="772160" cy="772160"/>
            <a:chOff x="9108" y="2432"/>
            <a:chExt cx="1216" cy="1216"/>
          </a:xfrm>
        </p:grpSpPr>
        <p:sp>
          <p:nvSpPr>
            <p:cNvPr id="103" name="PA-椭圆 36"/>
            <p:cNvSpPr/>
            <p:nvPr>
              <p:custDataLst>
                <p:tags r:id="rId16"/>
              </p:custDataLst>
            </p:nvPr>
          </p:nvSpPr>
          <p:spPr>
            <a:xfrm rot="12581017">
              <a:off x="9152" y="2477"/>
              <a:ext cx="1127" cy="1127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320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4" name="PA-椭圆 37"/>
            <p:cNvSpPr/>
            <p:nvPr>
              <p:custDataLst>
                <p:tags r:id="rId17"/>
              </p:custDataLst>
            </p:nvPr>
          </p:nvSpPr>
          <p:spPr>
            <a:xfrm rot="12581017">
              <a:off x="9108" y="2432"/>
              <a:ext cx="1216" cy="1216"/>
            </a:xfrm>
            <a:prstGeom prst="ellipse">
              <a:avLst/>
            </a:prstGeom>
            <a:noFill/>
            <a:ln w="6350" cap="flat" cmpd="sng" algn="ctr">
              <a:solidFill>
                <a:schemeClr val="accent1">
                  <a:lumMod val="40000"/>
                  <a:lumOff val="60000"/>
                  <a:alpha val="70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lang="zh-CN" altLang="en-US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5" name="文本框 104"/>
            <p:cNvSpPr txBox="1"/>
            <p:nvPr/>
          </p:nvSpPr>
          <p:spPr>
            <a:xfrm>
              <a:off x="9146" y="2630"/>
              <a:ext cx="1139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>
                  <a:solidFill>
                    <a:schemeClr val="bg1"/>
                  </a:solidFill>
                  <a:effectLst>
                    <a:outerShdw blurRad="254000" algn="ctr" rotWithShape="0">
                      <a:prstClr val="black">
                        <a:alpha val="35000"/>
                      </a:prstClr>
                    </a:outerShdw>
                  </a:effectLst>
                  <a:latin typeface="+mj-ea"/>
                  <a:ea typeface="+mj-ea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客户</a:t>
              </a:r>
              <a:endParaRPr kumimoji="0" 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互动</a:t>
              </a:r>
              <a:endParaRPr kumimoji="0" 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  <p:grpSp>
        <p:nvGrpSpPr>
          <p:cNvPr id="110" name="组合 109"/>
          <p:cNvGrpSpPr/>
          <p:nvPr/>
        </p:nvGrpSpPr>
        <p:grpSpPr>
          <a:xfrm>
            <a:off x="3896995" y="3072130"/>
            <a:ext cx="772160" cy="772160"/>
            <a:chOff x="9108" y="2432"/>
            <a:chExt cx="1216" cy="1216"/>
          </a:xfrm>
        </p:grpSpPr>
        <p:sp>
          <p:nvSpPr>
            <p:cNvPr id="111" name="PA-椭圆 36"/>
            <p:cNvSpPr/>
            <p:nvPr>
              <p:custDataLst>
                <p:tags r:id="rId18"/>
              </p:custDataLst>
            </p:nvPr>
          </p:nvSpPr>
          <p:spPr>
            <a:xfrm rot="12581017">
              <a:off x="9152" y="2477"/>
              <a:ext cx="1127" cy="1127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320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12" name="PA-椭圆 37"/>
            <p:cNvSpPr/>
            <p:nvPr>
              <p:custDataLst>
                <p:tags r:id="rId19"/>
              </p:custDataLst>
            </p:nvPr>
          </p:nvSpPr>
          <p:spPr>
            <a:xfrm rot="12581017">
              <a:off x="9108" y="2432"/>
              <a:ext cx="1216" cy="1216"/>
            </a:xfrm>
            <a:prstGeom prst="ellipse">
              <a:avLst/>
            </a:prstGeom>
            <a:noFill/>
            <a:ln w="6350" cap="flat" cmpd="sng" algn="ctr">
              <a:solidFill>
                <a:schemeClr val="accent1">
                  <a:lumMod val="40000"/>
                  <a:lumOff val="60000"/>
                  <a:alpha val="70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lang="zh-CN" altLang="en-US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13" name="文本框 112"/>
            <p:cNvSpPr txBox="1"/>
            <p:nvPr/>
          </p:nvSpPr>
          <p:spPr>
            <a:xfrm>
              <a:off x="9146" y="2630"/>
              <a:ext cx="1139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>
                  <a:solidFill>
                    <a:schemeClr val="bg1"/>
                  </a:solidFill>
                  <a:effectLst>
                    <a:outerShdw blurRad="254000" algn="ctr" rotWithShape="0">
                      <a:prstClr val="black">
                        <a:alpha val="35000"/>
                      </a:prstClr>
                    </a:outerShdw>
                  </a:effectLst>
                  <a:latin typeface="+mj-ea"/>
                  <a:ea typeface="+mj-ea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引流</a:t>
              </a:r>
              <a:endParaRPr kumimoji="0" 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能力</a:t>
              </a:r>
              <a:endParaRPr kumimoji="0" 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  <p:grpSp>
        <p:nvGrpSpPr>
          <p:cNvPr id="118" name="组合 117"/>
          <p:cNvGrpSpPr/>
          <p:nvPr/>
        </p:nvGrpSpPr>
        <p:grpSpPr>
          <a:xfrm>
            <a:off x="4565015" y="1955165"/>
            <a:ext cx="772160" cy="772160"/>
            <a:chOff x="9108" y="2432"/>
            <a:chExt cx="1216" cy="1216"/>
          </a:xfrm>
        </p:grpSpPr>
        <p:sp>
          <p:nvSpPr>
            <p:cNvPr id="119" name="PA-椭圆 36"/>
            <p:cNvSpPr/>
            <p:nvPr>
              <p:custDataLst>
                <p:tags r:id="rId20"/>
              </p:custDataLst>
            </p:nvPr>
          </p:nvSpPr>
          <p:spPr>
            <a:xfrm rot="12581017">
              <a:off x="9152" y="2477"/>
              <a:ext cx="1127" cy="1127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320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20" name="PA-椭圆 37"/>
            <p:cNvSpPr/>
            <p:nvPr>
              <p:custDataLst>
                <p:tags r:id="rId21"/>
              </p:custDataLst>
            </p:nvPr>
          </p:nvSpPr>
          <p:spPr>
            <a:xfrm rot="12581017">
              <a:off x="9108" y="2432"/>
              <a:ext cx="1216" cy="1216"/>
            </a:xfrm>
            <a:prstGeom prst="ellipse">
              <a:avLst/>
            </a:prstGeom>
            <a:noFill/>
            <a:ln w="6350" cap="flat" cmpd="sng" algn="ctr">
              <a:solidFill>
                <a:schemeClr val="accent1">
                  <a:lumMod val="40000"/>
                  <a:lumOff val="60000"/>
                  <a:alpha val="70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lang="zh-CN" altLang="en-US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21" name="文本框 120"/>
            <p:cNvSpPr txBox="1"/>
            <p:nvPr/>
          </p:nvSpPr>
          <p:spPr>
            <a:xfrm>
              <a:off x="9146" y="2630"/>
              <a:ext cx="1139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>
                  <a:solidFill>
                    <a:schemeClr val="bg1"/>
                  </a:solidFill>
                  <a:effectLst>
                    <a:outerShdw blurRad="254000" algn="ctr" rotWithShape="0">
                      <a:prstClr val="black">
                        <a:alpha val="35000"/>
                      </a:prstClr>
                    </a:outerShdw>
                  </a:effectLst>
                  <a:latin typeface="+mj-ea"/>
                  <a:ea typeface="+mj-ea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用户</a:t>
              </a:r>
              <a:endParaRPr kumimoji="0" 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质量</a:t>
              </a:r>
              <a:endParaRPr kumimoji="0" 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2"/>
          <p:cNvSpPr>
            <a:spLocks noGrp="1"/>
          </p:cNvSpPr>
          <p:nvPr/>
        </p:nvSpPr>
        <p:spPr>
          <a:xfrm>
            <a:off x="1105535" y="347980"/>
            <a:ext cx="7137400" cy="396875"/>
          </a:xfrm>
          <a:prstGeom prst="rect">
            <a:avLst/>
          </a:prstGeom>
          <a:ln w="12700">
            <a:miter lim="400000"/>
          </a:ln>
        </p:spPr>
        <p:txBody>
          <a:bodyPr vert="horz" wrap="square" lIns="25400" tIns="25400" rIns="25400" bIns="2540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0" lang="zh-CN" altLang="en-US" sz="2800" b="1" u="none" strike="noStrike" kern="1200" cap="none" spc="0" normalizeH="0" baseline="0" dirty="0">
                <a:ln>
                  <a:noFill/>
                </a:ln>
                <a:solidFill>
                  <a:schemeClr val="accent1"/>
                </a:solidFill>
                <a:effectLst>
                  <a:outerShdw blurRad="187896" dist="38100" dir="2700000" algn="tl" rotWithShape="0">
                    <a:srgbClr val="1C2952">
                      <a:alpha val="6000"/>
                    </a:srgbClr>
                  </a:outerShdw>
                </a:effectLst>
                <a:uLnTx/>
                <a:uFillTx/>
                <a:latin typeface="HONOR Sans CN" panose="05000200000000000000" charset="-122"/>
                <a:ea typeface="HONOR Sans CN" panose="05000200000000000000" charset="-122"/>
                <a:cs typeface="OPPOSans H" panose="00020600040101010101" pitchFamily="18" charset="-122"/>
              </a:defRPr>
            </a:lvl1pPr>
          </a:lstStyle>
          <a:p>
            <a:pPr algn="l"/>
            <a:r>
              <a:rPr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业务框架</a:t>
            </a:r>
            <a:r>
              <a:rPr lang="en-US" altLang="zh-CN"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中心发散架构 | </a:t>
            </a:r>
            <a:r>
              <a:rPr sz="250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领域驱动设计模型</a:t>
            </a:r>
            <a:endParaRPr lang="en-US" altLang="zh-CN" sz="2500" b="0">
              <a:solidFill>
                <a:schemeClr val="tx2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" name="图片 9" descr="屋顶资源管理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5600" y="186055"/>
            <a:ext cx="549910" cy="549910"/>
          </a:xfrm>
          <a:prstGeom prst="rect">
            <a:avLst/>
          </a:prstGeom>
        </p:spPr>
      </p:pic>
      <p:sp>
        <p:nvSpPr>
          <p:cNvPr id="1174" name="矩形: 圆角 1173"/>
          <p:cNvSpPr/>
          <p:nvPr>
            <p:custDataLst>
              <p:tags r:id="rId3"/>
            </p:custDataLst>
          </p:nvPr>
        </p:nvSpPr>
        <p:spPr>
          <a:xfrm>
            <a:off x="1755652" y="6112170"/>
            <a:ext cx="804950" cy="255988"/>
          </a:xfrm>
          <a:prstGeom prst="roundRect">
            <a:avLst>
              <a:gd name="adj" fmla="val 50000"/>
            </a:avLst>
          </a:prstGeom>
          <a:solidFill>
            <a:schemeClr val="accent5">
              <a:lumMod val="60000"/>
              <a:lumOff val="40000"/>
            </a:schemeClr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945" dirty="0"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176" name="矩形: 圆角 1175"/>
          <p:cNvSpPr/>
          <p:nvPr>
            <p:custDataLst>
              <p:tags r:id="rId4"/>
            </p:custDataLst>
          </p:nvPr>
        </p:nvSpPr>
        <p:spPr>
          <a:xfrm>
            <a:off x="2764620" y="6112170"/>
            <a:ext cx="804950" cy="255988"/>
          </a:xfrm>
          <a:prstGeom prst="roundRect">
            <a:avLst>
              <a:gd name="adj" fmla="val 50000"/>
            </a:avLst>
          </a:prstGeom>
          <a:solidFill>
            <a:schemeClr val="accent5">
              <a:lumMod val="60000"/>
              <a:lumOff val="40000"/>
            </a:schemeClr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945" dirty="0"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197" name="矩形: 圆角 1196"/>
          <p:cNvSpPr/>
          <p:nvPr>
            <p:custDataLst>
              <p:tags r:id="rId5"/>
            </p:custDataLst>
          </p:nvPr>
        </p:nvSpPr>
        <p:spPr>
          <a:xfrm>
            <a:off x="3738116" y="6112170"/>
            <a:ext cx="804950" cy="255988"/>
          </a:xfrm>
          <a:prstGeom prst="roundRect">
            <a:avLst>
              <a:gd name="adj" fmla="val 50000"/>
            </a:avLst>
          </a:prstGeom>
          <a:solidFill>
            <a:schemeClr val="accent5">
              <a:lumMod val="60000"/>
              <a:lumOff val="40000"/>
            </a:schemeClr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945" dirty="0"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25" name="矩形: 圆角 1024"/>
          <p:cNvSpPr/>
          <p:nvPr>
            <p:custDataLst>
              <p:tags r:id="rId6"/>
            </p:custDataLst>
          </p:nvPr>
        </p:nvSpPr>
        <p:spPr>
          <a:xfrm>
            <a:off x="4623181" y="6112170"/>
            <a:ext cx="804950" cy="255988"/>
          </a:xfrm>
          <a:prstGeom prst="roundRect">
            <a:avLst>
              <a:gd name="adj" fmla="val 50000"/>
            </a:avLst>
          </a:prstGeom>
          <a:solidFill>
            <a:schemeClr val="accent5">
              <a:lumMod val="60000"/>
              <a:lumOff val="40000"/>
            </a:schemeClr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945" dirty="0"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28" name="矩形: 圆角 1027"/>
          <p:cNvSpPr/>
          <p:nvPr>
            <p:custDataLst>
              <p:tags r:id="rId7"/>
            </p:custDataLst>
          </p:nvPr>
        </p:nvSpPr>
        <p:spPr>
          <a:xfrm>
            <a:off x="5632149" y="6112170"/>
            <a:ext cx="804950" cy="255988"/>
          </a:xfrm>
          <a:prstGeom prst="roundRect">
            <a:avLst>
              <a:gd name="adj" fmla="val 50000"/>
            </a:avLst>
          </a:prstGeom>
          <a:solidFill>
            <a:schemeClr val="accent5">
              <a:lumMod val="60000"/>
              <a:lumOff val="40000"/>
            </a:schemeClr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945" dirty="0"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30" name="矩形: 圆角 1029"/>
          <p:cNvSpPr/>
          <p:nvPr>
            <p:custDataLst>
              <p:tags r:id="rId8"/>
            </p:custDataLst>
          </p:nvPr>
        </p:nvSpPr>
        <p:spPr>
          <a:xfrm>
            <a:off x="6605645" y="6112170"/>
            <a:ext cx="804950" cy="255988"/>
          </a:xfrm>
          <a:prstGeom prst="roundRect">
            <a:avLst>
              <a:gd name="adj" fmla="val 50000"/>
            </a:avLst>
          </a:prstGeom>
          <a:solidFill>
            <a:schemeClr val="accent5">
              <a:lumMod val="60000"/>
              <a:lumOff val="40000"/>
            </a:schemeClr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945" dirty="0"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40" name="矩形: 圆角 1039"/>
          <p:cNvSpPr/>
          <p:nvPr>
            <p:custDataLst>
              <p:tags r:id="rId9"/>
            </p:custDataLst>
          </p:nvPr>
        </p:nvSpPr>
        <p:spPr>
          <a:xfrm>
            <a:off x="7631428" y="6112170"/>
            <a:ext cx="804950" cy="255988"/>
          </a:xfrm>
          <a:prstGeom prst="roundRect">
            <a:avLst>
              <a:gd name="adj" fmla="val 50000"/>
            </a:avLst>
          </a:prstGeom>
          <a:solidFill>
            <a:schemeClr val="accent5">
              <a:lumMod val="60000"/>
              <a:lumOff val="40000"/>
            </a:schemeClr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945" dirty="0"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42" name="矩形: 圆角 1041"/>
          <p:cNvSpPr/>
          <p:nvPr>
            <p:custDataLst>
              <p:tags r:id="rId10"/>
            </p:custDataLst>
          </p:nvPr>
        </p:nvSpPr>
        <p:spPr>
          <a:xfrm>
            <a:off x="8640396" y="6105563"/>
            <a:ext cx="804950" cy="255988"/>
          </a:xfrm>
          <a:prstGeom prst="roundRect">
            <a:avLst>
              <a:gd name="adj" fmla="val 50000"/>
            </a:avLst>
          </a:prstGeom>
          <a:solidFill>
            <a:schemeClr val="accent5">
              <a:lumMod val="60000"/>
              <a:lumOff val="40000"/>
            </a:schemeClr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945" dirty="0"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44" name="矩形: 圆角 1043"/>
          <p:cNvSpPr/>
          <p:nvPr>
            <p:custDataLst>
              <p:tags r:id="rId11"/>
            </p:custDataLst>
          </p:nvPr>
        </p:nvSpPr>
        <p:spPr>
          <a:xfrm>
            <a:off x="9613892" y="6105563"/>
            <a:ext cx="804950" cy="255988"/>
          </a:xfrm>
          <a:prstGeom prst="roundRect">
            <a:avLst>
              <a:gd name="adj" fmla="val 50000"/>
            </a:avLst>
          </a:prstGeom>
          <a:solidFill>
            <a:schemeClr val="accent5">
              <a:lumMod val="60000"/>
              <a:lumOff val="40000"/>
            </a:schemeClr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945" dirty="0"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161" name="矩形: 圆角 1160"/>
          <p:cNvSpPr/>
          <p:nvPr/>
        </p:nvSpPr>
        <p:spPr>
          <a:xfrm>
            <a:off x="2506605" y="5224184"/>
            <a:ext cx="1441638" cy="350788"/>
          </a:xfrm>
          <a:prstGeom prst="roundRect">
            <a:avLst>
              <a:gd name="adj" fmla="val 50000"/>
            </a:avLst>
          </a:prstGeom>
          <a:solidFill>
            <a:schemeClr val="accent5">
              <a:lumMod val="60000"/>
              <a:lumOff val="40000"/>
            </a:schemeClr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945" dirty="0"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80" name="Oval 8+"/>
          <p:cNvSpPr/>
          <p:nvPr/>
        </p:nvSpPr>
        <p:spPr>
          <a:xfrm>
            <a:off x="3541500" y="1126880"/>
            <a:ext cx="5067790" cy="5067790"/>
          </a:xfrm>
          <a:prstGeom prst="arc">
            <a:avLst>
              <a:gd name="adj1" fmla="val 11048810"/>
              <a:gd name="adj2" fmla="val 0"/>
            </a:avLst>
          </a:prstGeom>
          <a:noFill/>
          <a:ln w="13716">
            <a:solidFill>
              <a:schemeClr val="accent6">
                <a:lumMod val="40000"/>
                <a:lumOff val="60000"/>
              </a:schemeClr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755" tIns="49378" rIns="98755" bIns="49378" rtlCol="0" anchor="ctr"/>
          <a:lstStyle/>
          <a:p>
            <a:pPr algn="ctr"/>
            <a:endParaRPr lang="zh-CN" altLang="en-US" sz="1945">
              <a:solidFill>
                <a:schemeClr val="bg1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1" name="弧形 380"/>
          <p:cNvSpPr/>
          <p:nvPr/>
        </p:nvSpPr>
        <p:spPr>
          <a:xfrm>
            <a:off x="3977985" y="1563365"/>
            <a:ext cx="4194820" cy="4194820"/>
          </a:xfrm>
          <a:prstGeom prst="arc">
            <a:avLst>
              <a:gd name="adj1" fmla="val 10520692"/>
              <a:gd name="adj2" fmla="val 0"/>
            </a:avLst>
          </a:prstGeom>
          <a:solidFill>
            <a:schemeClr val="accent1">
              <a:lumMod val="20000"/>
              <a:lumOff val="80000"/>
              <a:alpha val="20000"/>
            </a:schemeClr>
          </a:solidFill>
          <a:ln w="13716">
            <a:solidFill>
              <a:schemeClr val="accent6">
                <a:lumMod val="40000"/>
                <a:lumOff val="60000"/>
              </a:schemeClr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755" tIns="49378" rIns="98755" bIns="49378" rtlCol="0" anchor="ctr"/>
          <a:lstStyle/>
          <a:p>
            <a:pPr algn="ctr"/>
            <a:endParaRPr lang="zh-CN" altLang="en-US" sz="1945">
              <a:solidFill>
                <a:schemeClr val="bg1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2" name="弧形 381"/>
          <p:cNvSpPr/>
          <p:nvPr/>
        </p:nvSpPr>
        <p:spPr>
          <a:xfrm>
            <a:off x="4545805" y="2131185"/>
            <a:ext cx="3059180" cy="3059180"/>
          </a:xfrm>
          <a:prstGeom prst="arc">
            <a:avLst>
              <a:gd name="adj1" fmla="val 10706039"/>
              <a:gd name="adj2" fmla="val 0"/>
            </a:avLst>
          </a:prstGeom>
          <a:solidFill>
            <a:schemeClr val="bg1"/>
          </a:solidFill>
          <a:ln w="13716">
            <a:solidFill>
              <a:schemeClr val="accent6">
                <a:lumMod val="40000"/>
                <a:lumOff val="60000"/>
              </a:schemeClr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755" tIns="49378" rIns="98755" bIns="49378" rtlCol="0" anchor="ctr"/>
          <a:lstStyle/>
          <a:p>
            <a:pPr algn="ctr"/>
            <a:endParaRPr lang="zh-CN" altLang="en-US" sz="1945">
              <a:solidFill>
                <a:schemeClr val="bg1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3" name="不完整圆 54"/>
          <p:cNvSpPr/>
          <p:nvPr>
            <p:custDataLst>
              <p:tags r:id="rId12"/>
            </p:custDataLst>
          </p:nvPr>
        </p:nvSpPr>
        <p:spPr>
          <a:xfrm flipH="1">
            <a:off x="1918225" y="-570437"/>
            <a:ext cx="8340790" cy="8340790"/>
          </a:xfrm>
          <a:prstGeom prst="pie">
            <a:avLst>
              <a:gd name="adj1" fmla="val 9465216"/>
              <a:gd name="adj2" fmla="val 12114446"/>
            </a:avLst>
          </a:prstGeom>
          <a:gradFill>
            <a:gsLst>
              <a:gs pos="100000">
                <a:schemeClr val="accent1">
                  <a:lumMod val="20000"/>
                  <a:lumOff val="80000"/>
                  <a:alpha val="20000"/>
                </a:schemeClr>
              </a:gs>
              <a:gs pos="0">
                <a:schemeClr val="accent1">
                  <a:lumMod val="20000"/>
                  <a:lumOff val="80000"/>
                  <a:alpha val="70000"/>
                </a:schemeClr>
              </a:gs>
            </a:gsLst>
            <a:lin ang="0" scaled="1"/>
          </a:gradFill>
          <a:ln w="13716">
            <a:gradFill flip="none" rotWithShape="1"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945">
              <a:solidFill>
                <a:schemeClr val="bg1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84" name="不完整圆 30"/>
          <p:cNvSpPr/>
          <p:nvPr>
            <p:custDataLst>
              <p:tags r:id="rId13"/>
            </p:custDataLst>
          </p:nvPr>
        </p:nvSpPr>
        <p:spPr>
          <a:xfrm>
            <a:off x="1905000" y="-570437"/>
            <a:ext cx="8340790" cy="8340790"/>
          </a:xfrm>
          <a:prstGeom prst="pie">
            <a:avLst>
              <a:gd name="adj1" fmla="val 9465216"/>
              <a:gd name="adj2" fmla="val 12114446"/>
            </a:avLst>
          </a:prstGeom>
          <a:gradFill>
            <a:gsLst>
              <a:gs pos="100000">
                <a:schemeClr val="accent1">
                  <a:lumMod val="20000"/>
                  <a:lumOff val="80000"/>
                  <a:alpha val="20000"/>
                </a:schemeClr>
              </a:gs>
              <a:gs pos="0">
                <a:schemeClr val="accent1">
                  <a:lumMod val="20000"/>
                  <a:lumOff val="80000"/>
                  <a:alpha val="70000"/>
                </a:schemeClr>
              </a:gs>
            </a:gsLst>
            <a:lin ang="0" scaled="1"/>
          </a:gradFill>
          <a:ln w="13716">
            <a:gradFill flip="none" rotWithShape="1"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755" tIns="49378" rIns="98755" bIns="49378" rtlCol="0" anchor="ctr"/>
          <a:lstStyle/>
          <a:p>
            <a:pPr algn="ctr"/>
            <a:endParaRPr lang="zh-CN" altLang="en-US" sz="1945">
              <a:solidFill>
                <a:schemeClr val="bg1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5" name="椭圆 384"/>
          <p:cNvSpPr/>
          <p:nvPr/>
        </p:nvSpPr>
        <p:spPr>
          <a:xfrm>
            <a:off x="5107033" y="2765146"/>
            <a:ext cx="1906814" cy="1906814"/>
          </a:xfrm>
          <a:prstGeom prst="ellipse">
            <a:avLst/>
          </a:prstGeom>
          <a:gradFill flip="none" rotWithShape="1">
            <a:gsLst>
              <a:gs pos="10000">
                <a:schemeClr val="accent5"/>
              </a:gs>
              <a:gs pos="100000">
                <a:schemeClr val="accent5">
                  <a:lumMod val="60000"/>
                  <a:lumOff val="4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38100">
            <a:noFill/>
          </a:ln>
          <a:effectLst>
            <a:outerShdw blurRad="50800" dist="38100" dir="2700000" algn="tl" rotWithShape="0">
              <a:schemeClr val="accent5">
                <a:lumMod val="60000"/>
                <a:lumOff val="4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755" tIns="49378" rIns="98755" bIns="49378" rtlCol="0" anchor="ctr"/>
          <a:lstStyle/>
          <a:p>
            <a:pPr algn="ctr"/>
            <a:endParaRPr lang="zh-CN" altLang="en-US" sz="1945">
              <a:solidFill>
                <a:schemeClr val="bg1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6" name="空心弧 385"/>
          <p:cNvSpPr/>
          <p:nvPr/>
        </p:nvSpPr>
        <p:spPr>
          <a:xfrm rot="16200000">
            <a:off x="2269537" y="-119839"/>
            <a:ext cx="7622358" cy="7622358"/>
          </a:xfrm>
          <a:prstGeom prst="blockArc">
            <a:avLst>
              <a:gd name="adj1" fmla="val 15415805"/>
              <a:gd name="adj2" fmla="val 16978444"/>
              <a:gd name="adj3" fmla="val 9668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2700000"/>
          </a:gra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945">
              <a:solidFill>
                <a:schemeClr val="bg1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cxnSp>
        <p:nvCxnSpPr>
          <p:cNvPr id="1147" name="直接连接符 1146"/>
          <p:cNvCxnSpPr>
            <a:stCxn id="449" idx="3"/>
          </p:cNvCxnSpPr>
          <p:nvPr/>
        </p:nvCxnSpPr>
        <p:spPr>
          <a:xfrm>
            <a:off x="1529650" y="2168227"/>
            <a:ext cx="623570" cy="3810"/>
          </a:xfrm>
          <a:prstGeom prst="line">
            <a:avLst/>
          </a:prstGeom>
          <a:ln w="6858">
            <a:solidFill>
              <a:schemeClr val="accent1">
                <a:lumMod val="60000"/>
                <a:lumOff val="40000"/>
              </a:schemeClr>
            </a:solidFill>
            <a:tailEnd type="oval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9" name="矩形: 圆角 448"/>
          <p:cNvSpPr/>
          <p:nvPr>
            <p:custDataLst>
              <p:tags r:id="rId14"/>
            </p:custDataLst>
          </p:nvPr>
        </p:nvSpPr>
        <p:spPr>
          <a:xfrm>
            <a:off x="724668" y="2040370"/>
            <a:ext cx="804950" cy="255988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945">
              <a:solidFill>
                <a:schemeClr val="bg1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50" name="矩形: 圆角 449"/>
          <p:cNvSpPr/>
          <p:nvPr>
            <p:custDataLst>
              <p:tags r:id="rId15"/>
            </p:custDataLst>
          </p:nvPr>
        </p:nvSpPr>
        <p:spPr>
          <a:xfrm>
            <a:off x="724668" y="2519540"/>
            <a:ext cx="804950" cy="255988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945">
              <a:solidFill>
                <a:schemeClr val="bg1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51" name="矩形: 圆角 450"/>
          <p:cNvSpPr/>
          <p:nvPr>
            <p:custDataLst>
              <p:tags r:id="rId16"/>
            </p:custDataLst>
          </p:nvPr>
        </p:nvSpPr>
        <p:spPr>
          <a:xfrm>
            <a:off x="724668" y="3004009"/>
            <a:ext cx="804950" cy="255988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945">
              <a:solidFill>
                <a:schemeClr val="bg1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52" name="矩形: 圆角 451"/>
          <p:cNvSpPr/>
          <p:nvPr>
            <p:custDataLst>
              <p:tags r:id="rId17"/>
            </p:custDataLst>
          </p:nvPr>
        </p:nvSpPr>
        <p:spPr>
          <a:xfrm>
            <a:off x="724668" y="3464727"/>
            <a:ext cx="804950" cy="255988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945">
              <a:solidFill>
                <a:schemeClr val="bg1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53" name="矩形: 圆角 452"/>
          <p:cNvSpPr/>
          <p:nvPr>
            <p:custDataLst>
              <p:tags r:id="rId18"/>
            </p:custDataLst>
          </p:nvPr>
        </p:nvSpPr>
        <p:spPr>
          <a:xfrm>
            <a:off x="724668" y="3959262"/>
            <a:ext cx="804950" cy="255988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945">
              <a:solidFill>
                <a:schemeClr val="bg1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54" name="矩形: 圆角 453"/>
          <p:cNvSpPr/>
          <p:nvPr>
            <p:custDataLst>
              <p:tags r:id="rId19"/>
            </p:custDataLst>
          </p:nvPr>
        </p:nvSpPr>
        <p:spPr>
          <a:xfrm>
            <a:off x="724668" y="4443731"/>
            <a:ext cx="804950" cy="255988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945">
              <a:solidFill>
                <a:schemeClr val="bg1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55" name="矩形: 圆角 454"/>
          <p:cNvSpPr/>
          <p:nvPr>
            <p:custDataLst>
              <p:tags r:id="rId20"/>
            </p:custDataLst>
          </p:nvPr>
        </p:nvSpPr>
        <p:spPr>
          <a:xfrm>
            <a:off x="724668" y="4904448"/>
            <a:ext cx="804950" cy="255988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945">
              <a:solidFill>
                <a:schemeClr val="bg1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cxnSp>
        <p:nvCxnSpPr>
          <p:cNvPr id="456" name="直接连接符 455"/>
          <p:cNvCxnSpPr>
            <a:stCxn id="455" idx="3"/>
          </p:cNvCxnSpPr>
          <p:nvPr/>
        </p:nvCxnSpPr>
        <p:spPr>
          <a:xfrm flipV="1">
            <a:off x="1529715" y="5026678"/>
            <a:ext cx="623570" cy="5715"/>
          </a:xfrm>
          <a:prstGeom prst="line">
            <a:avLst/>
          </a:prstGeom>
          <a:ln w="6858">
            <a:solidFill>
              <a:schemeClr val="accent1">
                <a:lumMod val="60000"/>
                <a:lumOff val="40000"/>
              </a:schemeClr>
            </a:solidFill>
            <a:tailEnd type="oval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7" name="直接连接符 456"/>
          <p:cNvCxnSpPr/>
          <p:nvPr/>
        </p:nvCxnSpPr>
        <p:spPr>
          <a:xfrm>
            <a:off x="1515329" y="2660796"/>
            <a:ext cx="505301" cy="0"/>
          </a:xfrm>
          <a:prstGeom prst="line">
            <a:avLst/>
          </a:prstGeom>
          <a:ln w="6858">
            <a:solidFill>
              <a:schemeClr val="accent1">
                <a:lumMod val="60000"/>
                <a:lumOff val="40000"/>
              </a:schemeClr>
            </a:solidFill>
            <a:tailEnd type="oval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8" name="直接连接符 457"/>
          <p:cNvCxnSpPr/>
          <p:nvPr/>
        </p:nvCxnSpPr>
        <p:spPr>
          <a:xfrm>
            <a:off x="1529617" y="3135424"/>
            <a:ext cx="392144" cy="0"/>
          </a:xfrm>
          <a:prstGeom prst="line">
            <a:avLst/>
          </a:prstGeom>
          <a:solidFill>
            <a:schemeClr val="accent1">
              <a:lumMod val="60000"/>
              <a:lumOff val="40000"/>
            </a:schemeClr>
          </a:solidFill>
          <a:ln w="6858">
            <a:solidFill>
              <a:schemeClr val="accent1">
                <a:lumMod val="60000"/>
                <a:lumOff val="40000"/>
              </a:schemeClr>
            </a:solidFill>
            <a:tailEnd type="oval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9" name="直接连接符 458"/>
          <p:cNvCxnSpPr/>
          <p:nvPr/>
        </p:nvCxnSpPr>
        <p:spPr>
          <a:xfrm>
            <a:off x="1529617" y="4095173"/>
            <a:ext cx="392144" cy="0"/>
          </a:xfrm>
          <a:prstGeom prst="line">
            <a:avLst/>
          </a:prstGeom>
          <a:solidFill>
            <a:schemeClr val="accent1">
              <a:lumMod val="60000"/>
              <a:lumOff val="40000"/>
            </a:schemeClr>
          </a:solidFill>
          <a:ln w="6858">
            <a:solidFill>
              <a:schemeClr val="accent1">
                <a:lumMod val="60000"/>
                <a:lumOff val="40000"/>
              </a:schemeClr>
            </a:solidFill>
            <a:tailEnd type="oval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0" name="直接连接符 459"/>
          <p:cNvCxnSpPr/>
          <p:nvPr/>
        </p:nvCxnSpPr>
        <p:spPr>
          <a:xfrm>
            <a:off x="1529618" y="3593191"/>
            <a:ext cx="353187" cy="596"/>
          </a:xfrm>
          <a:prstGeom prst="line">
            <a:avLst/>
          </a:prstGeom>
          <a:solidFill>
            <a:schemeClr val="accent1">
              <a:lumMod val="60000"/>
              <a:lumOff val="40000"/>
            </a:schemeClr>
          </a:solidFill>
          <a:ln w="6858">
            <a:solidFill>
              <a:schemeClr val="accent1">
                <a:lumMod val="60000"/>
                <a:lumOff val="40000"/>
              </a:schemeClr>
            </a:solidFill>
            <a:tailEnd type="oval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1" name="直接连接符 460"/>
          <p:cNvCxnSpPr/>
          <p:nvPr/>
        </p:nvCxnSpPr>
        <p:spPr>
          <a:xfrm>
            <a:off x="1515329" y="4569415"/>
            <a:ext cx="505301" cy="0"/>
          </a:xfrm>
          <a:prstGeom prst="line">
            <a:avLst/>
          </a:prstGeom>
          <a:ln w="6858">
            <a:solidFill>
              <a:schemeClr val="accent1">
                <a:lumMod val="60000"/>
                <a:lumOff val="40000"/>
              </a:schemeClr>
            </a:solidFill>
            <a:tailEnd type="oval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6" name="文本框 465"/>
          <p:cNvSpPr txBox="1"/>
          <p:nvPr/>
        </p:nvSpPr>
        <p:spPr>
          <a:xfrm>
            <a:off x="2216180" y="3345681"/>
            <a:ext cx="8083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solidFill>
                  <a:schemeClr val="accent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defRPr>
            </a:lvl1pPr>
          </a:lstStyle>
          <a:p>
            <a:pPr algn="ctr"/>
            <a:r>
              <a: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智慧</a:t>
            </a:r>
            <a:endParaRPr lang="en-US" altLang="zh-CN" sz="16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商城</a:t>
            </a:r>
            <a:endParaRPr lang="zh-CN" altLang="en-US" sz="16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3" name="空心弧 472"/>
          <p:cNvSpPr/>
          <p:nvPr/>
        </p:nvSpPr>
        <p:spPr>
          <a:xfrm rot="5400000" flipH="1">
            <a:off x="2249926" y="-119839"/>
            <a:ext cx="7622358" cy="7622358"/>
          </a:xfrm>
          <a:prstGeom prst="blockArc">
            <a:avLst>
              <a:gd name="adj1" fmla="val 15415805"/>
              <a:gd name="adj2" fmla="val 16978444"/>
              <a:gd name="adj3" fmla="val 9668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2700000"/>
          </a:gra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945">
              <a:solidFill>
                <a:schemeClr val="bg1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cxnSp>
        <p:nvCxnSpPr>
          <p:cNvPr id="395" name="直接连接符 394"/>
          <p:cNvCxnSpPr>
            <a:stCxn id="396" idx="3"/>
          </p:cNvCxnSpPr>
          <p:nvPr/>
        </p:nvCxnSpPr>
        <p:spPr>
          <a:xfrm flipH="1">
            <a:off x="9988601" y="2168227"/>
            <a:ext cx="623570" cy="3810"/>
          </a:xfrm>
          <a:prstGeom prst="line">
            <a:avLst/>
          </a:prstGeom>
          <a:ln w="6858">
            <a:solidFill>
              <a:schemeClr val="accent1">
                <a:lumMod val="40000"/>
                <a:lumOff val="60000"/>
              </a:schemeClr>
            </a:solidFill>
            <a:tailEnd type="oval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6" name="矩形: 圆角 35"/>
          <p:cNvSpPr/>
          <p:nvPr>
            <p:custDataLst>
              <p:tags r:id="rId21"/>
            </p:custDataLst>
          </p:nvPr>
        </p:nvSpPr>
        <p:spPr>
          <a:xfrm flipH="1">
            <a:off x="10612203" y="2040370"/>
            <a:ext cx="804950" cy="255988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755" tIns="49378" rIns="98755" bIns="49378" rtlCol="0" anchor="ctr"/>
          <a:lstStyle/>
          <a:p>
            <a:pPr algn="ctr"/>
            <a:endParaRPr lang="zh-CN" altLang="en-US" sz="1945">
              <a:solidFill>
                <a:schemeClr val="bg1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7" name="矩形: 圆角 36"/>
          <p:cNvSpPr/>
          <p:nvPr>
            <p:custDataLst>
              <p:tags r:id="rId22"/>
            </p:custDataLst>
          </p:nvPr>
        </p:nvSpPr>
        <p:spPr>
          <a:xfrm flipH="1">
            <a:off x="10612203" y="2519540"/>
            <a:ext cx="804950" cy="255988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945">
              <a:solidFill>
                <a:schemeClr val="bg1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98" name="矩形: 圆角 37"/>
          <p:cNvSpPr/>
          <p:nvPr>
            <p:custDataLst>
              <p:tags r:id="rId23"/>
            </p:custDataLst>
          </p:nvPr>
        </p:nvSpPr>
        <p:spPr>
          <a:xfrm flipH="1">
            <a:off x="10612203" y="3004009"/>
            <a:ext cx="804950" cy="255988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945">
              <a:solidFill>
                <a:schemeClr val="bg1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99" name="矩形: 圆角 38"/>
          <p:cNvSpPr/>
          <p:nvPr>
            <p:custDataLst>
              <p:tags r:id="rId24"/>
            </p:custDataLst>
          </p:nvPr>
        </p:nvSpPr>
        <p:spPr>
          <a:xfrm flipH="1">
            <a:off x="10612203" y="3464727"/>
            <a:ext cx="804950" cy="255988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945">
              <a:solidFill>
                <a:schemeClr val="bg1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00" name="矩形: 圆角 39"/>
          <p:cNvSpPr/>
          <p:nvPr>
            <p:custDataLst>
              <p:tags r:id="rId25"/>
            </p:custDataLst>
          </p:nvPr>
        </p:nvSpPr>
        <p:spPr>
          <a:xfrm flipH="1">
            <a:off x="10612203" y="3959262"/>
            <a:ext cx="804950" cy="255988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945">
              <a:solidFill>
                <a:schemeClr val="bg1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01" name="矩形: 圆角 40"/>
          <p:cNvSpPr/>
          <p:nvPr>
            <p:custDataLst>
              <p:tags r:id="rId26"/>
            </p:custDataLst>
          </p:nvPr>
        </p:nvSpPr>
        <p:spPr>
          <a:xfrm flipH="1">
            <a:off x="10612203" y="4443731"/>
            <a:ext cx="804950" cy="255988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945">
              <a:solidFill>
                <a:schemeClr val="bg1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02" name="矩形: 圆角 41"/>
          <p:cNvSpPr/>
          <p:nvPr>
            <p:custDataLst>
              <p:tags r:id="rId27"/>
            </p:custDataLst>
          </p:nvPr>
        </p:nvSpPr>
        <p:spPr>
          <a:xfrm flipH="1">
            <a:off x="10612203" y="4904448"/>
            <a:ext cx="804950" cy="255988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945">
              <a:solidFill>
                <a:schemeClr val="bg1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cxnSp>
        <p:nvCxnSpPr>
          <p:cNvPr id="403" name="直接连接符 402"/>
          <p:cNvCxnSpPr/>
          <p:nvPr/>
        </p:nvCxnSpPr>
        <p:spPr>
          <a:xfrm flipH="1">
            <a:off x="9988445" y="5026678"/>
            <a:ext cx="581751" cy="0"/>
          </a:xfrm>
          <a:prstGeom prst="line">
            <a:avLst/>
          </a:prstGeom>
          <a:ln w="6858">
            <a:solidFill>
              <a:schemeClr val="accent1">
                <a:lumMod val="40000"/>
                <a:lumOff val="60000"/>
              </a:schemeClr>
            </a:solidFill>
            <a:tailEnd type="oval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4" name="直接连接符 403"/>
          <p:cNvCxnSpPr/>
          <p:nvPr/>
        </p:nvCxnSpPr>
        <p:spPr>
          <a:xfrm flipH="1">
            <a:off x="10121191" y="2660796"/>
            <a:ext cx="505301" cy="0"/>
          </a:xfrm>
          <a:prstGeom prst="line">
            <a:avLst/>
          </a:prstGeom>
          <a:ln w="6858">
            <a:solidFill>
              <a:schemeClr val="accent1">
                <a:lumMod val="40000"/>
                <a:lumOff val="60000"/>
              </a:schemeClr>
            </a:solidFill>
            <a:tailEnd type="oval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5" name="直接连接符 404"/>
          <p:cNvCxnSpPr/>
          <p:nvPr/>
        </p:nvCxnSpPr>
        <p:spPr>
          <a:xfrm flipH="1">
            <a:off x="10220060" y="3135424"/>
            <a:ext cx="392144" cy="0"/>
          </a:xfrm>
          <a:prstGeom prst="line">
            <a:avLst/>
          </a:prstGeom>
          <a:ln w="6858">
            <a:solidFill>
              <a:schemeClr val="accent1">
                <a:lumMod val="40000"/>
                <a:lumOff val="60000"/>
              </a:schemeClr>
            </a:solidFill>
            <a:tailEnd type="oval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6" name="直接连接符 405"/>
          <p:cNvCxnSpPr/>
          <p:nvPr/>
        </p:nvCxnSpPr>
        <p:spPr>
          <a:xfrm flipH="1">
            <a:off x="10220060" y="4095173"/>
            <a:ext cx="392144" cy="0"/>
          </a:xfrm>
          <a:prstGeom prst="line">
            <a:avLst/>
          </a:prstGeom>
          <a:ln w="6858">
            <a:solidFill>
              <a:schemeClr val="accent1">
                <a:lumMod val="40000"/>
                <a:lumOff val="60000"/>
              </a:schemeClr>
            </a:solidFill>
            <a:tailEnd type="oval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7" name="直接连接符 406"/>
          <p:cNvCxnSpPr/>
          <p:nvPr/>
        </p:nvCxnSpPr>
        <p:spPr>
          <a:xfrm flipH="1">
            <a:off x="10259016" y="3593191"/>
            <a:ext cx="353187" cy="596"/>
          </a:xfrm>
          <a:prstGeom prst="line">
            <a:avLst/>
          </a:prstGeom>
          <a:ln w="6858">
            <a:solidFill>
              <a:schemeClr val="accent1">
                <a:lumMod val="40000"/>
                <a:lumOff val="60000"/>
              </a:schemeClr>
            </a:solidFill>
            <a:tailEnd type="oval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8" name="直接连接符 407"/>
          <p:cNvCxnSpPr/>
          <p:nvPr/>
        </p:nvCxnSpPr>
        <p:spPr>
          <a:xfrm flipH="1">
            <a:off x="10121191" y="4569415"/>
            <a:ext cx="505301" cy="0"/>
          </a:xfrm>
          <a:prstGeom prst="line">
            <a:avLst/>
          </a:prstGeom>
          <a:ln w="6858">
            <a:solidFill>
              <a:schemeClr val="accent1">
                <a:lumMod val="40000"/>
                <a:lumOff val="60000"/>
              </a:schemeClr>
            </a:solidFill>
            <a:tailEnd type="oval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9" name="文本框 408"/>
          <p:cNvSpPr txBox="1"/>
          <p:nvPr/>
        </p:nvSpPr>
        <p:spPr>
          <a:xfrm flipH="1">
            <a:off x="9117253" y="3345681"/>
            <a:ext cx="8083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solidFill>
                  <a:schemeClr val="accent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defRPr>
            </a:lvl1pPr>
          </a:lstStyle>
          <a:p>
            <a:pPr algn="ctr"/>
            <a:r>
              <a: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智慧</a:t>
            </a:r>
            <a:endParaRPr lang="en-US" altLang="zh-CN" sz="16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办公</a:t>
            </a:r>
            <a:endParaRPr lang="zh-CN" altLang="en-US" sz="16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2" name="文本框 411"/>
          <p:cNvSpPr txBox="1"/>
          <p:nvPr/>
        </p:nvSpPr>
        <p:spPr>
          <a:xfrm>
            <a:off x="5838915" y="2335517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实体</a:t>
            </a:r>
            <a:endParaRPr lang="zh-CN" altLang="en-US" sz="10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3" name="文本框 412"/>
          <p:cNvSpPr txBox="1"/>
          <p:nvPr/>
        </p:nvSpPr>
        <p:spPr>
          <a:xfrm>
            <a:off x="5832503" y="1749372"/>
            <a:ext cx="45397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聚合</a:t>
            </a:r>
            <a:endParaRPr lang="zh-CN" altLang="en-US" sz="10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4" name="文本框 413"/>
          <p:cNvSpPr txBox="1"/>
          <p:nvPr/>
        </p:nvSpPr>
        <p:spPr>
          <a:xfrm>
            <a:off x="5838916" y="1241952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领域</a:t>
            </a:r>
            <a:endParaRPr lang="zh-CN" altLang="en-US" sz="10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83" name="直接连接符 482"/>
          <p:cNvCxnSpPr/>
          <p:nvPr/>
        </p:nvCxnSpPr>
        <p:spPr>
          <a:xfrm>
            <a:off x="4979933" y="1379279"/>
            <a:ext cx="811252" cy="1434113"/>
          </a:xfrm>
          <a:prstGeom prst="line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6" name="直接连接符 485"/>
          <p:cNvCxnSpPr/>
          <p:nvPr/>
        </p:nvCxnSpPr>
        <p:spPr>
          <a:xfrm flipH="1">
            <a:off x="6362048" y="1368677"/>
            <a:ext cx="801680" cy="1444715"/>
          </a:xfrm>
          <a:prstGeom prst="line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9" name="文本框 488"/>
          <p:cNvSpPr txBox="1"/>
          <p:nvPr/>
        </p:nvSpPr>
        <p:spPr>
          <a:xfrm>
            <a:off x="4116052" y="1846262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应用服务</a:t>
            </a:r>
            <a:endParaRPr lang="zh-CN" altLang="en-US" sz="10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6" name="文本框 495"/>
          <p:cNvSpPr txBox="1"/>
          <p:nvPr/>
        </p:nvSpPr>
        <p:spPr>
          <a:xfrm>
            <a:off x="4496793" y="2207024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领域服务</a:t>
            </a:r>
            <a:endParaRPr lang="zh-CN" altLang="en-US" sz="10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7" name="文本框 496"/>
          <p:cNvSpPr txBox="1"/>
          <p:nvPr/>
        </p:nvSpPr>
        <p:spPr>
          <a:xfrm>
            <a:off x="4978448" y="2591517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实体类</a:t>
            </a:r>
            <a:endParaRPr lang="zh-CN" altLang="en-US" sz="10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8" name="文本框 497"/>
          <p:cNvSpPr txBox="1"/>
          <p:nvPr/>
        </p:nvSpPr>
        <p:spPr>
          <a:xfrm>
            <a:off x="7325870" y="1846262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通用语言</a:t>
            </a:r>
            <a:endParaRPr lang="zh-CN" altLang="en-US" sz="10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9" name="文本框 498"/>
          <p:cNvSpPr txBox="1"/>
          <p:nvPr/>
        </p:nvSpPr>
        <p:spPr>
          <a:xfrm>
            <a:off x="7069460" y="2207024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仓储</a:t>
            </a:r>
            <a:endParaRPr lang="zh-CN" altLang="en-US" sz="10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0" name="文本框 499"/>
          <p:cNvSpPr txBox="1"/>
          <p:nvPr/>
        </p:nvSpPr>
        <p:spPr>
          <a:xfrm>
            <a:off x="6517452" y="2591517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唯一标识</a:t>
            </a:r>
            <a:endParaRPr lang="zh-CN" altLang="en-US" sz="10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417" name="组合 416"/>
          <p:cNvGrpSpPr/>
          <p:nvPr/>
        </p:nvGrpSpPr>
        <p:grpSpPr>
          <a:xfrm>
            <a:off x="4754880" y="3424230"/>
            <a:ext cx="2611120" cy="588645"/>
            <a:chOff x="7488" y="5314"/>
            <a:chExt cx="4112" cy="927"/>
          </a:xfrm>
        </p:grpSpPr>
        <p:sp>
          <p:nvSpPr>
            <p:cNvPr id="468" name="文本框 467"/>
            <p:cNvSpPr txBox="1"/>
            <p:nvPr/>
          </p:nvSpPr>
          <p:spPr>
            <a:xfrm>
              <a:off x="8363" y="5314"/>
              <a:ext cx="2360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>
                  <a:solidFill>
                    <a:schemeClr val="accent1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defRPr>
              </a:lvl1pPr>
            </a:lstStyle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领域驱动模型</a:t>
              </a:r>
              <a:endPara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503" name="文本框 502"/>
            <p:cNvSpPr txBox="1"/>
            <p:nvPr/>
          </p:nvSpPr>
          <p:spPr>
            <a:xfrm>
              <a:off x="7488" y="5807"/>
              <a:ext cx="4113" cy="43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Domain-Driven Design</a:t>
              </a:r>
              <a:endParaRPr kumimoji="0" lang="en-US" altLang="zh-CN" sz="1200" b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1165" name="矩形: 圆角 1164"/>
          <p:cNvSpPr/>
          <p:nvPr/>
        </p:nvSpPr>
        <p:spPr>
          <a:xfrm>
            <a:off x="5341282" y="5224184"/>
            <a:ext cx="1441638" cy="350788"/>
          </a:xfrm>
          <a:prstGeom prst="roundRect">
            <a:avLst>
              <a:gd name="adj" fmla="val 50000"/>
            </a:avLst>
          </a:prstGeom>
          <a:solidFill>
            <a:schemeClr val="accent5">
              <a:lumMod val="60000"/>
              <a:lumOff val="40000"/>
            </a:schemeClr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945" dirty="0"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167" name="矩形: 圆角 1166"/>
          <p:cNvSpPr/>
          <p:nvPr/>
        </p:nvSpPr>
        <p:spPr>
          <a:xfrm>
            <a:off x="8250063" y="5224184"/>
            <a:ext cx="1441638" cy="350788"/>
          </a:xfrm>
          <a:prstGeom prst="roundRect">
            <a:avLst>
              <a:gd name="adj" fmla="val 50000"/>
            </a:avLst>
          </a:prstGeom>
          <a:solidFill>
            <a:schemeClr val="accent5">
              <a:lumMod val="60000"/>
              <a:lumOff val="40000"/>
            </a:schemeClr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945" dirty="0"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169" name="右大括号 1168"/>
          <p:cNvSpPr/>
          <p:nvPr/>
        </p:nvSpPr>
        <p:spPr>
          <a:xfrm rot="5400000" flipH="1">
            <a:off x="5948230" y="2075601"/>
            <a:ext cx="254327" cy="5767936"/>
          </a:xfrm>
          <a:prstGeom prst="rightBrace">
            <a:avLst>
              <a:gd name="adj1" fmla="val 46441"/>
              <a:gd name="adj2" fmla="val 50000"/>
            </a:avLst>
          </a:prstGeom>
          <a:noFill/>
          <a:ln w="12700">
            <a:solidFill>
              <a:schemeClr val="accent5">
                <a:alpha val="70000"/>
              </a:schemeClr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755" tIns="49378" rIns="98755" bIns="49378" rtlCol="0" anchor="ctr"/>
          <a:lstStyle/>
          <a:p>
            <a:pPr algn="ctr"/>
            <a:endParaRPr lang="zh-CN" altLang="en-US" sz="1945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70" name="右大括号 1169"/>
          <p:cNvSpPr/>
          <p:nvPr/>
        </p:nvSpPr>
        <p:spPr>
          <a:xfrm rot="5400000" flipH="1">
            <a:off x="3059615" y="4804113"/>
            <a:ext cx="254327" cy="2028220"/>
          </a:xfrm>
          <a:prstGeom prst="rightBrace">
            <a:avLst>
              <a:gd name="adj1" fmla="val 46441"/>
              <a:gd name="adj2" fmla="val 50000"/>
            </a:avLst>
          </a:prstGeom>
          <a:noFill/>
          <a:ln w="12700">
            <a:solidFill>
              <a:schemeClr val="accent5">
                <a:alpha val="70000"/>
              </a:schemeClr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945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246" name="右大括号 1245"/>
          <p:cNvSpPr/>
          <p:nvPr/>
        </p:nvSpPr>
        <p:spPr>
          <a:xfrm rot="5400000" flipH="1">
            <a:off x="5927144" y="4804113"/>
            <a:ext cx="254327" cy="2028220"/>
          </a:xfrm>
          <a:prstGeom prst="rightBrace">
            <a:avLst>
              <a:gd name="adj1" fmla="val 46441"/>
              <a:gd name="adj2" fmla="val 50000"/>
            </a:avLst>
          </a:prstGeom>
          <a:noFill/>
          <a:ln w="12700">
            <a:solidFill>
              <a:schemeClr val="accent5">
                <a:alpha val="70000"/>
              </a:schemeClr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945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32" name="右大括号 1031"/>
          <p:cNvSpPr/>
          <p:nvPr/>
        </p:nvSpPr>
        <p:spPr>
          <a:xfrm rot="5400000" flipH="1">
            <a:off x="8935391" y="4804113"/>
            <a:ext cx="254327" cy="2028220"/>
          </a:xfrm>
          <a:prstGeom prst="rightBrace">
            <a:avLst>
              <a:gd name="adj1" fmla="val 46441"/>
              <a:gd name="adj2" fmla="val 50000"/>
            </a:avLst>
          </a:prstGeom>
          <a:noFill/>
          <a:ln w="12700">
            <a:solidFill>
              <a:schemeClr val="accent5">
                <a:alpha val="70000"/>
              </a:schemeClr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945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3313430" y="3202305"/>
            <a:ext cx="963930" cy="942340"/>
            <a:chOff x="5218" y="5043"/>
            <a:chExt cx="1518" cy="1484"/>
          </a:xfrm>
        </p:grpSpPr>
        <p:sp>
          <p:nvSpPr>
            <p:cNvPr id="422" name="Rounded Rectangle 5"/>
            <p:cNvSpPr/>
            <p:nvPr/>
          </p:nvSpPr>
          <p:spPr>
            <a:xfrm rot="2700000" flipH="1" flipV="1">
              <a:off x="5226" y="5035"/>
              <a:ext cx="1484" cy="1500"/>
            </a:xfrm>
            <a:custGeom>
              <a:avLst/>
              <a:gdLst>
                <a:gd name="adj" fmla="val 50000"/>
                <a:gd name="a" fmla="pin 0 adj 50000"/>
                <a:gd name="x1" fmla="*/ ss a 100000"/>
                <a:gd name="x2" fmla="+- r 0 x1"/>
                <a:gd name="y2" fmla="+- b 0 x1"/>
                <a:gd name="il" fmla="*/ x1 29289 100000"/>
                <a:gd name="ir" fmla="+- r 0 il"/>
                <a:gd name="ib" fmla="+- b 0 il"/>
              </a:gdLst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484" h="1501">
                  <a:moveTo>
                    <a:pt x="396" y="166"/>
                  </a:moveTo>
                  <a:cubicBezTo>
                    <a:pt x="393" y="73"/>
                    <a:pt x="479" y="-2"/>
                    <a:pt x="562" y="0"/>
                  </a:cubicBezTo>
                  <a:lnTo>
                    <a:pt x="1301" y="0"/>
                  </a:lnTo>
                  <a:cubicBezTo>
                    <a:pt x="1350" y="-3"/>
                    <a:pt x="1403" y="29"/>
                    <a:pt x="1424" y="55"/>
                  </a:cubicBezTo>
                  <a:cubicBezTo>
                    <a:pt x="1461" y="82"/>
                    <a:pt x="1486" y="142"/>
                    <a:pt x="1484" y="180"/>
                  </a:cubicBezTo>
                  <a:lnTo>
                    <a:pt x="1484" y="184"/>
                  </a:lnTo>
                  <a:cubicBezTo>
                    <a:pt x="1484" y="191"/>
                    <a:pt x="1483" y="203"/>
                    <a:pt x="1483" y="204"/>
                  </a:cubicBezTo>
                  <a:lnTo>
                    <a:pt x="1483" y="920"/>
                  </a:lnTo>
                  <a:cubicBezTo>
                    <a:pt x="1485" y="1014"/>
                    <a:pt x="1400" y="1089"/>
                    <a:pt x="1316" y="1087"/>
                  </a:cubicBezTo>
                  <a:cubicBezTo>
                    <a:pt x="1223" y="1089"/>
                    <a:pt x="1148" y="1004"/>
                    <a:pt x="1150" y="920"/>
                  </a:cubicBezTo>
                  <a:lnTo>
                    <a:pt x="1150" y="585"/>
                  </a:lnTo>
                  <a:lnTo>
                    <a:pt x="284" y="1451"/>
                  </a:lnTo>
                  <a:cubicBezTo>
                    <a:pt x="253" y="1484"/>
                    <a:pt x="202" y="1501"/>
                    <a:pt x="168" y="1500"/>
                  </a:cubicBezTo>
                  <a:cubicBezTo>
                    <a:pt x="81" y="1509"/>
                    <a:pt x="-6" y="1414"/>
                    <a:pt x="0" y="1336"/>
                  </a:cubicBezTo>
                  <a:lnTo>
                    <a:pt x="0" y="1332"/>
                  </a:lnTo>
                  <a:cubicBezTo>
                    <a:pt x="-1" y="1291"/>
                    <a:pt x="22" y="1242"/>
                    <a:pt x="49" y="1216"/>
                  </a:cubicBezTo>
                  <a:lnTo>
                    <a:pt x="933" y="332"/>
                  </a:lnTo>
                  <a:lnTo>
                    <a:pt x="562" y="332"/>
                  </a:lnTo>
                  <a:cubicBezTo>
                    <a:pt x="469" y="335"/>
                    <a:pt x="394" y="250"/>
                    <a:pt x="396" y="166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381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945">
                <a:solidFill>
                  <a:schemeClr val="bg1"/>
                </a:solidFill>
                <a:effectLst>
                  <a:outerShdw blurRad="137160" dist="41148" dir="2699997" algn="tl">
                    <a:srgbClr val="000000">
                      <a:alpha val="4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423" name="文本框 422"/>
            <p:cNvSpPr txBox="1"/>
            <p:nvPr/>
          </p:nvSpPr>
          <p:spPr>
            <a:xfrm>
              <a:off x="5712" y="5574"/>
              <a:ext cx="1024" cy="3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>
                  <a:solidFill>
                    <a:schemeClr val="accent1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defRPr>
              </a:lvl1pPr>
            </a:lstStyle>
            <a:p>
              <a:pPr algn="ctr"/>
              <a:r>
                <a:rPr lang="zh-CN" altLang="en-US" sz="105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赋能</a:t>
              </a:r>
              <a:endParaRPr lang="zh-CN" altLang="en-US" sz="105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8738235" y="348615"/>
            <a:ext cx="3219450" cy="332740"/>
            <a:chOff x="13761" y="549"/>
            <a:chExt cx="5070" cy="524"/>
          </a:xfrm>
        </p:grpSpPr>
        <p:pic>
          <p:nvPicPr>
            <p:cNvPr id="7" name="图片 6"/>
            <p:cNvPicPr>
              <a:picLocks noChangeAspect="1"/>
            </p:cNvPicPr>
            <p:nvPr userDrawn="1"/>
          </p:nvPicPr>
          <p:blipFill>
            <a:blip r:embed="rId28"/>
            <a:srcRect l="17002" t="-1765" r="56499" b="-1176"/>
            <a:stretch>
              <a:fillRect/>
            </a:stretch>
          </p:blipFill>
          <p:spPr>
            <a:xfrm>
              <a:off x="13761" y="549"/>
              <a:ext cx="1582" cy="525"/>
            </a:xfrm>
            <a:prstGeom prst="rect">
              <a:avLst/>
            </a:prstGeom>
          </p:spPr>
        </p:pic>
        <p:sp>
          <p:nvSpPr>
            <p:cNvPr id="8" name="文本框 7"/>
            <p:cNvSpPr txBox="1"/>
            <p:nvPr userDrawn="1"/>
          </p:nvSpPr>
          <p:spPr>
            <a:xfrm>
              <a:off x="15219" y="655"/>
              <a:ext cx="3613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复杂逻辑场景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·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框架搭建系列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PPT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模板</a:t>
              </a:r>
              <a:endPara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cxnSp>
        <p:nvCxnSpPr>
          <p:cNvPr id="13" name="直线连接符 7"/>
          <p:cNvCxnSpPr/>
          <p:nvPr userDrawn="1"/>
        </p:nvCxnSpPr>
        <p:spPr>
          <a:xfrm>
            <a:off x="369165" y="839204"/>
            <a:ext cx="11459846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/>
          <p:cNvGrpSpPr/>
          <p:nvPr/>
        </p:nvGrpSpPr>
        <p:grpSpPr>
          <a:xfrm>
            <a:off x="789940" y="2052320"/>
            <a:ext cx="699770" cy="3112770"/>
            <a:chOff x="1237" y="3232"/>
            <a:chExt cx="1102" cy="4902"/>
          </a:xfrm>
          <a:solidFill>
            <a:schemeClr val="accent1"/>
          </a:solidFill>
        </p:grpSpPr>
        <p:sp>
          <p:nvSpPr>
            <p:cNvPr id="3" name="文本框 2"/>
            <p:cNvSpPr txBox="1"/>
            <p:nvPr/>
          </p:nvSpPr>
          <p:spPr>
            <a:xfrm>
              <a:off x="1237" y="3232"/>
              <a:ext cx="1102" cy="393"/>
            </a:xfrm>
            <a:prstGeom prst="rect">
              <a:avLst/>
            </a:prstGeom>
            <a:noFill/>
            <a:effectLst/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 wrap="none" lIns="98755" tIns="49378" rIns="98755" bIns="49378" rtlCol="0">
              <a:spAutoFit/>
            </a:bodyPr>
            <a:lstStyle/>
            <a:p>
              <a:r>
                <a:rPr kumimoji="0" lang="zh-CN" altLang="en-US" sz="97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商品管理</a:t>
              </a:r>
              <a:endParaRPr kumimoji="0" lang="zh-CN" altLang="en-US" sz="97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1237" y="3983"/>
              <a:ext cx="1102" cy="393"/>
            </a:xfrm>
            <a:prstGeom prst="rect">
              <a:avLst/>
            </a:prstGeom>
            <a:noFill/>
            <a:effectLst/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 wrap="none" lIns="98755" tIns="49378" rIns="98755" bIns="49378" rtlCol="0">
              <a:spAutoFit/>
            </a:bodyPr>
            <a:lstStyle/>
            <a:p>
              <a:r>
                <a:rPr kumimoji="0" lang="zh-CN" altLang="en-US" sz="97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订单管理</a:t>
              </a:r>
              <a:endParaRPr kumimoji="0" lang="zh-CN" altLang="en-US" sz="97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1237" y="4735"/>
              <a:ext cx="1102" cy="393"/>
            </a:xfrm>
            <a:prstGeom prst="rect">
              <a:avLst/>
            </a:prstGeom>
            <a:noFill/>
            <a:effectLst/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 wrap="none" lIns="98755" tIns="49378" rIns="98755" bIns="49378" rtlCol="0">
              <a:spAutoFit/>
            </a:bodyPr>
            <a:lstStyle/>
            <a:p>
              <a:r>
                <a:rPr kumimoji="0" lang="zh-CN" altLang="en-US" sz="97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支付管理</a:t>
              </a:r>
              <a:endParaRPr kumimoji="0" lang="zh-CN" altLang="en-US" sz="97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1237" y="5487"/>
              <a:ext cx="1102" cy="393"/>
            </a:xfrm>
            <a:prstGeom prst="rect">
              <a:avLst/>
            </a:prstGeom>
            <a:noFill/>
            <a:effectLst/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 wrap="none" lIns="98755" tIns="49378" rIns="98755" bIns="49378" rtlCol="0">
              <a:spAutoFit/>
            </a:bodyPr>
            <a:lstStyle/>
            <a:p>
              <a:r>
                <a:rPr kumimoji="0" lang="zh-CN" altLang="en-US" sz="97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物流服务</a:t>
              </a:r>
              <a:endParaRPr kumimoji="0" lang="zh-CN" altLang="en-US" sz="97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237" y="6239"/>
              <a:ext cx="1102" cy="393"/>
            </a:xfrm>
            <a:prstGeom prst="rect">
              <a:avLst/>
            </a:prstGeom>
            <a:noFill/>
            <a:effectLst/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 wrap="none" lIns="98755" tIns="49378" rIns="98755" bIns="49378" rtlCol="0">
              <a:spAutoFit/>
            </a:bodyPr>
            <a:lstStyle/>
            <a:p>
              <a:r>
                <a:rPr kumimoji="0" lang="zh-CN" altLang="en-US" sz="97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用户账号</a:t>
              </a:r>
              <a:endParaRPr kumimoji="0" lang="zh-CN" altLang="en-US" sz="97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1237" y="6991"/>
              <a:ext cx="1102" cy="393"/>
            </a:xfrm>
            <a:prstGeom prst="rect">
              <a:avLst/>
            </a:prstGeom>
            <a:noFill/>
            <a:effectLst/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 wrap="none" lIns="98755" tIns="49378" rIns="98755" bIns="49378" rtlCol="0">
              <a:spAutoFit/>
            </a:bodyPr>
            <a:lstStyle/>
            <a:p>
              <a:r>
                <a:rPr kumimoji="0" lang="zh-CN" altLang="en-US" sz="97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营销活动</a:t>
              </a:r>
              <a:endParaRPr kumimoji="0" lang="zh-CN" altLang="en-US" sz="97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1237" y="7742"/>
              <a:ext cx="1102" cy="393"/>
            </a:xfrm>
            <a:prstGeom prst="rect">
              <a:avLst/>
            </a:prstGeom>
            <a:noFill/>
            <a:effectLst/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 wrap="none" lIns="98755" tIns="49378" rIns="98755" bIns="49378" rtlCol="0">
              <a:spAutoFit/>
            </a:bodyPr>
            <a:lstStyle/>
            <a:p>
              <a:r>
                <a:rPr kumimoji="0" lang="zh-CN" altLang="en-US" sz="97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会员管理</a:t>
              </a:r>
              <a:endParaRPr kumimoji="0" lang="zh-CN" altLang="en-US" sz="97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 flipH="1">
            <a:off x="7764145" y="3202305"/>
            <a:ext cx="963930" cy="942340"/>
            <a:chOff x="5218" y="5043"/>
            <a:chExt cx="1518" cy="1484"/>
          </a:xfrm>
        </p:grpSpPr>
        <p:sp>
          <p:nvSpPr>
            <p:cNvPr id="18" name="Rounded Rectangle 5"/>
            <p:cNvSpPr/>
            <p:nvPr/>
          </p:nvSpPr>
          <p:spPr>
            <a:xfrm rot="2700000" flipH="1" flipV="1">
              <a:off x="5226" y="5035"/>
              <a:ext cx="1484" cy="1500"/>
            </a:xfrm>
            <a:custGeom>
              <a:avLst/>
              <a:gdLst>
                <a:gd name="adj" fmla="val 50000"/>
                <a:gd name="a" fmla="pin 0 adj 50000"/>
                <a:gd name="x1" fmla="*/ ss a 100000"/>
                <a:gd name="x2" fmla="+- r 0 x1"/>
                <a:gd name="y2" fmla="+- b 0 x1"/>
                <a:gd name="il" fmla="*/ x1 29289 100000"/>
                <a:gd name="ir" fmla="+- r 0 il"/>
                <a:gd name="ib" fmla="+- b 0 il"/>
              </a:gdLst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484" h="1501">
                  <a:moveTo>
                    <a:pt x="396" y="166"/>
                  </a:moveTo>
                  <a:cubicBezTo>
                    <a:pt x="393" y="73"/>
                    <a:pt x="479" y="-2"/>
                    <a:pt x="562" y="0"/>
                  </a:cubicBezTo>
                  <a:lnTo>
                    <a:pt x="1301" y="0"/>
                  </a:lnTo>
                  <a:cubicBezTo>
                    <a:pt x="1350" y="-3"/>
                    <a:pt x="1403" y="29"/>
                    <a:pt x="1424" y="55"/>
                  </a:cubicBezTo>
                  <a:cubicBezTo>
                    <a:pt x="1461" y="82"/>
                    <a:pt x="1486" y="142"/>
                    <a:pt x="1484" y="180"/>
                  </a:cubicBezTo>
                  <a:lnTo>
                    <a:pt x="1484" y="184"/>
                  </a:lnTo>
                  <a:cubicBezTo>
                    <a:pt x="1484" y="191"/>
                    <a:pt x="1483" y="203"/>
                    <a:pt x="1483" y="204"/>
                  </a:cubicBezTo>
                  <a:lnTo>
                    <a:pt x="1483" y="920"/>
                  </a:lnTo>
                  <a:cubicBezTo>
                    <a:pt x="1485" y="1014"/>
                    <a:pt x="1400" y="1089"/>
                    <a:pt x="1316" y="1087"/>
                  </a:cubicBezTo>
                  <a:cubicBezTo>
                    <a:pt x="1223" y="1089"/>
                    <a:pt x="1148" y="1004"/>
                    <a:pt x="1150" y="920"/>
                  </a:cubicBezTo>
                  <a:lnTo>
                    <a:pt x="1150" y="585"/>
                  </a:lnTo>
                  <a:lnTo>
                    <a:pt x="284" y="1451"/>
                  </a:lnTo>
                  <a:cubicBezTo>
                    <a:pt x="253" y="1484"/>
                    <a:pt x="202" y="1501"/>
                    <a:pt x="168" y="1500"/>
                  </a:cubicBezTo>
                  <a:cubicBezTo>
                    <a:pt x="81" y="1509"/>
                    <a:pt x="-6" y="1414"/>
                    <a:pt x="0" y="1336"/>
                  </a:cubicBezTo>
                  <a:lnTo>
                    <a:pt x="0" y="1332"/>
                  </a:lnTo>
                  <a:cubicBezTo>
                    <a:pt x="-1" y="1291"/>
                    <a:pt x="22" y="1242"/>
                    <a:pt x="49" y="1216"/>
                  </a:cubicBezTo>
                  <a:lnTo>
                    <a:pt x="933" y="332"/>
                  </a:lnTo>
                  <a:lnTo>
                    <a:pt x="562" y="332"/>
                  </a:lnTo>
                  <a:cubicBezTo>
                    <a:pt x="469" y="335"/>
                    <a:pt x="394" y="250"/>
                    <a:pt x="396" y="166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381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945">
                <a:solidFill>
                  <a:schemeClr val="bg1"/>
                </a:solidFill>
                <a:effectLst>
                  <a:outerShdw blurRad="137160" dist="41148" dir="2699997" algn="tl">
                    <a:srgbClr val="000000">
                      <a:alpha val="4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5712" y="5574"/>
              <a:ext cx="1024" cy="3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>
                  <a:solidFill>
                    <a:schemeClr val="accent1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defRPr>
              </a:lvl1pPr>
            </a:lstStyle>
            <a:p>
              <a:pPr algn="ctr"/>
              <a:r>
                <a:rPr lang="zh-CN" altLang="en-US" sz="105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赋能</a:t>
              </a:r>
              <a:endParaRPr lang="zh-CN" altLang="en-US" sz="105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10666095" y="2045970"/>
            <a:ext cx="697865" cy="3113405"/>
            <a:chOff x="16784" y="3222"/>
            <a:chExt cx="1099" cy="4903"/>
          </a:xfrm>
          <a:solidFill>
            <a:schemeClr val="accent2"/>
          </a:solidFill>
        </p:grpSpPr>
        <p:sp>
          <p:nvSpPr>
            <p:cNvPr id="21" name="文本框 20"/>
            <p:cNvSpPr txBox="1"/>
            <p:nvPr/>
          </p:nvSpPr>
          <p:spPr>
            <a:xfrm flipH="1">
              <a:off x="16784" y="3222"/>
              <a:ext cx="1099" cy="393"/>
            </a:xfrm>
            <a:prstGeom prst="rect">
              <a:avLst/>
            </a:prstGeom>
            <a:noFill/>
            <a:effectLst/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 wrap="none" lIns="98755" tIns="49378" rIns="98755" bIns="49378" rtlCol="0">
              <a:spAutoFit/>
            </a:bodyPr>
            <a:lstStyle/>
            <a:p>
              <a:r>
                <a:rPr kumimoji="0" lang="zh-CN" altLang="en-US" sz="97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硬件销售</a:t>
              </a:r>
              <a:endParaRPr kumimoji="0" lang="zh-CN" altLang="en-US" sz="97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2" name="文本框 21"/>
            <p:cNvSpPr txBox="1"/>
            <p:nvPr/>
          </p:nvSpPr>
          <p:spPr>
            <a:xfrm flipH="1">
              <a:off x="16784" y="3973"/>
              <a:ext cx="1099" cy="393"/>
            </a:xfrm>
            <a:prstGeom prst="rect">
              <a:avLst/>
            </a:prstGeom>
            <a:noFill/>
            <a:effectLst/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 wrap="none" lIns="98755" tIns="49378" rIns="98755" bIns="49378" rtlCol="0">
              <a:spAutoFit/>
            </a:bodyPr>
            <a:lstStyle/>
            <a:p>
              <a:r>
                <a:rPr kumimoji="0" lang="zh-CN" altLang="en-US" sz="97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项目建设</a:t>
              </a:r>
              <a:endParaRPr kumimoji="0" lang="zh-CN" altLang="en-US" sz="97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 flipH="1">
              <a:off x="16784" y="4725"/>
              <a:ext cx="1099" cy="393"/>
            </a:xfrm>
            <a:prstGeom prst="rect">
              <a:avLst/>
            </a:prstGeom>
            <a:noFill/>
            <a:effectLst/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 wrap="none" lIns="98755" tIns="49378" rIns="98755" bIns="49378" rtlCol="0">
              <a:spAutoFit/>
            </a:bodyPr>
            <a:lstStyle/>
            <a:p>
              <a:r>
                <a:rPr kumimoji="0" lang="zh-CN" altLang="en-US" sz="97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技术支持</a:t>
              </a:r>
              <a:endParaRPr kumimoji="0" lang="zh-CN" altLang="en-US" sz="97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4" name="文本框 23"/>
            <p:cNvSpPr txBox="1"/>
            <p:nvPr/>
          </p:nvSpPr>
          <p:spPr>
            <a:xfrm flipH="1">
              <a:off x="16784" y="5477"/>
              <a:ext cx="1099" cy="393"/>
            </a:xfrm>
            <a:prstGeom prst="rect">
              <a:avLst/>
            </a:prstGeom>
            <a:noFill/>
            <a:effectLst/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 wrap="none" lIns="98755" tIns="49378" rIns="98755" bIns="49378" rtlCol="0">
              <a:spAutoFit/>
            </a:bodyPr>
            <a:lstStyle/>
            <a:p>
              <a:r>
                <a:rPr kumimoji="0" lang="zh-CN" altLang="en-US" sz="97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维保服务</a:t>
              </a:r>
              <a:endParaRPr kumimoji="0" lang="zh-CN" altLang="en-US" sz="97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5" name="文本框 24"/>
            <p:cNvSpPr txBox="1"/>
            <p:nvPr/>
          </p:nvSpPr>
          <p:spPr>
            <a:xfrm flipH="1">
              <a:off x="16784" y="6229"/>
              <a:ext cx="1099" cy="393"/>
            </a:xfrm>
            <a:prstGeom prst="rect">
              <a:avLst/>
            </a:prstGeom>
            <a:noFill/>
            <a:effectLst/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 wrap="none" lIns="98755" tIns="49378" rIns="98755" bIns="49378" rtlCol="0">
              <a:spAutoFit/>
            </a:bodyPr>
            <a:lstStyle/>
            <a:p>
              <a:r>
                <a:rPr kumimoji="0" lang="zh-CN" altLang="en-US" sz="97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支付返佣</a:t>
              </a:r>
              <a:endParaRPr kumimoji="0" lang="zh-CN" altLang="en-US" sz="97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 flipH="1">
              <a:off x="16784" y="6981"/>
              <a:ext cx="1099" cy="393"/>
            </a:xfrm>
            <a:prstGeom prst="rect">
              <a:avLst/>
            </a:prstGeom>
            <a:noFill/>
            <a:effectLst/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 wrap="none" lIns="98755" tIns="49378" rIns="98755" bIns="49378" rtlCol="0">
              <a:spAutoFit/>
            </a:bodyPr>
            <a:lstStyle/>
            <a:p>
              <a:r>
                <a:rPr kumimoji="0" lang="zh-CN" altLang="en-US" sz="97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服务分润</a:t>
              </a:r>
              <a:endParaRPr kumimoji="0" lang="zh-CN" altLang="en-US" sz="97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7" name="文本框 26"/>
            <p:cNvSpPr txBox="1"/>
            <p:nvPr/>
          </p:nvSpPr>
          <p:spPr>
            <a:xfrm flipH="1">
              <a:off x="16784" y="7732"/>
              <a:ext cx="1099" cy="393"/>
            </a:xfrm>
            <a:prstGeom prst="rect">
              <a:avLst/>
            </a:prstGeom>
            <a:noFill/>
            <a:effectLst/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 wrap="none" lIns="98755" tIns="49378" rIns="98755" bIns="49378" rtlCol="0">
              <a:spAutoFit/>
            </a:bodyPr>
            <a:lstStyle/>
            <a:p>
              <a:r>
                <a:rPr kumimoji="0" lang="zh-CN" altLang="en-US" sz="97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接口收费</a:t>
              </a:r>
              <a:endParaRPr kumimoji="0" lang="zh-CN" altLang="en-US" sz="97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1882775" y="5266690"/>
            <a:ext cx="8397875" cy="1109980"/>
            <a:chOff x="2946" y="8290"/>
            <a:chExt cx="13225" cy="1748"/>
          </a:xfrm>
        </p:grpSpPr>
        <p:sp>
          <p:nvSpPr>
            <p:cNvPr id="29" name="文本框 28"/>
            <p:cNvSpPr txBox="1"/>
            <p:nvPr/>
          </p:nvSpPr>
          <p:spPr>
            <a:xfrm>
              <a:off x="4065" y="8290"/>
              <a:ext cx="2035" cy="4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>
                  <a:solidFill>
                    <a:schemeClr val="accent1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defRPr>
              </a:lvl1pPr>
            </a:lstStyle>
            <a:p>
              <a:pPr algn="ctr"/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四色模型</a:t>
              </a:r>
              <a:endPara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8529" y="8290"/>
              <a:ext cx="2035" cy="4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>
                  <a:solidFill>
                    <a:schemeClr val="accent1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defRPr>
              </a:lvl1pPr>
            </a:lstStyle>
            <a:p>
              <a:pPr algn="ctr"/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事件风暴</a:t>
              </a:r>
              <a:endPara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13110" y="8290"/>
              <a:ext cx="2035" cy="4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>
                  <a:solidFill>
                    <a:schemeClr val="accent1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defRPr>
              </a:lvl1pPr>
            </a:lstStyle>
            <a:p>
              <a:pPr algn="ctr"/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用例建模</a:t>
              </a:r>
              <a:endPara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2946" y="9631"/>
              <a:ext cx="905" cy="393"/>
            </a:xfrm>
            <a:prstGeom prst="rect">
              <a:avLst/>
            </a:prstGeom>
            <a:noFill/>
            <a:effectLst/>
          </p:spPr>
          <p:txBody>
            <a:bodyPr wrap="none" lIns="98755" tIns="49378" rIns="98755" bIns="49378" rtlCol="0">
              <a:spAutoFit/>
            </a:bodyPr>
            <a:lstStyle/>
            <a:p>
              <a:r>
                <a:rPr kumimoji="0" lang="zh-CN" altLang="en-US" sz="97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人事物</a:t>
              </a:r>
              <a:endParaRPr kumimoji="0" lang="zh-CN" altLang="en-US" sz="97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4634" y="9631"/>
              <a:ext cx="708" cy="393"/>
            </a:xfrm>
            <a:prstGeom prst="rect">
              <a:avLst/>
            </a:prstGeom>
            <a:noFill/>
            <a:effectLst/>
          </p:spPr>
          <p:txBody>
            <a:bodyPr wrap="none" lIns="98755" tIns="49378" rIns="98755" bIns="49378" rtlCol="0">
              <a:spAutoFit/>
            </a:bodyPr>
            <a:lstStyle/>
            <a:p>
              <a:pPr algn="ctr"/>
              <a:r>
                <a:rPr kumimoji="0" lang="zh-CN" altLang="en-US" sz="97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角色</a:t>
              </a:r>
              <a:endParaRPr kumimoji="0" lang="zh-CN" altLang="en-US" sz="97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6167" y="9631"/>
              <a:ext cx="708" cy="393"/>
            </a:xfrm>
            <a:prstGeom prst="rect">
              <a:avLst/>
            </a:prstGeom>
            <a:noFill/>
            <a:effectLst/>
          </p:spPr>
          <p:txBody>
            <a:bodyPr wrap="none" lIns="98755" tIns="49378" rIns="98755" bIns="49378" rtlCol="0">
              <a:spAutoFit/>
            </a:bodyPr>
            <a:lstStyle/>
            <a:p>
              <a:pPr algn="ctr"/>
              <a:r>
                <a:rPr kumimoji="0" lang="zh-CN" altLang="en-US" sz="97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事件</a:t>
              </a:r>
              <a:endParaRPr kumimoji="0" lang="zh-CN" altLang="en-US" sz="97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7560" y="9631"/>
              <a:ext cx="708" cy="393"/>
            </a:xfrm>
            <a:prstGeom prst="rect">
              <a:avLst/>
            </a:prstGeom>
            <a:noFill/>
            <a:effectLst/>
          </p:spPr>
          <p:txBody>
            <a:bodyPr wrap="none" lIns="98755" tIns="49378" rIns="98755" bIns="49378" rtlCol="0">
              <a:spAutoFit/>
            </a:bodyPr>
            <a:lstStyle/>
            <a:p>
              <a:pPr algn="ctr"/>
              <a:r>
                <a:rPr lang="zh-CN" altLang="en-US" sz="97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用户</a:t>
              </a:r>
              <a:r>
                <a:rPr lang="en-US" altLang="zh-CN" sz="97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	</a:t>
              </a:r>
              <a:endParaRPr lang="en-US" altLang="zh-CN" sz="97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9149" y="9631"/>
              <a:ext cx="708" cy="393"/>
            </a:xfrm>
            <a:prstGeom prst="rect">
              <a:avLst/>
            </a:prstGeom>
            <a:noFill/>
            <a:effectLst/>
          </p:spPr>
          <p:txBody>
            <a:bodyPr wrap="none" lIns="98755" tIns="49378" rIns="98755" bIns="49378" rtlCol="0">
              <a:spAutoFit/>
            </a:bodyPr>
            <a:lstStyle/>
            <a:p>
              <a:pPr algn="ctr"/>
              <a:r>
                <a:rPr kumimoji="0" lang="zh-CN" altLang="en-US" sz="97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聚合</a:t>
              </a:r>
              <a:endParaRPr kumimoji="0" lang="zh-CN" altLang="en-US" sz="97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10682" y="9631"/>
              <a:ext cx="708" cy="393"/>
            </a:xfrm>
            <a:prstGeom prst="rect">
              <a:avLst/>
            </a:prstGeom>
            <a:noFill/>
            <a:effectLst/>
          </p:spPr>
          <p:txBody>
            <a:bodyPr wrap="none" lIns="98755" tIns="49378" rIns="98755" bIns="49378" rtlCol="0">
              <a:spAutoFit/>
            </a:bodyPr>
            <a:lstStyle/>
            <a:p>
              <a:pPr algn="ctr"/>
              <a:r>
                <a:rPr kumimoji="0" lang="zh-CN" altLang="en-US" sz="97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策略</a:t>
              </a:r>
              <a:endParaRPr kumimoji="0" lang="zh-CN" altLang="en-US" sz="97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12208" y="9631"/>
              <a:ext cx="887" cy="393"/>
            </a:xfrm>
            <a:prstGeom prst="rect">
              <a:avLst/>
            </a:prstGeom>
            <a:noFill/>
            <a:effectLst/>
          </p:spPr>
          <p:txBody>
            <a:bodyPr wrap="none" lIns="98755" tIns="49378" rIns="98755" bIns="49378" rtlCol="0">
              <a:spAutoFit/>
            </a:bodyPr>
            <a:lstStyle/>
            <a:p>
              <a:pPr algn="ctr"/>
              <a:r>
                <a:rPr kumimoji="0" lang="en-US" altLang="zh-CN" sz="97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Uml</a:t>
              </a:r>
              <a:r>
                <a:rPr kumimoji="0" lang="zh-CN" altLang="en-US" sz="97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图</a:t>
              </a:r>
              <a:endParaRPr lang="en-US" altLang="zh-CN" sz="97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13910" y="9646"/>
              <a:ext cx="708" cy="393"/>
            </a:xfrm>
            <a:prstGeom prst="rect">
              <a:avLst/>
            </a:prstGeom>
            <a:noFill/>
            <a:effectLst/>
          </p:spPr>
          <p:txBody>
            <a:bodyPr wrap="none" lIns="98755" tIns="49378" rIns="98755" bIns="49378" rtlCol="0">
              <a:spAutoFit/>
            </a:bodyPr>
            <a:lstStyle/>
            <a:p>
              <a:pPr algn="ctr"/>
              <a:r>
                <a:rPr kumimoji="0" lang="zh-CN" altLang="en-US" sz="97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角色</a:t>
              </a:r>
              <a:endParaRPr kumimoji="0" lang="zh-CN" altLang="en-US" sz="97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15421" y="9646"/>
              <a:ext cx="751" cy="393"/>
            </a:xfrm>
            <a:prstGeom prst="rect">
              <a:avLst/>
            </a:prstGeom>
            <a:noFill/>
            <a:effectLst/>
          </p:spPr>
          <p:txBody>
            <a:bodyPr wrap="none" lIns="98755" tIns="49378" rIns="98755" bIns="49378" rtlCol="0">
              <a:spAutoFit/>
            </a:bodyPr>
            <a:lstStyle/>
            <a:p>
              <a:pPr algn="ctr"/>
              <a:r>
                <a:rPr kumimoji="0" lang="zh-CN" altLang="en-US" sz="97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事件</a:t>
              </a:r>
              <a:endParaRPr kumimoji="0" lang="zh-CN" altLang="en-US" sz="97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等腰三角形 194"/>
          <p:cNvSpPr/>
          <p:nvPr/>
        </p:nvSpPr>
        <p:spPr>
          <a:xfrm rot="16200000" flipH="1">
            <a:off x="4946592" y="405869"/>
            <a:ext cx="8994028" cy="6680749"/>
          </a:xfrm>
          <a:prstGeom prst="triangle">
            <a:avLst/>
          </a:prstGeom>
          <a:gradFill flip="none" rotWithShape="1">
            <a:gsLst>
              <a:gs pos="0">
                <a:schemeClr val="accent5">
                  <a:lumMod val="60000"/>
                  <a:lumOff val="4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等腰三角形 42"/>
          <p:cNvSpPr/>
          <p:nvPr/>
        </p:nvSpPr>
        <p:spPr>
          <a:xfrm rot="5400000">
            <a:off x="-1734158" y="405868"/>
            <a:ext cx="8994028" cy="6680749"/>
          </a:xfrm>
          <a:prstGeom prst="triangle">
            <a:avLst/>
          </a:prstGeom>
          <a:gradFill flip="none" rotWithShape="1">
            <a:gsLst>
              <a:gs pos="0">
                <a:schemeClr val="accent5">
                  <a:lumMod val="60000"/>
                  <a:lumOff val="4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圆: 空心 21"/>
          <p:cNvSpPr/>
          <p:nvPr/>
        </p:nvSpPr>
        <p:spPr>
          <a:xfrm>
            <a:off x="2693071" y="-345942"/>
            <a:ext cx="6806549" cy="8204692"/>
          </a:xfrm>
          <a:custGeom>
            <a:avLst/>
            <a:gdLst>
              <a:gd name="adj" fmla="val 25286"/>
              <a:gd name="a" fmla="pin 0 adj 50000"/>
              <a:gd name="dr" fmla="*/ ss a 100000"/>
              <a:gd name="iwd2" fmla="+- wd2 0 dr"/>
              <a:gd name="ihd2" fmla="+- hd2 0 dr"/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0719" h="12936">
                <a:moveTo>
                  <a:pt x="0" y="2847"/>
                </a:moveTo>
                <a:cubicBezTo>
                  <a:pt x="944" y="1231"/>
                  <a:pt x="3448" y="-110"/>
                  <a:pt x="5356" y="0"/>
                </a:cubicBezTo>
                <a:cubicBezTo>
                  <a:pt x="7593" y="-131"/>
                  <a:pt x="9886" y="1491"/>
                  <a:pt x="10719" y="2858"/>
                </a:cubicBezTo>
                <a:lnTo>
                  <a:pt x="8009" y="4682"/>
                </a:lnTo>
                <a:cubicBezTo>
                  <a:pt x="7530" y="3865"/>
                  <a:pt x="6303" y="3218"/>
                  <a:pt x="5356" y="3267"/>
                </a:cubicBezTo>
                <a:cubicBezTo>
                  <a:pt x="4254" y="3197"/>
                  <a:pt x="3110" y="4014"/>
                  <a:pt x="2710" y="4672"/>
                </a:cubicBezTo>
                <a:lnTo>
                  <a:pt x="0" y="2847"/>
                </a:lnTo>
                <a:close/>
                <a:moveTo>
                  <a:pt x="10719" y="10063"/>
                </a:moveTo>
                <a:cubicBezTo>
                  <a:pt x="9759" y="11704"/>
                  <a:pt x="7269" y="13024"/>
                  <a:pt x="5356" y="12921"/>
                </a:cubicBezTo>
                <a:cubicBezTo>
                  <a:pt x="3123" y="13059"/>
                  <a:pt x="816" y="11416"/>
                  <a:pt x="0" y="10073"/>
                </a:cubicBezTo>
                <a:lnTo>
                  <a:pt x="2710" y="8249"/>
                </a:lnTo>
                <a:cubicBezTo>
                  <a:pt x="3173" y="9042"/>
                  <a:pt x="4414" y="9710"/>
                  <a:pt x="5356" y="9654"/>
                </a:cubicBezTo>
                <a:cubicBezTo>
                  <a:pt x="6463" y="9717"/>
                  <a:pt x="7593" y="8920"/>
                  <a:pt x="8009" y="8238"/>
                </a:cubicBezTo>
                <a:lnTo>
                  <a:pt x="10719" y="10063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59" name="任意多边形: 形状 258"/>
          <p:cNvSpPr/>
          <p:nvPr/>
        </p:nvSpPr>
        <p:spPr>
          <a:xfrm>
            <a:off x="0" y="0"/>
            <a:ext cx="1781938" cy="6858000"/>
          </a:xfrm>
          <a:custGeom>
            <a:avLst/>
            <a:gdLst>
              <a:gd name="connsiteX0" fmla="*/ 0 w 1781938"/>
              <a:gd name="connsiteY0" fmla="*/ 0 h 6858000"/>
              <a:gd name="connsiteX1" fmla="*/ 537825 w 1781938"/>
              <a:gd name="connsiteY1" fmla="*/ 0 h 6858000"/>
              <a:gd name="connsiteX2" fmla="*/ 1781938 w 1781938"/>
              <a:gd name="connsiteY2" fmla="*/ 837450 h 6858000"/>
              <a:gd name="connsiteX3" fmla="*/ 1646622 w 1781938"/>
              <a:gd name="connsiteY3" fmla="*/ 1048522 h 6858000"/>
              <a:gd name="connsiteX4" fmla="*/ 893428 w 1781938"/>
              <a:gd name="connsiteY4" fmla="*/ 3746244 h 6858000"/>
              <a:gd name="connsiteX5" fmla="*/ 1646622 w 1781938"/>
              <a:gd name="connsiteY5" fmla="*/ 6443967 h 6858000"/>
              <a:gd name="connsiteX6" fmla="*/ 1781936 w 1781938"/>
              <a:gd name="connsiteY6" fmla="*/ 6655037 h 6858000"/>
              <a:gd name="connsiteX7" fmla="*/ 1480415 w 1781938"/>
              <a:gd name="connsiteY7" fmla="*/ 6858000 h 6858000"/>
              <a:gd name="connsiteX8" fmla="*/ 0 w 1781938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81938" h="6858000">
                <a:moveTo>
                  <a:pt x="0" y="0"/>
                </a:moveTo>
                <a:lnTo>
                  <a:pt x="537825" y="0"/>
                </a:lnTo>
                <a:lnTo>
                  <a:pt x="1781938" y="837450"/>
                </a:lnTo>
                <a:lnTo>
                  <a:pt x="1646622" y="1048522"/>
                </a:lnTo>
                <a:cubicBezTo>
                  <a:pt x="1168664" y="1835135"/>
                  <a:pt x="893428" y="2758547"/>
                  <a:pt x="893428" y="3746244"/>
                </a:cubicBezTo>
                <a:cubicBezTo>
                  <a:pt x="893428" y="4733941"/>
                  <a:pt x="1168664" y="5657354"/>
                  <a:pt x="1646622" y="6443967"/>
                </a:cubicBezTo>
                <a:lnTo>
                  <a:pt x="1781936" y="6655037"/>
                </a:lnTo>
                <a:lnTo>
                  <a:pt x="148041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7" name="任意多边形: 形状 256"/>
          <p:cNvSpPr/>
          <p:nvPr/>
        </p:nvSpPr>
        <p:spPr>
          <a:xfrm>
            <a:off x="10414424" y="0"/>
            <a:ext cx="1777576" cy="6858000"/>
          </a:xfrm>
          <a:custGeom>
            <a:avLst/>
            <a:gdLst>
              <a:gd name="connsiteX0" fmla="*/ 1254215 w 1777576"/>
              <a:gd name="connsiteY0" fmla="*/ 0 h 6858000"/>
              <a:gd name="connsiteX1" fmla="*/ 1777576 w 1777576"/>
              <a:gd name="connsiteY1" fmla="*/ 0 h 6858000"/>
              <a:gd name="connsiteX2" fmla="*/ 1777576 w 1777576"/>
              <a:gd name="connsiteY2" fmla="*/ 6858000 h 6858000"/>
              <a:gd name="connsiteX3" fmla="*/ 311622 w 1777576"/>
              <a:gd name="connsiteY3" fmla="*/ 6858000 h 6858000"/>
              <a:gd name="connsiteX4" fmla="*/ 0 w 1777576"/>
              <a:gd name="connsiteY4" fmla="*/ 6648238 h 6858000"/>
              <a:gd name="connsiteX5" fmla="*/ 130956 w 1777576"/>
              <a:gd name="connsiteY5" fmla="*/ 6443967 h 6858000"/>
              <a:gd name="connsiteX6" fmla="*/ 884150 w 1777576"/>
              <a:gd name="connsiteY6" fmla="*/ 3746244 h 6858000"/>
              <a:gd name="connsiteX7" fmla="*/ 130956 w 1777576"/>
              <a:gd name="connsiteY7" fmla="*/ 1048522 h 6858000"/>
              <a:gd name="connsiteX8" fmla="*/ 0 w 1777576"/>
              <a:gd name="connsiteY8" fmla="*/ 84425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77576" h="6858000">
                <a:moveTo>
                  <a:pt x="1254215" y="0"/>
                </a:moveTo>
                <a:lnTo>
                  <a:pt x="1777576" y="0"/>
                </a:lnTo>
                <a:lnTo>
                  <a:pt x="1777576" y="6858000"/>
                </a:lnTo>
                <a:lnTo>
                  <a:pt x="311622" y="6858000"/>
                </a:lnTo>
                <a:lnTo>
                  <a:pt x="0" y="6648238"/>
                </a:lnTo>
                <a:lnTo>
                  <a:pt x="130956" y="6443967"/>
                </a:lnTo>
                <a:cubicBezTo>
                  <a:pt x="608914" y="5657354"/>
                  <a:pt x="884150" y="4733941"/>
                  <a:pt x="884150" y="3746244"/>
                </a:cubicBezTo>
                <a:cubicBezTo>
                  <a:pt x="884150" y="2758547"/>
                  <a:pt x="608914" y="1835135"/>
                  <a:pt x="130956" y="1048522"/>
                </a:cubicBezTo>
                <a:lnTo>
                  <a:pt x="0" y="84425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圆: 空心 21"/>
          <p:cNvSpPr/>
          <p:nvPr/>
        </p:nvSpPr>
        <p:spPr>
          <a:xfrm>
            <a:off x="12191754" y="-672967"/>
            <a:ext cx="8204694" cy="8204692"/>
          </a:xfrm>
          <a:prstGeom prst="donut">
            <a:avLst>
              <a:gd name="adj" fmla="val 25286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椭圆 41"/>
          <p:cNvSpPr/>
          <p:nvPr/>
        </p:nvSpPr>
        <p:spPr>
          <a:xfrm>
            <a:off x="5461000" y="5254625"/>
            <a:ext cx="1270000" cy="1270000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81" name="矩形 280"/>
          <p:cNvSpPr/>
          <p:nvPr/>
        </p:nvSpPr>
        <p:spPr>
          <a:xfrm>
            <a:off x="0" y="0"/>
            <a:ext cx="12192000" cy="2020970"/>
          </a:xfrm>
          <a:prstGeom prst="rect">
            <a:avLst/>
          </a:prstGeom>
          <a:gradFill>
            <a:gsLst>
              <a:gs pos="54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9" name="弧形 248"/>
          <p:cNvSpPr/>
          <p:nvPr/>
        </p:nvSpPr>
        <p:spPr>
          <a:xfrm>
            <a:off x="4712934" y="2363177"/>
            <a:ext cx="2766132" cy="2766132"/>
          </a:xfrm>
          <a:prstGeom prst="arc">
            <a:avLst>
              <a:gd name="adj1" fmla="val 17846554"/>
              <a:gd name="adj2" fmla="val 4210296"/>
            </a:avLst>
          </a:prstGeom>
          <a:noFill/>
          <a:ln w="12700"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5606123" y="5661883"/>
            <a:ext cx="979755" cy="5232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消费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</a:t>
            </a:r>
            <a:endParaRPr lang="zh-CN" altLang="en-US" sz="1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社群</a:t>
            </a:r>
            <a:endParaRPr lang="zh-CN" altLang="en-US" sz="1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4" name="弧形 153"/>
          <p:cNvSpPr/>
          <p:nvPr/>
        </p:nvSpPr>
        <p:spPr>
          <a:xfrm>
            <a:off x="3622763" y="1273007"/>
            <a:ext cx="4946476" cy="4946474"/>
          </a:xfrm>
          <a:prstGeom prst="arc">
            <a:avLst>
              <a:gd name="adj1" fmla="val 8768609"/>
              <a:gd name="adj2" fmla="val 12832362"/>
            </a:avLst>
          </a:prstGeom>
          <a:noFill/>
          <a:ln w="8890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74" name="组合 173"/>
          <p:cNvGrpSpPr/>
          <p:nvPr/>
        </p:nvGrpSpPr>
        <p:grpSpPr>
          <a:xfrm flipH="1">
            <a:off x="11025383" y="4056268"/>
            <a:ext cx="601391" cy="601390"/>
            <a:chOff x="1445821" y="1329037"/>
            <a:chExt cx="515417" cy="515417"/>
          </a:xfrm>
        </p:grpSpPr>
        <p:sp>
          <p:nvSpPr>
            <p:cNvPr id="184" name="椭圆 183"/>
            <p:cNvSpPr/>
            <p:nvPr/>
          </p:nvSpPr>
          <p:spPr>
            <a:xfrm>
              <a:off x="1445821" y="1329037"/>
              <a:ext cx="515417" cy="515417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accent5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85" name="文本框 184"/>
            <p:cNvSpPr txBox="1"/>
            <p:nvPr/>
          </p:nvSpPr>
          <p:spPr>
            <a:xfrm>
              <a:off x="1476022" y="1436224"/>
              <a:ext cx="455017" cy="316533"/>
            </a:xfrm>
            <a:prstGeom prst="rect">
              <a:avLst/>
            </a:prstGeom>
            <a:noFill/>
            <a:ln>
              <a:noFill/>
              <a:prstDash val="solid"/>
            </a:ln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9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电商</a:t>
              </a:r>
              <a:endParaRPr lang="en-US" altLang="zh-CN" sz="9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ctr"/>
              <a:r>
                <a:rPr lang="zh-CN" altLang="en-US" sz="9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小程序</a:t>
              </a:r>
              <a:endParaRPr lang="zh-CN" altLang="en-US" sz="9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75" name="组合 174"/>
          <p:cNvGrpSpPr/>
          <p:nvPr/>
        </p:nvGrpSpPr>
        <p:grpSpPr>
          <a:xfrm flipH="1">
            <a:off x="10815720" y="4919889"/>
            <a:ext cx="601391" cy="601390"/>
            <a:chOff x="1445821" y="1329037"/>
            <a:chExt cx="515417" cy="515417"/>
          </a:xfrm>
        </p:grpSpPr>
        <p:sp>
          <p:nvSpPr>
            <p:cNvPr id="182" name="椭圆 181"/>
            <p:cNvSpPr/>
            <p:nvPr/>
          </p:nvSpPr>
          <p:spPr>
            <a:xfrm>
              <a:off x="1445821" y="1329037"/>
              <a:ext cx="515417" cy="515417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accent5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83" name="文本框 182"/>
            <p:cNvSpPr txBox="1"/>
            <p:nvPr/>
          </p:nvSpPr>
          <p:spPr>
            <a:xfrm>
              <a:off x="1476022" y="1436224"/>
              <a:ext cx="455017" cy="316533"/>
            </a:xfrm>
            <a:prstGeom prst="rect">
              <a:avLst/>
            </a:prstGeom>
            <a:noFill/>
            <a:ln>
              <a:noFill/>
              <a:prstDash val="solid"/>
            </a:ln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9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会员</a:t>
              </a:r>
              <a:endParaRPr lang="en-US" altLang="zh-CN" sz="9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ctr"/>
              <a:r>
                <a:rPr lang="zh-CN" altLang="en-US" sz="9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小程序</a:t>
              </a:r>
              <a:endParaRPr lang="zh-CN" altLang="en-US" sz="9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76" name="组合 175"/>
          <p:cNvGrpSpPr/>
          <p:nvPr/>
        </p:nvGrpSpPr>
        <p:grpSpPr>
          <a:xfrm flipH="1">
            <a:off x="10468746" y="5745238"/>
            <a:ext cx="601391" cy="601390"/>
            <a:chOff x="1445821" y="1329037"/>
            <a:chExt cx="515417" cy="515417"/>
          </a:xfrm>
        </p:grpSpPr>
        <p:sp>
          <p:nvSpPr>
            <p:cNvPr id="180" name="椭圆 179"/>
            <p:cNvSpPr/>
            <p:nvPr/>
          </p:nvSpPr>
          <p:spPr>
            <a:xfrm>
              <a:off x="1445821" y="1329037"/>
              <a:ext cx="515417" cy="515417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accent5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81" name="文本框 180"/>
            <p:cNvSpPr txBox="1"/>
            <p:nvPr/>
          </p:nvSpPr>
          <p:spPr>
            <a:xfrm>
              <a:off x="1476022" y="1436224"/>
              <a:ext cx="455017" cy="316533"/>
            </a:xfrm>
            <a:prstGeom prst="rect">
              <a:avLst/>
            </a:prstGeom>
            <a:noFill/>
            <a:ln>
              <a:noFill/>
              <a:prstDash val="solid"/>
            </a:ln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9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社群</a:t>
              </a:r>
              <a:endParaRPr lang="en-US" altLang="zh-CN" sz="9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ctr"/>
              <a:r>
                <a:rPr lang="zh-CN" altLang="en-US" sz="9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小程序</a:t>
              </a:r>
              <a:endParaRPr lang="zh-CN" altLang="en-US" sz="9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194" name="弧形 193"/>
          <p:cNvSpPr/>
          <p:nvPr/>
        </p:nvSpPr>
        <p:spPr>
          <a:xfrm flipH="1">
            <a:off x="3622763" y="1273007"/>
            <a:ext cx="4946476" cy="4946474"/>
          </a:xfrm>
          <a:prstGeom prst="arc">
            <a:avLst>
              <a:gd name="adj1" fmla="val 8768609"/>
              <a:gd name="adj2" fmla="val 12832362"/>
            </a:avLst>
          </a:prstGeom>
          <a:noFill/>
          <a:ln w="8890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8" name="弧形 237"/>
          <p:cNvSpPr/>
          <p:nvPr/>
        </p:nvSpPr>
        <p:spPr>
          <a:xfrm>
            <a:off x="3555444" y="1205688"/>
            <a:ext cx="5081114" cy="5081112"/>
          </a:xfrm>
          <a:prstGeom prst="arc">
            <a:avLst>
              <a:gd name="adj1" fmla="val 6369486"/>
              <a:gd name="adj2" fmla="val 8664420"/>
            </a:avLst>
          </a:prstGeom>
          <a:noFill/>
          <a:ln w="12700">
            <a:solidFill>
              <a:schemeClr val="accent1"/>
            </a:solidFill>
            <a:prstDash val="sysDot"/>
            <a:head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9" name="弧形 238"/>
          <p:cNvSpPr/>
          <p:nvPr/>
        </p:nvSpPr>
        <p:spPr>
          <a:xfrm>
            <a:off x="3671000" y="1321244"/>
            <a:ext cx="4850002" cy="4850000"/>
          </a:xfrm>
          <a:prstGeom prst="arc">
            <a:avLst>
              <a:gd name="adj1" fmla="val 6415237"/>
              <a:gd name="adj2" fmla="val 8664420"/>
            </a:avLst>
          </a:prstGeom>
          <a:noFill/>
          <a:ln w="12700">
            <a:solidFill>
              <a:schemeClr val="accent1"/>
            </a:solidFill>
            <a:prstDash val="sysDot"/>
            <a:headEnd type="non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2" name="弧形 241"/>
          <p:cNvSpPr/>
          <p:nvPr/>
        </p:nvSpPr>
        <p:spPr>
          <a:xfrm rot="10800000">
            <a:off x="3671000" y="1321244"/>
            <a:ext cx="4850002" cy="4850000"/>
          </a:xfrm>
          <a:prstGeom prst="arc">
            <a:avLst>
              <a:gd name="adj1" fmla="val 6415237"/>
              <a:gd name="adj2" fmla="val 8664420"/>
            </a:avLst>
          </a:prstGeom>
          <a:noFill/>
          <a:ln w="12700">
            <a:solidFill>
              <a:schemeClr val="accent1"/>
            </a:solidFill>
            <a:prstDash val="sysDot"/>
            <a:headEnd type="non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3" name="弧形 242"/>
          <p:cNvSpPr/>
          <p:nvPr/>
        </p:nvSpPr>
        <p:spPr>
          <a:xfrm rot="10800000">
            <a:off x="3555444" y="1205688"/>
            <a:ext cx="5081114" cy="5081112"/>
          </a:xfrm>
          <a:prstGeom prst="arc">
            <a:avLst>
              <a:gd name="adj1" fmla="val 6369486"/>
              <a:gd name="adj2" fmla="val 8664420"/>
            </a:avLst>
          </a:prstGeom>
          <a:noFill/>
          <a:ln w="12700">
            <a:solidFill>
              <a:schemeClr val="accent1"/>
            </a:solidFill>
            <a:prstDash val="sysDot"/>
            <a:head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8" name="文本框 247"/>
          <p:cNvSpPr txBox="1"/>
          <p:nvPr/>
        </p:nvSpPr>
        <p:spPr>
          <a:xfrm>
            <a:off x="5618946" y="4880482"/>
            <a:ext cx="95410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zh-CN" altLang="en-US" sz="1200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个性化服务</a:t>
            </a:r>
            <a:endParaRPr lang="zh-CN" altLang="en-US" sz="1200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0" name="弧形 249"/>
          <p:cNvSpPr/>
          <p:nvPr/>
        </p:nvSpPr>
        <p:spPr>
          <a:xfrm flipH="1">
            <a:off x="4712934" y="2363177"/>
            <a:ext cx="2766132" cy="2766132"/>
          </a:xfrm>
          <a:prstGeom prst="arc">
            <a:avLst>
              <a:gd name="adj1" fmla="val 17846554"/>
              <a:gd name="adj2" fmla="val 4210296"/>
            </a:avLst>
          </a:prstGeom>
          <a:noFill/>
          <a:ln w="12700"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椭圆 46"/>
          <p:cNvSpPr/>
          <p:nvPr/>
        </p:nvSpPr>
        <p:spPr>
          <a:xfrm>
            <a:off x="5461000" y="996831"/>
            <a:ext cx="1270000" cy="1270000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5644594" y="1370221"/>
            <a:ext cx="902811" cy="5232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1V1</a:t>
            </a:r>
            <a:endParaRPr lang="en-US" altLang="zh-CN" sz="1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私聊体系</a:t>
            </a:r>
            <a:endParaRPr lang="zh-CN" altLang="en-US" sz="1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5" name="文本框 154"/>
          <p:cNvSpPr txBox="1"/>
          <p:nvPr/>
        </p:nvSpPr>
        <p:spPr>
          <a:xfrm>
            <a:off x="3477733" y="3229304"/>
            <a:ext cx="412442" cy="8309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公域场</a:t>
            </a:r>
            <a:endParaRPr lang="zh-CN" altLang="en-US" sz="1600" b="1" dirty="0">
              <a:solidFill>
                <a:schemeClr val="bg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13" name="组合 112"/>
          <p:cNvGrpSpPr/>
          <p:nvPr/>
        </p:nvGrpSpPr>
        <p:grpSpPr>
          <a:xfrm>
            <a:off x="1699459" y="4186347"/>
            <a:ext cx="1029112" cy="1029112"/>
            <a:chOff x="1985021" y="3912158"/>
            <a:chExt cx="1029112" cy="1029112"/>
          </a:xfrm>
        </p:grpSpPr>
        <p:sp>
          <p:nvSpPr>
            <p:cNvPr id="105" name="椭圆 104"/>
            <p:cNvSpPr/>
            <p:nvPr/>
          </p:nvSpPr>
          <p:spPr>
            <a:xfrm>
              <a:off x="1985021" y="3912158"/>
              <a:ext cx="1029112" cy="102911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grpSp>
          <p:nvGrpSpPr>
            <p:cNvPr id="106" name="组合 105"/>
            <p:cNvGrpSpPr/>
            <p:nvPr/>
          </p:nvGrpSpPr>
          <p:grpSpPr>
            <a:xfrm>
              <a:off x="2071956" y="4009256"/>
              <a:ext cx="838570" cy="761722"/>
              <a:chOff x="1672478" y="2668869"/>
              <a:chExt cx="838570" cy="761722"/>
            </a:xfrm>
          </p:grpSpPr>
          <p:sp>
            <p:nvSpPr>
              <p:cNvPr id="108" name="文本框 107"/>
              <p:cNvSpPr txBox="1"/>
              <p:nvPr/>
            </p:nvSpPr>
            <p:spPr>
              <a:xfrm>
                <a:off x="1672478" y="2951181"/>
                <a:ext cx="838570" cy="4794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lang="zh-CN" altLang="en-US" sz="1200" b="1" dirty="0">
                    <a:solidFill>
                      <a:schemeClr val="accent5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其他生态</a:t>
                </a:r>
                <a:endParaRPr lang="zh-CN" altLang="en-US" sz="1200" b="1" dirty="0">
                  <a:solidFill>
                    <a:schemeClr val="accent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algn="ctr"/>
                <a:r>
                  <a:rPr lang="zh-CN" altLang="en-US" sz="1200" b="1" dirty="0">
                    <a:solidFill>
                      <a:schemeClr val="accent5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电商公域</a:t>
                </a:r>
                <a:endParaRPr lang="zh-CN" altLang="en-US" sz="1200" b="1" dirty="0">
                  <a:solidFill>
                    <a:schemeClr val="accent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109" name="文本框 108"/>
              <p:cNvSpPr txBox="1"/>
              <p:nvPr/>
            </p:nvSpPr>
            <p:spPr>
              <a:xfrm>
                <a:off x="1880942" y="2668869"/>
                <a:ext cx="421640" cy="33718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zh-CN" sz="1600" dirty="0">
                    <a:solidFill>
                      <a:schemeClr val="accent5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02</a:t>
                </a:r>
                <a:endParaRPr lang="en-US" altLang="zh-CN" sz="1600" dirty="0">
                  <a:solidFill>
                    <a:schemeClr val="accent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</p:grpSp>
      <p:grpSp>
        <p:nvGrpSpPr>
          <p:cNvPr id="110" name="组合 109"/>
          <p:cNvGrpSpPr/>
          <p:nvPr/>
        </p:nvGrpSpPr>
        <p:grpSpPr>
          <a:xfrm>
            <a:off x="1699459" y="2154026"/>
            <a:ext cx="1029112" cy="1029112"/>
            <a:chOff x="1985021" y="2251075"/>
            <a:chExt cx="1029112" cy="1029112"/>
          </a:xfrm>
        </p:grpSpPr>
        <p:sp>
          <p:nvSpPr>
            <p:cNvPr id="81" name="椭圆 80"/>
            <p:cNvSpPr/>
            <p:nvPr/>
          </p:nvSpPr>
          <p:spPr>
            <a:xfrm>
              <a:off x="1985021" y="2251075"/>
              <a:ext cx="1029112" cy="102911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grpSp>
          <p:nvGrpSpPr>
            <p:cNvPr id="83" name="组合 82"/>
            <p:cNvGrpSpPr/>
            <p:nvPr/>
          </p:nvGrpSpPr>
          <p:grpSpPr>
            <a:xfrm>
              <a:off x="2071956" y="2393643"/>
              <a:ext cx="838570" cy="761722"/>
              <a:chOff x="1672478" y="2668869"/>
              <a:chExt cx="838570" cy="761722"/>
            </a:xfrm>
          </p:grpSpPr>
          <p:sp>
            <p:nvSpPr>
              <p:cNvPr id="85" name="文本框 84"/>
              <p:cNvSpPr txBox="1"/>
              <p:nvPr/>
            </p:nvSpPr>
            <p:spPr>
              <a:xfrm>
                <a:off x="1672478" y="2951181"/>
                <a:ext cx="838570" cy="4794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lang="zh-CN" altLang="en-US" sz="1200" b="1" dirty="0">
                    <a:solidFill>
                      <a:schemeClr val="accent5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微信生态</a:t>
                </a:r>
                <a:endParaRPr lang="zh-CN" altLang="en-US" sz="1200" b="1" dirty="0">
                  <a:solidFill>
                    <a:schemeClr val="accent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algn="ctr"/>
                <a:r>
                  <a:rPr lang="zh-CN" altLang="en-US" sz="1200" b="1" dirty="0">
                    <a:solidFill>
                      <a:schemeClr val="accent5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公域</a:t>
                </a:r>
                <a:endParaRPr lang="zh-CN" altLang="en-US" sz="1200" b="1" dirty="0">
                  <a:solidFill>
                    <a:schemeClr val="accent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87" name="文本框 86"/>
              <p:cNvSpPr txBox="1"/>
              <p:nvPr/>
            </p:nvSpPr>
            <p:spPr>
              <a:xfrm>
                <a:off x="1880943" y="2668869"/>
                <a:ext cx="421640" cy="33718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zh-CN" sz="1600" dirty="0">
                    <a:solidFill>
                      <a:schemeClr val="accent5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01</a:t>
                </a:r>
                <a:endParaRPr lang="en-US" altLang="zh-CN" sz="1600" dirty="0">
                  <a:solidFill>
                    <a:schemeClr val="accent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</p:grpSp>
      <p:grpSp>
        <p:nvGrpSpPr>
          <p:cNvPr id="170" name="组合 169"/>
          <p:cNvGrpSpPr/>
          <p:nvPr/>
        </p:nvGrpSpPr>
        <p:grpSpPr>
          <a:xfrm flipH="1">
            <a:off x="10368947" y="894604"/>
            <a:ext cx="601391" cy="601390"/>
            <a:chOff x="1445821" y="1329037"/>
            <a:chExt cx="515417" cy="515417"/>
          </a:xfrm>
        </p:grpSpPr>
        <p:sp>
          <p:nvSpPr>
            <p:cNvPr id="192" name="椭圆 191"/>
            <p:cNvSpPr/>
            <p:nvPr/>
          </p:nvSpPr>
          <p:spPr>
            <a:xfrm>
              <a:off x="1445821" y="1329037"/>
              <a:ext cx="515417" cy="515417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accent5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93" name="文本框 192"/>
            <p:cNvSpPr txBox="1"/>
            <p:nvPr/>
          </p:nvSpPr>
          <p:spPr>
            <a:xfrm>
              <a:off x="1525480" y="1436224"/>
              <a:ext cx="356099" cy="316533"/>
            </a:xfrm>
            <a:prstGeom prst="rect">
              <a:avLst/>
            </a:prstGeom>
            <a:noFill/>
            <a:ln>
              <a:noFill/>
              <a:prstDash val="solid"/>
            </a:ln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9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会员</a:t>
              </a:r>
              <a:endParaRPr lang="en-US" altLang="zh-CN" sz="9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ctr"/>
              <a:r>
                <a:rPr lang="zh-CN" altLang="en-US" sz="9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服务</a:t>
              </a:r>
              <a:endParaRPr lang="zh-CN" altLang="en-US" sz="9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71" name="组合 170"/>
          <p:cNvGrpSpPr/>
          <p:nvPr/>
        </p:nvGrpSpPr>
        <p:grpSpPr>
          <a:xfrm flipH="1">
            <a:off x="10731248" y="1528436"/>
            <a:ext cx="601391" cy="601390"/>
            <a:chOff x="1445821" y="1329037"/>
            <a:chExt cx="515417" cy="515417"/>
          </a:xfrm>
        </p:grpSpPr>
        <p:sp>
          <p:nvSpPr>
            <p:cNvPr id="190" name="椭圆 189"/>
            <p:cNvSpPr/>
            <p:nvPr/>
          </p:nvSpPr>
          <p:spPr>
            <a:xfrm>
              <a:off x="1445821" y="1329037"/>
              <a:ext cx="515417" cy="515417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accent5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91" name="文本框 190"/>
            <p:cNvSpPr txBox="1"/>
            <p:nvPr/>
          </p:nvSpPr>
          <p:spPr>
            <a:xfrm>
              <a:off x="1525480" y="1436224"/>
              <a:ext cx="356099" cy="316533"/>
            </a:xfrm>
            <a:prstGeom prst="rect">
              <a:avLst/>
            </a:prstGeom>
            <a:noFill/>
            <a:ln>
              <a:noFill/>
              <a:prstDash val="solid"/>
            </a:ln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9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内容</a:t>
              </a:r>
              <a:endParaRPr lang="en-US" altLang="zh-CN" sz="9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ctr"/>
              <a:r>
                <a:rPr lang="zh-CN" altLang="en-US" sz="9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种草</a:t>
              </a:r>
              <a:endParaRPr lang="zh-CN" altLang="en-US" sz="9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73" name="组合 172"/>
          <p:cNvGrpSpPr/>
          <p:nvPr/>
        </p:nvGrpSpPr>
        <p:grpSpPr>
          <a:xfrm flipH="1">
            <a:off x="11047693" y="2945200"/>
            <a:ext cx="601391" cy="601390"/>
            <a:chOff x="1445821" y="1329037"/>
            <a:chExt cx="515417" cy="515417"/>
          </a:xfrm>
        </p:grpSpPr>
        <p:sp>
          <p:nvSpPr>
            <p:cNvPr id="186" name="椭圆 185"/>
            <p:cNvSpPr/>
            <p:nvPr/>
          </p:nvSpPr>
          <p:spPr>
            <a:xfrm>
              <a:off x="1445821" y="1329037"/>
              <a:ext cx="515417" cy="515417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accent5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87" name="文本框 186"/>
            <p:cNvSpPr txBox="1"/>
            <p:nvPr/>
          </p:nvSpPr>
          <p:spPr>
            <a:xfrm>
              <a:off x="1525480" y="1436224"/>
              <a:ext cx="356099" cy="316533"/>
            </a:xfrm>
            <a:prstGeom prst="rect">
              <a:avLst/>
            </a:prstGeom>
            <a:noFill/>
            <a:ln>
              <a:noFill/>
              <a:prstDash val="solid"/>
            </a:ln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9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品牌</a:t>
              </a:r>
              <a:endParaRPr lang="en-US" altLang="zh-CN" sz="9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ctr"/>
              <a:r>
                <a:rPr lang="zh-CN" altLang="en-US" sz="9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宣传</a:t>
              </a:r>
              <a:endParaRPr lang="zh-CN" altLang="en-US" sz="9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196" name="文本框 195"/>
          <p:cNvSpPr txBox="1"/>
          <p:nvPr/>
        </p:nvSpPr>
        <p:spPr>
          <a:xfrm>
            <a:off x="8353270" y="3229304"/>
            <a:ext cx="412442" cy="8309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私域场</a:t>
            </a:r>
            <a:endParaRPr lang="zh-CN" altLang="en-US" sz="1600" b="1" dirty="0">
              <a:solidFill>
                <a:schemeClr val="bg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1" name="直接连接符 220"/>
          <p:cNvCxnSpPr/>
          <p:nvPr/>
        </p:nvCxnSpPr>
        <p:spPr>
          <a:xfrm>
            <a:off x="9013825" y="3746243"/>
            <a:ext cx="3178175" cy="0"/>
          </a:xfrm>
          <a:prstGeom prst="line">
            <a:avLst/>
          </a:prstGeom>
          <a:ln w="2032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7" name="文本框 246"/>
          <p:cNvSpPr txBox="1"/>
          <p:nvPr/>
        </p:nvSpPr>
        <p:spPr>
          <a:xfrm>
            <a:off x="5465058" y="2349096"/>
            <a:ext cx="126188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zh-CN" altLang="en-US" sz="1200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数据收集与分析</a:t>
            </a:r>
            <a:endParaRPr lang="zh-CN" altLang="en-US" sz="1200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60" name="组合 259"/>
          <p:cNvGrpSpPr/>
          <p:nvPr/>
        </p:nvGrpSpPr>
        <p:grpSpPr>
          <a:xfrm>
            <a:off x="9295549" y="3628494"/>
            <a:ext cx="2550752" cy="230832"/>
            <a:chOff x="9243940" y="3652256"/>
            <a:chExt cx="2550752" cy="230832"/>
          </a:xfrm>
        </p:grpSpPr>
        <p:sp>
          <p:nvSpPr>
            <p:cNvPr id="261" name="文本框 260"/>
            <p:cNvSpPr txBox="1"/>
            <p:nvPr/>
          </p:nvSpPr>
          <p:spPr>
            <a:xfrm>
              <a:off x="9243940" y="3652256"/>
              <a:ext cx="761747" cy="2308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900" b="1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私域留量池</a:t>
              </a:r>
              <a:endParaRPr lang="zh-CN" altLang="en-US" sz="9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62" name="文本框 261"/>
            <p:cNvSpPr txBox="1"/>
            <p:nvPr/>
          </p:nvSpPr>
          <p:spPr>
            <a:xfrm>
              <a:off x="10138443" y="3652256"/>
              <a:ext cx="761747" cy="2308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900" b="1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私域复购池</a:t>
              </a:r>
              <a:endParaRPr lang="zh-CN" altLang="en-US" sz="9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63" name="文本框 262"/>
            <p:cNvSpPr txBox="1"/>
            <p:nvPr/>
          </p:nvSpPr>
          <p:spPr>
            <a:xfrm>
              <a:off x="11032945" y="3652256"/>
              <a:ext cx="761747" cy="2308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900" b="1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私域转化场</a:t>
              </a:r>
              <a:endParaRPr lang="zh-CN" altLang="en-US" sz="9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26" name="组合 125"/>
          <p:cNvGrpSpPr/>
          <p:nvPr/>
        </p:nvGrpSpPr>
        <p:grpSpPr>
          <a:xfrm>
            <a:off x="1237244" y="927046"/>
            <a:ext cx="601392" cy="601390"/>
            <a:chOff x="1445821" y="1329037"/>
            <a:chExt cx="515417" cy="515417"/>
          </a:xfrm>
        </p:grpSpPr>
        <p:sp>
          <p:nvSpPr>
            <p:cNvPr id="122" name="椭圆 121"/>
            <p:cNvSpPr/>
            <p:nvPr/>
          </p:nvSpPr>
          <p:spPr>
            <a:xfrm>
              <a:off x="1445821" y="1329037"/>
              <a:ext cx="515417" cy="515417"/>
            </a:xfrm>
            <a:prstGeom prst="ellipse">
              <a:avLst/>
            </a:prstGeom>
            <a:solidFill>
              <a:schemeClr val="bg1"/>
            </a:solidFill>
            <a:ln w="12700" cmpd="sng">
              <a:solidFill>
                <a:schemeClr val="accent5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24" name="文本框 123"/>
            <p:cNvSpPr txBox="1"/>
            <p:nvPr/>
          </p:nvSpPr>
          <p:spPr>
            <a:xfrm>
              <a:off x="1476021" y="1436224"/>
              <a:ext cx="455016" cy="316533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9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视频号</a:t>
              </a:r>
              <a:endParaRPr lang="en-US" altLang="zh-CN" sz="9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ctr"/>
              <a:r>
                <a:rPr lang="zh-CN" altLang="en-US" sz="9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直播</a:t>
              </a:r>
              <a:endParaRPr lang="zh-CN" altLang="en-US" sz="9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27" name="组合 126"/>
          <p:cNvGrpSpPr/>
          <p:nvPr/>
        </p:nvGrpSpPr>
        <p:grpSpPr>
          <a:xfrm>
            <a:off x="874940" y="1535357"/>
            <a:ext cx="601391" cy="601390"/>
            <a:chOff x="1445821" y="1329037"/>
            <a:chExt cx="515417" cy="515417"/>
          </a:xfrm>
        </p:grpSpPr>
        <p:sp>
          <p:nvSpPr>
            <p:cNvPr id="128" name="椭圆 127"/>
            <p:cNvSpPr/>
            <p:nvPr/>
          </p:nvSpPr>
          <p:spPr>
            <a:xfrm>
              <a:off x="1445821" y="1329037"/>
              <a:ext cx="515417" cy="515417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accent5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29" name="文本框 128"/>
            <p:cNvSpPr txBox="1"/>
            <p:nvPr/>
          </p:nvSpPr>
          <p:spPr>
            <a:xfrm>
              <a:off x="1525480" y="1436224"/>
              <a:ext cx="356099" cy="316533"/>
            </a:xfrm>
            <a:prstGeom prst="rect">
              <a:avLst/>
            </a:prstGeom>
            <a:noFill/>
            <a:ln>
              <a:solidFill>
                <a:srgbClr val="000000">
                  <a:alpha val="0"/>
                </a:srgbClr>
              </a:solidFill>
              <a:prstDash val="solid"/>
            </a:ln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9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广告</a:t>
              </a:r>
              <a:endParaRPr lang="en-US" altLang="zh-CN" sz="9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ctr"/>
              <a:r>
                <a:rPr lang="zh-CN" altLang="en-US" sz="9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投放</a:t>
              </a:r>
              <a:endParaRPr lang="zh-CN" altLang="en-US" sz="9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30" name="组合 129"/>
          <p:cNvGrpSpPr/>
          <p:nvPr/>
        </p:nvGrpSpPr>
        <p:grpSpPr>
          <a:xfrm>
            <a:off x="652931" y="2228034"/>
            <a:ext cx="646332" cy="601390"/>
            <a:chOff x="1426564" y="1329037"/>
            <a:chExt cx="553933" cy="515417"/>
          </a:xfrm>
        </p:grpSpPr>
        <p:sp>
          <p:nvSpPr>
            <p:cNvPr id="131" name="椭圆 130"/>
            <p:cNvSpPr/>
            <p:nvPr/>
          </p:nvSpPr>
          <p:spPr>
            <a:xfrm>
              <a:off x="1445821" y="1329037"/>
              <a:ext cx="515417" cy="515417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accent5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32" name="文本框 131"/>
            <p:cNvSpPr txBox="1"/>
            <p:nvPr/>
          </p:nvSpPr>
          <p:spPr>
            <a:xfrm>
              <a:off x="1426564" y="1436224"/>
              <a:ext cx="553933" cy="316533"/>
            </a:xfrm>
            <a:prstGeom prst="rect">
              <a:avLst/>
            </a:prstGeom>
            <a:noFill/>
            <a:ln>
              <a:solidFill>
                <a:srgbClr val="000000">
                  <a:alpha val="0"/>
                </a:srgbClr>
              </a:solidFill>
              <a:prstDash val="solid"/>
            </a:ln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9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微信</a:t>
              </a:r>
              <a:r>
                <a:rPr lang="en-US" altLang="zh-CN" sz="9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KOL</a:t>
              </a:r>
              <a:endParaRPr lang="en-US" altLang="zh-CN" sz="9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ctr"/>
              <a:r>
                <a:rPr lang="en-US" altLang="zh-CN" sz="9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/KOC</a:t>
              </a:r>
              <a:endParaRPr lang="en-US" altLang="zh-CN" sz="9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33" name="组合 132"/>
          <p:cNvGrpSpPr/>
          <p:nvPr/>
        </p:nvGrpSpPr>
        <p:grpSpPr>
          <a:xfrm>
            <a:off x="558497" y="2930057"/>
            <a:ext cx="601392" cy="601390"/>
            <a:chOff x="1445821" y="1329037"/>
            <a:chExt cx="515417" cy="515417"/>
          </a:xfrm>
        </p:grpSpPr>
        <p:sp>
          <p:nvSpPr>
            <p:cNvPr id="134" name="椭圆 133"/>
            <p:cNvSpPr/>
            <p:nvPr/>
          </p:nvSpPr>
          <p:spPr>
            <a:xfrm>
              <a:off x="1445821" y="1329037"/>
              <a:ext cx="515417" cy="515417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accent5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35" name="文本框 134"/>
            <p:cNvSpPr txBox="1"/>
            <p:nvPr/>
          </p:nvSpPr>
          <p:spPr>
            <a:xfrm>
              <a:off x="1476021" y="1436224"/>
              <a:ext cx="455016" cy="316533"/>
            </a:xfrm>
            <a:prstGeom prst="rect">
              <a:avLst/>
            </a:prstGeom>
            <a:noFill/>
            <a:ln>
              <a:solidFill>
                <a:srgbClr val="000000">
                  <a:alpha val="0"/>
                </a:srgbClr>
              </a:solidFill>
              <a:prstDash val="solid"/>
            </a:ln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9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品牌异</a:t>
              </a:r>
              <a:endParaRPr lang="en-US" altLang="zh-CN" sz="9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ctr"/>
              <a:r>
                <a:rPr lang="zh-CN" altLang="en-US" sz="9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业引流</a:t>
              </a:r>
              <a:endParaRPr lang="zh-CN" altLang="en-US" sz="9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37" name="组合 136"/>
          <p:cNvGrpSpPr/>
          <p:nvPr/>
        </p:nvGrpSpPr>
        <p:grpSpPr>
          <a:xfrm>
            <a:off x="478318" y="3952247"/>
            <a:ext cx="761748" cy="601390"/>
            <a:chOff x="1377106" y="1329037"/>
            <a:chExt cx="652849" cy="515417"/>
          </a:xfrm>
        </p:grpSpPr>
        <p:sp>
          <p:nvSpPr>
            <p:cNvPr id="138" name="椭圆 137"/>
            <p:cNvSpPr/>
            <p:nvPr/>
          </p:nvSpPr>
          <p:spPr>
            <a:xfrm>
              <a:off x="1445821" y="1329037"/>
              <a:ext cx="515417" cy="515417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accent5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39" name="文本框 138"/>
            <p:cNvSpPr txBox="1"/>
            <p:nvPr/>
          </p:nvSpPr>
          <p:spPr>
            <a:xfrm>
              <a:off x="1377106" y="1414455"/>
              <a:ext cx="652849" cy="316533"/>
            </a:xfrm>
            <a:prstGeom prst="rect">
              <a:avLst/>
            </a:prstGeom>
            <a:noFill/>
            <a:ln>
              <a:solidFill>
                <a:srgbClr val="000000">
                  <a:alpha val="0"/>
                </a:srgbClr>
              </a:solidFill>
              <a:prstDash val="solid"/>
            </a:ln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9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电商</a:t>
              </a:r>
              <a:endParaRPr lang="en-US" altLang="zh-CN" sz="9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ctr"/>
              <a:r>
                <a:rPr lang="zh-CN" altLang="en-US" sz="9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（包裹卡）</a:t>
              </a:r>
              <a:endParaRPr lang="zh-CN" altLang="en-US" sz="9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40" name="组合 139"/>
          <p:cNvGrpSpPr/>
          <p:nvPr/>
        </p:nvGrpSpPr>
        <p:grpSpPr>
          <a:xfrm>
            <a:off x="675400" y="4666712"/>
            <a:ext cx="601391" cy="601390"/>
            <a:chOff x="1445821" y="1329037"/>
            <a:chExt cx="515417" cy="515417"/>
          </a:xfrm>
        </p:grpSpPr>
        <p:sp>
          <p:nvSpPr>
            <p:cNvPr id="141" name="椭圆 140"/>
            <p:cNvSpPr/>
            <p:nvPr/>
          </p:nvSpPr>
          <p:spPr>
            <a:xfrm>
              <a:off x="1445821" y="1329037"/>
              <a:ext cx="515417" cy="515417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accent5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42" name="文本框 141"/>
            <p:cNvSpPr txBox="1"/>
            <p:nvPr/>
          </p:nvSpPr>
          <p:spPr>
            <a:xfrm>
              <a:off x="1525480" y="1436224"/>
              <a:ext cx="356099" cy="316533"/>
            </a:xfrm>
            <a:prstGeom prst="rect">
              <a:avLst/>
            </a:prstGeom>
            <a:noFill/>
            <a:ln>
              <a:solidFill>
                <a:srgbClr val="000000">
                  <a:alpha val="0"/>
                </a:srgbClr>
              </a:solidFill>
              <a:prstDash val="solid"/>
            </a:ln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9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直播</a:t>
              </a:r>
              <a:endParaRPr lang="en-US" altLang="zh-CN" sz="9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ctr"/>
              <a:r>
                <a:rPr lang="zh-CN" altLang="en-US" sz="9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电商</a:t>
              </a:r>
              <a:endParaRPr lang="zh-CN" altLang="en-US" sz="9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43" name="组合 142"/>
          <p:cNvGrpSpPr/>
          <p:nvPr/>
        </p:nvGrpSpPr>
        <p:grpSpPr>
          <a:xfrm>
            <a:off x="874940" y="5338927"/>
            <a:ext cx="601391" cy="601390"/>
            <a:chOff x="1445821" y="1329037"/>
            <a:chExt cx="515417" cy="515417"/>
          </a:xfrm>
        </p:grpSpPr>
        <p:sp>
          <p:nvSpPr>
            <p:cNvPr id="144" name="椭圆 143"/>
            <p:cNvSpPr/>
            <p:nvPr/>
          </p:nvSpPr>
          <p:spPr>
            <a:xfrm>
              <a:off x="1445821" y="1329037"/>
              <a:ext cx="515417" cy="515417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accent5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45" name="文本框 144"/>
            <p:cNvSpPr txBox="1"/>
            <p:nvPr/>
          </p:nvSpPr>
          <p:spPr>
            <a:xfrm>
              <a:off x="1525480" y="1436224"/>
              <a:ext cx="356099" cy="316533"/>
            </a:xfrm>
            <a:prstGeom prst="rect">
              <a:avLst/>
            </a:prstGeom>
            <a:noFill/>
            <a:ln>
              <a:noFill/>
              <a:prstDash val="solid"/>
            </a:ln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9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平台</a:t>
              </a:r>
              <a:endParaRPr lang="en-US" altLang="zh-CN" sz="9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ctr"/>
              <a:r>
                <a:rPr lang="zh-CN" altLang="en-US" sz="9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电商</a:t>
              </a:r>
              <a:endParaRPr lang="zh-CN" altLang="en-US" sz="9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50" name="组合 149"/>
          <p:cNvGrpSpPr/>
          <p:nvPr/>
        </p:nvGrpSpPr>
        <p:grpSpPr>
          <a:xfrm>
            <a:off x="1237244" y="5980985"/>
            <a:ext cx="601392" cy="601390"/>
            <a:chOff x="1445821" y="1329037"/>
            <a:chExt cx="515417" cy="515417"/>
          </a:xfrm>
        </p:grpSpPr>
        <p:sp>
          <p:nvSpPr>
            <p:cNvPr id="151" name="椭圆 150"/>
            <p:cNvSpPr/>
            <p:nvPr/>
          </p:nvSpPr>
          <p:spPr>
            <a:xfrm>
              <a:off x="1445821" y="1329037"/>
              <a:ext cx="515417" cy="515417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accent5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52" name="文本框 151"/>
            <p:cNvSpPr txBox="1"/>
            <p:nvPr/>
          </p:nvSpPr>
          <p:spPr>
            <a:xfrm>
              <a:off x="1489073" y="1436224"/>
              <a:ext cx="428913" cy="316533"/>
            </a:xfrm>
            <a:prstGeom prst="rect">
              <a:avLst/>
            </a:prstGeom>
            <a:noFill/>
            <a:ln>
              <a:noFill/>
              <a:prstDash val="solid"/>
            </a:ln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9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电销</a:t>
              </a:r>
              <a:r>
                <a:rPr lang="en-US" altLang="zh-CN" sz="9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+</a:t>
              </a:r>
              <a:endParaRPr lang="en-US" altLang="zh-CN" sz="9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ctr"/>
              <a:r>
                <a:rPr lang="zh-CN" altLang="en-US" sz="9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短信</a:t>
              </a:r>
              <a:endParaRPr lang="zh-CN" altLang="en-US" sz="9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72" name="组合 171"/>
          <p:cNvGrpSpPr/>
          <p:nvPr/>
        </p:nvGrpSpPr>
        <p:grpSpPr>
          <a:xfrm flipH="1">
            <a:off x="10930787" y="2230408"/>
            <a:ext cx="601391" cy="601390"/>
            <a:chOff x="1445821" y="1329037"/>
            <a:chExt cx="515417" cy="515417"/>
          </a:xfrm>
        </p:grpSpPr>
        <p:sp>
          <p:nvSpPr>
            <p:cNvPr id="188" name="椭圆 187"/>
            <p:cNvSpPr/>
            <p:nvPr/>
          </p:nvSpPr>
          <p:spPr>
            <a:xfrm>
              <a:off x="1445821" y="1329037"/>
              <a:ext cx="515417" cy="515417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accent5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89" name="文本框 188"/>
            <p:cNvSpPr txBox="1"/>
            <p:nvPr/>
          </p:nvSpPr>
          <p:spPr>
            <a:xfrm>
              <a:off x="1525480" y="1436224"/>
              <a:ext cx="356099" cy="316533"/>
            </a:xfrm>
            <a:prstGeom prst="rect">
              <a:avLst/>
            </a:prstGeom>
            <a:noFill/>
            <a:ln>
              <a:solidFill>
                <a:srgbClr val="000000">
                  <a:alpha val="0"/>
                </a:srgbClr>
              </a:solidFill>
              <a:prstDash val="solid"/>
            </a:ln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9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活动</a:t>
              </a:r>
              <a:endParaRPr lang="en-US" altLang="zh-CN" sz="9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ctr"/>
              <a:r>
                <a:rPr lang="zh-CN" altLang="en-US" sz="9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推广</a:t>
              </a:r>
              <a:endParaRPr lang="zh-CN" altLang="en-US" sz="9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cxnSp>
        <p:nvCxnSpPr>
          <p:cNvPr id="283" name="直接连接符 282"/>
          <p:cNvCxnSpPr/>
          <p:nvPr/>
        </p:nvCxnSpPr>
        <p:spPr>
          <a:xfrm>
            <a:off x="-3368" y="3746243"/>
            <a:ext cx="3178175" cy="0"/>
          </a:xfrm>
          <a:prstGeom prst="line">
            <a:avLst/>
          </a:prstGeom>
          <a:ln w="2032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84" name="组合 283"/>
          <p:cNvGrpSpPr/>
          <p:nvPr/>
        </p:nvGrpSpPr>
        <p:grpSpPr>
          <a:xfrm>
            <a:off x="371355" y="3628494"/>
            <a:ext cx="2435336" cy="230832"/>
            <a:chOff x="9301648" y="3652256"/>
            <a:chExt cx="2435336" cy="230832"/>
          </a:xfrm>
        </p:grpSpPr>
        <p:sp>
          <p:nvSpPr>
            <p:cNvPr id="285" name="文本框 284"/>
            <p:cNvSpPr txBox="1"/>
            <p:nvPr/>
          </p:nvSpPr>
          <p:spPr>
            <a:xfrm>
              <a:off x="9301648" y="3652256"/>
              <a:ext cx="646331" cy="2308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900" b="1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搜索引擎</a:t>
              </a:r>
              <a:endParaRPr lang="zh-CN" altLang="en-US" sz="9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86" name="文本框 285"/>
            <p:cNvSpPr txBox="1"/>
            <p:nvPr/>
          </p:nvSpPr>
          <p:spPr>
            <a:xfrm>
              <a:off x="10080735" y="3652256"/>
              <a:ext cx="877163" cy="2308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900" b="1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社交媒体平台</a:t>
              </a:r>
              <a:endParaRPr lang="zh-CN" altLang="en-US" sz="9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87" name="文本框 286"/>
            <p:cNvSpPr txBox="1"/>
            <p:nvPr/>
          </p:nvSpPr>
          <p:spPr>
            <a:xfrm>
              <a:off x="11090653" y="3652256"/>
              <a:ext cx="646331" cy="2308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900" b="1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电商平台</a:t>
              </a:r>
              <a:endParaRPr lang="zh-CN" altLang="en-US" sz="9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288" name="弧形 287"/>
          <p:cNvSpPr/>
          <p:nvPr/>
        </p:nvSpPr>
        <p:spPr>
          <a:xfrm>
            <a:off x="4379511" y="2029755"/>
            <a:ext cx="3432980" cy="3432978"/>
          </a:xfrm>
          <a:prstGeom prst="arc">
            <a:avLst>
              <a:gd name="adj1" fmla="val 8768609"/>
              <a:gd name="adj2" fmla="val 12832362"/>
            </a:avLst>
          </a:prstGeom>
          <a:noFill/>
          <a:ln w="508000">
            <a:solidFill>
              <a:schemeClr val="accent1">
                <a:lumMod val="60000"/>
                <a:lumOff val="40000"/>
                <a:alpha val="71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9" name="文本框 288"/>
          <p:cNvSpPr txBox="1"/>
          <p:nvPr/>
        </p:nvSpPr>
        <p:spPr>
          <a:xfrm>
            <a:off x="4199398" y="3327826"/>
            <a:ext cx="41244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流量转化</a:t>
            </a:r>
            <a:endParaRPr lang="zh-CN" altLang="en-US" sz="1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0" name="弧形 289"/>
          <p:cNvSpPr/>
          <p:nvPr/>
        </p:nvSpPr>
        <p:spPr>
          <a:xfrm flipH="1">
            <a:off x="4379511" y="2029755"/>
            <a:ext cx="3432980" cy="3432978"/>
          </a:xfrm>
          <a:prstGeom prst="arc">
            <a:avLst>
              <a:gd name="adj1" fmla="val 8768609"/>
              <a:gd name="adj2" fmla="val 12832362"/>
            </a:avLst>
          </a:prstGeom>
          <a:noFill/>
          <a:ln w="508000">
            <a:solidFill>
              <a:schemeClr val="accent1">
                <a:lumMod val="60000"/>
                <a:lumOff val="40000"/>
                <a:alpha val="71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1" name="文本框 290"/>
          <p:cNvSpPr txBox="1"/>
          <p:nvPr/>
        </p:nvSpPr>
        <p:spPr>
          <a:xfrm>
            <a:off x="7586615" y="3327826"/>
            <a:ext cx="41244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用户管理</a:t>
            </a:r>
            <a:endParaRPr lang="zh-CN" altLang="en-US" sz="1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标题 2"/>
          <p:cNvSpPr>
            <a:spLocks noGrp="1"/>
          </p:cNvSpPr>
          <p:nvPr/>
        </p:nvSpPr>
        <p:spPr>
          <a:xfrm>
            <a:off x="1105535" y="347980"/>
            <a:ext cx="7137400" cy="396875"/>
          </a:xfrm>
          <a:prstGeom prst="rect">
            <a:avLst/>
          </a:prstGeom>
          <a:ln w="12700">
            <a:miter lim="400000"/>
          </a:ln>
        </p:spPr>
        <p:txBody>
          <a:bodyPr vert="horz" wrap="square" lIns="25400" tIns="25400" rIns="25400" bIns="2540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0" lang="zh-CN" altLang="en-US" sz="2800" b="1" u="none" strike="noStrike" kern="1200" cap="none" spc="0" normalizeH="0" baseline="0" dirty="0">
                <a:ln>
                  <a:noFill/>
                </a:ln>
                <a:solidFill>
                  <a:schemeClr val="accent1"/>
                </a:solidFill>
                <a:effectLst>
                  <a:outerShdw blurRad="187896" dist="38100" dir="2700000" algn="tl" rotWithShape="0">
                    <a:srgbClr val="1C2952">
                      <a:alpha val="6000"/>
                    </a:srgbClr>
                  </a:outerShdw>
                </a:effectLst>
                <a:uLnTx/>
                <a:uFillTx/>
                <a:latin typeface="HONOR Sans CN" panose="05000200000000000000" charset="-122"/>
                <a:ea typeface="HONOR Sans CN" panose="05000200000000000000" charset="-122"/>
                <a:cs typeface="OPPOSans H" panose="00020600040101010101" pitchFamily="18" charset="-122"/>
              </a:defRPr>
            </a:lvl1pPr>
          </a:lstStyle>
          <a:p>
            <a:pPr algn="l"/>
            <a:r>
              <a:rPr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业务框架</a:t>
            </a:r>
            <a:r>
              <a:rPr lang="en-US" altLang="zh-CN"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中心发散架构 | </a:t>
            </a:r>
            <a:r>
              <a:rPr lang="zh-CN" altLang="en-US" sz="250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电商私域流量闭环模型</a:t>
            </a:r>
            <a:endParaRPr lang="zh-CN" altLang="en-US" sz="2500">
              <a:solidFill>
                <a:schemeClr val="tx2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" name="图片 9" descr="屋顶资源管理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5600" y="186055"/>
            <a:ext cx="549910" cy="549910"/>
          </a:xfrm>
          <a:prstGeom prst="rect">
            <a:avLst/>
          </a:prstGeom>
        </p:spPr>
      </p:pic>
      <p:grpSp>
        <p:nvGrpSpPr>
          <p:cNvPr id="6" name="组合 5"/>
          <p:cNvGrpSpPr/>
          <p:nvPr/>
        </p:nvGrpSpPr>
        <p:grpSpPr>
          <a:xfrm>
            <a:off x="8738235" y="348615"/>
            <a:ext cx="3219450" cy="332740"/>
            <a:chOff x="13761" y="549"/>
            <a:chExt cx="5070" cy="524"/>
          </a:xfrm>
        </p:grpSpPr>
        <p:pic>
          <p:nvPicPr>
            <p:cNvPr id="7" name="图片 6"/>
            <p:cNvPicPr>
              <a:picLocks noChangeAspect="1"/>
            </p:cNvPicPr>
            <p:nvPr userDrawn="1"/>
          </p:nvPicPr>
          <p:blipFill>
            <a:blip r:embed="rId3"/>
            <a:srcRect l="17002" t="-1765" r="56499" b="-1176"/>
            <a:stretch>
              <a:fillRect/>
            </a:stretch>
          </p:blipFill>
          <p:spPr>
            <a:xfrm>
              <a:off x="13761" y="549"/>
              <a:ext cx="1582" cy="525"/>
            </a:xfrm>
            <a:prstGeom prst="rect">
              <a:avLst/>
            </a:prstGeom>
          </p:spPr>
        </p:pic>
        <p:sp>
          <p:nvSpPr>
            <p:cNvPr id="8" name="文本框 7"/>
            <p:cNvSpPr txBox="1"/>
            <p:nvPr userDrawn="1"/>
          </p:nvSpPr>
          <p:spPr>
            <a:xfrm>
              <a:off x="15219" y="655"/>
              <a:ext cx="3613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复杂逻辑场景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·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框架搭建系列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PPT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模板</a:t>
              </a:r>
              <a:endPara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cxnSp>
        <p:nvCxnSpPr>
          <p:cNvPr id="13" name="直线连接符 7"/>
          <p:cNvCxnSpPr/>
          <p:nvPr userDrawn="1"/>
        </p:nvCxnSpPr>
        <p:spPr>
          <a:xfrm>
            <a:off x="369165" y="839204"/>
            <a:ext cx="11459846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椭圆 49"/>
          <p:cNvSpPr/>
          <p:nvPr/>
        </p:nvSpPr>
        <p:spPr>
          <a:xfrm>
            <a:off x="5069305" y="2719548"/>
            <a:ext cx="2053390" cy="2053390"/>
          </a:xfrm>
          <a:prstGeom prst="ellipse">
            <a:avLst/>
          </a:prstGeom>
          <a:gradFill>
            <a:gsLst>
              <a:gs pos="0">
                <a:schemeClr val="accent5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5369561" y="3316031"/>
            <a:ext cx="1452880" cy="86042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zh-CN" altLang="en-US" sz="2500" b="1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私域流量</a:t>
            </a:r>
            <a:endParaRPr lang="zh-CN" altLang="en-US" sz="2500" b="1">
              <a:solidFill>
                <a:schemeClr val="bg1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ctr"/>
            <a:r>
              <a:rPr lang="zh-CN" altLang="en-US" sz="2500" b="1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闭环模型</a:t>
            </a:r>
            <a:endParaRPr lang="zh-CN" altLang="en-US" sz="2500" b="1" dirty="0">
              <a:solidFill>
                <a:schemeClr val="bg1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64" name="组合 63"/>
          <p:cNvGrpSpPr/>
          <p:nvPr/>
        </p:nvGrpSpPr>
        <p:grpSpPr>
          <a:xfrm>
            <a:off x="9429949" y="2154026"/>
            <a:ext cx="1029112" cy="1029112"/>
            <a:chOff x="1985021" y="2251075"/>
            <a:chExt cx="1029112" cy="1029112"/>
          </a:xfrm>
        </p:grpSpPr>
        <p:sp>
          <p:nvSpPr>
            <p:cNvPr id="65" name="椭圆 64"/>
            <p:cNvSpPr/>
            <p:nvPr/>
          </p:nvSpPr>
          <p:spPr>
            <a:xfrm>
              <a:off x="1985021" y="2251075"/>
              <a:ext cx="1029112" cy="102911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grpSp>
          <p:nvGrpSpPr>
            <p:cNvPr id="66" name="组合 65"/>
            <p:cNvGrpSpPr/>
            <p:nvPr/>
          </p:nvGrpSpPr>
          <p:grpSpPr>
            <a:xfrm>
              <a:off x="2150945" y="2393643"/>
              <a:ext cx="680591" cy="762389"/>
              <a:chOff x="1751467" y="2668869"/>
              <a:chExt cx="680591" cy="762389"/>
            </a:xfrm>
          </p:grpSpPr>
          <p:sp>
            <p:nvSpPr>
              <p:cNvPr id="67" name="文本框 66"/>
              <p:cNvSpPr txBox="1"/>
              <p:nvPr/>
            </p:nvSpPr>
            <p:spPr>
              <a:xfrm>
                <a:off x="1751467" y="2951181"/>
                <a:ext cx="680591" cy="480077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lang="zh-CN" altLang="en-US" sz="1200" b="1" dirty="0">
                    <a:solidFill>
                      <a:schemeClr val="accent5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公众号</a:t>
                </a:r>
                <a:endParaRPr lang="zh-CN" altLang="en-US" sz="1200" b="1" dirty="0">
                  <a:solidFill>
                    <a:schemeClr val="accent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algn="ctr"/>
                <a:r>
                  <a:rPr lang="zh-CN" altLang="en-US" sz="1200" b="1" dirty="0">
                    <a:solidFill>
                      <a:schemeClr val="accent5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矩阵</a:t>
                </a:r>
                <a:endParaRPr lang="zh-CN" altLang="en-US" sz="1200" b="1" dirty="0">
                  <a:solidFill>
                    <a:schemeClr val="accent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68" name="文本框 67"/>
              <p:cNvSpPr txBox="1"/>
              <p:nvPr/>
            </p:nvSpPr>
            <p:spPr>
              <a:xfrm>
                <a:off x="1880943" y="2668869"/>
                <a:ext cx="421640" cy="33718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zh-CN" sz="1600" dirty="0">
                    <a:solidFill>
                      <a:schemeClr val="accent5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01</a:t>
                </a:r>
                <a:endParaRPr lang="en-US" altLang="zh-CN" sz="1600" dirty="0">
                  <a:solidFill>
                    <a:schemeClr val="accent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</p:grpSp>
      <p:grpSp>
        <p:nvGrpSpPr>
          <p:cNvPr id="74" name="组合 73"/>
          <p:cNvGrpSpPr/>
          <p:nvPr/>
        </p:nvGrpSpPr>
        <p:grpSpPr>
          <a:xfrm>
            <a:off x="9432489" y="4176501"/>
            <a:ext cx="1029112" cy="1029112"/>
            <a:chOff x="1985021" y="2251075"/>
            <a:chExt cx="1029112" cy="1029112"/>
          </a:xfrm>
        </p:grpSpPr>
        <p:sp>
          <p:nvSpPr>
            <p:cNvPr id="75" name="椭圆 74"/>
            <p:cNvSpPr/>
            <p:nvPr/>
          </p:nvSpPr>
          <p:spPr>
            <a:xfrm>
              <a:off x="1985021" y="2251075"/>
              <a:ext cx="1029112" cy="102911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grpSp>
          <p:nvGrpSpPr>
            <p:cNvPr id="76" name="组合 75"/>
            <p:cNvGrpSpPr/>
            <p:nvPr/>
          </p:nvGrpSpPr>
          <p:grpSpPr>
            <a:xfrm>
              <a:off x="2171203" y="2393643"/>
              <a:ext cx="640080" cy="742687"/>
              <a:chOff x="1771725" y="2668869"/>
              <a:chExt cx="640080" cy="742687"/>
            </a:xfrm>
          </p:grpSpPr>
          <p:sp>
            <p:nvSpPr>
              <p:cNvPr id="77" name="文本框 76"/>
              <p:cNvSpPr txBox="1"/>
              <p:nvPr/>
            </p:nvSpPr>
            <p:spPr>
              <a:xfrm>
                <a:off x="1771725" y="2951181"/>
                <a:ext cx="640080" cy="46037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lang="zh-CN" altLang="en-US" sz="1200" b="1" dirty="0">
                    <a:solidFill>
                      <a:schemeClr val="accent5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小程序</a:t>
                </a:r>
                <a:endParaRPr lang="zh-CN" altLang="en-US" sz="1200" b="1" dirty="0">
                  <a:solidFill>
                    <a:schemeClr val="accent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algn="ctr"/>
                <a:r>
                  <a:rPr lang="zh-CN" altLang="en-US" sz="1200" b="1" dirty="0">
                    <a:solidFill>
                      <a:schemeClr val="accent5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矩阵</a:t>
                </a:r>
                <a:endParaRPr lang="zh-CN" altLang="en-US" sz="1200" b="1" dirty="0">
                  <a:solidFill>
                    <a:schemeClr val="accent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78" name="文本框 77"/>
              <p:cNvSpPr txBox="1"/>
              <p:nvPr/>
            </p:nvSpPr>
            <p:spPr>
              <a:xfrm>
                <a:off x="1880943" y="2668869"/>
                <a:ext cx="421640" cy="33718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zh-CN" sz="1600" dirty="0">
                    <a:solidFill>
                      <a:schemeClr val="accent5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02</a:t>
                </a:r>
                <a:endParaRPr lang="en-US" altLang="zh-CN" sz="1600" dirty="0">
                  <a:solidFill>
                    <a:schemeClr val="accent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</p:grpSp>
      <p:sp>
        <p:nvSpPr>
          <p:cNvPr id="82" name="文本框 81"/>
          <p:cNvSpPr txBox="1"/>
          <p:nvPr/>
        </p:nvSpPr>
        <p:spPr>
          <a:xfrm rot="2248431">
            <a:off x="5582069" y="1480208"/>
            <a:ext cx="3179006" cy="1687602"/>
          </a:xfrm>
          <a:prstGeom prst="rect">
            <a:avLst/>
          </a:prstGeom>
          <a:noFill/>
        </p:spPr>
        <p:txBody>
          <a:bodyPr wrap="none" rtlCol="0">
            <a:prstTxWarp prst="textArchUp">
              <a:avLst>
                <a:gd name="adj" fmla="val 14632127"/>
              </a:avLst>
            </a:prstTxWarp>
            <a:spAutoFit/>
          </a:bodyPr>
          <a:lstStyle/>
          <a:p>
            <a:r>
              <a:rPr lang="zh-CN" altLang="en-US" sz="1000" b="0" i="0" dirty="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构建信任关系</a:t>
            </a:r>
            <a:r>
              <a:rPr lang="en-US" altLang="zh-CN" sz="1000" b="0" i="0" dirty="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\</a:t>
            </a:r>
            <a:r>
              <a:rPr lang="zh-CN" altLang="en-US" sz="1000" b="0" i="0" dirty="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提升转化率</a:t>
            </a:r>
            <a:endParaRPr lang="zh-CN" altLang="en-US" sz="1000" b="0" i="0" dirty="0">
              <a:solidFill>
                <a:schemeClr val="accent1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4" name="文本框 83"/>
          <p:cNvSpPr txBox="1"/>
          <p:nvPr/>
        </p:nvSpPr>
        <p:spPr>
          <a:xfrm rot="2248431">
            <a:off x="5742724" y="1749061"/>
            <a:ext cx="2555826" cy="1356782"/>
          </a:xfrm>
          <a:prstGeom prst="rect">
            <a:avLst/>
          </a:prstGeom>
          <a:noFill/>
        </p:spPr>
        <p:txBody>
          <a:bodyPr wrap="none" rtlCol="0">
            <a:prstTxWarp prst="textArchUp">
              <a:avLst>
                <a:gd name="adj" fmla="val 15408728"/>
              </a:avLst>
            </a:prstTxWarp>
            <a:spAutoFit/>
          </a:bodyPr>
          <a:lstStyle/>
          <a:p>
            <a:r>
              <a:rPr lang="zh-CN" altLang="en-US" sz="1000" b="0" i="0" dirty="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精准营销</a:t>
            </a:r>
            <a:endParaRPr lang="zh-CN" altLang="en-US" sz="1000" b="0" i="0" dirty="0">
              <a:solidFill>
                <a:schemeClr val="accent1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6" name="文本框 85"/>
          <p:cNvSpPr txBox="1"/>
          <p:nvPr/>
        </p:nvSpPr>
        <p:spPr>
          <a:xfrm rot="2082995">
            <a:off x="3693196" y="4761925"/>
            <a:ext cx="2555826" cy="1356782"/>
          </a:xfrm>
          <a:prstGeom prst="rect">
            <a:avLst/>
          </a:prstGeom>
          <a:noFill/>
        </p:spPr>
        <p:txBody>
          <a:bodyPr wrap="none" rtlCol="0">
            <a:prstTxWarp prst="textArchDown">
              <a:avLst>
                <a:gd name="adj" fmla="val 3937228"/>
              </a:avLst>
            </a:prstTxWarp>
            <a:spAutoFit/>
          </a:bodyPr>
          <a:lstStyle/>
          <a:p>
            <a:r>
              <a:rPr lang="zh-CN" altLang="en-US" sz="1000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吸引潜在客户</a:t>
            </a:r>
            <a:endParaRPr lang="zh-CN" altLang="en-US" sz="1000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8" name="文本框 87"/>
          <p:cNvSpPr txBox="1"/>
          <p:nvPr/>
        </p:nvSpPr>
        <p:spPr>
          <a:xfrm rot="2082995">
            <a:off x="3902857" y="4444793"/>
            <a:ext cx="2555826" cy="1356782"/>
          </a:xfrm>
          <a:prstGeom prst="rect">
            <a:avLst/>
          </a:prstGeom>
          <a:noFill/>
        </p:spPr>
        <p:txBody>
          <a:bodyPr wrap="none" rtlCol="0">
            <a:prstTxWarp prst="textArchDown">
              <a:avLst>
                <a:gd name="adj" fmla="val 3937228"/>
              </a:avLst>
            </a:prstTxWarp>
            <a:spAutoFit/>
          </a:bodyPr>
          <a:lstStyle/>
          <a:p>
            <a:r>
              <a:rPr lang="zh-CN" altLang="en-US" sz="1000" b="0" i="0" dirty="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社群形成</a:t>
            </a:r>
            <a:r>
              <a:rPr lang="en-US" altLang="zh-CN" sz="1000" b="0" i="0" dirty="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000" b="0" i="0" dirty="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互动场所</a:t>
            </a:r>
            <a:endParaRPr lang="zh-CN" altLang="en-US" sz="1000" b="0" i="0" dirty="0">
              <a:solidFill>
                <a:schemeClr val="accent1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2"/>
          <p:cNvSpPr>
            <a:spLocks noGrp="1"/>
          </p:cNvSpPr>
          <p:nvPr/>
        </p:nvSpPr>
        <p:spPr>
          <a:xfrm>
            <a:off x="1105535" y="347980"/>
            <a:ext cx="7137400" cy="396875"/>
          </a:xfrm>
          <a:prstGeom prst="rect">
            <a:avLst/>
          </a:prstGeom>
          <a:ln w="12700">
            <a:miter lim="400000"/>
          </a:ln>
        </p:spPr>
        <p:txBody>
          <a:bodyPr vert="horz" wrap="square" lIns="25400" tIns="25400" rIns="25400" bIns="2540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0" lang="zh-CN" altLang="en-US" sz="2800" b="1" u="none" strike="noStrike" kern="1200" cap="none" spc="0" normalizeH="0" baseline="0" dirty="0">
                <a:ln>
                  <a:noFill/>
                </a:ln>
                <a:solidFill>
                  <a:schemeClr val="accent1"/>
                </a:solidFill>
                <a:effectLst>
                  <a:outerShdw blurRad="187896" dist="38100" dir="2700000" algn="tl" rotWithShape="0">
                    <a:srgbClr val="1C2952">
                      <a:alpha val="6000"/>
                    </a:srgbClr>
                  </a:outerShdw>
                </a:effectLst>
                <a:uLnTx/>
                <a:uFillTx/>
                <a:latin typeface="HONOR Sans CN" panose="05000200000000000000" charset="-122"/>
                <a:ea typeface="HONOR Sans CN" panose="05000200000000000000" charset="-122"/>
                <a:cs typeface="OPPOSans H" panose="00020600040101010101" pitchFamily="18" charset="-122"/>
              </a:defRPr>
            </a:lvl1pPr>
          </a:lstStyle>
          <a:p>
            <a:pPr algn="l"/>
            <a:r>
              <a:rPr sz="2500">
                <a:solidFill>
                  <a:schemeClr val="accent1"/>
                </a:solidFill>
                <a:effectLst/>
                <a:latin typeface="+mj-lt"/>
                <a:ea typeface="+mj-lt"/>
                <a:cs typeface="+mj-lt"/>
              </a:rPr>
              <a:t>业务框架</a:t>
            </a:r>
            <a:r>
              <a:rPr lang="en-US" altLang="zh-CN" sz="2500">
                <a:solidFill>
                  <a:schemeClr val="accent1"/>
                </a:solidFill>
                <a:effectLst/>
                <a:latin typeface="+mj-lt"/>
                <a:ea typeface="+mj-lt"/>
                <a:cs typeface="+mj-lt"/>
              </a:rPr>
              <a:t>-</a:t>
            </a:r>
            <a:r>
              <a:rPr sz="2500">
                <a:solidFill>
                  <a:schemeClr val="accent1"/>
                </a:solidFill>
                <a:effectLst/>
                <a:latin typeface="+mj-lt"/>
                <a:ea typeface="+mj-lt"/>
                <a:cs typeface="+mj-lt"/>
              </a:rPr>
              <a:t>中心发散架构 | </a:t>
            </a:r>
            <a:r>
              <a:rPr lang="zh-CN" altLang="en-US" sz="2500">
                <a:solidFill>
                  <a:schemeClr val="tx2"/>
                </a:solidFill>
                <a:effectLst/>
                <a:latin typeface="+mj-lt"/>
                <a:ea typeface="+mj-lt"/>
                <a:cs typeface="+mj-lt"/>
              </a:rPr>
              <a:t>产品运营规划策略分析</a:t>
            </a:r>
            <a:endParaRPr lang="zh-CN" altLang="en-US" sz="2500">
              <a:solidFill>
                <a:schemeClr val="tx2"/>
              </a:solidFill>
              <a:effectLst/>
              <a:latin typeface="+mj-lt"/>
              <a:ea typeface="+mj-lt"/>
              <a:cs typeface="+mj-lt"/>
            </a:endParaRPr>
          </a:p>
        </p:txBody>
      </p:sp>
      <p:cxnSp>
        <p:nvCxnSpPr>
          <p:cNvPr id="13" name="直线连接符 7"/>
          <p:cNvCxnSpPr/>
          <p:nvPr userDrawn="1"/>
        </p:nvCxnSpPr>
        <p:spPr>
          <a:xfrm>
            <a:off x="369165" y="839204"/>
            <a:ext cx="11459846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/>
          <p:cNvGrpSpPr/>
          <p:nvPr/>
        </p:nvGrpSpPr>
        <p:grpSpPr>
          <a:xfrm>
            <a:off x="8738235" y="348615"/>
            <a:ext cx="3219450" cy="332740"/>
            <a:chOff x="13761" y="549"/>
            <a:chExt cx="5070" cy="524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>
            <a:blip r:embed="rId1"/>
            <a:srcRect l="17002" t="-1765" r="56499" b="-1176"/>
            <a:stretch>
              <a:fillRect/>
            </a:stretch>
          </p:blipFill>
          <p:spPr>
            <a:xfrm>
              <a:off x="13761" y="549"/>
              <a:ext cx="1582" cy="525"/>
            </a:xfrm>
            <a:prstGeom prst="rect">
              <a:avLst/>
            </a:prstGeom>
          </p:spPr>
        </p:pic>
        <p:sp>
          <p:nvSpPr>
            <p:cNvPr id="12" name="文本框 11"/>
            <p:cNvSpPr txBox="1"/>
            <p:nvPr userDrawn="1"/>
          </p:nvSpPr>
          <p:spPr>
            <a:xfrm>
              <a:off x="15219" y="655"/>
              <a:ext cx="3613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>
                  <a:latin typeface="+mj-lt"/>
                  <a:ea typeface="+mj-lt"/>
                  <a:cs typeface="+mj-lt"/>
                </a:rPr>
                <a:t>复杂逻辑场景</a:t>
              </a:r>
              <a:r>
                <a:rPr lang="en-US" altLang="zh-CN" sz="1000">
                  <a:latin typeface="+mj-lt"/>
                  <a:ea typeface="+mj-lt"/>
                  <a:cs typeface="+mj-lt"/>
                </a:rPr>
                <a:t>·</a:t>
              </a:r>
              <a:r>
                <a:rPr lang="zh-CN" altLang="en-US" sz="1000">
                  <a:latin typeface="+mj-lt"/>
                  <a:ea typeface="+mj-lt"/>
                  <a:cs typeface="+mj-lt"/>
                </a:rPr>
                <a:t>框架搭建系列</a:t>
              </a:r>
              <a:r>
                <a:rPr lang="en-US" altLang="zh-CN" sz="1000">
                  <a:latin typeface="+mj-lt"/>
                  <a:ea typeface="+mj-lt"/>
                  <a:cs typeface="+mj-lt"/>
                </a:rPr>
                <a:t>PPT</a:t>
              </a:r>
              <a:r>
                <a:rPr lang="zh-CN" altLang="en-US" sz="1000">
                  <a:latin typeface="+mj-lt"/>
                  <a:ea typeface="+mj-lt"/>
                  <a:cs typeface="+mj-lt"/>
                </a:rPr>
                <a:t>模板</a:t>
              </a:r>
              <a:endParaRPr lang="zh-CN" altLang="en-US" sz="1000">
                <a:latin typeface="+mj-lt"/>
                <a:ea typeface="+mj-lt"/>
                <a:cs typeface="+mj-lt"/>
              </a:endParaRPr>
            </a:p>
          </p:txBody>
        </p:sp>
      </p:grpSp>
      <p:grpSp>
        <p:nvGrpSpPr>
          <p:cNvPr id="15" name="组 2"/>
          <p:cNvGrpSpPr/>
          <p:nvPr/>
        </p:nvGrpSpPr>
        <p:grpSpPr>
          <a:xfrm>
            <a:off x="1526831" y="1501253"/>
            <a:ext cx="9125442" cy="4673172"/>
            <a:chOff x="1631468" y="1350117"/>
            <a:chExt cx="8916168" cy="4566003"/>
          </a:xfrm>
        </p:grpSpPr>
        <p:sp>
          <p:nvSpPr>
            <p:cNvPr id="16" name="弧 147"/>
            <p:cNvSpPr/>
            <p:nvPr/>
          </p:nvSpPr>
          <p:spPr>
            <a:xfrm>
              <a:off x="7104640" y="1352799"/>
              <a:ext cx="3442996" cy="4563321"/>
            </a:xfrm>
            <a:prstGeom prst="arc">
              <a:avLst>
                <a:gd name="adj1" fmla="val 16870261"/>
                <a:gd name="adj2" fmla="val 4621400"/>
              </a:avLst>
            </a:prstGeom>
            <a:ln w="76200">
              <a:gradFill>
                <a:gsLst>
                  <a:gs pos="50000">
                    <a:schemeClr val="accent5">
                      <a:alpha val="70000"/>
                    </a:schemeClr>
                  </a:gs>
                  <a:gs pos="100000">
                    <a:schemeClr val="accent5">
                      <a:alpha val="0"/>
                    </a:schemeClr>
                  </a:gs>
                  <a:gs pos="0">
                    <a:schemeClr val="accent5">
                      <a:alpha val="0"/>
                    </a:schemeClr>
                  </a:gs>
                </a:gsLst>
                <a:lin ang="5400000" scaled="1"/>
              </a:gra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747993"/>
                </a:solidFill>
                <a:effectLst/>
                <a:uLnTx/>
                <a:uFillTx/>
                <a:latin typeface="+mj-lt"/>
                <a:ea typeface="+mj-lt"/>
                <a:cs typeface="微软雅黑" panose="020B0503020204020204" charset="-122"/>
              </a:endParaRPr>
            </a:p>
          </p:txBody>
        </p:sp>
        <p:sp>
          <p:nvSpPr>
            <p:cNvPr id="63" name="弧 173"/>
            <p:cNvSpPr/>
            <p:nvPr/>
          </p:nvSpPr>
          <p:spPr>
            <a:xfrm flipH="1">
              <a:off x="1631468" y="1350117"/>
              <a:ext cx="3442996" cy="4563321"/>
            </a:xfrm>
            <a:prstGeom prst="arc">
              <a:avLst>
                <a:gd name="adj1" fmla="val 16870261"/>
                <a:gd name="adj2" fmla="val 4621400"/>
              </a:avLst>
            </a:prstGeom>
            <a:ln w="76200">
              <a:gradFill>
                <a:gsLst>
                  <a:gs pos="50000">
                    <a:schemeClr val="accent1">
                      <a:alpha val="70195"/>
                    </a:schemeClr>
                  </a:gs>
                  <a:gs pos="100000">
                    <a:schemeClr val="bg2">
                      <a:alpha val="0"/>
                    </a:schemeClr>
                  </a:gs>
                  <a:gs pos="0">
                    <a:srgbClr val="F6FBFF">
                      <a:alpha val="0"/>
                    </a:srgbClr>
                  </a:gs>
                </a:gsLst>
                <a:lin ang="5400000" scaled="1"/>
              </a:gra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747993"/>
                </a:solidFill>
                <a:effectLst/>
                <a:uLnTx/>
                <a:uFillTx/>
                <a:latin typeface="+mj-lt"/>
                <a:ea typeface="+mj-lt"/>
                <a:cs typeface="微软雅黑" panose="020B0503020204020204" charset="-122"/>
              </a:endParaRPr>
            </a:p>
          </p:txBody>
        </p:sp>
      </p:grpSp>
      <p:sp>
        <p:nvSpPr>
          <p:cNvPr id="18" name="弧 2"/>
          <p:cNvSpPr/>
          <p:nvPr/>
        </p:nvSpPr>
        <p:spPr>
          <a:xfrm>
            <a:off x="4479290" y="1789430"/>
            <a:ext cx="3978910" cy="3978910"/>
          </a:xfrm>
          <a:prstGeom prst="arc">
            <a:avLst>
              <a:gd name="adj1" fmla="val 15524092"/>
              <a:gd name="adj2" fmla="val 5337427"/>
            </a:avLst>
          </a:prstGeom>
          <a:ln w="609600" cap="flat">
            <a:gradFill>
              <a:gsLst>
                <a:gs pos="100000">
                  <a:schemeClr val="accent5">
                    <a:lumMod val="60000"/>
                    <a:lumOff val="40000"/>
                  </a:schemeClr>
                </a:gs>
                <a:gs pos="31000">
                  <a:schemeClr val="accent5"/>
                </a:gs>
              </a:gsLst>
              <a:lin ang="8100000" scaled="1"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kumimoji="1" lang="zh-CN" altLang="en-US" noProof="0">
              <a:ln>
                <a:noFill/>
              </a:ln>
              <a:solidFill>
                <a:srgbClr val="747993"/>
              </a:solidFill>
              <a:effectLst/>
              <a:uLnTx/>
              <a:uFillTx/>
              <a:latin typeface="+mj-lt"/>
              <a:ea typeface="+mj-lt"/>
              <a:cs typeface="微软雅黑" panose="020B0503020204020204" charset="-122"/>
              <a:sym typeface="+mn-ea"/>
            </a:endParaRPr>
          </a:p>
        </p:txBody>
      </p:sp>
      <p:sp>
        <p:nvSpPr>
          <p:cNvPr id="54" name="弧 164"/>
          <p:cNvSpPr/>
          <p:nvPr/>
        </p:nvSpPr>
        <p:spPr>
          <a:xfrm flipH="1">
            <a:off x="3726815" y="1786255"/>
            <a:ext cx="3978910" cy="3978910"/>
          </a:xfrm>
          <a:prstGeom prst="arc">
            <a:avLst>
              <a:gd name="adj1" fmla="val 16127514"/>
              <a:gd name="adj2" fmla="val 5337427"/>
            </a:avLst>
          </a:prstGeom>
          <a:ln w="609600" cap="flat">
            <a:gradFill>
              <a:gsLst>
                <a:gs pos="100000">
                  <a:schemeClr val="accent1">
                    <a:lumMod val="60000"/>
                    <a:lumOff val="40000"/>
                  </a:schemeClr>
                </a:gs>
                <a:gs pos="31000">
                  <a:schemeClr val="accent1"/>
                </a:gs>
              </a:gsLst>
              <a:lin ang="8100000" scaled="1"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747993"/>
              </a:solidFill>
              <a:effectLst/>
              <a:uLnTx/>
              <a:uFillTx/>
              <a:latin typeface="+mj-lt"/>
              <a:ea typeface="+mj-lt"/>
              <a:cs typeface="微软雅黑" panose="020B0503020204020204" charset="-122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7947096" y="2472815"/>
            <a:ext cx="100459" cy="100459"/>
          </a:xfrm>
          <a:prstGeom prst="ellipse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ea typeface="+mj-lt"/>
              <a:cs typeface="微软雅黑" panose="020B0503020204020204" charset="-122"/>
            </a:endParaRPr>
          </a:p>
        </p:txBody>
      </p:sp>
      <p:sp>
        <p:nvSpPr>
          <p:cNvPr id="21" name="Object60"/>
          <p:cNvSpPr/>
          <p:nvPr/>
        </p:nvSpPr>
        <p:spPr>
          <a:xfrm>
            <a:off x="9029061" y="2910460"/>
            <a:ext cx="832789" cy="15388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000" dirty="0">
                <a:solidFill>
                  <a:schemeClr val="tx2"/>
                </a:solidFill>
                <a:latin typeface="+mj-lt"/>
                <a:ea typeface="+mj-lt"/>
                <a:cs typeface="微软雅黑" panose="020B0503020204020204" charset="-122"/>
              </a:rPr>
              <a:t>明确产品定位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lt"/>
              <a:cs typeface="微软雅黑" panose="020B0503020204020204" charset="-122"/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8258361" y="2937175"/>
            <a:ext cx="100459" cy="100459"/>
          </a:xfrm>
          <a:prstGeom prst="ellipse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ea typeface="+mj-lt"/>
              <a:cs typeface="微软雅黑" panose="020B0503020204020204" charset="-122"/>
            </a:endParaRPr>
          </a:p>
        </p:txBody>
      </p:sp>
      <p:sp>
        <p:nvSpPr>
          <p:cNvPr id="44" name="Object60"/>
          <p:cNvSpPr/>
          <p:nvPr/>
        </p:nvSpPr>
        <p:spPr>
          <a:xfrm>
            <a:off x="9192325" y="3374820"/>
            <a:ext cx="906795" cy="15388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000" dirty="0">
                <a:solidFill>
                  <a:schemeClr val="tx2"/>
                </a:solidFill>
                <a:latin typeface="+mj-lt"/>
                <a:ea typeface="+mj-lt"/>
                <a:cs typeface="微软雅黑" panose="020B0503020204020204" charset="-122"/>
              </a:rPr>
              <a:t>功能全局规划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lt"/>
              <a:cs typeface="微软雅黑" panose="020B0503020204020204" charset="-122"/>
            </a:endParaRPr>
          </a:p>
        </p:txBody>
      </p:sp>
      <p:sp>
        <p:nvSpPr>
          <p:cNvPr id="23" name="椭圆 22"/>
          <p:cNvSpPr/>
          <p:nvPr/>
        </p:nvSpPr>
        <p:spPr>
          <a:xfrm>
            <a:off x="8382988" y="3401535"/>
            <a:ext cx="100459" cy="100459"/>
          </a:xfrm>
          <a:prstGeom prst="ellipse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ea typeface="+mj-lt"/>
              <a:cs typeface="微软雅黑" panose="020B0503020204020204" charset="-122"/>
            </a:endParaRPr>
          </a:p>
        </p:txBody>
      </p:sp>
      <p:sp>
        <p:nvSpPr>
          <p:cNvPr id="24" name="Object60"/>
          <p:cNvSpPr/>
          <p:nvPr/>
        </p:nvSpPr>
        <p:spPr>
          <a:xfrm>
            <a:off x="9233746" y="3839180"/>
            <a:ext cx="1007043" cy="15388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lt"/>
                <a:cs typeface="微软雅黑" panose="020B0503020204020204" charset="-122"/>
              </a:rPr>
              <a:t>技术可行性分析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lt"/>
              <a:cs typeface="微软雅黑" panose="020B0503020204020204" charset="-122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8424409" y="3865895"/>
            <a:ext cx="100459" cy="100459"/>
          </a:xfrm>
          <a:prstGeom prst="ellipse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ea typeface="+mj-lt"/>
              <a:cs typeface="微软雅黑" panose="020B0503020204020204" charset="-122"/>
            </a:endParaRPr>
          </a:p>
        </p:txBody>
      </p:sp>
      <p:sp>
        <p:nvSpPr>
          <p:cNvPr id="38" name="Object60"/>
          <p:cNvSpPr/>
          <p:nvPr/>
        </p:nvSpPr>
        <p:spPr>
          <a:xfrm>
            <a:off x="9175073" y="4303539"/>
            <a:ext cx="1021932" cy="15388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lt"/>
                <a:cs typeface="微软雅黑" panose="020B0503020204020204" charset="-122"/>
              </a:rPr>
              <a:t>产品原型设计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lt"/>
              <a:cs typeface="微软雅黑" panose="020B0503020204020204" charset="-122"/>
            </a:endParaRPr>
          </a:p>
        </p:txBody>
      </p:sp>
      <p:sp>
        <p:nvSpPr>
          <p:cNvPr id="39" name="椭圆 38"/>
          <p:cNvSpPr/>
          <p:nvPr/>
        </p:nvSpPr>
        <p:spPr>
          <a:xfrm>
            <a:off x="8339977" y="4330254"/>
            <a:ext cx="100459" cy="100459"/>
          </a:xfrm>
          <a:prstGeom prst="ellipse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ea typeface="+mj-lt"/>
              <a:cs typeface="微软雅黑" panose="020B0503020204020204" charset="-122"/>
            </a:endParaRPr>
          </a:p>
        </p:txBody>
      </p:sp>
      <p:sp>
        <p:nvSpPr>
          <p:cNvPr id="35" name="Object60"/>
          <p:cNvSpPr/>
          <p:nvPr/>
        </p:nvSpPr>
        <p:spPr>
          <a:xfrm>
            <a:off x="8962199" y="4767899"/>
            <a:ext cx="1021932" cy="15388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lt"/>
                <a:cs typeface="微软雅黑" panose="020B0503020204020204" charset="-122"/>
              </a:rPr>
              <a:t>项目计划制定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lt"/>
              <a:cs typeface="微软雅黑" panose="020B0503020204020204" charset="-122"/>
            </a:endParaRPr>
          </a:p>
        </p:txBody>
      </p:sp>
      <p:sp>
        <p:nvSpPr>
          <p:cNvPr id="36" name="椭圆 35"/>
          <p:cNvSpPr/>
          <p:nvPr/>
        </p:nvSpPr>
        <p:spPr>
          <a:xfrm>
            <a:off x="8139982" y="4794614"/>
            <a:ext cx="100459" cy="100459"/>
          </a:xfrm>
          <a:prstGeom prst="ellipse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ea typeface="+mj-lt"/>
              <a:cs typeface="微软雅黑" panose="020B0503020204020204" charset="-122"/>
            </a:endParaRPr>
          </a:p>
        </p:txBody>
      </p:sp>
      <p:sp>
        <p:nvSpPr>
          <p:cNvPr id="32" name="Object60"/>
          <p:cNvSpPr/>
          <p:nvPr/>
        </p:nvSpPr>
        <p:spPr>
          <a:xfrm>
            <a:off x="8646299" y="5239348"/>
            <a:ext cx="1246804" cy="15388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lt"/>
                <a:cs typeface="微软雅黑" panose="020B0503020204020204" charset="-122"/>
              </a:rPr>
              <a:t>风险评估和管理计划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lt"/>
              <a:cs typeface="微软雅黑" panose="020B0503020204020204" charset="-122"/>
            </a:endParaRPr>
          </a:p>
        </p:txBody>
      </p:sp>
      <p:sp>
        <p:nvSpPr>
          <p:cNvPr id="33" name="椭圆 32"/>
          <p:cNvSpPr/>
          <p:nvPr/>
        </p:nvSpPr>
        <p:spPr>
          <a:xfrm>
            <a:off x="7721050" y="5258975"/>
            <a:ext cx="100459" cy="100459"/>
          </a:xfrm>
          <a:prstGeom prst="ellipse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ea typeface="+mj-lt"/>
              <a:cs typeface="微软雅黑" panose="020B0503020204020204" charset="-122"/>
            </a:endParaRPr>
          </a:p>
        </p:txBody>
      </p:sp>
      <p:sp>
        <p:nvSpPr>
          <p:cNvPr id="26" name="三角形 156"/>
          <p:cNvSpPr/>
          <p:nvPr/>
        </p:nvSpPr>
        <p:spPr>
          <a:xfrm rot="9121661">
            <a:off x="10165002" y="2268471"/>
            <a:ext cx="127627" cy="143893"/>
          </a:xfrm>
          <a:prstGeom prst="triangl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ea typeface="+mj-lt"/>
              <a:cs typeface="微软雅黑" panose="020B0503020204020204" charset="-122"/>
            </a:endParaRPr>
          </a:p>
        </p:txBody>
      </p:sp>
      <p:sp>
        <p:nvSpPr>
          <p:cNvPr id="27" name="三角形 157"/>
          <p:cNvSpPr/>
          <p:nvPr/>
        </p:nvSpPr>
        <p:spPr>
          <a:xfrm rot="10140729">
            <a:off x="10555633" y="3334251"/>
            <a:ext cx="127627" cy="143893"/>
          </a:xfrm>
          <a:prstGeom prst="triangl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ea typeface="+mj-lt"/>
              <a:cs typeface="微软雅黑" panose="020B0503020204020204" charset="-122"/>
            </a:endParaRPr>
          </a:p>
        </p:txBody>
      </p:sp>
      <p:sp>
        <p:nvSpPr>
          <p:cNvPr id="28" name="三角形 158"/>
          <p:cNvSpPr/>
          <p:nvPr/>
        </p:nvSpPr>
        <p:spPr>
          <a:xfrm rot="11034567">
            <a:off x="10551729" y="4295639"/>
            <a:ext cx="127627" cy="143893"/>
          </a:xfrm>
          <a:prstGeom prst="triangl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ea typeface="+mj-lt"/>
              <a:cs typeface="微软雅黑" panose="020B0503020204020204" charset="-122"/>
            </a:endParaRPr>
          </a:p>
        </p:txBody>
      </p:sp>
      <p:sp>
        <p:nvSpPr>
          <p:cNvPr id="29" name="三角形 159"/>
          <p:cNvSpPr/>
          <p:nvPr/>
        </p:nvSpPr>
        <p:spPr>
          <a:xfrm rot="12560392">
            <a:off x="10157441" y="5314201"/>
            <a:ext cx="127627" cy="143893"/>
          </a:xfrm>
          <a:prstGeom prst="triangl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ea typeface="+mj-lt"/>
              <a:cs typeface="微软雅黑" panose="020B0503020204020204" charset="-122"/>
            </a:endParaRPr>
          </a:p>
        </p:txBody>
      </p:sp>
      <p:sp>
        <p:nvSpPr>
          <p:cNvPr id="97" name="Object60"/>
          <p:cNvSpPr/>
          <p:nvPr/>
        </p:nvSpPr>
        <p:spPr>
          <a:xfrm flipH="1">
            <a:off x="2549193" y="2443418"/>
            <a:ext cx="944162" cy="15388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r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000" dirty="0">
                <a:solidFill>
                  <a:schemeClr val="tx2"/>
                </a:solidFill>
                <a:latin typeface="+mj-lt"/>
                <a:ea typeface="+mj-lt"/>
                <a:cs typeface="微软雅黑" panose="020B0503020204020204" charset="-122"/>
              </a:rPr>
              <a:t>核心运营指标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lt"/>
              <a:cs typeface="微软雅黑" panose="020B0503020204020204" charset="-122"/>
            </a:endParaRPr>
          </a:p>
        </p:txBody>
      </p:sp>
      <p:sp>
        <p:nvSpPr>
          <p:cNvPr id="98" name="椭圆 97"/>
          <p:cNvSpPr/>
          <p:nvPr/>
        </p:nvSpPr>
        <p:spPr>
          <a:xfrm flipH="1">
            <a:off x="4168951" y="2470133"/>
            <a:ext cx="100459" cy="100459"/>
          </a:xfrm>
          <a:prstGeom prst="ellipse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ea typeface="+mj-lt"/>
              <a:cs typeface="微软雅黑" panose="020B0503020204020204" charset="-122"/>
            </a:endParaRPr>
          </a:p>
        </p:txBody>
      </p:sp>
      <p:cxnSp>
        <p:nvCxnSpPr>
          <p:cNvPr id="99" name="直线连接符 209"/>
          <p:cNvCxnSpPr>
            <a:endCxn id="98" idx="6"/>
          </p:cNvCxnSpPr>
          <p:nvPr/>
        </p:nvCxnSpPr>
        <p:spPr>
          <a:xfrm>
            <a:off x="3536468" y="2520362"/>
            <a:ext cx="632460" cy="0"/>
          </a:xfrm>
          <a:prstGeom prst="line">
            <a:avLst/>
          </a:prstGeom>
          <a:ln w="12700">
            <a:solidFill>
              <a:schemeClr val="tx2">
                <a:lumMod val="60000"/>
                <a:lumOff val="40000"/>
              </a:schemeClr>
            </a:solidFill>
            <a:prstDash val="sysDash"/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Object60"/>
          <p:cNvSpPr/>
          <p:nvPr/>
        </p:nvSpPr>
        <p:spPr>
          <a:xfrm flipH="1">
            <a:off x="2356149" y="2907778"/>
            <a:ext cx="864578" cy="15388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r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000" dirty="0">
                <a:solidFill>
                  <a:schemeClr val="tx2"/>
                </a:solidFill>
                <a:latin typeface="+mj-lt"/>
                <a:ea typeface="+mj-lt"/>
                <a:cs typeface="微软雅黑" panose="020B0503020204020204" charset="-122"/>
              </a:rPr>
              <a:t>渠道经营分析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lt"/>
              <a:cs typeface="微软雅黑" panose="020B0503020204020204" charset="-122"/>
            </a:endParaRPr>
          </a:p>
        </p:txBody>
      </p:sp>
      <p:sp>
        <p:nvSpPr>
          <p:cNvPr id="95" name="椭圆 94"/>
          <p:cNvSpPr/>
          <p:nvPr/>
        </p:nvSpPr>
        <p:spPr>
          <a:xfrm flipH="1">
            <a:off x="3870565" y="2934493"/>
            <a:ext cx="100459" cy="100459"/>
          </a:xfrm>
          <a:prstGeom prst="ellipse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ea typeface="+mj-lt"/>
              <a:cs typeface="微软雅黑" panose="020B0503020204020204" charset="-122"/>
            </a:endParaRPr>
          </a:p>
        </p:txBody>
      </p:sp>
      <p:cxnSp>
        <p:nvCxnSpPr>
          <p:cNvPr id="96" name="直线连接符 206"/>
          <p:cNvCxnSpPr/>
          <p:nvPr/>
        </p:nvCxnSpPr>
        <p:spPr>
          <a:xfrm>
            <a:off x="3326786" y="2984722"/>
            <a:ext cx="524644" cy="0"/>
          </a:xfrm>
          <a:prstGeom prst="line">
            <a:avLst/>
          </a:prstGeom>
          <a:ln w="12700">
            <a:solidFill>
              <a:schemeClr val="tx2">
                <a:lumMod val="60000"/>
                <a:lumOff val="40000"/>
              </a:schemeClr>
            </a:solidFill>
            <a:prstDash val="sysDash"/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Object60"/>
          <p:cNvSpPr/>
          <p:nvPr/>
        </p:nvSpPr>
        <p:spPr>
          <a:xfrm flipH="1">
            <a:off x="2212395" y="3372138"/>
            <a:ext cx="845067" cy="15388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r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lt"/>
                <a:cs typeface="微软雅黑" panose="020B0503020204020204" charset="-122"/>
              </a:rPr>
              <a:t>运营提效机制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lt"/>
              <a:cs typeface="微软雅黑" panose="020B0503020204020204" charset="-122"/>
            </a:endParaRPr>
          </a:p>
        </p:txBody>
      </p:sp>
      <p:sp>
        <p:nvSpPr>
          <p:cNvPr id="92" name="椭圆 91"/>
          <p:cNvSpPr/>
          <p:nvPr/>
        </p:nvSpPr>
        <p:spPr>
          <a:xfrm flipH="1">
            <a:off x="3720180" y="3411732"/>
            <a:ext cx="100459" cy="100459"/>
          </a:xfrm>
          <a:prstGeom prst="ellipse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ea typeface="+mj-lt"/>
              <a:cs typeface="微软雅黑" panose="020B0503020204020204" charset="-122"/>
            </a:endParaRPr>
          </a:p>
        </p:txBody>
      </p:sp>
      <p:cxnSp>
        <p:nvCxnSpPr>
          <p:cNvPr id="93" name="直线连接符 203"/>
          <p:cNvCxnSpPr/>
          <p:nvPr/>
        </p:nvCxnSpPr>
        <p:spPr>
          <a:xfrm>
            <a:off x="3234173" y="3449082"/>
            <a:ext cx="524644" cy="0"/>
          </a:xfrm>
          <a:prstGeom prst="line">
            <a:avLst/>
          </a:prstGeom>
          <a:ln w="12700">
            <a:solidFill>
              <a:schemeClr val="tx2">
                <a:lumMod val="60000"/>
                <a:lumOff val="40000"/>
              </a:schemeClr>
            </a:solidFill>
            <a:prstDash val="sysDash"/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bject60"/>
          <p:cNvSpPr/>
          <p:nvPr/>
        </p:nvSpPr>
        <p:spPr>
          <a:xfrm flipH="1">
            <a:off x="2144186" y="3836498"/>
            <a:ext cx="871856" cy="15388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r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lt"/>
                <a:cs typeface="微软雅黑" panose="020B0503020204020204" charset="-122"/>
              </a:rPr>
              <a:t>营销推广规划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lt"/>
              <a:cs typeface="微软雅黑" panose="020B0503020204020204" charset="-122"/>
            </a:endParaRPr>
          </a:p>
        </p:txBody>
      </p:sp>
      <p:sp>
        <p:nvSpPr>
          <p:cNvPr id="89" name="椭圆 88"/>
          <p:cNvSpPr/>
          <p:nvPr/>
        </p:nvSpPr>
        <p:spPr>
          <a:xfrm flipH="1">
            <a:off x="3717396" y="3863213"/>
            <a:ext cx="100459" cy="100459"/>
          </a:xfrm>
          <a:prstGeom prst="ellipse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ea typeface="+mj-lt"/>
              <a:cs typeface="微软雅黑" panose="020B0503020204020204" charset="-122"/>
            </a:endParaRPr>
          </a:p>
        </p:txBody>
      </p:sp>
      <p:cxnSp>
        <p:nvCxnSpPr>
          <p:cNvPr id="90" name="直线连接符 200"/>
          <p:cNvCxnSpPr/>
          <p:nvPr/>
        </p:nvCxnSpPr>
        <p:spPr>
          <a:xfrm>
            <a:off x="3192752" y="3913442"/>
            <a:ext cx="524644" cy="0"/>
          </a:xfrm>
          <a:prstGeom prst="line">
            <a:avLst/>
          </a:prstGeom>
          <a:ln w="12700">
            <a:solidFill>
              <a:schemeClr val="tx2">
                <a:lumMod val="60000"/>
                <a:lumOff val="40000"/>
              </a:schemeClr>
            </a:solidFill>
            <a:prstDash val="sysDash"/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bject60"/>
          <p:cNvSpPr/>
          <p:nvPr/>
        </p:nvSpPr>
        <p:spPr>
          <a:xfrm flipH="1">
            <a:off x="2052784" y="4300857"/>
            <a:ext cx="1021932" cy="15388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r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lt"/>
                <a:cs typeface="微软雅黑" panose="020B0503020204020204" charset="-122"/>
              </a:rPr>
              <a:t>补贴预算规划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lt"/>
              <a:cs typeface="微软雅黑" panose="020B0503020204020204" charset="-122"/>
            </a:endParaRPr>
          </a:p>
        </p:txBody>
      </p:sp>
      <p:sp>
        <p:nvSpPr>
          <p:cNvPr id="37" name="椭圆 36"/>
          <p:cNvSpPr/>
          <p:nvPr/>
        </p:nvSpPr>
        <p:spPr>
          <a:xfrm flipH="1">
            <a:off x="3776070" y="4327572"/>
            <a:ext cx="100459" cy="100459"/>
          </a:xfrm>
          <a:prstGeom prst="ellipse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ea typeface="+mj-lt"/>
              <a:cs typeface="微软雅黑" panose="020B0503020204020204" charset="-122"/>
            </a:endParaRPr>
          </a:p>
        </p:txBody>
      </p:sp>
      <p:cxnSp>
        <p:nvCxnSpPr>
          <p:cNvPr id="40" name="直线连接符 197"/>
          <p:cNvCxnSpPr/>
          <p:nvPr/>
        </p:nvCxnSpPr>
        <p:spPr>
          <a:xfrm>
            <a:off x="3251426" y="4377801"/>
            <a:ext cx="524644" cy="0"/>
          </a:xfrm>
          <a:prstGeom prst="line">
            <a:avLst/>
          </a:prstGeom>
          <a:ln w="12700">
            <a:solidFill>
              <a:schemeClr val="tx2">
                <a:lumMod val="60000"/>
                <a:lumOff val="40000"/>
              </a:schemeClr>
            </a:solidFill>
            <a:prstDash val="sysDash"/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Object60"/>
          <p:cNvSpPr/>
          <p:nvPr/>
        </p:nvSpPr>
        <p:spPr>
          <a:xfrm flipH="1">
            <a:off x="2265658" y="4765217"/>
            <a:ext cx="1021932" cy="15388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r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lt"/>
                <a:cs typeface="微软雅黑" panose="020B0503020204020204" charset="-122"/>
              </a:rPr>
              <a:t>运营指标体系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lt"/>
              <a:cs typeface="微软雅黑" panose="020B0503020204020204" charset="-122"/>
            </a:endParaRPr>
          </a:p>
        </p:txBody>
      </p:sp>
      <p:sp>
        <p:nvSpPr>
          <p:cNvPr id="49" name="椭圆 48"/>
          <p:cNvSpPr/>
          <p:nvPr/>
        </p:nvSpPr>
        <p:spPr>
          <a:xfrm flipH="1">
            <a:off x="3988944" y="4791932"/>
            <a:ext cx="100459" cy="100459"/>
          </a:xfrm>
          <a:prstGeom prst="ellipse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ea typeface="+mj-lt"/>
              <a:cs typeface="微软雅黑" panose="020B0503020204020204" charset="-122"/>
            </a:endParaRPr>
          </a:p>
        </p:txBody>
      </p:sp>
      <p:cxnSp>
        <p:nvCxnSpPr>
          <p:cNvPr id="52" name="直线连接符 194"/>
          <p:cNvCxnSpPr/>
          <p:nvPr/>
        </p:nvCxnSpPr>
        <p:spPr>
          <a:xfrm>
            <a:off x="3425663" y="4842161"/>
            <a:ext cx="524644" cy="0"/>
          </a:xfrm>
          <a:prstGeom prst="line">
            <a:avLst/>
          </a:prstGeom>
          <a:ln w="12700">
            <a:solidFill>
              <a:schemeClr val="tx2">
                <a:lumMod val="60000"/>
                <a:lumOff val="40000"/>
              </a:schemeClr>
            </a:solidFill>
            <a:prstDash val="sysDash"/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Object60"/>
          <p:cNvSpPr/>
          <p:nvPr/>
        </p:nvSpPr>
        <p:spPr>
          <a:xfrm flipH="1">
            <a:off x="2607316" y="5229578"/>
            <a:ext cx="1021932" cy="15388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r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lt"/>
                <a:cs typeface="微软雅黑" panose="020B0503020204020204" charset="-122"/>
              </a:rPr>
              <a:t>内容生产规划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lt"/>
              <a:cs typeface="微软雅黑" panose="020B0503020204020204" charset="-122"/>
            </a:endParaRPr>
          </a:p>
        </p:txBody>
      </p:sp>
      <p:sp>
        <p:nvSpPr>
          <p:cNvPr id="80" name="椭圆 79"/>
          <p:cNvSpPr/>
          <p:nvPr/>
        </p:nvSpPr>
        <p:spPr>
          <a:xfrm flipH="1">
            <a:off x="4420755" y="5256293"/>
            <a:ext cx="100459" cy="100459"/>
          </a:xfrm>
          <a:prstGeom prst="ellipse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ea typeface="+mj-lt"/>
              <a:cs typeface="微软雅黑" panose="020B0503020204020204" charset="-122"/>
            </a:endParaRPr>
          </a:p>
        </p:txBody>
      </p:sp>
      <p:cxnSp>
        <p:nvCxnSpPr>
          <p:cNvPr id="53" name="直线连接符 191"/>
          <p:cNvCxnSpPr>
            <a:endCxn id="80" idx="6"/>
          </p:cNvCxnSpPr>
          <p:nvPr/>
        </p:nvCxnSpPr>
        <p:spPr>
          <a:xfrm>
            <a:off x="3751093" y="5306522"/>
            <a:ext cx="669925" cy="0"/>
          </a:xfrm>
          <a:prstGeom prst="line">
            <a:avLst/>
          </a:prstGeom>
          <a:ln w="12700">
            <a:solidFill>
              <a:schemeClr val="tx2">
                <a:lumMod val="60000"/>
                <a:lumOff val="40000"/>
              </a:schemeClr>
            </a:solidFill>
            <a:prstDash val="sysDash"/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矩形: 圆角 114"/>
          <p:cNvSpPr/>
          <p:nvPr/>
        </p:nvSpPr>
        <p:spPr>
          <a:xfrm flipH="1">
            <a:off x="991286" y="3716164"/>
            <a:ext cx="1042241" cy="34973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254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4E81B8"/>
              </a:solidFill>
              <a:effectLst/>
              <a:uLnTx/>
              <a:uFillTx/>
              <a:latin typeface="+mj-lt"/>
              <a:ea typeface="+mj-lt"/>
              <a:cs typeface="微软雅黑" panose="020B0503020204020204" charset="-122"/>
            </a:endParaRPr>
          </a:p>
        </p:txBody>
      </p:sp>
      <p:sp>
        <p:nvSpPr>
          <p:cNvPr id="57" name="Object60"/>
          <p:cNvSpPr/>
          <p:nvPr/>
        </p:nvSpPr>
        <p:spPr>
          <a:xfrm flipH="1">
            <a:off x="1070939" y="3815548"/>
            <a:ext cx="785356" cy="1692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j-lt"/>
                <a:cs typeface="微软雅黑" panose="020B0503020204020204" charset="-122"/>
              </a:rPr>
              <a:t>发展环节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j-lt"/>
              <a:ea typeface="+mj-lt"/>
              <a:cs typeface="微软雅黑" panose="020B0503020204020204" charset="-122"/>
            </a:endParaRPr>
          </a:p>
        </p:txBody>
      </p:sp>
      <p:sp>
        <p:nvSpPr>
          <p:cNvPr id="58" name="三角形 177"/>
          <p:cNvSpPr/>
          <p:nvPr/>
        </p:nvSpPr>
        <p:spPr>
          <a:xfrm rot="12478339" flipH="1">
            <a:off x="1871235" y="2265789"/>
            <a:ext cx="127627" cy="143893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ea typeface="+mj-lt"/>
              <a:cs typeface="微软雅黑" panose="020B0503020204020204" charset="-122"/>
            </a:endParaRPr>
          </a:p>
        </p:txBody>
      </p:sp>
      <p:sp>
        <p:nvSpPr>
          <p:cNvPr id="59" name="三角形 178"/>
          <p:cNvSpPr/>
          <p:nvPr/>
        </p:nvSpPr>
        <p:spPr>
          <a:xfrm rot="11459271" flipH="1">
            <a:off x="1495844" y="3331569"/>
            <a:ext cx="127627" cy="143893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ea typeface="+mj-lt"/>
              <a:cs typeface="微软雅黑" panose="020B0503020204020204" charset="-122"/>
            </a:endParaRPr>
          </a:p>
        </p:txBody>
      </p:sp>
      <p:sp>
        <p:nvSpPr>
          <p:cNvPr id="69" name="三角形 179"/>
          <p:cNvSpPr/>
          <p:nvPr/>
        </p:nvSpPr>
        <p:spPr>
          <a:xfrm rot="10565433" flipH="1">
            <a:off x="1512627" y="4292957"/>
            <a:ext cx="127627" cy="143893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ea typeface="+mj-lt"/>
              <a:cs typeface="微软雅黑" panose="020B0503020204020204" charset="-122"/>
            </a:endParaRPr>
          </a:p>
        </p:txBody>
      </p:sp>
      <p:sp>
        <p:nvSpPr>
          <p:cNvPr id="70" name="三角形 180"/>
          <p:cNvSpPr/>
          <p:nvPr/>
        </p:nvSpPr>
        <p:spPr>
          <a:xfrm rot="9039608" flipH="1">
            <a:off x="1906915" y="5311519"/>
            <a:ext cx="127627" cy="143893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ea typeface="+mj-lt"/>
              <a:cs typeface="微软雅黑" panose="020B0503020204020204" charset="-122"/>
            </a:endParaRPr>
          </a:p>
        </p:txBody>
      </p:sp>
      <p:cxnSp>
        <p:nvCxnSpPr>
          <p:cNvPr id="71" name="直线连接符 181"/>
          <p:cNvCxnSpPr/>
          <p:nvPr/>
        </p:nvCxnSpPr>
        <p:spPr>
          <a:xfrm>
            <a:off x="4258094" y="3763415"/>
            <a:ext cx="625819" cy="0"/>
          </a:xfrm>
          <a:prstGeom prst="line">
            <a:avLst/>
          </a:prstGeom>
          <a:ln w="34925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0"/>
            </a:gra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线连接符 182"/>
          <p:cNvCxnSpPr/>
          <p:nvPr/>
        </p:nvCxnSpPr>
        <p:spPr>
          <a:xfrm flipH="1">
            <a:off x="4282289" y="3884797"/>
            <a:ext cx="601624" cy="0"/>
          </a:xfrm>
          <a:prstGeom prst="line">
            <a:avLst/>
          </a:prstGeom>
          <a:ln w="34925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0"/>
            </a:gra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椭圆 59"/>
          <p:cNvSpPr/>
          <p:nvPr/>
        </p:nvSpPr>
        <p:spPr>
          <a:xfrm>
            <a:off x="5107831" y="2785220"/>
            <a:ext cx="1980728" cy="1980730"/>
          </a:xfrm>
          <a:prstGeom prst="ellipse">
            <a:avLst/>
          </a:prstGeom>
          <a:gradFill>
            <a:gsLst>
              <a:gs pos="1000">
                <a:schemeClr val="accent5">
                  <a:lumMod val="60000"/>
                  <a:lumOff val="40000"/>
                </a:schemeClr>
              </a:gs>
              <a:gs pos="99000">
                <a:schemeClr val="accent5"/>
              </a:gs>
            </a:gsLst>
            <a:lin ang="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ea typeface="+mj-lt"/>
              <a:cs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136" name="组合 135"/>
          <p:cNvGrpSpPr/>
          <p:nvPr/>
        </p:nvGrpSpPr>
        <p:grpSpPr>
          <a:xfrm>
            <a:off x="5152461" y="3553470"/>
            <a:ext cx="1917554" cy="565591"/>
            <a:chOff x="5160862" y="3899342"/>
            <a:chExt cx="1917554" cy="565591"/>
          </a:xfrm>
        </p:grpSpPr>
        <p:sp>
          <p:nvSpPr>
            <p:cNvPr id="61" name="Object29"/>
            <p:cNvSpPr txBox="1"/>
            <p:nvPr/>
          </p:nvSpPr>
          <p:spPr>
            <a:xfrm>
              <a:off x="5160862" y="3899342"/>
              <a:ext cx="1917554" cy="368935"/>
            </a:xfrm>
            <a:prstGeom prst="rect">
              <a:avLst/>
            </a:prstGeom>
            <a:ln w="12700">
              <a:miter lim="400000"/>
            </a:ln>
          </p:spPr>
          <p:txBody>
            <a:bodyPr wrap="square" lIns="0" tIns="0" rIns="0" bIns="0">
              <a:spAutoFit/>
            </a:bodyPr>
            <a:lstStyle>
              <a:lvl1pPr algn="ctr" defTabSz="609600">
                <a:lnSpc>
                  <a:spcPts val="2000"/>
                </a:lnSpc>
                <a:defRPr b="1">
                  <a:solidFill>
                    <a:srgbClr val="FFFFFF"/>
                  </a:solidFill>
                  <a:latin typeface="Microsoft YaHei Bold"/>
                  <a:ea typeface="Microsoft YaHei Bold"/>
                  <a:cs typeface="Microsoft YaHei Bold"/>
                  <a:sym typeface="Microsoft YaHei Bold"/>
                </a:defRPr>
              </a:lvl1pPr>
            </a:lstStyle>
            <a:p>
              <a:pPr marL="0" marR="0" lvl="0" indent="0" algn="ctr" defTabSz="6096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i="0" u="none" strike="noStrike" kern="0" cap="none" spc="0" normalizeH="0" baseline="0" noProof="0" dirty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+mj-lt"/>
                  <a:ea typeface="+mj-lt"/>
                  <a:cs typeface="微软雅黑" panose="020B0503020204020204" charset="-122"/>
                  <a:sym typeface="微软雅黑" panose="020B0503020204020204" charset="-122"/>
                </a:rPr>
                <a:t>商业模式</a:t>
              </a:r>
              <a:endPara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lt"/>
                <a:ea typeface="+mj-lt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62" name="Object60"/>
            <p:cNvSpPr/>
            <p:nvPr/>
          </p:nvSpPr>
          <p:spPr>
            <a:xfrm>
              <a:off x="5295427" y="4311045"/>
              <a:ext cx="1619900" cy="153888"/>
            </a:xfrm>
            <a:prstGeom prst="rect">
              <a:avLst/>
            </a:prstGeom>
            <a:noFill/>
            <a:effectLst/>
          </p:spPr>
          <p:txBody>
            <a:bodyPr wrap="square" lIns="0" tIns="0" rIns="0" bIns="0" rtlCol="0" anchor="t">
              <a:spAutoFit/>
            </a:bodyPr>
            <a:lstStyle/>
            <a:p>
              <a:pPr marL="0" marR="0" lvl="0" indent="0" algn="ctr" defTabSz="7315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+mj-lt"/>
                  <a:ea typeface="+mj-lt"/>
                  <a:cs typeface="微软雅黑" panose="020B0503020204020204" charset="-122"/>
                </a:rPr>
                <a:t> Business Model </a:t>
              </a:r>
              <a:endPara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lt"/>
                <a:ea typeface="+mj-lt"/>
                <a:cs typeface="微软雅黑" panose="020B0503020204020204" charset="-122"/>
              </a:endParaRPr>
            </a:p>
          </p:txBody>
        </p:sp>
      </p:grpSp>
      <p:sp>
        <p:nvSpPr>
          <p:cNvPr id="73" name="右箭头 14"/>
          <p:cNvSpPr/>
          <p:nvPr/>
        </p:nvSpPr>
        <p:spPr>
          <a:xfrm rot="16200000">
            <a:off x="5920761" y="2398045"/>
            <a:ext cx="355194" cy="300992"/>
          </a:xfrm>
          <a:prstGeom prst="rightArrow">
            <a:avLst>
              <a:gd name="adj1" fmla="val 50000"/>
              <a:gd name="adj2" fmla="val 76449"/>
            </a:avLst>
          </a:prstGeom>
          <a:gradFill>
            <a:gsLst>
              <a:gs pos="1000">
                <a:schemeClr val="accent1">
                  <a:alpha val="0"/>
                </a:schemeClr>
              </a:gs>
              <a:gs pos="99000">
                <a:schemeClr val="accent1"/>
              </a:gs>
            </a:gsLst>
            <a:lin ang="0" scaled="0"/>
          </a:gra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  <a:latin typeface="+mj-lt"/>
              <a:ea typeface="+mj-lt"/>
              <a:cs typeface="微软雅黑" panose="020B0503020204020204" charset="-122"/>
            </a:endParaRPr>
          </a:p>
        </p:txBody>
      </p:sp>
      <p:sp>
        <p:nvSpPr>
          <p:cNvPr id="100" name="Object52"/>
          <p:cNvSpPr/>
          <p:nvPr/>
        </p:nvSpPr>
        <p:spPr>
          <a:xfrm>
            <a:off x="5658557" y="5558198"/>
            <a:ext cx="879603" cy="15388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8676FF"/>
                </a:solidFill>
                <a:effectLst/>
                <a:uLnTx/>
                <a:uFillTx/>
                <a:latin typeface="+mj-lt"/>
                <a:ea typeface="+mj-lt"/>
                <a:cs typeface="微软雅黑" panose="020B0503020204020204" charset="-122"/>
              </a:rPr>
              <a:t>核心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676FF"/>
                </a:solidFill>
                <a:effectLst/>
                <a:uLnTx/>
                <a:uFillTx/>
                <a:latin typeface="+mj-lt"/>
                <a:ea typeface="+mj-lt"/>
                <a:cs typeface="微软雅黑" panose="020B0503020204020204" charset="-122"/>
              </a:rPr>
              <a:t>用户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676FF"/>
              </a:solidFill>
              <a:effectLst/>
              <a:uLnTx/>
              <a:uFillTx/>
              <a:latin typeface="+mj-lt"/>
              <a:ea typeface="+mj-lt"/>
              <a:cs typeface="微软雅黑" panose="020B0503020204020204" charset="-122"/>
            </a:endParaRPr>
          </a:p>
        </p:txBody>
      </p:sp>
      <p:sp>
        <p:nvSpPr>
          <p:cNvPr id="101" name="矩形: 圆角 114"/>
          <p:cNvSpPr/>
          <p:nvPr/>
        </p:nvSpPr>
        <p:spPr>
          <a:xfrm>
            <a:off x="5531111" y="1146248"/>
            <a:ext cx="1134494" cy="116253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2540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+mj-lt"/>
              <a:ea typeface="+mj-lt"/>
              <a:cs typeface="微软雅黑" panose="020B0503020204020204" charset="-122"/>
            </a:endParaRPr>
          </a:p>
        </p:txBody>
      </p:sp>
      <p:sp>
        <p:nvSpPr>
          <p:cNvPr id="102" name="Object52"/>
          <p:cNvSpPr/>
          <p:nvPr/>
        </p:nvSpPr>
        <p:spPr>
          <a:xfrm>
            <a:off x="5658557" y="1501253"/>
            <a:ext cx="879603" cy="4921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j-lt"/>
                <a:cs typeface="微软雅黑" panose="020B0503020204020204" charset="-122"/>
              </a:rPr>
              <a:t>运营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j-lt"/>
              <a:ea typeface="+mj-lt"/>
              <a:cs typeface="微软雅黑" panose="020B0503020204020204" charset="-122"/>
            </a:endParaRPr>
          </a:p>
          <a:p>
            <a:pPr marL="0" marR="0" lvl="0" indent="0" algn="ctr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j-lt"/>
                <a:cs typeface="微软雅黑" panose="020B0503020204020204" charset="-122"/>
              </a:rPr>
              <a:t>策略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j-lt"/>
              <a:ea typeface="+mj-lt"/>
              <a:cs typeface="微软雅黑" panose="020B0503020204020204" charset="-122"/>
            </a:endParaRPr>
          </a:p>
        </p:txBody>
      </p:sp>
      <p:sp>
        <p:nvSpPr>
          <p:cNvPr id="103" name="矩形: 圆角 114"/>
          <p:cNvSpPr/>
          <p:nvPr/>
        </p:nvSpPr>
        <p:spPr>
          <a:xfrm>
            <a:off x="5531111" y="5289448"/>
            <a:ext cx="1134494" cy="116253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25400">
            <a:solidFill>
              <a:schemeClr val="accent5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8676FF"/>
              </a:solidFill>
              <a:effectLst/>
              <a:uLnTx/>
              <a:uFillTx/>
              <a:latin typeface="+mj-lt"/>
              <a:ea typeface="+mj-lt"/>
              <a:cs typeface="微软雅黑" panose="020B0503020204020204" charset="-122"/>
            </a:endParaRPr>
          </a:p>
        </p:txBody>
      </p:sp>
      <p:sp>
        <p:nvSpPr>
          <p:cNvPr id="104" name="Object52"/>
          <p:cNvSpPr/>
          <p:nvPr/>
        </p:nvSpPr>
        <p:spPr>
          <a:xfrm>
            <a:off x="5658557" y="5636083"/>
            <a:ext cx="879603" cy="4921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j-lt"/>
                <a:ea typeface="+mj-lt"/>
                <a:cs typeface="微软雅黑" panose="020B0503020204020204" charset="-122"/>
              </a:rPr>
              <a:t>产品</a:t>
            </a:r>
            <a:endParaRPr lang="en-US" altLang="zh-CN" sz="1600" b="1" dirty="0">
              <a:solidFill>
                <a:schemeClr val="accent5"/>
              </a:solidFill>
              <a:latin typeface="+mj-lt"/>
              <a:ea typeface="+mj-lt"/>
              <a:cs typeface="微软雅黑" panose="020B0503020204020204" charset="-122"/>
            </a:endParaRPr>
          </a:p>
          <a:p>
            <a:pPr marL="0" marR="0" lvl="0" indent="0" algn="ctr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j-lt"/>
                <a:ea typeface="+mj-lt"/>
                <a:cs typeface="微软雅黑" panose="020B0503020204020204" charset="-122"/>
              </a:rPr>
              <a:t>方向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+mj-lt"/>
              <a:ea typeface="+mj-lt"/>
              <a:cs typeface="微软雅黑" panose="020B0503020204020204" charset="-122"/>
            </a:endParaRPr>
          </a:p>
        </p:txBody>
      </p:sp>
      <p:cxnSp>
        <p:nvCxnSpPr>
          <p:cNvPr id="107" name="直线连接符 181"/>
          <p:cNvCxnSpPr/>
          <p:nvPr/>
        </p:nvCxnSpPr>
        <p:spPr>
          <a:xfrm>
            <a:off x="7254309" y="3763415"/>
            <a:ext cx="625819" cy="0"/>
          </a:xfrm>
          <a:prstGeom prst="line">
            <a:avLst/>
          </a:prstGeom>
          <a:ln w="34925">
            <a:gradFill>
              <a:gsLst>
                <a:gs pos="0">
                  <a:schemeClr val="accent5">
                    <a:alpha val="0"/>
                  </a:schemeClr>
                </a:gs>
                <a:gs pos="100000">
                  <a:schemeClr val="accent5"/>
                </a:gs>
              </a:gsLst>
              <a:lin ang="0" scaled="0"/>
            </a:gra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线连接符 182"/>
          <p:cNvCxnSpPr/>
          <p:nvPr/>
        </p:nvCxnSpPr>
        <p:spPr>
          <a:xfrm flipH="1">
            <a:off x="7278504" y="3884797"/>
            <a:ext cx="601624" cy="0"/>
          </a:xfrm>
          <a:prstGeom prst="line">
            <a:avLst/>
          </a:prstGeom>
          <a:ln w="34925">
            <a:gradFill>
              <a:gsLst>
                <a:gs pos="0">
                  <a:schemeClr val="accent5">
                    <a:alpha val="0"/>
                  </a:schemeClr>
                </a:gs>
                <a:gs pos="100000">
                  <a:schemeClr val="accent5"/>
                </a:gs>
              </a:gsLst>
              <a:lin ang="0" scaled="0"/>
            </a:gra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矩形: 圆角 114"/>
          <p:cNvSpPr/>
          <p:nvPr/>
        </p:nvSpPr>
        <p:spPr>
          <a:xfrm flipH="1">
            <a:off x="1145834" y="2685836"/>
            <a:ext cx="1042241" cy="34973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254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ea typeface="+mj-lt"/>
              <a:cs typeface="微软雅黑" panose="020B0503020204020204" charset="-122"/>
            </a:endParaRPr>
          </a:p>
        </p:txBody>
      </p:sp>
      <p:sp>
        <p:nvSpPr>
          <p:cNvPr id="114" name="Object60"/>
          <p:cNvSpPr/>
          <p:nvPr/>
        </p:nvSpPr>
        <p:spPr>
          <a:xfrm flipH="1">
            <a:off x="1225487" y="2785220"/>
            <a:ext cx="785356" cy="1692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j-lt"/>
                <a:cs typeface="微软雅黑" panose="020B0503020204020204" charset="-122"/>
              </a:rPr>
              <a:t>评估环节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j-lt"/>
              <a:ea typeface="+mj-lt"/>
              <a:cs typeface="微软雅黑" panose="020B0503020204020204" charset="-122"/>
            </a:endParaRPr>
          </a:p>
        </p:txBody>
      </p:sp>
      <p:sp>
        <p:nvSpPr>
          <p:cNvPr id="115" name="矩形: 圆角 114"/>
          <p:cNvSpPr/>
          <p:nvPr/>
        </p:nvSpPr>
        <p:spPr>
          <a:xfrm flipH="1">
            <a:off x="1094318" y="4653582"/>
            <a:ext cx="1042241" cy="34973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254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ea typeface="+mj-lt"/>
              <a:cs typeface="微软雅黑" panose="020B0503020204020204" charset="-122"/>
            </a:endParaRPr>
          </a:p>
        </p:txBody>
      </p:sp>
      <p:sp>
        <p:nvSpPr>
          <p:cNvPr id="116" name="Object60"/>
          <p:cNvSpPr/>
          <p:nvPr/>
        </p:nvSpPr>
        <p:spPr>
          <a:xfrm flipH="1">
            <a:off x="1225487" y="4752966"/>
            <a:ext cx="785356" cy="1692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j-lt"/>
                <a:cs typeface="微软雅黑" panose="020B0503020204020204" charset="-122"/>
              </a:rPr>
              <a:t>成熟环节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j-lt"/>
              <a:ea typeface="+mj-lt"/>
              <a:cs typeface="微软雅黑" panose="020B0503020204020204" charset="-122"/>
            </a:endParaRPr>
          </a:p>
        </p:txBody>
      </p:sp>
      <p:sp>
        <p:nvSpPr>
          <p:cNvPr id="117" name="矩形: 圆角 114"/>
          <p:cNvSpPr/>
          <p:nvPr/>
        </p:nvSpPr>
        <p:spPr>
          <a:xfrm flipH="1">
            <a:off x="10109621" y="3716164"/>
            <a:ext cx="1042241" cy="34973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254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597D68"/>
              </a:solidFill>
              <a:effectLst/>
              <a:uLnTx/>
              <a:uFillTx/>
              <a:latin typeface="+mj-lt"/>
              <a:ea typeface="+mj-lt"/>
              <a:cs typeface="微软雅黑" panose="020B0503020204020204" charset="-122"/>
            </a:endParaRPr>
          </a:p>
        </p:txBody>
      </p:sp>
      <p:sp>
        <p:nvSpPr>
          <p:cNvPr id="118" name="Object60"/>
          <p:cNvSpPr/>
          <p:nvPr/>
        </p:nvSpPr>
        <p:spPr>
          <a:xfrm flipH="1">
            <a:off x="10240790" y="3815548"/>
            <a:ext cx="785356" cy="1692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j-lt"/>
                <a:ea typeface="+mj-lt"/>
                <a:cs typeface="微软雅黑" panose="020B0503020204020204" charset="-122"/>
              </a:rPr>
              <a:t>发展环节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+mj-lt"/>
              <a:ea typeface="+mj-lt"/>
              <a:cs typeface="微软雅黑" panose="020B0503020204020204" charset="-122"/>
            </a:endParaRPr>
          </a:p>
        </p:txBody>
      </p:sp>
      <p:sp>
        <p:nvSpPr>
          <p:cNvPr id="119" name="矩形: 圆角 114"/>
          <p:cNvSpPr/>
          <p:nvPr/>
        </p:nvSpPr>
        <p:spPr>
          <a:xfrm flipH="1">
            <a:off x="10019468" y="2685836"/>
            <a:ext cx="1042241" cy="34973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254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597D68"/>
              </a:solidFill>
              <a:effectLst/>
              <a:uLnTx/>
              <a:uFillTx/>
              <a:latin typeface="+mj-lt"/>
              <a:ea typeface="+mj-lt"/>
              <a:cs typeface="微软雅黑" panose="020B0503020204020204" charset="-122"/>
            </a:endParaRPr>
          </a:p>
        </p:txBody>
      </p:sp>
      <p:sp>
        <p:nvSpPr>
          <p:cNvPr id="120" name="Object60"/>
          <p:cNvSpPr/>
          <p:nvPr/>
        </p:nvSpPr>
        <p:spPr>
          <a:xfrm flipH="1">
            <a:off x="10099121" y="2785220"/>
            <a:ext cx="785356" cy="1692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j-lt"/>
                <a:ea typeface="+mj-lt"/>
                <a:cs typeface="微软雅黑" panose="020B0503020204020204" charset="-122"/>
              </a:rPr>
              <a:t>评估环节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+mj-lt"/>
              <a:ea typeface="+mj-lt"/>
              <a:cs typeface="微软雅黑" panose="020B0503020204020204" charset="-122"/>
            </a:endParaRPr>
          </a:p>
        </p:txBody>
      </p:sp>
      <p:sp>
        <p:nvSpPr>
          <p:cNvPr id="121" name="矩形: 圆角 114"/>
          <p:cNvSpPr/>
          <p:nvPr/>
        </p:nvSpPr>
        <p:spPr>
          <a:xfrm flipH="1">
            <a:off x="9955073" y="4653582"/>
            <a:ext cx="1042241" cy="34973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254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597D68"/>
              </a:solidFill>
              <a:effectLst/>
              <a:uLnTx/>
              <a:uFillTx/>
              <a:latin typeface="+mj-lt"/>
              <a:ea typeface="+mj-lt"/>
              <a:cs typeface="微软雅黑" panose="020B0503020204020204" charset="-122"/>
            </a:endParaRPr>
          </a:p>
        </p:txBody>
      </p:sp>
      <p:sp>
        <p:nvSpPr>
          <p:cNvPr id="123" name="Object60"/>
          <p:cNvSpPr/>
          <p:nvPr/>
        </p:nvSpPr>
        <p:spPr>
          <a:xfrm flipH="1">
            <a:off x="10104187" y="4752966"/>
            <a:ext cx="785356" cy="1692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j-lt"/>
                <a:ea typeface="+mj-lt"/>
                <a:cs typeface="微软雅黑" panose="020B0503020204020204" charset="-122"/>
              </a:rPr>
              <a:t>成熟环节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+mj-lt"/>
              <a:ea typeface="+mj-lt"/>
              <a:cs typeface="微软雅黑" panose="020B0503020204020204" charset="-122"/>
            </a:endParaRPr>
          </a:p>
        </p:txBody>
      </p:sp>
      <p:sp>
        <p:nvSpPr>
          <p:cNvPr id="125" name="右箭头 14"/>
          <p:cNvSpPr/>
          <p:nvPr/>
        </p:nvSpPr>
        <p:spPr>
          <a:xfrm rot="5400000">
            <a:off x="5920761" y="4858735"/>
            <a:ext cx="355194" cy="300992"/>
          </a:xfrm>
          <a:prstGeom prst="rightArrow">
            <a:avLst>
              <a:gd name="adj1" fmla="val 50000"/>
              <a:gd name="adj2" fmla="val 76449"/>
            </a:avLst>
          </a:prstGeom>
          <a:gradFill>
            <a:gsLst>
              <a:gs pos="1000">
                <a:schemeClr val="accent5">
                  <a:alpha val="0"/>
                </a:schemeClr>
              </a:gs>
              <a:gs pos="99000">
                <a:schemeClr val="accent5"/>
              </a:gs>
            </a:gsLst>
            <a:lin ang="0" scaled="0"/>
          </a:gra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ea typeface="+mj-lt"/>
              <a:cs typeface="微软雅黑" panose="020B0503020204020204" charset="-122"/>
            </a:endParaRPr>
          </a:p>
        </p:txBody>
      </p:sp>
      <p:sp>
        <p:nvSpPr>
          <p:cNvPr id="146" name="Object60"/>
          <p:cNvSpPr/>
          <p:nvPr/>
        </p:nvSpPr>
        <p:spPr>
          <a:xfrm>
            <a:off x="8730676" y="2446100"/>
            <a:ext cx="877934" cy="15388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000" dirty="0">
                <a:solidFill>
                  <a:schemeClr val="tx2"/>
                </a:solidFill>
                <a:latin typeface="+mj-lt"/>
                <a:ea typeface="+mj-lt"/>
                <a:cs typeface="微软雅黑" panose="020B0503020204020204" charset="-122"/>
              </a:rPr>
              <a:t>市场用户分析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lt"/>
              <a:cs typeface="微软雅黑" panose="020B0503020204020204" charset="-122"/>
            </a:endParaRPr>
          </a:p>
        </p:txBody>
      </p:sp>
      <p:cxnSp>
        <p:nvCxnSpPr>
          <p:cNvPr id="147" name="直线连接符 107"/>
          <p:cNvCxnSpPr>
            <a:endCxn id="20" idx="6"/>
          </p:cNvCxnSpPr>
          <p:nvPr/>
        </p:nvCxnSpPr>
        <p:spPr>
          <a:xfrm flipH="1">
            <a:off x="8047493" y="2523044"/>
            <a:ext cx="601980" cy="0"/>
          </a:xfrm>
          <a:prstGeom prst="line">
            <a:avLst/>
          </a:prstGeom>
          <a:ln w="12700">
            <a:solidFill>
              <a:schemeClr val="tx2">
                <a:lumMod val="60000"/>
                <a:lumOff val="40000"/>
              </a:schemeClr>
            </a:solidFill>
            <a:prstDash val="sysDash"/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直线连接符 114"/>
          <p:cNvCxnSpPr/>
          <p:nvPr/>
        </p:nvCxnSpPr>
        <p:spPr>
          <a:xfrm flipH="1">
            <a:off x="8353337" y="2987404"/>
            <a:ext cx="491490" cy="0"/>
          </a:xfrm>
          <a:prstGeom prst="line">
            <a:avLst/>
          </a:prstGeom>
          <a:ln w="12700">
            <a:solidFill>
              <a:schemeClr val="tx2">
                <a:lumMod val="60000"/>
                <a:lumOff val="40000"/>
              </a:schemeClr>
            </a:solidFill>
            <a:prstDash val="sysDash"/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线连接符 129"/>
          <p:cNvCxnSpPr/>
          <p:nvPr/>
        </p:nvCxnSpPr>
        <p:spPr>
          <a:xfrm flipH="1">
            <a:off x="8483447" y="3451764"/>
            <a:ext cx="524644" cy="0"/>
          </a:xfrm>
          <a:prstGeom prst="line">
            <a:avLst/>
          </a:prstGeom>
          <a:ln w="12700">
            <a:solidFill>
              <a:schemeClr val="tx2">
                <a:lumMod val="60000"/>
                <a:lumOff val="40000"/>
              </a:schemeClr>
            </a:solidFill>
            <a:prstDash val="sysDash"/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直线连接符 134"/>
          <p:cNvCxnSpPr/>
          <p:nvPr/>
        </p:nvCxnSpPr>
        <p:spPr>
          <a:xfrm flipH="1">
            <a:off x="8524868" y="3916124"/>
            <a:ext cx="524644" cy="0"/>
          </a:xfrm>
          <a:prstGeom prst="line">
            <a:avLst/>
          </a:prstGeom>
          <a:ln w="12700">
            <a:solidFill>
              <a:schemeClr val="tx2">
                <a:lumMod val="60000"/>
                <a:lumOff val="40000"/>
              </a:schemeClr>
            </a:solidFill>
            <a:prstDash val="sysDash"/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直线连接符 138"/>
          <p:cNvCxnSpPr>
            <a:endCxn id="39" idx="6"/>
          </p:cNvCxnSpPr>
          <p:nvPr/>
        </p:nvCxnSpPr>
        <p:spPr>
          <a:xfrm flipH="1">
            <a:off x="8440293" y="4380483"/>
            <a:ext cx="550545" cy="0"/>
          </a:xfrm>
          <a:prstGeom prst="line">
            <a:avLst/>
          </a:prstGeom>
          <a:ln w="12700">
            <a:solidFill>
              <a:schemeClr val="tx2">
                <a:lumMod val="60000"/>
                <a:lumOff val="40000"/>
              </a:schemeClr>
            </a:solidFill>
            <a:prstDash val="sysDash"/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直线连接符 142"/>
          <p:cNvCxnSpPr/>
          <p:nvPr/>
        </p:nvCxnSpPr>
        <p:spPr>
          <a:xfrm flipH="1">
            <a:off x="8253320" y="4844843"/>
            <a:ext cx="524644" cy="0"/>
          </a:xfrm>
          <a:prstGeom prst="line">
            <a:avLst/>
          </a:prstGeom>
          <a:ln w="12700">
            <a:solidFill>
              <a:schemeClr val="accent2"/>
            </a:solidFill>
            <a:prstDash val="sysDash"/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直线连接符 146"/>
          <p:cNvCxnSpPr>
            <a:endCxn id="33" idx="6"/>
          </p:cNvCxnSpPr>
          <p:nvPr/>
        </p:nvCxnSpPr>
        <p:spPr>
          <a:xfrm flipH="1">
            <a:off x="7821528" y="5309204"/>
            <a:ext cx="653415" cy="0"/>
          </a:xfrm>
          <a:prstGeom prst="line">
            <a:avLst/>
          </a:prstGeom>
          <a:ln w="12700">
            <a:solidFill>
              <a:schemeClr val="accent2"/>
            </a:solidFill>
            <a:prstDash val="sysDash"/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直线连接符 5"/>
          <p:cNvCxnSpPr/>
          <p:nvPr/>
        </p:nvCxnSpPr>
        <p:spPr>
          <a:xfrm>
            <a:off x="496165" y="966204"/>
            <a:ext cx="1145984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2" name="组合 161"/>
          <p:cNvGrpSpPr/>
          <p:nvPr/>
        </p:nvGrpSpPr>
        <p:grpSpPr>
          <a:xfrm>
            <a:off x="2661920" y="1601470"/>
            <a:ext cx="1327150" cy="410210"/>
            <a:chOff x="4474" y="2522"/>
            <a:chExt cx="2090" cy="646"/>
          </a:xfrm>
        </p:grpSpPr>
        <p:sp>
          <p:nvSpPr>
            <p:cNvPr id="30" name="Object29"/>
            <p:cNvSpPr/>
            <p:nvPr/>
          </p:nvSpPr>
          <p:spPr>
            <a:xfrm flipH="1">
              <a:off x="4679" y="2676"/>
              <a:ext cx="1680" cy="339"/>
            </a:xfrm>
            <a:prstGeom prst="rect">
              <a:avLst/>
            </a:prstGeom>
            <a:ln w="12700">
              <a:miter lim="400000"/>
            </a:ln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ctr" defTabSz="1219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j-lt"/>
                  <a:cs typeface="微软雅黑" panose="020B0503020204020204" charset="-122"/>
                </a:rPr>
                <a:t>运营核心事项</a:t>
              </a:r>
              <a:endPara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j-lt"/>
                <a:cs typeface="微软雅黑" panose="020B0503020204020204" charset="-122"/>
              </a:endParaRPr>
            </a:p>
          </p:txBody>
        </p:sp>
        <p:sp>
          <p:nvSpPr>
            <p:cNvPr id="161" name="矩形 160"/>
            <p:cNvSpPr/>
            <p:nvPr/>
          </p:nvSpPr>
          <p:spPr>
            <a:xfrm>
              <a:off x="4474" y="2522"/>
              <a:ext cx="2090" cy="646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</p:grpSp>
      <p:cxnSp>
        <p:nvCxnSpPr>
          <p:cNvPr id="164" name="直线连接符 142"/>
          <p:cNvCxnSpPr/>
          <p:nvPr/>
        </p:nvCxnSpPr>
        <p:spPr>
          <a:xfrm flipH="1">
            <a:off x="8253955" y="4844208"/>
            <a:ext cx="524644" cy="0"/>
          </a:xfrm>
          <a:prstGeom prst="line">
            <a:avLst/>
          </a:prstGeom>
          <a:ln w="12700">
            <a:solidFill>
              <a:schemeClr val="tx2">
                <a:lumMod val="60000"/>
                <a:lumOff val="40000"/>
              </a:schemeClr>
            </a:solidFill>
            <a:prstDash val="sysDash"/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直线连接符 146"/>
          <p:cNvCxnSpPr/>
          <p:nvPr/>
        </p:nvCxnSpPr>
        <p:spPr>
          <a:xfrm flipH="1">
            <a:off x="7822163" y="5308569"/>
            <a:ext cx="653415" cy="0"/>
          </a:xfrm>
          <a:prstGeom prst="line">
            <a:avLst/>
          </a:prstGeom>
          <a:ln w="12700">
            <a:solidFill>
              <a:schemeClr val="tx2">
                <a:lumMod val="60000"/>
                <a:lumOff val="40000"/>
              </a:schemeClr>
            </a:solidFill>
            <a:prstDash val="sysDash"/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6" name="组合 165"/>
          <p:cNvGrpSpPr/>
          <p:nvPr/>
        </p:nvGrpSpPr>
        <p:grpSpPr>
          <a:xfrm>
            <a:off x="8140065" y="1601470"/>
            <a:ext cx="1327150" cy="410210"/>
            <a:chOff x="4474" y="2522"/>
            <a:chExt cx="2090" cy="646"/>
          </a:xfrm>
        </p:grpSpPr>
        <p:sp>
          <p:nvSpPr>
            <p:cNvPr id="167" name="Object29"/>
            <p:cNvSpPr/>
            <p:nvPr/>
          </p:nvSpPr>
          <p:spPr>
            <a:xfrm flipH="1">
              <a:off x="4679" y="2676"/>
              <a:ext cx="1680" cy="339"/>
            </a:xfrm>
            <a:prstGeom prst="rect">
              <a:avLst/>
            </a:prstGeom>
            <a:ln w="12700">
              <a:miter lim="400000"/>
            </a:ln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ctr" defTabSz="1219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5"/>
                  </a:solidFill>
                  <a:effectLst/>
                  <a:uLnTx/>
                  <a:uFillTx/>
                  <a:latin typeface="+mj-lt"/>
                  <a:ea typeface="+mj-lt"/>
                  <a:cs typeface="微软雅黑" panose="020B0503020204020204" charset="-122"/>
                </a:rPr>
                <a:t>产品全局规划</a:t>
              </a:r>
              <a:endPara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j-lt"/>
                <a:ea typeface="+mj-lt"/>
                <a:cs typeface="微软雅黑" panose="020B0503020204020204" charset="-122"/>
              </a:endParaRPr>
            </a:p>
          </p:txBody>
        </p:sp>
        <p:sp>
          <p:nvSpPr>
            <p:cNvPr id="168" name="矩形 167"/>
            <p:cNvSpPr/>
            <p:nvPr/>
          </p:nvSpPr>
          <p:spPr>
            <a:xfrm>
              <a:off x="4474" y="2522"/>
              <a:ext cx="2090" cy="646"/>
            </a:xfrm>
            <a:prstGeom prst="rect">
              <a:avLst/>
            </a:prstGeom>
            <a:noFill/>
            <a:ln>
              <a:solidFill>
                <a:schemeClr val="accent5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</p:grpSp>
      <p:pic>
        <p:nvPicPr>
          <p:cNvPr id="10" name="图片 9" descr="屋顶资源管理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5600" y="186055"/>
            <a:ext cx="549910" cy="54991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圆: 空心 15"/>
          <p:cNvSpPr/>
          <p:nvPr/>
        </p:nvSpPr>
        <p:spPr>
          <a:xfrm>
            <a:off x="6125650" y="1002371"/>
            <a:ext cx="2722333" cy="5480638"/>
          </a:xfrm>
          <a:custGeom>
            <a:avLst/>
            <a:gdLst>
              <a:gd name="adj" fmla="val 8088"/>
              <a:gd name="a" fmla="pin 0 adj 50000"/>
              <a:gd name="dr" fmla="*/ ss a 100000"/>
              <a:gd name="iwd2" fmla="+- wd2 0 dr"/>
              <a:gd name="ihd2" fmla="+- hd2 0 dr"/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il" t="it" r="ir" b="ib"/>
            <a:pathLst>
              <a:path w="4290" h="8634">
                <a:moveTo>
                  <a:pt x="0" y="0"/>
                </a:moveTo>
                <a:cubicBezTo>
                  <a:pt x="2355" y="-75"/>
                  <a:pt x="4366" y="2144"/>
                  <a:pt x="4287" y="4315"/>
                </a:cubicBezTo>
                <a:cubicBezTo>
                  <a:pt x="4380" y="6738"/>
                  <a:pt x="2106" y="8691"/>
                  <a:pt x="0" y="8631"/>
                </a:cubicBezTo>
                <a:lnTo>
                  <a:pt x="0" y="7933"/>
                </a:lnTo>
                <a:cubicBezTo>
                  <a:pt x="1964" y="7996"/>
                  <a:pt x="3658" y="6136"/>
                  <a:pt x="3589" y="4315"/>
                </a:cubicBezTo>
                <a:cubicBezTo>
                  <a:pt x="3670" y="2285"/>
                  <a:pt x="1754" y="648"/>
                  <a:pt x="0" y="698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189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solidFill>
                <a:sysClr val="windowText" lastClr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7" name="椭圆 196"/>
          <p:cNvSpPr/>
          <p:nvPr/>
        </p:nvSpPr>
        <p:spPr>
          <a:xfrm>
            <a:off x="2727960" y="425450"/>
            <a:ext cx="6736080" cy="6736080"/>
          </a:xfrm>
          <a:prstGeom prst="ellipse">
            <a:avLst/>
          </a:prstGeom>
          <a:noFill/>
          <a:ln w="12700" cap="rnd" cmpd="sng" algn="ctr">
            <a:gradFill flip="none" rotWithShape="1">
              <a:gsLst>
                <a:gs pos="81000">
                  <a:schemeClr val="accent1">
                    <a:lumMod val="60000"/>
                    <a:lumOff val="40000"/>
                    <a:alpha val="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0"/>
              <a:tileRect/>
            </a:gradFill>
            <a:prstDash val="sysDash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 dirty="0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标题 2"/>
          <p:cNvSpPr>
            <a:spLocks noGrp="1"/>
          </p:cNvSpPr>
          <p:nvPr/>
        </p:nvSpPr>
        <p:spPr>
          <a:xfrm>
            <a:off x="1105535" y="347980"/>
            <a:ext cx="7137400" cy="396875"/>
          </a:xfrm>
          <a:prstGeom prst="rect">
            <a:avLst/>
          </a:prstGeom>
          <a:ln w="12700">
            <a:miter lim="400000"/>
          </a:ln>
        </p:spPr>
        <p:txBody>
          <a:bodyPr vert="horz" wrap="square" lIns="25400" tIns="25400" rIns="25400" bIns="2540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0" lang="zh-CN" altLang="en-US" sz="2800" b="1" u="none" strike="noStrike" kern="1200" cap="none" spc="0" normalizeH="0" baseline="0" dirty="0">
                <a:ln>
                  <a:noFill/>
                </a:ln>
                <a:solidFill>
                  <a:schemeClr val="accent1"/>
                </a:solidFill>
                <a:effectLst>
                  <a:outerShdw blurRad="187896" dist="38100" dir="2700000" algn="tl" rotWithShape="0">
                    <a:srgbClr val="1C2952">
                      <a:alpha val="6000"/>
                    </a:srgbClr>
                  </a:outerShdw>
                </a:effectLst>
                <a:uLnTx/>
                <a:uFillTx/>
                <a:latin typeface="HONOR Sans CN" panose="05000200000000000000" charset="-122"/>
                <a:ea typeface="HONOR Sans CN" panose="05000200000000000000" charset="-122"/>
                <a:cs typeface="OPPOSans H" panose="00020600040101010101" pitchFamily="18" charset="-122"/>
              </a:defRPr>
            </a:lvl1pPr>
          </a:lstStyle>
          <a:p>
            <a:pPr algn="l"/>
            <a:r>
              <a:rPr sz="2500">
                <a:solidFill>
                  <a:schemeClr val="accent1"/>
                </a:solidFill>
                <a:effectLst/>
                <a:latin typeface="+mj-lt"/>
                <a:ea typeface="+mj-lt"/>
                <a:cs typeface="+mj-lt"/>
              </a:rPr>
              <a:t>业务框架</a:t>
            </a:r>
            <a:r>
              <a:rPr lang="en-US" altLang="zh-CN" sz="2500">
                <a:solidFill>
                  <a:schemeClr val="accent1"/>
                </a:solidFill>
                <a:effectLst/>
                <a:latin typeface="+mj-lt"/>
                <a:ea typeface="+mj-lt"/>
                <a:cs typeface="+mj-lt"/>
              </a:rPr>
              <a:t>-</a:t>
            </a:r>
            <a:r>
              <a:rPr sz="2500">
                <a:solidFill>
                  <a:schemeClr val="accent1"/>
                </a:solidFill>
                <a:effectLst/>
                <a:latin typeface="+mj-lt"/>
                <a:ea typeface="+mj-lt"/>
                <a:cs typeface="+mj-lt"/>
              </a:rPr>
              <a:t>中心发散架构 | </a:t>
            </a:r>
            <a:r>
              <a:rPr lang="zh-CN" altLang="en-US" sz="2500">
                <a:solidFill>
                  <a:schemeClr val="tx2"/>
                </a:solidFill>
                <a:effectLst/>
                <a:latin typeface="+mj-lt"/>
                <a:ea typeface="+mj-lt"/>
                <a:cs typeface="+mj-lt"/>
              </a:rPr>
              <a:t>年度述职报告</a:t>
            </a:r>
            <a:r>
              <a:rPr lang="en-US" altLang="zh-CN" sz="2500">
                <a:solidFill>
                  <a:schemeClr val="tx2"/>
                </a:solidFill>
                <a:effectLst/>
                <a:latin typeface="+mj-lt"/>
                <a:ea typeface="+mj-lt"/>
                <a:cs typeface="+mj-lt"/>
              </a:rPr>
              <a:t>-</a:t>
            </a:r>
            <a:r>
              <a:rPr sz="2500">
                <a:solidFill>
                  <a:schemeClr val="tx2"/>
                </a:solidFill>
                <a:effectLst/>
                <a:latin typeface="+mj-lt"/>
                <a:ea typeface="+mj-lt"/>
                <a:cs typeface="+mj-lt"/>
              </a:rPr>
              <a:t>个人成长</a:t>
            </a:r>
            <a:endParaRPr sz="2500">
              <a:solidFill>
                <a:schemeClr val="tx2"/>
              </a:solidFill>
              <a:effectLst/>
              <a:latin typeface="+mj-lt"/>
              <a:ea typeface="+mj-lt"/>
              <a:cs typeface="+mj-lt"/>
            </a:endParaRPr>
          </a:p>
        </p:txBody>
      </p:sp>
      <p:cxnSp>
        <p:nvCxnSpPr>
          <p:cNvPr id="13" name="直线连接符 7"/>
          <p:cNvCxnSpPr/>
          <p:nvPr userDrawn="1"/>
        </p:nvCxnSpPr>
        <p:spPr>
          <a:xfrm>
            <a:off x="369165" y="839204"/>
            <a:ext cx="11459846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/>
          <p:cNvGrpSpPr/>
          <p:nvPr/>
        </p:nvGrpSpPr>
        <p:grpSpPr>
          <a:xfrm>
            <a:off x="8738235" y="348615"/>
            <a:ext cx="3219450" cy="332740"/>
            <a:chOff x="13761" y="549"/>
            <a:chExt cx="5070" cy="524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>
            <a:blip r:embed="rId1"/>
            <a:srcRect l="17002" t="-1765" r="56499" b="-1176"/>
            <a:stretch>
              <a:fillRect/>
            </a:stretch>
          </p:blipFill>
          <p:spPr>
            <a:xfrm>
              <a:off x="13761" y="549"/>
              <a:ext cx="1582" cy="525"/>
            </a:xfrm>
            <a:prstGeom prst="rect">
              <a:avLst/>
            </a:prstGeom>
          </p:spPr>
        </p:pic>
        <p:sp>
          <p:nvSpPr>
            <p:cNvPr id="12" name="文本框 11"/>
            <p:cNvSpPr txBox="1"/>
            <p:nvPr userDrawn="1"/>
          </p:nvSpPr>
          <p:spPr>
            <a:xfrm>
              <a:off x="15219" y="655"/>
              <a:ext cx="3613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>
                  <a:latin typeface="+mj-lt"/>
                  <a:ea typeface="+mj-lt"/>
                  <a:cs typeface="+mj-lt"/>
                </a:rPr>
                <a:t>复杂逻辑场景</a:t>
              </a:r>
              <a:r>
                <a:rPr lang="en-US" altLang="zh-CN" sz="1000">
                  <a:latin typeface="+mj-lt"/>
                  <a:ea typeface="+mj-lt"/>
                  <a:cs typeface="+mj-lt"/>
                </a:rPr>
                <a:t>·</a:t>
              </a:r>
              <a:r>
                <a:rPr lang="zh-CN" altLang="en-US" sz="1000">
                  <a:latin typeface="+mj-lt"/>
                  <a:ea typeface="+mj-lt"/>
                  <a:cs typeface="+mj-lt"/>
                </a:rPr>
                <a:t>框架搭建系列</a:t>
              </a:r>
              <a:r>
                <a:rPr lang="en-US" altLang="zh-CN" sz="1000">
                  <a:latin typeface="+mj-lt"/>
                  <a:ea typeface="+mj-lt"/>
                  <a:cs typeface="+mj-lt"/>
                </a:rPr>
                <a:t>PPT</a:t>
              </a:r>
              <a:r>
                <a:rPr lang="zh-CN" altLang="en-US" sz="1000">
                  <a:latin typeface="+mj-lt"/>
                  <a:ea typeface="+mj-lt"/>
                  <a:cs typeface="+mj-lt"/>
                </a:rPr>
                <a:t>模板</a:t>
              </a:r>
              <a:endParaRPr lang="zh-CN" altLang="en-US" sz="1000">
                <a:latin typeface="+mj-lt"/>
                <a:ea typeface="+mj-lt"/>
                <a:cs typeface="+mj-lt"/>
              </a:endParaRPr>
            </a:p>
          </p:txBody>
        </p:sp>
      </p:grpSp>
      <p:sp>
        <p:nvSpPr>
          <p:cNvPr id="7" name="椭圆 6"/>
          <p:cNvSpPr/>
          <p:nvPr/>
        </p:nvSpPr>
        <p:spPr>
          <a:xfrm>
            <a:off x="4370460" y="2005720"/>
            <a:ext cx="3473940" cy="3473940"/>
          </a:xfrm>
          <a:prstGeom prst="ellipse">
            <a:avLst/>
          </a:prstGeom>
          <a:noFill/>
          <a:ln w="12700" cap="rnd" cmpd="sng" algn="ctr">
            <a:gradFill flip="none" rotWithShape="1">
              <a:gsLst>
                <a:gs pos="10000">
                  <a:srgbClr val="1D78FA">
                    <a:lumMod val="60000"/>
                    <a:lumOff val="40000"/>
                    <a:alpha val="0"/>
                  </a:srgbClr>
                </a:gs>
                <a:gs pos="49000">
                  <a:srgbClr val="1D78FA">
                    <a:lumMod val="60000"/>
                    <a:lumOff val="40000"/>
                  </a:srgbClr>
                </a:gs>
              </a:gsLst>
              <a:lin ang="0" scaled="1"/>
              <a:tileRect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 dirty="0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: 空心 15"/>
          <p:cNvSpPr/>
          <p:nvPr/>
        </p:nvSpPr>
        <p:spPr>
          <a:xfrm>
            <a:off x="3366877" y="1002366"/>
            <a:ext cx="2722773" cy="5480649"/>
          </a:xfrm>
          <a:custGeom>
            <a:avLst/>
            <a:gdLst>
              <a:gd name="adj" fmla="val 8088"/>
              <a:gd name="a" fmla="pin 0 adj 50000"/>
              <a:gd name="dr" fmla="*/ ss a 100000"/>
              <a:gd name="iwd2" fmla="+- wd2 0 dr"/>
              <a:gd name="ihd2" fmla="+- hd2 0 dr"/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il" t="it" r="ir" b="ib"/>
            <a:pathLst>
              <a:path w="4291" h="8634">
                <a:moveTo>
                  <a:pt x="0" y="4315"/>
                </a:moveTo>
                <a:cubicBezTo>
                  <a:pt x="-93" y="1893"/>
                  <a:pt x="2181" y="-60"/>
                  <a:pt x="4288" y="0"/>
                </a:cubicBezTo>
                <a:lnTo>
                  <a:pt x="4288" y="698"/>
                </a:lnTo>
                <a:cubicBezTo>
                  <a:pt x="2323" y="635"/>
                  <a:pt x="630" y="2495"/>
                  <a:pt x="698" y="4315"/>
                </a:cubicBezTo>
                <a:cubicBezTo>
                  <a:pt x="618" y="6346"/>
                  <a:pt x="2532" y="7983"/>
                  <a:pt x="4288" y="7933"/>
                </a:cubicBezTo>
                <a:lnTo>
                  <a:pt x="4288" y="8631"/>
                </a:lnTo>
                <a:cubicBezTo>
                  <a:pt x="1931" y="8706"/>
                  <a:pt x="-78" y="6487"/>
                  <a:pt x="0" y="4315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89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 dirty="0">
              <a:solidFill>
                <a:sysClr val="windowText" lastClr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椭圆 1"/>
          <p:cNvSpPr/>
          <p:nvPr/>
        </p:nvSpPr>
        <p:spPr>
          <a:xfrm>
            <a:off x="4293235" y="1928495"/>
            <a:ext cx="3628390" cy="362839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368300" dist="127000" dir="2400000" sx="98000" sy="98000" algn="tl" rotWithShape="0">
              <a:schemeClr val="tx2">
                <a:alpha val="40000"/>
              </a:schemeClr>
            </a:outerShdw>
          </a:effectLst>
        </p:spPr>
        <p:txBody>
          <a:bodyPr rtlCol="0" anchor="ctr"/>
          <a:lstStyle/>
          <a:p>
            <a:pPr algn="ctr"/>
            <a:endParaRPr lang="zh-CN" altLang="en-US" dirty="0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4770755" y="2408555"/>
            <a:ext cx="2668270" cy="2668270"/>
          </a:xfrm>
          <a:prstGeom prst="ellipse">
            <a:avLst/>
          </a:prstGeom>
          <a:gradFill>
            <a:gsLst>
              <a:gs pos="1000">
                <a:schemeClr val="accent5">
                  <a:lumMod val="60000"/>
                  <a:lumOff val="40000"/>
                </a:schemeClr>
              </a:gs>
              <a:gs pos="99000">
                <a:schemeClr val="accent5"/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>
            <a:outerShdw blurRad="368300" dist="127000" dir="2400000" sx="98000" sy="98000" algn="tl" rotWithShape="0">
              <a:schemeClr val="tx2">
                <a:alpha val="40000"/>
              </a:schemeClr>
            </a:outerShdw>
          </a:effectLst>
        </p:spPr>
        <p:txBody>
          <a:bodyPr rtlCol="0" anchor="ctr"/>
          <a:lstStyle/>
          <a:p>
            <a:pPr algn="ctr"/>
            <a:endParaRPr lang="zh-CN" altLang="en-US" dirty="0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图形 25"/>
          <p:cNvPicPr>
            <a:picLocks noChangeAspect="1"/>
          </p:cNvPicPr>
          <p:nvPr/>
        </p:nvPicPr>
        <p:blipFill>
          <a:blip r:embed="rId2" cstate="email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72455" y="2957830"/>
            <a:ext cx="864870" cy="864870"/>
          </a:xfrm>
          <a:prstGeom prst="rect">
            <a:avLst/>
          </a:prstGeom>
        </p:spPr>
      </p:pic>
      <p:sp>
        <p:nvSpPr>
          <p:cNvPr id="6" name="矩形: 圆角 1"/>
          <p:cNvSpPr/>
          <p:nvPr/>
        </p:nvSpPr>
        <p:spPr>
          <a:xfrm>
            <a:off x="1664970" y="1546860"/>
            <a:ext cx="1358900" cy="385445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5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89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管理加强</a:t>
            </a:r>
            <a:endParaRPr lang="zh-CN" altLang="en-US" sz="16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132715" y="2005965"/>
            <a:ext cx="2892425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algn="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zh-CN" altLang="en-US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现场管理持续加强</a:t>
            </a:r>
            <a:endParaRPr lang="zh-CN" altLang="en-US" sz="10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marR="0" lvl="0" algn="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zh-CN" altLang="en-US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提高企业竞争力</a:t>
            </a:r>
            <a:endParaRPr lang="zh-CN" altLang="en-US" sz="10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7" name="矩形: 圆角 42"/>
          <p:cNvSpPr/>
          <p:nvPr/>
        </p:nvSpPr>
        <p:spPr>
          <a:xfrm>
            <a:off x="1174115" y="2710180"/>
            <a:ext cx="1358900" cy="385445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5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89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经验提升</a:t>
            </a:r>
            <a:endParaRPr lang="zh-CN" altLang="en-US" sz="16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4" name="文本框 13"/>
          <p:cNvSpPr txBox="1"/>
          <p:nvPr>
            <p:custDataLst>
              <p:tags r:id="rId5"/>
            </p:custDataLst>
          </p:nvPr>
        </p:nvSpPr>
        <p:spPr>
          <a:xfrm>
            <a:off x="379095" y="3215640"/>
            <a:ext cx="2108200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10000"/>
              </a:lnSpc>
              <a:buClrTx/>
              <a:buSzTx/>
              <a:buNone/>
            </a:pPr>
            <a:r>
              <a:rPr lang="zh-CN" altLang="en-US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产品在设计、工艺、性能</a:t>
            </a:r>
            <a:endParaRPr lang="zh-CN" altLang="en-US" sz="10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r">
              <a:lnSpc>
                <a:spcPct val="110000"/>
              </a:lnSpc>
              <a:buClrTx/>
              <a:buSzTx/>
              <a:buNone/>
            </a:pPr>
            <a:r>
              <a:rPr lang="zh-CN" altLang="en-US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可靠性均考虑客户需求</a:t>
            </a:r>
            <a:endParaRPr lang="zh-CN" altLang="en-US" sz="10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: 圆角 45"/>
          <p:cNvSpPr/>
          <p:nvPr/>
        </p:nvSpPr>
        <p:spPr>
          <a:xfrm>
            <a:off x="1130935" y="4054475"/>
            <a:ext cx="1358900" cy="385445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5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89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定制产品</a:t>
            </a:r>
            <a:endParaRPr lang="zh-CN" altLang="en-US" sz="16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1" name="文本框 40"/>
          <p:cNvSpPr txBox="1"/>
          <p:nvPr>
            <p:custDataLst>
              <p:tags r:id="rId6"/>
            </p:custDataLst>
          </p:nvPr>
        </p:nvSpPr>
        <p:spPr>
          <a:xfrm>
            <a:off x="932180" y="4479290"/>
            <a:ext cx="1614805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10000"/>
              </a:lnSpc>
              <a:buClrTx/>
              <a:buSzTx/>
              <a:buNone/>
            </a:pPr>
            <a:r>
              <a:rPr lang="zh-CN" altLang="en-US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对硬件、软件等特殊情况定制产品</a:t>
            </a:r>
            <a:endParaRPr lang="zh-CN" altLang="en-US" sz="10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矩形: 圆角 48"/>
          <p:cNvSpPr/>
          <p:nvPr/>
        </p:nvSpPr>
        <p:spPr>
          <a:xfrm>
            <a:off x="1636395" y="5450205"/>
            <a:ext cx="1358900" cy="385445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5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89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转型突破</a:t>
            </a:r>
            <a:endParaRPr lang="zh-CN" altLang="en-US" sz="16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3" name="文本框 42"/>
          <p:cNvSpPr txBox="1"/>
          <p:nvPr>
            <p:custDataLst>
              <p:tags r:id="rId7"/>
            </p:custDataLst>
          </p:nvPr>
        </p:nvSpPr>
        <p:spPr>
          <a:xfrm>
            <a:off x="1428750" y="5942965"/>
            <a:ext cx="16148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结合中国市场</a:t>
            </a:r>
            <a:r>
              <a:rPr lang="zh-CN" altLang="en-US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完成数字化转型突破</a:t>
            </a:r>
            <a:endParaRPr lang="zh-CN" altLang="en-US" sz="10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1" name="矩形: 圆角 51"/>
          <p:cNvSpPr/>
          <p:nvPr/>
        </p:nvSpPr>
        <p:spPr>
          <a:xfrm>
            <a:off x="9254490" y="1546860"/>
            <a:ext cx="1358900" cy="385445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89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交货迅速</a:t>
            </a:r>
            <a:endParaRPr lang="zh-CN" altLang="en-US" sz="16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5" name="文本框 54"/>
          <p:cNvSpPr txBox="1"/>
          <p:nvPr>
            <p:custDataLst>
              <p:tags r:id="rId8"/>
            </p:custDataLst>
          </p:nvPr>
        </p:nvSpPr>
        <p:spPr>
          <a:xfrm flipH="1">
            <a:off x="9372600" y="1994535"/>
            <a:ext cx="1629410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10000"/>
              </a:lnSpc>
              <a:buClrTx/>
              <a:buSzTx/>
              <a:buNone/>
            </a:pPr>
            <a:r>
              <a:rPr lang="zh-CN" altLang="en-US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各系统产品均有足够备货，以备急需</a:t>
            </a:r>
            <a:endParaRPr lang="zh-CN" altLang="en-US" sz="10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矩形: 圆角 54"/>
          <p:cNvSpPr/>
          <p:nvPr/>
        </p:nvSpPr>
        <p:spPr>
          <a:xfrm>
            <a:off x="9692640" y="2728595"/>
            <a:ext cx="1358900" cy="385445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89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强大支持</a:t>
            </a:r>
            <a:endParaRPr lang="zh-CN" altLang="en-US" sz="16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5" name="文本框 64"/>
          <p:cNvSpPr txBox="1"/>
          <p:nvPr>
            <p:custDataLst>
              <p:tags r:id="rId9"/>
            </p:custDataLst>
          </p:nvPr>
        </p:nvSpPr>
        <p:spPr>
          <a:xfrm flipH="1">
            <a:off x="9738360" y="3220085"/>
            <a:ext cx="1885950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10000"/>
              </a:lnSpc>
              <a:buClrTx/>
              <a:buSzTx/>
              <a:buNone/>
            </a:pPr>
            <a:r>
              <a:rPr lang="zh-CN" altLang="en-US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售前/中/后均有资深工程师配合完成项目</a:t>
            </a:r>
            <a:endParaRPr lang="zh-CN" altLang="en-US" sz="10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" name="矩形: 圆角 57"/>
          <p:cNvSpPr/>
          <p:nvPr/>
        </p:nvSpPr>
        <p:spPr>
          <a:xfrm>
            <a:off x="9810750" y="4054475"/>
            <a:ext cx="1358900" cy="385445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89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品牌优势</a:t>
            </a:r>
            <a:endParaRPr lang="zh-CN" altLang="en-US" sz="16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7" name="文本框 66"/>
          <p:cNvSpPr txBox="1"/>
          <p:nvPr>
            <p:custDataLst>
              <p:tags r:id="rId10"/>
            </p:custDataLst>
          </p:nvPr>
        </p:nvSpPr>
        <p:spPr>
          <a:xfrm flipH="1">
            <a:off x="9799955" y="4502150"/>
            <a:ext cx="2070100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10000"/>
              </a:lnSpc>
              <a:buClrTx/>
              <a:buSzTx/>
              <a:buNone/>
            </a:pPr>
            <a:r>
              <a:rPr lang="zh-CN" altLang="en-US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超过十年的安防产品经验成为安防知名品牌</a:t>
            </a:r>
            <a:endParaRPr lang="zh-CN" altLang="en-US" sz="10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" name="矩形: 圆角 60"/>
          <p:cNvSpPr/>
          <p:nvPr/>
        </p:nvSpPr>
        <p:spPr>
          <a:xfrm>
            <a:off x="9197975" y="5438140"/>
            <a:ext cx="1358900" cy="385445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89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营销网络</a:t>
            </a:r>
            <a:endParaRPr lang="zh-CN" altLang="en-US" sz="16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74" name="文本框 73"/>
          <p:cNvSpPr txBox="1"/>
          <p:nvPr>
            <p:custDataLst>
              <p:tags r:id="rId11"/>
            </p:custDataLst>
          </p:nvPr>
        </p:nvSpPr>
        <p:spPr>
          <a:xfrm flipH="1">
            <a:off x="9197975" y="5885815"/>
            <a:ext cx="1614805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10000"/>
              </a:lnSpc>
              <a:buClrTx/>
              <a:buSzTx/>
              <a:buNone/>
            </a:pPr>
            <a:r>
              <a:rPr lang="zh-CN" altLang="en-US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在全球均有成熟营销网络，方便订购</a:t>
            </a:r>
            <a:endParaRPr lang="zh-CN" altLang="en-US" sz="10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2" name="椭圆 81"/>
          <p:cNvSpPr/>
          <p:nvPr/>
        </p:nvSpPr>
        <p:spPr>
          <a:xfrm>
            <a:off x="3789680" y="1475740"/>
            <a:ext cx="616585" cy="616585"/>
          </a:xfrm>
          <a:prstGeom prst="ellipse">
            <a:avLst/>
          </a:prstGeom>
          <a:solidFill>
            <a:srgbClr val="FFFFFF"/>
          </a:solidFill>
          <a:ln w="12700" cap="flat" cmpd="sng" algn="ctr">
            <a:solidFill>
              <a:schemeClr val="accent5">
                <a:lumMod val="60000"/>
                <a:lumOff val="40000"/>
              </a:schemeClr>
            </a:solidFill>
            <a:prstDash val="solid"/>
            <a:miter lim="800000"/>
          </a:ln>
          <a:effectLst>
            <a:outerShdw blurRad="254000" dist="101600" dir="2700000" sx="83000" sy="83000" algn="tl" rotWithShape="0">
              <a:schemeClr val="accent5">
                <a:lumMod val="60000"/>
                <a:lumOff val="40000"/>
                <a:alpha val="25000"/>
              </a:scheme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grpSp>
        <p:nvGrpSpPr>
          <p:cNvPr id="83" name="组合 82"/>
          <p:cNvGrpSpPr/>
          <p:nvPr/>
        </p:nvGrpSpPr>
        <p:grpSpPr>
          <a:xfrm rot="0">
            <a:off x="3957320" y="1663700"/>
            <a:ext cx="273050" cy="212725"/>
            <a:chOff x="3888843" y="-804410"/>
            <a:chExt cx="272798" cy="212617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84" name="任意多边形: 形状 458"/>
            <p:cNvSpPr/>
            <p:nvPr/>
          </p:nvSpPr>
          <p:spPr>
            <a:xfrm>
              <a:off x="3888843" y="-804410"/>
              <a:ext cx="272798" cy="159498"/>
            </a:xfrm>
            <a:custGeom>
              <a:avLst/>
              <a:gdLst>
                <a:gd name="connsiteX0" fmla="*/ 362298 w 362298"/>
                <a:gd name="connsiteY0" fmla="*/ 0 h 211826"/>
                <a:gd name="connsiteX1" fmla="*/ 349728 w 362298"/>
                <a:gd name="connsiteY1" fmla="*/ 36774 h 211826"/>
                <a:gd name="connsiteX2" fmla="*/ 337158 w 362298"/>
                <a:gd name="connsiteY2" fmla="*/ 73548 h 211826"/>
                <a:gd name="connsiteX3" fmla="*/ 322711 w 362298"/>
                <a:gd name="connsiteY3" fmla="*/ 57037 h 211826"/>
                <a:gd name="connsiteX4" fmla="*/ 205071 w 362298"/>
                <a:gd name="connsiteY4" fmla="*/ 157791 h 211826"/>
                <a:gd name="connsiteX5" fmla="*/ 196628 w 362298"/>
                <a:gd name="connsiteY5" fmla="*/ 165108 h 211826"/>
                <a:gd name="connsiteX6" fmla="*/ 186872 w 362298"/>
                <a:gd name="connsiteY6" fmla="*/ 159667 h 211826"/>
                <a:gd name="connsiteX7" fmla="*/ 144282 w 362298"/>
                <a:gd name="connsiteY7" fmla="*/ 136214 h 211826"/>
                <a:gd name="connsiteX8" fmla="*/ 16323 w 362298"/>
                <a:gd name="connsiteY8" fmla="*/ 211826 h 211826"/>
                <a:gd name="connsiteX9" fmla="*/ 0 w 362298"/>
                <a:gd name="connsiteY9" fmla="*/ 184058 h 211826"/>
                <a:gd name="connsiteX10" fmla="*/ 135839 w 362298"/>
                <a:gd name="connsiteY10" fmla="*/ 103755 h 211826"/>
                <a:gd name="connsiteX11" fmla="*/ 143719 w 362298"/>
                <a:gd name="connsiteY11" fmla="*/ 99065 h 211826"/>
                <a:gd name="connsiteX12" fmla="*/ 151787 w 362298"/>
                <a:gd name="connsiteY12" fmla="*/ 103568 h 211826"/>
                <a:gd name="connsiteX13" fmla="*/ 192501 w 362298"/>
                <a:gd name="connsiteY13" fmla="*/ 125895 h 211826"/>
                <a:gd name="connsiteX14" fmla="*/ 301509 w 362298"/>
                <a:gd name="connsiteY14" fmla="*/ 32647 h 211826"/>
                <a:gd name="connsiteX15" fmla="*/ 286124 w 362298"/>
                <a:gd name="connsiteY15" fmla="*/ 15010 h 211826"/>
                <a:gd name="connsiteX16" fmla="*/ 324212 w 362298"/>
                <a:gd name="connsiteY16" fmla="*/ 7505 h 211826"/>
                <a:gd name="connsiteX17" fmla="*/ 362298 w 362298"/>
                <a:gd name="connsiteY17" fmla="*/ 0 h 211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62298" h="211826">
                  <a:moveTo>
                    <a:pt x="362298" y="0"/>
                  </a:moveTo>
                  <a:lnTo>
                    <a:pt x="349728" y="36774"/>
                  </a:lnTo>
                  <a:lnTo>
                    <a:pt x="337158" y="73548"/>
                  </a:lnTo>
                  <a:lnTo>
                    <a:pt x="322711" y="57037"/>
                  </a:lnTo>
                  <a:lnTo>
                    <a:pt x="205071" y="157791"/>
                  </a:lnTo>
                  <a:lnTo>
                    <a:pt x="196628" y="165108"/>
                  </a:lnTo>
                  <a:lnTo>
                    <a:pt x="186872" y="159667"/>
                  </a:lnTo>
                  <a:lnTo>
                    <a:pt x="144282" y="136214"/>
                  </a:lnTo>
                  <a:lnTo>
                    <a:pt x="16323" y="211826"/>
                  </a:lnTo>
                  <a:lnTo>
                    <a:pt x="0" y="184058"/>
                  </a:lnTo>
                  <a:lnTo>
                    <a:pt x="135839" y="103755"/>
                  </a:lnTo>
                  <a:lnTo>
                    <a:pt x="143719" y="99065"/>
                  </a:lnTo>
                  <a:lnTo>
                    <a:pt x="151787" y="103568"/>
                  </a:lnTo>
                  <a:lnTo>
                    <a:pt x="192501" y="125895"/>
                  </a:lnTo>
                  <a:lnTo>
                    <a:pt x="301509" y="32647"/>
                  </a:lnTo>
                  <a:lnTo>
                    <a:pt x="286124" y="15010"/>
                  </a:lnTo>
                  <a:lnTo>
                    <a:pt x="324212" y="7505"/>
                  </a:lnTo>
                  <a:lnTo>
                    <a:pt x="362298" y="0"/>
                  </a:lnTo>
                  <a:close/>
                </a:path>
              </a:pathLst>
            </a:custGeom>
            <a:grpFill/>
            <a:ln w="103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endParaRPr>
            </a:p>
          </p:txBody>
        </p:sp>
        <p:sp>
          <p:nvSpPr>
            <p:cNvPr id="85" name="任意多边形: 形状 460"/>
            <p:cNvSpPr/>
            <p:nvPr/>
          </p:nvSpPr>
          <p:spPr>
            <a:xfrm>
              <a:off x="4102872" y="-735327"/>
              <a:ext cx="46479" cy="143533"/>
            </a:xfrm>
            <a:custGeom>
              <a:avLst/>
              <a:gdLst>
                <a:gd name="connsiteX0" fmla="*/ 36774 w 61728"/>
                <a:gd name="connsiteY0" fmla="*/ 0 h 190624"/>
                <a:gd name="connsiteX1" fmla="*/ 61728 w 61728"/>
                <a:gd name="connsiteY1" fmla="*/ 28518 h 190624"/>
                <a:gd name="connsiteX2" fmla="*/ 61728 w 61728"/>
                <a:gd name="connsiteY2" fmla="*/ 180493 h 190624"/>
                <a:gd name="connsiteX3" fmla="*/ 51596 w 61728"/>
                <a:gd name="connsiteY3" fmla="*/ 190624 h 190624"/>
                <a:gd name="connsiteX4" fmla="*/ 10132 w 61728"/>
                <a:gd name="connsiteY4" fmla="*/ 190624 h 190624"/>
                <a:gd name="connsiteX5" fmla="*/ 0 w 61728"/>
                <a:gd name="connsiteY5" fmla="*/ 180493 h 190624"/>
                <a:gd name="connsiteX6" fmla="*/ 0 w 61728"/>
                <a:gd name="connsiteY6" fmla="*/ 31520 h 190624"/>
                <a:gd name="connsiteX7" fmla="*/ 36774 w 61728"/>
                <a:gd name="connsiteY7" fmla="*/ 0 h 190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1728" h="190624">
                  <a:moveTo>
                    <a:pt x="36774" y="0"/>
                  </a:moveTo>
                  <a:lnTo>
                    <a:pt x="61728" y="28518"/>
                  </a:lnTo>
                  <a:lnTo>
                    <a:pt x="61728" y="180493"/>
                  </a:lnTo>
                  <a:cubicBezTo>
                    <a:pt x="61728" y="186121"/>
                    <a:pt x="57037" y="190624"/>
                    <a:pt x="51596" y="190624"/>
                  </a:cubicBezTo>
                  <a:lnTo>
                    <a:pt x="10132" y="190624"/>
                  </a:lnTo>
                  <a:cubicBezTo>
                    <a:pt x="4503" y="190624"/>
                    <a:pt x="0" y="186121"/>
                    <a:pt x="0" y="180493"/>
                  </a:cubicBezTo>
                  <a:lnTo>
                    <a:pt x="0" y="31520"/>
                  </a:lnTo>
                  <a:lnTo>
                    <a:pt x="36774" y="0"/>
                  </a:lnTo>
                  <a:close/>
                </a:path>
              </a:pathLst>
            </a:custGeom>
            <a:grpFill/>
            <a:ln w="103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endParaRPr>
            </a:p>
          </p:txBody>
        </p:sp>
        <p:sp>
          <p:nvSpPr>
            <p:cNvPr id="86" name="任意多边形: 形状 461"/>
            <p:cNvSpPr/>
            <p:nvPr/>
          </p:nvSpPr>
          <p:spPr>
            <a:xfrm>
              <a:off x="4037605" y="-695346"/>
              <a:ext cx="46478" cy="103553"/>
            </a:xfrm>
            <a:custGeom>
              <a:avLst/>
              <a:gdLst>
                <a:gd name="connsiteX0" fmla="*/ 61540 w 61727"/>
                <a:gd name="connsiteY0" fmla="*/ 0 h 137527"/>
                <a:gd name="connsiteX1" fmla="*/ 61727 w 61727"/>
                <a:gd name="connsiteY1" fmla="*/ 1501 h 137527"/>
                <a:gd name="connsiteX2" fmla="*/ 61727 w 61727"/>
                <a:gd name="connsiteY2" fmla="*/ 127396 h 137527"/>
                <a:gd name="connsiteX3" fmla="*/ 51596 w 61727"/>
                <a:gd name="connsiteY3" fmla="*/ 137527 h 137527"/>
                <a:gd name="connsiteX4" fmla="*/ 10131 w 61727"/>
                <a:gd name="connsiteY4" fmla="*/ 137527 h 137527"/>
                <a:gd name="connsiteX5" fmla="*/ 0 w 61727"/>
                <a:gd name="connsiteY5" fmla="*/ 127583 h 137527"/>
                <a:gd name="connsiteX6" fmla="*/ 0 w 61727"/>
                <a:gd name="connsiteY6" fmla="*/ 51596 h 137527"/>
                <a:gd name="connsiteX7" fmla="*/ 750 w 61727"/>
                <a:gd name="connsiteY7" fmla="*/ 51971 h 137527"/>
                <a:gd name="connsiteX8" fmla="*/ 61540 w 61727"/>
                <a:gd name="connsiteY8" fmla="*/ 0 h 137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727" h="137527">
                  <a:moveTo>
                    <a:pt x="61540" y="0"/>
                  </a:moveTo>
                  <a:cubicBezTo>
                    <a:pt x="61727" y="375"/>
                    <a:pt x="61727" y="938"/>
                    <a:pt x="61727" y="1501"/>
                  </a:cubicBezTo>
                  <a:lnTo>
                    <a:pt x="61727" y="127396"/>
                  </a:lnTo>
                  <a:cubicBezTo>
                    <a:pt x="61727" y="133024"/>
                    <a:pt x="57037" y="137527"/>
                    <a:pt x="51596" y="137527"/>
                  </a:cubicBezTo>
                  <a:lnTo>
                    <a:pt x="10131" y="137527"/>
                  </a:lnTo>
                  <a:cubicBezTo>
                    <a:pt x="4502" y="137527"/>
                    <a:pt x="0" y="133024"/>
                    <a:pt x="0" y="127583"/>
                  </a:cubicBezTo>
                  <a:lnTo>
                    <a:pt x="0" y="51596"/>
                  </a:lnTo>
                  <a:lnTo>
                    <a:pt x="750" y="51971"/>
                  </a:lnTo>
                  <a:lnTo>
                    <a:pt x="61540" y="0"/>
                  </a:lnTo>
                  <a:close/>
                </a:path>
              </a:pathLst>
            </a:custGeom>
            <a:grpFill/>
            <a:ln w="103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endParaRPr>
            </a:p>
          </p:txBody>
        </p:sp>
        <p:sp>
          <p:nvSpPr>
            <p:cNvPr id="87" name="任意多边形: 形状 462"/>
            <p:cNvSpPr/>
            <p:nvPr/>
          </p:nvSpPr>
          <p:spPr>
            <a:xfrm>
              <a:off x="3972336" y="-678535"/>
              <a:ext cx="46479" cy="86742"/>
            </a:xfrm>
            <a:custGeom>
              <a:avLst/>
              <a:gdLst>
                <a:gd name="connsiteX0" fmla="*/ 33585 w 61728"/>
                <a:gd name="connsiteY0" fmla="*/ 0 h 115200"/>
                <a:gd name="connsiteX1" fmla="*/ 61728 w 61728"/>
                <a:gd name="connsiteY1" fmla="*/ 15385 h 115200"/>
                <a:gd name="connsiteX2" fmla="*/ 61728 w 61728"/>
                <a:gd name="connsiteY2" fmla="*/ 105069 h 115200"/>
                <a:gd name="connsiteX3" fmla="*/ 51596 w 61728"/>
                <a:gd name="connsiteY3" fmla="*/ 115200 h 115200"/>
                <a:gd name="connsiteX4" fmla="*/ 10132 w 61728"/>
                <a:gd name="connsiteY4" fmla="*/ 115200 h 115200"/>
                <a:gd name="connsiteX5" fmla="*/ 0 w 61728"/>
                <a:gd name="connsiteY5" fmla="*/ 105069 h 115200"/>
                <a:gd name="connsiteX6" fmla="*/ 0 w 61728"/>
                <a:gd name="connsiteY6" fmla="*/ 19888 h 115200"/>
                <a:gd name="connsiteX7" fmla="*/ 33585 w 61728"/>
                <a:gd name="connsiteY7" fmla="*/ 0 h 115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1728" h="115200">
                  <a:moveTo>
                    <a:pt x="33585" y="0"/>
                  </a:moveTo>
                  <a:lnTo>
                    <a:pt x="61728" y="15385"/>
                  </a:lnTo>
                  <a:lnTo>
                    <a:pt x="61728" y="105069"/>
                  </a:lnTo>
                  <a:cubicBezTo>
                    <a:pt x="61728" y="110697"/>
                    <a:pt x="57037" y="115200"/>
                    <a:pt x="51596" y="115200"/>
                  </a:cubicBezTo>
                  <a:lnTo>
                    <a:pt x="10132" y="115200"/>
                  </a:lnTo>
                  <a:cubicBezTo>
                    <a:pt x="4503" y="115200"/>
                    <a:pt x="0" y="110697"/>
                    <a:pt x="0" y="105069"/>
                  </a:cubicBezTo>
                  <a:lnTo>
                    <a:pt x="0" y="19888"/>
                  </a:lnTo>
                  <a:lnTo>
                    <a:pt x="33585" y="0"/>
                  </a:lnTo>
                  <a:close/>
                </a:path>
              </a:pathLst>
            </a:custGeom>
            <a:grpFill/>
            <a:ln w="103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endParaRPr>
            </a:p>
          </p:txBody>
        </p:sp>
        <p:sp>
          <p:nvSpPr>
            <p:cNvPr id="88" name="任意多边形: 形状 463"/>
            <p:cNvSpPr/>
            <p:nvPr/>
          </p:nvSpPr>
          <p:spPr>
            <a:xfrm>
              <a:off x="3907069" y="-652400"/>
              <a:ext cx="46478" cy="60606"/>
            </a:xfrm>
            <a:custGeom>
              <a:avLst/>
              <a:gdLst>
                <a:gd name="connsiteX0" fmla="*/ 61727 w 61727"/>
                <a:gd name="connsiteY0" fmla="*/ 0 h 80490"/>
                <a:gd name="connsiteX1" fmla="*/ 61727 w 61727"/>
                <a:gd name="connsiteY1" fmla="*/ 70359 h 80490"/>
                <a:gd name="connsiteX2" fmla="*/ 51596 w 61727"/>
                <a:gd name="connsiteY2" fmla="*/ 80490 h 80490"/>
                <a:gd name="connsiteX3" fmla="*/ 10131 w 61727"/>
                <a:gd name="connsiteY3" fmla="*/ 80490 h 80490"/>
                <a:gd name="connsiteX4" fmla="*/ 0 w 61727"/>
                <a:gd name="connsiteY4" fmla="*/ 70359 h 80490"/>
                <a:gd name="connsiteX5" fmla="*/ 0 w 61727"/>
                <a:gd name="connsiteY5" fmla="*/ 36399 h 80490"/>
                <a:gd name="connsiteX6" fmla="*/ 61727 w 61727"/>
                <a:gd name="connsiteY6" fmla="*/ 0 h 80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727" h="80490">
                  <a:moveTo>
                    <a:pt x="61727" y="0"/>
                  </a:moveTo>
                  <a:lnTo>
                    <a:pt x="61727" y="70359"/>
                  </a:lnTo>
                  <a:cubicBezTo>
                    <a:pt x="61727" y="75987"/>
                    <a:pt x="57037" y="80490"/>
                    <a:pt x="51596" y="80490"/>
                  </a:cubicBezTo>
                  <a:lnTo>
                    <a:pt x="10131" y="80490"/>
                  </a:lnTo>
                  <a:cubicBezTo>
                    <a:pt x="4502" y="80490"/>
                    <a:pt x="0" y="75987"/>
                    <a:pt x="0" y="70359"/>
                  </a:cubicBezTo>
                  <a:lnTo>
                    <a:pt x="0" y="36399"/>
                  </a:lnTo>
                  <a:lnTo>
                    <a:pt x="61727" y="0"/>
                  </a:lnTo>
                  <a:close/>
                </a:path>
              </a:pathLst>
            </a:custGeom>
            <a:grpFill/>
            <a:ln w="103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endParaRPr>
            </a:p>
          </p:txBody>
        </p:sp>
      </p:grpSp>
      <p:sp>
        <p:nvSpPr>
          <p:cNvPr id="106" name="椭圆 105"/>
          <p:cNvSpPr/>
          <p:nvPr/>
        </p:nvSpPr>
        <p:spPr>
          <a:xfrm>
            <a:off x="3202940" y="2631440"/>
            <a:ext cx="616585" cy="616585"/>
          </a:xfrm>
          <a:prstGeom prst="ellipse">
            <a:avLst/>
          </a:prstGeom>
          <a:solidFill>
            <a:srgbClr val="FFFFFF"/>
          </a:solidFill>
          <a:ln w="12700" cap="flat" cmpd="sng" algn="ctr">
            <a:solidFill>
              <a:schemeClr val="accent5">
                <a:lumMod val="60000"/>
                <a:lumOff val="40000"/>
              </a:schemeClr>
            </a:solidFill>
            <a:prstDash val="solid"/>
            <a:miter lim="800000"/>
          </a:ln>
          <a:effectLst>
            <a:outerShdw blurRad="254000" dist="101600" dir="2700000" sx="83000" sy="83000" algn="tl" rotWithShape="0">
              <a:schemeClr val="accent5">
                <a:lumMod val="60000"/>
                <a:lumOff val="40000"/>
                <a:alpha val="25000"/>
              </a:schemeClr>
            </a:outerShdw>
          </a:effectLst>
        </p:spPr>
        <p:txBody>
          <a:bodyPr rtlCol="0" anchor="ctr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grpSp>
        <p:nvGrpSpPr>
          <p:cNvPr id="108" name="组合 107"/>
          <p:cNvGrpSpPr/>
          <p:nvPr/>
        </p:nvGrpSpPr>
        <p:grpSpPr>
          <a:xfrm rot="0">
            <a:off x="3343910" y="2813685"/>
            <a:ext cx="317500" cy="252095"/>
            <a:chOff x="5241058" y="-435927"/>
            <a:chExt cx="317500" cy="252095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109" name="任意多边形: 形状 54"/>
            <p:cNvSpPr/>
            <p:nvPr/>
          </p:nvSpPr>
          <p:spPr>
            <a:xfrm>
              <a:off x="5280378" y="-435927"/>
              <a:ext cx="236698" cy="25333"/>
            </a:xfrm>
            <a:custGeom>
              <a:avLst/>
              <a:gdLst>
                <a:gd name="connsiteX0" fmla="*/ 47067 w 1241971"/>
                <a:gd name="connsiteY0" fmla="*/ 0 h 123341"/>
                <a:gd name="connsiteX1" fmla="*/ 1196578 w 1241971"/>
                <a:gd name="connsiteY1" fmla="*/ 0 h 123341"/>
                <a:gd name="connsiteX2" fmla="*/ 1241971 w 1241971"/>
                <a:gd name="connsiteY2" fmla="*/ 59717 h 123341"/>
                <a:gd name="connsiteX3" fmla="*/ 1241971 w 1241971"/>
                <a:gd name="connsiteY3" fmla="*/ 61764 h 123341"/>
                <a:gd name="connsiteX4" fmla="*/ 1194904 w 1241971"/>
                <a:gd name="connsiteY4" fmla="*/ 123341 h 123341"/>
                <a:gd name="connsiteX5" fmla="*/ 47067 w 1241971"/>
                <a:gd name="connsiteY5" fmla="*/ 123341 h 123341"/>
                <a:gd name="connsiteX6" fmla="*/ 47067 w 1241971"/>
                <a:gd name="connsiteY6" fmla="*/ 123155 h 123341"/>
                <a:gd name="connsiteX7" fmla="*/ 0 w 1241971"/>
                <a:gd name="connsiteY7" fmla="*/ 61578 h 123341"/>
                <a:gd name="connsiteX8" fmla="*/ 47067 w 1241971"/>
                <a:gd name="connsiteY8" fmla="*/ 0 h 12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1971" h="123341">
                  <a:moveTo>
                    <a:pt x="47067" y="0"/>
                  </a:moveTo>
                  <a:lnTo>
                    <a:pt x="1196578" y="0"/>
                  </a:lnTo>
                  <a:cubicBezTo>
                    <a:pt x="1221693" y="0"/>
                    <a:pt x="1241971" y="26789"/>
                    <a:pt x="1241971" y="59717"/>
                  </a:cubicBezTo>
                  <a:lnTo>
                    <a:pt x="1241971" y="61764"/>
                  </a:lnTo>
                  <a:cubicBezTo>
                    <a:pt x="1241971" y="95808"/>
                    <a:pt x="1220949" y="123341"/>
                    <a:pt x="1194904" y="123341"/>
                  </a:cubicBezTo>
                  <a:lnTo>
                    <a:pt x="47067" y="123341"/>
                  </a:lnTo>
                  <a:lnTo>
                    <a:pt x="47067" y="123155"/>
                  </a:lnTo>
                  <a:cubicBezTo>
                    <a:pt x="21208" y="123155"/>
                    <a:pt x="0" y="95436"/>
                    <a:pt x="0" y="61578"/>
                  </a:cubicBezTo>
                  <a:cubicBezTo>
                    <a:pt x="0" y="27533"/>
                    <a:pt x="21022" y="0"/>
                    <a:pt x="47067" y="0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10" name="任意多边形: 形状 55"/>
            <p:cNvSpPr/>
            <p:nvPr/>
          </p:nvSpPr>
          <p:spPr>
            <a:xfrm>
              <a:off x="5280378" y="-395734"/>
              <a:ext cx="236698" cy="25333"/>
            </a:xfrm>
            <a:custGeom>
              <a:avLst/>
              <a:gdLst>
                <a:gd name="connsiteX0" fmla="*/ 47067 w 1241971"/>
                <a:gd name="connsiteY0" fmla="*/ 0 h 123341"/>
                <a:gd name="connsiteX1" fmla="*/ 1196578 w 1241971"/>
                <a:gd name="connsiteY1" fmla="*/ 0 h 123341"/>
                <a:gd name="connsiteX2" fmla="*/ 1241971 w 1241971"/>
                <a:gd name="connsiteY2" fmla="*/ 59717 h 123341"/>
                <a:gd name="connsiteX3" fmla="*/ 1241971 w 1241971"/>
                <a:gd name="connsiteY3" fmla="*/ 61763 h 123341"/>
                <a:gd name="connsiteX4" fmla="*/ 1194904 w 1241971"/>
                <a:gd name="connsiteY4" fmla="*/ 123341 h 123341"/>
                <a:gd name="connsiteX5" fmla="*/ 47067 w 1241971"/>
                <a:gd name="connsiteY5" fmla="*/ 123341 h 123341"/>
                <a:gd name="connsiteX6" fmla="*/ 47067 w 1241971"/>
                <a:gd name="connsiteY6" fmla="*/ 123155 h 123341"/>
                <a:gd name="connsiteX7" fmla="*/ 0 w 1241971"/>
                <a:gd name="connsiteY7" fmla="*/ 61577 h 123341"/>
                <a:gd name="connsiteX8" fmla="*/ 47067 w 1241971"/>
                <a:gd name="connsiteY8" fmla="*/ 0 h 12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1971" h="123341">
                  <a:moveTo>
                    <a:pt x="47067" y="0"/>
                  </a:moveTo>
                  <a:lnTo>
                    <a:pt x="1196578" y="0"/>
                  </a:lnTo>
                  <a:cubicBezTo>
                    <a:pt x="1221693" y="0"/>
                    <a:pt x="1241971" y="26789"/>
                    <a:pt x="1241971" y="59717"/>
                  </a:cubicBezTo>
                  <a:lnTo>
                    <a:pt x="1241971" y="61763"/>
                  </a:lnTo>
                  <a:cubicBezTo>
                    <a:pt x="1241971" y="95808"/>
                    <a:pt x="1220949" y="123341"/>
                    <a:pt x="1194904" y="123341"/>
                  </a:cubicBezTo>
                  <a:lnTo>
                    <a:pt x="47067" y="123341"/>
                  </a:lnTo>
                  <a:lnTo>
                    <a:pt x="47067" y="123155"/>
                  </a:lnTo>
                  <a:cubicBezTo>
                    <a:pt x="21208" y="123155"/>
                    <a:pt x="0" y="95436"/>
                    <a:pt x="0" y="61577"/>
                  </a:cubicBezTo>
                  <a:cubicBezTo>
                    <a:pt x="0" y="27533"/>
                    <a:pt x="21022" y="0"/>
                    <a:pt x="47067" y="0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13" name="任意多边形: 形状 56"/>
            <p:cNvSpPr/>
            <p:nvPr/>
          </p:nvSpPr>
          <p:spPr>
            <a:xfrm>
              <a:off x="5280414" y="-355541"/>
              <a:ext cx="236662" cy="64040"/>
            </a:xfrm>
            <a:custGeom>
              <a:avLst/>
              <a:gdLst>
                <a:gd name="connsiteX0" fmla="*/ 27161 w 1241785"/>
                <a:gd name="connsiteY0" fmla="*/ 0 h 311795"/>
                <a:gd name="connsiteX1" fmla="*/ 1214624 w 1241785"/>
                <a:gd name="connsiteY1" fmla="*/ 0 h 311795"/>
                <a:gd name="connsiteX2" fmla="*/ 1241785 w 1241785"/>
                <a:gd name="connsiteY2" fmla="*/ 37207 h 311795"/>
                <a:gd name="connsiteX3" fmla="*/ 1214624 w 1241785"/>
                <a:gd name="connsiteY3" fmla="*/ 74414 h 311795"/>
                <a:gd name="connsiteX4" fmla="*/ 1090910 w 1241785"/>
                <a:gd name="connsiteY4" fmla="*/ 74414 h 311795"/>
                <a:gd name="connsiteX5" fmla="*/ 1023380 w 1241785"/>
                <a:gd name="connsiteY5" fmla="*/ 102133 h 311795"/>
                <a:gd name="connsiteX6" fmla="*/ 819485 w 1241785"/>
                <a:gd name="connsiteY6" fmla="*/ 292261 h 311795"/>
                <a:gd name="connsiteX7" fmla="*/ 772604 w 1241785"/>
                <a:gd name="connsiteY7" fmla="*/ 311795 h 311795"/>
                <a:gd name="connsiteX8" fmla="*/ 473832 w 1241785"/>
                <a:gd name="connsiteY8" fmla="*/ 311795 h 311795"/>
                <a:gd name="connsiteX9" fmla="*/ 459135 w 1241785"/>
                <a:gd name="connsiteY9" fmla="*/ 305284 h 311795"/>
                <a:gd name="connsiteX10" fmla="*/ 253008 w 1241785"/>
                <a:gd name="connsiteY10" fmla="*/ 103994 h 311795"/>
                <a:gd name="connsiteX11" fmla="*/ 183617 w 1241785"/>
                <a:gd name="connsiteY11" fmla="*/ 74414 h 311795"/>
                <a:gd name="connsiteX12" fmla="*/ 27161 w 1241785"/>
                <a:gd name="connsiteY12" fmla="*/ 74414 h 311795"/>
                <a:gd name="connsiteX13" fmla="*/ 0 w 1241785"/>
                <a:gd name="connsiteY13" fmla="*/ 37207 h 311795"/>
                <a:gd name="connsiteX14" fmla="*/ 27161 w 1241785"/>
                <a:gd name="connsiteY14" fmla="*/ 0 h 311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41785" h="311795">
                  <a:moveTo>
                    <a:pt x="27161" y="0"/>
                  </a:moveTo>
                  <a:lnTo>
                    <a:pt x="1214624" y="0"/>
                  </a:lnTo>
                  <a:cubicBezTo>
                    <a:pt x="1229320" y="0"/>
                    <a:pt x="1241785" y="17115"/>
                    <a:pt x="1241785" y="37207"/>
                  </a:cubicBezTo>
                  <a:cubicBezTo>
                    <a:pt x="1241785" y="57299"/>
                    <a:pt x="1229320" y="74414"/>
                    <a:pt x="1214624" y="74414"/>
                  </a:cubicBezTo>
                  <a:lnTo>
                    <a:pt x="1090910" y="74414"/>
                  </a:lnTo>
                  <a:cubicBezTo>
                    <a:pt x="1066540" y="74414"/>
                    <a:pt x="1042541" y="84274"/>
                    <a:pt x="1023380" y="102133"/>
                  </a:cubicBezTo>
                  <a:lnTo>
                    <a:pt x="819485" y="292261"/>
                  </a:lnTo>
                  <a:cubicBezTo>
                    <a:pt x="805718" y="305098"/>
                    <a:pt x="789533" y="311795"/>
                    <a:pt x="772604" y="311795"/>
                  </a:cubicBezTo>
                  <a:lnTo>
                    <a:pt x="473832" y="311795"/>
                  </a:lnTo>
                  <a:cubicBezTo>
                    <a:pt x="468623" y="311795"/>
                    <a:pt x="463414" y="309562"/>
                    <a:pt x="459135" y="305284"/>
                  </a:cubicBezTo>
                  <a:lnTo>
                    <a:pt x="253008" y="103994"/>
                  </a:lnTo>
                  <a:cubicBezTo>
                    <a:pt x="233474" y="85018"/>
                    <a:pt x="208731" y="74414"/>
                    <a:pt x="183617" y="74414"/>
                  </a:cubicBezTo>
                  <a:lnTo>
                    <a:pt x="27161" y="74414"/>
                  </a:lnTo>
                  <a:cubicBezTo>
                    <a:pt x="12464" y="74414"/>
                    <a:pt x="0" y="57299"/>
                    <a:pt x="0" y="37207"/>
                  </a:cubicBezTo>
                  <a:cubicBezTo>
                    <a:pt x="0" y="17115"/>
                    <a:pt x="12464" y="0"/>
                    <a:pt x="27161" y="0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22" name="任意多边形: 形状 53"/>
            <p:cNvSpPr/>
            <p:nvPr/>
          </p:nvSpPr>
          <p:spPr>
            <a:xfrm>
              <a:off x="5241058" y="-322458"/>
              <a:ext cx="317500" cy="138626"/>
            </a:xfrm>
            <a:custGeom>
              <a:avLst/>
              <a:gdLst>
                <a:gd name="connsiteX0" fmla="*/ 79623 w 1665944"/>
                <a:gd name="connsiteY0" fmla="*/ 674750 h 674935"/>
                <a:gd name="connsiteX1" fmla="*/ 0 w 1665944"/>
                <a:gd name="connsiteY1" fmla="*/ 572802 h 674935"/>
                <a:gd name="connsiteX2" fmla="*/ 0 w 1665944"/>
                <a:gd name="connsiteY2" fmla="*/ 101947 h 674935"/>
                <a:gd name="connsiteX3" fmla="*/ 79623 w 1665944"/>
                <a:gd name="connsiteY3" fmla="*/ 0 h 674935"/>
                <a:gd name="connsiteX4" fmla="*/ 392906 w 1665944"/>
                <a:gd name="connsiteY4" fmla="*/ 0 h 674935"/>
                <a:gd name="connsiteX5" fmla="*/ 425090 w 1665944"/>
                <a:gd name="connsiteY5" fmla="*/ 372 h 674935"/>
                <a:gd name="connsiteX6" fmla="*/ 632334 w 1665944"/>
                <a:gd name="connsiteY6" fmla="*/ 207801 h 674935"/>
                <a:gd name="connsiteX7" fmla="*/ 701911 w 1665944"/>
                <a:gd name="connsiteY7" fmla="*/ 237567 h 674935"/>
                <a:gd name="connsiteX8" fmla="*/ 982080 w 1665944"/>
                <a:gd name="connsiteY8" fmla="*/ 237567 h 674935"/>
                <a:gd name="connsiteX9" fmla="*/ 1049610 w 1665944"/>
                <a:gd name="connsiteY9" fmla="*/ 209848 h 674935"/>
                <a:gd name="connsiteX10" fmla="*/ 1274341 w 1665944"/>
                <a:gd name="connsiteY10" fmla="*/ 186 h 674935"/>
                <a:gd name="connsiteX11" fmla="*/ 1586322 w 1665944"/>
                <a:gd name="connsiteY11" fmla="*/ 186 h 674935"/>
                <a:gd name="connsiteX12" fmla="*/ 1665945 w 1665944"/>
                <a:gd name="connsiteY12" fmla="*/ 102133 h 674935"/>
                <a:gd name="connsiteX13" fmla="*/ 1665945 w 1665944"/>
                <a:gd name="connsiteY13" fmla="*/ 572988 h 674935"/>
                <a:gd name="connsiteX14" fmla="*/ 1586322 w 1665944"/>
                <a:gd name="connsiteY14" fmla="*/ 674936 h 674935"/>
                <a:gd name="connsiteX15" fmla="*/ 79623 w 1665944"/>
                <a:gd name="connsiteY15" fmla="*/ 674936 h 674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665944" h="674935">
                  <a:moveTo>
                    <a:pt x="79623" y="674750"/>
                  </a:moveTo>
                  <a:cubicBezTo>
                    <a:pt x="35719" y="674750"/>
                    <a:pt x="0" y="628985"/>
                    <a:pt x="0" y="572802"/>
                  </a:cubicBezTo>
                  <a:lnTo>
                    <a:pt x="0" y="101947"/>
                  </a:lnTo>
                  <a:cubicBezTo>
                    <a:pt x="0" y="45765"/>
                    <a:pt x="35719" y="0"/>
                    <a:pt x="79623" y="0"/>
                  </a:cubicBezTo>
                  <a:lnTo>
                    <a:pt x="392906" y="0"/>
                  </a:lnTo>
                  <a:cubicBezTo>
                    <a:pt x="404440" y="0"/>
                    <a:pt x="418393" y="0"/>
                    <a:pt x="425090" y="372"/>
                  </a:cubicBezTo>
                  <a:lnTo>
                    <a:pt x="632334" y="207801"/>
                  </a:lnTo>
                  <a:cubicBezTo>
                    <a:pt x="652053" y="226963"/>
                    <a:pt x="676610" y="237567"/>
                    <a:pt x="701911" y="237567"/>
                  </a:cubicBezTo>
                  <a:lnTo>
                    <a:pt x="982080" y="237567"/>
                  </a:lnTo>
                  <a:cubicBezTo>
                    <a:pt x="1006450" y="237567"/>
                    <a:pt x="1030449" y="227707"/>
                    <a:pt x="1049610" y="209848"/>
                  </a:cubicBezTo>
                  <a:lnTo>
                    <a:pt x="1274341" y="186"/>
                  </a:lnTo>
                  <a:lnTo>
                    <a:pt x="1586322" y="186"/>
                  </a:lnTo>
                  <a:cubicBezTo>
                    <a:pt x="1630226" y="186"/>
                    <a:pt x="1665945" y="45951"/>
                    <a:pt x="1665945" y="102133"/>
                  </a:cubicBezTo>
                  <a:lnTo>
                    <a:pt x="1665945" y="572988"/>
                  </a:lnTo>
                  <a:cubicBezTo>
                    <a:pt x="1665945" y="629171"/>
                    <a:pt x="1630226" y="674936"/>
                    <a:pt x="1586322" y="674936"/>
                  </a:cubicBezTo>
                  <a:lnTo>
                    <a:pt x="79623" y="674936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124" name="椭圆 123"/>
          <p:cNvSpPr/>
          <p:nvPr/>
        </p:nvSpPr>
        <p:spPr>
          <a:xfrm>
            <a:off x="3119755" y="3954145"/>
            <a:ext cx="616585" cy="616585"/>
          </a:xfrm>
          <a:prstGeom prst="ellipse">
            <a:avLst/>
          </a:prstGeom>
          <a:solidFill>
            <a:srgbClr val="FFFFFF"/>
          </a:solidFill>
          <a:ln w="12700" cap="flat" cmpd="sng" algn="ctr">
            <a:solidFill>
              <a:schemeClr val="accent5">
                <a:lumMod val="60000"/>
                <a:lumOff val="40000"/>
              </a:schemeClr>
            </a:solidFill>
            <a:prstDash val="solid"/>
            <a:miter lim="800000"/>
          </a:ln>
          <a:effectLst>
            <a:outerShdw blurRad="254000" dist="101600" dir="2700000" sx="83000" sy="83000" algn="tl" rotWithShape="0">
              <a:schemeClr val="accent5">
                <a:lumMod val="60000"/>
                <a:lumOff val="40000"/>
                <a:alpha val="25000"/>
              </a:schemeClr>
            </a:outerShdw>
          </a:effectLst>
        </p:spPr>
        <p:txBody>
          <a:bodyPr rtlCol="0" anchor="ctr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grpSp>
        <p:nvGrpSpPr>
          <p:cNvPr id="155" name="组合 154"/>
          <p:cNvGrpSpPr/>
          <p:nvPr/>
        </p:nvGrpSpPr>
        <p:grpSpPr>
          <a:xfrm rot="0">
            <a:off x="3263900" y="4095115"/>
            <a:ext cx="301625" cy="353060"/>
            <a:chOff x="5262604" y="2476499"/>
            <a:chExt cx="1554169" cy="1822037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126" name="任意多边形: 形状 452"/>
            <p:cNvSpPr/>
            <p:nvPr/>
          </p:nvSpPr>
          <p:spPr>
            <a:xfrm>
              <a:off x="5262604" y="2476499"/>
              <a:ext cx="1338771" cy="1318214"/>
            </a:xfrm>
            <a:custGeom>
              <a:avLst/>
              <a:gdLst>
                <a:gd name="connsiteX0" fmla="*/ 642548 w 1338771"/>
                <a:gd name="connsiteY0" fmla="*/ 0 h 1318214"/>
                <a:gd name="connsiteX1" fmla="*/ 696203 w 1338771"/>
                <a:gd name="connsiteY1" fmla="*/ 0 h 1318214"/>
                <a:gd name="connsiteX2" fmla="*/ 803572 w 1338771"/>
                <a:gd name="connsiteY2" fmla="*/ 105663 h 1318214"/>
                <a:gd name="connsiteX3" fmla="*/ 803572 w 1338771"/>
                <a:gd name="connsiteY3" fmla="*/ 176700 h 1318214"/>
                <a:gd name="connsiteX4" fmla="*/ 925248 w 1338771"/>
                <a:gd name="connsiteY4" fmla="*/ 226803 h 1318214"/>
                <a:gd name="connsiteX5" fmla="*/ 987098 w 1338771"/>
                <a:gd name="connsiteY5" fmla="*/ 166005 h 1318214"/>
                <a:gd name="connsiteX6" fmla="*/ 1138935 w 1338771"/>
                <a:gd name="connsiteY6" fmla="*/ 166005 h 1318214"/>
                <a:gd name="connsiteX7" fmla="*/ 1176834 w 1338771"/>
                <a:gd name="connsiteY7" fmla="*/ 203448 h 1318214"/>
                <a:gd name="connsiteX8" fmla="*/ 1176834 w 1338771"/>
                <a:gd name="connsiteY8" fmla="*/ 352963 h 1318214"/>
                <a:gd name="connsiteX9" fmla="*/ 1113814 w 1338771"/>
                <a:gd name="connsiteY9" fmla="*/ 414932 h 1318214"/>
                <a:gd name="connsiteX10" fmla="*/ 1161357 w 1338771"/>
                <a:gd name="connsiteY10" fmla="*/ 530159 h 1318214"/>
                <a:gd name="connsiteX11" fmla="*/ 1231342 w 1338771"/>
                <a:gd name="connsiteY11" fmla="*/ 530159 h 1318214"/>
                <a:gd name="connsiteX12" fmla="*/ 1338771 w 1338771"/>
                <a:gd name="connsiteY12" fmla="*/ 635960 h 1318214"/>
                <a:gd name="connsiteX13" fmla="*/ 1338771 w 1338771"/>
                <a:gd name="connsiteY13" fmla="*/ 688861 h 1318214"/>
                <a:gd name="connsiteX14" fmla="*/ 1231342 w 1338771"/>
                <a:gd name="connsiteY14" fmla="*/ 794544 h 1318214"/>
                <a:gd name="connsiteX15" fmla="*/ 1160543 w 1338771"/>
                <a:gd name="connsiteY15" fmla="*/ 794544 h 1318214"/>
                <a:gd name="connsiteX16" fmla="*/ 1111254 w 1338771"/>
                <a:gd name="connsiteY16" fmla="*/ 910703 h 1318214"/>
                <a:gd name="connsiteX17" fmla="*/ 1176834 w 1338771"/>
                <a:gd name="connsiteY17" fmla="*/ 975232 h 1318214"/>
                <a:gd name="connsiteX18" fmla="*/ 1176834 w 1338771"/>
                <a:gd name="connsiteY18" fmla="*/ 1124747 h 1318214"/>
                <a:gd name="connsiteX19" fmla="*/ 1138935 w 1338771"/>
                <a:gd name="connsiteY19" fmla="*/ 1162071 h 1318214"/>
                <a:gd name="connsiteX20" fmla="*/ 987078 w 1338771"/>
                <a:gd name="connsiteY20" fmla="*/ 1162091 h 1318214"/>
                <a:gd name="connsiteX21" fmla="*/ 921041 w 1338771"/>
                <a:gd name="connsiteY21" fmla="*/ 1097205 h 1318214"/>
                <a:gd name="connsiteX22" fmla="*/ 803552 w 1338771"/>
                <a:gd name="connsiteY22" fmla="*/ 1144749 h 1318214"/>
                <a:gd name="connsiteX23" fmla="*/ 803552 w 1338771"/>
                <a:gd name="connsiteY23" fmla="*/ 1212531 h 1318214"/>
                <a:gd name="connsiteX24" fmla="*/ 696183 w 1338771"/>
                <a:gd name="connsiteY24" fmla="*/ 1318214 h 1318214"/>
                <a:gd name="connsiteX25" fmla="*/ 642528 w 1338771"/>
                <a:gd name="connsiteY25" fmla="*/ 1318214 h 1318214"/>
                <a:gd name="connsiteX26" fmla="*/ 535159 w 1338771"/>
                <a:gd name="connsiteY26" fmla="*/ 1212531 h 1318214"/>
                <a:gd name="connsiteX27" fmla="*/ 535159 w 1338771"/>
                <a:gd name="connsiteY27" fmla="*/ 1144749 h 1318214"/>
                <a:gd name="connsiteX28" fmla="*/ 417611 w 1338771"/>
                <a:gd name="connsiteY28" fmla="*/ 1097205 h 1318214"/>
                <a:gd name="connsiteX29" fmla="*/ 351693 w 1338771"/>
                <a:gd name="connsiteY29" fmla="*/ 1162091 h 1318214"/>
                <a:gd name="connsiteX30" fmla="*/ 199856 w 1338771"/>
                <a:gd name="connsiteY30" fmla="*/ 1162091 h 1318214"/>
                <a:gd name="connsiteX31" fmla="*/ 161897 w 1338771"/>
                <a:gd name="connsiteY31" fmla="*/ 1124767 h 1318214"/>
                <a:gd name="connsiteX32" fmla="*/ 161897 w 1338771"/>
                <a:gd name="connsiteY32" fmla="*/ 975252 h 1318214"/>
                <a:gd name="connsiteX33" fmla="*/ 227418 w 1338771"/>
                <a:gd name="connsiteY33" fmla="*/ 910723 h 1318214"/>
                <a:gd name="connsiteX34" fmla="*/ 178228 w 1338771"/>
                <a:gd name="connsiteY34" fmla="*/ 794564 h 1318214"/>
                <a:gd name="connsiteX35" fmla="*/ 107369 w 1338771"/>
                <a:gd name="connsiteY35" fmla="*/ 794564 h 1318214"/>
                <a:gd name="connsiteX36" fmla="*/ 0 w 1338771"/>
                <a:gd name="connsiteY36" fmla="*/ 688881 h 1318214"/>
                <a:gd name="connsiteX37" fmla="*/ 0 w 1338771"/>
                <a:gd name="connsiteY37" fmla="*/ 635980 h 1318214"/>
                <a:gd name="connsiteX38" fmla="*/ 107389 w 1338771"/>
                <a:gd name="connsiteY38" fmla="*/ 530179 h 1318214"/>
                <a:gd name="connsiteX39" fmla="*/ 177434 w 1338771"/>
                <a:gd name="connsiteY39" fmla="*/ 530179 h 1318214"/>
                <a:gd name="connsiteX40" fmla="*/ 224938 w 1338771"/>
                <a:gd name="connsiteY40" fmla="*/ 414952 h 1318214"/>
                <a:gd name="connsiteX41" fmla="*/ 161917 w 1338771"/>
                <a:gd name="connsiteY41" fmla="*/ 352983 h 1318214"/>
                <a:gd name="connsiteX42" fmla="*/ 161917 w 1338771"/>
                <a:gd name="connsiteY42" fmla="*/ 203468 h 1318214"/>
                <a:gd name="connsiteX43" fmla="*/ 199876 w 1338771"/>
                <a:gd name="connsiteY43" fmla="*/ 166024 h 1318214"/>
                <a:gd name="connsiteX44" fmla="*/ 351713 w 1338771"/>
                <a:gd name="connsiteY44" fmla="*/ 166024 h 1318214"/>
                <a:gd name="connsiteX45" fmla="*/ 413444 w 1338771"/>
                <a:gd name="connsiteY45" fmla="*/ 226823 h 1318214"/>
                <a:gd name="connsiteX46" fmla="*/ 535179 w 1338771"/>
                <a:gd name="connsiteY46" fmla="*/ 176720 h 1318214"/>
                <a:gd name="connsiteX47" fmla="*/ 535179 w 1338771"/>
                <a:gd name="connsiteY47" fmla="*/ 105683 h 1318214"/>
                <a:gd name="connsiteX48" fmla="*/ 642548 w 1338771"/>
                <a:gd name="connsiteY48" fmla="*/ 0 h 1318214"/>
                <a:gd name="connsiteX49" fmla="*/ 669395 w 1338771"/>
                <a:gd name="connsiteY49" fmla="*/ 373342 h 1318214"/>
                <a:gd name="connsiteX50" fmla="*/ 374076 w 1338771"/>
                <a:gd name="connsiteY50" fmla="*/ 664117 h 1318214"/>
                <a:gd name="connsiteX51" fmla="*/ 669395 w 1338771"/>
                <a:gd name="connsiteY51" fmla="*/ 954774 h 1318214"/>
                <a:gd name="connsiteX52" fmla="*/ 964656 w 1338771"/>
                <a:gd name="connsiteY52" fmla="*/ 664117 h 1318214"/>
                <a:gd name="connsiteX53" fmla="*/ 669395 w 1338771"/>
                <a:gd name="connsiteY53" fmla="*/ 373342 h 13182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1338771" h="1318214">
                  <a:moveTo>
                    <a:pt x="642548" y="0"/>
                  </a:moveTo>
                  <a:lnTo>
                    <a:pt x="696203" y="0"/>
                  </a:lnTo>
                  <a:cubicBezTo>
                    <a:pt x="755493" y="0"/>
                    <a:pt x="803572" y="47325"/>
                    <a:pt x="803572" y="105663"/>
                  </a:cubicBezTo>
                  <a:lnTo>
                    <a:pt x="803572" y="176700"/>
                  </a:lnTo>
                  <a:cubicBezTo>
                    <a:pt x="846710" y="188328"/>
                    <a:pt x="887527" y="205174"/>
                    <a:pt x="925248" y="226803"/>
                  </a:cubicBezTo>
                  <a:lnTo>
                    <a:pt x="987098" y="166005"/>
                  </a:lnTo>
                  <a:cubicBezTo>
                    <a:pt x="1028946" y="124732"/>
                    <a:pt x="1096967" y="124732"/>
                    <a:pt x="1138935" y="166005"/>
                  </a:cubicBezTo>
                  <a:lnTo>
                    <a:pt x="1176834" y="203448"/>
                  </a:lnTo>
                  <a:cubicBezTo>
                    <a:pt x="1218802" y="244602"/>
                    <a:pt x="1218802" y="311571"/>
                    <a:pt x="1176834" y="352963"/>
                  </a:cubicBezTo>
                  <a:lnTo>
                    <a:pt x="1113814" y="414932"/>
                  </a:lnTo>
                  <a:cubicBezTo>
                    <a:pt x="1134391" y="450867"/>
                    <a:pt x="1150305" y="489580"/>
                    <a:pt x="1161357" y="530159"/>
                  </a:cubicBezTo>
                  <a:lnTo>
                    <a:pt x="1231342" y="530159"/>
                  </a:lnTo>
                  <a:cubicBezTo>
                    <a:pt x="1290633" y="530159"/>
                    <a:pt x="1338771" y="577603"/>
                    <a:pt x="1338771" y="635960"/>
                  </a:cubicBezTo>
                  <a:lnTo>
                    <a:pt x="1338771" y="688861"/>
                  </a:lnTo>
                  <a:cubicBezTo>
                    <a:pt x="1338771" y="747219"/>
                    <a:pt x="1290633" y="794544"/>
                    <a:pt x="1231342" y="794544"/>
                  </a:cubicBezTo>
                  <a:lnTo>
                    <a:pt x="1160543" y="794544"/>
                  </a:lnTo>
                  <a:cubicBezTo>
                    <a:pt x="1148916" y="835717"/>
                    <a:pt x="1132406" y="874550"/>
                    <a:pt x="1111254" y="910703"/>
                  </a:cubicBezTo>
                  <a:lnTo>
                    <a:pt x="1176834" y="975232"/>
                  </a:lnTo>
                  <a:cubicBezTo>
                    <a:pt x="1218802" y="1016505"/>
                    <a:pt x="1218802" y="1083474"/>
                    <a:pt x="1176834" y="1124747"/>
                  </a:cubicBezTo>
                  <a:lnTo>
                    <a:pt x="1138935" y="1162071"/>
                  </a:lnTo>
                  <a:cubicBezTo>
                    <a:pt x="1096967" y="1203364"/>
                    <a:pt x="1028946" y="1203364"/>
                    <a:pt x="987078" y="1162091"/>
                  </a:cubicBezTo>
                  <a:lnTo>
                    <a:pt x="921041" y="1097205"/>
                  </a:lnTo>
                  <a:cubicBezTo>
                    <a:pt x="884471" y="1117663"/>
                    <a:pt x="845123" y="1133696"/>
                    <a:pt x="803552" y="1144749"/>
                  </a:cubicBezTo>
                  <a:lnTo>
                    <a:pt x="803552" y="1212531"/>
                  </a:lnTo>
                  <a:cubicBezTo>
                    <a:pt x="803552" y="1270889"/>
                    <a:pt x="755473" y="1318214"/>
                    <a:pt x="696183" y="1318214"/>
                  </a:cubicBezTo>
                  <a:lnTo>
                    <a:pt x="642528" y="1318214"/>
                  </a:lnTo>
                  <a:cubicBezTo>
                    <a:pt x="583238" y="1318214"/>
                    <a:pt x="535159" y="1270889"/>
                    <a:pt x="535159" y="1212531"/>
                  </a:cubicBezTo>
                  <a:lnTo>
                    <a:pt x="535159" y="1144749"/>
                  </a:lnTo>
                  <a:cubicBezTo>
                    <a:pt x="493648" y="1133716"/>
                    <a:pt x="454240" y="1117663"/>
                    <a:pt x="417611" y="1097205"/>
                  </a:cubicBezTo>
                  <a:lnTo>
                    <a:pt x="351693" y="1162091"/>
                  </a:lnTo>
                  <a:cubicBezTo>
                    <a:pt x="309785" y="1203364"/>
                    <a:pt x="241764" y="1203364"/>
                    <a:pt x="199856" y="1162091"/>
                  </a:cubicBezTo>
                  <a:lnTo>
                    <a:pt x="161897" y="1124767"/>
                  </a:lnTo>
                  <a:cubicBezTo>
                    <a:pt x="119989" y="1083494"/>
                    <a:pt x="119989" y="1016525"/>
                    <a:pt x="161897" y="975252"/>
                  </a:cubicBezTo>
                  <a:lnTo>
                    <a:pt x="227418" y="910723"/>
                  </a:lnTo>
                  <a:cubicBezTo>
                    <a:pt x="206305" y="874550"/>
                    <a:pt x="189736" y="835717"/>
                    <a:pt x="178228" y="794564"/>
                  </a:cubicBezTo>
                  <a:lnTo>
                    <a:pt x="107369" y="794564"/>
                  </a:lnTo>
                  <a:cubicBezTo>
                    <a:pt x="48019" y="794564"/>
                    <a:pt x="0" y="747239"/>
                    <a:pt x="0" y="688881"/>
                  </a:cubicBezTo>
                  <a:lnTo>
                    <a:pt x="0" y="635980"/>
                  </a:lnTo>
                  <a:cubicBezTo>
                    <a:pt x="0" y="577603"/>
                    <a:pt x="48019" y="530179"/>
                    <a:pt x="107389" y="530179"/>
                  </a:cubicBezTo>
                  <a:lnTo>
                    <a:pt x="177434" y="530179"/>
                  </a:lnTo>
                  <a:cubicBezTo>
                    <a:pt x="188486" y="489600"/>
                    <a:pt x="204420" y="450887"/>
                    <a:pt x="224938" y="414952"/>
                  </a:cubicBezTo>
                  <a:lnTo>
                    <a:pt x="161917" y="352983"/>
                  </a:lnTo>
                  <a:cubicBezTo>
                    <a:pt x="120009" y="311591"/>
                    <a:pt x="120009" y="244622"/>
                    <a:pt x="161917" y="203468"/>
                  </a:cubicBezTo>
                  <a:lnTo>
                    <a:pt x="199876" y="166024"/>
                  </a:lnTo>
                  <a:cubicBezTo>
                    <a:pt x="241784" y="124751"/>
                    <a:pt x="309805" y="124751"/>
                    <a:pt x="351713" y="166024"/>
                  </a:cubicBezTo>
                  <a:lnTo>
                    <a:pt x="413444" y="226823"/>
                  </a:lnTo>
                  <a:cubicBezTo>
                    <a:pt x="451244" y="205214"/>
                    <a:pt x="492041" y="188347"/>
                    <a:pt x="535179" y="176720"/>
                  </a:cubicBezTo>
                  <a:lnTo>
                    <a:pt x="535179" y="105683"/>
                  </a:lnTo>
                  <a:cubicBezTo>
                    <a:pt x="535179" y="47325"/>
                    <a:pt x="583258" y="0"/>
                    <a:pt x="642548" y="0"/>
                  </a:cubicBezTo>
                  <a:close/>
                  <a:moveTo>
                    <a:pt x="669395" y="373342"/>
                  </a:moveTo>
                  <a:cubicBezTo>
                    <a:pt x="506328" y="373342"/>
                    <a:pt x="374076" y="503431"/>
                    <a:pt x="374076" y="664117"/>
                  </a:cubicBezTo>
                  <a:cubicBezTo>
                    <a:pt x="374076" y="824546"/>
                    <a:pt x="506328" y="954774"/>
                    <a:pt x="669395" y="954774"/>
                  </a:cubicBezTo>
                  <a:cubicBezTo>
                    <a:pt x="832463" y="954774"/>
                    <a:pt x="964656" y="824566"/>
                    <a:pt x="964656" y="664117"/>
                  </a:cubicBezTo>
                  <a:cubicBezTo>
                    <a:pt x="964656" y="503450"/>
                    <a:pt x="832463" y="373342"/>
                    <a:pt x="669395" y="373342"/>
                  </a:cubicBezTo>
                  <a:close/>
                </a:path>
              </a:pathLst>
            </a:custGeom>
            <a:grpFill/>
            <a:ln w="103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endParaRPr>
            </a:p>
          </p:txBody>
        </p:sp>
        <p:sp>
          <p:nvSpPr>
            <p:cNvPr id="127" name="任意多边形: 形状 453"/>
            <p:cNvSpPr/>
            <p:nvPr/>
          </p:nvSpPr>
          <p:spPr>
            <a:xfrm>
              <a:off x="5797763" y="3005051"/>
              <a:ext cx="268413" cy="264384"/>
            </a:xfrm>
            <a:custGeom>
              <a:avLst/>
              <a:gdLst>
                <a:gd name="connsiteX0" fmla="*/ 134236 w 268413"/>
                <a:gd name="connsiteY0" fmla="*/ 0 h 264384"/>
                <a:gd name="connsiteX1" fmla="*/ 268413 w 268413"/>
                <a:gd name="connsiteY1" fmla="*/ 132192 h 264384"/>
                <a:gd name="connsiteX2" fmla="*/ 134236 w 268413"/>
                <a:gd name="connsiteY2" fmla="*/ 264384 h 264384"/>
                <a:gd name="connsiteX3" fmla="*/ 0 w 268413"/>
                <a:gd name="connsiteY3" fmla="*/ 132192 h 264384"/>
                <a:gd name="connsiteX4" fmla="*/ 134236 w 268413"/>
                <a:gd name="connsiteY4" fmla="*/ 0 h 264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8413" h="264384">
                  <a:moveTo>
                    <a:pt x="134236" y="0"/>
                  </a:moveTo>
                  <a:cubicBezTo>
                    <a:pt x="208369" y="0"/>
                    <a:pt x="268413" y="59290"/>
                    <a:pt x="268413" y="132192"/>
                  </a:cubicBezTo>
                  <a:cubicBezTo>
                    <a:pt x="268413" y="205213"/>
                    <a:pt x="208349" y="264384"/>
                    <a:pt x="134236" y="264384"/>
                  </a:cubicBezTo>
                  <a:cubicBezTo>
                    <a:pt x="60044" y="264384"/>
                    <a:pt x="0" y="205213"/>
                    <a:pt x="0" y="132192"/>
                  </a:cubicBezTo>
                  <a:cubicBezTo>
                    <a:pt x="0" y="59290"/>
                    <a:pt x="60064" y="0"/>
                    <a:pt x="134236" y="0"/>
                  </a:cubicBezTo>
                  <a:close/>
                </a:path>
              </a:pathLst>
            </a:custGeom>
            <a:grpFill/>
            <a:ln w="103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endParaRPr>
            </a:p>
          </p:txBody>
        </p:sp>
        <p:sp>
          <p:nvSpPr>
            <p:cNvPr id="128" name="任意多边形: 形状 454"/>
            <p:cNvSpPr/>
            <p:nvPr/>
          </p:nvSpPr>
          <p:spPr>
            <a:xfrm>
              <a:off x="6167438" y="3659202"/>
              <a:ext cx="649335" cy="639334"/>
            </a:xfrm>
            <a:custGeom>
              <a:avLst/>
              <a:gdLst>
                <a:gd name="connsiteX0" fmla="*/ 311690 w 649335"/>
                <a:gd name="connsiteY0" fmla="*/ 0 h 639334"/>
                <a:gd name="connsiteX1" fmla="*/ 337744 w 649335"/>
                <a:gd name="connsiteY1" fmla="*/ 0 h 639334"/>
                <a:gd name="connsiteX2" fmla="*/ 389831 w 649335"/>
                <a:gd name="connsiteY2" fmla="*/ 51274 h 639334"/>
                <a:gd name="connsiteX3" fmla="*/ 389831 w 649335"/>
                <a:gd name="connsiteY3" fmla="*/ 85681 h 639334"/>
                <a:gd name="connsiteX4" fmla="*/ 448784 w 649335"/>
                <a:gd name="connsiteY4" fmla="*/ 109989 h 639334"/>
                <a:gd name="connsiteX5" fmla="*/ 478667 w 649335"/>
                <a:gd name="connsiteY5" fmla="*/ 80463 h 639334"/>
                <a:gd name="connsiteX6" fmla="*/ 552383 w 649335"/>
                <a:gd name="connsiteY6" fmla="*/ 80463 h 639334"/>
                <a:gd name="connsiteX7" fmla="*/ 570758 w 649335"/>
                <a:gd name="connsiteY7" fmla="*/ 98599 h 639334"/>
                <a:gd name="connsiteX8" fmla="*/ 570758 w 649335"/>
                <a:gd name="connsiteY8" fmla="*/ 171144 h 639334"/>
                <a:gd name="connsiteX9" fmla="*/ 540299 w 649335"/>
                <a:gd name="connsiteY9" fmla="*/ 201265 h 639334"/>
                <a:gd name="connsiteX10" fmla="*/ 563317 w 649335"/>
                <a:gd name="connsiteY10" fmla="*/ 257182 h 639334"/>
                <a:gd name="connsiteX11" fmla="*/ 597267 w 649335"/>
                <a:gd name="connsiteY11" fmla="*/ 257182 h 639334"/>
                <a:gd name="connsiteX12" fmla="*/ 649335 w 649335"/>
                <a:gd name="connsiteY12" fmla="*/ 308456 h 639334"/>
                <a:gd name="connsiteX13" fmla="*/ 649335 w 649335"/>
                <a:gd name="connsiteY13" fmla="*/ 334033 h 639334"/>
                <a:gd name="connsiteX14" fmla="*/ 597248 w 649335"/>
                <a:gd name="connsiteY14" fmla="*/ 385307 h 639334"/>
                <a:gd name="connsiteX15" fmla="*/ 562840 w 649335"/>
                <a:gd name="connsiteY15" fmla="*/ 385307 h 639334"/>
                <a:gd name="connsiteX16" fmla="*/ 539009 w 649335"/>
                <a:gd name="connsiteY16" fmla="*/ 441700 h 639334"/>
                <a:gd name="connsiteX17" fmla="*/ 570758 w 649335"/>
                <a:gd name="connsiteY17" fmla="*/ 472972 h 639334"/>
                <a:gd name="connsiteX18" fmla="*/ 570758 w 649335"/>
                <a:gd name="connsiteY18" fmla="*/ 545517 h 639334"/>
                <a:gd name="connsiteX19" fmla="*/ 552383 w 649335"/>
                <a:gd name="connsiteY19" fmla="*/ 563535 h 639334"/>
                <a:gd name="connsiteX20" fmla="*/ 478667 w 649335"/>
                <a:gd name="connsiteY20" fmla="*/ 563535 h 639334"/>
                <a:gd name="connsiteX21" fmla="*/ 446820 w 649335"/>
                <a:gd name="connsiteY21" fmla="*/ 532143 h 639334"/>
                <a:gd name="connsiteX22" fmla="*/ 389851 w 649335"/>
                <a:gd name="connsiteY22" fmla="*/ 555161 h 639334"/>
                <a:gd name="connsiteX23" fmla="*/ 389851 w 649335"/>
                <a:gd name="connsiteY23" fmla="*/ 588060 h 639334"/>
                <a:gd name="connsiteX24" fmla="*/ 337764 w 649335"/>
                <a:gd name="connsiteY24" fmla="*/ 639334 h 639334"/>
                <a:gd name="connsiteX25" fmla="*/ 311710 w 649335"/>
                <a:gd name="connsiteY25" fmla="*/ 639334 h 639334"/>
                <a:gd name="connsiteX26" fmla="*/ 259623 w 649335"/>
                <a:gd name="connsiteY26" fmla="*/ 588060 h 639334"/>
                <a:gd name="connsiteX27" fmla="*/ 259623 w 649335"/>
                <a:gd name="connsiteY27" fmla="*/ 555161 h 639334"/>
                <a:gd name="connsiteX28" fmla="*/ 202655 w 649335"/>
                <a:gd name="connsiteY28" fmla="*/ 532143 h 639334"/>
                <a:gd name="connsiteX29" fmla="*/ 170569 w 649335"/>
                <a:gd name="connsiteY29" fmla="*/ 563535 h 639334"/>
                <a:gd name="connsiteX30" fmla="*/ 96972 w 649335"/>
                <a:gd name="connsiteY30" fmla="*/ 563535 h 639334"/>
                <a:gd name="connsiteX31" fmla="*/ 78479 w 649335"/>
                <a:gd name="connsiteY31" fmla="*/ 545517 h 639334"/>
                <a:gd name="connsiteX32" fmla="*/ 78479 w 649335"/>
                <a:gd name="connsiteY32" fmla="*/ 472972 h 639334"/>
                <a:gd name="connsiteX33" fmla="*/ 110326 w 649335"/>
                <a:gd name="connsiteY33" fmla="*/ 441700 h 639334"/>
                <a:gd name="connsiteX34" fmla="*/ 86495 w 649335"/>
                <a:gd name="connsiteY34" fmla="*/ 385307 h 639334"/>
                <a:gd name="connsiteX35" fmla="*/ 52088 w 649335"/>
                <a:gd name="connsiteY35" fmla="*/ 385307 h 639334"/>
                <a:gd name="connsiteX36" fmla="*/ 0 w 649335"/>
                <a:gd name="connsiteY36" fmla="*/ 334033 h 639334"/>
                <a:gd name="connsiteX37" fmla="*/ 0 w 649335"/>
                <a:gd name="connsiteY37" fmla="*/ 308456 h 639334"/>
                <a:gd name="connsiteX38" fmla="*/ 52088 w 649335"/>
                <a:gd name="connsiteY38" fmla="*/ 257182 h 639334"/>
                <a:gd name="connsiteX39" fmla="*/ 85999 w 649335"/>
                <a:gd name="connsiteY39" fmla="*/ 257182 h 639334"/>
                <a:gd name="connsiteX40" fmla="*/ 109017 w 649335"/>
                <a:gd name="connsiteY40" fmla="*/ 201265 h 639334"/>
                <a:gd name="connsiteX41" fmla="*/ 78439 w 649335"/>
                <a:gd name="connsiteY41" fmla="*/ 171144 h 639334"/>
                <a:gd name="connsiteX42" fmla="*/ 78439 w 649335"/>
                <a:gd name="connsiteY42" fmla="*/ 98599 h 639334"/>
                <a:gd name="connsiteX43" fmla="*/ 96932 w 649335"/>
                <a:gd name="connsiteY43" fmla="*/ 80463 h 639334"/>
                <a:gd name="connsiteX44" fmla="*/ 170529 w 649335"/>
                <a:gd name="connsiteY44" fmla="*/ 80463 h 639334"/>
                <a:gd name="connsiteX45" fmla="*/ 200531 w 649335"/>
                <a:gd name="connsiteY45" fmla="*/ 109989 h 639334"/>
                <a:gd name="connsiteX46" fmla="*/ 259603 w 649335"/>
                <a:gd name="connsiteY46" fmla="*/ 85681 h 639334"/>
                <a:gd name="connsiteX47" fmla="*/ 259603 w 649335"/>
                <a:gd name="connsiteY47" fmla="*/ 51274 h 639334"/>
                <a:gd name="connsiteX48" fmla="*/ 311690 w 649335"/>
                <a:gd name="connsiteY48" fmla="*/ 0 h 639334"/>
                <a:gd name="connsiteX49" fmla="*/ 324747 w 649335"/>
                <a:gd name="connsiteY49" fmla="*/ 181046 h 639334"/>
                <a:gd name="connsiteX50" fmla="*/ 181502 w 649335"/>
                <a:gd name="connsiteY50" fmla="*/ 322068 h 639334"/>
                <a:gd name="connsiteX51" fmla="*/ 324747 w 649335"/>
                <a:gd name="connsiteY51" fmla="*/ 463091 h 639334"/>
                <a:gd name="connsiteX52" fmla="*/ 467992 w 649335"/>
                <a:gd name="connsiteY52" fmla="*/ 322068 h 639334"/>
                <a:gd name="connsiteX53" fmla="*/ 324747 w 649335"/>
                <a:gd name="connsiteY53" fmla="*/ 181046 h 6393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649335" h="639334">
                  <a:moveTo>
                    <a:pt x="311690" y="0"/>
                  </a:moveTo>
                  <a:lnTo>
                    <a:pt x="337744" y="0"/>
                  </a:lnTo>
                  <a:cubicBezTo>
                    <a:pt x="366456" y="0"/>
                    <a:pt x="389831" y="22899"/>
                    <a:pt x="389831" y="51274"/>
                  </a:cubicBezTo>
                  <a:lnTo>
                    <a:pt x="389831" y="85681"/>
                  </a:lnTo>
                  <a:cubicBezTo>
                    <a:pt x="410646" y="91277"/>
                    <a:pt x="430529" y="99532"/>
                    <a:pt x="448784" y="109989"/>
                  </a:cubicBezTo>
                  <a:lnTo>
                    <a:pt x="478667" y="80463"/>
                  </a:lnTo>
                  <a:cubicBezTo>
                    <a:pt x="499125" y="60461"/>
                    <a:pt x="532044" y="60461"/>
                    <a:pt x="552383" y="80463"/>
                  </a:cubicBezTo>
                  <a:lnTo>
                    <a:pt x="570758" y="98599"/>
                  </a:lnTo>
                  <a:cubicBezTo>
                    <a:pt x="591215" y="118700"/>
                    <a:pt x="591215" y="151143"/>
                    <a:pt x="570758" y="171144"/>
                  </a:cubicBezTo>
                  <a:lnTo>
                    <a:pt x="540299" y="201265"/>
                  </a:lnTo>
                  <a:cubicBezTo>
                    <a:pt x="550300" y="218707"/>
                    <a:pt x="557959" y="237419"/>
                    <a:pt x="563317" y="257182"/>
                  </a:cubicBezTo>
                  <a:lnTo>
                    <a:pt x="597267" y="257182"/>
                  </a:lnTo>
                  <a:cubicBezTo>
                    <a:pt x="626099" y="257182"/>
                    <a:pt x="649355" y="280101"/>
                    <a:pt x="649335" y="308456"/>
                  </a:cubicBezTo>
                  <a:lnTo>
                    <a:pt x="649335" y="334033"/>
                  </a:lnTo>
                  <a:cubicBezTo>
                    <a:pt x="649335" y="362408"/>
                    <a:pt x="626079" y="385307"/>
                    <a:pt x="597248" y="385307"/>
                  </a:cubicBezTo>
                  <a:lnTo>
                    <a:pt x="562840" y="385307"/>
                  </a:lnTo>
                  <a:cubicBezTo>
                    <a:pt x="557264" y="405309"/>
                    <a:pt x="549248" y="424139"/>
                    <a:pt x="539009" y="441700"/>
                  </a:cubicBezTo>
                  <a:lnTo>
                    <a:pt x="570758" y="472972"/>
                  </a:lnTo>
                  <a:cubicBezTo>
                    <a:pt x="591215" y="492974"/>
                    <a:pt x="591215" y="525397"/>
                    <a:pt x="570758" y="545517"/>
                  </a:cubicBezTo>
                  <a:lnTo>
                    <a:pt x="552383" y="563535"/>
                  </a:lnTo>
                  <a:cubicBezTo>
                    <a:pt x="532024" y="583655"/>
                    <a:pt x="499125" y="583655"/>
                    <a:pt x="478667" y="563535"/>
                  </a:cubicBezTo>
                  <a:lnTo>
                    <a:pt x="446820" y="532143"/>
                  </a:lnTo>
                  <a:cubicBezTo>
                    <a:pt x="429041" y="542025"/>
                    <a:pt x="409853" y="549803"/>
                    <a:pt x="389851" y="555161"/>
                  </a:cubicBezTo>
                  <a:lnTo>
                    <a:pt x="389851" y="588060"/>
                  </a:lnTo>
                  <a:cubicBezTo>
                    <a:pt x="389851" y="616316"/>
                    <a:pt x="366476" y="639334"/>
                    <a:pt x="337764" y="639334"/>
                  </a:cubicBezTo>
                  <a:lnTo>
                    <a:pt x="311710" y="639334"/>
                  </a:lnTo>
                  <a:cubicBezTo>
                    <a:pt x="282879" y="639334"/>
                    <a:pt x="259623" y="616316"/>
                    <a:pt x="259623" y="588060"/>
                  </a:cubicBezTo>
                  <a:lnTo>
                    <a:pt x="259623" y="555161"/>
                  </a:lnTo>
                  <a:cubicBezTo>
                    <a:pt x="239403" y="549823"/>
                    <a:pt x="220334" y="542025"/>
                    <a:pt x="202655" y="532143"/>
                  </a:cubicBezTo>
                  <a:lnTo>
                    <a:pt x="170569" y="563535"/>
                  </a:lnTo>
                  <a:cubicBezTo>
                    <a:pt x="150329" y="583655"/>
                    <a:pt x="117311" y="583655"/>
                    <a:pt x="96972" y="563535"/>
                  </a:cubicBezTo>
                  <a:lnTo>
                    <a:pt x="78479" y="545517"/>
                  </a:lnTo>
                  <a:cubicBezTo>
                    <a:pt x="58239" y="525417"/>
                    <a:pt x="58239" y="492974"/>
                    <a:pt x="78479" y="472972"/>
                  </a:cubicBezTo>
                  <a:lnTo>
                    <a:pt x="110326" y="441700"/>
                  </a:lnTo>
                  <a:cubicBezTo>
                    <a:pt x="100107" y="424139"/>
                    <a:pt x="92071" y="405309"/>
                    <a:pt x="86495" y="385307"/>
                  </a:cubicBezTo>
                  <a:lnTo>
                    <a:pt x="52088" y="385307"/>
                  </a:lnTo>
                  <a:cubicBezTo>
                    <a:pt x="23375" y="385307"/>
                    <a:pt x="0" y="362408"/>
                    <a:pt x="0" y="334033"/>
                  </a:cubicBezTo>
                  <a:lnTo>
                    <a:pt x="0" y="308456"/>
                  </a:lnTo>
                  <a:cubicBezTo>
                    <a:pt x="0" y="280081"/>
                    <a:pt x="23375" y="257182"/>
                    <a:pt x="52088" y="257182"/>
                  </a:cubicBezTo>
                  <a:lnTo>
                    <a:pt x="85999" y="257182"/>
                  </a:lnTo>
                  <a:cubicBezTo>
                    <a:pt x="91456" y="237419"/>
                    <a:pt x="99135" y="218707"/>
                    <a:pt x="109017" y="201265"/>
                  </a:cubicBezTo>
                  <a:lnTo>
                    <a:pt x="78439" y="171144"/>
                  </a:lnTo>
                  <a:cubicBezTo>
                    <a:pt x="58199" y="151143"/>
                    <a:pt x="58199" y="118720"/>
                    <a:pt x="78439" y="98599"/>
                  </a:cubicBezTo>
                  <a:lnTo>
                    <a:pt x="96932" y="80463"/>
                  </a:lnTo>
                  <a:cubicBezTo>
                    <a:pt x="117271" y="60461"/>
                    <a:pt x="150290" y="60461"/>
                    <a:pt x="170529" y="80463"/>
                  </a:cubicBezTo>
                  <a:lnTo>
                    <a:pt x="200531" y="109989"/>
                  </a:lnTo>
                  <a:cubicBezTo>
                    <a:pt x="218906" y="99512"/>
                    <a:pt x="238669" y="91257"/>
                    <a:pt x="259603" y="85681"/>
                  </a:cubicBezTo>
                  <a:lnTo>
                    <a:pt x="259603" y="51274"/>
                  </a:lnTo>
                  <a:cubicBezTo>
                    <a:pt x="259603" y="22899"/>
                    <a:pt x="282859" y="0"/>
                    <a:pt x="311690" y="0"/>
                  </a:cubicBezTo>
                  <a:close/>
                  <a:moveTo>
                    <a:pt x="324747" y="181046"/>
                  </a:moveTo>
                  <a:cubicBezTo>
                    <a:pt x="245574" y="181046"/>
                    <a:pt x="181502" y="244185"/>
                    <a:pt x="181502" y="322068"/>
                  </a:cubicBezTo>
                  <a:cubicBezTo>
                    <a:pt x="181502" y="399951"/>
                    <a:pt x="245574" y="463091"/>
                    <a:pt x="324747" y="463091"/>
                  </a:cubicBezTo>
                  <a:cubicBezTo>
                    <a:pt x="403801" y="463091"/>
                    <a:pt x="467992" y="399951"/>
                    <a:pt x="467992" y="322068"/>
                  </a:cubicBezTo>
                  <a:cubicBezTo>
                    <a:pt x="467992" y="244185"/>
                    <a:pt x="403801" y="181046"/>
                    <a:pt x="324747" y="181046"/>
                  </a:cubicBezTo>
                  <a:close/>
                </a:path>
              </a:pathLst>
            </a:custGeom>
            <a:grpFill/>
            <a:ln w="103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endParaRPr>
            </a:p>
          </p:txBody>
        </p:sp>
        <p:sp>
          <p:nvSpPr>
            <p:cNvPr id="129" name="任意多边形: 形状 455"/>
            <p:cNvSpPr/>
            <p:nvPr/>
          </p:nvSpPr>
          <p:spPr>
            <a:xfrm>
              <a:off x="6427081" y="3915572"/>
              <a:ext cx="130208" cy="128144"/>
            </a:xfrm>
            <a:custGeom>
              <a:avLst/>
              <a:gdLst>
                <a:gd name="connsiteX0" fmla="*/ 65104 w 130208"/>
                <a:gd name="connsiteY0" fmla="*/ 0 h 128144"/>
                <a:gd name="connsiteX1" fmla="*/ 130208 w 130208"/>
                <a:gd name="connsiteY1" fmla="*/ 64072 h 128144"/>
                <a:gd name="connsiteX2" fmla="*/ 65104 w 130208"/>
                <a:gd name="connsiteY2" fmla="*/ 128144 h 128144"/>
                <a:gd name="connsiteX3" fmla="*/ 0 w 130208"/>
                <a:gd name="connsiteY3" fmla="*/ 64072 h 128144"/>
                <a:gd name="connsiteX4" fmla="*/ 65104 w 130208"/>
                <a:gd name="connsiteY4" fmla="*/ 0 h 1281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208" h="128144">
                  <a:moveTo>
                    <a:pt x="65104" y="0"/>
                  </a:moveTo>
                  <a:cubicBezTo>
                    <a:pt x="101019" y="0"/>
                    <a:pt x="130208" y="28712"/>
                    <a:pt x="130208" y="64072"/>
                  </a:cubicBezTo>
                  <a:cubicBezTo>
                    <a:pt x="130208" y="99551"/>
                    <a:pt x="101039" y="128144"/>
                    <a:pt x="65104" y="128144"/>
                  </a:cubicBezTo>
                  <a:cubicBezTo>
                    <a:pt x="29070" y="128144"/>
                    <a:pt x="0" y="99531"/>
                    <a:pt x="0" y="64072"/>
                  </a:cubicBezTo>
                  <a:cubicBezTo>
                    <a:pt x="0" y="28712"/>
                    <a:pt x="29070" y="0"/>
                    <a:pt x="65104" y="0"/>
                  </a:cubicBezTo>
                  <a:close/>
                </a:path>
              </a:pathLst>
            </a:custGeom>
            <a:grpFill/>
            <a:ln w="103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endParaRPr>
            </a:p>
          </p:txBody>
        </p:sp>
      </p:grpSp>
      <p:sp>
        <p:nvSpPr>
          <p:cNvPr id="178" name="椭圆 177"/>
          <p:cNvSpPr/>
          <p:nvPr/>
        </p:nvSpPr>
        <p:spPr>
          <a:xfrm>
            <a:off x="8483600" y="3954145"/>
            <a:ext cx="616585" cy="616585"/>
          </a:xfrm>
          <a:prstGeom prst="ellipse">
            <a:avLst/>
          </a:prstGeom>
          <a:solidFill>
            <a:srgbClr val="FFFFFF"/>
          </a:solidFill>
          <a:ln w="12700" cap="flat" cmpd="sng" algn="ctr">
            <a:solidFill>
              <a:schemeClr val="accent1">
                <a:lumMod val="60000"/>
                <a:lumOff val="40000"/>
              </a:schemeClr>
            </a:solidFill>
            <a:prstDash val="solid"/>
            <a:miter lim="800000"/>
          </a:ln>
          <a:effectLst>
            <a:outerShdw blurRad="254000" dist="101600" dir="2700000" sx="83000" sy="83000" algn="tl" rotWithShape="0">
              <a:srgbClr val="838383">
                <a:alpha val="2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grpSp>
        <p:nvGrpSpPr>
          <p:cNvPr id="179" name="组合 178"/>
          <p:cNvGrpSpPr/>
          <p:nvPr/>
        </p:nvGrpSpPr>
        <p:grpSpPr>
          <a:xfrm rot="0">
            <a:off x="8627745" y="4095115"/>
            <a:ext cx="301625" cy="353060"/>
            <a:chOff x="5262604" y="2476499"/>
            <a:chExt cx="1554169" cy="1822037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180" name="任意多边形: 形状 452"/>
            <p:cNvSpPr/>
            <p:nvPr/>
          </p:nvSpPr>
          <p:spPr>
            <a:xfrm>
              <a:off x="5262604" y="2476499"/>
              <a:ext cx="1338771" cy="1318214"/>
            </a:xfrm>
            <a:custGeom>
              <a:avLst/>
              <a:gdLst>
                <a:gd name="connsiteX0" fmla="*/ 642548 w 1338771"/>
                <a:gd name="connsiteY0" fmla="*/ 0 h 1318214"/>
                <a:gd name="connsiteX1" fmla="*/ 696203 w 1338771"/>
                <a:gd name="connsiteY1" fmla="*/ 0 h 1318214"/>
                <a:gd name="connsiteX2" fmla="*/ 803572 w 1338771"/>
                <a:gd name="connsiteY2" fmla="*/ 105663 h 1318214"/>
                <a:gd name="connsiteX3" fmla="*/ 803572 w 1338771"/>
                <a:gd name="connsiteY3" fmla="*/ 176700 h 1318214"/>
                <a:gd name="connsiteX4" fmla="*/ 925248 w 1338771"/>
                <a:gd name="connsiteY4" fmla="*/ 226803 h 1318214"/>
                <a:gd name="connsiteX5" fmla="*/ 987098 w 1338771"/>
                <a:gd name="connsiteY5" fmla="*/ 166005 h 1318214"/>
                <a:gd name="connsiteX6" fmla="*/ 1138935 w 1338771"/>
                <a:gd name="connsiteY6" fmla="*/ 166005 h 1318214"/>
                <a:gd name="connsiteX7" fmla="*/ 1176834 w 1338771"/>
                <a:gd name="connsiteY7" fmla="*/ 203448 h 1318214"/>
                <a:gd name="connsiteX8" fmla="*/ 1176834 w 1338771"/>
                <a:gd name="connsiteY8" fmla="*/ 352963 h 1318214"/>
                <a:gd name="connsiteX9" fmla="*/ 1113814 w 1338771"/>
                <a:gd name="connsiteY9" fmla="*/ 414932 h 1318214"/>
                <a:gd name="connsiteX10" fmla="*/ 1161357 w 1338771"/>
                <a:gd name="connsiteY10" fmla="*/ 530159 h 1318214"/>
                <a:gd name="connsiteX11" fmla="*/ 1231342 w 1338771"/>
                <a:gd name="connsiteY11" fmla="*/ 530159 h 1318214"/>
                <a:gd name="connsiteX12" fmla="*/ 1338771 w 1338771"/>
                <a:gd name="connsiteY12" fmla="*/ 635960 h 1318214"/>
                <a:gd name="connsiteX13" fmla="*/ 1338771 w 1338771"/>
                <a:gd name="connsiteY13" fmla="*/ 688861 h 1318214"/>
                <a:gd name="connsiteX14" fmla="*/ 1231342 w 1338771"/>
                <a:gd name="connsiteY14" fmla="*/ 794544 h 1318214"/>
                <a:gd name="connsiteX15" fmla="*/ 1160543 w 1338771"/>
                <a:gd name="connsiteY15" fmla="*/ 794544 h 1318214"/>
                <a:gd name="connsiteX16" fmla="*/ 1111254 w 1338771"/>
                <a:gd name="connsiteY16" fmla="*/ 910703 h 1318214"/>
                <a:gd name="connsiteX17" fmla="*/ 1176834 w 1338771"/>
                <a:gd name="connsiteY17" fmla="*/ 975232 h 1318214"/>
                <a:gd name="connsiteX18" fmla="*/ 1176834 w 1338771"/>
                <a:gd name="connsiteY18" fmla="*/ 1124747 h 1318214"/>
                <a:gd name="connsiteX19" fmla="*/ 1138935 w 1338771"/>
                <a:gd name="connsiteY19" fmla="*/ 1162071 h 1318214"/>
                <a:gd name="connsiteX20" fmla="*/ 987078 w 1338771"/>
                <a:gd name="connsiteY20" fmla="*/ 1162091 h 1318214"/>
                <a:gd name="connsiteX21" fmla="*/ 921041 w 1338771"/>
                <a:gd name="connsiteY21" fmla="*/ 1097205 h 1318214"/>
                <a:gd name="connsiteX22" fmla="*/ 803552 w 1338771"/>
                <a:gd name="connsiteY22" fmla="*/ 1144749 h 1318214"/>
                <a:gd name="connsiteX23" fmla="*/ 803552 w 1338771"/>
                <a:gd name="connsiteY23" fmla="*/ 1212531 h 1318214"/>
                <a:gd name="connsiteX24" fmla="*/ 696183 w 1338771"/>
                <a:gd name="connsiteY24" fmla="*/ 1318214 h 1318214"/>
                <a:gd name="connsiteX25" fmla="*/ 642528 w 1338771"/>
                <a:gd name="connsiteY25" fmla="*/ 1318214 h 1318214"/>
                <a:gd name="connsiteX26" fmla="*/ 535159 w 1338771"/>
                <a:gd name="connsiteY26" fmla="*/ 1212531 h 1318214"/>
                <a:gd name="connsiteX27" fmla="*/ 535159 w 1338771"/>
                <a:gd name="connsiteY27" fmla="*/ 1144749 h 1318214"/>
                <a:gd name="connsiteX28" fmla="*/ 417611 w 1338771"/>
                <a:gd name="connsiteY28" fmla="*/ 1097205 h 1318214"/>
                <a:gd name="connsiteX29" fmla="*/ 351693 w 1338771"/>
                <a:gd name="connsiteY29" fmla="*/ 1162091 h 1318214"/>
                <a:gd name="connsiteX30" fmla="*/ 199856 w 1338771"/>
                <a:gd name="connsiteY30" fmla="*/ 1162091 h 1318214"/>
                <a:gd name="connsiteX31" fmla="*/ 161897 w 1338771"/>
                <a:gd name="connsiteY31" fmla="*/ 1124767 h 1318214"/>
                <a:gd name="connsiteX32" fmla="*/ 161897 w 1338771"/>
                <a:gd name="connsiteY32" fmla="*/ 975252 h 1318214"/>
                <a:gd name="connsiteX33" fmla="*/ 227418 w 1338771"/>
                <a:gd name="connsiteY33" fmla="*/ 910723 h 1318214"/>
                <a:gd name="connsiteX34" fmla="*/ 178228 w 1338771"/>
                <a:gd name="connsiteY34" fmla="*/ 794564 h 1318214"/>
                <a:gd name="connsiteX35" fmla="*/ 107369 w 1338771"/>
                <a:gd name="connsiteY35" fmla="*/ 794564 h 1318214"/>
                <a:gd name="connsiteX36" fmla="*/ 0 w 1338771"/>
                <a:gd name="connsiteY36" fmla="*/ 688881 h 1318214"/>
                <a:gd name="connsiteX37" fmla="*/ 0 w 1338771"/>
                <a:gd name="connsiteY37" fmla="*/ 635980 h 1318214"/>
                <a:gd name="connsiteX38" fmla="*/ 107389 w 1338771"/>
                <a:gd name="connsiteY38" fmla="*/ 530179 h 1318214"/>
                <a:gd name="connsiteX39" fmla="*/ 177434 w 1338771"/>
                <a:gd name="connsiteY39" fmla="*/ 530179 h 1318214"/>
                <a:gd name="connsiteX40" fmla="*/ 224938 w 1338771"/>
                <a:gd name="connsiteY40" fmla="*/ 414952 h 1318214"/>
                <a:gd name="connsiteX41" fmla="*/ 161917 w 1338771"/>
                <a:gd name="connsiteY41" fmla="*/ 352983 h 1318214"/>
                <a:gd name="connsiteX42" fmla="*/ 161917 w 1338771"/>
                <a:gd name="connsiteY42" fmla="*/ 203468 h 1318214"/>
                <a:gd name="connsiteX43" fmla="*/ 199876 w 1338771"/>
                <a:gd name="connsiteY43" fmla="*/ 166024 h 1318214"/>
                <a:gd name="connsiteX44" fmla="*/ 351713 w 1338771"/>
                <a:gd name="connsiteY44" fmla="*/ 166024 h 1318214"/>
                <a:gd name="connsiteX45" fmla="*/ 413444 w 1338771"/>
                <a:gd name="connsiteY45" fmla="*/ 226823 h 1318214"/>
                <a:gd name="connsiteX46" fmla="*/ 535179 w 1338771"/>
                <a:gd name="connsiteY46" fmla="*/ 176720 h 1318214"/>
                <a:gd name="connsiteX47" fmla="*/ 535179 w 1338771"/>
                <a:gd name="connsiteY47" fmla="*/ 105683 h 1318214"/>
                <a:gd name="connsiteX48" fmla="*/ 642548 w 1338771"/>
                <a:gd name="connsiteY48" fmla="*/ 0 h 1318214"/>
                <a:gd name="connsiteX49" fmla="*/ 669395 w 1338771"/>
                <a:gd name="connsiteY49" fmla="*/ 373342 h 1318214"/>
                <a:gd name="connsiteX50" fmla="*/ 374076 w 1338771"/>
                <a:gd name="connsiteY50" fmla="*/ 664117 h 1318214"/>
                <a:gd name="connsiteX51" fmla="*/ 669395 w 1338771"/>
                <a:gd name="connsiteY51" fmla="*/ 954774 h 1318214"/>
                <a:gd name="connsiteX52" fmla="*/ 964656 w 1338771"/>
                <a:gd name="connsiteY52" fmla="*/ 664117 h 1318214"/>
                <a:gd name="connsiteX53" fmla="*/ 669395 w 1338771"/>
                <a:gd name="connsiteY53" fmla="*/ 373342 h 13182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1338771" h="1318214">
                  <a:moveTo>
                    <a:pt x="642548" y="0"/>
                  </a:moveTo>
                  <a:lnTo>
                    <a:pt x="696203" y="0"/>
                  </a:lnTo>
                  <a:cubicBezTo>
                    <a:pt x="755493" y="0"/>
                    <a:pt x="803572" y="47325"/>
                    <a:pt x="803572" y="105663"/>
                  </a:cubicBezTo>
                  <a:lnTo>
                    <a:pt x="803572" y="176700"/>
                  </a:lnTo>
                  <a:cubicBezTo>
                    <a:pt x="846710" y="188328"/>
                    <a:pt x="887527" y="205174"/>
                    <a:pt x="925248" y="226803"/>
                  </a:cubicBezTo>
                  <a:lnTo>
                    <a:pt x="987098" y="166005"/>
                  </a:lnTo>
                  <a:cubicBezTo>
                    <a:pt x="1028946" y="124732"/>
                    <a:pt x="1096967" y="124732"/>
                    <a:pt x="1138935" y="166005"/>
                  </a:cubicBezTo>
                  <a:lnTo>
                    <a:pt x="1176834" y="203448"/>
                  </a:lnTo>
                  <a:cubicBezTo>
                    <a:pt x="1218802" y="244602"/>
                    <a:pt x="1218802" y="311571"/>
                    <a:pt x="1176834" y="352963"/>
                  </a:cubicBezTo>
                  <a:lnTo>
                    <a:pt x="1113814" y="414932"/>
                  </a:lnTo>
                  <a:cubicBezTo>
                    <a:pt x="1134391" y="450867"/>
                    <a:pt x="1150305" y="489580"/>
                    <a:pt x="1161357" y="530159"/>
                  </a:cubicBezTo>
                  <a:lnTo>
                    <a:pt x="1231342" y="530159"/>
                  </a:lnTo>
                  <a:cubicBezTo>
                    <a:pt x="1290633" y="530159"/>
                    <a:pt x="1338771" y="577603"/>
                    <a:pt x="1338771" y="635960"/>
                  </a:cubicBezTo>
                  <a:lnTo>
                    <a:pt x="1338771" y="688861"/>
                  </a:lnTo>
                  <a:cubicBezTo>
                    <a:pt x="1338771" y="747219"/>
                    <a:pt x="1290633" y="794544"/>
                    <a:pt x="1231342" y="794544"/>
                  </a:cubicBezTo>
                  <a:lnTo>
                    <a:pt x="1160543" y="794544"/>
                  </a:lnTo>
                  <a:cubicBezTo>
                    <a:pt x="1148916" y="835717"/>
                    <a:pt x="1132406" y="874550"/>
                    <a:pt x="1111254" y="910703"/>
                  </a:cubicBezTo>
                  <a:lnTo>
                    <a:pt x="1176834" y="975232"/>
                  </a:lnTo>
                  <a:cubicBezTo>
                    <a:pt x="1218802" y="1016505"/>
                    <a:pt x="1218802" y="1083474"/>
                    <a:pt x="1176834" y="1124747"/>
                  </a:cubicBezTo>
                  <a:lnTo>
                    <a:pt x="1138935" y="1162071"/>
                  </a:lnTo>
                  <a:cubicBezTo>
                    <a:pt x="1096967" y="1203364"/>
                    <a:pt x="1028946" y="1203364"/>
                    <a:pt x="987078" y="1162091"/>
                  </a:cubicBezTo>
                  <a:lnTo>
                    <a:pt x="921041" y="1097205"/>
                  </a:lnTo>
                  <a:cubicBezTo>
                    <a:pt x="884471" y="1117663"/>
                    <a:pt x="845123" y="1133696"/>
                    <a:pt x="803552" y="1144749"/>
                  </a:cubicBezTo>
                  <a:lnTo>
                    <a:pt x="803552" y="1212531"/>
                  </a:lnTo>
                  <a:cubicBezTo>
                    <a:pt x="803552" y="1270889"/>
                    <a:pt x="755473" y="1318214"/>
                    <a:pt x="696183" y="1318214"/>
                  </a:cubicBezTo>
                  <a:lnTo>
                    <a:pt x="642528" y="1318214"/>
                  </a:lnTo>
                  <a:cubicBezTo>
                    <a:pt x="583238" y="1318214"/>
                    <a:pt x="535159" y="1270889"/>
                    <a:pt x="535159" y="1212531"/>
                  </a:cubicBezTo>
                  <a:lnTo>
                    <a:pt x="535159" y="1144749"/>
                  </a:lnTo>
                  <a:cubicBezTo>
                    <a:pt x="493648" y="1133716"/>
                    <a:pt x="454240" y="1117663"/>
                    <a:pt x="417611" y="1097205"/>
                  </a:cubicBezTo>
                  <a:lnTo>
                    <a:pt x="351693" y="1162091"/>
                  </a:lnTo>
                  <a:cubicBezTo>
                    <a:pt x="309785" y="1203364"/>
                    <a:pt x="241764" y="1203364"/>
                    <a:pt x="199856" y="1162091"/>
                  </a:cubicBezTo>
                  <a:lnTo>
                    <a:pt x="161897" y="1124767"/>
                  </a:lnTo>
                  <a:cubicBezTo>
                    <a:pt x="119989" y="1083494"/>
                    <a:pt x="119989" y="1016525"/>
                    <a:pt x="161897" y="975252"/>
                  </a:cubicBezTo>
                  <a:lnTo>
                    <a:pt x="227418" y="910723"/>
                  </a:lnTo>
                  <a:cubicBezTo>
                    <a:pt x="206305" y="874550"/>
                    <a:pt x="189736" y="835717"/>
                    <a:pt x="178228" y="794564"/>
                  </a:cubicBezTo>
                  <a:lnTo>
                    <a:pt x="107369" y="794564"/>
                  </a:lnTo>
                  <a:cubicBezTo>
                    <a:pt x="48019" y="794564"/>
                    <a:pt x="0" y="747239"/>
                    <a:pt x="0" y="688881"/>
                  </a:cubicBezTo>
                  <a:lnTo>
                    <a:pt x="0" y="635980"/>
                  </a:lnTo>
                  <a:cubicBezTo>
                    <a:pt x="0" y="577603"/>
                    <a:pt x="48019" y="530179"/>
                    <a:pt x="107389" y="530179"/>
                  </a:cubicBezTo>
                  <a:lnTo>
                    <a:pt x="177434" y="530179"/>
                  </a:lnTo>
                  <a:cubicBezTo>
                    <a:pt x="188486" y="489600"/>
                    <a:pt x="204420" y="450887"/>
                    <a:pt x="224938" y="414952"/>
                  </a:cubicBezTo>
                  <a:lnTo>
                    <a:pt x="161917" y="352983"/>
                  </a:lnTo>
                  <a:cubicBezTo>
                    <a:pt x="120009" y="311591"/>
                    <a:pt x="120009" y="244622"/>
                    <a:pt x="161917" y="203468"/>
                  </a:cubicBezTo>
                  <a:lnTo>
                    <a:pt x="199876" y="166024"/>
                  </a:lnTo>
                  <a:cubicBezTo>
                    <a:pt x="241784" y="124751"/>
                    <a:pt x="309805" y="124751"/>
                    <a:pt x="351713" y="166024"/>
                  </a:cubicBezTo>
                  <a:lnTo>
                    <a:pt x="413444" y="226823"/>
                  </a:lnTo>
                  <a:cubicBezTo>
                    <a:pt x="451244" y="205214"/>
                    <a:pt x="492041" y="188347"/>
                    <a:pt x="535179" y="176720"/>
                  </a:cubicBezTo>
                  <a:lnTo>
                    <a:pt x="535179" y="105683"/>
                  </a:lnTo>
                  <a:cubicBezTo>
                    <a:pt x="535179" y="47325"/>
                    <a:pt x="583258" y="0"/>
                    <a:pt x="642548" y="0"/>
                  </a:cubicBezTo>
                  <a:close/>
                  <a:moveTo>
                    <a:pt x="669395" y="373342"/>
                  </a:moveTo>
                  <a:cubicBezTo>
                    <a:pt x="506328" y="373342"/>
                    <a:pt x="374076" y="503431"/>
                    <a:pt x="374076" y="664117"/>
                  </a:cubicBezTo>
                  <a:cubicBezTo>
                    <a:pt x="374076" y="824546"/>
                    <a:pt x="506328" y="954774"/>
                    <a:pt x="669395" y="954774"/>
                  </a:cubicBezTo>
                  <a:cubicBezTo>
                    <a:pt x="832463" y="954774"/>
                    <a:pt x="964656" y="824566"/>
                    <a:pt x="964656" y="664117"/>
                  </a:cubicBezTo>
                  <a:cubicBezTo>
                    <a:pt x="964656" y="503450"/>
                    <a:pt x="832463" y="373342"/>
                    <a:pt x="669395" y="373342"/>
                  </a:cubicBezTo>
                  <a:close/>
                </a:path>
              </a:pathLst>
            </a:custGeom>
            <a:grpFill/>
            <a:ln w="103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endParaRPr>
            </a:p>
          </p:txBody>
        </p:sp>
        <p:sp>
          <p:nvSpPr>
            <p:cNvPr id="181" name="任意多边形: 形状 453"/>
            <p:cNvSpPr/>
            <p:nvPr/>
          </p:nvSpPr>
          <p:spPr>
            <a:xfrm>
              <a:off x="5797763" y="3005051"/>
              <a:ext cx="268413" cy="264384"/>
            </a:xfrm>
            <a:custGeom>
              <a:avLst/>
              <a:gdLst>
                <a:gd name="connsiteX0" fmla="*/ 134236 w 268413"/>
                <a:gd name="connsiteY0" fmla="*/ 0 h 264384"/>
                <a:gd name="connsiteX1" fmla="*/ 268413 w 268413"/>
                <a:gd name="connsiteY1" fmla="*/ 132192 h 264384"/>
                <a:gd name="connsiteX2" fmla="*/ 134236 w 268413"/>
                <a:gd name="connsiteY2" fmla="*/ 264384 h 264384"/>
                <a:gd name="connsiteX3" fmla="*/ 0 w 268413"/>
                <a:gd name="connsiteY3" fmla="*/ 132192 h 264384"/>
                <a:gd name="connsiteX4" fmla="*/ 134236 w 268413"/>
                <a:gd name="connsiteY4" fmla="*/ 0 h 264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8413" h="264384">
                  <a:moveTo>
                    <a:pt x="134236" y="0"/>
                  </a:moveTo>
                  <a:cubicBezTo>
                    <a:pt x="208369" y="0"/>
                    <a:pt x="268413" y="59290"/>
                    <a:pt x="268413" y="132192"/>
                  </a:cubicBezTo>
                  <a:cubicBezTo>
                    <a:pt x="268413" y="205213"/>
                    <a:pt x="208349" y="264384"/>
                    <a:pt x="134236" y="264384"/>
                  </a:cubicBezTo>
                  <a:cubicBezTo>
                    <a:pt x="60044" y="264384"/>
                    <a:pt x="0" y="205213"/>
                    <a:pt x="0" y="132192"/>
                  </a:cubicBezTo>
                  <a:cubicBezTo>
                    <a:pt x="0" y="59290"/>
                    <a:pt x="60064" y="0"/>
                    <a:pt x="134236" y="0"/>
                  </a:cubicBezTo>
                  <a:close/>
                </a:path>
              </a:pathLst>
            </a:custGeom>
            <a:grpFill/>
            <a:ln w="103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endParaRPr>
            </a:p>
          </p:txBody>
        </p:sp>
        <p:sp>
          <p:nvSpPr>
            <p:cNvPr id="182" name="任意多边形: 形状 454"/>
            <p:cNvSpPr/>
            <p:nvPr/>
          </p:nvSpPr>
          <p:spPr>
            <a:xfrm>
              <a:off x="6167438" y="3659202"/>
              <a:ext cx="649335" cy="639334"/>
            </a:xfrm>
            <a:custGeom>
              <a:avLst/>
              <a:gdLst>
                <a:gd name="connsiteX0" fmla="*/ 311690 w 649335"/>
                <a:gd name="connsiteY0" fmla="*/ 0 h 639334"/>
                <a:gd name="connsiteX1" fmla="*/ 337744 w 649335"/>
                <a:gd name="connsiteY1" fmla="*/ 0 h 639334"/>
                <a:gd name="connsiteX2" fmla="*/ 389831 w 649335"/>
                <a:gd name="connsiteY2" fmla="*/ 51274 h 639334"/>
                <a:gd name="connsiteX3" fmla="*/ 389831 w 649335"/>
                <a:gd name="connsiteY3" fmla="*/ 85681 h 639334"/>
                <a:gd name="connsiteX4" fmla="*/ 448784 w 649335"/>
                <a:gd name="connsiteY4" fmla="*/ 109989 h 639334"/>
                <a:gd name="connsiteX5" fmla="*/ 478667 w 649335"/>
                <a:gd name="connsiteY5" fmla="*/ 80463 h 639334"/>
                <a:gd name="connsiteX6" fmla="*/ 552383 w 649335"/>
                <a:gd name="connsiteY6" fmla="*/ 80463 h 639334"/>
                <a:gd name="connsiteX7" fmla="*/ 570758 w 649335"/>
                <a:gd name="connsiteY7" fmla="*/ 98599 h 639334"/>
                <a:gd name="connsiteX8" fmla="*/ 570758 w 649335"/>
                <a:gd name="connsiteY8" fmla="*/ 171144 h 639334"/>
                <a:gd name="connsiteX9" fmla="*/ 540299 w 649335"/>
                <a:gd name="connsiteY9" fmla="*/ 201265 h 639334"/>
                <a:gd name="connsiteX10" fmla="*/ 563317 w 649335"/>
                <a:gd name="connsiteY10" fmla="*/ 257182 h 639334"/>
                <a:gd name="connsiteX11" fmla="*/ 597267 w 649335"/>
                <a:gd name="connsiteY11" fmla="*/ 257182 h 639334"/>
                <a:gd name="connsiteX12" fmla="*/ 649335 w 649335"/>
                <a:gd name="connsiteY12" fmla="*/ 308456 h 639334"/>
                <a:gd name="connsiteX13" fmla="*/ 649335 w 649335"/>
                <a:gd name="connsiteY13" fmla="*/ 334033 h 639334"/>
                <a:gd name="connsiteX14" fmla="*/ 597248 w 649335"/>
                <a:gd name="connsiteY14" fmla="*/ 385307 h 639334"/>
                <a:gd name="connsiteX15" fmla="*/ 562840 w 649335"/>
                <a:gd name="connsiteY15" fmla="*/ 385307 h 639334"/>
                <a:gd name="connsiteX16" fmla="*/ 539009 w 649335"/>
                <a:gd name="connsiteY16" fmla="*/ 441700 h 639334"/>
                <a:gd name="connsiteX17" fmla="*/ 570758 w 649335"/>
                <a:gd name="connsiteY17" fmla="*/ 472972 h 639334"/>
                <a:gd name="connsiteX18" fmla="*/ 570758 w 649335"/>
                <a:gd name="connsiteY18" fmla="*/ 545517 h 639334"/>
                <a:gd name="connsiteX19" fmla="*/ 552383 w 649335"/>
                <a:gd name="connsiteY19" fmla="*/ 563535 h 639334"/>
                <a:gd name="connsiteX20" fmla="*/ 478667 w 649335"/>
                <a:gd name="connsiteY20" fmla="*/ 563535 h 639334"/>
                <a:gd name="connsiteX21" fmla="*/ 446820 w 649335"/>
                <a:gd name="connsiteY21" fmla="*/ 532143 h 639334"/>
                <a:gd name="connsiteX22" fmla="*/ 389851 w 649335"/>
                <a:gd name="connsiteY22" fmla="*/ 555161 h 639334"/>
                <a:gd name="connsiteX23" fmla="*/ 389851 w 649335"/>
                <a:gd name="connsiteY23" fmla="*/ 588060 h 639334"/>
                <a:gd name="connsiteX24" fmla="*/ 337764 w 649335"/>
                <a:gd name="connsiteY24" fmla="*/ 639334 h 639334"/>
                <a:gd name="connsiteX25" fmla="*/ 311710 w 649335"/>
                <a:gd name="connsiteY25" fmla="*/ 639334 h 639334"/>
                <a:gd name="connsiteX26" fmla="*/ 259623 w 649335"/>
                <a:gd name="connsiteY26" fmla="*/ 588060 h 639334"/>
                <a:gd name="connsiteX27" fmla="*/ 259623 w 649335"/>
                <a:gd name="connsiteY27" fmla="*/ 555161 h 639334"/>
                <a:gd name="connsiteX28" fmla="*/ 202655 w 649335"/>
                <a:gd name="connsiteY28" fmla="*/ 532143 h 639334"/>
                <a:gd name="connsiteX29" fmla="*/ 170569 w 649335"/>
                <a:gd name="connsiteY29" fmla="*/ 563535 h 639334"/>
                <a:gd name="connsiteX30" fmla="*/ 96972 w 649335"/>
                <a:gd name="connsiteY30" fmla="*/ 563535 h 639334"/>
                <a:gd name="connsiteX31" fmla="*/ 78479 w 649335"/>
                <a:gd name="connsiteY31" fmla="*/ 545517 h 639334"/>
                <a:gd name="connsiteX32" fmla="*/ 78479 w 649335"/>
                <a:gd name="connsiteY32" fmla="*/ 472972 h 639334"/>
                <a:gd name="connsiteX33" fmla="*/ 110326 w 649335"/>
                <a:gd name="connsiteY33" fmla="*/ 441700 h 639334"/>
                <a:gd name="connsiteX34" fmla="*/ 86495 w 649335"/>
                <a:gd name="connsiteY34" fmla="*/ 385307 h 639334"/>
                <a:gd name="connsiteX35" fmla="*/ 52088 w 649335"/>
                <a:gd name="connsiteY35" fmla="*/ 385307 h 639334"/>
                <a:gd name="connsiteX36" fmla="*/ 0 w 649335"/>
                <a:gd name="connsiteY36" fmla="*/ 334033 h 639334"/>
                <a:gd name="connsiteX37" fmla="*/ 0 w 649335"/>
                <a:gd name="connsiteY37" fmla="*/ 308456 h 639334"/>
                <a:gd name="connsiteX38" fmla="*/ 52088 w 649335"/>
                <a:gd name="connsiteY38" fmla="*/ 257182 h 639334"/>
                <a:gd name="connsiteX39" fmla="*/ 85999 w 649335"/>
                <a:gd name="connsiteY39" fmla="*/ 257182 h 639334"/>
                <a:gd name="connsiteX40" fmla="*/ 109017 w 649335"/>
                <a:gd name="connsiteY40" fmla="*/ 201265 h 639334"/>
                <a:gd name="connsiteX41" fmla="*/ 78439 w 649335"/>
                <a:gd name="connsiteY41" fmla="*/ 171144 h 639334"/>
                <a:gd name="connsiteX42" fmla="*/ 78439 w 649335"/>
                <a:gd name="connsiteY42" fmla="*/ 98599 h 639334"/>
                <a:gd name="connsiteX43" fmla="*/ 96932 w 649335"/>
                <a:gd name="connsiteY43" fmla="*/ 80463 h 639334"/>
                <a:gd name="connsiteX44" fmla="*/ 170529 w 649335"/>
                <a:gd name="connsiteY44" fmla="*/ 80463 h 639334"/>
                <a:gd name="connsiteX45" fmla="*/ 200531 w 649335"/>
                <a:gd name="connsiteY45" fmla="*/ 109989 h 639334"/>
                <a:gd name="connsiteX46" fmla="*/ 259603 w 649335"/>
                <a:gd name="connsiteY46" fmla="*/ 85681 h 639334"/>
                <a:gd name="connsiteX47" fmla="*/ 259603 w 649335"/>
                <a:gd name="connsiteY47" fmla="*/ 51274 h 639334"/>
                <a:gd name="connsiteX48" fmla="*/ 311690 w 649335"/>
                <a:gd name="connsiteY48" fmla="*/ 0 h 639334"/>
                <a:gd name="connsiteX49" fmla="*/ 324747 w 649335"/>
                <a:gd name="connsiteY49" fmla="*/ 181046 h 639334"/>
                <a:gd name="connsiteX50" fmla="*/ 181502 w 649335"/>
                <a:gd name="connsiteY50" fmla="*/ 322068 h 639334"/>
                <a:gd name="connsiteX51" fmla="*/ 324747 w 649335"/>
                <a:gd name="connsiteY51" fmla="*/ 463091 h 639334"/>
                <a:gd name="connsiteX52" fmla="*/ 467992 w 649335"/>
                <a:gd name="connsiteY52" fmla="*/ 322068 h 639334"/>
                <a:gd name="connsiteX53" fmla="*/ 324747 w 649335"/>
                <a:gd name="connsiteY53" fmla="*/ 181046 h 6393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649335" h="639334">
                  <a:moveTo>
                    <a:pt x="311690" y="0"/>
                  </a:moveTo>
                  <a:lnTo>
                    <a:pt x="337744" y="0"/>
                  </a:lnTo>
                  <a:cubicBezTo>
                    <a:pt x="366456" y="0"/>
                    <a:pt x="389831" y="22899"/>
                    <a:pt x="389831" y="51274"/>
                  </a:cubicBezTo>
                  <a:lnTo>
                    <a:pt x="389831" y="85681"/>
                  </a:lnTo>
                  <a:cubicBezTo>
                    <a:pt x="410646" y="91277"/>
                    <a:pt x="430529" y="99532"/>
                    <a:pt x="448784" y="109989"/>
                  </a:cubicBezTo>
                  <a:lnTo>
                    <a:pt x="478667" y="80463"/>
                  </a:lnTo>
                  <a:cubicBezTo>
                    <a:pt x="499125" y="60461"/>
                    <a:pt x="532044" y="60461"/>
                    <a:pt x="552383" y="80463"/>
                  </a:cubicBezTo>
                  <a:lnTo>
                    <a:pt x="570758" y="98599"/>
                  </a:lnTo>
                  <a:cubicBezTo>
                    <a:pt x="591215" y="118700"/>
                    <a:pt x="591215" y="151143"/>
                    <a:pt x="570758" y="171144"/>
                  </a:cubicBezTo>
                  <a:lnTo>
                    <a:pt x="540299" y="201265"/>
                  </a:lnTo>
                  <a:cubicBezTo>
                    <a:pt x="550300" y="218707"/>
                    <a:pt x="557959" y="237419"/>
                    <a:pt x="563317" y="257182"/>
                  </a:cubicBezTo>
                  <a:lnTo>
                    <a:pt x="597267" y="257182"/>
                  </a:lnTo>
                  <a:cubicBezTo>
                    <a:pt x="626099" y="257182"/>
                    <a:pt x="649355" y="280101"/>
                    <a:pt x="649335" y="308456"/>
                  </a:cubicBezTo>
                  <a:lnTo>
                    <a:pt x="649335" y="334033"/>
                  </a:lnTo>
                  <a:cubicBezTo>
                    <a:pt x="649335" y="362408"/>
                    <a:pt x="626079" y="385307"/>
                    <a:pt x="597248" y="385307"/>
                  </a:cubicBezTo>
                  <a:lnTo>
                    <a:pt x="562840" y="385307"/>
                  </a:lnTo>
                  <a:cubicBezTo>
                    <a:pt x="557264" y="405309"/>
                    <a:pt x="549248" y="424139"/>
                    <a:pt x="539009" y="441700"/>
                  </a:cubicBezTo>
                  <a:lnTo>
                    <a:pt x="570758" y="472972"/>
                  </a:lnTo>
                  <a:cubicBezTo>
                    <a:pt x="591215" y="492974"/>
                    <a:pt x="591215" y="525397"/>
                    <a:pt x="570758" y="545517"/>
                  </a:cubicBezTo>
                  <a:lnTo>
                    <a:pt x="552383" y="563535"/>
                  </a:lnTo>
                  <a:cubicBezTo>
                    <a:pt x="532024" y="583655"/>
                    <a:pt x="499125" y="583655"/>
                    <a:pt x="478667" y="563535"/>
                  </a:cubicBezTo>
                  <a:lnTo>
                    <a:pt x="446820" y="532143"/>
                  </a:lnTo>
                  <a:cubicBezTo>
                    <a:pt x="429041" y="542025"/>
                    <a:pt x="409853" y="549803"/>
                    <a:pt x="389851" y="555161"/>
                  </a:cubicBezTo>
                  <a:lnTo>
                    <a:pt x="389851" y="588060"/>
                  </a:lnTo>
                  <a:cubicBezTo>
                    <a:pt x="389851" y="616316"/>
                    <a:pt x="366476" y="639334"/>
                    <a:pt x="337764" y="639334"/>
                  </a:cubicBezTo>
                  <a:lnTo>
                    <a:pt x="311710" y="639334"/>
                  </a:lnTo>
                  <a:cubicBezTo>
                    <a:pt x="282879" y="639334"/>
                    <a:pt x="259623" y="616316"/>
                    <a:pt x="259623" y="588060"/>
                  </a:cubicBezTo>
                  <a:lnTo>
                    <a:pt x="259623" y="555161"/>
                  </a:lnTo>
                  <a:cubicBezTo>
                    <a:pt x="239403" y="549823"/>
                    <a:pt x="220334" y="542025"/>
                    <a:pt x="202655" y="532143"/>
                  </a:cubicBezTo>
                  <a:lnTo>
                    <a:pt x="170569" y="563535"/>
                  </a:lnTo>
                  <a:cubicBezTo>
                    <a:pt x="150329" y="583655"/>
                    <a:pt x="117311" y="583655"/>
                    <a:pt x="96972" y="563535"/>
                  </a:cubicBezTo>
                  <a:lnTo>
                    <a:pt x="78479" y="545517"/>
                  </a:lnTo>
                  <a:cubicBezTo>
                    <a:pt x="58239" y="525417"/>
                    <a:pt x="58239" y="492974"/>
                    <a:pt x="78479" y="472972"/>
                  </a:cubicBezTo>
                  <a:lnTo>
                    <a:pt x="110326" y="441700"/>
                  </a:lnTo>
                  <a:cubicBezTo>
                    <a:pt x="100107" y="424139"/>
                    <a:pt x="92071" y="405309"/>
                    <a:pt x="86495" y="385307"/>
                  </a:cubicBezTo>
                  <a:lnTo>
                    <a:pt x="52088" y="385307"/>
                  </a:lnTo>
                  <a:cubicBezTo>
                    <a:pt x="23375" y="385307"/>
                    <a:pt x="0" y="362408"/>
                    <a:pt x="0" y="334033"/>
                  </a:cubicBezTo>
                  <a:lnTo>
                    <a:pt x="0" y="308456"/>
                  </a:lnTo>
                  <a:cubicBezTo>
                    <a:pt x="0" y="280081"/>
                    <a:pt x="23375" y="257182"/>
                    <a:pt x="52088" y="257182"/>
                  </a:cubicBezTo>
                  <a:lnTo>
                    <a:pt x="85999" y="257182"/>
                  </a:lnTo>
                  <a:cubicBezTo>
                    <a:pt x="91456" y="237419"/>
                    <a:pt x="99135" y="218707"/>
                    <a:pt x="109017" y="201265"/>
                  </a:cubicBezTo>
                  <a:lnTo>
                    <a:pt x="78439" y="171144"/>
                  </a:lnTo>
                  <a:cubicBezTo>
                    <a:pt x="58199" y="151143"/>
                    <a:pt x="58199" y="118720"/>
                    <a:pt x="78439" y="98599"/>
                  </a:cubicBezTo>
                  <a:lnTo>
                    <a:pt x="96932" y="80463"/>
                  </a:lnTo>
                  <a:cubicBezTo>
                    <a:pt x="117271" y="60461"/>
                    <a:pt x="150290" y="60461"/>
                    <a:pt x="170529" y="80463"/>
                  </a:cubicBezTo>
                  <a:lnTo>
                    <a:pt x="200531" y="109989"/>
                  </a:lnTo>
                  <a:cubicBezTo>
                    <a:pt x="218906" y="99512"/>
                    <a:pt x="238669" y="91257"/>
                    <a:pt x="259603" y="85681"/>
                  </a:cubicBezTo>
                  <a:lnTo>
                    <a:pt x="259603" y="51274"/>
                  </a:lnTo>
                  <a:cubicBezTo>
                    <a:pt x="259603" y="22899"/>
                    <a:pt x="282859" y="0"/>
                    <a:pt x="311690" y="0"/>
                  </a:cubicBezTo>
                  <a:close/>
                  <a:moveTo>
                    <a:pt x="324747" y="181046"/>
                  </a:moveTo>
                  <a:cubicBezTo>
                    <a:pt x="245574" y="181046"/>
                    <a:pt x="181502" y="244185"/>
                    <a:pt x="181502" y="322068"/>
                  </a:cubicBezTo>
                  <a:cubicBezTo>
                    <a:pt x="181502" y="399951"/>
                    <a:pt x="245574" y="463091"/>
                    <a:pt x="324747" y="463091"/>
                  </a:cubicBezTo>
                  <a:cubicBezTo>
                    <a:pt x="403801" y="463091"/>
                    <a:pt x="467992" y="399951"/>
                    <a:pt x="467992" y="322068"/>
                  </a:cubicBezTo>
                  <a:cubicBezTo>
                    <a:pt x="467992" y="244185"/>
                    <a:pt x="403801" y="181046"/>
                    <a:pt x="324747" y="181046"/>
                  </a:cubicBezTo>
                  <a:close/>
                </a:path>
              </a:pathLst>
            </a:custGeom>
            <a:grpFill/>
            <a:ln w="103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endParaRPr>
            </a:p>
          </p:txBody>
        </p:sp>
        <p:sp>
          <p:nvSpPr>
            <p:cNvPr id="183" name="任意多边形: 形状 455"/>
            <p:cNvSpPr/>
            <p:nvPr/>
          </p:nvSpPr>
          <p:spPr>
            <a:xfrm>
              <a:off x="6427081" y="3915572"/>
              <a:ext cx="130208" cy="128144"/>
            </a:xfrm>
            <a:custGeom>
              <a:avLst/>
              <a:gdLst>
                <a:gd name="connsiteX0" fmla="*/ 65104 w 130208"/>
                <a:gd name="connsiteY0" fmla="*/ 0 h 128144"/>
                <a:gd name="connsiteX1" fmla="*/ 130208 w 130208"/>
                <a:gd name="connsiteY1" fmla="*/ 64072 h 128144"/>
                <a:gd name="connsiteX2" fmla="*/ 65104 w 130208"/>
                <a:gd name="connsiteY2" fmla="*/ 128144 h 128144"/>
                <a:gd name="connsiteX3" fmla="*/ 0 w 130208"/>
                <a:gd name="connsiteY3" fmla="*/ 64072 h 128144"/>
                <a:gd name="connsiteX4" fmla="*/ 65104 w 130208"/>
                <a:gd name="connsiteY4" fmla="*/ 0 h 1281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208" h="128144">
                  <a:moveTo>
                    <a:pt x="65104" y="0"/>
                  </a:moveTo>
                  <a:cubicBezTo>
                    <a:pt x="101019" y="0"/>
                    <a:pt x="130208" y="28712"/>
                    <a:pt x="130208" y="64072"/>
                  </a:cubicBezTo>
                  <a:cubicBezTo>
                    <a:pt x="130208" y="99551"/>
                    <a:pt x="101039" y="128144"/>
                    <a:pt x="65104" y="128144"/>
                  </a:cubicBezTo>
                  <a:cubicBezTo>
                    <a:pt x="29070" y="128144"/>
                    <a:pt x="0" y="99531"/>
                    <a:pt x="0" y="64072"/>
                  </a:cubicBezTo>
                  <a:cubicBezTo>
                    <a:pt x="0" y="28712"/>
                    <a:pt x="29070" y="0"/>
                    <a:pt x="65104" y="0"/>
                  </a:cubicBezTo>
                  <a:close/>
                </a:path>
              </a:pathLst>
            </a:custGeom>
            <a:grpFill/>
            <a:ln w="103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endParaRPr>
            </a:p>
          </p:txBody>
        </p:sp>
      </p:grpSp>
      <p:sp>
        <p:nvSpPr>
          <p:cNvPr id="131" name="椭圆 130"/>
          <p:cNvSpPr/>
          <p:nvPr/>
        </p:nvSpPr>
        <p:spPr>
          <a:xfrm>
            <a:off x="7833360" y="1475740"/>
            <a:ext cx="616585" cy="616585"/>
          </a:xfrm>
          <a:prstGeom prst="ellipse">
            <a:avLst/>
          </a:prstGeom>
          <a:solidFill>
            <a:srgbClr val="FFFFFF"/>
          </a:solidFill>
          <a:ln w="12700" cap="flat" cmpd="sng" algn="ctr">
            <a:solidFill>
              <a:schemeClr val="accent1">
                <a:lumMod val="60000"/>
                <a:lumOff val="40000"/>
              </a:schemeClr>
            </a:solidFill>
            <a:prstDash val="solid"/>
            <a:miter lim="800000"/>
          </a:ln>
          <a:effectLst>
            <a:outerShdw blurRad="254000" dist="101600" dir="2700000" sx="83000" sy="83000" algn="tl" rotWithShape="0">
              <a:srgbClr val="838383">
                <a:alpha val="2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grpSp>
        <p:nvGrpSpPr>
          <p:cNvPr id="132" name="组合 131"/>
          <p:cNvGrpSpPr/>
          <p:nvPr/>
        </p:nvGrpSpPr>
        <p:grpSpPr>
          <a:xfrm rot="0">
            <a:off x="8001000" y="1663700"/>
            <a:ext cx="273050" cy="212725"/>
            <a:chOff x="3888843" y="-804410"/>
            <a:chExt cx="272798" cy="212617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133" name="任意多边形: 形状 458"/>
            <p:cNvSpPr/>
            <p:nvPr/>
          </p:nvSpPr>
          <p:spPr>
            <a:xfrm>
              <a:off x="3888843" y="-804410"/>
              <a:ext cx="272798" cy="159498"/>
            </a:xfrm>
            <a:custGeom>
              <a:avLst/>
              <a:gdLst>
                <a:gd name="connsiteX0" fmla="*/ 362298 w 362298"/>
                <a:gd name="connsiteY0" fmla="*/ 0 h 211826"/>
                <a:gd name="connsiteX1" fmla="*/ 349728 w 362298"/>
                <a:gd name="connsiteY1" fmla="*/ 36774 h 211826"/>
                <a:gd name="connsiteX2" fmla="*/ 337158 w 362298"/>
                <a:gd name="connsiteY2" fmla="*/ 73548 h 211826"/>
                <a:gd name="connsiteX3" fmla="*/ 322711 w 362298"/>
                <a:gd name="connsiteY3" fmla="*/ 57037 h 211826"/>
                <a:gd name="connsiteX4" fmla="*/ 205071 w 362298"/>
                <a:gd name="connsiteY4" fmla="*/ 157791 h 211826"/>
                <a:gd name="connsiteX5" fmla="*/ 196628 w 362298"/>
                <a:gd name="connsiteY5" fmla="*/ 165108 h 211826"/>
                <a:gd name="connsiteX6" fmla="*/ 186872 w 362298"/>
                <a:gd name="connsiteY6" fmla="*/ 159667 h 211826"/>
                <a:gd name="connsiteX7" fmla="*/ 144282 w 362298"/>
                <a:gd name="connsiteY7" fmla="*/ 136214 h 211826"/>
                <a:gd name="connsiteX8" fmla="*/ 16323 w 362298"/>
                <a:gd name="connsiteY8" fmla="*/ 211826 h 211826"/>
                <a:gd name="connsiteX9" fmla="*/ 0 w 362298"/>
                <a:gd name="connsiteY9" fmla="*/ 184058 h 211826"/>
                <a:gd name="connsiteX10" fmla="*/ 135839 w 362298"/>
                <a:gd name="connsiteY10" fmla="*/ 103755 h 211826"/>
                <a:gd name="connsiteX11" fmla="*/ 143719 w 362298"/>
                <a:gd name="connsiteY11" fmla="*/ 99065 h 211826"/>
                <a:gd name="connsiteX12" fmla="*/ 151787 w 362298"/>
                <a:gd name="connsiteY12" fmla="*/ 103568 h 211826"/>
                <a:gd name="connsiteX13" fmla="*/ 192501 w 362298"/>
                <a:gd name="connsiteY13" fmla="*/ 125895 h 211826"/>
                <a:gd name="connsiteX14" fmla="*/ 301509 w 362298"/>
                <a:gd name="connsiteY14" fmla="*/ 32647 h 211826"/>
                <a:gd name="connsiteX15" fmla="*/ 286124 w 362298"/>
                <a:gd name="connsiteY15" fmla="*/ 15010 h 211826"/>
                <a:gd name="connsiteX16" fmla="*/ 324212 w 362298"/>
                <a:gd name="connsiteY16" fmla="*/ 7505 h 211826"/>
                <a:gd name="connsiteX17" fmla="*/ 362298 w 362298"/>
                <a:gd name="connsiteY17" fmla="*/ 0 h 211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62298" h="211826">
                  <a:moveTo>
                    <a:pt x="362298" y="0"/>
                  </a:moveTo>
                  <a:lnTo>
                    <a:pt x="349728" y="36774"/>
                  </a:lnTo>
                  <a:lnTo>
                    <a:pt x="337158" y="73548"/>
                  </a:lnTo>
                  <a:lnTo>
                    <a:pt x="322711" y="57037"/>
                  </a:lnTo>
                  <a:lnTo>
                    <a:pt x="205071" y="157791"/>
                  </a:lnTo>
                  <a:lnTo>
                    <a:pt x="196628" y="165108"/>
                  </a:lnTo>
                  <a:lnTo>
                    <a:pt x="186872" y="159667"/>
                  </a:lnTo>
                  <a:lnTo>
                    <a:pt x="144282" y="136214"/>
                  </a:lnTo>
                  <a:lnTo>
                    <a:pt x="16323" y="211826"/>
                  </a:lnTo>
                  <a:lnTo>
                    <a:pt x="0" y="184058"/>
                  </a:lnTo>
                  <a:lnTo>
                    <a:pt x="135839" y="103755"/>
                  </a:lnTo>
                  <a:lnTo>
                    <a:pt x="143719" y="99065"/>
                  </a:lnTo>
                  <a:lnTo>
                    <a:pt x="151787" y="103568"/>
                  </a:lnTo>
                  <a:lnTo>
                    <a:pt x="192501" y="125895"/>
                  </a:lnTo>
                  <a:lnTo>
                    <a:pt x="301509" y="32647"/>
                  </a:lnTo>
                  <a:lnTo>
                    <a:pt x="286124" y="15010"/>
                  </a:lnTo>
                  <a:lnTo>
                    <a:pt x="324212" y="7505"/>
                  </a:lnTo>
                  <a:lnTo>
                    <a:pt x="362298" y="0"/>
                  </a:lnTo>
                  <a:close/>
                </a:path>
              </a:pathLst>
            </a:custGeom>
            <a:grpFill/>
            <a:ln w="103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endParaRPr>
            </a:p>
          </p:txBody>
        </p:sp>
        <p:sp>
          <p:nvSpPr>
            <p:cNvPr id="134" name="任意多边形: 形状 460"/>
            <p:cNvSpPr/>
            <p:nvPr/>
          </p:nvSpPr>
          <p:spPr>
            <a:xfrm>
              <a:off x="4102872" y="-735327"/>
              <a:ext cx="46479" cy="143533"/>
            </a:xfrm>
            <a:custGeom>
              <a:avLst/>
              <a:gdLst>
                <a:gd name="connsiteX0" fmla="*/ 36774 w 61728"/>
                <a:gd name="connsiteY0" fmla="*/ 0 h 190624"/>
                <a:gd name="connsiteX1" fmla="*/ 61728 w 61728"/>
                <a:gd name="connsiteY1" fmla="*/ 28518 h 190624"/>
                <a:gd name="connsiteX2" fmla="*/ 61728 w 61728"/>
                <a:gd name="connsiteY2" fmla="*/ 180493 h 190624"/>
                <a:gd name="connsiteX3" fmla="*/ 51596 w 61728"/>
                <a:gd name="connsiteY3" fmla="*/ 190624 h 190624"/>
                <a:gd name="connsiteX4" fmla="*/ 10132 w 61728"/>
                <a:gd name="connsiteY4" fmla="*/ 190624 h 190624"/>
                <a:gd name="connsiteX5" fmla="*/ 0 w 61728"/>
                <a:gd name="connsiteY5" fmla="*/ 180493 h 190624"/>
                <a:gd name="connsiteX6" fmla="*/ 0 w 61728"/>
                <a:gd name="connsiteY6" fmla="*/ 31520 h 190624"/>
                <a:gd name="connsiteX7" fmla="*/ 36774 w 61728"/>
                <a:gd name="connsiteY7" fmla="*/ 0 h 190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1728" h="190624">
                  <a:moveTo>
                    <a:pt x="36774" y="0"/>
                  </a:moveTo>
                  <a:lnTo>
                    <a:pt x="61728" y="28518"/>
                  </a:lnTo>
                  <a:lnTo>
                    <a:pt x="61728" y="180493"/>
                  </a:lnTo>
                  <a:cubicBezTo>
                    <a:pt x="61728" y="186121"/>
                    <a:pt x="57037" y="190624"/>
                    <a:pt x="51596" y="190624"/>
                  </a:cubicBezTo>
                  <a:lnTo>
                    <a:pt x="10132" y="190624"/>
                  </a:lnTo>
                  <a:cubicBezTo>
                    <a:pt x="4503" y="190624"/>
                    <a:pt x="0" y="186121"/>
                    <a:pt x="0" y="180493"/>
                  </a:cubicBezTo>
                  <a:lnTo>
                    <a:pt x="0" y="31520"/>
                  </a:lnTo>
                  <a:lnTo>
                    <a:pt x="36774" y="0"/>
                  </a:lnTo>
                  <a:close/>
                </a:path>
              </a:pathLst>
            </a:custGeom>
            <a:grpFill/>
            <a:ln w="103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endParaRPr>
            </a:p>
          </p:txBody>
        </p:sp>
        <p:sp>
          <p:nvSpPr>
            <p:cNvPr id="135" name="任意多边形: 形状 461"/>
            <p:cNvSpPr/>
            <p:nvPr/>
          </p:nvSpPr>
          <p:spPr>
            <a:xfrm>
              <a:off x="4037605" y="-695346"/>
              <a:ext cx="46478" cy="103553"/>
            </a:xfrm>
            <a:custGeom>
              <a:avLst/>
              <a:gdLst>
                <a:gd name="connsiteX0" fmla="*/ 61540 w 61727"/>
                <a:gd name="connsiteY0" fmla="*/ 0 h 137527"/>
                <a:gd name="connsiteX1" fmla="*/ 61727 w 61727"/>
                <a:gd name="connsiteY1" fmla="*/ 1501 h 137527"/>
                <a:gd name="connsiteX2" fmla="*/ 61727 w 61727"/>
                <a:gd name="connsiteY2" fmla="*/ 127396 h 137527"/>
                <a:gd name="connsiteX3" fmla="*/ 51596 w 61727"/>
                <a:gd name="connsiteY3" fmla="*/ 137527 h 137527"/>
                <a:gd name="connsiteX4" fmla="*/ 10131 w 61727"/>
                <a:gd name="connsiteY4" fmla="*/ 137527 h 137527"/>
                <a:gd name="connsiteX5" fmla="*/ 0 w 61727"/>
                <a:gd name="connsiteY5" fmla="*/ 127583 h 137527"/>
                <a:gd name="connsiteX6" fmla="*/ 0 w 61727"/>
                <a:gd name="connsiteY6" fmla="*/ 51596 h 137527"/>
                <a:gd name="connsiteX7" fmla="*/ 750 w 61727"/>
                <a:gd name="connsiteY7" fmla="*/ 51971 h 137527"/>
                <a:gd name="connsiteX8" fmla="*/ 61540 w 61727"/>
                <a:gd name="connsiteY8" fmla="*/ 0 h 137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727" h="137527">
                  <a:moveTo>
                    <a:pt x="61540" y="0"/>
                  </a:moveTo>
                  <a:cubicBezTo>
                    <a:pt x="61727" y="375"/>
                    <a:pt x="61727" y="938"/>
                    <a:pt x="61727" y="1501"/>
                  </a:cubicBezTo>
                  <a:lnTo>
                    <a:pt x="61727" y="127396"/>
                  </a:lnTo>
                  <a:cubicBezTo>
                    <a:pt x="61727" y="133024"/>
                    <a:pt x="57037" y="137527"/>
                    <a:pt x="51596" y="137527"/>
                  </a:cubicBezTo>
                  <a:lnTo>
                    <a:pt x="10131" y="137527"/>
                  </a:lnTo>
                  <a:cubicBezTo>
                    <a:pt x="4502" y="137527"/>
                    <a:pt x="0" y="133024"/>
                    <a:pt x="0" y="127583"/>
                  </a:cubicBezTo>
                  <a:lnTo>
                    <a:pt x="0" y="51596"/>
                  </a:lnTo>
                  <a:lnTo>
                    <a:pt x="750" y="51971"/>
                  </a:lnTo>
                  <a:lnTo>
                    <a:pt x="61540" y="0"/>
                  </a:lnTo>
                  <a:close/>
                </a:path>
              </a:pathLst>
            </a:custGeom>
            <a:grpFill/>
            <a:ln w="103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endParaRPr>
            </a:p>
          </p:txBody>
        </p:sp>
        <p:sp>
          <p:nvSpPr>
            <p:cNvPr id="137" name="任意多边形: 形状 462"/>
            <p:cNvSpPr/>
            <p:nvPr/>
          </p:nvSpPr>
          <p:spPr>
            <a:xfrm>
              <a:off x="3972336" y="-678535"/>
              <a:ext cx="46479" cy="86742"/>
            </a:xfrm>
            <a:custGeom>
              <a:avLst/>
              <a:gdLst>
                <a:gd name="connsiteX0" fmla="*/ 33585 w 61728"/>
                <a:gd name="connsiteY0" fmla="*/ 0 h 115200"/>
                <a:gd name="connsiteX1" fmla="*/ 61728 w 61728"/>
                <a:gd name="connsiteY1" fmla="*/ 15385 h 115200"/>
                <a:gd name="connsiteX2" fmla="*/ 61728 w 61728"/>
                <a:gd name="connsiteY2" fmla="*/ 105069 h 115200"/>
                <a:gd name="connsiteX3" fmla="*/ 51596 w 61728"/>
                <a:gd name="connsiteY3" fmla="*/ 115200 h 115200"/>
                <a:gd name="connsiteX4" fmla="*/ 10132 w 61728"/>
                <a:gd name="connsiteY4" fmla="*/ 115200 h 115200"/>
                <a:gd name="connsiteX5" fmla="*/ 0 w 61728"/>
                <a:gd name="connsiteY5" fmla="*/ 105069 h 115200"/>
                <a:gd name="connsiteX6" fmla="*/ 0 w 61728"/>
                <a:gd name="connsiteY6" fmla="*/ 19888 h 115200"/>
                <a:gd name="connsiteX7" fmla="*/ 33585 w 61728"/>
                <a:gd name="connsiteY7" fmla="*/ 0 h 115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1728" h="115200">
                  <a:moveTo>
                    <a:pt x="33585" y="0"/>
                  </a:moveTo>
                  <a:lnTo>
                    <a:pt x="61728" y="15385"/>
                  </a:lnTo>
                  <a:lnTo>
                    <a:pt x="61728" y="105069"/>
                  </a:lnTo>
                  <a:cubicBezTo>
                    <a:pt x="61728" y="110697"/>
                    <a:pt x="57037" y="115200"/>
                    <a:pt x="51596" y="115200"/>
                  </a:cubicBezTo>
                  <a:lnTo>
                    <a:pt x="10132" y="115200"/>
                  </a:lnTo>
                  <a:cubicBezTo>
                    <a:pt x="4503" y="115200"/>
                    <a:pt x="0" y="110697"/>
                    <a:pt x="0" y="105069"/>
                  </a:cubicBezTo>
                  <a:lnTo>
                    <a:pt x="0" y="19888"/>
                  </a:lnTo>
                  <a:lnTo>
                    <a:pt x="33585" y="0"/>
                  </a:lnTo>
                  <a:close/>
                </a:path>
              </a:pathLst>
            </a:custGeom>
            <a:grpFill/>
            <a:ln w="103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endParaRPr>
            </a:p>
          </p:txBody>
        </p:sp>
        <p:sp>
          <p:nvSpPr>
            <p:cNvPr id="138" name="任意多边形: 形状 463"/>
            <p:cNvSpPr/>
            <p:nvPr/>
          </p:nvSpPr>
          <p:spPr>
            <a:xfrm>
              <a:off x="3907069" y="-652400"/>
              <a:ext cx="46478" cy="60606"/>
            </a:xfrm>
            <a:custGeom>
              <a:avLst/>
              <a:gdLst>
                <a:gd name="connsiteX0" fmla="*/ 61727 w 61727"/>
                <a:gd name="connsiteY0" fmla="*/ 0 h 80490"/>
                <a:gd name="connsiteX1" fmla="*/ 61727 w 61727"/>
                <a:gd name="connsiteY1" fmla="*/ 70359 h 80490"/>
                <a:gd name="connsiteX2" fmla="*/ 51596 w 61727"/>
                <a:gd name="connsiteY2" fmla="*/ 80490 h 80490"/>
                <a:gd name="connsiteX3" fmla="*/ 10131 w 61727"/>
                <a:gd name="connsiteY3" fmla="*/ 80490 h 80490"/>
                <a:gd name="connsiteX4" fmla="*/ 0 w 61727"/>
                <a:gd name="connsiteY4" fmla="*/ 70359 h 80490"/>
                <a:gd name="connsiteX5" fmla="*/ 0 w 61727"/>
                <a:gd name="connsiteY5" fmla="*/ 36399 h 80490"/>
                <a:gd name="connsiteX6" fmla="*/ 61727 w 61727"/>
                <a:gd name="connsiteY6" fmla="*/ 0 h 80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727" h="80490">
                  <a:moveTo>
                    <a:pt x="61727" y="0"/>
                  </a:moveTo>
                  <a:lnTo>
                    <a:pt x="61727" y="70359"/>
                  </a:lnTo>
                  <a:cubicBezTo>
                    <a:pt x="61727" y="75987"/>
                    <a:pt x="57037" y="80490"/>
                    <a:pt x="51596" y="80490"/>
                  </a:cubicBezTo>
                  <a:lnTo>
                    <a:pt x="10131" y="80490"/>
                  </a:lnTo>
                  <a:cubicBezTo>
                    <a:pt x="4502" y="80490"/>
                    <a:pt x="0" y="75987"/>
                    <a:pt x="0" y="70359"/>
                  </a:cubicBezTo>
                  <a:lnTo>
                    <a:pt x="0" y="36399"/>
                  </a:lnTo>
                  <a:lnTo>
                    <a:pt x="61727" y="0"/>
                  </a:lnTo>
                  <a:close/>
                </a:path>
              </a:pathLst>
            </a:custGeom>
            <a:grpFill/>
            <a:ln w="103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endParaRPr>
            </a:p>
          </p:txBody>
        </p:sp>
      </p:grpSp>
      <p:sp>
        <p:nvSpPr>
          <p:cNvPr id="140" name="椭圆 139"/>
          <p:cNvSpPr/>
          <p:nvPr/>
        </p:nvSpPr>
        <p:spPr>
          <a:xfrm>
            <a:off x="8428990" y="2631440"/>
            <a:ext cx="616585" cy="616585"/>
          </a:xfrm>
          <a:prstGeom prst="ellipse">
            <a:avLst/>
          </a:prstGeom>
          <a:solidFill>
            <a:srgbClr val="FFFFFF"/>
          </a:solidFill>
          <a:ln w="12700" cap="flat" cmpd="sng" algn="ctr">
            <a:solidFill>
              <a:schemeClr val="accent1">
                <a:lumMod val="60000"/>
                <a:lumOff val="40000"/>
              </a:schemeClr>
            </a:solidFill>
            <a:prstDash val="solid"/>
            <a:miter lim="800000"/>
          </a:ln>
          <a:effectLst>
            <a:outerShdw blurRad="254000" dist="101600" dir="2700000" sx="83000" sy="83000" algn="tl" rotWithShape="0">
              <a:srgbClr val="838383">
                <a:alpha val="2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grpSp>
        <p:nvGrpSpPr>
          <p:cNvPr id="141" name="组合 140"/>
          <p:cNvGrpSpPr/>
          <p:nvPr/>
        </p:nvGrpSpPr>
        <p:grpSpPr>
          <a:xfrm rot="0">
            <a:off x="8569960" y="2813685"/>
            <a:ext cx="317500" cy="252095"/>
            <a:chOff x="5241058" y="-435927"/>
            <a:chExt cx="317500" cy="252095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142" name="任意多边形: 形状 54"/>
            <p:cNvSpPr/>
            <p:nvPr/>
          </p:nvSpPr>
          <p:spPr>
            <a:xfrm>
              <a:off x="5280378" y="-435927"/>
              <a:ext cx="236698" cy="25333"/>
            </a:xfrm>
            <a:custGeom>
              <a:avLst/>
              <a:gdLst>
                <a:gd name="connsiteX0" fmla="*/ 47067 w 1241971"/>
                <a:gd name="connsiteY0" fmla="*/ 0 h 123341"/>
                <a:gd name="connsiteX1" fmla="*/ 1196578 w 1241971"/>
                <a:gd name="connsiteY1" fmla="*/ 0 h 123341"/>
                <a:gd name="connsiteX2" fmla="*/ 1241971 w 1241971"/>
                <a:gd name="connsiteY2" fmla="*/ 59717 h 123341"/>
                <a:gd name="connsiteX3" fmla="*/ 1241971 w 1241971"/>
                <a:gd name="connsiteY3" fmla="*/ 61764 h 123341"/>
                <a:gd name="connsiteX4" fmla="*/ 1194904 w 1241971"/>
                <a:gd name="connsiteY4" fmla="*/ 123341 h 123341"/>
                <a:gd name="connsiteX5" fmla="*/ 47067 w 1241971"/>
                <a:gd name="connsiteY5" fmla="*/ 123341 h 123341"/>
                <a:gd name="connsiteX6" fmla="*/ 47067 w 1241971"/>
                <a:gd name="connsiteY6" fmla="*/ 123155 h 123341"/>
                <a:gd name="connsiteX7" fmla="*/ 0 w 1241971"/>
                <a:gd name="connsiteY7" fmla="*/ 61578 h 123341"/>
                <a:gd name="connsiteX8" fmla="*/ 47067 w 1241971"/>
                <a:gd name="connsiteY8" fmla="*/ 0 h 12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1971" h="123341">
                  <a:moveTo>
                    <a:pt x="47067" y="0"/>
                  </a:moveTo>
                  <a:lnTo>
                    <a:pt x="1196578" y="0"/>
                  </a:lnTo>
                  <a:cubicBezTo>
                    <a:pt x="1221693" y="0"/>
                    <a:pt x="1241971" y="26789"/>
                    <a:pt x="1241971" y="59717"/>
                  </a:cubicBezTo>
                  <a:lnTo>
                    <a:pt x="1241971" y="61764"/>
                  </a:lnTo>
                  <a:cubicBezTo>
                    <a:pt x="1241971" y="95808"/>
                    <a:pt x="1220949" y="123341"/>
                    <a:pt x="1194904" y="123341"/>
                  </a:cubicBezTo>
                  <a:lnTo>
                    <a:pt x="47067" y="123341"/>
                  </a:lnTo>
                  <a:lnTo>
                    <a:pt x="47067" y="123155"/>
                  </a:lnTo>
                  <a:cubicBezTo>
                    <a:pt x="21208" y="123155"/>
                    <a:pt x="0" y="95436"/>
                    <a:pt x="0" y="61578"/>
                  </a:cubicBezTo>
                  <a:cubicBezTo>
                    <a:pt x="0" y="27533"/>
                    <a:pt x="21022" y="0"/>
                    <a:pt x="47067" y="0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43" name="任意多边形: 形状 55"/>
            <p:cNvSpPr/>
            <p:nvPr/>
          </p:nvSpPr>
          <p:spPr>
            <a:xfrm>
              <a:off x="5280378" y="-395734"/>
              <a:ext cx="236698" cy="25333"/>
            </a:xfrm>
            <a:custGeom>
              <a:avLst/>
              <a:gdLst>
                <a:gd name="connsiteX0" fmla="*/ 47067 w 1241971"/>
                <a:gd name="connsiteY0" fmla="*/ 0 h 123341"/>
                <a:gd name="connsiteX1" fmla="*/ 1196578 w 1241971"/>
                <a:gd name="connsiteY1" fmla="*/ 0 h 123341"/>
                <a:gd name="connsiteX2" fmla="*/ 1241971 w 1241971"/>
                <a:gd name="connsiteY2" fmla="*/ 59717 h 123341"/>
                <a:gd name="connsiteX3" fmla="*/ 1241971 w 1241971"/>
                <a:gd name="connsiteY3" fmla="*/ 61763 h 123341"/>
                <a:gd name="connsiteX4" fmla="*/ 1194904 w 1241971"/>
                <a:gd name="connsiteY4" fmla="*/ 123341 h 123341"/>
                <a:gd name="connsiteX5" fmla="*/ 47067 w 1241971"/>
                <a:gd name="connsiteY5" fmla="*/ 123341 h 123341"/>
                <a:gd name="connsiteX6" fmla="*/ 47067 w 1241971"/>
                <a:gd name="connsiteY6" fmla="*/ 123155 h 123341"/>
                <a:gd name="connsiteX7" fmla="*/ 0 w 1241971"/>
                <a:gd name="connsiteY7" fmla="*/ 61577 h 123341"/>
                <a:gd name="connsiteX8" fmla="*/ 47067 w 1241971"/>
                <a:gd name="connsiteY8" fmla="*/ 0 h 12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1971" h="123341">
                  <a:moveTo>
                    <a:pt x="47067" y="0"/>
                  </a:moveTo>
                  <a:lnTo>
                    <a:pt x="1196578" y="0"/>
                  </a:lnTo>
                  <a:cubicBezTo>
                    <a:pt x="1221693" y="0"/>
                    <a:pt x="1241971" y="26789"/>
                    <a:pt x="1241971" y="59717"/>
                  </a:cubicBezTo>
                  <a:lnTo>
                    <a:pt x="1241971" y="61763"/>
                  </a:lnTo>
                  <a:cubicBezTo>
                    <a:pt x="1241971" y="95808"/>
                    <a:pt x="1220949" y="123341"/>
                    <a:pt x="1194904" y="123341"/>
                  </a:cubicBezTo>
                  <a:lnTo>
                    <a:pt x="47067" y="123341"/>
                  </a:lnTo>
                  <a:lnTo>
                    <a:pt x="47067" y="123155"/>
                  </a:lnTo>
                  <a:cubicBezTo>
                    <a:pt x="21208" y="123155"/>
                    <a:pt x="0" y="95436"/>
                    <a:pt x="0" y="61577"/>
                  </a:cubicBezTo>
                  <a:cubicBezTo>
                    <a:pt x="0" y="27533"/>
                    <a:pt x="21022" y="0"/>
                    <a:pt x="47067" y="0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44" name="任意多边形: 形状 56"/>
            <p:cNvSpPr/>
            <p:nvPr/>
          </p:nvSpPr>
          <p:spPr>
            <a:xfrm>
              <a:off x="5280414" y="-355541"/>
              <a:ext cx="236662" cy="64040"/>
            </a:xfrm>
            <a:custGeom>
              <a:avLst/>
              <a:gdLst>
                <a:gd name="connsiteX0" fmla="*/ 27161 w 1241785"/>
                <a:gd name="connsiteY0" fmla="*/ 0 h 311795"/>
                <a:gd name="connsiteX1" fmla="*/ 1214624 w 1241785"/>
                <a:gd name="connsiteY1" fmla="*/ 0 h 311795"/>
                <a:gd name="connsiteX2" fmla="*/ 1241785 w 1241785"/>
                <a:gd name="connsiteY2" fmla="*/ 37207 h 311795"/>
                <a:gd name="connsiteX3" fmla="*/ 1214624 w 1241785"/>
                <a:gd name="connsiteY3" fmla="*/ 74414 h 311795"/>
                <a:gd name="connsiteX4" fmla="*/ 1090910 w 1241785"/>
                <a:gd name="connsiteY4" fmla="*/ 74414 h 311795"/>
                <a:gd name="connsiteX5" fmla="*/ 1023380 w 1241785"/>
                <a:gd name="connsiteY5" fmla="*/ 102133 h 311795"/>
                <a:gd name="connsiteX6" fmla="*/ 819485 w 1241785"/>
                <a:gd name="connsiteY6" fmla="*/ 292261 h 311795"/>
                <a:gd name="connsiteX7" fmla="*/ 772604 w 1241785"/>
                <a:gd name="connsiteY7" fmla="*/ 311795 h 311795"/>
                <a:gd name="connsiteX8" fmla="*/ 473832 w 1241785"/>
                <a:gd name="connsiteY8" fmla="*/ 311795 h 311795"/>
                <a:gd name="connsiteX9" fmla="*/ 459135 w 1241785"/>
                <a:gd name="connsiteY9" fmla="*/ 305284 h 311795"/>
                <a:gd name="connsiteX10" fmla="*/ 253008 w 1241785"/>
                <a:gd name="connsiteY10" fmla="*/ 103994 h 311795"/>
                <a:gd name="connsiteX11" fmla="*/ 183617 w 1241785"/>
                <a:gd name="connsiteY11" fmla="*/ 74414 h 311795"/>
                <a:gd name="connsiteX12" fmla="*/ 27161 w 1241785"/>
                <a:gd name="connsiteY12" fmla="*/ 74414 h 311795"/>
                <a:gd name="connsiteX13" fmla="*/ 0 w 1241785"/>
                <a:gd name="connsiteY13" fmla="*/ 37207 h 311795"/>
                <a:gd name="connsiteX14" fmla="*/ 27161 w 1241785"/>
                <a:gd name="connsiteY14" fmla="*/ 0 h 311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41785" h="311795">
                  <a:moveTo>
                    <a:pt x="27161" y="0"/>
                  </a:moveTo>
                  <a:lnTo>
                    <a:pt x="1214624" y="0"/>
                  </a:lnTo>
                  <a:cubicBezTo>
                    <a:pt x="1229320" y="0"/>
                    <a:pt x="1241785" y="17115"/>
                    <a:pt x="1241785" y="37207"/>
                  </a:cubicBezTo>
                  <a:cubicBezTo>
                    <a:pt x="1241785" y="57299"/>
                    <a:pt x="1229320" y="74414"/>
                    <a:pt x="1214624" y="74414"/>
                  </a:cubicBezTo>
                  <a:lnTo>
                    <a:pt x="1090910" y="74414"/>
                  </a:lnTo>
                  <a:cubicBezTo>
                    <a:pt x="1066540" y="74414"/>
                    <a:pt x="1042541" y="84274"/>
                    <a:pt x="1023380" y="102133"/>
                  </a:cubicBezTo>
                  <a:lnTo>
                    <a:pt x="819485" y="292261"/>
                  </a:lnTo>
                  <a:cubicBezTo>
                    <a:pt x="805718" y="305098"/>
                    <a:pt x="789533" y="311795"/>
                    <a:pt x="772604" y="311795"/>
                  </a:cubicBezTo>
                  <a:lnTo>
                    <a:pt x="473832" y="311795"/>
                  </a:lnTo>
                  <a:cubicBezTo>
                    <a:pt x="468623" y="311795"/>
                    <a:pt x="463414" y="309562"/>
                    <a:pt x="459135" y="305284"/>
                  </a:cubicBezTo>
                  <a:lnTo>
                    <a:pt x="253008" y="103994"/>
                  </a:lnTo>
                  <a:cubicBezTo>
                    <a:pt x="233474" y="85018"/>
                    <a:pt x="208731" y="74414"/>
                    <a:pt x="183617" y="74414"/>
                  </a:cubicBezTo>
                  <a:lnTo>
                    <a:pt x="27161" y="74414"/>
                  </a:lnTo>
                  <a:cubicBezTo>
                    <a:pt x="12464" y="74414"/>
                    <a:pt x="0" y="57299"/>
                    <a:pt x="0" y="37207"/>
                  </a:cubicBezTo>
                  <a:cubicBezTo>
                    <a:pt x="0" y="17115"/>
                    <a:pt x="12464" y="0"/>
                    <a:pt x="27161" y="0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45" name="任意多边形: 形状 53"/>
            <p:cNvSpPr/>
            <p:nvPr/>
          </p:nvSpPr>
          <p:spPr>
            <a:xfrm>
              <a:off x="5241058" y="-322458"/>
              <a:ext cx="317500" cy="138626"/>
            </a:xfrm>
            <a:custGeom>
              <a:avLst/>
              <a:gdLst>
                <a:gd name="connsiteX0" fmla="*/ 79623 w 1665944"/>
                <a:gd name="connsiteY0" fmla="*/ 674750 h 674935"/>
                <a:gd name="connsiteX1" fmla="*/ 0 w 1665944"/>
                <a:gd name="connsiteY1" fmla="*/ 572802 h 674935"/>
                <a:gd name="connsiteX2" fmla="*/ 0 w 1665944"/>
                <a:gd name="connsiteY2" fmla="*/ 101947 h 674935"/>
                <a:gd name="connsiteX3" fmla="*/ 79623 w 1665944"/>
                <a:gd name="connsiteY3" fmla="*/ 0 h 674935"/>
                <a:gd name="connsiteX4" fmla="*/ 392906 w 1665944"/>
                <a:gd name="connsiteY4" fmla="*/ 0 h 674935"/>
                <a:gd name="connsiteX5" fmla="*/ 425090 w 1665944"/>
                <a:gd name="connsiteY5" fmla="*/ 372 h 674935"/>
                <a:gd name="connsiteX6" fmla="*/ 632334 w 1665944"/>
                <a:gd name="connsiteY6" fmla="*/ 207801 h 674935"/>
                <a:gd name="connsiteX7" fmla="*/ 701911 w 1665944"/>
                <a:gd name="connsiteY7" fmla="*/ 237567 h 674935"/>
                <a:gd name="connsiteX8" fmla="*/ 982080 w 1665944"/>
                <a:gd name="connsiteY8" fmla="*/ 237567 h 674935"/>
                <a:gd name="connsiteX9" fmla="*/ 1049610 w 1665944"/>
                <a:gd name="connsiteY9" fmla="*/ 209848 h 674935"/>
                <a:gd name="connsiteX10" fmla="*/ 1274341 w 1665944"/>
                <a:gd name="connsiteY10" fmla="*/ 186 h 674935"/>
                <a:gd name="connsiteX11" fmla="*/ 1586322 w 1665944"/>
                <a:gd name="connsiteY11" fmla="*/ 186 h 674935"/>
                <a:gd name="connsiteX12" fmla="*/ 1665945 w 1665944"/>
                <a:gd name="connsiteY12" fmla="*/ 102133 h 674935"/>
                <a:gd name="connsiteX13" fmla="*/ 1665945 w 1665944"/>
                <a:gd name="connsiteY13" fmla="*/ 572988 h 674935"/>
                <a:gd name="connsiteX14" fmla="*/ 1586322 w 1665944"/>
                <a:gd name="connsiteY14" fmla="*/ 674936 h 674935"/>
                <a:gd name="connsiteX15" fmla="*/ 79623 w 1665944"/>
                <a:gd name="connsiteY15" fmla="*/ 674936 h 674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665944" h="674935">
                  <a:moveTo>
                    <a:pt x="79623" y="674750"/>
                  </a:moveTo>
                  <a:cubicBezTo>
                    <a:pt x="35719" y="674750"/>
                    <a:pt x="0" y="628985"/>
                    <a:pt x="0" y="572802"/>
                  </a:cubicBezTo>
                  <a:lnTo>
                    <a:pt x="0" y="101947"/>
                  </a:lnTo>
                  <a:cubicBezTo>
                    <a:pt x="0" y="45765"/>
                    <a:pt x="35719" y="0"/>
                    <a:pt x="79623" y="0"/>
                  </a:cubicBezTo>
                  <a:lnTo>
                    <a:pt x="392906" y="0"/>
                  </a:lnTo>
                  <a:cubicBezTo>
                    <a:pt x="404440" y="0"/>
                    <a:pt x="418393" y="0"/>
                    <a:pt x="425090" y="372"/>
                  </a:cubicBezTo>
                  <a:lnTo>
                    <a:pt x="632334" y="207801"/>
                  </a:lnTo>
                  <a:cubicBezTo>
                    <a:pt x="652053" y="226963"/>
                    <a:pt x="676610" y="237567"/>
                    <a:pt x="701911" y="237567"/>
                  </a:cubicBezTo>
                  <a:lnTo>
                    <a:pt x="982080" y="237567"/>
                  </a:lnTo>
                  <a:cubicBezTo>
                    <a:pt x="1006450" y="237567"/>
                    <a:pt x="1030449" y="227707"/>
                    <a:pt x="1049610" y="209848"/>
                  </a:cubicBezTo>
                  <a:lnTo>
                    <a:pt x="1274341" y="186"/>
                  </a:lnTo>
                  <a:lnTo>
                    <a:pt x="1586322" y="186"/>
                  </a:lnTo>
                  <a:cubicBezTo>
                    <a:pt x="1630226" y="186"/>
                    <a:pt x="1665945" y="45951"/>
                    <a:pt x="1665945" y="102133"/>
                  </a:cubicBezTo>
                  <a:lnTo>
                    <a:pt x="1665945" y="572988"/>
                  </a:lnTo>
                  <a:cubicBezTo>
                    <a:pt x="1665945" y="629171"/>
                    <a:pt x="1630226" y="674936"/>
                    <a:pt x="1586322" y="674936"/>
                  </a:cubicBezTo>
                  <a:lnTo>
                    <a:pt x="79623" y="674936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151" name="椭圆 150"/>
          <p:cNvSpPr/>
          <p:nvPr/>
        </p:nvSpPr>
        <p:spPr>
          <a:xfrm>
            <a:off x="3731260" y="5318125"/>
            <a:ext cx="616585" cy="616585"/>
          </a:xfrm>
          <a:prstGeom prst="ellipse">
            <a:avLst/>
          </a:prstGeom>
          <a:solidFill>
            <a:srgbClr val="FFFFFF"/>
          </a:solidFill>
          <a:ln w="12700" cap="flat" cmpd="sng" algn="ctr">
            <a:solidFill>
              <a:schemeClr val="accent5">
                <a:lumMod val="60000"/>
                <a:lumOff val="40000"/>
              </a:schemeClr>
            </a:solidFill>
            <a:prstDash val="solid"/>
            <a:miter lim="800000"/>
          </a:ln>
          <a:effectLst>
            <a:outerShdw blurRad="254000" dist="101600" dir="2700000" sx="83000" sy="83000" algn="tl" rotWithShape="0">
              <a:schemeClr val="accent5">
                <a:lumMod val="60000"/>
                <a:lumOff val="40000"/>
                <a:alpha val="25000"/>
              </a:schemeClr>
            </a:outerShdw>
          </a:effectLst>
        </p:spPr>
        <p:txBody>
          <a:bodyPr rtlCol="0" anchor="ctr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grpSp>
        <p:nvGrpSpPr>
          <p:cNvPr id="152" name="组合 151"/>
          <p:cNvGrpSpPr/>
          <p:nvPr/>
        </p:nvGrpSpPr>
        <p:grpSpPr>
          <a:xfrm rot="0">
            <a:off x="3903345" y="5495925"/>
            <a:ext cx="272415" cy="261620"/>
            <a:chOff x="7045653" y="-547053"/>
            <a:chExt cx="272306" cy="261511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154" name="任意多边形: 形状 35"/>
            <p:cNvSpPr/>
            <p:nvPr/>
          </p:nvSpPr>
          <p:spPr>
            <a:xfrm>
              <a:off x="7235426" y="-547053"/>
              <a:ext cx="82533" cy="65246"/>
            </a:xfrm>
            <a:custGeom>
              <a:avLst/>
              <a:gdLst>
                <a:gd name="connsiteX0" fmla="*/ 0 w 483970"/>
                <a:gd name="connsiteY0" fmla="*/ 0 h 382972"/>
                <a:gd name="connsiteX1" fmla="*/ 112495 w 483970"/>
                <a:gd name="connsiteY1" fmla="*/ 112495 h 382972"/>
                <a:gd name="connsiteX2" fmla="*/ 269992 w 483970"/>
                <a:gd name="connsiteY2" fmla="*/ 33524 h 382972"/>
                <a:gd name="connsiteX3" fmla="*/ 483970 w 483970"/>
                <a:gd name="connsiteY3" fmla="*/ 315013 h 382972"/>
                <a:gd name="connsiteX4" fmla="*/ 315459 w 483970"/>
                <a:gd name="connsiteY4" fmla="*/ 213996 h 382972"/>
                <a:gd name="connsiteX5" fmla="*/ 258979 w 483970"/>
                <a:gd name="connsiteY5" fmla="*/ 236488 h 382972"/>
                <a:gd name="connsiteX6" fmla="*/ 405463 w 483970"/>
                <a:gd name="connsiteY6" fmla="*/ 382972 h 382972"/>
                <a:gd name="connsiteX7" fmla="*/ 0 w 483970"/>
                <a:gd name="connsiteY7" fmla="*/ 382972 h 382972"/>
                <a:gd name="connsiteX8" fmla="*/ 0 w 483970"/>
                <a:gd name="connsiteY8" fmla="*/ 0 h 382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3970" h="382972">
                  <a:moveTo>
                    <a:pt x="0" y="0"/>
                  </a:moveTo>
                  <a:lnTo>
                    <a:pt x="112495" y="112495"/>
                  </a:lnTo>
                  <a:cubicBezTo>
                    <a:pt x="146019" y="78525"/>
                    <a:pt x="202499" y="33524"/>
                    <a:pt x="269992" y="33524"/>
                  </a:cubicBezTo>
                  <a:cubicBezTo>
                    <a:pt x="371475" y="33524"/>
                    <a:pt x="472492" y="157516"/>
                    <a:pt x="483970" y="315013"/>
                  </a:cubicBezTo>
                  <a:cubicBezTo>
                    <a:pt x="483970" y="315013"/>
                    <a:pt x="393966" y="180008"/>
                    <a:pt x="315459" y="213996"/>
                  </a:cubicBezTo>
                  <a:cubicBezTo>
                    <a:pt x="292968" y="213996"/>
                    <a:pt x="270457" y="236488"/>
                    <a:pt x="258979" y="236488"/>
                  </a:cubicBezTo>
                  <a:lnTo>
                    <a:pt x="405463" y="382972"/>
                  </a:lnTo>
                  <a:lnTo>
                    <a:pt x="0" y="38297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60" name="任意多边形: 形状 36"/>
            <p:cNvSpPr/>
            <p:nvPr/>
          </p:nvSpPr>
          <p:spPr>
            <a:xfrm>
              <a:off x="7045653" y="-538634"/>
              <a:ext cx="178208" cy="178375"/>
            </a:xfrm>
            <a:custGeom>
              <a:avLst/>
              <a:gdLst>
                <a:gd name="connsiteX0" fmla="*/ 0 w 1058894"/>
                <a:gd name="connsiteY0" fmla="*/ 0 h 1058912"/>
                <a:gd name="connsiteX1" fmla="*/ 1058894 w 1058894"/>
                <a:gd name="connsiteY1" fmla="*/ 0 h 1058912"/>
                <a:gd name="connsiteX2" fmla="*/ 1058894 w 1058894"/>
                <a:gd name="connsiteY2" fmla="*/ 1058912 h 1058912"/>
                <a:gd name="connsiteX3" fmla="*/ 0 w 1058894"/>
                <a:gd name="connsiteY3" fmla="*/ 1058912 h 1058912"/>
                <a:gd name="connsiteX4" fmla="*/ 0 w 1058894"/>
                <a:gd name="connsiteY4" fmla="*/ 0 h 1058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8894" h="1058912">
                  <a:moveTo>
                    <a:pt x="0" y="0"/>
                  </a:moveTo>
                  <a:lnTo>
                    <a:pt x="1058894" y="0"/>
                  </a:lnTo>
                  <a:lnTo>
                    <a:pt x="1058894" y="1058912"/>
                  </a:lnTo>
                  <a:lnTo>
                    <a:pt x="0" y="1058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63" name="任意多边形: 形状 37"/>
            <p:cNvSpPr/>
            <p:nvPr/>
          </p:nvSpPr>
          <p:spPr>
            <a:xfrm>
              <a:off x="7120826" y="-463917"/>
              <a:ext cx="176105" cy="178375"/>
            </a:xfrm>
            <a:custGeom>
              <a:avLst/>
              <a:gdLst>
                <a:gd name="connsiteX0" fmla="*/ 664443 w 1047415"/>
                <a:gd name="connsiteY0" fmla="*/ 0 h 1058912"/>
                <a:gd name="connsiteX1" fmla="*/ 1047415 w 1047415"/>
                <a:gd name="connsiteY1" fmla="*/ 0 h 1058912"/>
                <a:gd name="connsiteX2" fmla="*/ 1047415 w 1047415"/>
                <a:gd name="connsiteY2" fmla="*/ 1058912 h 1058912"/>
                <a:gd name="connsiteX3" fmla="*/ 0 w 1047415"/>
                <a:gd name="connsiteY3" fmla="*/ 1058912 h 1058912"/>
                <a:gd name="connsiteX4" fmla="*/ 0 w 1047415"/>
                <a:gd name="connsiteY4" fmla="*/ 675940 h 1058912"/>
                <a:gd name="connsiteX5" fmla="*/ 168529 w 1047415"/>
                <a:gd name="connsiteY5" fmla="*/ 675940 h 1058912"/>
                <a:gd name="connsiteX6" fmla="*/ 168529 w 1047415"/>
                <a:gd name="connsiteY6" fmla="*/ 878439 h 1058912"/>
                <a:gd name="connsiteX7" fmla="*/ 878439 w 1047415"/>
                <a:gd name="connsiteY7" fmla="*/ 878439 h 1058912"/>
                <a:gd name="connsiteX8" fmla="*/ 878439 w 1047415"/>
                <a:gd name="connsiteY8" fmla="*/ 180008 h 1058912"/>
                <a:gd name="connsiteX9" fmla="*/ 664443 w 1047415"/>
                <a:gd name="connsiteY9" fmla="*/ 180008 h 1058912"/>
                <a:gd name="connsiteX10" fmla="*/ 664443 w 1047415"/>
                <a:gd name="connsiteY10" fmla="*/ 0 h 1058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47415" h="1058912">
                  <a:moveTo>
                    <a:pt x="664443" y="0"/>
                  </a:moveTo>
                  <a:lnTo>
                    <a:pt x="1047415" y="0"/>
                  </a:lnTo>
                  <a:lnTo>
                    <a:pt x="1047415" y="1058912"/>
                  </a:lnTo>
                  <a:lnTo>
                    <a:pt x="0" y="1058912"/>
                  </a:lnTo>
                  <a:lnTo>
                    <a:pt x="0" y="675940"/>
                  </a:lnTo>
                  <a:lnTo>
                    <a:pt x="168529" y="675940"/>
                  </a:lnTo>
                  <a:lnTo>
                    <a:pt x="168529" y="878439"/>
                  </a:lnTo>
                  <a:lnTo>
                    <a:pt x="878439" y="878439"/>
                  </a:lnTo>
                  <a:lnTo>
                    <a:pt x="878439" y="180008"/>
                  </a:lnTo>
                  <a:lnTo>
                    <a:pt x="664443" y="180008"/>
                  </a:lnTo>
                  <a:lnTo>
                    <a:pt x="664443" y="0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170" name="椭圆 169"/>
          <p:cNvSpPr/>
          <p:nvPr/>
        </p:nvSpPr>
        <p:spPr>
          <a:xfrm>
            <a:off x="7808595" y="5318125"/>
            <a:ext cx="616585" cy="616585"/>
          </a:xfrm>
          <a:prstGeom prst="ellipse">
            <a:avLst/>
          </a:prstGeom>
          <a:solidFill>
            <a:srgbClr val="FFFFFF"/>
          </a:solidFill>
          <a:ln w="12700" cap="flat" cmpd="sng" algn="ctr">
            <a:solidFill>
              <a:schemeClr val="accent1">
                <a:lumMod val="60000"/>
                <a:lumOff val="40000"/>
              </a:schemeClr>
            </a:solidFill>
            <a:prstDash val="solid"/>
            <a:miter lim="800000"/>
          </a:ln>
          <a:effectLst>
            <a:outerShdw blurRad="254000" dist="101600" dir="2700000" sx="83000" sy="83000" algn="tl" rotWithShape="0">
              <a:srgbClr val="838383">
                <a:alpha val="2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grpSp>
        <p:nvGrpSpPr>
          <p:cNvPr id="171" name="组合 170"/>
          <p:cNvGrpSpPr/>
          <p:nvPr/>
        </p:nvGrpSpPr>
        <p:grpSpPr>
          <a:xfrm rot="0">
            <a:off x="7980680" y="5495925"/>
            <a:ext cx="272415" cy="261620"/>
            <a:chOff x="7045653" y="-547053"/>
            <a:chExt cx="272306" cy="261511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172" name="任意多边形: 形状 35"/>
            <p:cNvSpPr/>
            <p:nvPr/>
          </p:nvSpPr>
          <p:spPr>
            <a:xfrm>
              <a:off x="7235426" y="-547053"/>
              <a:ext cx="82533" cy="65246"/>
            </a:xfrm>
            <a:custGeom>
              <a:avLst/>
              <a:gdLst>
                <a:gd name="connsiteX0" fmla="*/ 0 w 483970"/>
                <a:gd name="connsiteY0" fmla="*/ 0 h 382972"/>
                <a:gd name="connsiteX1" fmla="*/ 112495 w 483970"/>
                <a:gd name="connsiteY1" fmla="*/ 112495 h 382972"/>
                <a:gd name="connsiteX2" fmla="*/ 269992 w 483970"/>
                <a:gd name="connsiteY2" fmla="*/ 33524 h 382972"/>
                <a:gd name="connsiteX3" fmla="*/ 483970 w 483970"/>
                <a:gd name="connsiteY3" fmla="*/ 315013 h 382972"/>
                <a:gd name="connsiteX4" fmla="*/ 315459 w 483970"/>
                <a:gd name="connsiteY4" fmla="*/ 213996 h 382972"/>
                <a:gd name="connsiteX5" fmla="*/ 258979 w 483970"/>
                <a:gd name="connsiteY5" fmla="*/ 236488 h 382972"/>
                <a:gd name="connsiteX6" fmla="*/ 405463 w 483970"/>
                <a:gd name="connsiteY6" fmla="*/ 382972 h 382972"/>
                <a:gd name="connsiteX7" fmla="*/ 0 w 483970"/>
                <a:gd name="connsiteY7" fmla="*/ 382972 h 382972"/>
                <a:gd name="connsiteX8" fmla="*/ 0 w 483970"/>
                <a:gd name="connsiteY8" fmla="*/ 0 h 382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3970" h="382972">
                  <a:moveTo>
                    <a:pt x="0" y="0"/>
                  </a:moveTo>
                  <a:lnTo>
                    <a:pt x="112495" y="112495"/>
                  </a:lnTo>
                  <a:cubicBezTo>
                    <a:pt x="146019" y="78525"/>
                    <a:pt x="202499" y="33524"/>
                    <a:pt x="269992" y="33524"/>
                  </a:cubicBezTo>
                  <a:cubicBezTo>
                    <a:pt x="371475" y="33524"/>
                    <a:pt x="472492" y="157516"/>
                    <a:pt x="483970" y="315013"/>
                  </a:cubicBezTo>
                  <a:cubicBezTo>
                    <a:pt x="483970" y="315013"/>
                    <a:pt x="393966" y="180008"/>
                    <a:pt x="315459" y="213996"/>
                  </a:cubicBezTo>
                  <a:cubicBezTo>
                    <a:pt x="292968" y="213996"/>
                    <a:pt x="270457" y="236488"/>
                    <a:pt x="258979" y="236488"/>
                  </a:cubicBezTo>
                  <a:lnTo>
                    <a:pt x="405463" y="382972"/>
                  </a:lnTo>
                  <a:lnTo>
                    <a:pt x="0" y="38297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73" name="任意多边形: 形状 36"/>
            <p:cNvSpPr/>
            <p:nvPr/>
          </p:nvSpPr>
          <p:spPr>
            <a:xfrm>
              <a:off x="7045653" y="-538634"/>
              <a:ext cx="178208" cy="178375"/>
            </a:xfrm>
            <a:custGeom>
              <a:avLst/>
              <a:gdLst>
                <a:gd name="connsiteX0" fmla="*/ 0 w 1058894"/>
                <a:gd name="connsiteY0" fmla="*/ 0 h 1058912"/>
                <a:gd name="connsiteX1" fmla="*/ 1058894 w 1058894"/>
                <a:gd name="connsiteY1" fmla="*/ 0 h 1058912"/>
                <a:gd name="connsiteX2" fmla="*/ 1058894 w 1058894"/>
                <a:gd name="connsiteY2" fmla="*/ 1058912 h 1058912"/>
                <a:gd name="connsiteX3" fmla="*/ 0 w 1058894"/>
                <a:gd name="connsiteY3" fmla="*/ 1058912 h 1058912"/>
                <a:gd name="connsiteX4" fmla="*/ 0 w 1058894"/>
                <a:gd name="connsiteY4" fmla="*/ 0 h 1058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8894" h="1058912">
                  <a:moveTo>
                    <a:pt x="0" y="0"/>
                  </a:moveTo>
                  <a:lnTo>
                    <a:pt x="1058894" y="0"/>
                  </a:lnTo>
                  <a:lnTo>
                    <a:pt x="1058894" y="1058912"/>
                  </a:lnTo>
                  <a:lnTo>
                    <a:pt x="0" y="1058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74" name="任意多边形: 形状 37"/>
            <p:cNvSpPr/>
            <p:nvPr/>
          </p:nvSpPr>
          <p:spPr>
            <a:xfrm>
              <a:off x="7120826" y="-463917"/>
              <a:ext cx="176105" cy="178375"/>
            </a:xfrm>
            <a:custGeom>
              <a:avLst/>
              <a:gdLst>
                <a:gd name="connsiteX0" fmla="*/ 664443 w 1047415"/>
                <a:gd name="connsiteY0" fmla="*/ 0 h 1058912"/>
                <a:gd name="connsiteX1" fmla="*/ 1047415 w 1047415"/>
                <a:gd name="connsiteY1" fmla="*/ 0 h 1058912"/>
                <a:gd name="connsiteX2" fmla="*/ 1047415 w 1047415"/>
                <a:gd name="connsiteY2" fmla="*/ 1058912 h 1058912"/>
                <a:gd name="connsiteX3" fmla="*/ 0 w 1047415"/>
                <a:gd name="connsiteY3" fmla="*/ 1058912 h 1058912"/>
                <a:gd name="connsiteX4" fmla="*/ 0 w 1047415"/>
                <a:gd name="connsiteY4" fmla="*/ 675940 h 1058912"/>
                <a:gd name="connsiteX5" fmla="*/ 168529 w 1047415"/>
                <a:gd name="connsiteY5" fmla="*/ 675940 h 1058912"/>
                <a:gd name="connsiteX6" fmla="*/ 168529 w 1047415"/>
                <a:gd name="connsiteY6" fmla="*/ 878439 h 1058912"/>
                <a:gd name="connsiteX7" fmla="*/ 878439 w 1047415"/>
                <a:gd name="connsiteY7" fmla="*/ 878439 h 1058912"/>
                <a:gd name="connsiteX8" fmla="*/ 878439 w 1047415"/>
                <a:gd name="connsiteY8" fmla="*/ 180008 h 1058912"/>
                <a:gd name="connsiteX9" fmla="*/ 664443 w 1047415"/>
                <a:gd name="connsiteY9" fmla="*/ 180008 h 1058912"/>
                <a:gd name="connsiteX10" fmla="*/ 664443 w 1047415"/>
                <a:gd name="connsiteY10" fmla="*/ 0 h 1058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47415" h="1058912">
                  <a:moveTo>
                    <a:pt x="664443" y="0"/>
                  </a:moveTo>
                  <a:lnTo>
                    <a:pt x="1047415" y="0"/>
                  </a:lnTo>
                  <a:lnTo>
                    <a:pt x="1047415" y="1058912"/>
                  </a:lnTo>
                  <a:lnTo>
                    <a:pt x="0" y="1058912"/>
                  </a:lnTo>
                  <a:lnTo>
                    <a:pt x="0" y="675940"/>
                  </a:lnTo>
                  <a:lnTo>
                    <a:pt x="168529" y="675940"/>
                  </a:lnTo>
                  <a:lnTo>
                    <a:pt x="168529" y="878439"/>
                  </a:lnTo>
                  <a:lnTo>
                    <a:pt x="878439" y="878439"/>
                  </a:lnTo>
                  <a:lnTo>
                    <a:pt x="878439" y="180008"/>
                  </a:lnTo>
                  <a:lnTo>
                    <a:pt x="664443" y="180008"/>
                  </a:lnTo>
                  <a:lnTo>
                    <a:pt x="664443" y="0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175" name="Object29"/>
          <p:cNvSpPr txBox="1"/>
          <p:nvPr/>
        </p:nvSpPr>
        <p:spPr>
          <a:xfrm>
            <a:off x="5146113" y="3879860"/>
            <a:ext cx="1917554" cy="738505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>
            <a:lvl1pPr algn="ctr" defTabSz="609600">
              <a:lnSpc>
                <a:spcPts val="2000"/>
              </a:lnSpc>
              <a:defRPr b="1">
                <a:solidFill>
                  <a:srgbClr val="FFFFFF"/>
                </a:solidFill>
                <a:latin typeface="Microsoft YaHei Bold"/>
                <a:ea typeface="Microsoft YaHei Bold"/>
                <a:cs typeface="Microsoft YaHei Bold"/>
                <a:sym typeface="Microsoft YaHei Bold"/>
              </a:defRPr>
            </a:lvl1pPr>
          </a:lstStyle>
          <a:p>
            <a:pPr marL="0" marR="0" lvl="0" indent="0" algn="ctr" defTabSz="6096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lt"/>
                <a:ea typeface="+mj-lt"/>
                <a:cs typeface="微软雅黑" panose="020B0503020204020204" charset="-122"/>
                <a:sym typeface="微软雅黑" panose="020B0503020204020204" charset="-122"/>
              </a:rPr>
              <a:t>个人成长</a:t>
            </a:r>
            <a:endParaRPr kumimoji="0" lang="zh-CN" altLang="en-US" sz="240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j-lt"/>
              <a:ea typeface="+mj-lt"/>
              <a:cs typeface="微软雅黑" panose="020B0503020204020204" charset="-122"/>
              <a:sym typeface="微软雅黑" panose="020B0503020204020204" charset="-122"/>
            </a:endParaRPr>
          </a:p>
          <a:p>
            <a:pPr marL="0" marR="0" lvl="0" indent="0" algn="ctr" defTabSz="6096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lt"/>
                <a:ea typeface="+mj-lt"/>
                <a:cs typeface="微软雅黑" panose="020B0503020204020204" charset="-122"/>
                <a:sym typeface="微软雅黑" panose="020B0503020204020204" charset="-122"/>
              </a:rPr>
              <a:t>与思考</a:t>
            </a:r>
            <a:endParaRPr kumimoji="0" lang="zh-CN" altLang="en-US" sz="240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j-lt"/>
              <a:ea typeface="+mj-lt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84" name="椭圆 183"/>
          <p:cNvSpPr/>
          <p:nvPr/>
        </p:nvSpPr>
        <p:spPr>
          <a:xfrm>
            <a:off x="2727960" y="425450"/>
            <a:ext cx="6736080" cy="6736080"/>
          </a:xfrm>
          <a:prstGeom prst="ellipse">
            <a:avLst/>
          </a:prstGeom>
          <a:noFill/>
          <a:ln w="12700" cap="rnd" cmpd="sng" algn="ctr">
            <a:gradFill flip="none" rotWithShape="1">
              <a:gsLst>
                <a:gs pos="25000">
                  <a:schemeClr val="accent5">
                    <a:lumMod val="20000"/>
                    <a:lumOff val="80000"/>
                    <a:alpha val="0"/>
                  </a:schemeClr>
                </a:gs>
                <a:gs pos="0">
                  <a:schemeClr val="accent5">
                    <a:lumMod val="60000"/>
                    <a:lumOff val="40000"/>
                  </a:schemeClr>
                </a:gs>
              </a:gsLst>
              <a:lin ang="0" scaled="0"/>
              <a:tileRect/>
            </a:gradFill>
            <a:prstDash val="sysDash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 dirty="0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85" name="组合 184"/>
          <p:cNvGrpSpPr/>
          <p:nvPr/>
        </p:nvGrpSpPr>
        <p:grpSpPr>
          <a:xfrm>
            <a:off x="3325495" y="1636395"/>
            <a:ext cx="229870" cy="229870"/>
            <a:chOff x="8569917" y="3182554"/>
            <a:chExt cx="108000" cy="108000"/>
          </a:xfrm>
        </p:grpSpPr>
        <p:sp>
          <p:nvSpPr>
            <p:cNvPr id="186" name="椭圆 185"/>
            <p:cNvSpPr/>
            <p:nvPr>
              <p:custDataLst>
                <p:tags r:id="rId12"/>
              </p:custDataLst>
            </p:nvPr>
          </p:nvSpPr>
          <p:spPr>
            <a:xfrm flipH="1">
              <a:off x="8569917" y="3182554"/>
              <a:ext cx="108000" cy="108000"/>
            </a:xfrm>
            <a:prstGeom prst="ellipse">
              <a:avLst/>
            </a:prstGeom>
            <a:solidFill>
              <a:schemeClr val="accent5">
                <a:lumMod val="20000"/>
                <a:lumOff val="80000"/>
                <a:alpha val="50000"/>
              </a:schemeClr>
            </a:solidFill>
            <a:ln>
              <a:noFill/>
            </a:ln>
            <a:effectLst>
              <a:outerShdw blurRad="63500" algn="ctr" rotWithShape="0">
                <a:schemeClr val="accent3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8755" tIns="49378" rIns="98755" bIns="49378" rtlCol="0" anchor="ctr"/>
            <a:lstStyle/>
            <a:p>
              <a:pPr algn="ctr"/>
              <a:endParaRPr lang="zh-CN" altLang="en-US" sz="1945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87" name="椭圆 186"/>
            <p:cNvSpPr/>
            <p:nvPr/>
          </p:nvSpPr>
          <p:spPr>
            <a:xfrm flipH="1">
              <a:off x="8590055" y="3202692"/>
              <a:ext cx="67724" cy="67724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8755" tIns="49378" rIns="98755" bIns="49378" rtlCol="0" anchor="ctr"/>
            <a:lstStyle/>
            <a:p>
              <a:pPr algn="ctr"/>
              <a:endParaRPr lang="zh-CN" altLang="en-US" sz="1945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88" name="组合 187"/>
          <p:cNvGrpSpPr/>
          <p:nvPr/>
        </p:nvGrpSpPr>
        <p:grpSpPr>
          <a:xfrm>
            <a:off x="2726690" y="2836545"/>
            <a:ext cx="229870" cy="229870"/>
            <a:chOff x="8569917" y="3182554"/>
            <a:chExt cx="108000" cy="108000"/>
          </a:xfrm>
        </p:grpSpPr>
        <p:sp>
          <p:nvSpPr>
            <p:cNvPr id="189" name="椭圆 188"/>
            <p:cNvSpPr/>
            <p:nvPr>
              <p:custDataLst>
                <p:tags r:id="rId13"/>
              </p:custDataLst>
            </p:nvPr>
          </p:nvSpPr>
          <p:spPr>
            <a:xfrm flipH="1">
              <a:off x="8569917" y="3182554"/>
              <a:ext cx="108000" cy="108000"/>
            </a:xfrm>
            <a:prstGeom prst="ellipse">
              <a:avLst/>
            </a:prstGeom>
            <a:solidFill>
              <a:schemeClr val="accent5">
                <a:lumMod val="20000"/>
                <a:lumOff val="80000"/>
                <a:alpha val="50000"/>
              </a:schemeClr>
            </a:solidFill>
            <a:ln>
              <a:noFill/>
            </a:ln>
            <a:effectLst>
              <a:outerShdw blurRad="63500" algn="ctr" rotWithShape="0">
                <a:schemeClr val="accent3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8755" tIns="49378" rIns="98755" bIns="49378" rtlCol="0" anchor="ctr"/>
            <a:lstStyle/>
            <a:p>
              <a:pPr algn="ctr"/>
              <a:endParaRPr lang="zh-CN" altLang="en-US" sz="1945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90" name="椭圆 189"/>
            <p:cNvSpPr/>
            <p:nvPr/>
          </p:nvSpPr>
          <p:spPr>
            <a:xfrm flipH="1">
              <a:off x="8590055" y="3202692"/>
              <a:ext cx="67724" cy="67724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8755" tIns="49378" rIns="98755" bIns="49378" rtlCol="0" anchor="ctr"/>
            <a:lstStyle/>
            <a:p>
              <a:pPr algn="ctr"/>
              <a:endParaRPr lang="zh-CN" altLang="en-US" sz="1945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91" name="组合 190"/>
          <p:cNvGrpSpPr/>
          <p:nvPr/>
        </p:nvGrpSpPr>
        <p:grpSpPr>
          <a:xfrm>
            <a:off x="2664460" y="4147820"/>
            <a:ext cx="229870" cy="229870"/>
            <a:chOff x="8569917" y="3182554"/>
            <a:chExt cx="108000" cy="108000"/>
          </a:xfrm>
        </p:grpSpPr>
        <p:sp>
          <p:nvSpPr>
            <p:cNvPr id="192" name="椭圆 191"/>
            <p:cNvSpPr/>
            <p:nvPr>
              <p:custDataLst>
                <p:tags r:id="rId14"/>
              </p:custDataLst>
            </p:nvPr>
          </p:nvSpPr>
          <p:spPr>
            <a:xfrm flipH="1">
              <a:off x="8569917" y="3182554"/>
              <a:ext cx="108000" cy="108000"/>
            </a:xfrm>
            <a:prstGeom prst="ellipse">
              <a:avLst/>
            </a:prstGeom>
            <a:solidFill>
              <a:schemeClr val="accent5">
                <a:lumMod val="20000"/>
                <a:lumOff val="80000"/>
                <a:alpha val="50000"/>
              </a:schemeClr>
            </a:solidFill>
            <a:ln>
              <a:noFill/>
            </a:ln>
            <a:effectLst>
              <a:outerShdw blurRad="63500" algn="ctr" rotWithShape="0">
                <a:schemeClr val="accent3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8755" tIns="49378" rIns="98755" bIns="49378" rtlCol="0" anchor="ctr"/>
            <a:lstStyle/>
            <a:p>
              <a:pPr algn="ctr"/>
              <a:endParaRPr lang="zh-CN" altLang="en-US" sz="1945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93" name="椭圆 192"/>
            <p:cNvSpPr/>
            <p:nvPr/>
          </p:nvSpPr>
          <p:spPr>
            <a:xfrm flipH="1">
              <a:off x="8590055" y="3202692"/>
              <a:ext cx="67724" cy="67724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8755" tIns="49378" rIns="98755" bIns="49378" rtlCol="0" anchor="ctr"/>
            <a:lstStyle/>
            <a:p>
              <a:pPr algn="ctr"/>
              <a:endParaRPr lang="zh-CN" altLang="en-US" sz="1945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94" name="组合 193"/>
          <p:cNvGrpSpPr/>
          <p:nvPr/>
        </p:nvGrpSpPr>
        <p:grpSpPr>
          <a:xfrm>
            <a:off x="3180080" y="5536565"/>
            <a:ext cx="229870" cy="229870"/>
            <a:chOff x="8569917" y="3182554"/>
            <a:chExt cx="108000" cy="108000"/>
          </a:xfrm>
        </p:grpSpPr>
        <p:sp>
          <p:nvSpPr>
            <p:cNvPr id="195" name="椭圆 194"/>
            <p:cNvSpPr/>
            <p:nvPr>
              <p:custDataLst>
                <p:tags r:id="rId15"/>
              </p:custDataLst>
            </p:nvPr>
          </p:nvSpPr>
          <p:spPr>
            <a:xfrm flipH="1">
              <a:off x="8569917" y="3182554"/>
              <a:ext cx="108000" cy="108000"/>
            </a:xfrm>
            <a:prstGeom prst="ellipse">
              <a:avLst/>
            </a:prstGeom>
            <a:solidFill>
              <a:schemeClr val="accent5">
                <a:lumMod val="20000"/>
                <a:lumOff val="80000"/>
                <a:alpha val="50000"/>
              </a:schemeClr>
            </a:solidFill>
            <a:ln>
              <a:noFill/>
            </a:ln>
            <a:effectLst>
              <a:outerShdw blurRad="63500" algn="ctr" rotWithShape="0">
                <a:schemeClr val="accent3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8755" tIns="49378" rIns="98755" bIns="49378" rtlCol="0" anchor="ctr"/>
            <a:lstStyle/>
            <a:p>
              <a:pPr algn="ctr"/>
              <a:endParaRPr lang="zh-CN" altLang="en-US" sz="1945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96" name="椭圆 195"/>
            <p:cNvSpPr/>
            <p:nvPr/>
          </p:nvSpPr>
          <p:spPr>
            <a:xfrm flipH="1">
              <a:off x="8590055" y="3202692"/>
              <a:ext cx="67724" cy="67724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8755" tIns="49378" rIns="98755" bIns="49378" rtlCol="0" anchor="ctr"/>
            <a:lstStyle/>
            <a:p>
              <a:pPr algn="ctr"/>
              <a:endParaRPr lang="zh-CN" altLang="en-US" sz="1945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201" name="组合 200"/>
          <p:cNvGrpSpPr/>
          <p:nvPr/>
        </p:nvGrpSpPr>
        <p:grpSpPr>
          <a:xfrm>
            <a:off x="8700770" y="1621155"/>
            <a:ext cx="229870" cy="229870"/>
            <a:chOff x="8569917" y="3182554"/>
            <a:chExt cx="108000" cy="108000"/>
          </a:xfrm>
        </p:grpSpPr>
        <p:sp>
          <p:nvSpPr>
            <p:cNvPr id="202" name="椭圆 201"/>
            <p:cNvSpPr/>
            <p:nvPr>
              <p:custDataLst>
                <p:tags r:id="rId16"/>
              </p:custDataLst>
            </p:nvPr>
          </p:nvSpPr>
          <p:spPr>
            <a:xfrm flipH="1">
              <a:off x="8569917" y="3182554"/>
              <a:ext cx="108000" cy="1080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  <a:alpha val="50000"/>
              </a:schemeClr>
            </a:solidFill>
            <a:ln>
              <a:noFill/>
            </a:ln>
            <a:effectLst>
              <a:outerShdw blurRad="63500" algn="ctr" rotWithShape="0">
                <a:schemeClr val="accent3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8755" tIns="49378" rIns="98755" bIns="49378" rtlCol="0" anchor="ctr"/>
            <a:lstStyle/>
            <a:p>
              <a:pPr algn="ctr"/>
              <a:endParaRPr lang="zh-CN" altLang="en-US" sz="1945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03" name="椭圆 202"/>
            <p:cNvSpPr/>
            <p:nvPr/>
          </p:nvSpPr>
          <p:spPr>
            <a:xfrm flipH="1">
              <a:off x="8590055" y="3202692"/>
              <a:ext cx="67724" cy="67724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8755" tIns="49378" rIns="98755" bIns="49378" rtlCol="0" anchor="ctr"/>
            <a:lstStyle/>
            <a:p>
              <a:pPr algn="ctr"/>
              <a:endParaRPr lang="zh-CN" altLang="en-US" sz="1945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207" name="组合 206"/>
          <p:cNvGrpSpPr/>
          <p:nvPr/>
        </p:nvGrpSpPr>
        <p:grpSpPr>
          <a:xfrm>
            <a:off x="9260840" y="2820670"/>
            <a:ext cx="229870" cy="229870"/>
            <a:chOff x="8569917" y="3182554"/>
            <a:chExt cx="108000" cy="108000"/>
          </a:xfrm>
        </p:grpSpPr>
        <p:sp>
          <p:nvSpPr>
            <p:cNvPr id="208" name="椭圆 207"/>
            <p:cNvSpPr/>
            <p:nvPr>
              <p:custDataLst>
                <p:tags r:id="rId17"/>
              </p:custDataLst>
            </p:nvPr>
          </p:nvSpPr>
          <p:spPr>
            <a:xfrm flipH="1">
              <a:off x="8569917" y="3182554"/>
              <a:ext cx="108000" cy="1080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  <a:alpha val="50000"/>
              </a:schemeClr>
            </a:solidFill>
            <a:ln>
              <a:noFill/>
            </a:ln>
            <a:effectLst>
              <a:outerShdw blurRad="63500" algn="ctr" rotWithShape="0">
                <a:schemeClr val="accent3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8755" tIns="49378" rIns="98755" bIns="49378" rtlCol="0" anchor="ctr"/>
            <a:lstStyle/>
            <a:p>
              <a:pPr algn="ctr"/>
              <a:endParaRPr lang="zh-CN" altLang="en-US" sz="1945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09" name="椭圆 208"/>
            <p:cNvSpPr/>
            <p:nvPr/>
          </p:nvSpPr>
          <p:spPr>
            <a:xfrm flipH="1">
              <a:off x="8590055" y="3202692"/>
              <a:ext cx="67724" cy="67724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8755" tIns="49378" rIns="98755" bIns="49378" rtlCol="0" anchor="ctr"/>
            <a:lstStyle/>
            <a:p>
              <a:pPr algn="ctr"/>
              <a:endParaRPr lang="zh-CN" altLang="en-US" sz="1945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213" name="组合 212"/>
          <p:cNvGrpSpPr/>
          <p:nvPr/>
        </p:nvGrpSpPr>
        <p:grpSpPr>
          <a:xfrm>
            <a:off x="9335770" y="4133850"/>
            <a:ext cx="229870" cy="229870"/>
            <a:chOff x="8569917" y="3182554"/>
            <a:chExt cx="108000" cy="108000"/>
          </a:xfrm>
        </p:grpSpPr>
        <p:sp>
          <p:nvSpPr>
            <p:cNvPr id="214" name="椭圆 213"/>
            <p:cNvSpPr/>
            <p:nvPr>
              <p:custDataLst>
                <p:tags r:id="rId18"/>
              </p:custDataLst>
            </p:nvPr>
          </p:nvSpPr>
          <p:spPr>
            <a:xfrm flipH="1">
              <a:off x="8569917" y="3182554"/>
              <a:ext cx="108000" cy="1080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  <a:alpha val="50000"/>
              </a:schemeClr>
            </a:solidFill>
            <a:ln>
              <a:noFill/>
            </a:ln>
            <a:effectLst>
              <a:outerShdw blurRad="63500" algn="ctr" rotWithShape="0">
                <a:schemeClr val="accent3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8755" tIns="49378" rIns="98755" bIns="49378" rtlCol="0" anchor="ctr"/>
            <a:lstStyle/>
            <a:p>
              <a:pPr algn="ctr"/>
              <a:endParaRPr lang="zh-CN" altLang="en-US" sz="1945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15" name="椭圆 214"/>
            <p:cNvSpPr/>
            <p:nvPr/>
          </p:nvSpPr>
          <p:spPr>
            <a:xfrm flipH="1">
              <a:off x="8590055" y="3202692"/>
              <a:ext cx="67724" cy="67724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8755" tIns="49378" rIns="98755" bIns="49378" rtlCol="0" anchor="ctr"/>
            <a:lstStyle/>
            <a:p>
              <a:pPr algn="ctr"/>
              <a:endParaRPr lang="zh-CN" altLang="en-US" sz="1945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219" name="组合 218"/>
          <p:cNvGrpSpPr/>
          <p:nvPr/>
        </p:nvGrpSpPr>
        <p:grpSpPr>
          <a:xfrm>
            <a:off x="8803640" y="5518785"/>
            <a:ext cx="229870" cy="229870"/>
            <a:chOff x="8569917" y="3182554"/>
            <a:chExt cx="108000" cy="108000"/>
          </a:xfrm>
        </p:grpSpPr>
        <p:sp>
          <p:nvSpPr>
            <p:cNvPr id="220" name="椭圆 219"/>
            <p:cNvSpPr/>
            <p:nvPr>
              <p:custDataLst>
                <p:tags r:id="rId19"/>
              </p:custDataLst>
            </p:nvPr>
          </p:nvSpPr>
          <p:spPr>
            <a:xfrm flipH="1">
              <a:off x="8569917" y="3182554"/>
              <a:ext cx="108000" cy="1080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  <a:alpha val="50000"/>
              </a:schemeClr>
            </a:solidFill>
            <a:ln>
              <a:noFill/>
            </a:ln>
            <a:effectLst>
              <a:outerShdw blurRad="63500" algn="ctr" rotWithShape="0">
                <a:schemeClr val="accent3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8755" tIns="49378" rIns="98755" bIns="49378" rtlCol="0" anchor="ctr"/>
            <a:lstStyle/>
            <a:p>
              <a:pPr algn="ctr"/>
              <a:endParaRPr lang="zh-CN" altLang="en-US" sz="1945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21" name="椭圆 220"/>
            <p:cNvSpPr/>
            <p:nvPr/>
          </p:nvSpPr>
          <p:spPr>
            <a:xfrm flipH="1">
              <a:off x="8590055" y="3202692"/>
              <a:ext cx="67724" cy="67724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8755" tIns="49378" rIns="98755" bIns="49378" rtlCol="0" anchor="ctr"/>
            <a:lstStyle/>
            <a:p>
              <a:pPr algn="ctr"/>
              <a:endParaRPr lang="zh-CN" altLang="en-US" sz="1945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15" name="图片 14" descr="屋顶资源管理"/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55600" y="186055"/>
            <a:ext cx="549910" cy="54991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2"/>
          <p:cNvSpPr>
            <a:spLocks noGrp="1"/>
          </p:cNvSpPr>
          <p:nvPr/>
        </p:nvSpPr>
        <p:spPr>
          <a:xfrm>
            <a:off x="1105535" y="347980"/>
            <a:ext cx="7137400" cy="396875"/>
          </a:xfrm>
          <a:prstGeom prst="rect">
            <a:avLst/>
          </a:prstGeom>
          <a:ln w="12700">
            <a:miter lim="400000"/>
          </a:ln>
        </p:spPr>
        <p:txBody>
          <a:bodyPr vert="horz" wrap="square" lIns="25400" tIns="25400" rIns="25400" bIns="2540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0" lang="zh-CN" altLang="en-US" sz="2800" b="1" u="none" strike="noStrike" kern="1200" cap="none" spc="0" normalizeH="0" baseline="0" dirty="0">
                <a:ln>
                  <a:noFill/>
                </a:ln>
                <a:solidFill>
                  <a:schemeClr val="accent1"/>
                </a:solidFill>
                <a:effectLst>
                  <a:outerShdw blurRad="187896" dist="38100" dir="2700000" algn="tl" rotWithShape="0">
                    <a:srgbClr val="1C2952">
                      <a:alpha val="6000"/>
                    </a:srgbClr>
                  </a:outerShdw>
                </a:effectLst>
                <a:uLnTx/>
                <a:uFillTx/>
                <a:latin typeface="HONOR Sans CN" panose="05000200000000000000" charset="-122"/>
                <a:ea typeface="HONOR Sans CN" panose="05000200000000000000" charset="-122"/>
                <a:cs typeface="OPPOSans H" panose="00020600040101010101" pitchFamily="18" charset="-122"/>
              </a:defRPr>
            </a:lvl1pPr>
          </a:lstStyle>
          <a:p>
            <a:pPr algn="l"/>
            <a:r>
              <a:rPr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业务框架</a:t>
            </a:r>
            <a:r>
              <a:rPr lang="en-US" altLang="zh-CN"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中心发散架构 | </a:t>
            </a:r>
            <a:r>
              <a:rPr sz="250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互动直播的模式拆解</a:t>
            </a:r>
            <a:endParaRPr lang="en-US" altLang="zh-CN" sz="2500" b="0">
              <a:solidFill>
                <a:schemeClr val="tx2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" name="图片 9" descr="屋顶资源管理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5600" y="186055"/>
            <a:ext cx="549910" cy="549910"/>
          </a:xfrm>
          <a:prstGeom prst="rect">
            <a:avLst/>
          </a:prstGeom>
        </p:spPr>
      </p:pic>
      <p:grpSp>
        <p:nvGrpSpPr>
          <p:cNvPr id="54" name="组合 53"/>
          <p:cNvGrpSpPr/>
          <p:nvPr/>
        </p:nvGrpSpPr>
        <p:grpSpPr>
          <a:xfrm>
            <a:off x="4986816" y="2665867"/>
            <a:ext cx="2241925" cy="2241925"/>
            <a:chOff x="2422524" y="3155668"/>
            <a:chExt cx="2051108" cy="2051108"/>
          </a:xfr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100000">
                <a:schemeClr val="accent5"/>
              </a:gs>
            </a:gsLst>
            <a:lin ang="18900000" scaled="0"/>
          </a:gradFill>
        </p:grpSpPr>
        <p:sp>
          <p:nvSpPr>
            <p:cNvPr id="114" name="椭圆 113"/>
            <p:cNvSpPr/>
            <p:nvPr/>
          </p:nvSpPr>
          <p:spPr>
            <a:xfrm>
              <a:off x="2422524" y="3155668"/>
              <a:ext cx="2051108" cy="2051108"/>
            </a:xfrm>
            <a:prstGeom prst="ellipse">
              <a:avLst/>
            </a:prstGeom>
            <a:grpFill/>
            <a:ln w="12700" cap="flat">
              <a:noFill/>
              <a:prstDash val="solid"/>
              <a:miter lim="800000"/>
            </a:ln>
            <a:effectLst/>
            <a:sp3d/>
          </p:spPr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lvl="0" indent="0" defTabSz="91440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grpSp>
          <p:nvGrpSpPr>
            <p:cNvPr id="115" name="组合 114"/>
            <p:cNvGrpSpPr/>
            <p:nvPr/>
          </p:nvGrpSpPr>
          <p:grpSpPr>
            <a:xfrm>
              <a:off x="2747283" y="3782665"/>
              <a:ext cx="1401591" cy="780294"/>
              <a:chOff x="2781277" y="3782665"/>
              <a:chExt cx="1401591" cy="780294"/>
            </a:xfrm>
            <a:grpFill/>
          </p:grpSpPr>
          <p:sp>
            <p:nvSpPr>
              <p:cNvPr id="116" name="Object29"/>
              <p:cNvSpPr txBox="1"/>
              <p:nvPr/>
            </p:nvSpPr>
            <p:spPr>
              <a:xfrm>
                <a:off x="2781277" y="3782665"/>
                <a:ext cx="1401591" cy="337080"/>
              </a:xfrm>
              <a:prstGeom prst="rect">
                <a:avLst/>
              </a:prstGeom>
              <a:grpFill/>
              <a:ln w="12700">
                <a:miter lim="400000"/>
              </a:ln>
            </p:spPr>
            <p:txBody>
              <a:bodyPr wrap="square" lIns="0" tIns="0" rIns="0" bIns="0">
                <a:spAutoFit/>
              </a:bodyPr>
              <a:lstStyle>
                <a:lvl1pPr algn="ctr" defTabSz="609600">
                  <a:lnSpc>
                    <a:spcPts val="2000"/>
                  </a:lnSpc>
                  <a:defRPr b="1">
                    <a:solidFill>
                      <a:srgbClr val="FFFFFF"/>
                    </a:solidFill>
                    <a:latin typeface="Microsoft YaHei Bold"/>
                    <a:ea typeface="Microsoft YaHei Bold"/>
                    <a:cs typeface="Microsoft YaHei Bold"/>
                    <a:sym typeface="Microsoft YaHei Bold"/>
                  </a:defRPr>
                </a:lvl1pPr>
              </a:lstStyle>
              <a:p>
                <a:pPr hangingPunct="0">
                  <a:lnSpc>
                    <a:spcPct val="130000"/>
                  </a:lnSpc>
                  <a:defRPr/>
                </a:pPr>
                <a:r>
                  <a:rPr lang="zh-CN" altLang="en-US" kern="0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rPr>
                  <a:t>互动直播</a:t>
                </a:r>
                <a:endParaRPr lang="zh-CN" altLang="en-US" kern="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endParaRPr>
              </a:p>
            </p:txBody>
          </p:sp>
          <p:cxnSp>
            <p:nvCxnSpPr>
              <p:cNvPr id="117" name="直线连接符 116"/>
              <p:cNvCxnSpPr/>
              <p:nvPr/>
            </p:nvCxnSpPr>
            <p:spPr>
              <a:xfrm flipH="1">
                <a:off x="2807096" y="4166082"/>
                <a:ext cx="1349952" cy="0"/>
              </a:xfrm>
              <a:prstGeom prst="line">
                <a:avLst/>
              </a:prstGeom>
              <a:grpFill/>
              <a:ln w="9525">
                <a:gradFill>
                  <a:gsLst>
                    <a:gs pos="0">
                      <a:schemeClr val="bg1">
                        <a:alpha val="0"/>
                      </a:schemeClr>
                    </a:gs>
                    <a:gs pos="50000">
                      <a:schemeClr val="bg1"/>
                    </a:gs>
                    <a:gs pos="100000">
                      <a:schemeClr val="bg1">
                        <a:alpha val="0"/>
                      </a:schemeClr>
                    </a:gs>
                  </a:gsLst>
                  <a:lin ang="0" scaled="0"/>
                </a:gra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" name="Object60"/>
              <p:cNvSpPr/>
              <p:nvPr/>
            </p:nvSpPr>
            <p:spPr>
              <a:xfrm>
                <a:off x="2901122" y="4255182"/>
                <a:ext cx="1161901" cy="307777"/>
              </a:xfrm>
              <a:prstGeom prst="rect">
                <a:avLst/>
              </a:prstGeom>
              <a:grpFill/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 defTabSz="731520"/>
                <a:r>
                  <a:rPr lang="zh-CN" altLang="en-US" sz="10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互动强 销售前置</a:t>
                </a:r>
                <a:endParaRPr lang="en-US" altLang="zh-CN" sz="10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algn="ctr" defTabSz="731520"/>
                <a:r>
                  <a:rPr lang="zh-CN" altLang="en-US" sz="10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成本低 覆盖广</a:t>
                </a:r>
                <a:endParaRPr lang="en-US" altLang="zh-CN" sz="10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</p:grpSp>
      <p:sp>
        <p:nvSpPr>
          <p:cNvPr id="4" name="梯形 17"/>
          <p:cNvSpPr/>
          <p:nvPr/>
        </p:nvSpPr>
        <p:spPr>
          <a:xfrm rot="16200000">
            <a:off x="6949545" y="3491785"/>
            <a:ext cx="1166833" cy="597029"/>
          </a:xfrm>
          <a:custGeom>
            <a:avLst/>
            <a:gdLst>
              <a:gd name="connsiteX0" fmla="*/ 0 w 1133357"/>
              <a:gd name="connsiteY0" fmla="*/ 708329 h 708329"/>
              <a:gd name="connsiteX1" fmla="*/ 177082 w 1133357"/>
              <a:gd name="connsiteY1" fmla="*/ 0 h 708329"/>
              <a:gd name="connsiteX2" fmla="*/ 956275 w 1133357"/>
              <a:gd name="connsiteY2" fmla="*/ 0 h 708329"/>
              <a:gd name="connsiteX3" fmla="*/ 1133357 w 1133357"/>
              <a:gd name="connsiteY3" fmla="*/ 708329 h 708329"/>
              <a:gd name="connsiteX4" fmla="*/ 0 w 1133357"/>
              <a:gd name="connsiteY4" fmla="*/ 708329 h 708329"/>
              <a:gd name="connsiteX0-1" fmla="*/ 0 w 1133357"/>
              <a:gd name="connsiteY0-2" fmla="*/ 708329 h 742195"/>
              <a:gd name="connsiteX1-3" fmla="*/ 177082 w 1133357"/>
              <a:gd name="connsiteY1-4" fmla="*/ 0 h 742195"/>
              <a:gd name="connsiteX2-5" fmla="*/ 956275 w 1133357"/>
              <a:gd name="connsiteY2-6" fmla="*/ 0 h 742195"/>
              <a:gd name="connsiteX3-7" fmla="*/ 1133357 w 1133357"/>
              <a:gd name="connsiteY3-8" fmla="*/ 708329 h 742195"/>
              <a:gd name="connsiteX4-9" fmla="*/ 0 w 1133357"/>
              <a:gd name="connsiteY4-10" fmla="*/ 708329 h 742195"/>
              <a:gd name="connsiteX0-11" fmla="*/ 0 w 1133357"/>
              <a:gd name="connsiteY0-12" fmla="*/ 708329 h 760824"/>
              <a:gd name="connsiteX1-13" fmla="*/ 177082 w 1133357"/>
              <a:gd name="connsiteY1-14" fmla="*/ 0 h 760824"/>
              <a:gd name="connsiteX2-15" fmla="*/ 956275 w 1133357"/>
              <a:gd name="connsiteY2-16" fmla="*/ 0 h 760824"/>
              <a:gd name="connsiteX3-17" fmla="*/ 1133357 w 1133357"/>
              <a:gd name="connsiteY3-18" fmla="*/ 708329 h 760824"/>
              <a:gd name="connsiteX4-19" fmla="*/ 0 w 1133357"/>
              <a:gd name="connsiteY4-20" fmla="*/ 708329 h 760824"/>
              <a:gd name="connsiteX0-21" fmla="*/ 0 w 1133357"/>
              <a:gd name="connsiteY0-22" fmla="*/ 708329 h 760824"/>
              <a:gd name="connsiteX1-23" fmla="*/ 177082 w 1133357"/>
              <a:gd name="connsiteY1-24" fmla="*/ 0 h 760824"/>
              <a:gd name="connsiteX2-25" fmla="*/ 956275 w 1133357"/>
              <a:gd name="connsiteY2-26" fmla="*/ 0 h 760824"/>
              <a:gd name="connsiteX3-27" fmla="*/ 1133357 w 1133357"/>
              <a:gd name="connsiteY3-28" fmla="*/ 708329 h 760824"/>
              <a:gd name="connsiteX4-29" fmla="*/ 0 w 1133357"/>
              <a:gd name="connsiteY4-30" fmla="*/ 708329 h 760824"/>
              <a:gd name="connsiteX0-31" fmla="*/ 0 w 1133357"/>
              <a:gd name="connsiteY0-32" fmla="*/ 708329 h 760824"/>
              <a:gd name="connsiteX1-33" fmla="*/ 177082 w 1133357"/>
              <a:gd name="connsiteY1-34" fmla="*/ 0 h 760824"/>
              <a:gd name="connsiteX2-35" fmla="*/ 956275 w 1133357"/>
              <a:gd name="connsiteY2-36" fmla="*/ 0 h 760824"/>
              <a:gd name="connsiteX3-37" fmla="*/ 1133357 w 1133357"/>
              <a:gd name="connsiteY3-38" fmla="*/ 708329 h 760824"/>
              <a:gd name="connsiteX4-39" fmla="*/ 0 w 1133357"/>
              <a:gd name="connsiteY4-40" fmla="*/ 708329 h 760824"/>
              <a:gd name="connsiteX0-41" fmla="*/ 0 w 1133357"/>
              <a:gd name="connsiteY0-42" fmla="*/ 708329 h 818625"/>
              <a:gd name="connsiteX1-43" fmla="*/ 177082 w 1133357"/>
              <a:gd name="connsiteY1-44" fmla="*/ 0 h 818625"/>
              <a:gd name="connsiteX2-45" fmla="*/ 956275 w 1133357"/>
              <a:gd name="connsiteY2-46" fmla="*/ 0 h 818625"/>
              <a:gd name="connsiteX3-47" fmla="*/ 1133357 w 1133357"/>
              <a:gd name="connsiteY3-48" fmla="*/ 708329 h 818625"/>
              <a:gd name="connsiteX4-49" fmla="*/ 0 w 1133357"/>
              <a:gd name="connsiteY4-50" fmla="*/ 708329 h 818625"/>
              <a:gd name="connsiteX0-51" fmla="*/ 0 w 1133357"/>
              <a:gd name="connsiteY0-52" fmla="*/ 708329 h 855068"/>
              <a:gd name="connsiteX1-53" fmla="*/ 177082 w 1133357"/>
              <a:gd name="connsiteY1-54" fmla="*/ 0 h 855068"/>
              <a:gd name="connsiteX2-55" fmla="*/ 956275 w 1133357"/>
              <a:gd name="connsiteY2-56" fmla="*/ 0 h 855068"/>
              <a:gd name="connsiteX3-57" fmla="*/ 1133357 w 1133357"/>
              <a:gd name="connsiteY3-58" fmla="*/ 708329 h 855068"/>
              <a:gd name="connsiteX4-59" fmla="*/ 0 w 1133357"/>
              <a:gd name="connsiteY4-60" fmla="*/ 708329 h 855068"/>
              <a:gd name="connsiteX0-61" fmla="*/ 0 w 1133357"/>
              <a:gd name="connsiteY0-62" fmla="*/ 708329 h 857351"/>
              <a:gd name="connsiteX1-63" fmla="*/ 177082 w 1133357"/>
              <a:gd name="connsiteY1-64" fmla="*/ 0 h 857351"/>
              <a:gd name="connsiteX2-65" fmla="*/ 956275 w 1133357"/>
              <a:gd name="connsiteY2-66" fmla="*/ 0 h 857351"/>
              <a:gd name="connsiteX3-67" fmla="*/ 1133357 w 1133357"/>
              <a:gd name="connsiteY3-68" fmla="*/ 708329 h 857351"/>
              <a:gd name="connsiteX4-69" fmla="*/ 0 w 1133357"/>
              <a:gd name="connsiteY4-70" fmla="*/ 708329 h 857351"/>
              <a:gd name="connsiteX0-71" fmla="*/ 0 w 1133357"/>
              <a:gd name="connsiteY0-72" fmla="*/ 708329 h 857351"/>
              <a:gd name="connsiteX1-73" fmla="*/ 177082 w 1133357"/>
              <a:gd name="connsiteY1-74" fmla="*/ 0 h 857351"/>
              <a:gd name="connsiteX2-75" fmla="*/ 956275 w 1133357"/>
              <a:gd name="connsiteY2-76" fmla="*/ 0 h 857351"/>
              <a:gd name="connsiteX3-77" fmla="*/ 1133357 w 1133357"/>
              <a:gd name="connsiteY3-78" fmla="*/ 708329 h 857351"/>
              <a:gd name="connsiteX4-79" fmla="*/ 0 w 1133357"/>
              <a:gd name="connsiteY4-80" fmla="*/ 708329 h 857351"/>
              <a:gd name="connsiteX0-81" fmla="*/ 0 w 1133357"/>
              <a:gd name="connsiteY0-82" fmla="*/ 708329 h 857351"/>
              <a:gd name="connsiteX1-83" fmla="*/ 177082 w 1133357"/>
              <a:gd name="connsiteY1-84" fmla="*/ 0 h 857351"/>
              <a:gd name="connsiteX2-85" fmla="*/ 956275 w 1133357"/>
              <a:gd name="connsiteY2-86" fmla="*/ 0 h 857351"/>
              <a:gd name="connsiteX3-87" fmla="*/ 1133357 w 1133357"/>
              <a:gd name="connsiteY3-88" fmla="*/ 708329 h 857351"/>
              <a:gd name="connsiteX4-89" fmla="*/ 0 w 1133357"/>
              <a:gd name="connsiteY4-90" fmla="*/ 708329 h 857351"/>
              <a:gd name="connsiteX0-91" fmla="*/ 0 w 1150013"/>
              <a:gd name="connsiteY0-92" fmla="*/ 708329 h 812370"/>
              <a:gd name="connsiteX1-93" fmla="*/ 177082 w 1150013"/>
              <a:gd name="connsiteY1-94" fmla="*/ 0 h 812370"/>
              <a:gd name="connsiteX2-95" fmla="*/ 956275 w 1150013"/>
              <a:gd name="connsiteY2-96" fmla="*/ 0 h 812370"/>
              <a:gd name="connsiteX3-97" fmla="*/ 1150013 w 1150013"/>
              <a:gd name="connsiteY3-98" fmla="*/ 586502 h 812370"/>
              <a:gd name="connsiteX4-99" fmla="*/ 0 w 1150013"/>
              <a:gd name="connsiteY4-100" fmla="*/ 708329 h 812370"/>
              <a:gd name="connsiteX0-101" fmla="*/ 0 w 1156675"/>
              <a:gd name="connsiteY0-102" fmla="*/ 591374 h 738113"/>
              <a:gd name="connsiteX1-103" fmla="*/ 183744 w 1156675"/>
              <a:gd name="connsiteY1-104" fmla="*/ 0 h 738113"/>
              <a:gd name="connsiteX2-105" fmla="*/ 962937 w 1156675"/>
              <a:gd name="connsiteY2-106" fmla="*/ 0 h 738113"/>
              <a:gd name="connsiteX3-107" fmla="*/ 1156675 w 1156675"/>
              <a:gd name="connsiteY3-108" fmla="*/ 586502 h 738113"/>
              <a:gd name="connsiteX4-109" fmla="*/ 0 w 1156675"/>
              <a:gd name="connsiteY4-110" fmla="*/ 591374 h 738113"/>
              <a:gd name="connsiteX0-111" fmla="*/ 0 w 1156675"/>
              <a:gd name="connsiteY0-112" fmla="*/ 591374 h 854599"/>
              <a:gd name="connsiteX1-113" fmla="*/ 183744 w 1156675"/>
              <a:gd name="connsiteY1-114" fmla="*/ 0 h 854599"/>
              <a:gd name="connsiteX2-115" fmla="*/ 962937 w 1156675"/>
              <a:gd name="connsiteY2-116" fmla="*/ 0 h 854599"/>
              <a:gd name="connsiteX3-117" fmla="*/ 1156675 w 1156675"/>
              <a:gd name="connsiteY3-118" fmla="*/ 586502 h 854599"/>
              <a:gd name="connsiteX4-119" fmla="*/ 0 w 1156675"/>
              <a:gd name="connsiteY4-120" fmla="*/ 591374 h 854599"/>
              <a:gd name="connsiteX0-121" fmla="*/ 0 w 1156675"/>
              <a:gd name="connsiteY0-122" fmla="*/ 591374 h 898362"/>
              <a:gd name="connsiteX1-123" fmla="*/ 183744 w 1156675"/>
              <a:gd name="connsiteY1-124" fmla="*/ 0 h 898362"/>
              <a:gd name="connsiteX2-125" fmla="*/ 962937 w 1156675"/>
              <a:gd name="connsiteY2-126" fmla="*/ 0 h 898362"/>
              <a:gd name="connsiteX3-127" fmla="*/ 1156675 w 1156675"/>
              <a:gd name="connsiteY3-128" fmla="*/ 586502 h 898362"/>
              <a:gd name="connsiteX4-129" fmla="*/ 0 w 1156675"/>
              <a:gd name="connsiteY4-130" fmla="*/ 591374 h 898362"/>
              <a:gd name="connsiteX0-131" fmla="*/ 0 w 1156675"/>
              <a:gd name="connsiteY0-132" fmla="*/ 591374 h 898362"/>
              <a:gd name="connsiteX1-133" fmla="*/ 207061 w 1156675"/>
              <a:gd name="connsiteY1-134" fmla="*/ 58481 h 898362"/>
              <a:gd name="connsiteX2-135" fmla="*/ 962937 w 1156675"/>
              <a:gd name="connsiteY2-136" fmla="*/ 0 h 898362"/>
              <a:gd name="connsiteX3-137" fmla="*/ 1156675 w 1156675"/>
              <a:gd name="connsiteY3-138" fmla="*/ 586502 h 898362"/>
              <a:gd name="connsiteX4-139" fmla="*/ 0 w 1156675"/>
              <a:gd name="connsiteY4-140" fmla="*/ 591374 h 898362"/>
              <a:gd name="connsiteX0-141" fmla="*/ 0 w 1156675"/>
              <a:gd name="connsiteY0-142" fmla="*/ 532892 h 839880"/>
              <a:gd name="connsiteX1-143" fmla="*/ 207061 w 1156675"/>
              <a:gd name="connsiteY1-144" fmla="*/ -1 h 839880"/>
              <a:gd name="connsiteX2-145" fmla="*/ 949611 w 1156675"/>
              <a:gd name="connsiteY2-146" fmla="*/ 19491 h 839880"/>
              <a:gd name="connsiteX3-147" fmla="*/ 1156675 w 1156675"/>
              <a:gd name="connsiteY3-148" fmla="*/ 528020 h 839880"/>
              <a:gd name="connsiteX4-149" fmla="*/ 0 w 1156675"/>
              <a:gd name="connsiteY4-150" fmla="*/ 532892 h 839880"/>
              <a:gd name="connsiteX0-151" fmla="*/ 0 w 1140019"/>
              <a:gd name="connsiteY0-152" fmla="*/ 532894 h 846148"/>
              <a:gd name="connsiteX1-153" fmla="*/ 207061 w 1140019"/>
              <a:gd name="connsiteY1-154" fmla="*/ 1 h 846148"/>
              <a:gd name="connsiteX2-155" fmla="*/ 949611 w 1140019"/>
              <a:gd name="connsiteY2-156" fmla="*/ 19493 h 846148"/>
              <a:gd name="connsiteX3-157" fmla="*/ 1140019 w 1140019"/>
              <a:gd name="connsiteY3-158" fmla="*/ 542642 h 846148"/>
              <a:gd name="connsiteX4-159" fmla="*/ 0 w 1140019"/>
              <a:gd name="connsiteY4-160" fmla="*/ 532894 h 846148"/>
              <a:gd name="connsiteX0-161" fmla="*/ 1 w 1130027"/>
              <a:gd name="connsiteY0-162" fmla="*/ 542642 h 851698"/>
              <a:gd name="connsiteX1-163" fmla="*/ 197069 w 1130027"/>
              <a:gd name="connsiteY1-164" fmla="*/ -1 h 851698"/>
              <a:gd name="connsiteX2-165" fmla="*/ 939619 w 1130027"/>
              <a:gd name="connsiteY2-166" fmla="*/ 19491 h 851698"/>
              <a:gd name="connsiteX3-167" fmla="*/ 1130027 w 1130027"/>
              <a:gd name="connsiteY3-168" fmla="*/ 542640 h 851698"/>
              <a:gd name="connsiteX4-169" fmla="*/ 1 w 1130027"/>
              <a:gd name="connsiteY4-170" fmla="*/ 542642 h 851698"/>
              <a:gd name="connsiteX0-171" fmla="*/ 0 w 1130026"/>
              <a:gd name="connsiteY0-172" fmla="*/ 542644 h 835906"/>
              <a:gd name="connsiteX1-173" fmla="*/ 197068 w 1130026"/>
              <a:gd name="connsiteY1-174" fmla="*/ 1 h 835906"/>
              <a:gd name="connsiteX2-175" fmla="*/ 939618 w 1130026"/>
              <a:gd name="connsiteY2-176" fmla="*/ 19493 h 835906"/>
              <a:gd name="connsiteX3-177" fmla="*/ 1130026 w 1130026"/>
              <a:gd name="connsiteY3-178" fmla="*/ 542642 h 835906"/>
              <a:gd name="connsiteX4-179" fmla="*/ 0 w 1130026"/>
              <a:gd name="connsiteY4-180" fmla="*/ 542644 h 835906"/>
              <a:gd name="connsiteX0-181" fmla="*/ 0 w 1130026"/>
              <a:gd name="connsiteY0-182" fmla="*/ 542642 h 824387"/>
              <a:gd name="connsiteX1-183" fmla="*/ 197068 w 1130026"/>
              <a:gd name="connsiteY1-184" fmla="*/ -1 h 824387"/>
              <a:gd name="connsiteX2-185" fmla="*/ 939618 w 1130026"/>
              <a:gd name="connsiteY2-186" fmla="*/ 19491 h 824387"/>
              <a:gd name="connsiteX3-187" fmla="*/ 1130026 w 1130026"/>
              <a:gd name="connsiteY3-188" fmla="*/ 542640 h 824387"/>
              <a:gd name="connsiteX4-189" fmla="*/ 0 w 1130026"/>
              <a:gd name="connsiteY4-190" fmla="*/ 542642 h 824387"/>
              <a:gd name="connsiteX0-191" fmla="*/ 0 w 1120032"/>
              <a:gd name="connsiteY0-192" fmla="*/ 542644 h 816335"/>
              <a:gd name="connsiteX1-193" fmla="*/ 197068 w 1120032"/>
              <a:gd name="connsiteY1-194" fmla="*/ 1 h 816335"/>
              <a:gd name="connsiteX2-195" fmla="*/ 939618 w 1120032"/>
              <a:gd name="connsiteY2-196" fmla="*/ 19493 h 816335"/>
              <a:gd name="connsiteX3-197" fmla="*/ 1120032 w 1120032"/>
              <a:gd name="connsiteY3-198" fmla="*/ 523149 h 816335"/>
              <a:gd name="connsiteX4-199" fmla="*/ 0 w 1120032"/>
              <a:gd name="connsiteY4-200" fmla="*/ 542644 h 816335"/>
              <a:gd name="connsiteX0-201" fmla="*/ 0 w 1120032"/>
              <a:gd name="connsiteY0-202" fmla="*/ 542642 h 832391"/>
              <a:gd name="connsiteX1-203" fmla="*/ 197068 w 1120032"/>
              <a:gd name="connsiteY1-204" fmla="*/ -1 h 832391"/>
              <a:gd name="connsiteX2-205" fmla="*/ 939618 w 1120032"/>
              <a:gd name="connsiteY2-206" fmla="*/ 19491 h 832391"/>
              <a:gd name="connsiteX3-207" fmla="*/ 1120032 w 1120032"/>
              <a:gd name="connsiteY3-208" fmla="*/ 523147 h 832391"/>
              <a:gd name="connsiteX4-209" fmla="*/ 0 w 1120032"/>
              <a:gd name="connsiteY4-210" fmla="*/ 542642 h 832391"/>
              <a:gd name="connsiteX0-211" fmla="*/ 0 w 1120032"/>
              <a:gd name="connsiteY0-212" fmla="*/ 542644 h 838346"/>
              <a:gd name="connsiteX1-213" fmla="*/ 197068 w 1120032"/>
              <a:gd name="connsiteY1-214" fmla="*/ 1 h 838346"/>
              <a:gd name="connsiteX2-215" fmla="*/ 939618 w 1120032"/>
              <a:gd name="connsiteY2-216" fmla="*/ 19493 h 838346"/>
              <a:gd name="connsiteX3-217" fmla="*/ 1120032 w 1120032"/>
              <a:gd name="connsiteY3-218" fmla="*/ 523149 h 838346"/>
              <a:gd name="connsiteX4-219" fmla="*/ 0 w 1120032"/>
              <a:gd name="connsiteY4-220" fmla="*/ 542644 h 83834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120032" h="838346">
                <a:moveTo>
                  <a:pt x="0" y="542644"/>
                </a:moveTo>
                <a:lnTo>
                  <a:pt x="197068" y="1"/>
                </a:lnTo>
                <a:cubicBezTo>
                  <a:pt x="453624" y="150758"/>
                  <a:pt x="664010" y="168309"/>
                  <a:pt x="939618" y="19493"/>
                </a:cubicBezTo>
                <a:lnTo>
                  <a:pt x="1120032" y="523149"/>
                </a:lnTo>
                <a:cubicBezTo>
                  <a:pt x="877880" y="863249"/>
                  <a:pt x="385902" y="1008780"/>
                  <a:pt x="0" y="542644"/>
                </a:cubicBezTo>
                <a:close/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梯形 17"/>
          <p:cNvSpPr/>
          <p:nvPr/>
        </p:nvSpPr>
        <p:spPr>
          <a:xfrm rot="16200000">
            <a:off x="7064406" y="3034678"/>
            <a:ext cx="2676841" cy="1493889"/>
          </a:xfrm>
          <a:custGeom>
            <a:avLst/>
            <a:gdLst>
              <a:gd name="connsiteX0" fmla="*/ 0 w 1133357"/>
              <a:gd name="connsiteY0" fmla="*/ 708329 h 708329"/>
              <a:gd name="connsiteX1" fmla="*/ 177082 w 1133357"/>
              <a:gd name="connsiteY1" fmla="*/ 0 h 708329"/>
              <a:gd name="connsiteX2" fmla="*/ 956275 w 1133357"/>
              <a:gd name="connsiteY2" fmla="*/ 0 h 708329"/>
              <a:gd name="connsiteX3" fmla="*/ 1133357 w 1133357"/>
              <a:gd name="connsiteY3" fmla="*/ 708329 h 708329"/>
              <a:gd name="connsiteX4" fmla="*/ 0 w 1133357"/>
              <a:gd name="connsiteY4" fmla="*/ 708329 h 708329"/>
              <a:gd name="connsiteX0-1" fmla="*/ 0 w 1133357"/>
              <a:gd name="connsiteY0-2" fmla="*/ 708329 h 742195"/>
              <a:gd name="connsiteX1-3" fmla="*/ 177082 w 1133357"/>
              <a:gd name="connsiteY1-4" fmla="*/ 0 h 742195"/>
              <a:gd name="connsiteX2-5" fmla="*/ 956275 w 1133357"/>
              <a:gd name="connsiteY2-6" fmla="*/ 0 h 742195"/>
              <a:gd name="connsiteX3-7" fmla="*/ 1133357 w 1133357"/>
              <a:gd name="connsiteY3-8" fmla="*/ 708329 h 742195"/>
              <a:gd name="connsiteX4-9" fmla="*/ 0 w 1133357"/>
              <a:gd name="connsiteY4-10" fmla="*/ 708329 h 742195"/>
              <a:gd name="connsiteX0-11" fmla="*/ 0 w 1133357"/>
              <a:gd name="connsiteY0-12" fmla="*/ 708329 h 760824"/>
              <a:gd name="connsiteX1-13" fmla="*/ 177082 w 1133357"/>
              <a:gd name="connsiteY1-14" fmla="*/ 0 h 760824"/>
              <a:gd name="connsiteX2-15" fmla="*/ 956275 w 1133357"/>
              <a:gd name="connsiteY2-16" fmla="*/ 0 h 760824"/>
              <a:gd name="connsiteX3-17" fmla="*/ 1133357 w 1133357"/>
              <a:gd name="connsiteY3-18" fmla="*/ 708329 h 760824"/>
              <a:gd name="connsiteX4-19" fmla="*/ 0 w 1133357"/>
              <a:gd name="connsiteY4-20" fmla="*/ 708329 h 760824"/>
              <a:gd name="connsiteX0-21" fmla="*/ 0 w 1133357"/>
              <a:gd name="connsiteY0-22" fmla="*/ 708329 h 760824"/>
              <a:gd name="connsiteX1-23" fmla="*/ 177082 w 1133357"/>
              <a:gd name="connsiteY1-24" fmla="*/ 0 h 760824"/>
              <a:gd name="connsiteX2-25" fmla="*/ 956275 w 1133357"/>
              <a:gd name="connsiteY2-26" fmla="*/ 0 h 760824"/>
              <a:gd name="connsiteX3-27" fmla="*/ 1133357 w 1133357"/>
              <a:gd name="connsiteY3-28" fmla="*/ 708329 h 760824"/>
              <a:gd name="connsiteX4-29" fmla="*/ 0 w 1133357"/>
              <a:gd name="connsiteY4-30" fmla="*/ 708329 h 760824"/>
              <a:gd name="connsiteX0-31" fmla="*/ 0 w 1133357"/>
              <a:gd name="connsiteY0-32" fmla="*/ 708329 h 760824"/>
              <a:gd name="connsiteX1-33" fmla="*/ 177082 w 1133357"/>
              <a:gd name="connsiteY1-34" fmla="*/ 0 h 760824"/>
              <a:gd name="connsiteX2-35" fmla="*/ 956275 w 1133357"/>
              <a:gd name="connsiteY2-36" fmla="*/ 0 h 760824"/>
              <a:gd name="connsiteX3-37" fmla="*/ 1133357 w 1133357"/>
              <a:gd name="connsiteY3-38" fmla="*/ 708329 h 760824"/>
              <a:gd name="connsiteX4-39" fmla="*/ 0 w 1133357"/>
              <a:gd name="connsiteY4-40" fmla="*/ 708329 h 760824"/>
              <a:gd name="connsiteX0-41" fmla="*/ 0 w 1133357"/>
              <a:gd name="connsiteY0-42" fmla="*/ 708329 h 818625"/>
              <a:gd name="connsiteX1-43" fmla="*/ 177082 w 1133357"/>
              <a:gd name="connsiteY1-44" fmla="*/ 0 h 818625"/>
              <a:gd name="connsiteX2-45" fmla="*/ 956275 w 1133357"/>
              <a:gd name="connsiteY2-46" fmla="*/ 0 h 818625"/>
              <a:gd name="connsiteX3-47" fmla="*/ 1133357 w 1133357"/>
              <a:gd name="connsiteY3-48" fmla="*/ 708329 h 818625"/>
              <a:gd name="connsiteX4-49" fmla="*/ 0 w 1133357"/>
              <a:gd name="connsiteY4-50" fmla="*/ 708329 h 818625"/>
              <a:gd name="connsiteX0-51" fmla="*/ 0 w 1133357"/>
              <a:gd name="connsiteY0-52" fmla="*/ 708329 h 855068"/>
              <a:gd name="connsiteX1-53" fmla="*/ 177082 w 1133357"/>
              <a:gd name="connsiteY1-54" fmla="*/ 0 h 855068"/>
              <a:gd name="connsiteX2-55" fmla="*/ 956275 w 1133357"/>
              <a:gd name="connsiteY2-56" fmla="*/ 0 h 855068"/>
              <a:gd name="connsiteX3-57" fmla="*/ 1133357 w 1133357"/>
              <a:gd name="connsiteY3-58" fmla="*/ 708329 h 855068"/>
              <a:gd name="connsiteX4-59" fmla="*/ 0 w 1133357"/>
              <a:gd name="connsiteY4-60" fmla="*/ 708329 h 855068"/>
              <a:gd name="connsiteX0-61" fmla="*/ 0 w 1133357"/>
              <a:gd name="connsiteY0-62" fmla="*/ 708329 h 857351"/>
              <a:gd name="connsiteX1-63" fmla="*/ 177082 w 1133357"/>
              <a:gd name="connsiteY1-64" fmla="*/ 0 h 857351"/>
              <a:gd name="connsiteX2-65" fmla="*/ 956275 w 1133357"/>
              <a:gd name="connsiteY2-66" fmla="*/ 0 h 857351"/>
              <a:gd name="connsiteX3-67" fmla="*/ 1133357 w 1133357"/>
              <a:gd name="connsiteY3-68" fmla="*/ 708329 h 857351"/>
              <a:gd name="connsiteX4-69" fmla="*/ 0 w 1133357"/>
              <a:gd name="connsiteY4-70" fmla="*/ 708329 h 857351"/>
              <a:gd name="connsiteX0-71" fmla="*/ 0 w 1133357"/>
              <a:gd name="connsiteY0-72" fmla="*/ 708329 h 857351"/>
              <a:gd name="connsiteX1-73" fmla="*/ 177082 w 1133357"/>
              <a:gd name="connsiteY1-74" fmla="*/ 0 h 857351"/>
              <a:gd name="connsiteX2-75" fmla="*/ 956275 w 1133357"/>
              <a:gd name="connsiteY2-76" fmla="*/ 0 h 857351"/>
              <a:gd name="connsiteX3-77" fmla="*/ 1133357 w 1133357"/>
              <a:gd name="connsiteY3-78" fmla="*/ 708329 h 857351"/>
              <a:gd name="connsiteX4-79" fmla="*/ 0 w 1133357"/>
              <a:gd name="connsiteY4-80" fmla="*/ 708329 h 857351"/>
              <a:gd name="connsiteX0-81" fmla="*/ 0 w 1133357"/>
              <a:gd name="connsiteY0-82" fmla="*/ 708329 h 857351"/>
              <a:gd name="connsiteX1-83" fmla="*/ 177082 w 1133357"/>
              <a:gd name="connsiteY1-84" fmla="*/ 0 h 857351"/>
              <a:gd name="connsiteX2-85" fmla="*/ 956275 w 1133357"/>
              <a:gd name="connsiteY2-86" fmla="*/ 0 h 857351"/>
              <a:gd name="connsiteX3-87" fmla="*/ 1133357 w 1133357"/>
              <a:gd name="connsiteY3-88" fmla="*/ 708329 h 857351"/>
              <a:gd name="connsiteX4-89" fmla="*/ 0 w 1133357"/>
              <a:gd name="connsiteY4-90" fmla="*/ 708329 h 857351"/>
              <a:gd name="connsiteX0-91" fmla="*/ 0 w 1150013"/>
              <a:gd name="connsiteY0-92" fmla="*/ 708329 h 812370"/>
              <a:gd name="connsiteX1-93" fmla="*/ 177082 w 1150013"/>
              <a:gd name="connsiteY1-94" fmla="*/ 0 h 812370"/>
              <a:gd name="connsiteX2-95" fmla="*/ 956275 w 1150013"/>
              <a:gd name="connsiteY2-96" fmla="*/ 0 h 812370"/>
              <a:gd name="connsiteX3-97" fmla="*/ 1150013 w 1150013"/>
              <a:gd name="connsiteY3-98" fmla="*/ 586502 h 812370"/>
              <a:gd name="connsiteX4-99" fmla="*/ 0 w 1150013"/>
              <a:gd name="connsiteY4-100" fmla="*/ 708329 h 812370"/>
              <a:gd name="connsiteX0-101" fmla="*/ 0 w 1156675"/>
              <a:gd name="connsiteY0-102" fmla="*/ 591374 h 738113"/>
              <a:gd name="connsiteX1-103" fmla="*/ 183744 w 1156675"/>
              <a:gd name="connsiteY1-104" fmla="*/ 0 h 738113"/>
              <a:gd name="connsiteX2-105" fmla="*/ 962937 w 1156675"/>
              <a:gd name="connsiteY2-106" fmla="*/ 0 h 738113"/>
              <a:gd name="connsiteX3-107" fmla="*/ 1156675 w 1156675"/>
              <a:gd name="connsiteY3-108" fmla="*/ 586502 h 738113"/>
              <a:gd name="connsiteX4-109" fmla="*/ 0 w 1156675"/>
              <a:gd name="connsiteY4-110" fmla="*/ 591374 h 738113"/>
              <a:gd name="connsiteX0-111" fmla="*/ 0 w 1156675"/>
              <a:gd name="connsiteY0-112" fmla="*/ 591374 h 854599"/>
              <a:gd name="connsiteX1-113" fmla="*/ 183744 w 1156675"/>
              <a:gd name="connsiteY1-114" fmla="*/ 0 h 854599"/>
              <a:gd name="connsiteX2-115" fmla="*/ 962937 w 1156675"/>
              <a:gd name="connsiteY2-116" fmla="*/ 0 h 854599"/>
              <a:gd name="connsiteX3-117" fmla="*/ 1156675 w 1156675"/>
              <a:gd name="connsiteY3-118" fmla="*/ 586502 h 854599"/>
              <a:gd name="connsiteX4-119" fmla="*/ 0 w 1156675"/>
              <a:gd name="connsiteY4-120" fmla="*/ 591374 h 854599"/>
              <a:gd name="connsiteX0-121" fmla="*/ 0 w 1156675"/>
              <a:gd name="connsiteY0-122" fmla="*/ 591374 h 898362"/>
              <a:gd name="connsiteX1-123" fmla="*/ 183744 w 1156675"/>
              <a:gd name="connsiteY1-124" fmla="*/ 0 h 898362"/>
              <a:gd name="connsiteX2-125" fmla="*/ 962937 w 1156675"/>
              <a:gd name="connsiteY2-126" fmla="*/ 0 h 898362"/>
              <a:gd name="connsiteX3-127" fmla="*/ 1156675 w 1156675"/>
              <a:gd name="connsiteY3-128" fmla="*/ 586502 h 898362"/>
              <a:gd name="connsiteX4-129" fmla="*/ 0 w 1156675"/>
              <a:gd name="connsiteY4-130" fmla="*/ 591374 h 898362"/>
              <a:gd name="connsiteX0-131" fmla="*/ 0 w 1156675"/>
              <a:gd name="connsiteY0-132" fmla="*/ 637320 h 944308"/>
              <a:gd name="connsiteX1-133" fmla="*/ 183744 w 1156675"/>
              <a:gd name="connsiteY1-134" fmla="*/ 45946 h 944308"/>
              <a:gd name="connsiteX2-135" fmla="*/ 845153 w 1156675"/>
              <a:gd name="connsiteY2-136" fmla="*/ 0 h 944308"/>
              <a:gd name="connsiteX3-137" fmla="*/ 1156675 w 1156675"/>
              <a:gd name="connsiteY3-138" fmla="*/ 632448 h 944308"/>
              <a:gd name="connsiteX4-139" fmla="*/ 0 w 1156675"/>
              <a:gd name="connsiteY4-140" fmla="*/ 637320 h 944308"/>
              <a:gd name="connsiteX0-141" fmla="*/ 0 w 1156675"/>
              <a:gd name="connsiteY0-142" fmla="*/ 637320 h 944308"/>
              <a:gd name="connsiteX1-143" fmla="*/ 309380 w 1156675"/>
              <a:gd name="connsiteY1-144" fmla="*/ 17231 h 944308"/>
              <a:gd name="connsiteX2-145" fmla="*/ 845153 w 1156675"/>
              <a:gd name="connsiteY2-146" fmla="*/ 0 h 944308"/>
              <a:gd name="connsiteX3-147" fmla="*/ 1156675 w 1156675"/>
              <a:gd name="connsiteY3-148" fmla="*/ 632448 h 944308"/>
              <a:gd name="connsiteX4-149" fmla="*/ 0 w 1156675"/>
              <a:gd name="connsiteY4-150" fmla="*/ 637320 h 944308"/>
              <a:gd name="connsiteX0-151" fmla="*/ 0 w 1156675"/>
              <a:gd name="connsiteY0-152" fmla="*/ 637320 h 944308"/>
              <a:gd name="connsiteX1-153" fmla="*/ 309380 w 1156675"/>
              <a:gd name="connsiteY1-154" fmla="*/ 17231 h 944308"/>
              <a:gd name="connsiteX2-155" fmla="*/ 845153 w 1156675"/>
              <a:gd name="connsiteY2-156" fmla="*/ 0 h 944308"/>
              <a:gd name="connsiteX3-157" fmla="*/ 1156675 w 1156675"/>
              <a:gd name="connsiteY3-158" fmla="*/ 632448 h 944308"/>
              <a:gd name="connsiteX4-159" fmla="*/ 0 w 1156675"/>
              <a:gd name="connsiteY4-160" fmla="*/ 637320 h 944308"/>
              <a:gd name="connsiteX0-161" fmla="*/ 0 w 1156675"/>
              <a:gd name="connsiteY0-162" fmla="*/ 637320 h 944308"/>
              <a:gd name="connsiteX1-163" fmla="*/ 309380 w 1156675"/>
              <a:gd name="connsiteY1-164" fmla="*/ 17231 h 944308"/>
              <a:gd name="connsiteX2-165" fmla="*/ 845153 w 1156675"/>
              <a:gd name="connsiteY2-166" fmla="*/ 0 h 944308"/>
              <a:gd name="connsiteX3-167" fmla="*/ 1156675 w 1156675"/>
              <a:gd name="connsiteY3-168" fmla="*/ 632448 h 944308"/>
              <a:gd name="connsiteX4-169" fmla="*/ 0 w 1156675"/>
              <a:gd name="connsiteY4-170" fmla="*/ 637320 h 944308"/>
              <a:gd name="connsiteX0-171" fmla="*/ 0 w 1156675"/>
              <a:gd name="connsiteY0-172" fmla="*/ 637320 h 944308"/>
              <a:gd name="connsiteX1-173" fmla="*/ 309380 w 1156675"/>
              <a:gd name="connsiteY1-174" fmla="*/ 17231 h 944308"/>
              <a:gd name="connsiteX2-175" fmla="*/ 845153 w 1156675"/>
              <a:gd name="connsiteY2-176" fmla="*/ 0 h 944308"/>
              <a:gd name="connsiteX3-177" fmla="*/ 1156675 w 1156675"/>
              <a:gd name="connsiteY3-178" fmla="*/ 632448 h 944308"/>
              <a:gd name="connsiteX4-179" fmla="*/ 0 w 1156675"/>
              <a:gd name="connsiteY4-180" fmla="*/ 637320 h 944308"/>
              <a:gd name="connsiteX0-181" fmla="*/ 0 w 1156675"/>
              <a:gd name="connsiteY0-182" fmla="*/ 637320 h 944308"/>
              <a:gd name="connsiteX1-183" fmla="*/ 303382 w 1156675"/>
              <a:gd name="connsiteY1-184" fmla="*/ 14308 h 944308"/>
              <a:gd name="connsiteX2-185" fmla="*/ 845153 w 1156675"/>
              <a:gd name="connsiteY2-186" fmla="*/ 0 h 944308"/>
              <a:gd name="connsiteX3-187" fmla="*/ 1156675 w 1156675"/>
              <a:gd name="connsiteY3-188" fmla="*/ 632448 h 944308"/>
              <a:gd name="connsiteX4-189" fmla="*/ 0 w 1156675"/>
              <a:gd name="connsiteY4-190" fmla="*/ 637320 h 9443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156675" h="944308">
                <a:moveTo>
                  <a:pt x="0" y="637320"/>
                </a:moveTo>
                <a:lnTo>
                  <a:pt x="303382" y="14308"/>
                </a:lnTo>
                <a:cubicBezTo>
                  <a:pt x="559938" y="228245"/>
                  <a:pt x="667771" y="171049"/>
                  <a:pt x="845153" y="0"/>
                </a:cubicBezTo>
                <a:lnTo>
                  <a:pt x="1156675" y="632448"/>
                </a:lnTo>
                <a:cubicBezTo>
                  <a:pt x="921192" y="957920"/>
                  <a:pt x="382573" y="1127818"/>
                  <a:pt x="0" y="637320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梯形 17"/>
          <p:cNvSpPr/>
          <p:nvPr/>
        </p:nvSpPr>
        <p:spPr>
          <a:xfrm rot="16200000">
            <a:off x="7494673" y="2475661"/>
            <a:ext cx="5005145" cy="2487942"/>
          </a:xfrm>
          <a:custGeom>
            <a:avLst/>
            <a:gdLst>
              <a:gd name="connsiteX0" fmla="*/ 0 w 1133357"/>
              <a:gd name="connsiteY0" fmla="*/ 708329 h 708329"/>
              <a:gd name="connsiteX1" fmla="*/ 177082 w 1133357"/>
              <a:gd name="connsiteY1" fmla="*/ 0 h 708329"/>
              <a:gd name="connsiteX2" fmla="*/ 956275 w 1133357"/>
              <a:gd name="connsiteY2" fmla="*/ 0 h 708329"/>
              <a:gd name="connsiteX3" fmla="*/ 1133357 w 1133357"/>
              <a:gd name="connsiteY3" fmla="*/ 708329 h 708329"/>
              <a:gd name="connsiteX4" fmla="*/ 0 w 1133357"/>
              <a:gd name="connsiteY4" fmla="*/ 708329 h 708329"/>
              <a:gd name="connsiteX0-1" fmla="*/ 0 w 1133357"/>
              <a:gd name="connsiteY0-2" fmla="*/ 708329 h 742195"/>
              <a:gd name="connsiteX1-3" fmla="*/ 177082 w 1133357"/>
              <a:gd name="connsiteY1-4" fmla="*/ 0 h 742195"/>
              <a:gd name="connsiteX2-5" fmla="*/ 956275 w 1133357"/>
              <a:gd name="connsiteY2-6" fmla="*/ 0 h 742195"/>
              <a:gd name="connsiteX3-7" fmla="*/ 1133357 w 1133357"/>
              <a:gd name="connsiteY3-8" fmla="*/ 708329 h 742195"/>
              <a:gd name="connsiteX4-9" fmla="*/ 0 w 1133357"/>
              <a:gd name="connsiteY4-10" fmla="*/ 708329 h 742195"/>
              <a:gd name="connsiteX0-11" fmla="*/ 0 w 1133357"/>
              <a:gd name="connsiteY0-12" fmla="*/ 708329 h 760824"/>
              <a:gd name="connsiteX1-13" fmla="*/ 177082 w 1133357"/>
              <a:gd name="connsiteY1-14" fmla="*/ 0 h 760824"/>
              <a:gd name="connsiteX2-15" fmla="*/ 956275 w 1133357"/>
              <a:gd name="connsiteY2-16" fmla="*/ 0 h 760824"/>
              <a:gd name="connsiteX3-17" fmla="*/ 1133357 w 1133357"/>
              <a:gd name="connsiteY3-18" fmla="*/ 708329 h 760824"/>
              <a:gd name="connsiteX4-19" fmla="*/ 0 w 1133357"/>
              <a:gd name="connsiteY4-20" fmla="*/ 708329 h 760824"/>
              <a:gd name="connsiteX0-21" fmla="*/ 0 w 1133357"/>
              <a:gd name="connsiteY0-22" fmla="*/ 708329 h 760824"/>
              <a:gd name="connsiteX1-23" fmla="*/ 177082 w 1133357"/>
              <a:gd name="connsiteY1-24" fmla="*/ 0 h 760824"/>
              <a:gd name="connsiteX2-25" fmla="*/ 956275 w 1133357"/>
              <a:gd name="connsiteY2-26" fmla="*/ 0 h 760824"/>
              <a:gd name="connsiteX3-27" fmla="*/ 1133357 w 1133357"/>
              <a:gd name="connsiteY3-28" fmla="*/ 708329 h 760824"/>
              <a:gd name="connsiteX4-29" fmla="*/ 0 w 1133357"/>
              <a:gd name="connsiteY4-30" fmla="*/ 708329 h 760824"/>
              <a:gd name="connsiteX0-31" fmla="*/ 0 w 1133357"/>
              <a:gd name="connsiteY0-32" fmla="*/ 708329 h 760824"/>
              <a:gd name="connsiteX1-33" fmla="*/ 177082 w 1133357"/>
              <a:gd name="connsiteY1-34" fmla="*/ 0 h 760824"/>
              <a:gd name="connsiteX2-35" fmla="*/ 956275 w 1133357"/>
              <a:gd name="connsiteY2-36" fmla="*/ 0 h 760824"/>
              <a:gd name="connsiteX3-37" fmla="*/ 1133357 w 1133357"/>
              <a:gd name="connsiteY3-38" fmla="*/ 708329 h 760824"/>
              <a:gd name="connsiteX4-39" fmla="*/ 0 w 1133357"/>
              <a:gd name="connsiteY4-40" fmla="*/ 708329 h 760824"/>
              <a:gd name="connsiteX0-41" fmla="*/ 0 w 1133357"/>
              <a:gd name="connsiteY0-42" fmla="*/ 708329 h 818625"/>
              <a:gd name="connsiteX1-43" fmla="*/ 177082 w 1133357"/>
              <a:gd name="connsiteY1-44" fmla="*/ 0 h 818625"/>
              <a:gd name="connsiteX2-45" fmla="*/ 956275 w 1133357"/>
              <a:gd name="connsiteY2-46" fmla="*/ 0 h 818625"/>
              <a:gd name="connsiteX3-47" fmla="*/ 1133357 w 1133357"/>
              <a:gd name="connsiteY3-48" fmla="*/ 708329 h 818625"/>
              <a:gd name="connsiteX4-49" fmla="*/ 0 w 1133357"/>
              <a:gd name="connsiteY4-50" fmla="*/ 708329 h 818625"/>
              <a:gd name="connsiteX0-51" fmla="*/ 0 w 1133357"/>
              <a:gd name="connsiteY0-52" fmla="*/ 708329 h 855068"/>
              <a:gd name="connsiteX1-53" fmla="*/ 177082 w 1133357"/>
              <a:gd name="connsiteY1-54" fmla="*/ 0 h 855068"/>
              <a:gd name="connsiteX2-55" fmla="*/ 956275 w 1133357"/>
              <a:gd name="connsiteY2-56" fmla="*/ 0 h 855068"/>
              <a:gd name="connsiteX3-57" fmla="*/ 1133357 w 1133357"/>
              <a:gd name="connsiteY3-58" fmla="*/ 708329 h 855068"/>
              <a:gd name="connsiteX4-59" fmla="*/ 0 w 1133357"/>
              <a:gd name="connsiteY4-60" fmla="*/ 708329 h 855068"/>
              <a:gd name="connsiteX0-61" fmla="*/ 0 w 1133357"/>
              <a:gd name="connsiteY0-62" fmla="*/ 708329 h 857351"/>
              <a:gd name="connsiteX1-63" fmla="*/ 177082 w 1133357"/>
              <a:gd name="connsiteY1-64" fmla="*/ 0 h 857351"/>
              <a:gd name="connsiteX2-65" fmla="*/ 956275 w 1133357"/>
              <a:gd name="connsiteY2-66" fmla="*/ 0 h 857351"/>
              <a:gd name="connsiteX3-67" fmla="*/ 1133357 w 1133357"/>
              <a:gd name="connsiteY3-68" fmla="*/ 708329 h 857351"/>
              <a:gd name="connsiteX4-69" fmla="*/ 0 w 1133357"/>
              <a:gd name="connsiteY4-70" fmla="*/ 708329 h 857351"/>
              <a:gd name="connsiteX0-71" fmla="*/ 0 w 1133357"/>
              <a:gd name="connsiteY0-72" fmla="*/ 708329 h 857351"/>
              <a:gd name="connsiteX1-73" fmla="*/ 177082 w 1133357"/>
              <a:gd name="connsiteY1-74" fmla="*/ 0 h 857351"/>
              <a:gd name="connsiteX2-75" fmla="*/ 956275 w 1133357"/>
              <a:gd name="connsiteY2-76" fmla="*/ 0 h 857351"/>
              <a:gd name="connsiteX3-77" fmla="*/ 1133357 w 1133357"/>
              <a:gd name="connsiteY3-78" fmla="*/ 708329 h 857351"/>
              <a:gd name="connsiteX4-79" fmla="*/ 0 w 1133357"/>
              <a:gd name="connsiteY4-80" fmla="*/ 708329 h 857351"/>
              <a:gd name="connsiteX0-81" fmla="*/ 0 w 1133357"/>
              <a:gd name="connsiteY0-82" fmla="*/ 708329 h 857351"/>
              <a:gd name="connsiteX1-83" fmla="*/ 177082 w 1133357"/>
              <a:gd name="connsiteY1-84" fmla="*/ 0 h 857351"/>
              <a:gd name="connsiteX2-85" fmla="*/ 956275 w 1133357"/>
              <a:gd name="connsiteY2-86" fmla="*/ 0 h 857351"/>
              <a:gd name="connsiteX3-87" fmla="*/ 1133357 w 1133357"/>
              <a:gd name="connsiteY3-88" fmla="*/ 708329 h 857351"/>
              <a:gd name="connsiteX4-89" fmla="*/ 0 w 1133357"/>
              <a:gd name="connsiteY4-90" fmla="*/ 708329 h 857351"/>
              <a:gd name="connsiteX0-91" fmla="*/ 0 w 1150013"/>
              <a:gd name="connsiteY0-92" fmla="*/ 708329 h 812370"/>
              <a:gd name="connsiteX1-93" fmla="*/ 177082 w 1150013"/>
              <a:gd name="connsiteY1-94" fmla="*/ 0 h 812370"/>
              <a:gd name="connsiteX2-95" fmla="*/ 956275 w 1150013"/>
              <a:gd name="connsiteY2-96" fmla="*/ 0 h 812370"/>
              <a:gd name="connsiteX3-97" fmla="*/ 1150013 w 1150013"/>
              <a:gd name="connsiteY3-98" fmla="*/ 586502 h 812370"/>
              <a:gd name="connsiteX4-99" fmla="*/ 0 w 1150013"/>
              <a:gd name="connsiteY4-100" fmla="*/ 708329 h 812370"/>
              <a:gd name="connsiteX0-101" fmla="*/ 0 w 1156675"/>
              <a:gd name="connsiteY0-102" fmla="*/ 591374 h 738113"/>
              <a:gd name="connsiteX1-103" fmla="*/ 183744 w 1156675"/>
              <a:gd name="connsiteY1-104" fmla="*/ 0 h 738113"/>
              <a:gd name="connsiteX2-105" fmla="*/ 962937 w 1156675"/>
              <a:gd name="connsiteY2-106" fmla="*/ 0 h 738113"/>
              <a:gd name="connsiteX3-107" fmla="*/ 1156675 w 1156675"/>
              <a:gd name="connsiteY3-108" fmla="*/ 586502 h 738113"/>
              <a:gd name="connsiteX4-109" fmla="*/ 0 w 1156675"/>
              <a:gd name="connsiteY4-110" fmla="*/ 591374 h 738113"/>
              <a:gd name="connsiteX0-111" fmla="*/ 0 w 1156675"/>
              <a:gd name="connsiteY0-112" fmla="*/ 591374 h 854599"/>
              <a:gd name="connsiteX1-113" fmla="*/ 183744 w 1156675"/>
              <a:gd name="connsiteY1-114" fmla="*/ 0 h 854599"/>
              <a:gd name="connsiteX2-115" fmla="*/ 962937 w 1156675"/>
              <a:gd name="connsiteY2-116" fmla="*/ 0 h 854599"/>
              <a:gd name="connsiteX3-117" fmla="*/ 1156675 w 1156675"/>
              <a:gd name="connsiteY3-118" fmla="*/ 586502 h 854599"/>
              <a:gd name="connsiteX4-119" fmla="*/ 0 w 1156675"/>
              <a:gd name="connsiteY4-120" fmla="*/ 591374 h 854599"/>
              <a:gd name="connsiteX0-121" fmla="*/ 0 w 1156675"/>
              <a:gd name="connsiteY0-122" fmla="*/ 591374 h 898362"/>
              <a:gd name="connsiteX1-123" fmla="*/ 183744 w 1156675"/>
              <a:gd name="connsiteY1-124" fmla="*/ 0 h 898362"/>
              <a:gd name="connsiteX2-125" fmla="*/ 962937 w 1156675"/>
              <a:gd name="connsiteY2-126" fmla="*/ 0 h 898362"/>
              <a:gd name="connsiteX3-127" fmla="*/ 1156675 w 1156675"/>
              <a:gd name="connsiteY3-128" fmla="*/ 586502 h 898362"/>
              <a:gd name="connsiteX4-129" fmla="*/ 0 w 1156675"/>
              <a:gd name="connsiteY4-130" fmla="*/ 591374 h 898362"/>
              <a:gd name="connsiteX0-131" fmla="*/ 0 w 1156675"/>
              <a:gd name="connsiteY0-132" fmla="*/ 637320 h 944308"/>
              <a:gd name="connsiteX1-133" fmla="*/ 183744 w 1156675"/>
              <a:gd name="connsiteY1-134" fmla="*/ 45946 h 944308"/>
              <a:gd name="connsiteX2-135" fmla="*/ 845153 w 1156675"/>
              <a:gd name="connsiteY2-136" fmla="*/ 0 h 944308"/>
              <a:gd name="connsiteX3-137" fmla="*/ 1156675 w 1156675"/>
              <a:gd name="connsiteY3-138" fmla="*/ 632448 h 944308"/>
              <a:gd name="connsiteX4-139" fmla="*/ 0 w 1156675"/>
              <a:gd name="connsiteY4-140" fmla="*/ 637320 h 944308"/>
              <a:gd name="connsiteX0-141" fmla="*/ 0 w 1156675"/>
              <a:gd name="connsiteY0-142" fmla="*/ 637320 h 944308"/>
              <a:gd name="connsiteX1-143" fmla="*/ 309380 w 1156675"/>
              <a:gd name="connsiteY1-144" fmla="*/ 17231 h 944308"/>
              <a:gd name="connsiteX2-145" fmla="*/ 845153 w 1156675"/>
              <a:gd name="connsiteY2-146" fmla="*/ 0 h 944308"/>
              <a:gd name="connsiteX3-147" fmla="*/ 1156675 w 1156675"/>
              <a:gd name="connsiteY3-148" fmla="*/ 632448 h 944308"/>
              <a:gd name="connsiteX4-149" fmla="*/ 0 w 1156675"/>
              <a:gd name="connsiteY4-150" fmla="*/ 637320 h 944308"/>
              <a:gd name="connsiteX0-151" fmla="*/ 0 w 1156675"/>
              <a:gd name="connsiteY0-152" fmla="*/ 637320 h 944308"/>
              <a:gd name="connsiteX1-153" fmla="*/ 309380 w 1156675"/>
              <a:gd name="connsiteY1-154" fmla="*/ 17231 h 944308"/>
              <a:gd name="connsiteX2-155" fmla="*/ 845153 w 1156675"/>
              <a:gd name="connsiteY2-156" fmla="*/ 0 h 944308"/>
              <a:gd name="connsiteX3-157" fmla="*/ 1156675 w 1156675"/>
              <a:gd name="connsiteY3-158" fmla="*/ 632448 h 944308"/>
              <a:gd name="connsiteX4-159" fmla="*/ 0 w 1156675"/>
              <a:gd name="connsiteY4-160" fmla="*/ 637320 h 944308"/>
              <a:gd name="connsiteX0-161" fmla="*/ 0 w 1156675"/>
              <a:gd name="connsiteY0-162" fmla="*/ 637320 h 944308"/>
              <a:gd name="connsiteX1-163" fmla="*/ 309380 w 1156675"/>
              <a:gd name="connsiteY1-164" fmla="*/ 17231 h 944308"/>
              <a:gd name="connsiteX2-165" fmla="*/ 845153 w 1156675"/>
              <a:gd name="connsiteY2-166" fmla="*/ 0 h 944308"/>
              <a:gd name="connsiteX3-167" fmla="*/ 1156675 w 1156675"/>
              <a:gd name="connsiteY3-168" fmla="*/ 632448 h 944308"/>
              <a:gd name="connsiteX4-169" fmla="*/ 0 w 1156675"/>
              <a:gd name="connsiteY4-170" fmla="*/ 637320 h 944308"/>
              <a:gd name="connsiteX0-171" fmla="*/ 0 w 1156675"/>
              <a:gd name="connsiteY0-172" fmla="*/ 637320 h 944308"/>
              <a:gd name="connsiteX1-173" fmla="*/ 309380 w 1156675"/>
              <a:gd name="connsiteY1-174" fmla="*/ 17231 h 944308"/>
              <a:gd name="connsiteX2-175" fmla="*/ 845153 w 1156675"/>
              <a:gd name="connsiteY2-176" fmla="*/ 0 h 944308"/>
              <a:gd name="connsiteX3-177" fmla="*/ 1156675 w 1156675"/>
              <a:gd name="connsiteY3-178" fmla="*/ 632448 h 944308"/>
              <a:gd name="connsiteX4-179" fmla="*/ 0 w 1156675"/>
              <a:gd name="connsiteY4-180" fmla="*/ 637320 h 944308"/>
              <a:gd name="connsiteX0-181" fmla="*/ 0 w 1156675"/>
              <a:gd name="connsiteY0-182" fmla="*/ 637320 h 944308"/>
              <a:gd name="connsiteX1-183" fmla="*/ 303382 w 1156675"/>
              <a:gd name="connsiteY1-184" fmla="*/ 14308 h 944308"/>
              <a:gd name="connsiteX2-185" fmla="*/ 845153 w 1156675"/>
              <a:gd name="connsiteY2-186" fmla="*/ 0 h 944308"/>
              <a:gd name="connsiteX3-187" fmla="*/ 1156675 w 1156675"/>
              <a:gd name="connsiteY3-188" fmla="*/ 632448 h 944308"/>
              <a:gd name="connsiteX4-189" fmla="*/ 0 w 1156675"/>
              <a:gd name="connsiteY4-190" fmla="*/ 637320 h 944308"/>
              <a:gd name="connsiteX0-191" fmla="*/ 0 w 1156675"/>
              <a:gd name="connsiteY0-192" fmla="*/ 690178 h 997166"/>
              <a:gd name="connsiteX1-193" fmla="*/ 263120 w 1156675"/>
              <a:gd name="connsiteY1-194" fmla="*/ 0 h 997166"/>
              <a:gd name="connsiteX2-195" fmla="*/ 845153 w 1156675"/>
              <a:gd name="connsiteY2-196" fmla="*/ 52858 h 997166"/>
              <a:gd name="connsiteX3-197" fmla="*/ 1156675 w 1156675"/>
              <a:gd name="connsiteY3-198" fmla="*/ 685306 h 997166"/>
              <a:gd name="connsiteX4-199" fmla="*/ 0 w 1156675"/>
              <a:gd name="connsiteY4-200" fmla="*/ 690178 h 997166"/>
              <a:gd name="connsiteX0-201" fmla="*/ 0 w 1156675"/>
              <a:gd name="connsiteY0-202" fmla="*/ 690178 h 997166"/>
              <a:gd name="connsiteX1-203" fmla="*/ 263120 w 1156675"/>
              <a:gd name="connsiteY1-204" fmla="*/ 0 h 997166"/>
              <a:gd name="connsiteX2-205" fmla="*/ 845153 w 1156675"/>
              <a:gd name="connsiteY2-206" fmla="*/ 52858 h 997166"/>
              <a:gd name="connsiteX3-207" fmla="*/ 1156675 w 1156675"/>
              <a:gd name="connsiteY3-208" fmla="*/ 685306 h 997166"/>
              <a:gd name="connsiteX4-209" fmla="*/ 0 w 1156675"/>
              <a:gd name="connsiteY4-210" fmla="*/ 690178 h 997166"/>
              <a:gd name="connsiteX0-211" fmla="*/ 0 w 1156675"/>
              <a:gd name="connsiteY0-212" fmla="*/ 690178 h 997166"/>
              <a:gd name="connsiteX1-213" fmla="*/ 263120 w 1156675"/>
              <a:gd name="connsiteY1-214" fmla="*/ 0 h 997166"/>
              <a:gd name="connsiteX2-215" fmla="*/ 872700 w 1156675"/>
              <a:gd name="connsiteY2-216" fmla="*/ 2484 h 997166"/>
              <a:gd name="connsiteX3-217" fmla="*/ 1156675 w 1156675"/>
              <a:gd name="connsiteY3-218" fmla="*/ 685306 h 997166"/>
              <a:gd name="connsiteX4-219" fmla="*/ 0 w 1156675"/>
              <a:gd name="connsiteY4-220" fmla="*/ 690178 h 997166"/>
              <a:gd name="connsiteX0-221" fmla="*/ 0 w 1156675"/>
              <a:gd name="connsiteY0-222" fmla="*/ 690178 h 997166"/>
              <a:gd name="connsiteX1-223" fmla="*/ 263120 w 1156675"/>
              <a:gd name="connsiteY1-224" fmla="*/ 0 h 997166"/>
              <a:gd name="connsiteX2-225" fmla="*/ 872700 w 1156675"/>
              <a:gd name="connsiteY2-226" fmla="*/ 2484 h 997166"/>
              <a:gd name="connsiteX3-227" fmla="*/ 1156675 w 1156675"/>
              <a:gd name="connsiteY3-228" fmla="*/ 685306 h 997166"/>
              <a:gd name="connsiteX4-229" fmla="*/ 0 w 1156675"/>
              <a:gd name="connsiteY4-230" fmla="*/ 690178 h 997166"/>
              <a:gd name="connsiteX0-231" fmla="*/ 0 w 1156675"/>
              <a:gd name="connsiteY0-232" fmla="*/ 690178 h 997166"/>
              <a:gd name="connsiteX1-233" fmla="*/ 263120 w 1156675"/>
              <a:gd name="connsiteY1-234" fmla="*/ 0 h 997166"/>
              <a:gd name="connsiteX2-235" fmla="*/ 872700 w 1156675"/>
              <a:gd name="connsiteY2-236" fmla="*/ 2484 h 997166"/>
              <a:gd name="connsiteX3-237" fmla="*/ 1156675 w 1156675"/>
              <a:gd name="connsiteY3-238" fmla="*/ 685306 h 997166"/>
              <a:gd name="connsiteX4-239" fmla="*/ 0 w 1156675"/>
              <a:gd name="connsiteY4-240" fmla="*/ 690178 h 997166"/>
              <a:gd name="connsiteX0-241" fmla="*/ 0 w 1156675"/>
              <a:gd name="connsiteY0-242" fmla="*/ 699927 h 1006915"/>
              <a:gd name="connsiteX1-243" fmla="*/ 263120 w 1156675"/>
              <a:gd name="connsiteY1-244" fmla="*/ 9749 h 1006915"/>
              <a:gd name="connsiteX2-245" fmla="*/ 879647 w 1156675"/>
              <a:gd name="connsiteY2-246" fmla="*/ 0 h 1006915"/>
              <a:gd name="connsiteX3-247" fmla="*/ 1156675 w 1156675"/>
              <a:gd name="connsiteY3-248" fmla="*/ 695055 h 1006915"/>
              <a:gd name="connsiteX4-249" fmla="*/ 0 w 1156675"/>
              <a:gd name="connsiteY4-250" fmla="*/ 699927 h 1006915"/>
              <a:gd name="connsiteX0-251" fmla="*/ 0 w 1156675"/>
              <a:gd name="connsiteY0-252" fmla="*/ 705467 h 1012455"/>
              <a:gd name="connsiteX1-253" fmla="*/ 252700 w 1156675"/>
              <a:gd name="connsiteY1-254" fmla="*/ 0 h 1012455"/>
              <a:gd name="connsiteX2-255" fmla="*/ 879647 w 1156675"/>
              <a:gd name="connsiteY2-256" fmla="*/ 5540 h 1012455"/>
              <a:gd name="connsiteX3-257" fmla="*/ 1156675 w 1156675"/>
              <a:gd name="connsiteY3-258" fmla="*/ 700595 h 1012455"/>
              <a:gd name="connsiteX4-259" fmla="*/ 0 w 1156675"/>
              <a:gd name="connsiteY4-260" fmla="*/ 705467 h 1012455"/>
              <a:gd name="connsiteX0-261" fmla="*/ 0 w 1156675"/>
              <a:gd name="connsiteY0-262" fmla="*/ 705467 h 1012455"/>
              <a:gd name="connsiteX1-263" fmla="*/ 252700 w 1156675"/>
              <a:gd name="connsiteY1-264" fmla="*/ 0 h 1012455"/>
              <a:gd name="connsiteX2-265" fmla="*/ 879647 w 1156675"/>
              <a:gd name="connsiteY2-266" fmla="*/ 5540 h 1012455"/>
              <a:gd name="connsiteX3-267" fmla="*/ 1156675 w 1156675"/>
              <a:gd name="connsiteY3-268" fmla="*/ 700595 h 1012455"/>
              <a:gd name="connsiteX4-269" fmla="*/ 0 w 1156675"/>
              <a:gd name="connsiteY4-270" fmla="*/ 705467 h 101245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156675" h="1012455">
                <a:moveTo>
                  <a:pt x="0" y="705467"/>
                </a:moveTo>
                <a:lnTo>
                  <a:pt x="252700" y="0"/>
                </a:lnTo>
                <a:cubicBezTo>
                  <a:pt x="487946" y="321535"/>
                  <a:pt x="701205" y="202710"/>
                  <a:pt x="879647" y="5540"/>
                </a:cubicBezTo>
                <a:lnTo>
                  <a:pt x="1156675" y="700595"/>
                </a:lnTo>
                <a:cubicBezTo>
                  <a:pt x="921192" y="1026067"/>
                  <a:pt x="382573" y="1195965"/>
                  <a:pt x="0" y="705467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Object29"/>
          <p:cNvSpPr txBox="1"/>
          <p:nvPr/>
        </p:nvSpPr>
        <p:spPr>
          <a:xfrm>
            <a:off x="7323043" y="3535413"/>
            <a:ext cx="429304" cy="403691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>
            <a:lvl1pPr algn="ctr" defTabSz="609600">
              <a:lnSpc>
                <a:spcPts val="2000"/>
              </a:lnSpc>
              <a:defRPr b="1">
                <a:solidFill>
                  <a:srgbClr val="FFFFFF"/>
                </a:solidFill>
                <a:latin typeface="Microsoft YaHei Bold"/>
                <a:ea typeface="Microsoft YaHei Bold"/>
                <a:cs typeface="Microsoft YaHei Bold"/>
                <a:sym typeface="Microsoft YaHei Bold"/>
              </a:defRPr>
            </a:lvl1pPr>
          </a:lstStyle>
          <a:p>
            <a:pPr hangingPunct="0">
              <a:lnSpc>
                <a:spcPct val="100000"/>
              </a:lnSpc>
              <a:defRPr/>
            </a:pPr>
            <a:r>
              <a:rPr lang="zh-CN" altLang="en-US" sz="1200" kern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智能</a:t>
            </a:r>
            <a:endParaRPr lang="en-US" altLang="zh-CN" sz="1200" kern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hangingPunct="0">
              <a:lnSpc>
                <a:spcPct val="100000"/>
              </a:lnSpc>
              <a:defRPr/>
            </a:pPr>
            <a:r>
              <a:rPr lang="zh-CN" altLang="en-US" sz="1200" kern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分析</a:t>
            </a:r>
            <a:endParaRPr lang="en-US" altLang="zh-CN" sz="1200" kern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6" name="Object29"/>
          <p:cNvSpPr txBox="1"/>
          <p:nvPr/>
        </p:nvSpPr>
        <p:spPr>
          <a:xfrm>
            <a:off x="8046834" y="3333567"/>
            <a:ext cx="826443" cy="201846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>
            <a:lvl1pPr algn="ctr" defTabSz="609600">
              <a:lnSpc>
                <a:spcPts val="2000"/>
              </a:lnSpc>
              <a:defRPr b="1">
                <a:solidFill>
                  <a:srgbClr val="FFFFFF"/>
                </a:solidFill>
                <a:latin typeface="Microsoft YaHei Bold"/>
                <a:ea typeface="Microsoft YaHei Bold"/>
                <a:cs typeface="Microsoft YaHei Bold"/>
                <a:sym typeface="Microsoft YaHei Bold"/>
              </a:defRPr>
            </a:lvl1pPr>
          </a:lstStyle>
          <a:p>
            <a:pPr hangingPunct="0">
              <a:lnSpc>
                <a:spcPct val="100000"/>
              </a:lnSpc>
              <a:defRPr/>
            </a:pPr>
            <a:r>
              <a:rPr lang="zh-CN" altLang="en-US" sz="1200" kern="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智能管理</a:t>
            </a:r>
            <a:endParaRPr lang="zh-CN" altLang="en-US" sz="1200" kern="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8" name="Object29"/>
          <p:cNvSpPr txBox="1"/>
          <p:nvPr/>
        </p:nvSpPr>
        <p:spPr>
          <a:xfrm>
            <a:off x="8046834" y="4035874"/>
            <a:ext cx="826443" cy="201846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>
            <a:lvl1pPr algn="ctr" defTabSz="609600">
              <a:lnSpc>
                <a:spcPts val="2000"/>
              </a:lnSpc>
              <a:defRPr b="1">
                <a:solidFill>
                  <a:srgbClr val="FFFFFF"/>
                </a:solidFill>
                <a:latin typeface="Microsoft YaHei Bold"/>
                <a:ea typeface="Microsoft YaHei Bold"/>
                <a:cs typeface="Microsoft YaHei Bold"/>
                <a:sym typeface="Microsoft YaHei Bold"/>
              </a:defRPr>
            </a:lvl1pPr>
          </a:lstStyle>
          <a:p>
            <a:pPr hangingPunct="0">
              <a:lnSpc>
                <a:spcPct val="100000"/>
              </a:lnSpc>
              <a:defRPr/>
            </a:pPr>
            <a:r>
              <a:rPr lang="zh-CN" altLang="en-US" sz="1200" kern="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数据分析</a:t>
            </a:r>
            <a:endParaRPr lang="zh-CN" altLang="en-US" sz="1200" kern="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12" name="Object60"/>
          <p:cNvSpPr/>
          <p:nvPr/>
        </p:nvSpPr>
        <p:spPr>
          <a:xfrm>
            <a:off x="9718909" y="3632884"/>
            <a:ext cx="825906" cy="24557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 defTabSz="731520">
              <a:lnSpc>
                <a:spcPct val="130000"/>
              </a:lnSpc>
            </a:pPr>
            <a:r>
              <a:rPr lang="zh-CN" altLang="en-US" sz="12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客户成功</a:t>
            </a:r>
            <a:endParaRPr lang="zh-CN" altLang="en-US" sz="1200" b="1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6" name="直线连接符 55"/>
          <p:cNvCxnSpPr/>
          <p:nvPr/>
        </p:nvCxnSpPr>
        <p:spPr>
          <a:xfrm flipH="1">
            <a:off x="7946208" y="3770281"/>
            <a:ext cx="1798081" cy="0"/>
          </a:xfrm>
          <a:prstGeom prst="line">
            <a:avLst/>
          </a:prstGeom>
          <a:ln w="15875">
            <a:solidFill>
              <a:schemeClr val="accent1"/>
            </a:solidFill>
            <a:prstDash val="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线连接符 56"/>
          <p:cNvCxnSpPr/>
          <p:nvPr/>
        </p:nvCxnSpPr>
        <p:spPr>
          <a:xfrm flipH="1">
            <a:off x="10484618" y="3771156"/>
            <a:ext cx="449324" cy="0"/>
          </a:xfrm>
          <a:prstGeom prst="line">
            <a:avLst/>
          </a:prstGeom>
          <a:ln w="15875">
            <a:solidFill>
              <a:schemeClr val="accent1"/>
            </a:solidFill>
            <a:prstDash val="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矩形: 圆角 114"/>
          <p:cNvSpPr/>
          <p:nvPr/>
        </p:nvSpPr>
        <p:spPr>
          <a:xfrm>
            <a:off x="7250422" y="2485871"/>
            <a:ext cx="1794263" cy="2572732"/>
          </a:xfrm>
          <a:prstGeom prst="roundRect">
            <a:avLst>
              <a:gd name="adj" fmla="val 0"/>
            </a:avLst>
          </a:prstGeom>
          <a:noFill/>
          <a:ln w="19050" cap="flat">
            <a:solidFill>
              <a:schemeClr val="accent5">
                <a:alpha val="99000"/>
              </a:schemeClr>
            </a:solidFill>
            <a:prstDash val="dash"/>
            <a:miter/>
          </a:ln>
          <a:effectLst>
            <a:outerShdw blurRad="190500" sx="102000" sy="102000" algn="ctr" rotWithShape="0">
              <a:srgbClr val="000000">
                <a:alpha val="20000"/>
              </a:srgbClr>
            </a:outerShdw>
          </a:effectLst>
        </p:spPr>
        <p:txBody>
          <a:bodyPr rtlCol="0" anchor="ctr"/>
          <a:lstStyle/>
          <a:p>
            <a:pPr defTabSz="731520"/>
            <a:endParaRPr lang="zh-CN" altLang="en-US" sz="1440" b="1" dirty="0">
              <a:solidFill>
                <a:schemeClr val="accent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Object60"/>
          <p:cNvSpPr/>
          <p:nvPr/>
        </p:nvSpPr>
        <p:spPr>
          <a:xfrm>
            <a:off x="7299428" y="2553129"/>
            <a:ext cx="590813" cy="20464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 defTabSz="731520">
              <a:lnSpc>
                <a:spcPct val="130000"/>
              </a:lnSpc>
            </a:pPr>
            <a:r>
              <a:rPr lang="zh-CN" altLang="en-US" sz="1000" b="1" dirty="0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客户池</a:t>
            </a:r>
            <a:endParaRPr lang="zh-CN" altLang="en-US" sz="1000" b="1" dirty="0">
              <a:solidFill>
                <a:schemeClr val="accent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0" name="直线连接符 59"/>
          <p:cNvCxnSpPr/>
          <p:nvPr/>
        </p:nvCxnSpPr>
        <p:spPr>
          <a:xfrm flipV="1">
            <a:off x="6120806" y="2213684"/>
            <a:ext cx="0" cy="433798"/>
          </a:xfrm>
          <a:prstGeom prst="line">
            <a:avLst/>
          </a:prstGeom>
          <a:ln w="15875">
            <a:solidFill>
              <a:schemeClr val="accent5"/>
            </a:soli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" name="组合 60"/>
          <p:cNvGrpSpPr/>
          <p:nvPr/>
        </p:nvGrpSpPr>
        <p:grpSpPr>
          <a:xfrm flipH="1">
            <a:off x="4014483" y="2213684"/>
            <a:ext cx="689245" cy="229518"/>
            <a:chOff x="7066511" y="2820800"/>
            <a:chExt cx="630581" cy="209983"/>
          </a:xfrm>
        </p:grpSpPr>
        <p:cxnSp>
          <p:nvCxnSpPr>
            <p:cNvPr id="19" name="直线连接符 101"/>
            <p:cNvCxnSpPr/>
            <p:nvPr/>
          </p:nvCxnSpPr>
          <p:spPr>
            <a:xfrm flipV="1">
              <a:off x="7697092" y="2820800"/>
              <a:ext cx="0" cy="209983"/>
            </a:xfrm>
            <a:prstGeom prst="line">
              <a:avLst/>
            </a:prstGeom>
            <a:ln w="15875">
              <a:solidFill>
                <a:schemeClr val="accent5"/>
              </a:solidFill>
              <a:prstDash val="solid"/>
              <a:headEnd type="triangle" w="sm" len="sm"/>
              <a:tailEnd type="non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线连接符 102"/>
            <p:cNvCxnSpPr/>
            <p:nvPr/>
          </p:nvCxnSpPr>
          <p:spPr>
            <a:xfrm>
              <a:off x="7066511" y="2820800"/>
              <a:ext cx="630581" cy="0"/>
            </a:xfrm>
            <a:prstGeom prst="line">
              <a:avLst/>
            </a:prstGeom>
            <a:ln w="15875">
              <a:solidFill>
                <a:schemeClr val="accent5"/>
              </a:solidFill>
              <a:prstDash val="solid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2" name="Object29"/>
          <p:cNvSpPr/>
          <p:nvPr/>
        </p:nvSpPr>
        <p:spPr>
          <a:xfrm>
            <a:off x="6159094" y="2054597"/>
            <a:ext cx="1955353" cy="326986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ctr">
            <a:noAutofit/>
          </a:bodyPr>
          <a:lstStyle/>
          <a:p>
            <a:pPr algn="ctr" defTabSz="1219200" hangingPunct="0"/>
            <a:r>
              <a:rPr lang="zh-CN" altLang="en-US" sz="900" b="1" kern="0" dirty="0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通过直播持续做客户触达</a:t>
            </a:r>
            <a:endParaRPr lang="zh-CN" altLang="en-US" sz="900" b="1" kern="0" dirty="0">
              <a:solidFill>
                <a:schemeClr val="accent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3" name="直线连接符 62"/>
          <p:cNvCxnSpPr/>
          <p:nvPr/>
        </p:nvCxnSpPr>
        <p:spPr>
          <a:xfrm>
            <a:off x="5426247" y="2213684"/>
            <a:ext cx="971415" cy="0"/>
          </a:xfrm>
          <a:prstGeom prst="line">
            <a:avLst/>
          </a:prstGeom>
          <a:ln w="15875">
            <a:solidFill>
              <a:schemeClr val="accent5"/>
            </a:soli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Object29"/>
          <p:cNvSpPr/>
          <p:nvPr/>
        </p:nvSpPr>
        <p:spPr>
          <a:xfrm>
            <a:off x="4667305" y="2065426"/>
            <a:ext cx="788090" cy="326986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ctr">
            <a:noAutofit/>
          </a:bodyPr>
          <a:lstStyle/>
          <a:p>
            <a:pPr algn="ctr" defTabSz="1219200" hangingPunct="0"/>
            <a:r>
              <a:rPr lang="zh-CN" altLang="en-US" sz="900" b="1" kern="0" dirty="0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持续挖掘</a:t>
            </a:r>
            <a:endParaRPr lang="zh-CN" altLang="en-US" sz="900" b="1" kern="0" dirty="0">
              <a:solidFill>
                <a:schemeClr val="accent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65" name="组合 64"/>
          <p:cNvGrpSpPr/>
          <p:nvPr/>
        </p:nvGrpSpPr>
        <p:grpSpPr>
          <a:xfrm>
            <a:off x="7890240" y="2213684"/>
            <a:ext cx="368362" cy="229518"/>
            <a:chOff x="7360082" y="2820800"/>
            <a:chExt cx="337010" cy="209983"/>
          </a:xfrm>
        </p:grpSpPr>
        <p:cxnSp>
          <p:nvCxnSpPr>
            <p:cNvPr id="23" name="直线连接符 99"/>
            <p:cNvCxnSpPr/>
            <p:nvPr/>
          </p:nvCxnSpPr>
          <p:spPr>
            <a:xfrm flipV="1">
              <a:off x="7697092" y="2820800"/>
              <a:ext cx="0" cy="209983"/>
            </a:xfrm>
            <a:prstGeom prst="line">
              <a:avLst/>
            </a:prstGeom>
            <a:ln w="15875">
              <a:solidFill>
                <a:schemeClr val="accent5"/>
              </a:solidFill>
              <a:prstDash val="solid"/>
              <a:headEnd type="triangle" w="sm" len="sm"/>
              <a:tailEnd type="non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线连接符 100"/>
            <p:cNvCxnSpPr/>
            <p:nvPr/>
          </p:nvCxnSpPr>
          <p:spPr>
            <a:xfrm>
              <a:off x="7360082" y="2820800"/>
              <a:ext cx="337010" cy="0"/>
            </a:xfrm>
            <a:prstGeom prst="line">
              <a:avLst/>
            </a:prstGeom>
            <a:ln w="15875">
              <a:solidFill>
                <a:schemeClr val="accent5"/>
              </a:solidFill>
              <a:prstDash val="solid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梯形 17"/>
          <p:cNvSpPr/>
          <p:nvPr/>
        </p:nvSpPr>
        <p:spPr>
          <a:xfrm rot="5400000" flipH="1">
            <a:off x="4062933" y="3475619"/>
            <a:ext cx="1205007" cy="612007"/>
          </a:xfrm>
          <a:custGeom>
            <a:avLst/>
            <a:gdLst>
              <a:gd name="connsiteX0" fmla="*/ 0 w 1133357"/>
              <a:gd name="connsiteY0" fmla="*/ 708329 h 708329"/>
              <a:gd name="connsiteX1" fmla="*/ 177082 w 1133357"/>
              <a:gd name="connsiteY1" fmla="*/ 0 h 708329"/>
              <a:gd name="connsiteX2" fmla="*/ 956275 w 1133357"/>
              <a:gd name="connsiteY2" fmla="*/ 0 h 708329"/>
              <a:gd name="connsiteX3" fmla="*/ 1133357 w 1133357"/>
              <a:gd name="connsiteY3" fmla="*/ 708329 h 708329"/>
              <a:gd name="connsiteX4" fmla="*/ 0 w 1133357"/>
              <a:gd name="connsiteY4" fmla="*/ 708329 h 708329"/>
              <a:gd name="connsiteX0-1" fmla="*/ 0 w 1133357"/>
              <a:gd name="connsiteY0-2" fmla="*/ 708329 h 742195"/>
              <a:gd name="connsiteX1-3" fmla="*/ 177082 w 1133357"/>
              <a:gd name="connsiteY1-4" fmla="*/ 0 h 742195"/>
              <a:gd name="connsiteX2-5" fmla="*/ 956275 w 1133357"/>
              <a:gd name="connsiteY2-6" fmla="*/ 0 h 742195"/>
              <a:gd name="connsiteX3-7" fmla="*/ 1133357 w 1133357"/>
              <a:gd name="connsiteY3-8" fmla="*/ 708329 h 742195"/>
              <a:gd name="connsiteX4-9" fmla="*/ 0 w 1133357"/>
              <a:gd name="connsiteY4-10" fmla="*/ 708329 h 742195"/>
              <a:gd name="connsiteX0-11" fmla="*/ 0 w 1133357"/>
              <a:gd name="connsiteY0-12" fmla="*/ 708329 h 760824"/>
              <a:gd name="connsiteX1-13" fmla="*/ 177082 w 1133357"/>
              <a:gd name="connsiteY1-14" fmla="*/ 0 h 760824"/>
              <a:gd name="connsiteX2-15" fmla="*/ 956275 w 1133357"/>
              <a:gd name="connsiteY2-16" fmla="*/ 0 h 760824"/>
              <a:gd name="connsiteX3-17" fmla="*/ 1133357 w 1133357"/>
              <a:gd name="connsiteY3-18" fmla="*/ 708329 h 760824"/>
              <a:gd name="connsiteX4-19" fmla="*/ 0 w 1133357"/>
              <a:gd name="connsiteY4-20" fmla="*/ 708329 h 760824"/>
              <a:gd name="connsiteX0-21" fmla="*/ 0 w 1133357"/>
              <a:gd name="connsiteY0-22" fmla="*/ 708329 h 760824"/>
              <a:gd name="connsiteX1-23" fmla="*/ 177082 w 1133357"/>
              <a:gd name="connsiteY1-24" fmla="*/ 0 h 760824"/>
              <a:gd name="connsiteX2-25" fmla="*/ 956275 w 1133357"/>
              <a:gd name="connsiteY2-26" fmla="*/ 0 h 760824"/>
              <a:gd name="connsiteX3-27" fmla="*/ 1133357 w 1133357"/>
              <a:gd name="connsiteY3-28" fmla="*/ 708329 h 760824"/>
              <a:gd name="connsiteX4-29" fmla="*/ 0 w 1133357"/>
              <a:gd name="connsiteY4-30" fmla="*/ 708329 h 760824"/>
              <a:gd name="connsiteX0-31" fmla="*/ 0 w 1133357"/>
              <a:gd name="connsiteY0-32" fmla="*/ 708329 h 760824"/>
              <a:gd name="connsiteX1-33" fmla="*/ 177082 w 1133357"/>
              <a:gd name="connsiteY1-34" fmla="*/ 0 h 760824"/>
              <a:gd name="connsiteX2-35" fmla="*/ 956275 w 1133357"/>
              <a:gd name="connsiteY2-36" fmla="*/ 0 h 760824"/>
              <a:gd name="connsiteX3-37" fmla="*/ 1133357 w 1133357"/>
              <a:gd name="connsiteY3-38" fmla="*/ 708329 h 760824"/>
              <a:gd name="connsiteX4-39" fmla="*/ 0 w 1133357"/>
              <a:gd name="connsiteY4-40" fmla="*/ 708329 h 760824"/>
              <a:gd name="connsiteX0-41" fmla="*/ 0 w 1133357"/>
              <a:gd name="connsiteY0-42" fmla="*/ 708329 h 818625"/>
              <a:gd name="connsiteX1-43" fmla="*/ 177082 w 1133357"/>
              <a:gd name="connsiteY1-44" fmla="*/ 0 h 818625"/>
              <a:gd name="connsiteX2-45" fmla="*/ 956275 w 1133357"/>
              <a:gd name="connsiteY2-46" fmla="*/ 0 h 818625"/>
              <a:gd name="connsiteX3-47" fmla="*/ 1133357 w 1133357"/>
              <a:gd name="connsiteY3-48" fmla="*/ 708329 h 818625"/>
              <a:gd name="connsiteX4-49" fmla="*/ 0 w 1133357"/>
              <a:gd name="connsiteY4-50" fmla="*/ 708329 h 818625"/>
              <a:gd name="connsiteX0-51" fmla="*/ 0 w 1133357"/>
              <a:gd name="connsiteY0-52" fmla="*/ 708329 h 855068"/>
              <a:gd name="connsiteX1-53" fmla="*/ 177082 w 1133357"/>
              <a:gd name="connsiteY1-54" fmla="*/ 0 h 855068"/>
              <a:gd name="connsiteX2-55" fmla="*/ 956275 w 1133357"/>
              <a:gd name="connsiteY2-56" fmla="*/ 0 h 855068"/>
              <a:gd name="connsiteX3-57" fmla="*/ 1133357 w 1133357"/>
              <a:gd name="connsiteY3-58" fmla="*/ 708329 h 855068"/>
              <a:gd name="connsiteX4-59" fmla="*/ 0 w 1133357"/>
              <a:gd name="connsiteY4-60" fmla="*/ 708329 h 855068"/>
              <a:gd name="connsiteX0-61" fmla="*/ 0 w 1133357"/>
              <a:gd name="connsiteY0-62" fmla="*/ 708329 h 857351"/>
              <a:gd name="connsiteX1-63" fmla="*/ 177082 w 1133357"/>
              <a:gd name="connsiteY1-64" fmla="*/ 0 h 857351"/>
              <a:gd name="connsiteX2-65" fmla="*/ 956275 w 1133357"/>
              <a:gd name="connsiteY2-66" fmla="*/ 0 h 857351"/>
              <a:gd name="connsiteX3-67" fmla="*/ 1133357 w 1133357"/>
              <a:gd name="connsiteY3-68" fmla="*/ 708329 h 857351"/>
              <a:gd name="connsiteX4-69" fmla="*/ 0 w 1133357"/>
              <a:gd name="connsiteY4-70" fmla="*/ 708329 h 857351"/>
              <a:gd name="connsiteX0-71" fmla="*/ 0 w 1133357"/>
              <a:gd name="connsiteY0-72" fmla="*/ 708329 h 857351"/>
              <a:gd name="connsiteX1-73" fmla="*/ 177082 w 1133357"/>
              <a:gd name="connsiteY1-74" fmla="*/ 0 h 857351"/>
              <a:gd name="connsiteX2-75" fmla="*/ 956275 w 1133357"/>
              <a:gd name="connsiteY2-76" fmla="*/ 0 h 857351"/>
              <a:gd name="connsiteX3-77" fmla="*/ 1133357 w 1133357"/>
              <a:gd name="connsiteY3-78" fmla="*/ 708329 h 857351"/>
              <a:gd name="connsiteX4-79" fmla="*/ 0 w 1133357"/>
              <a:gd name="connsiteY4-80" fmla="*/ 708329 h 857351"/>
              <a:gd name="connsiteX0-81" fmla="*/ 0 w 1133357"/>
              <a:gd name="connsiteY0-82" fmla="*/ 708329 h 857351"/>
              <a:gd name="connsiteX1-83" fmla="*/ 177082 w 1133357"/>
              <a:gd name="connsiteY1-84" fmla="*/ 0 h 857351"/>
              <a:gd name="connsiteX2-85" fmla="*/ 956275 w 1133357"/>
              <a:gd name="connsiteY2-86" fmla="*/ 0 h 857351"/>
              <a:gd name="connsiteX3-87" fmla="*/ 1133357 w 1133357"/>
              <a:gd name="connsiteY3-88" fmla="*/ 708329 h 857351"/>
              <a:gd name="connsiteX4-89" fmla="*/ 0 w 1133357"/>
              <a:gd name="connsiteY4-90" fmla="*/ 708329 h 857351"/>
              <a:gd name="connsiteX0-91" fmla="*/ 0 w 1150013"/>
              <a:gd name="connsiteY0-92" fmla="*/ 708329 h 812370"/>
              <a:gd name="connsiteX1-93" fmla="*/ 177082 w 1150013"/>
              <a:gd name="connsiteY1-94" fmla="*/ 0 h 812370"/>
              <a:gd name="connsiteX2-95" fmla="*/ 956275 w 1150013"/>
              <a:gd name="connsiteY2-96" fmla="*/ 0 h 812370"/>
              <a:gd name="connsiteX3-97" fmla="*/ 1150013 w 1150013"/>
              <a:gd name="connsiteY3-98" fmla="*/ 586502 h 812370"/>
              <a:gd name="connsiteX4-99" fmla="*/ 0 w 1150013"/>
              <a:gd name="connsiteY4-100" fmla="*/ 708329 h 812370"/>
              <a:gd name="connsiteX0-101" fmla="*/ 0 w 1156675"/>
              <a:gd name="connsiteY0-102" fmla="*/ 591374 h 738113"/>
              <a:gd name="connsiteX1-103" fmla="*/ 183744 w 1156675"/>
              <a:gd name="connsiteY1-104" fmla="*/ 0 h 738113"/>
              <a:gd name="connsiteX2-105" fmla="*/ 962937 w 1156675"/>
              <a:gd name="connsiteY2-106" fmla="*/ 0 h 738113"/>
              <a:gd name="connsiteX3-107" fmla="*/ 1156675 w 1156675"/>
              <a:gd name="connsiteY3-108" fmla="*/ 586502 h 738113"/>
              <a:gd name="connsiteX4-109" fmla="*/ 0 w 1156675"/>
              <a:gd name="connsiteY4-110" fmla="*/ 591374 h 738113"/>
              <a:gd name="connsiteX0-111" fmla="*/ 0 w 1156675"/>
              <a:gd name="connsiteY0-112" fmla="*/ 591374 h 854599"/>
              <a:gd name="connsiteX1-113" fmla="*/ 183744 w 1156675"/>
              <a:gd name="connsiteY1-114" fmla="*/ 0 h 854599"/>
              <a:gd name="connsiteX2-115" fmla="*/ 962937 w 1156675"/>
              <a:gd name="connsiteY2-116" fmla="*/ 0 h 854599"/>
              <a:gd name="connsiteX3-117" fmla="*/ 1156675 w 1156675"/>
              <a:gd name="connsiteY3-118" fmla="*/ 586502 h 854599"/>
              <a:gd name="connsiteX4-119" fmla="*/ 0 w 1156675"/>
              <a:gd name="connsiteY4-120" fmla="*/ 591374 h 854599"/>
              <a:gd name="connsiteX0-121" fmla="*/ 0 w 1156675"/>
              <a:gd name="connsiteY0-122" fmla="*/ 591374 h 898362"/>
              <a:gd name="connsiteX1-123" fmla="*/ 183744 w 1156675"/>
              <a:gd name="connsiteY1-124" fmla="*/ 0 h 898362"/>
              <a:gd name="connsiteX2-125" fmla="*/ 962937 w 1156675"/>
              <a:gd name="connsiteY2-126" fmla="*/ 0 h 898362"/>
              <a:gd name="connsiteX3-127" fmla="*/ 1156675 w 1156675"/>
              <a:gd name="connsiteY3-128" fmla="*/ 586502 h 898362"/>
              <a:gd name="connsiteX4-129" fmla="*/ 0 w 1156675"/>
              <a:gd name="connsiteY4-130" fmla="*/ 591374 h 898362"/>
              <a:gd name="connsiteX0-131" fmla="*/ 0 w 1156675"/>
              <a:gd name="connsiteY0-132" fmla="*/ 591374 h 898362"/>
              <a:gd name="connsiteX1-133" fmla="*/ 210393 w 1156675"/>
              <a:gd name="connsiteY1-134" fmla="*/ 34111 h 898362"/>
              <a:gd name="connsiteX2-135" fmla="*/ 962937 w 1156675"/>
              <a:gd name="connsiteY2-136" fmla="*/ 0 h 898362"/>
              <a:gd name="connsiteX3-137" fmla="*/ 1156675 w 1156675"/>
              <a:gd name="connsiteY3-138" fmla="*/ 586502 h 898362"/>
              <a:gd name="connsiteX4-139" fmla="*/ 0 w 1156675"/>
              <a:gd name="connsiteY4-140" fmla="*/ 591374 h 898362"/>
              <a:gd name="connsiteX0-141" fmla="*/ 0 w 1156675"/>
              <a:gd name="connsiteY0-142" fmla="*/ 557262 h 864250"/>
              <a:gd name="connsiteX1-143" fmla="*/ 210393 w 1156675"/>
              <a:gd name="connsiteY1-144" fmla="*/ -1 h 864250"/>
              <a:gd name="connsiteX2-145" fmla="*/ 926293 w 1156675"/>
              <a:gd name="connsiteY2-146" fmla="*/ 4872 h 864250"/>
              <a:gd name="connsiteX3-147" fmla="*/ 1156675 w 1156675"/>
              <a:gd name="connsiteY3-148" fmla="*/ 552390 h 864250"/>
              <a:gd name="connsiteX4-149" fmla="*/ 0 w 1156675"/>
              <a:gd name="connsiteY4-150" fmla="*/ 557262 h 864250"/>
              <a:gd name="connsiteX0-151" fmla="*/ 0 w 1156675"/>
              <a:gd name="connsiteY0-152" fmla="*/ 552390 h 859378"/>
              <a:gd name="connsiteX1-153" fmla="*/ 207062 w 1156675"/>
              <a:gd name="connsiteY1-154" fmla="*/ 9746 h 859378"/>
              <a:gd name="connsiteX2-155" fmla="*/ 926293 w 1156675"/>
              <a:gd name="connsiteY2-156" fmla="*/ 0 h 859378"/>
              <a:gd name="connsiteX3-157" fmla="*/ 1156675 w 1156675"/>
              <a:gd name="connsiteY3-158" fmla="*/ 547518 h 859378"/>
              <a:gd name="connsiteX4-159" fmla="*/ 0 w 1156675"/>
              <a:gd name="connsiteY4-160" fmla="*/ 552390 h 859378"/>
              <a:gd name="connsiteX0-161" fmla="*/ 0 w 1156675"/>
              <a:gd name="connsiteY0-162" fmla="*/ 552390 h 859378"/>
              <a:gd name="connsiteX1-163" fmla="*/ 207062 w 1156675"/>
              <a:gd name="connsiteY1-164" fmla="*/ 0 h 859378"/>
              <a:gd name="connsiteX2-165" fmla="*/ 926293 w 1156675"/>
              <a:gd name="connsiteY2-166" fmla="*/ 0 h 859378"/>
              <a:gd name="connsiteX3-167" fmla="*/ 1156675 w 1156675"/>
              <a:gd name="connsiteY3-168" fmla="*/ 547518 h 859378"/>
              <a:gd name="connsiteX4-169" fmla="*/ 0 w 1156675"/>
              <a:gd name="connsiteY4-170" fmla="*/ 552390 h 85937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156675" h="859378">
                <a:moveTo>
                  <a:pt x="0" y="552390"/>
                </a:moveTo>
                <a:lnTo>
                  <a:pt x="207062" y="0"/>
                </a:lnTo>
                <a:cubicBezTo>
                  <a:pt x="463618" y="150757"/>
                  <a:pt x="650685" y="148816"/>
                  <a:pt x="926293" y="0"/>
                </a:cubicBezTo>
                <a:lnTo>
                  <a:pt x="1156675" y="547518"/>
                </a:lnTo>
                <a:cubicBezTo>
                  <a:pt x="921192" y="872990"/>
                  <a:pt x="382573" y="1042888"/>
                  <a:pt x="0" y="552390"/>
                </a:cubicBezTo>
                <a:close/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梯形 17"/>
          <p:cNvSpPr/>
          <p:nvPr/>
        </p:nvSpPr>
        <p:spPr>
          <a:xfrm rot="5400000" flipH="1">
            <a:off x="2450754" y="3034678"/>
            <a:ext cx="2676841" cy="1493889"/>
          </a:xfrm>
          <a:custGeom>
            <a:avLst/>
            <a:gdLst>
              <a:gd name="connsiteX0" fmla="*/ 0 w 1133357"/>
              <a:gd name="connsiteY0" fmla="*/ 708329 h 708329"/>
              <a:gd name="connsiteX1" fmla="*/ 177082 w 1133357"/>
              <a:gd name="connsiteY1" fmla="*/ 0 h 708329"/>
              <a:gd name="connsiteX2" fmla="*/ 956275 w 1133357"/>
              <a:gd name="connsiteY2" fmla="*/ 0 h 708329"/>
              <a:gd name="connsiteX3" fmla="*/ 1133357 w 1133357"/>
              <a:gd name="connsiteY3" fmla="*/ 708329 h 708329"/>
              <a:gd name="connsiteX4" fmla="*/ 0 w 1133357"/>
              <a:gd name="connsiteY4" fmla="*/ 708329 h 708329"/>
              <a:gd name="connsiteX0-1" fmla="*/ 0 w 1133357"/>
              <a:gd name="connsiteY0-2" fmla="*/ 708329 h 742195"/>
              <a:gd name="connsiteX1-3" fmla="*/ 177082 w 1133357"/>
              <a:gd name="connsiteY1-4" fmla="*/ 0 h 742195"/>
              <a:gd name="connsiteX2-5" fmla="*/ 956275 w 1133357"/>
              <a:gd name="connsiteY2-6" fmla="*/ 0 h 742195"/>
              <a:gd name="connsiteX3-7" fmla="*/ 1133357 w 1133357"/>
              <a:gd name="connsiteY3-8" fmla="*/ 708329 h 742195"/>
              <a:gd name="connsiteX4-9" fmla="*/ 0 w 1133357"/>
              <a:gd name="connsiteY4-10" fmla="*/ 708329 h 742195"/>
              <a:gd name="connsiteX0-11" fmla="*/ 0 w 1133357"/>
              <a:gd name="connsiteY0-12" fmla="*/ 708329 h 760824"/>
              <a:gd name="connsiteX1-13" fmla="*/ 177082 w 1133357"/>
              <a:gd name="connsiteY1-14" fmla="*/ 0 h 760824"/>
              <a:gd name="connsiteX2-15" fmla="*/ 956275 w 1133357"/>
              <a:gd name="connsiteY2-16" fmla="*/ 0 h 760824"/>
              <a:gd name="connsiteX3-17" fmla="*/ 1133357 w 1133357"/>
              <a:gd name="connsiteY3-18" fmla="*/ 708329 h 760824"/>
              <a:gd name="connsiteX4-19" fmla="*/ 0 w 1133357"/>
              <a:gd name="connsiteY4-20" fmla="*/ 708329 h 760824"/>
              <a:gd name="connsiteX0-21" fmla="*/ 0 w 1133357"/>
              <a:gd name="connsiteY0-22" fmla="*/ 708329 h 760824"/>
              <a:gd name="connsiteX1-23" fmla="*/ 177082 w 1133357"/>
              <a:gd name="connsiteY1-24" fmla="*/ 0 h 760824"/>
              <a:gd name="connsiteX2-25" fmla="*/ 956275 w 1133357"/>
              <a:gd name="connsiteY2-26" fmla="*/ 0 h 760824"/>
              <a:gd name="connsiteX3-27" fmla="*/ 1133357 w 1133357"/>
              <a:gd name="connsiteY3-28" fmla="*/ 708329 h 760824"/>
              <a:gd name="connsiteX4-29" fmla="*/ 0 w 1133357"/>
              <a:gd name="connsiteY4-30" fmla="*/ 708329 h 760824"/>
              <a:gd name="connsiteX0-31" fmla="*/ 0 w 1133357"/>
              <a:gd name="connsiteY0-32" fmla="*/ 708329 h 760824"/>
              <a:gd name="connsiteX1-33" fmla="*/ 177082 w 1133357"/>
              <a:gd name="connsiteY1-34" fmla="*/ 0 h 760824"/>
              <a:gd name="connsiteX2-35" fmla="*/ 956275 w 1133357"/>
              <a:gd name="connsiteY2-36" fmla="*/ 0 h 760824"/>
              <a:gd name="connsiteX3-37" fmla="*/ 1133357 w 1133357"/>
              <a:gd name="connsiteY3-38" fmla="*/ 708329 h 760824"/>
              <a:gd name="connsiteX4-39" fmla="*/ 0 w 1133357"/>
              <a:gd name="connsiteY4-40" fmla="*/ 708329 h 760824"/>
              <a:gd name="connsiteX0-41" fmla="*/ 0 w 1133357"/>
              <a:gd name="connsiteY0-42" fmla="*/ 708329 h 818625"/>
              <a:gd name="connsiteX1-43" fmla="*/ 177082 w 1133357"/>
              <a:gd name="connsiteY1-44" fmla="*/ 0 h 818625"/>
              <a:gd name="connsiteX2-45" fmla="*/ 956275 w 1133357"/>
              <a:gd name="connsiteY2-46" fmla="*/ 0 h 818625"/>
              <a:gd name="connsiteX3-47" fmla="*/ 1133357 w 1133357"/>
              <a:gd name="connsiteY3-48" fmla="*/ 708329 h 818625"/>
              <a:gd name="connsiteX4-49" fmla="*/ 0 w 1133357"/>
              <a:gd name="connsiteY4-50" fmla="*/ 708329 h 818625"/>
              <a:gd name="connsiteX0-51" fmla="*/ 0 w 1133357"/>
              <a:gd name="connsiteY0-52" fmla="*/ 708329 h 855068"/>
              <a:gd name="connsiteX1-53" fmla="*/ 177082 w 1133357"/>
              <a:gd name="connsiteY1-54" fmla="*/ 0 h 855068"/>
              <a:gd name="connsiteX2-55" fmla="*/ 956275 w 1133357"/>
              <a:gd name="connsiteY2-56" fmla="*/ 0 h 855068"/>
              <a:gd name="connsiteX3-57" fmla="*/ 1133357 w 1133357"/>
              <a:gd name="connsiteY3-58" fmla="*/ 708329 h 855068"/>
              <a:gd name="connsiteX4-59" fmla="*/ 0 w 1133357"/>
              <a:gd name="connsiteY4-60" fmla="*/ 708329 h 855068"/>
              <a:gd name="connsiteX0-61" fmla="*/ 0 w 1133357"/>
              <a:gd name="connsiteY0-62" fmla="*/ 708329 h 857351"/>
              <a:gd name="connsiteX1-63" fmla="*/ 177082 w 1133357"/>
              <a:gd name="connsiteY1-64" fmla="*/ 0 h 857351"/>
              <a:gd name="connsiteX2-65" fmla="*/ 956275 w 1133357"/>
              <a:gd name="connsiteY2-66" fmla="*/ 0 h 857351"/>
              <a:gd name="connsiteX3-67" fmla="*/ 1133357 w 1133357"/>
              <a:gd name="connsiteY3-68" fmla="*/ 708329 h 857351"/>
              <a:gd name="connsiteX4-69" fmla="*/ 0 w 1133357"/>
              <a:gd name="connsiteY4-70" fmla="*/ 708329 h 857351"/>
              <a:gd name="connsiteX0-71" fmla="*/ 0 w 1133357"/>
              <a:gd name="connsiteY0-72" fmla="*/ 708329 h 857351"/>
              <a:gd name="connsiteX1-73" fmla="*/ 177082 w 1133357"/>
              <a:gd name="connsiteY1-74" fmla="*/ 0 h 857351"/>
              <a:gd name="connsiteX2-75" fmla="*/ 956275 w 1133357"/>
              <a:gd name="connsiteY2-76" fmla="*/ 0 h 857351"/>
              <a:gd name="connsiteX3-77" fmla="*/ 1133357 w 1133357"/>
              <a:gd name="connsiteY3-78" fmla="*/ 708329 h 857351"/>
              <a:gd name="connsiteX4-79" fmla="*/ 0 w 1133357"/>
              <a:gd name="connsiteY4-80" fmla="*/ 708329 h 857351"/>
              <a:gd name="connsiteX0-81" fmla="*/ 0 w 1133357"/>
              <a:gd name="connsiteY0-82" fmla="*/ 708329 h 857351"/>
              <a:gd name="connsiteX1-83" fmla="*/ 177082 w 1133357"/>
              <a:gd name="connsiteY1-84" fmla="*/ 0 h 857351"/>
              <a:gd name="connsiteX2-85" fmla="*/ 956275 w 1133357"/>
              <a:gd name="connsiteY2-86" fmla="*/ 0 h 857351"/>
              <a:gd name="connsiteX3-87" fmla="*/ 1133357 w 1133357"/>
              <a:gd name="connsiteY3-88" fmla="*/ 708329 h 857351"/>
              <a:gd name="connsiteX4-89" fmla="*/ 0 w 1133357"/>
              <a:gd name="connsiteY4-90" fmla="*/ 708329 h 857351"/>
              <a:gd name="connsiteX0-91" fmla="*/ 0 w 1150013"/>
              <a:gd name="connsiteY0-92" fmla="*/ 708329 h 812370"/>
              <a:gd name="connsiteX1-93" fmla="*/ 177082 w 1150013"/>
              <a:gd name="connsiteY1-94" fmla="*/ 0 h 812370"/>
              <a:gd name="connsiteX2-95" fmla="*/ 956275 w 1150013"/>
              <a:gd name="connsiteY2-96" fmla="*/ 0 h 812370"/>
              <a:gd name="connsiteX3-97" fmla="*/ 1150013 w 1150013"/>
              <a:gd name="connsiteY3-98" fmla="*/ 586502 h 812370"/>
              <a:gd name="connsiteX4-99" fmla="*/ 0 w 1150013"/>
              <a:gd name="connsiteY4-100" fmla="*/ 708329 h 812370"/>
              <a:gd name="connsiteX0-101" fmla="*/ 0 w 1156675"/>
              <a:gd name="connsiteY0-102" fmla="*/ 591374 h 738113"/>
              <a:gd name="connsiteX1-103" fmla="*/ 183744 w 1156675"/>
              <a:gd name="connsiteY1-104" fmla="*/ 0 h 738113"/>
              <a:gd name="connsiteX2-105" fmla="*/ 962937 w 1156675"/>
              <a:gd name="connsiteY2-106" fmla="*/ 0 h 738113"/>
              <a:gd name="connsiteX3-107" fmla="*/ 1156675 w 1156675"/>
              <a:gd name="connsiteY3-108" fmla="*/ 586502 h 738113"/>
              <a:gd name="connsiteX4-109" fmla="*/ 0 w 1156675"/>
              <a:gd name="connsiteY4-110" fmla="*/ 591374 h 738113"/>
              <a:gd name="connsiteX0-111" fmla="*/ 0 w 1156675"/>
              <a:gd name="connsiteY0-112" fmla="*/ 591374 h 854599"/>
              <a:gd name="connsiteX1-113" fmla="*/ 183744 w 1156675"/>
              <a:gd name="connsiteY1-114" fmla="*/ 0 h 854599"/>
              <a:gd name="connsiteX2-115" fmla="*/ 962937 w 1156675"/>
              <a:gd name="connsiteY2-116" fmla="*/ 0 h 854599"/>
              <a:gd name="connsiteX3-117" fmla="*/ 1156675 w 1156675"/>
              <a:gd name="connsiteY3-118" fmla="*/ 586502 h 854599"/>
              <a:gd name="connsiteX4-119" fmla="*/ 0 w 1156675"/>
              <a:gd name="connsiteY4-120" fmla="*/ 591374 h 854599"/>
              <a:gd name="connsiteX0-121" fmla="*/ 0 w 1156675"/>
              <a:gd name="connsiteY0-122" fmla="*/ 591374 h 898362"/>
              <a:gd name="connsiteX1-123" fmla="*/ 183744 w 1156675"/>
              <a:gd name="connsiteY1-124" fmla="*/ 0 h 898362"/>
              <a:gd name="connsiteX2-125" fmla="*/ 962937 w 1156675"/>
              <a:gd name="connsiteY2-126" fmla="*/ 0 h 898362"/>
              <a:gd name="connsiteX3-127" fmla="*/ 1156675 w 1156675"/>
              <a:gd name="connsiteY3-128" fmla="*/ 586502 h 898362"/>
              <a:gd name="connsiteX4-129" fmla="*/ 0 w 1156675"/>
              <a:gd name="connsiteY4-130" fmla="*/ 591374 h 898362"/>
              <a:gd name="connsiteX0-131" fmla="*/ 0 w 1156675"/>
              <a:gd name="connsiteY0-132" fmla="*/ 637320 h 944308"/>
              <a:gd name="connsiteX1-133" fmla="*/ 183744 w 1156675"/>
              <a:gd name="connsiteY1-134" fmla="*/ 45946 h 944308"/>
              <a:gd name="connsiteX2-135" fmla="*/ 845153 w 1156675"/>
              <a:gd name="connsiteY2-136" fmla="*/ 0 h 944308"/>
              <a:gd name="connsiteX3-137" fmla="*/ 1156675 w 1156675"/>
              <a:gd name="connsiteY3-138" fmla="*/ 632448 h 944308"/>
              <a:gd name="connsiteX4-139" fmla="*/ 0 w 1156675"/>
              <a:gd name="connsiteY4-140" fmla="*/ 637320 h 944308"/>
              <a:gd name="connsiteX0-141" fmla="*/ 0 w 1156675"/>
              <a:gd name="connsiteY0-142" fmla="*/ 637320 h 944308"/>
              <a:gd name="connsiteX1-143" fmla="*/ 309380 w 1156675"/>
              <a:gd name="connsiteY1-144" fmla="*/ 17231 h 944308"/>
              <a:gd name="connsiteX2-145" fmla="*/ 845153 w 1156675"/>
              <a:gd name="connsiteY2-146" fmla="*/ 0 h 944308"/>
              <a:gd name="connsiteX3-147" fmla="*/ 1156675 w 1156675"/>
              <a:gd name="connsiteY3-148" fmla="*/ 632448 h 944308"/>
              <a:gd name="connsiteX4-149" fmla="*/ 0 w 1156675"/>
              <a:gd name="connsiteY4-150" fmla="*/ 637320 h 944308"/>
              <a:gd name="connsiteX0-151" fmla="*/ 0 w 1156675"/>
              <a:gd name="connsiteY0-152" fmla="*/ 637320 h 944308"/>
              <a:gd name="connsiteX1-153" fmla="*/ 309380 w 1156675"/>
              <a:gd name="connsiteY1-154" fmla="*/ 17231 h 944308"/>
              <a:gd name="connsiteX2-155" fmla="*/ 845153 w 1156675"/>
              <a:gd name="connsiteY2-156" fmla="*/ 0 h 944308"/>
              <a:gd name="connsiteX3-157" fmla="*/ 1156675 w 1156675"/>
              <a:gd name="connsiteY3-158" fmla="*/ 632448 h 944308"/>
              <a:gd name="connsiteX4-159" fmla="*/ 0 w 1156675"/>
              <a:gd name="connsiteY4-160" fmla="*/ 637320 h 944308"/>
              <a:gd name="connsiteX0-161" fmla="*/ 0 w 1156675"/>
              <a:gd name="connsiteY0-162" fmla="*/ 637320 h 944308"/>
              <a:gd name="connsiteX1-163" fmla="*/ 309380 w 1156675"/>
              <a:gd name="connsiteY1-164" fmla="*/ 17231 h 944308"/>
              <a:gd name="connsiteX2-165" fmla="*/ 845153 w 1156675"/>
              <a:gd name="connsiteY2-166" fmla="*/ 0 h 944308"/>
              <a:gd name="connsiteX3-167" fmla="*/ 1156675 w 1156675"/>
              <a:gd name="connsiteY3-168" fmla="*/ 632448 h 944308"/>
              <a:gd name="connsiteX4-169" fmla="*/ 0 w 1156675"/>
              <a:gd name="connsiteY4-170" fmla="*/ 637320 h 944308"/>
              <a:gd name="connsiteX0-171" fmla="*/ 0 w 1156675"/>
              <a:gd name="connsiteY0-172" fmla="*/ 637320 h 944308"/>
              <a:gd name="connsiteX1-173" fmla="*/ 309380 w 1156675"/>
              <a:gd name="connsiteY1-174" fmla="*/ 17231 h 944308"/>
              <a:gd name="connsiteX2-175" fmla="*/ 845153 w 1156675"/>
              <a:gd name="connsiteY2-176" fmla="*/ 0 h 944308"/>
              <a:gd name="connsiteX3-177" fmla="*/ 1156675 w 1156675"/>
              <a:gd name="connsiteY3-178" fmla="*/ 632448 h 944308"/>
              <a:gd name="connsiteX4-179" fmla="*/ 0 w 1156675"/>
              <a:gd name="connsiteY4-180" fmla="*/ 637320 h 944308"/>
              <a:gd name="connsiteX0-181" fmla="*/ 0 w 1156675"/>
              <a:gd name="connsiteY0-182" fmla="*/ 637320 h 944308"/>
              <a:gd name="connsiteX1-183" fmla="*/ 303382 w 1156675"/>
              <a:gd name="connsiteY1-184" fmla="*/ 14308 h 944308"/>
              <a:gd name="connsiteX2-185" fmla="*/ 845153 w 1156675"/>
              <a:gd name="connsiteY2-186" fmla="*/ 0 h 944308"/>
              <a:gd name="connsiteX3-187" fmla="*/ 1156675 w 1156675"/>
              <a:gd name="connsiteY3-188" fmla="*/ 632448 h 944308"/>
              <a:gd name="connsiteX4-189" fmla="*/ 0 w 1156675"/>
              <a:gd name="connsiteY4-190" fmla="*/ 637320 h 9443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156675" h="944308">
                <a:moveTo>
                  <a:pt x="0" y="637320"/>
                </a:moveTo>
                <a:lnTo>
                  <a:pt x="303382" y="14308"/>
                </a:lnTo>
                <a:cubicBezTo>
                  <a:pt x="559938" y="228245"/>
                  <a:pt x="667771" y="171049"/>
                  <a:pt x="845153" y="0"/>
                </a:cubicBezTo>
                <a:lnTo>
                  <a:pt x="1156675" y="632448"/>
                </a:lnTo>
                <a:cubicBezTo>
                  <a:pt x="921192" y="957920"/>
                  <a:pt x="382573" y="1127818"/>
                  <a:pt x="0" y="637320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kumimoji="1"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5" name="梯形 17"/>
          <p:cNvSpPr/>
          <p:nvPr/>
        </p:nvSpPr>
        <p:spPr>
          <a:xfrm rot="5400000" flipH="1">
            <a:off x="-307818" y="2475661"/>
            <a:ext cx="5005145" cy="2487942"/>
          </a:xfrm>
          <a:custGeom>
            <a:avLst/>
            <a:gdLst>
              <a:gd name="connsiteX0" fmla="*/ 0 w 1133357"/>
              <a:gd name="connsiteY0" fmla="*/ 708329 h 708329"/>
              <a:gd name="connsiteX1" fmla="*/ 177082 w 1133357"/>
              <a:gd name="connsiteY1" fmla="*/ 0 h 708329"/>
              <a:gd name="connsiteX2" fmla="*/ 956275 w 1133357"/>
              <a:gd name="connsiteY2" fmla="*/ 0 h 708329"/>
              <a:gd name="connsiteX3" fmla="*/ 1133357 w 1133357"/>
              <a:gd name="connsiteY3" fmla="*/ 708329 h 708329"/>
              <a:gd name="connsiteX4" fmla="*/ 0 w 1133357"/>
              <a:gd name="connsiteY4" fmla="*/ 708329 h 708329"/>
              <a:gd name="connsiteX0-1" fmla="*/ 0 w 1133357"/>
              <a:gd name="connsiteY0-2" fmla="*/ 708329 h 742195"/>
              <a:gd name="connsiteX1-3" fmla="*/ 177082 w 1133357"/>
              <a:gd name="connsiteY1-4" fmla="*/ 0 h 742195"/>
              <a:gd name="connsiteX2-5" fmla="*/ 956275 w 1133357"/>
              <a:gd name="connsiteY2-6" fmla="*/ 0 h 742195"/>
              <a:gd name="connsiteX3-7" fmla="*/ 1133357 w 1133357"/>
              <a:gd name="connsiteY3-8" fmla="*/ 708329 h 742195"/>
              <a:gd name="connsiteX4-9" fmla="*/ 0 w 1133357"/>
              <a:gd name="connsiteY4-10" fmla="*/ 708329 h 742195"/>
              <a:gd name="connsiteX0-11" fmla="*/ 0 w 1133357"/>
              <a:gd name="connsiteY0-12" fmla="*/ 708329 h 760824"/>
              <a:gd name="connsiteX1-13" fmla="*/ 177082 w 1133357"/>
              <a:gd name="connsiteY1-14" fmla="*/ 0 h 760824"/>
              <a:gd name="connsiteX2-15" fmla="*/ 956275 w 1133357"/>
              <a:gd name="connsiteY2-16" fmla="*/ 0 h 760824"/>
              <a:gd name="connsiteX3-17" fmla="*/ 1133357 w 1133357"/>
              <a:gd name="connsiteY3-18" fmla="*/ 708329 h 760824"/>
              <a:gd name="connsiteX4-19" fmla="*/ 0 w 1133357"/>
              <a:gd name="connsiteY4-20" fmla="*/ 708329 h 760824"/>
              <a:gd name="connsiteX0-21" fmla="*/ 0 w 1133357"/>
              <a:gd name="connsiteY0-22" fmla="*/ 708329 h 760824"/>
              <a:gd name="connsiteX1-23" fmla="*/ 177082 w 1133357"/>
              <a:gd name="connsiteY1-24" fmla="*/ 0 h 760824"/>
              <a:gd name="connsiteX2-25" fmla="*/ 956275 w 1133357"/>
              <a:gd name="connsiteY2-26" fmla="*/ 0 h 760824"/>
              <a:gd name="connsiteX3-27" fmla="*/ 1133357 w 1133357"/>
              <a:gd name="connsiteY3-28" fmla="*/ 708329 h 760824"/>
              <a:gd name="connsiteX4-29" fmla="*/ 0 w 1133357"/>
              <a:gd name="connsiteY4-30" fmla="*/ 708329 h 760824"/>
              <a:gd name="connsiteX0-31" fmla="*/ 0 w 1133357"/>
              <a:gd name="connsiteY0-32" fmla="*/ 708329 h 760824"/>
              <a:gd name="connsiteX1-33" fmla="*/ 177082 w 1133357"/>
              <a:gd name="connsiteY1-34" fmla="*/ 0 h 760824"/>
              <a:gd name="connsiteX2-35" fmla="*/ 956275 w 1133357"/>
              <a:gd name="connsiteY2-36" fmla="*/ 0 h 760824"/>
              <a:gd name="connsiteX3-37" fmla="*/ 1133357 w 1133357"/>
              <a:gd name="connsiteY3-38" fmla="*/ 708329 h 760824"/>
              <a:gd name="connsiteX4-39" fmla="*/ 0 w 1133357"/>
              <a:gd name="connsiteY4-40" fmla="*/ 708329 h 760824"/>
              <a:gd name="connsiteX0-41" fmla="*/ 0 w 1133357"/>
              <a:gd name="connsiteY0-42" fmla="*/ 708329 h 818625"/>
              <a:gd name="connsiteX1-43" fmla="*/ 177082 w 1133357"/>
              <a:gd name="connsiteY1-44" fmla="*/ 0 h 818625"/>
              <a:gd name="connsiteX2-45" fmla="*/ 956275 w 1133357"/>
              <a:gd name="connsiteY2-46" fmla="*/ 0 h 818625"/>
              <a:gd name="connsiteX3-47" fmla="*/ 1133357 w 1133357"/>
              <a:gd name="connsiteY3-48" fmla="*/ 708329 h 818625"/>
              <a:gd name="connsiteX4-49" fmla="*/ 0 w 1133357"/>
              <a:gd name="connsiteY4-50" fmla="*/ 708329 h 818625"/>
              <a:gd name="connsiteX0-51" fmla="*/ 0 w 1133357"/>
              <a:gd name="connsiteY0-52" fmla="*/ 708329 h 855068"/>
              <a:gd name="connsiteX1-53" fmla="*/ 177082 w 1133357"/>
              <a:gd name="connsiteY1-54" fmla="*/ 0 h 855068"/>
              <a:gd name="connsiteX2-55" fmla="*/ 956275 w 1133357"/>
              <a:gd name="connsiteY2-56" fmla="*/ 0 h 855068"/>
              <a:gd name="connsiteX3-57" fmla="*/ 1133357 w 1133357"/>
              <a:gd name="connsiteY3-58" fmla="*/ 708329 h 855068"/>
              <a:gd name="connsiteX4-59" fmla="*/ 0 w 1133357"/>
              <a:gd name="connsiteY4-60" fmla="*/ 708329 h 855068"/>
              <a:gd name="connsiteX0-61" fmla="*/ 0 w 1133357"/>
              <a:gd name="connsiteY0-62" fmla="*/ 708329 h 857351"/>
              <a:gd name="connsiteX1-63" fmla="*/ 177082 w 1133357"/>
              <a:gd name="connsiteY1-64" fmla="*/ 0 h 857351"/>
              <a:gd name="connsiteX2-65" fmla="*/ 956275 w 1133357"/>
              <a:gd name="connsiteY2-66" fmla="*/ 0 h 857351"/>
              <a:gd name="connsiteX3-67" fmla="*/ 1133357 w 1133357"/>
              <a:gd name="connsiteY3-68" fmla="*/ 708329 h 857351"/>
              <a:gd name="connsiteX4-69" fmla="*/ 0 w 1133357"/>
              <a:gd name="connsiteY4-70" fmla="*/ 708329 h 857351"/>
              <a:gd name="connsiteX0-71" fmla="*/ 0 w 1133357"/>
              <a:gd name="connsiteY0-72" fmla="*/ 708329 h 857351"/>
              <a:gd name="connsiteX1-73" fmla="*/ 177082 w 1133357"/>
              <a:gd name="connsiteY1-74" fmla="*/ 0 h 857351"/>
              <a:gd name="connsiteX2-75" fmla="*/ 956275 w 1133357"/>
              <a:gd name="connsiteY2-76" fmla="*/ 0 h 857351"/>
              <a:gd name="connsiteX3-77" fmla="*/ 1133357 w 1133357"/>
              <a:gd name="connsiteY3-78" fmla="*/ 708329 h 857351"/>
              <a:gd name="connsiteX4-79" fmla="*/ 0 w 1133357"/>
              <a:gd name="connsiteY4-80" fmla="*/ 708329 h 857351"/>
              <a:gd name="connsiteX0-81" fmla="*/ 0 w 1133357"/>
              <a:gd name="connsiteY0-82" fmla="*/ 708329 h 857351"/>
              <a:gd name="connsiteX1-83" fmla="*/ 177082 w 1133357"/>
              <a:gd name="connsiteY1-84" fmla="*/ 0 h 857351"/>
              <a:gd name="connsiteX2-85" fmla="*/ 956275 w 1133357"/>
              <a:gd name="connsiteY2-86" fmla="*/ 0 h 857351"/>
              <a:gd name="connsiteX3-87" fmla="*/ 1133357 w 1133357"/>
              <a:gd name="connsiteY3-88" fmla="*/ 708329 h 857351"/>
              <a:gd name="connsiteX4-89" fmla="*/ 0 w 1133357"/>
              <a:gd name="connsiteY4-90" fmla="*/ 708329 h 857351"/>
              <a:gd name="connsiteX0-91" fmla="*/ 0 w 1150013"/>
              <a:gd name="connsiteY0-92" fmla="*/ 708329 h 812370"/>
              <a:gd name="connsiteX1-93" fmla="*/ 177082 w 1150013"/>
              <a:gd name="connsiteY1-94" fmla="*/ 0 h 812370"/>
              <a:gd name="connsiteX2-95" fmla="*/ 956275 w 1150013"/>
              <a:gd name="connsiteY2-96" fmla="*/ 0 h 812370"/>
              <a:gd name="connsiteX3-97" fmla="*/ 1150013 w 1150013"/>
              <a:gd name="connsiteY3-98" fmla="*/ 586502 h 812370"/>
              <a:gd name="connsiteX4-99" fmla="*/ 0 w 1150013"/>
              <a:gd name="connsiteY4-100" fmla="*/ 708329 h 812370"/>
              <a:gd name="connsiteX0-101" fmla="*/ 0 w 1156675"/>
              <a:gd name="connsiteY0-102" fmla="*/ 591374 h 738113"/>
              <a:gd name="connsiteX1-103" fmla="*/ 183744 w 1156675"/>
              <a:gd name="connsiteY1-104" fmla="*/ 0 h 738113"/>
              <a:gd name="connsiteX2-105" fmla="*/ 962937 w 1156675"/>
              <a:gd name="connsiteY2-106" fmla="*/ 0 h 738113"/>
              <a:gd name="connsiteX3-107" fmla="*/ 1156675 w 1156675"/>
              <a:gd name="connsiteY3-108" fmla="*/ 586502 h 738113"/>
              <a:gd name="connsiteX4-109" fmla="*/ 0 w 1156675"/>
              <a:gd name="connsiteY4-110" fmla="*/ 591374 h 738113"/>
              <a:gd name="connsiteX0-111" fmla="*/ 0 w 1156675"/>
              <a:gd name="connsiteY0-112" fmla="*/ 591374 h 854599"/>
              <a:gd name="connsiteX1-113" fmla="*/ 183744 w 1156675"/>
              <a:gd name="connsiteY1-114" fmla="*/ 0 h 854599"/>
              <a:gd name="connsiteX2-115" fmla="*/ 962937 w 1156675"/>
              <a:gd name="connsiteY2-116" fmla="*/ 0 h 854599"/>
              <a:gd name="connsiteX3-117" fmla="*/ 1156675 w 1156675"/>
              <a:gd name="connsiteY3-118" fmla="*/ 586502 h 854599"/>
              <a:gd name="connsiteX4-119" fmla="*/ 0 w 1156675"/>
              <a:gd name="connsiteY4-120" fmla="*/ 591374 h 854599"/>
              <a:gd name="connsiteX0-121" fmla="*/ 0 w 1156675"/>
              <a:gd name="connsiteY0-122" fmla="*/ 591374 h 898362"/>
              <a:gd name="connsiteX1-123" fmla="*/ 183744 w 1156675"/>
              <a:gd name="connsiteY1-124" fmla="*/ 0 h 898362"/>
              <a:gd name="connsiteX2-125" fmla="*/ 962937 w 1156675"/>
              <a:gd name="connsiteY2-126" fmla="*/ 0 h 898362"/>
              <a:gd name="connsiteX3-127" fmla="*/ 1156675 w 1156675"/>
              <a:gd name="connsiteY3-128" fmla="*/ 586502 h 898362"/>
              <a:gd name="connsiteX4-129" fmla="*/ 0 w 1156675"/>
              <a:gd name="connsiteY4-130" fmla="*/ 591374 h 898362"/>
              <a:gd name="connsiteX0-131" fmla="*/ 0 w 1156675"/>
              <a:gd name="connsiteY0-132" fmla="*/ 637320 h 944308"/>
              <a:gd name="connsiteX1-133" fmla="*/ 183744 w 1156675"/>
              <a:gd name="connsiteY1-134" fmla="*/ 45946 h 944308"/>
              <a:gd name="connsiteX2-135" fmla="*/ 845153 w 1156675"/>
              <a:gd name="connsiteY2-136" fmla="*/ 0 h 944308"/>
              <a:gd name="connsiteX3-137" fmla="*/ 1156675 w 1156675"/>
              <a:gd name="connsiteY3-138" fmla="*/ 632448 h 944308"/>
              <a:gd name="connsiteX4-139" fmla="*/ 0 w 1156675"/>
              <a:gd name="connsiteY4-140" fmla="*/ 637320 h 944308"/>
              <a:gd name="connsiteX0-141" fmla="*/ 0 w 1156675"/>
              <a:gd name="connsiteY0-142" fmla="*/ 637320 h 944308"/>
              <a:gd name="connsiteX1-143" fmla="*/ 309380 w 1156675"/>
              <a:gd name="connsiteY1-144" fmla="*/ 17231 h 944308"/>
              <a:gd name="connsiteX2-145" fmla="*/ 845153 w 1156675"/>
              <a:gd name="connsiteY2-146" fmla="*/ 0 h 944308"/>
              <a:gd name="connsiteX3-147" fmla="*/ 1156675 w 1156675"/>
              <a:gd name="connsiteY3-148" fmla="*/ 632448 h 944308"/>
              <a:gd name="connsiteX4-149" fmla="*/ 0 w 1156675"/>
              <a:gd name="connsiteY4-150" fmla="*/ 637320 h 944308"/>
              <a:gd name="connsiteX0-151" fmla="*/ 0 w 1156675"/>
              <a:gd name="connsiteY0-152" fmla="*/ 637320 h 944308"/>
              <a:gd name="connsiteX1-153" fmla="*/ 309380 w 1156675"/>
              <a:gd name="connsiteY1-154" fmla="*/ 17231 h 944308"/>
              <a:gd name="connsiteX2-155" fmla="*/ 845153 w 1156675"/>
              <a:gd name="connsiteY2-156" fmla="*/ 0 h 944308"/>
              <a:gd name="connsiteX3-157" fmla="*/ 1156675 w 1156675"/>
              <a:gd name="connsiteY3-158" fmla="*/ 632448 h 944308"/>
              <a:gd name="connsiteX4-159" fmla="*/ 0 w 1156675"/>
              <a:gd name="connsiteY4-160" fmla="*/ 637320 h 944308"/>
              <a:gd name="connsiteX0-161" fmla="*/ 0 w 1156675"/>
              <a:gd name="connsiteY0-162" fmla="*/ 637320 h 944308"/>
              <a:gd name="connsiteX1-163" fmla="*/ 309380 w 1156675"/>
              <a:gd name="connsiteY1-164" fmla="*/ 17231 h 944308"/>
              <a:gd name="connsiteX2-165" fmla="*/ 845153 w 1156675"/>
              <a:gd name="connsiteY2-166" fmla="*/ 0 h 944308"/>
              <a:gd name="connsiteX3-167" fmla="*/ 1156675 w 1156675"/>
              <a:gd name="connsiteY3-168" fmla="*/ 632448 h 944308"/>
              <a:gd name="connsiteX4-169" fmla="*/ 0 w 1156675"/>
              <a:gd name="connsiteY4-170" fmla="*/ 637320 h 944308"/>
              <a:gd name="connsiteX0-171" fmla="*/ 0 w 1156675"/>
              <a:gd name="connsiteY0-172" fmla="*/ 637320 h 944308"/>
              <a:gd name="connsiteX1-173" fmla="*/ 309380 w 1156675"/>
              <a:gd name="connsiteY1-174" fmla="*/ 17231 h 944308"/>
              <a:gd name="connsiteX2-175" fmla="*/ 845153 w 1156675"/>
              <a:gd name="connsiteY2-176" fmla="*/ 0 h 944308"/>
              <a:gd name="connsiteX3-177" fmla="*/ 1156675 w 1156675"/>
              <a:gd name="connsiteY3-178" fmla="*/ 632448 h 944308"/>
              <a:gd name="connsiteX4-179" fmla="*/ 0 w 1156675"/>
              <a:gd name="connsiteY4-180" fmla="*/ 637320 h 944308"/>
              <a:gd name="connsiteX0-181" fmla="*/ 0 w 1156675"/>
              <a:gd name="connsiteY0-182" fmla="*/ 637320 h 944308"/>
              <a:gd name="connsiteX1-183" fmla="*/ 303382 w 1156675"/>
              <a:gd name="connsiteY1-184" fmla="*/ 14308 h 944308"/>
              <a:gd name="connsiteX2-185" fmla="*/ 845153 w 1156675"/>
              <a:gd name="connsiteY2-186" fmla="*/ 0 h 944308"/>
              <a:gd name="connsiteX3-187" fmla="*/ 1156675 w 1156675"/>
              <a:gd name="connsiteY3-188" fmla="*/ 632448 h 944308"/>
              <a:gd name="connsiteX4-189" fmla="*/ 0 w 1156675"/>
              <a:gd name="connsiteY4-190" fmla="*/ 637320 h 944308"/>
              <a:gd name="connsiteX0-191" fmla="*/ 0 w 1156675"/>
              <a:gd name="connsiteY0-192" fmla="*/ 690178 h 997166"/>
              <a:gd name="connsiteX1-193" fmla="*/ 263120 w 1156675"/>
              <a:gd name="connsiteY1-194" fmla="*/ 0 h 997166"/>
              <a:gd name="connsiteX2-195" fmla="*/ 845153 w 1156675"/>
              <a:gd name="connsiteY2-196" fmla="*/ 52858 h 997166"/>
              <a:gd name="connsiteX3-197" fmla="*/ 1156675 w 1156675"/>
              <a:gd name="connsiteY3-198" fmla="*/ 685306 h 997166"/>
              <a:gd name="connsiteX4-199" fmla="*/ 0 w 1156675"/>
              <a:gd name="connsiteY4-200" fmla="*/ 690178 h 997166"/>
              <a:gd name="connsiteX0-201" fmla="*/ 0 w 1156675"/>
              <a:gd name="connsiteY0-202" fmla="*/ 690178 h 997166"/>
              <a:gd name="connsiteX1-203" fmla="*/ 263120 w 1156675"/>
              <a:gd name="connsiteY1-204" fmla="*/ 0 h 997166"/>
              <a:gd name="connsiteX2-205" fmla="*/ 845153 w 1156675"/>
              <a:gd name="connsiteY2-206" fmla="*/ 52858 h 997166"/>
              <a:gd name="connsiteX3-207" fmla="*/ 1156675 w 1156675"/>
              <a:gd name="connsiteY3-208" fmla="*/ 685306 h 997166"/>
              <a:gd name="connsiteX4-209" fmla="*/ 0 w 1156675"/>
              <a:gd name="connsiteY4-210" fmla="*/ 690178 h 997166"/>
              <a:gd name="connsiteX0-211" fmla="*/ 0 w 1156675"/>
              <a:gd name="connsiteY0-212" fmla="*/ 690178 h 997166"/>
              <a:gd name="connsiteX1-213" fmla="*/ 263120 w 1156675"/>
              <a:gd name="connsiteY1-214" fmla="*/ 0 h 997166"/>
              <a:gd name="connsiteX2-215" fmla="*/ 872700 w 1156675"/>
              <a:gd name="connsiteY2-216" fmla="*/ 2484 h 997166"/>
              <a:gd name="connsiteX3-217" fmla="*/ 1156675 w 1156675"/>
              <a:gd name="connsiteY3-218" fmla="*/ 685306 h 997166"/>
              <a:gd name="connsiteX4-219" fmla="*/ 0 w 1156675"/>
              <a:gd name="connsiteY4-220" fmla="*/ 690178 h 997166"/>
              <a:gd name="connsiteX0-221" fmla="*/ 0 w 1156675"/>
              <a:gd name="connsiteY0-222" fmla="*/ 690178 h 997166"/>
              <a:gd name="connsiteX1-223" fmla="*/ 263120 w 1156675"/>
              <a:gd name="connsiteY1-224" fmla="*/ 0 h 997166"/>
              <a:gd name="connsiteX2-225" fmla="*/ 872700 w 1156675"/>
              <a:gd name="connsiteY2-226" fmla="*/ 2484 h 997166"/>
              <a:gd name="connsiteX3-227" fmla="*/ 1156675 w 1156675"/>
              <a:gd name="connsiteY3-228" fmla="*/ 685306 h 997166"/>
              <a:gd name="connsiteX4-229" fmla="*/ 0 w 1156675"/>
              <a:gd name="connsiteY4-230" fmla="*/ 690178 h 997166"/>
              <a:gd name="connsiteX0-231" fmla="*/ 0 w 1156675"/>
              <a:gd name="connsiteY0-232" fmla="*/ 690178 h 997166"/>
              <a:gd name="connsiteX1-233" fmla="*/ 263120 w 1156675"/>
              <a:gd name="connsiteY1-234" fmla="*/ 0 h 997166"/>
              <a:gd name="connsiteX2-235" fmla="*/ 872700 w 1156675"/>
              <a:gd name="connsiteY2-236" fmla="*/ 2484 h 997166"/>
              <a:gd name="connsiteX3-237" fmla="*/ 1156675 w 1156675"/>
              <a:gd name="connsiteY3-238" fmla="*/ 685306 h 997166"/>
              <a:gd name="connsiteX4-239" fmla="*/ 0 w 1156675"/>
              <a:gd name="connsiteY4-240" fmla="*/ 690178 h 997166"/>
              <a:gd name="connsiteX0-241" fmla="*/ 0 w 1156675"/>
              <a:gd name="connsiteY0-242" fmla="*/ 699927 h 1006915"/>
              <a:gd name="connsiteX1-243" fmla="*/ 263120 w 1156675"/>
              <a:gd name="connsiteY1-244" fmla="*/ 9749 h 1006915"/>
              <a:gd name="connsiteX2-245" fmla="*/ 879647 w 1156675"/>
              <a:gd name="connsiteY2-246" fmla="*/ 0 h 1006915"/>
              <a:gd name="connsiteX3-247" fmla="*/ 1156675 w 1156675"/>
              <a:gd name="connsiteY3-248" fmla="*/ 695055 h 1006915"/>
              <a:gd name="connsiteX4-249" fmla="*/ 0 w 1156675"/>
              <a:gd name="connsiteY4-250" fmla="*/ 699927 h 1006915"/>
              <a:gd name="connsiteX0-251" fmla="*/ 0 w 1156675"/>
              <a:gd name="connsiteY0-252" fmla="*/ 705467 h 1012455"/>
              <a:gd name="connsiteX1-253" fmla="*/ 252700 w 1156675"/>
              <a:gd name="connsiteY1-254" fmla="*/ 0 h 1012455"/>
              <a:gd name="connsiteX2-255" fmla="*/ 879647 w 1156675"/>
              <a:gd name="connsiteY2-256" fmla="*/ 5540 h 1012455"/>
              <a:gd name="connsiteX3-257" fmla="*/ 1156675 w 1156675"/>
              <a:gd name="connsiteY3-258" fmla="*/ 700595 h 1012455"/>
              <a:gd name="connsiteX4-259" fmla="*/ 0 w 1156675"/>
              <a:gd name="connsiteY4-260" fmla="*/ 705467 h 1012455"/>
              <a:gd name="connsiteX0-261" fmla="*/ 0 w 1156675"/>
              <a:gd name="connsiteY0-262" fmla="*/ 705467 h 1012455"/>
              <a:gd name="connsiteX1-263" fmla="*/ 252700 w 1156675"/>
              <a:gd name="connsiteY1-264" fmla="*/ 0 h 1012455"/>
              <a:gd name="connsiteX2-265" fmla="*/ 879647 w 1156675"/>
              <a:gd name="connsiteY2-266" fmla="*/ 5540 h 1012455"/>
              <a:gd name="connsiteX3-267" fmla="*/ 1156675 w 1156675"/>
              <a:gd name="connsiteY3-268" fmla="*/ 700595 h 1012455"/>
              <a:gd name="connsiteX4-269" fmla="*/ 0 w 1156675"/>
              <a:gd name="connsiteY4-270" fmla="*/ 705467 h 101245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156675" h="1012455">
                <a:moveTo>
                  <a:pt x="0" y="705467"/>
                </a:moveTo>
                <a:lnTo>
                  <a:pt x="252700" y="0"/>
                </a:lnTo>
                <a:cubicBezTo>
                  <a:pt x="487946" y="321535"/>
                  <a:pt x="701205" y="202710"/>
                  <a:pt x="879647" y="5540"/>
                </a:cubicBezTo>
                <a:lnTo>
                  <a:pt x="1156675" y="700595"/>
                </a:lnTo>
                <a:cubicBezTo>
                  <a:pt x="921192" y="1026067"/>
                  <a:pt x="382573" y="1195965"/>
                  <a:pt x="0" y="705467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kumimoji="1"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6" name="Object29"/>
          <p:cNvSpPr txBox="1"/>
          <p:nvPr/>
        </p:nvSpPr>
        <p:spPr>
          <a:xfrm flipH="1">
            <a:off x="4439654" y="3680700"/>
            <a:ext cx="429304" cy="201846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>
            <a:lvl1pPr algn="ctr" defTabSz="609600">
              <a:lnSpc>
                <a:spcPts val="2000"/>
              </a:lnSpc>
              <a:defRPr b="1">
                <a:solidFill>
                  <a:srgbClr val="FFFFFF"/>
                </a:solidFill>
                <a:latin typeface="Microsoft YaHei Bold"/>
                <a:ea typeface="Microsoft YaHei Bold"/>
                <a:cs typeface="Microsoft YaHei Bold"/>
                <a:sym typeface="Microsoft YaHei Bold"/>
              </a:defRPr>
            </a:lvl1pPr>
          </a:lstStyle>
          <a:p>
            <a:pPr hangingPunct="0">
              <a:lnSpc>
                <a:spcPct val="100000"/>
              </a:lnSpc>
              <a:defRPr/>
            </a:pPr>
            <a:r>
              <a:rPr lang="zh-CN" altLang="en-US" sz="1200" kern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挖掘</a:t>
            </a:r>
            <a:endParaRPr lang="zh-CN" altLang="en-US" sz="1200" kern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7" name="Object29"/>
          <p:cNvSpPr txBox="1"/>
          <p:nvPr/>
        </p:nvSpPr>
        <p:spPr>
          <a:xfrm flipH="1">
            <a:off x="3318724" y="3333567"/>
            <a:ext cx="826443" cy="1009228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>
            <a:lvl1pPr algn="ctr" defTabSz="609600">
              <a:lnSpc>
                <a:spcPts val="2000"/>
              </a:lnSpc>
              <a:defRPr b="1">
                <a:solidFill>
                  <a:srgbClr val="FFFFFF"/>
                </a:solidFill>
                <a:latin typeface="Microsoft YaHei Bold"/>
                <a:ea typeface="Microsoft YaHei Bold"/>
                <a:cs typeface="Microsoft YaHei Bold"/>
                <a:sym typeface="Microsoft YaHei Bold"/>
              </a:defRPr>
            </a:lvl1pPr>
          </a:lstStyle>
          <a:p>
            <a:pPr hangingPunct="0">
              <a:lnSpc>
                <a:spcPct val="100000"/>
              </a:lnSpc>
              <a:defRPr/>
            </a:pPr>
            <a:r>
              <a:rPr lang="zh-CN" altLang="en-US" sz="1200" kern="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发现市场</a:t>
            </a:r>
            <a:endParaRPr lang="en-US" altLang="zh-CN" sz="1200" kern="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hangingPunct="0">
              <a:lnSpc>
                <a:spcPct val="100000"/>
              </a:lnSpc>
              <a:defRPr/>
            </a:pPr>
            <a:endParaRPr lang="en-US" altLang="zh-CN" sz="1200" kern="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hangingPunct="0">
              <a:lnSpc>
                <a:spcPct val="100000"/>
              </a:lnSpc>
              <a:defRPr/>
            </a:pPr>
            <a:r>
              <a:rPr lang="zh-CN" altLang="en-US" sz="1200" kern="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发现潜客</a:t>
            </a:r>
            <a:endParaRPr lang="en-US" altLang="zh-CN" sz="1200" kern="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hangingPunct="0">
              <a:lnSpc>
                <a:spcPct val="100000"/>
              </a:lnSpc>
              <a:defRPr/>
            </a:pPr>
            <a:endParaRPr lang="en-US" altLang="zh-CN" sz="1200" kern="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hangingPunct="0">
              <a:lnSpc>
                <a:spcPct val="100000"/>
              </a:lnSpc>
              <a:defRPr/>
            </a:pPr>
            <a:r>
              <a:rPr lang="zh-CN" altLang="en-US" sz="1200" kern="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发现需求</a:t>
            </a:r>
            <a:endParaRPr lang="zh-CN" altLang="en-US" sz="1200" kern="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8" name="矩形: 圆角 114"/>
          <p:cNvSpPr/>
          <p:nvPr/>
        </p:nvSpPr>
        <p:spPr>
          <a:xfrm>
            <a:off x="3182000" y="2485871"/>
            <a:ext cx="1794263" cy="2572732"/>
          </a:xfrm>
          <a:prstGeom prst="roundRect">
            <a:avLst>
              <a:gd name="adj" fmla="val 0"/>
            </a:avLst>
          </a:prstGeom>
          <a:noFill/>
          <a:ln w="19050" cap="flat">
            <a:solidFill>
              <a:schemeClr val="accent5"/>
            </a:solidFill>
            <a:prstDash val="dash"/>
            <a:miter/>
          </a:ln>
          <a:effectLst>
            <a:outerShdw blurRad="190500" sx="102000" sy="102000" algn="ctr" rotWithShape="0">
              <a:srgbClr val="000000">
                <a:alpha val="20000"/>
              </a:srgbClr>
            </a:outerShdw>
          </a:effectLst>
        </p:spPr>
        <p:txBody>
          <a:bodyPr rtlCol="0" anchor="ctr"/>
          <a:lstStyle/>
          <a:p>
            <a:pPr defTabSz="731520"/>
            <a:endParaRPr lang="zh-CN" altLang="en-US" sz="144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" name="Object60"/>
          <p:cNvSpPr/>
          <p:nvPr/>
        </p:nvSpPr>
        <p:spPr>
          <a:xfrm>
            <a:off x="4383334" y="2553129"/>
            <a:ext cx="590813" cy="1821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 defTabSz="731520">
              <a:lnSpc>
                <a:spcPct val="130000"/>
              </a:lnSpc>
            </a:pPr>
            <a:r>
              <a:rPr lang="zh-CN" altLang="en-US" sz="1000" b="1" dirty="0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潜客池</a:t>
            </a:r>
            <a:endParaRPr lang="zh-CN" altLang="en-US" sz="1000" b="1" dirty="0">
              <a:solidFill>
                <a:schemeClr val="accent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" name="Object29"/>
          <p:cNvSpPr/>
          <p:nvPr/>
        </p:nvSpPr>
        <p:spPr>
          <a:xfrm>
            <a:off x="4123252" y="1305692"/>
            <a:ext cx="1836991" cy="326986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ctr">
            <a:noAutofit/>
          </a:bodyPr>
          <a:lstStyle/>
          <a:p>
            <a:pPr algn="ctr" defTabSz="1219200" hangingPunct="0"/>
            <a:r>
              <a:rPr lang="zh-CN" altLang="en-US" sz="1200" b="1" kern="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实时互动 提高营销转化</a:t>
            </a:r>
            <a:endParaRPr lang="zh-CN" altLang="en-US" sz="1200" b="1" kern="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70" name="组合 69"/>
          <p:cNvGrpSpPr/>
          <p:nvPr/>
        </p:nvGrpSpPr>
        <p:grpSpPr>
          <a:xfrm>
            <a:off x="6579514" y="1305692"/>
            <a:ext cx="1114515" cy="517237"/>
            <a:chOff x="6168897" y="1196736"/>
            <a:chExt cx="1019655" cy="473213"/>
          </a:xfrm>
        </p:grpSpPr>
        <p:sp>
          <p:nvSpPr>
            <p:cNvPr id="49" name="Object29"/>
            <p:cNvSpPr/>
            <p:nvPr/>
          </p:nvSpPr>
          <p:spPr>
            <a:xfrm>
              <a:off x="6168897" y="1196736"/>
              <a:ext cx="1019655" cy="299155"/>
            </a:xfrm>
            <a:prstGeom prst="rect">
              <a:avLst/>
            </a:prstGeom>
            <a:ln w="12700">
              <a:miter lim="400000"/>
            </a:ln>
          </p:spPr>
          <p:txBody>
            <a:bodyPr wrap="none" lIns="25400" tIns="25400" rIns="25400" bIns="25400" anchor="ctr">
              <a:noAutofit/>
            </a:bodyPr>
            <a:lstStyle/>
            <a:p>
              <a:pPr algn="ctr" defTabSz="1219200" hangingPunct="0"/>
              <a:r>
                <a:rPr lang="zh-CN" altLang="en-US" sz="1200" b="1" kern="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智能化留存分析</a:t>
              </a:r>
              <a:endParaRPr lang="zh-CN" altLang="en-US" sz="1200" b="1" kern="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88" name="Object29"/>
            <p:cNvSpPr/>
            <p:nvPr/>
          </p:nvSpPr>
          <p:spPr>
            <a:xfrm>
              <a:off x="6168897" y="1370794"/>
              <a:ext cx="1019654" cy="299155"/>
            </a:xfrm>
            <a:prstGeom prst="rect">
              <a:avLst/>
            </a:prstGeom>
            <a:ln w="12700">
              <a:miter lim="400000"/>
            </a:ln>
          </p:spPr>
          <p:txBody>
            <a:bodyPr wrap="none" lIns="25400" tIns="25400" rIns="25400" bIns="25400" anchor="ctr">
              <a:noAutofit/>
            </a:bodyPr>
            <a:lstStyle/>
            <a:p>
              <a:pPr algn="ctr" defTabSz="1219200" hangingPunct="0"/>
              <a:r>
                <a:rPr lang="zh-CN" altLang="en-US" sz="1000" b="1" kern="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关注客户留存率</a:t>
              </a:r>
              <a:endParaRPr lang="zh-CN" altLang="en-US" sz="1000" b="1" kern="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71" name="组合 70"/>
          <p:cNvGrpSpPr/>
          <p:nvPr/>
        </p:nvGrpSpPr>
        <p:grpSpPr>
          <a:xfrm>
            <a:off x="9574605" y="1318353"/>
            <a:ext cx="1114515" cy="517237"/>
            <a:chOff x="7242253" y="1196736"/>
            <a:chExt cx="1019655" cy="473213"/>
          </a:xfrm>
        </p:grpSpPr>
        <p:sp>
          <p:nvSpPr>
            <p:cNvPr id="50" name="Object29"/>
            <p:cNvSpPr/>
            <p:nvPr/>
          </p:nvSpPr>
          <p:spPr>
            <a:xfrm>
              <a:off x="7242253" y="1196736"/>
              <a:ext cx="1019655" cy="299155"/>
            </a:xfrm>
            <a:prstGeom prst="rect">
              <a:avLst/>
            </a:prstGeom>
            <a:ln w="12700">
              <a:miter lim="400000"/>
            </a:ln>
          </p:spPr>
          <p:txBody>
            <a:bodyPr wrap="none" lIns="25400" tIns="25400" rIns="25400" bIns="25400" anchor="ctr">
              <a:noAutofit/>
            </a:bodyPr>
            <a:lstStyle/>
            <a:p>
              <a:pPr algn="ctr" defTabSz="1219200" hangingPunct="0"/>
              <a:r>
                <a:rPr lang="zh-CN" altLang="en-US" sz="1200" b="1" kern="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客户成功</a:t>
              </a:r>
              <a:endParaRPr lang="zh-CN" altLang="en-US" sz="1200" b="1" kern="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52" name="Object29"/>
            <p:cNvSpPr/>
            <p:nvPr/>
          </p:nvSpPr>
          <p:spPr>
            <a:xfrm>
              <a:off x="7242253" y="1370794"/>
              <a:ext cx="1019655" cy="299155"/>
            </a:xfrm>
            <a:prstGeom prst="rect">
              <a:avLst/>
            </a:prstGeom>
            <a:ln w="12700">
              <a:miter lim="400000"/>
            </a:ln>
          </p:spPr>
          <p:txBody>
            <a:bodyPr wrap="none" lIns="25400" tIns="25400" rIns="25400" bIns="25400" anchor="ctr">
              <a:noAutofit/>
            </a:bodyPr>
            <a:lstStyle/>
            <a:p>
              <a:pPr algn="ctr" defTabSz="1219200" hangingPunct="0"/>
              <a:r>
                <a:rPr lang="zh-CN" altLang="en-US" sz="1000" kern="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关注客户生命周期</a:t>
              </a:r>
              <a:endParaRPr lang="zh-CN" altLang="en-US" sz="1000" kern="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72" name="Object29"/>
          <p:cNvSpPr/>
          <p:nvPr/>
        </p:nvSpPr>
        <p:spPr>
          <a:xfrm>
            <a:off x="4123252" y="1495943"/>
            <a:ext cx="1836991" cy="326986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ctr">
            <a:noAutofit/>
          </a:bodyPr>
          <a:lstStyle/>
          <a:p>
            <a:pPr algn="ctr" defTabSz="1219200" hangingPunct="0"/>
            <a:r>
              <a:rPr lang="zh-CN" altLang="en-US" sz="1000" b="1" kern="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关注客户转化率</a:t>
            </a:r>
            <a:endParaRPr lang="zh-CN" altLang="en-US" sz="1000" b="1" kern="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73" name="组合 72"/>
          <p:cNvGrpSpPr/>
          <p:nvPr/>
        </p:nvGrpSpPr>
        <p:grpSpPr>
          <a:xfrm>
            <a:off x="1143910" y="1305692"/>
            <a:ext cx="1836991" cy="517237"/>
            <a:chOff x="7242253" y="1196736"/>
            <a:chExt cx="1019655" cy="473213"/>
          </a:xfrm>
        </p:grpSpPr>
        <p:sp>
          <p:nvSpPr>
            <p:cNvPr id="53" name="Object29"/>
            <p:cNvSpPr/>
            <p:nvPr/>
          </p:nvSpPr>
          <p:spPr>
            <a:xfrm>
              <a:off x="7242253" y="1196736"/>
              <a:ext cx="1019655" cy="299155"/>
            </a:xfrm>
            <a:prstGeom prst="rect">
              <a:avLst/>
            </a:prstGeom>
            <a:ln w="12700">
              <a:miter lim="400000"/>
            </a:ln>
          </p:spPr>
          <p:txBody>
            <a:bodyPr wrap="none" lIns="25400" tIns="25400" rIns="25400" bIns="25400" anchor="ctr">
              <a:noAutofit/>
            </a:bodyPr>
            <a:lstStyle/>
            <a:p>
              <a:pPr algn="ctr" defTabSz="1219200" hangingPunct="0"/>
              <a:r>
                <a:rPr lang="zh-CN" altLang="en-US" sz="1200" b="1" kern="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全渠道整合</a:t>
              </a:r>
              <a:endParaRPr lang="zh-CN" altLang="en-US" sz="1200" b="1" kern="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55" name="Object29"/>
            <p:cNvSpPr/>
            <p:nvPr/>
          </p:nvSpPr>
          <p:spPr>
            <a:xfrm>
              <a:off x="7242253" y="1370794"/>
              <a:ext cx="1019655" cy="299155"/>
            </a:xfrm>
            <a:prstGeom prst="rect">
              <a:avLst/>
            </a:prstGeom>
            <a:ln w="12700">
              <a:miter lim="400000"/>
            </a:ln>
          </p:spPr>
          <p:txBody>
            <a:bodyPr wrap="none" lIns="25400" tIns="25400" rIns="25400" bIns="25400" anchor="ctr">
              <a:noAutofit/>
            </a:bodyPr>
            <a:lstStyle/>
            <a:p>
              <a:pPr algn="ctr" defTabSz="1219200" hangingPunct="0"/>
              <a:r>
                <a:rPr lang="zh-CN" altLang="en-US" sz="1000" kern="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关注潜客精准度</a:t>
              </a:r>
              <a:endParaRPr lang="zh-CN" altLang="en-US" sz="1000" kern="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cxnSp>
        <p:nvCxnSpPr>
          <p:cNvPr id="79" name="直线连接符 78"/>
          <p:cNvCxnSpPr/>
          <p:nvPr/>
        </p:nvCxnSpPr>
        <p:spPr>
          <a:xfrm flipV="1">
            <a:off x="10931015" y="1210292"/>
            <a:ext cx="3175" cy="4947285"/>
          </a:xfrm>
          <a:prstGeom prst="line">
            <a:avLst/>
          </a:prstGeom>
          <a:ln w="9525">
            <a:solidFill>
              <a:schemeClr val="accent6">
                <a:lumMod val="60000"/>
                <a:lumOff val="40000"/>
              </a:schemeClr>
            </a:solidFill>
            <a:prstDash val="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线连接符 79"/>
          <p:cNvCxnSpPr/>
          <p:nvPr/>
        </p:nvCxnSpPr>
        <p:spPr>
          <a:xfrm flipH="1" flipV="1">
            <a:off x="9326605" y="1210292"/>
            <a:ext cx="2540" cy="4935220"/>
          </a:xfrm>
          <a:prstGeom prst="line">
            <a:avLst/>
          </a:prstGeom>
          <a:ln w="9525">
            <a:solidFill>
              <a:schemeClr val="accent6">
                <a:lumMod val="60000"/>
                <a:lumOff val="40000"/>
              </a:schemeClr>
            </a:solidFill>
            <a:prstDash val="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线连接符 80"/>
          <p:cNvCxnSpPr/>
          <p:nvPr/>
        </p:nvCxnSpPr>
        <p:spPr>
          <a:xfrm flipV="1">
            <a:off x="2900718" y="1210292"/>
            <a:ext cx="3175" cy="4932045"/>
          </a:xfrm>
          <a:prstGeom prst="line">
            <a:avLst/>
          </a:prstGeom>
          <a:ln w="9525">
            <a:solidFill>
              <a:schemeClr val="accent6">
                <a:lumMod val="60000"/>
                <a:lumOff val="40000"/>
              </a:schemeClr>
            </a:solidFill>
            <a:prstDash val="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线连接符 81"/>
          <p:cNvCxnSpPr/>
          <p:nvPr/>
        </p:nvCxnSpPr>
        <p:spPr>
          <a:xfrm flipH="1" flipV="1">
            <a:off x="1248355" y="1210292"/>
            <a:ext cx="2540" cy="4912360"/>
          </a:xfrm>
          <a:prstGeom prst="line">
            <a:avLst/>
          </a:prstGeom>
          <a:ln w="9525">
            <a:solidFill>
              <a:schemeClr val="accent6">
                <a:lumMod val="60000"/>
                <a:lumOff val="40000"/>
              </a:schemeClr>
            </a:solidFill>
            <a:prstDash val="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上箭头 74"/>
          <p:cNvSpPr/>
          <p:nvPr/>
        </p:nvSpPr>
        <p:spPr>
          <a:xfrm>
            <a:off x="4939402" y="1738212"/>
            <a:ext cx="270698" cy="361002"/>
          </a:xfrm>
          <a:prstGeom prst="upArrow">
            <a:avLst>
              <a:gd name="adj1" fmla="val 50000"/>
              <a:gd name="adj2" fmla="val 60345"/>
            </a:avLst>
          </a:prstGeom>
          <a:gradFill>
            <a:gsLst>
              <a:gs pos="0">
                <a:schemeClr val="accent5">
                  <a:alpha val="100000"/>
                </a:schemeClr>
              </a:gs>
              <a:gs pos="100000">
                <a:schemeClr val="accent5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6" name="上箭头 75"/>
          <p:cNvSpPr/>
          <p:nvPr/>
        </p:nvSpPr>
        <p:spPr>
          <a:xfrm rot="10800000">
            <a:off x="4088563" y="5119875"/>
            <a:ext cx="270698" cy="195852"/>
          </a:xfrm>
          <a:prstGeom prst="upArrow">
            <a:avLst>
              <a:gd name="adj1" fmla="val 50000"/>
              <a:gd name="adj2" fmla="val 60345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7" name="上箭头 76"/>
          <p:cNvSpPr/>
          <p:nvPr/>
        </p:nvSpPr>
        <p:spPr>
          <a:xfrm rot="10800000">
            <a:off x="7001421" y="1738212"/>
            <a:ext cx="270698" cy="361002"/>
          </a:xfrm>
          <a:prstGeom prst="upArrow">
            <a:avLst>
              <a:gd name="adj1" fmla="val 50000"/>
              <a:gd name="adj2" fmla="val 60345"/>
            </a:avLst>
          </a:prstGeom>
          <a:gradFill>
            <a:gsLst>
              <a:gs pos="0">
                <a:schemeClr val="accent5">
                  <a:alpha val="100000"/>
                </a:schemeClr>
              </a:gs>
              <a:gs pos="100000">
                <a:schemeClr val="accent5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kumimoji="1"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78" name="上箭头 77"/>
          <p:cNvSpPr/>
          <p:nvPr/>
        </p:nvSpPr>
        <p:spPr>
          <a:xfrm rot="10800000">
            <a:off x="8114440" y="5136385"/>
            <a:ext cx="270698" cy="195852"/>
          </a:xfrm>
          <a:prstGeom prst="upArrow">
            <a:avLst>
              <a:gd name="adj1" fmla="val 50000"/>
              <a:gd name="adj2" fmla="val 60345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6" name="textbox 1570"/>
          <p:cNvSpPr/>
          <p:nvPr/>
        </p:nvSpPr>
        <p:spPr>
          <a:xfrm>
            <a:off x="3831680" y="5365199"/>
            <a:ext cx="893444" cy="29273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vert="horz" wrap="square" lIns="0" tIns="0" rIns="0" bIns="0"/>
          <a:lstStyle/>
          <a:p>
            <a:pPr algn="l" rtl="0" eaLnBrk="0">
              <a:lnSpc>
                <a:spcPct val="124000"/>
              </a:lnSpc>
            </a:pPr>
            <a:endParaRPr lang="en-US" altLang="en-US" sz="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61290" algn="l" rtl="0" eaLnBrk="0">
              <a:lnSpc>
                <a:spcPct val="92000"/>
              </a:lnSpc>
              <a:spcBef>
                <a:spcPts val="5"/>
              </a:spcBef>
            </a:pPr>
            <a:r>
              <a:rPr sz="1200" b="1" kern="0" spc="-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自动驾驶</a:t>
            </a:r>
            <a:endParaRPr lang="en-US" altLang="en-US" sz="12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" name="path"/>
          <p:cNvSpPr/>
          <p:nvPr/>
        </p:nvSpPr>
        <p:spPr>
          <a:xfrm>
            <a:off x="3416490" y="5360010"/>
            <a:ext cx="320039" cy="323088"/>
          </a:xfrm>
          <a:custGeom>
            <a:avLst/>
            <a:gdLst/>
            <a:ahLst/>
            <a:cxnLst/>
            <a:rect l="0" t="0" r="0" b="0"/>
            <a:pathLst>
              <a:path w="503" h="508">
                <a:moveTo>
                  <a:pt x="335" y="452"/>
                </a:moveTo>
                <a:lnTo>
                  <a:pt x="436" y="452"/>
                </a:lnTo>
                <a:lnTo>
                  <a:pt x="436" y="469"/>
                </a:lnTo>
                <a:cubicBezTo>
                  <a:pt x="436" y="490"/>
                  <a:pt x="419" y="508"/>
                  <a:pt x="397" y="508"/>
                </a:cubicBezTo>
                <a:lnTo>
                  <a:pt x="375" y="508"/>
                </a:lnTo>
                <a:cubicBezTo>
                  <a:pt x="353" y="508"/>
                  <a:pt x="335" y="490"/>
                  <a:pt x="335" y="469"/>
                </a:cubicBezTo>
                <a:lnTo>
                  <a:pt x="335" y="452"/>
                </a:lnTo>
                <a:close/>
                <a:moveTo>
                  <a:pt x="67" y="452"/>
                </a:moveTo>
                <a:lnTo>
                  <a:pt x="167" y="452"/>
                </a:lnTo>
                <a:lnTo>
                  <a:pt x="167" y="469"/>
                </a:lnTo>
                <a:cubicBezTo>
                  <a:pt x="167" y="490"/>
                  <a:pt x="150" y="508"/>
                  <a:pt x="128" y="508"/>
                </a:cubicBezTo>
                <a:lnTo>
                  <a:pt x="106" y="508"/>
                </a:lnTo>
                <a:cubicBezTo>
                  <a:pt x="84" y="508"/>
                  <a:pt x="67" y="490"/>
                  <a:pt x="67" y="469"/>
                </a:cubicBezTo>
                <a:lnTo>
                  <a:pt x="67" y="452"/>
                </a:lnTo>
                <a:close/>
                <a:moveTo>
                  <a:pt x="386" y="282"/>
                </a:moveTo>
                <a:cubicBezTo>
                  <a:pt x="395" y="282"/>
                  <a:pt x="403" y="290"/>
                  <a:pt x="403" y="299"/>
                </a:cubicBezTo>
                <a:cubicBezTo>
                  <a:pt x="403" y="308"/>
                  <a:pt x="395" y="316"/>
                  <a:pt x="386" y="316"/>
                </a:cubicBezTo>
                <a:cubicBezTo>
                  <a:pt x="377" y="316"/>
                  <a:pt x="369" y="308"/>
                  <a:pt x="369" y="299"/>
                </a:cubicBezTo>
                <a:cubicBezTo>
                  <a:pt x="369" y="290"/>
                  <a:pt x="377" y="282"/>
                  <a:pt x="386" y="282"/>
                </a:cubicBezTo>
                <a:moveTo>
                  <a:pt x="117" y="282"/>
                </a:moveTo>
                <a:cubicBezTo>
                  <a:pt x="126" y="282"/>
                  <a:pt x="134" y="290"/>
                  <a:pt x="134" y="299"/>
                </a:cubicBezTo>
                <a:cubicBezTo>
                  <a:pt x="134" y="308"/>
                  <a:pt x="126" y="316"/>
                  <a:pt x="117" y="316"/>
                </a:cubicBezTo>
                <a:cubicBezTo>
                  <a:pt x="108" y="316"/>
                  <a:pt x="100" y="308"/>
                  <a:pt x="100" y="299"/>
                </a:cubicBezTo>
                <a:cubicBezTo>
                  <a:pt x="100" y="290"/>
                  <a:pt x="108" y="282"/>
                  <a:pt x="117" y="282"/>
                </a:cubicBezTo>
                <a:moveTo>
                  <a:pt x="117" y="248"/>
                </a:moveTo>
                <a:cubicBezTo>
                  <a:pt x="89" y="248"/>
                  <a:pt x="67" y="271"/>
                  <a:pt x="67" y="299"/>
                </a:cubicBezTo>
                <a:cubicBezTo>
                  <a:pt x="67" y="327"/>
                  <a:pt x="89" y="350"/>
                  <a:pt x="117" y="350"/>
                </a:cubicBezTo>
                <a:cubicBezTo>
                  <a:pt x="139" y="350"/>
                  <a:pt x="158" y="336"/>
                  <a:pt x="165" y="316"/>
                </a:cubicBezTo>
                <a:lnTo>
                  <a:pt x="338" y="316"/>
                </a:lnTo>
                <a:cubicBezTo>
                  <a:pt x="345" y="336"/>
                  <a:pt x="364" y="350"/>
                  <a:pt x="386" y="350"/>
                </a:cubicBezTo>
                <a:cubicBezTo>
                  <a:pt x="414" y="350"/>
                  <a:pt x="436" y="327"/>
                  <a:pt x="436" y="299"/>
                </a:cubicBezTo>
                <a:cubicBezTo>
                  <a:pt x="436" y="271"/>
                  <a:pt x="414" y="248"/>
                  <a:pt x="386" y="248"/>
                </a:cubicBezTo>
                <a:cubicBezTo>
                  <a:pt x="364" y="248"/>
                  <a:pt x="345" y="262"/>
                  <a:pt x="338" y="282"/>
                </a:cubicBezTo>
                <a:lnTo>
                  <a:pt x="165" y="282"/>
                </a:lnTo>
                <a:cubicBezTo>
                  <a:pt x="158" y="262"/>
                  <a:pt x="139" y="248"/>
                  <a:pt x="117" y="248"/>
                </a:cubicBezTo>
                <a:moveTo>
                  <a:pt x="107" y="112"/>
                </a:moveTo>
                <a:lnTo>
                  <a:pt x="84" y="180"/>
                </a:lnTo>
                <a:lnTo>
                  <a:pt x="419" y="180"/>
                </a:lnTo>
                <a:lnTo>
                  <a:pt x="396" y="112"/>
                </a:lnTo>
                <a:lnTo>
                  <a:pt x="107" y="112"/>
                </a:lnTo>
                <a:close/>
                <a:moveTo>
                  <a:pt x="179" y="0"/>
                </a:moveTo>
                <a:lnTo>
                  <a:pt x="324" y="0"/>
                </a:lnTo>
                <a:lnTo>
                  <a:pt x="324" y="79"/>
                </a:lnTo>
                <a:lnTo>
                  <a:pt x="420" y="79"/>
                </a:lnTo>
                <a:lnTo>
                  <a:pt x="454" y="182"/>
                </a:lnTo>
                <a:cubicBezTo>
                  <a:pt x="482" y="187"/>
                  <a:pt x="503" y="213"/>
                  <a:pt x="503" y="243"/>
                </a:cubicBezTo>
                <a:lnTo>
                  <a:pt x="503" y="356"/>
                </a:lnTo>
                <a:cubicBezTo>
                  <a:pt x="503" y="390"/>
                  <a:pt x="476" y="418"/>
                  <a:pt x="442" y="418"/>
                </a:cubicBezTo>
                <a:lnTo>
                  <a:pt x="61" y="418"/>
                </a:lnTo>
                <a:cubicBezTo>
                  <a:pt x="27" y="418"/>
                  <a:pt x="0" y="390"/>
                  <a:pt x="0" y="356"/>
                </a:cubicBezTo>
                <a:lnTo>
                  <a:pt x="0" y="243"/>
                </a:lnTo>
                <a:cubicBezTo>
                  <a:pt x="0" y="213"/>
                  <a:pt x="21" y="187"/>
                  <a:pt x="49" y="182"/>
                </a:cubicBezTo>
                <a:lnTo>
                  <a:pt x="83" y="79"/>
                </a:lnTo>
                <a:lnTo>
                  <a:pt x="179" y="79"/>
                </a:lnTo>
                <a:lnTo>
                  <a:pt x="179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9" name="textbox 1574"/>
          <p:cNvSpPr/>
          <p:nvPr/>
        </p:nvSpPr>
        <p:spPr>
          <a:xfrm>
            <a:off x="7832196" y="5367163"/>
            <a:ext cx="893444" cy="289559"/>
          </a:xfrm>
          <a:prstGeom prst="rect">
            <a:avLst/>
          </a:prstGeom>
          <a:solidFill>
            <a:schemeClr val="accent1"/>
          </a:solidFill>
        </p:spPr>
        <p:txBody>
          <a:bodyPr vert="horz" wrap="square" lIns="0" tIns="0" rIns="0" bIns="0"/>
          <a:lstStyle/>
          <a:p>
            <a:pPr algn="l" rtl="0" eaLnBrk="0">
              <a:lnSpc>
                <a:spcPct val="123000"/>
              </a:lnSpc>
            </a:pPr>
            <a:endParaRPr lang="en-US" altLang="en-US" sz="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44780" algn="l" rtl="0" eaLnBrk="0">
              <a:lnSpc>
                <a:spcPct val="92000"/>
              </a:lnSpc>
              <a:spcBef>
                <a:spcPts val="0"/>
              </a:spcBef>
            </a:pPr>
            <a:r>
              <a:rPr sz="1200" b="1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智慧金融</a:t>
            </a:r>
            <a:endParaRPr lang="en-US" altLang="en-US" sz="12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4" name="path"/>
          <p:cNvSpPr/>
          <p:nvPr/>
        </p:nvSpPr>
        <p:spPr>
          <a:xfrm>
            <a:off x="7461805" y="5390661"/>
            <a:ext cx="299961" cy="286511"/>
          </a:xfrm>
          <a:custGeom>
            <a:avLst/>
            <a:gdLst/>
            <a:ahLst/>
            <a:cxnLst/>
            <a:rect l="0" t="0" r="0" b="0"/>
            <a:pathLst>
              <a:path w="472" h="451">
                <a:moveTo>
                  <a:pt x="330" y="326"/>
                </a:moveTo>
                <a:cubicBezTo>
                  <a:pt x="331" y="338"/>
                  <a:pt x="331" y="351"/>
                  <a:pt x="331" y="364"/>
                </a:cubicBezTo>
                <a:cubicBezTo>
                  <a:pt x="334" y="364"/>
                  <a:pt x="337" y="363"/>
                  <a:pt x="340" y="361"/>
                </a:cubicBezTo>
                <a:cubicBezTo>
                  <a:pt x="345" y="358"/>
                  <a:pt x="352" y="348"/>
                  <a:pt x="352" y="341"/>
                </a:cubicBezTo>
                <a:cubicBezTo>
                  <a:pt x="352" y="338"/>
                  <a:pt x="351" y="335"/>
                  <a:pt x="349" y="334"/>
                </a:cubicBezTo>
                <a:cubicBezTo>
                  <a:pt x="344" y="330"/>
                  <a:pt x="338" y="328"/>
                  <a:pt x="330" y="326"/>
                </a:cubicBezTo>
                <a:moveTo>
                  <a:pt x="304" y="273"/>
                </a:moveTo>
                <a:cubicBezTo>
                  <a:pt x="301" y="273"/>
                  <a:pt x="298" y="274"/>
                  <a:pt x="296" y="275"/>
                </a:cubicBezTo>
                <a:cubicBezTo>
                  <a:pt x="294" y="276"/>
                  <a:pt x="292" y="278"/>
                  <a:pt x="291" y="279"/>
                </a:cubicBezTo>
                <a:cubicBezTo>
                  <a:pt x="290" y="281"/>
                  <a:pt x="289" y="282"/>
                  <a:pt x="290" y="284"/>
                </a:cubicBezTo>
                <a:cubicBezTo>
                  <a:pt x="290" y="289"/>
                  <a:pt x="295" y="294"/>
                  <a:pt x="300" y="295"/>
                </a:cubicBezTo>
                <a:cubicBezTo>
                  <a:pt x="302" y="295"/>
                  <a:pt x="303" y="296"/>
                  <a:pt x="305" y="296"/>
                </a:cubicBezTo>
                <a:cubicBezTo>
                  <a:pt x="305" y="292"/>
                  <a:pt x="305" y="288"/>
                  <a:pt x="305" y="285"/>
                </a:cubicBezTo>
                <a:cubicBezTo>
                  <a:pt x="304" y="281"/>
                  <a:pt x="304" y="277"/>
                  <a:pt x="304" y="273"/>
                </a:cubicBezTo>
                <a:moveTo>
                  <a:pt x="314" y="237"/>
                </a:moveTo>
                <a:cubicBezTo>
                  <a:pt x="320" y="237"/>
                  <a:pt x="327" y="241"/>
                  <a:pt x="327" y="249"/>
                </a:cubicBezTo>
                <a:lnTo>
                  <a:pt x="327" y="250"/>
                </a:lnTo>
                <a:cubicBezTo>
                  <a:pt x="335" y="251"/>
                  <a:pt x="342" y="253"/>
                  <a:pt x="348" y="256"/>
                </a:cubicBezTo>
                <a:cubicBezTo>
                  <a:pt x="350" y="257"/>
                  <a:pt x="352" y="258"/>
                  <a:pt x="353" y="260"/>
                </a:cubicBezTo>
                <a:cubicBezTo>
                  <a:pt x="355" y="263"/>
                  <a:pt x="356" y="267"/>
                  <a:pt x="355" y="270"/>
                </a:cubicBezTo>
                <a:cubicBezTo>
                  <a:pt x="354" y="278"/>
                  <a:pt x="347" y="282"/>
                  <a:pt x="340" y="278"/>
                </a:cubicBezTo>
                <a:cubicBezTo>
                  <a:pt x="336" y="277"/>
                  <a:pt x="332" y="275"/>
                  <a:pt x="328" y="274"/>
                </a:cubicBezTo>
                <a:cubicBezTo>
                  <a:pt x="329" y="280"/>
                  <a:pt x="329" y="285"/>
                  <a:pt x="329" y="291"/>
                </a:cubicBezTo>
                <a:cubicBezTo>
                  <a:pt x="329" y="294"/>
                  <a:pt x="329" y="297"/>
                  <a:pt x="329" y="301"/>
                </a:cubicBezTo>
                <a:cubicBezTo>
                  <a:pt x="341" y="303"/>
                  <a:pt x="354" y="307"/>
                  <a:pt x="364" y="315"/>
                </a:cubicBezTo>
                <a:cubicBezTo>
                  <a:pt x="365" y="316"/>
                  <a:pt x="366" y="317"/>
                  <a:pt x="367" y="318"/>
                </a:cubicBezTo>
                <a:cubicBezTo>
                  <a:pt x="373" y="324"/>
                  <a:pt x="376" y="331"/>
                  <a:pt x="376" y="338"/>
                </a:cubicBezTo>
                <a:cubicBezTo>
                  <a:pt x="376" y="352"/>
                  <a:pt x="369" y="367"/>
                  <a:pt x="357" y="378"/>
                </a:cubicBezTo>
                <a:cubicBezTo>
                  <a:pt x="350" y="385"/>
                  <a:pt x="342" y="388"/>
                  <a:pt x="331" y="388"/>
                </a:cubicBezTo>
                <a:lnTo>
                  <a:pt x="331" y="389"/>
                </a:lnTo>
                <a:cubicBezTo>
                  <a:pt x="331" y="397"/>
                  <a:pt x="325" y="400"/>
                  <a:pt x="320" y="400"/>
                </a:cubicBezTo>
                <a:cubicBezTo>
                  <a:pt x="316" y="400"/>
                  <a:pt x="313" y="399"/>
                  <a:pt x="311" y="397"/>
                </a:cubicBezTo>
                <a:cubicBezTo>
                  <a:pt x="308" y="394"/>
                  <a:pt x="307" y="391"/>
                  <a:pt x="307" y="388"/>
                </a:cubicBezTo>
                <a:lnTo>
                  <a:pt x="307" y="384"/>
                </a:lnTo>
                <a:cubicBezTo>
                  <a:pt x="294" y="379"/>
                  <a:pt x="281" y="371"/>
                  <a:pt x="272" y="361"/>
                </a:cubicBezTo>
                <a:cubicBezTo>
                  <a:pt x="269" y="358"/>
                  <a:pt x="268" y="353"/>
                  <a:pt x="270" y="349"/>
                </a:cubicBezTo>
                <a:cubicBezTo>
                  <a:pt x="272" y="344"/>
                  <a:pt x="277" y="341"/>
                  <a:pt x="282" y="341"/>
                </a:cubicBezTo>
                <a:cubicBezTo>
                  <a:pt x="285" y="341"/>
                  <a:pt x="288" y="343"/>
                  <a:pt x="290" y="345"/>
                </a:cubicBezTo>
                <a:cubicBezTo>
                  <a:pt x="294" y="350"/>
                  <a:pt x="301" y="355"/>
                  <a:pt x="307" y="358"/>
                </a:cubicBezTo>
                <a:cubicBezTo>
                  <a:pt x="307" y="345"/>
                  <a:pt x="307" y="333"/>
                  <a:pt x="306" y="321"/>
                </a:cubicBezTo>
                <a:cubicBezTo>
                  <a:pt x="300" y="320"/>
                  <a:pt x="294" y="319"/>
                  <a:pt x="288" y="317"/>
                </a:cubicBezTo>
                <a:cubicBezTo>
                  <a:pt x="288" y="317"/>
                  <a:pt x="288" y="316"/>
                  <a:pt x="287" y="316"/>
                </a:cubicBezTo>
                <a:cubicBezTo>
                  <a:pt x="286" y="316"/>
                  <a:pt x="284" y="315"/>
                  <a:pt x="283" y="314"/>
                </a:cubicBezTo>
                <a:cubicBezTo>
                  <a:pt x="281" y="313"/>
                  <a:pt x="280" y="312"/>
                  <a:pt x="278" y="310"/>
                </a:cubicBezTo>
                <a:cubicBezTo>
                  <a:pt x="273" y="306"/>
                  <a:pt x="269" y="301"/>
                  <a:pt x="267" y="294"/>
                </a:cubicBezTo>
                <a:cubicBezTo>
                  <a:pt x="267" y="293"/>
                  <a:pt x="266" y="292"/>
                  <a:pt x="266" y="291"/>
                </a:cubicBezTo>
                <a:cubicBezTo>
                  <a:pt x="264" y="282"/>
                  <a:pt x="265" y="273"/>
                  <a:pt x="270" y="266"/>
                </a:cubicBezTo>
                <a:cubicBezTo>
                  <a:pt x="270" y="265"/>
                  <a:pt x="271" y="264"/>
                  <a:pt x="272" y="263"/>
                </a:cubicBezTo>
                <a:cubicBezTo>
                  <a:pt x="274" y="261"/>
                  <a:pt x="276" y="259"/>
                  <a:pt x="279" y="257"/>
                </a:cubicBezTo>
                <a:cubicBezTo>
                  <a:pt x="280" y="256"/>
                  <a:pt x="282" y="255"/>
                  <a:pt x="284" y="254"/>
                </a:cubicBezTo>
                <a:cubicBezTo>
                  <a:pt x="286" y="253"/>
                  <a:pt x="287" y="252"/>
                  <a:pt x="289" y="252"/>
                </a:cubicBezTo>
                <a:cubicBezTo>
                  <a:pt x="291" y="251"/>
                  <a:pt x="293" y="250"/>
                  <a:pt x="296" y="250"/>
                </a:cubicBezTo>
                <a:cubicBezTo>
                  <a:pt x="298" y="249"/>
                  <a:pt x="301" y="249"/>
                  <a:pt x="303" y="248"/>
                </a:cubicBezTo>
                <a:lnTo>
                  <a:pt x="303" y="248"/>
                </a:lnTo>
                <a:cubicBezTo>
                  <a:pt x="303" y="245"/>
                  <a:pt x="304" y="242"/>
                  <a:pt x="306" y="240"/>
                </a:cubicBezTo>
                <a:cubicBezTo>
                  <a:pt x="308" y="238"/>
                  <a:pt x="311" y="237"/>
                  <a:pt x="314" y="237"/>
                </a:cubicBezTo>
                <a:moveTo>
                  <a:pt x="315" y="219"/>
                </a:moveTo>
                <a:cubicBezTo>
                  <a:pt x="309" y="219"/>
                  <a:pt x="303" y="220"/>
                  <a:pt x="298" y="221"/>
                </a:cubicBezTo>
                <a:cubicBezTo>
                  <a:pt x="296" y="221"/>
                  <a:pt x="295" y="222"/>
                  <a:pt x="293" y="222"/>
                </a:cubicBezTo>
                <a:cubicBezTo>
                  <a:pt x="292" y="222"/>
                  <a:pt x="291" y="223"/>
                  <a:pt x="289" y="223"/>
                </a:cubicBezTo>
                <a:cubicBezTo>
                  <a:pt x="288" y="224"/>
                  <a:pt x="286" y="224"/>
                  <a:pt x="284" y="225"/>
                </a:cubicBezTo>
                <a:cubicBezTo>
                  <a:pt x="282" y="225"/>
                  <a:pt x="281" y="226"/>
                  <a:pt x="279" y="227"/>
                </a:cubicBezTo>
                <a:cubicBezTo>
                  <a:pt x="265" y="233"/>
                  <a:pt x="253" y="242"/>
                  <a:pt x="244" y="253"/>
                </a:cubicBezTo>
                <a:cubicBezTo>
                  <a:pt x="237" y="260"/>
                  <a:pt x="232" y="268"/>
                  <a:pt x="228" y="276"/>
                </a:cubicBezTo>
                <a:cubicBezTo>
                  <a:pt x="227" y="278"/>
                  <a:pt x="226" y="281"/>
                  <a:pt x="225" y="283"/>
                </a:cubicBezTo>
                <a:cubicBezTo>
                  <a:pt x="224" y="285"/>
                  <a:pt x="223" y="287"/>
                  <a:pt x="222" y="290"/>
                </a:cubicBezTo>
                <a:cubicBezTo>
                  <a:pt x="221" y="295"/>
                  <a:pt x="219" y="301"/>
                  <a:pt x="218" y="307"/>
                </a:cubicBezTo>
                <a:cubicBezTo>
                  <a:pt x="218" y="309"/>
                  <a:pt x="218" y="311"/>
                  <a:pt x="218" y="313"/>
                </a:cubicBezTo>
                <a:cubicBezTo>
                  <a:pt x="218" y="315"/>
                  <a:pt x="218" y="317"/>
                  <a:pt x="217" y="319"/>
                </a:cubicBezTo>
                <a:cubicBezTo>
                  <a:pt x="217" y="324"/>
                  <a:pt x="218" y="330"/>
                  <a:pt x="218" y="336"/>
                </a:cubicBezTo>
                <a:cubicBezTo>
                  <a:pt x="219" y="341"/>
                  <a:pt x="220" y="346"/>
                  <a:pt x="222" y="351"/>
                </a:cubicBezTo>
                <a:cubicBezTo>
                  <a:pt x="222" y="353"/>
                  <a:pt x="223" y="354"/>
                  <a:pt x="223" y="356"/>
                </a:cubicBezTo>
                <a:cubicBezTo>
                  <a:pt x="224" y="358"/>
                  <a:pt x="225" y="360"/>
                  <a:pt x="225" y="361"/>
                </a:cubicBezTo>
                <a:cubicBezTo>
                  <a:pt x="241" y="399"/>
                  <a:pt x="276" y="425"/>
                  <a:pt x="316" y="425"/>
                </a:cubicBezTo>
                <a:cubicBezTo>
                  <a:pt x="321" y="425"/>
                  <a:pt x="325" y="424"/>
                  <a:pt x="329" y="424"/>
                </a:cubicBezTo>
                <a:cubicBezTo>
                  <a:pt x="351" y="420"/>
                  <a:pt x="383" y="401"/>
                  <a:pt x="396" y="383"/>
                </a:cubicBezTo>
                <a:cubicBezTo>
                  <a:pt x="411" y="363"/>
                  <a:pt x="416" y="337"/>
                  <a:pt x="411" y="310"/>
                </a:cubicBezTo>
                <a:cubicBezTo>
                  <a:pt x="411" y="309"/>
                  <a:pt x="411" y="309"/>
                  <a:pt x="411" y="309"/>
                </a:cubicBezTo>
                <a:cubicBezTo>
                  <a:pt x="410" y="301"/>
                  <a:pt x="407" y="293"/>
                  <a:pt x="404" y="285"/>
                </a:cubicBezTo>
                <a:cubicBezTo>
                  <a:pt x="400" y="275"/>
                  <a:pt x="394" y="266"/>
                  <a:pt x="388" y="257"/>
                </a:cubicBezTo>
                <a:cubicBezTo>
                  <a:pt x="381" y="249"/>
                  <a:pt x="373" y="241"/>
                  <a:pt x="363" y="234"/>
                </a:cubicBezTo>
                <a:cubicBezTo>
                  <a:pt x="349" y="225"/>
                  <a:pt x="333" y="219"/>
                  <a:pt x="315" y="219"/>
                </a:cubicBezTo>
                <a:moveTo>
                  <a:pt x="315" y="193"/>
                </a:moveTo>
                <a:cubicBezTo>
                  <a:pt x="331" y="193"/>
                  <a:pt x="347" y="197"/>
                  <a:pt x="361" y="204"/>
                </a:cubicBezTo>
                <a:cubicBezTo>
                  <a:pt x="374" y="210"/>
                  <a:pt x="387" y="218"/>
                  <a:pt x="397" y="229"/>
                </a:cubicBezTo>
                <a:cubicBezTo>
                  <a:pt x="404" y="236"/>
                  <a:pt x="410" y="243"/>
                  <a:pt x="415" y="251"/>
                </a:cubicBezTo>
                <a:cubicBezTo>
                  <a:pt x="420" y="258"/>
                  <a:pt x="424" y="266"/>
                  <a:pt x="428" y="275"/>
                </a:cubicBezTo>
                <a:cubicBezTo>
                  <a:pt x="430" y="279"/>
                  <a:pt x="431" y="283"/>
                  <a:pt x="432" y="287"/>
                </a:cubicBezTo>
                <a:cubicBezTo>
                  <a:pt x="434" y="291"/>
                  <a:pt x="435" y="295"/>
                  <a:pt x="436" y="299"/>
                </a:cubicBezTo>
                <a:cubicBezTo>
                  <a:pt x="436" y="300"/>
                  <a:pt x="436" y="302"/>
                  <a:pt x="437" y="304"/>
                </a:cubicBezTo>
                <a:cubicBezTo>
                  <a:pt x="443" y="338"/>
                  <a:pt x="436" y="372"/>
                  <a:pt x="417" y="399"/>
                </a:cubicBezTo>
                <a:cubicBezTo>
                  <a:pt x="400" y="422"/>
                  <a:pt x="361" y="445"/>
                  <a:pt x="333" y="450"/>
                </a:cubicBezTo>
                <a:cubicBezTo>
                  <a:pt x="327" y="450"/>
                  <a:pt x="322" y="451"/>
                  <a:pt x="316" y="451"/>
                </a:cubicBezTo>
                <a:cubicBezTo>
                  <a:pt x="265" y="451"/>
                  <a:pt x="220" y="417"/>
                  <a:pt x="201" y="370"/>
                </a:cubicBezTo>
                <a:cubicBezTo>
                  <a:pt x="200" y="368"/>
                  <a:pt x="200" y="367"/>
                  <a:pt x="199" y="365"/>
                </a:cubicBezTo>
                <a:cubicBezTo>
                  <a:pt x="198" y="363"/>
                  <a:pt x="198" y="362"/>
                  <a:pt x="197" y="360"/>
                </a:cubicBezTo>
                <a:cubicBezTo>
                  <a:pt x="195" y="353"/>
                  <a:pt x="193" y="346"/>
                  <a:pt x="193" y="339"/>
                </a:cubicBezTo>
                <a:cubicBezTo>
                  <a:pt x="192" y="336"/>
                  <a:pt x="192" y="332"/>
                  <a:pt x="191" y="328"/>
                </a:cubicBezTo>
                <a:cubicBezTo>
                  <a:pt x="191" y="326"/>
                  <a:pt x="191" y="324"/>
                  <a:pt x="191" y="323"/>
                </a:cubicBezTo>
                <a:cubicBezTo>
                  <a:pt x="191" y="321"/>
                  <a:pt x="191" y="319"/>
                  <a:pt x="191" y="317"/>
                </a:cubicBezTo>
                <a:cubicBezTo>
                  <a:pt x="192" y="311"/>
                  <a:pt x="192" y="305"/>
                  <a:pt x="193" y="298"/>
                </a:cubicBezTo>
                <a:cubicBezTo>
                  <a:pt x="193" y="298"/>
                  <a:pt x="193" y="298"/>
                  <a:pt x="193" y="298"/>
                </a:cubicBezTo>
                <a:cubicBezTo>
                  <a:pt x="194" y="297"/>
                  <a:pt x="194" y="295"/>
                  <a:pt x="195" y="293"/>
                </a:cubicBezTo>
                <a:cubicBezTo>
                  <a:pt x="195" y="291"/>
                  <a:pt x="196" y="289"/>
                  <a:pt x="196" y="287"/>
                </a:cubicBezTo>
                <a:cubicBezTo>
                  <a:pt x="200" y="272"/>
                  <a:pt x="207" y="259"/>
                  <a:pt x="215" y="247"/>
                </a:cubicBezTo>
                <a:cubicBezTo>
                  <a:pt x="218" y="244"/>
                  <a:pt x="220" y="241"/>
                  <a:pt x="222" y="238"/>
                </a:cubicBezTo>
                <a:cubicBezTo>
                  <a:pt x="226" y="233"/>
                  <a:pt x="230" y="229"/>
                  <a:pt x="234" y="225"/>
                </a:cubicBezTo>
                <a:cubicBezTo>
                  <a:pt x="235" y="224"/>
                  <a:pt x="236" y="224"/>
                  <a:pt x="237" y="223"/>
                </a:cubicBezTo>
                <a:cubicBezTo>
                  <a:pt x="239" y="221"/>
                  <a:pt x="240" y="220"/>
                  <a:pt x="242" y="219"/>
                </a:cubicBezTo>
                <a:cubicBezTo>
                  <a:pt x="243" y="218"/>
                  <a:pt x="243" y="218"/>
                  <a:pt x="244" y="217"/>
                </a:cubicBezTo>
                <a:cubicBezTo>
                  <a:pt x="245" y="216"/>
                  <a:pt x="246" y="215"/>
                  <a:pt x="247" y="215"/>
                </a:cubicBezTo>
                <a:cubicBezTo>
                  <a:pt x="254" y="210"/>
                  <a:pt x="261" y="206"/>
                  <a:pt x="269" y="203"/>
                </a:cubicBezTo>
                <a:cubicBezTo>
                  <a:pt x="272" y="201"/>
                  <a:pt x="276" y="200"/>
                  <a:pt x="279" y="199"/>
                </a:cubicBezTo>
                <a:cubicBezTo>
                  <a:pt x="281" y="198"/>
                  <a:pt x="282" y="198"/>
                  <a:pt x="284" y="197"/>
                </a:cubicBezTo>
                <a:cubicBezTo>
                  <a:pt x="286" y="197"/>
                  <a:pt x="288" y="196"/>
                  <a:pt x="289" y="196"/>
                </a:cubicBezTo>
                <a:cubicBezTo>
                  <a:pt x="290" y="196"/>
                  <a:pt x="291" y="196"/>
                  <a:pt x="292" y="195"/>
                </a:cubicBezTo>
                <a:cubicBezTo>
                  <a:pt x="294" y="195"/>
                  <a:pt x="296" y="195"/>
                  <a:pt x="298" y="194"/>
                </a:cubicBezTo>
                <a:cubicBezTo>
                  <a:pt x="304" y="193"/>
                  <a:pt x="309" y="193"/>
                  <a:pt x="315" y="193"/>
                </a:cubicBezTo>
                <a:moveTo>
                  <a:pt x="34" y="136"/>
                </a:moveTo>
                <a:cubicBezTo>
                  <a:pt x="34" y="146"/>
                  <a:pt x="34" y="156"/>
                  <a:pt x="34" y="166"/>
                </a:cubicBezTo>
                <a:cubicBezTo>
                  <a:pt x="74" y="180"/>
                  <a:pt x="116" y="191"/>
                  <a:pt x="157" y="191"/>
                </a:cubicBezTo>
                <a:cubicBezTo>
                  <a:pt x="186" y="191"/>
                  <a:pt x="215" y="185"/>
                  <a:pt x="243" y="173"/>
                </a:cubicBezTo>
                <a:cubicBezTo>
                  <a:pt x="245" y="172"/>
                  <a:pt x="246" y="171"/>
                  <a:pt x="248" y="171"/>
                </a:cubicBezTo>
                <a:cubicBezTo>
                  <a:pt x="248" y="160"/>
                  <a:pt x="248" y="150"/>
                  <a:pt x="248" y="140"/>
                </a:cubicBezTo>
                <a:cubicBezTo>
                  <a:pt x="246" y="141"/>
                  <a:pt x="245" y="141"/>
                  <a:pt x="243" y="142"/>
                </a:cubicBezTo>
                <a:cubicBezTo>
                  <a:pt x="212" y="156"/>
                  <a:pt x="178" y="163"/>
                  <a:pt x="144" y="163"/>
                </a:cubicBezTo>
                <a:cubicBezTo>
                  <a:pt x="106" y="163"/>
                  <a:pt x="68" y="154"/>
                  <a:pt x="34" y="136"/>
                </a:cubicBezTo>
                <a:moveTo>
                  <a:pt x="250" y="77"/>
                </a:moveTo>
                <a:cubicBezTo>
                  <a:pt x="247" y="79"/>
                  <a:pt x="244" y="80"/>
                  <a:pt x="242" y="82"/>
                </a:cubicBezTo>
                <a:cubicBezTo>
                  <a:pt x="211" y="98"/>
                  <a:pt x="177" y="106"/>
                  <a:pt x="142" y="106"/>
                </a:cubicBezTo>
                <a:cubicBezTo>
                  <a:pt x="104" y="106"/>
                  <a:pt x="66" y="97"/>
                  <a:pt x="32" y="79"/>
                </a:cubicBezTo>
                <a:cubicBezTo>
                  <a:pt x="33" y="85"/>
                  <a:pt x="33" y="92"/>
                  <a:pt x="33" y="98"/>
                </a:cubicBezTo>
                <a:cubicBezTo>
                  <a:pt x="33" y="99"/>
                  <a:pt x="34" y="99"/>
                  <a:pt x="35" y="100"/>
                </a:cubicBezTo>
                <a:cubicBezTo>
                  <a:pt x="68" y="121"/>
                  <a:pt x="106" y="131"/>
                  <a:pt x="145" y="131"/>
                </a:cubicBezTo>
                <a:cubicBezTo>
                  <a:pt x="178" y="131"/>
                  <a:pt x="212" y="123"/>
                  <a:pt x="242" y="107"/>
                </a:cubicBezTo>
                <a:cubicBezTo>
                  <a:pt x="245" y="106"/>
                  <a:pt x="247" y="105"/>
                  <a:pt x="249" y="103"/>
                </a:cubicBezTo>
                <a:cubicBezTo>
                  <a:pt x="249" y="95"/>
                  <a:pt x="249" y="86"/>
                  <a:pt x="250" y="77"/>
                </a:cubicBezTo>
                <a:moveTo>
                  <a:pt x="133" y="31"/>
                </a:moveTo>
                <a:cubicBezTo>
                  <a:pt x="103" y="31"/>
                  <a:pt x="74" y="37"/>
                  <a:pt x="46" y="49"/>
                </a:cubicBezTo>
                <a:cubicBezTo>
                  <a:pt x="75" y="65"/>
                  <a:pt x="110" y="75"/>
                  <a:pt x="145" y="75"/>
                </a:cubicBezTo>
                <a:cubicBezTo>
                  <a:pt x="175" y="75"/>
                  <a:pt x="205" y="67"/>
                  <a:pt x="230" y="52"/>
                </a:cubicBezTo>
                <a:cubicBezTo>
                  <a:pt x="199" y="39"/>
                  <a:pt x="166" y="31"/>
                  <a:pt x="133" y="31"/>
                </a:cubicBezTo>
                <a:moveTo>
                  <a:pt x="348" y="27"/>
                </a:moveTo>
                <a:cubicBezTo>
                  <a:pt x="364" y="27"/>
                  <a:pt x="380" y="28"/>
                  <a:pt x="395" y="32"/>
                </a:cubicBezTo>
                <a:cubicBezTo>
                  <a:pt x="411" y="36"/>
                  <a:pt x="427" y="40"/>
                  <a:pt x="442" y="46"/>
                </a:cubicBezTo>
                <a:cubicBezTo>
                  <a:pt x="449" y="49"/>
                  <a:pt x="468" y="58"/>
                  <a:pt x="470" y="67"/>
                </a:cubicBezTo>
                <a:cubicBezTo>
                  <a:pt x="472" y="80"/>
                  <a:pt x="469" y="97"/>
                  <a:pt x="468" y="111"/>
                </a:cubicBezTo>
                <a:cubicBezTo>
                  <a:pt x="467" y="164"/>
                  <a:pt x="467" y="217"/>
                  <a:pt x="467" y="270"/>
                </a:cubicBezTo>
                <a:cubicBezTo>
                  <a:pt x="467" y="272"/>
                  <a:pt x="467" y="273"/>
                  <a:pt x="467" y="274"/>
                </a:cubicBezTo>
                <a:cubicBezTo>
                  <a:pt x="466" y="277"/>
                  <a:pt x="465" y="280"/>
                  <a:pt x="462" y="282"/>
                </a:cubicBezTo>
                <a:cubicBezTo>
                  <a:pt x="457" y="285"/>
                  <a:pt x="452" y="289"/>
                  <a:pt x="447" y="292"/>
                </a:cubicBezTo>
                <a:cubicBezTo>
                  <a:pt x="445" y="284"/>
                  <a:pt x="443" y="276"/>
                  <a:pt x="440" y="268"/>
                </a:cubicBezTo>
                <a:cubicBezTo>
                  <a:pt x="441" y="267"/>
                  <a:pt x="442" y="266"/>
                  <a:pt x="442" y="265"/>
                </a:cubicBezTo>
                <a:cubicBezTo>
                  <a:pt x="442" y="257"/>
                  <a:pt x="442" y="248"/>
                  <a:pt x="442" y="239"/>
                </a:cubicBezTo>
                <a:cubicBezTo>
                  <a:pt x="437" y="241"/>
                  <a:pt x="433" y="243"/>
                  <a:pt x="429" y="245"/>
                </a:cubicBezTo>
                <a:cubicBezTo>
                  <a:pt x="424" y="238"/>
                  <a:pt x="419" y="230"/>
                  <a:pt x="413" y="224"/>
                </a:cubicBezTo>
                <a:cubicBezTo>
                  <a:pt x="423" y="220"/>
                  <a:pt x="433" y="215"/>
                  <a:pt x="442" y="209"/>
                </a:cubicBezTo>
                <a:cubicBezTo>
                  <a:pt x="442" y="203"/>
                  <a:pt x="442" y="197"/>
                  <a:pt x="442" y="190"/>
                </a:cubicBezTo>
                <a:cubicBezTo>
                  <a:pt x="425" y="197"/>
                  <a:pt x="407" y="201"/>
                  <a:pt x="390" y="203"/>
                </a:cubicBezTo>
                <a:cubicBezTo>
                  <a:pt x="367" y="187"/>
                  <a:pt x="341" y="178"/>
                  <a:pt x="313" y="178"/>
                </a:cubicBezTo>
                <a:cubicBezTo>
                  <a:pt x="307" y="178"/>
                  <a:pt x="301" y="178"/>
                  <a:pt x="294" y="179"/>
                </a:cubicBezTo>
                <a:cubicBezTo>
                  <a:pt x="293" y="179"/>
                  <a:pt x="291" y="180"/>
                  <a:pt x="290" y="180"/>
                </a:cubicBezTo>
                <a:cubicBezTo>
                  <a:pt x="290" y="175"/>
                  <a:pt x="290" y="170"/>
                  <a:pt x="290" y="166"/>
                </a:cubicBezTo>
                <a:cubicBezTo>
                  <a:pt x="340" y="181"/>
                  <a:pt x="393" y="186"/>
                  <a:pt x="442" y="163"/>
                </a:cubicBezTo>
                <a:cubicBezTo>
                  <a:pt x="442" y="154"/>
                  <a:pt x="442" y="146"/>
                  <a:pt x="442" y="138"/>
                </a:cubicBezTo>
                <a:cubicBezTo>
                  <a:pt x="395" y="160"/>
                  <a:pt x="339" y="163"/>
                  <a:pt x="290" y="144"/>
                </a:cubicBezTo>
                <a:cubicBezTo>
                  <a:pt x="290" y="135"/>
                  <a:pt x="290" y="126"/>
                  <a:pt x="290" y="117"/>
                </a:cubicBezTo>
                <a:cubicBezTo>
                  <a:pt x="339" y="138"/>
                  <a:pt x="396" y="135"/>
                  <a:pt x="443" y="109"/>
                </a:cubicBezTo>
                <a:cubicBezTo>
                  <a:pt x="443" y="102"/>
                  <a:pt x="443" y="95"/>
                  <a:pt x="443" y="88"/>
                </a:cubicBezTo>
                <a:cubicBezTo>
                  <a:pt x="399" y="115"/>
                  <a:pt x="341" y="118"/>
                  <a:pt x="291" y="100"/>
                </a:cubicBezTo>
                <a:cubicBezTo>
                  <a:pt x="291" y="96"/>
                  <a:pt x="292" y="92"/>
                  <a:pt x="292" y="87"/>
                </a:cubicBezTo>
                <a:cubicBezTo>
                  <a:pt x="292" y="83"/>
                  <a:pt x="293" y="78"/>
                  <a:pt x="293" y="73"/>
                </a:cubicBezTo>
                <a:cubicBezTo>
                  <a:pt x="336" y="91"/>
                  <a:pt x="388" y="92"/>
                  <a:pt x="428" y="68"/>
                </a:cubicBezTo>
                <a:cubicBezTo>
                  <a:pt x="385" y="50"/>
                  <a:pt x="337" y="47"/>
                  <a:pt x="293" y="61"/>
                </a:cubicBezTo>
                <a:cubicBezTo>
                  <a:pt x="293" y="56"/>
                  <a:pt x="293" y="52"/>
                  <a:pt x="292" y="49"/>
                </a:cubicBezTo>
                <a:cubicBezTo>
                  <a:pt x="292" y="44"/>
                  <a:pt x="289" y="40"/>
                  <a:pt x="286" y="36"/>
                </a:cubicBezTo>
                <a:cubicBezTo>
                  <a:pt x="290" y="34"/>
                  <a:pt x="295" y="33"/>
                  <a:pt x="300" y="32"/>
                </a:cubicBezTo>
                <a:cubicBezTo>
                  <a:pt x="315" y="28"/>
                  <a:pt x="331" y="27"/>
                  <a:pt x="348" y="27"/>
                </a:cubicBezTo>
                <a:moveTo>
                  <a:pt x="132" y="0"/>
                </a:moveTo>
                <a:cubicBezTo>
                  <a:pt x="152" y="0"/>
                  <a:pt x="171" y="2"/>
                  <a:pt x="190" y="6"/>
                </a:cubicBezTo>
                <a:cubicBezTo>
                  <a:pt x="210" y="11"/>
                  <a:pt x="230" y="16"/>
                  <a:pt x="248" y="24"/>
                </a:cubicBezTo>
                <a:cubicBezTo>
                  <a:pt x="254" y="26"/>
                  <a:pt x="267" y="32"/>
                  <a:pt x="275" y="40"/>
                </a:cubicBezTo>
                <a:cubicBezTo>
                  <a:pt x="279" y="43"/>
                  <a:pt x="281" y="46"/>
                  <a:pt x="282" y="50"/>
                </a:cubicBezTo>
                <a:cubicBezTo>
                  <a:pt x="283" y="55"/>
                  <a:pt x="283" y="59"/>
                  <a:pt x="283" y="64"/>
                </a:cubicBezTo>
                <a:cubicBezTo>
                  <a:pt x="283" y="65"/>
                  <a:pt x="283" y="67"/>
                  <a:pt x="283" y="68"/>
                </a:cubicBezTo>
                <a:cubicBezTo>
                  <a:pt x="282" y="77"/>
                  <a:pt x="281" y="87"/>
                  <a:pt x="281" y="96"/>
                </a:cubicBezTo>
                <a:cubicBezTo>
                  <a:pt x="281" y="99"/>
                  <a:pt x="280" y="102"/>
                  <a:pt x="280" y="105"/>
                </a:cubicBezTo>
                <a:cubicBezTo>
                  <a:pt x="280" y="107"/>
                  <a:pt x="280" y="110"/>
                  <a:pt x="280" y="112"/>
                </a:cubicBezTo>
                <a:cubicBezTo>
                  <a:pt x="280" y="121"/>
                  <a:pt x="280" y="131"/>
                  <a:pt x="280" y="140"/>
                </a:cubicBezTo>
                <a:cubicBezTo>
                  <a:pt x="280" y="148"/>
                  <a:pt x="279" y="155"/>
                  <a:pt x="279" y="162"/>
                </a:cubicBezTo>
                <a:cubicBezTo>
                  <a:pt x="279" y="169"/>
                  <a:pt x="279" y="175"/>
                  <a:pt x="279" y="182"/>
                </a:cubicBezTo>
                <a:cubicBezTo>
                  <a:pt x="266" y="186"/>
                  <a:pt x="254" y="191"/>
                  <a:pt x="244" y="198"/>
                </a:cubicBezTo>
                <a:cubicBezTo>
                  <a:pt x="236" y="202"/>
                  <a:pt x="229" y="208"/>
                  <a:pt x="223" y="214"/>
                </a:cubicBezTo>
                <a:cubicBezTo>
                  <a:pt x="201" y="220"/>
                  <a:pt x="179" y="222"/>
                  <a:pt x="157" y="222"/>
                </a:cubicBezTo>
                <a:cubicBezTo>
                  <a:pt x="116" y="222"/>
                  <a:pt x="74" y="214"/>
                  <a:pt x="34" y="200"/>
                </a:cubicBezTo>
                <a:cubicBezTo>
                  <a:pt x="34" y="210"/>
                  <a:pt x="34" y="221"/>
                  <a:pt x="35" y="231"/>
                </a:cubicBezTo>
                <a:cubicBezTo>
                  <a:pt x="36" y="232"/>
                  <a:pt x="37" y="232"/>
                  <a:pt x="38" y="233"/>
                </a:cubicBezTo>
                <a:cubicBezTo>
                  <a:pt x="71" y="251"/>
                  <a:pt x="107" y="261"/>
                  <a:pt x="143" y="261"/>
                </a:cubicBezTo>
                <a:cubicBezTo>
                  <a:pt x="160" y="261"/>
                  <a:pt x="177" y="259"/>
                  <a:pt x="193" y="254"/>
                </a:cubicBezTo>
                <a:cubicBezTo>
                  <a:pt x="188" y="265"/>
                  <a:pt x="184" y="277"/>
                  <a:pt x="182" y="290"/>
                </a:cubicBezTo>
                <a:cubicBezTo>
                  <a:pt x="169" y="292"/>
                  <a:pt x="157" y="293"/>
                  <a:pt x="144" y="293"/>
                </a:cubicBezTo>
                <a:cubicBezTo>
                  <a:pt x="107" y="293"/>
                  <a:pt x="69" y="284"/>
                  <a:pt x="35" y="267"/>
                </a:cubicBezTo>
                <a:cubicBezTo>
                  <a:pt x="35" y="278"/>
                  <a:pt x="35" y="289"/>
                  <a:pt x="35" y="300"/>
                </a:cubicBezTo>
                <a:cubicBezTo>
                  <a:pt x="35" y="305"/>
                  <a:pt x="62" y="317"/>
                  <a:pt x="66" y="320"/>
                </a:cubicBezTo>
                <a:cubicBezTo>
                  <a:pt x="77" y="324"/>
                  <a:pt x="88" y="328"/>
                  <a:pt x="100" y="330"/>
                </a:cubicBezTo>
                <a:cubicBezTo>
                  <a:pt x="113" y="333"/>
                  <a:pt x="127" y="335"/>
                  <a:pt x="140" y="335"/>
                </a:cubicBezTo>
                <a:cubicBezTo>
                  <a:pt x="143" y="335"/>
                  <a:pt x="145" y="335"/>
                  <a:pt x="148" y="334"/>
                </a:cubicBezTo>
                <a:cubicBezTo>
                  <a:pt x="158" y="334"/>
                  <a:pt x="169" y="333"/>
                  <a:pt x="179" y="331"/>
                </a:cubicBezTo>
                <a:cubicBezTo>
                  <a:pt x="179" y="331"/>
                  <a:pt x="179" y="331"/>
                  <a:pt x="180" y="331"/>
                </a:cubicBezTo>
                <a:cubicBezTo>
                  <a:pt x="180" y="333"/>
                  <a:pt x="180" y="336"/>
                  <a:pt x="181" y="338"/>
                </a:cubicBezTo>
                <a:cubicBezTo>
                  <a:pt x="182" y="346"/>
                  <a:pt x="184" y="355"/>
                  <a:pt x="186" y="363"/>
                </a:cubicBezTo>
                <a:cubicBezTo>
                  <a:pt x="173" y="366"/>
                  <a:pt x="159" y="367"/>
                  <a:pt x="145" y="367"/>
                </a:cubicBezTo>
                <a:cubicBezTo>
                  <a:pt x="96" y="367"/>
                  <a:pt x="47" y="350"/>
                  <a:pt x="9" y="321"/>
                </a:cubicBezTo>
                <a:cubicBezTo>
                  <a:pt x="6" y="318"/>
                  <a:pt x="4" y="315"/>
                  <a:pt x="4" y="311"/>
                </a:cubicBezTo>
                <a:cubicBezTo>
                  <a:pt x="4" y="310"/>
                  <a:pt x="3" y="308"/>
                  <a:pt x="3" y="306"/>
                </a:cubicBezTo>
                <a:cubicBezTo>
                  <a:pt x="3" y="221"/>
                  <a:pt x="3" y="136"/>
                  <a:pt x="0" y="51"/>
                </a:cubicBezTo>
                <a:cubicBezTo>
                  <a:pt x="0" y="49"/>
                  <a:pt x="0" y="48"/>
                  <a:pt x="0" y="47"/>
                </a:cubicBezTo>
                <a:cubicBezTo>
                  <a:pt x="0" y="41"/>
                  <a:pt x="2" y="35"/>
                  <a:pt x="8" y="32"/>
                </a:cubicBezTo>
                <a:cubicBezTo>
                  <a:pt x="28" y="21"/>
                  <a:pt x="50" y="11"/>
                  <a:pt x="72" y="6"/>
                </a:cubicBezTo>
                <a:cubicBezTo>
                  <a:pt x="92" y="2"/>
                  <a:pt x="112" y="0"/>
                  <a:pt x="132" y="0"/>
                </a:cubicBezTo>
              </a:path>
            </a:pathLst>
          </a:custGeom>
          <a:solidFill>
            <a:schemeClr val="accent1"/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98" name="直线箭头连接符 140"/>
          <p:cNvCxnSpPr/>
          <p:nvPr/>
        </p:nvCxnSpPr>
        <p:spPr>
          <a:xfrm>
            <a:off x="4868958" y="5433525"/>
            <a:ext cx="2403162" cy="0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线箭头连接符 141"/>
          <p:cNvCxnSpPr/>
          <p:nvPr/>
        </p:nvCxnSpPr>
        <p:spPr>
          <a:xfrm flipH="1">
            <a:off x="4868958" y="5576399"/>
            <a:ext cx="2403162" cy="0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4"/>
          <p:cNvSpPr/>
          <p:nvPr/>
        </p:nvSpPr>
        <p:spPr>
          <a:xfrm>
            <a:off x="5129453" y="5635838"/>
            <a:ext cx="1882172" cy="155748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/>
          <a:p>
            <a:pPr marL="12700" algn="ctr" eaLnBrk="0">
              <a:lnSpc>
                <a:spcPct val="92000"/>
              </a:lnSpc>
            </a:pPr>
            <a:r>
              <a:rPr lang="zh-CN" altLang="en-GB" sz="1100" b="1" kern="0" dirty="0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相互发展</a:t>
            </a:r>
            <a:endParaRPr lang="zh-CN" altLang="en-GB" sz="1100" b="1" kern="0" spc="0" dirty="0">
              <a:solidFill>
                <a:schemeClr val="accent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0" name="textbox 114"/>
          <p:cNvSpPr/>
          <p:nvPr/>
        </p:nvSpPr>
        <p:spPr>
          <a:xfrm>
            <a:off x="5129453" y="5238273"/>
            <a:ext cx="1882172" cy="155748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/>
          <a:p>
            <a:pPr marL="12700" algn="ctr" eaLnBrk="0">
              <a:lnSpc>
                <a:spcPct val="92000"/>
              </a:lnSpc>
            </a:pPr>
            <a:r>
              <a:rPr lang="zh-CN" altLang="en-GB" sz="1100" b="1" kern="0" dirty="0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相互影响</a:t>
            </a:r>
            <a:endParaRPr lang="zh-CN" altLang="en-GB" sz="1100" b="1" kern="0" spc="0" dirty="0">
              <a:solidFill>
                <a:schemeClr val="accent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6" name="任意多边形: 形状 32"/>
          <p:cNvSpPr/>
          <p:nvPr/>
        </p:nvSpPr>
        <p:spPr>
          <a:xfrm>
            <a:off x="1971564" y="1969247"/>
            <a:ext cx="181683" cy="205126"/>
          </a:xfrm>
          <a:custGeom>
            <a:avLst/>
            <a:gdLst>
              <a:gd name="connsiteX0" fmla="*/ 223495 w 243099"/>
              <a:gd name="connsiteY0" fmla="*/ 0 h 274467"/>
              <a:gd name="connsiteX1" fmla="*/ 19605 w 243099"/>
              <a:gd name="connsiteY1" fmla="*/ 0 h 274467"/>
              <a:gd name="connsiteX2" fmla="*/ 0 w 243099"/>
              <a:gd name="connsiteY2" fmla="*/ 19605 h 274467"/>
              <a:gd name="connsiteX3" fmla="*/ 0 w 243099"/>
              <a:gd name="connsiteY3" fmla="*/ 62735 h 274467"/>
              <a:gd name="connsiteX4" fmla="*/ 37249 w 243099"/>
              <a:gd name="connsiteY4" fmla="*/ 62735 h 274467"/>
              <a:gd name="connsiteX5" fmla="*/ 37249 w 243099"/>
              <a:gd name="connsiteY5" fmla="*/ 90182 h 274467"/>
              <a:gd name="connsiteX6" fmla="*/ 0 w 243099"/>
              <a:gd name="connsiteY6" fmla="*/ 90182 h 274467"/>
              <a:gd name="connsiteX7" fmla="*/ 0 w 243099"/>
              <a:gd name="connsiteY7" fmla="*/ 125471 h 274467"/>
              <a:gd name="connsiteX8" fmla="*/ 37249 w 243099"/>
              <a:gd name="connsiteY8" fmla="*/ 125471 h 274467"/>
              <a:gd name="connsiteX9" fmla="*/ 37249 w 243099"/>
              <a:gd name="connsiteY9" fmla="*/ 152917 h 274467"/>
              <a:gd name="connsiteX10" fmla="*/ 0 w 243099"/>
              <a:gd name="connsiteY10" fmla="*/ 152917 h 274467"/>
              <a:gd name="connsiteX11" fmla="*/ 0 w 243099"/>
              <a:gd name="connsiteY11" fmla="*/ 188206 h 274467"/>
              <a:gd name="connsiteX12" fmla="*/ 37249 w 243099"/>
              <a:gd name="connsiteY12" fmla="*/ 188206 h 274467"/>
              <a:gd name="connsiteX13" fmla="*/ 37249 w 243099"/>
              <a:gd name="connsiteY13" fmla="*/ 215653 h 274467"/>
              <a:gd name="connsiteX14" fmla="*/ 0 w 243099"/>
              <a:gd name="connsiteY14" fmla="*/ 215653 h 274467"/>
              <a:gd name="connsiteX15" fmla="*/ 0 w 243099"/>
              <a:gd name="connsiteY15" fmla="*/ 254862 h 274467"/>
              <a:gd name="connsiteX16" fmla="*/ 19605 w 243099"/>
              <a:gd name="connsiteY16" fmla="*/ 274467 h 274467"/>
              <a:gd name="connsiteX17" fmla="*/ 223495 w 243099"/>
              <a:gd name="connsiteY17" fmla="*/ 274467 h 274467"/>
              <a:gd name="connsiteX18" fmla="*/ 243099 w 243099"/>
              <a:gd name="connsiteY18" fmla="*/ 254862 h 274467"/>
              <a:gd name="connsiteX19" fmla="*/ 243099 w 243099"/>
              <a:gd name="connsiteY19" fmla="*/ 19605 h 274467"/>
              <a:gd name="connsiteX20" fmla="*/ 223495 w 243099"/>
              <a:gd name="connsiteY20" fmla="*/ 0 h 274467"/>
              <a:gd name="connsiteX21" fmla="*/ 143115 w 243099"/>
              <a:gd name="connsiteY21" fmla="*/ 72538 h 274467"/>
              <a:gd name="connsiteX22" fmla="*/ 172522 w 243099"/>
              <a:gd name="connsiteY22" fmla="*/ 101945 h 274467"/>
              <a:gd name="connsiteX23" fmla="*/ 143115 w 243099"/>
              <a:gd name="connsiteY23" fmla="*/ 131352 h 274467"/>
              <a:gd name="connsiteX24" fmla="*/ 113708 w 243099"/>
              <a:gd name="connsiteY24" fmla="*/ 101945 h 274467"/>
              <a:gd name="connsiteX25" fmla="*/ 143115 w 243099"/>
              <a:gd name="connsiteY25" fmla="*/ 72538 h 274467"/>
              <a:gd name="connsiteX26" fmla="*/ 74498 w 243099"/>
              <a:gd name="connsiteY26" fmla="*/ 209771 h 274467"/>
              <a:gd name="connsiteX27" fmla="*/ 143115 w 243099"/>
              <a:gd name="connsiteY27" fmla="*/ 141155 h 274467"/>
              <a:gd name="connsiteX28" fmla="*/ 211732 w 243099"/>
              <a:gd name="connsiteY28" fmla="*/ 209771 h 274467"/>
              <a:gd name="connsiteX29" fmla="*/ 74498 w 243099"/>
              <a:gd name="connsiteY29" fmla="*/ 209771 h 274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243099" h="274467">
                <a:moveTo>
                  <a:pt x="223495" y="0"/>
                </a:moveTo>
                <a:lnTo>
                  <a:pt x="19605" y="0"/>
                </a:lnTo>
                <a:cubicBezTo>
                  <a:pt x="9802" y="0"/>
                  <a:pt x="0" y="9802"/>
                  <a:pt x="0" y="19605"/>
                </a:cubicBezTo>
                <a:lnTo>
                  <a:pt x="0" y="62735"/>
                </a:lnTo>
                <a:lnTo>
                  <a:pt x="37249" y="62735"/>
                </a:lnTo>
                <a:lnTo>
                  <a:pt x="37249" y="90182"/>
                </a:lnTo>
                <a:lnTo>
                  <a:pt x="0" y="90182"/>
                </a:lnTo>
                <a:lnTo>
                  <a:pt x="0" y="125471"/>
                </a:lnTo>
                <a:lnTo>
                  <a:pt x="37249" y="125471"/>
                </a:lnTo>
                <a:lnTo>
                  <a:pt x="37249" y="152917"/>
                </a:lnTo>
                <a:lnTo>
                  <a:pt x="0" y="152917"/>
                </a:lnTo>
                <a:lnTo>
                  <a:pt x="0" y="188206"/>
                </a:lnTo>
                <a:lnTo>
                  <a:pt x="37249" y="188206"/>
                </a:lnTo>
                <a:lnTo>
                  <a:pt x="37249" y="215653"/>
                </a:lnTo>
                <a:lnTo>
                  <a:pt x="0" y="215653"/>
                </a:lnTo>
                <a:lnTo>
                  <a:pt x="0" y="254862"/>
                </a:lnTo>
                <a:cubicBezTo>
                  <a:pt x="0" y="264665"/>
                  <a:pt x="9802" y="274467"/>
                  <a:pt x="19605" y="274467"/>
                </a:cubicBezTo>
                <a:lnTo>
                  <a:pt x="223495" y="274467"/>
                </a:lnTo>
                <a:cubicBezTo>
                  <a:pt x="233297" y="274467"/>
                  <a:pt x="243099" y="264665"/>
                  <a:pt x="243099" y="254862"/>
                </a:cubicBezTo>
                <a:lnTo>
                  <a:pt x="243099" y="19605"/>
                </a:lnTo>
                <a:cubicBezTo>
                  <a:pt x="243099" y="9802"/>
                  <a:pt x="233297" y="0"/>
                  <a:pt x="223495" y="0"/>
                </a:cubicBezTo>
                <a:close/>
                <a:moveTo>
                  <a:pt x="143115" y="72538"/>
                </a:moveTo>
                <a:cubicBezTo>
                  <a:pt x="158799" y="72538"/>
                  <a:pt x="172522" y="86261"/>
                  <a:pt x="172522" y="101945"/>
                </a:cubicBezTo>
                <a:cubicBezTo>
                  <a:pt x="172522" y="117629"/>
                  <a:pt x="158799" y="131352"/>
                  <a:pt x="143115" y="131352"/>
                </a:cubicBezTo>
                <a:cubicBezTo>
                  <a:pt x="127431" y="131352"/>
                  <a:pt x="113708" y="117629"/>
                  <a:pt x="113708" y="101945"/>
                </a:cubicBezTo>
                <a:cubicBezTo>
                  <a:pt x="113708" y="86261"/>
                  <a:pt x="125471" y="72538"/>
                  <a:pt x="143115" y="72538"/>
                </a:cubicBezTo>
                <a:close/>
                <a:moveTo>
                  <a:pt x="74498" y="209771"/>
                </a:moveTo>
                <a:cubicBezTo>
                  <a:pt x="74498" y="170562"/>
                  <a:pt x="103905" y="141155"/>
                  <a:pt x="143115" y="141155"/>
                </a:cubicBezTo>
                <a:cubicBezTo>
                  <a:pt x="182325" y="141155"/>
                  <a:pt x="211732" y="172522"/>
                  <a:pt x="211732" y="209771"/>
                </a:cubicBezTo>
                <a:lnTo>
                  <a:pt x="74498" y="209771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783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4" name="文本框 153"/>
          <p:cNvSpPr txBox="1"/>
          <p:nvPr/>
        </p:nvSpPr>
        <p:spPr>
          <a:xfrm>
            <a:off x="1711704" y="2174373"/>
            <a:ext cx="71365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9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企业通讯录</a:t>
            </a:r>
            <a:endParaRPr lang="zh-CN" altLang="en-US" sz="9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5" name="文本框 194"/>
          <p:cNvSpPr txBox="1"/>
          <p:nvPr/>
        </p:nvSpPr>
        <p:spPr>
          <a:xfrm>
            <a:off x="1567434" y="2301205"/>
            <a:ext cx="1002197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altLang="zh-CN" sz="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Corporate Directory</a:t>
            </a:r>
            <a:endParaRPr lang="en-GB" altLang="zh-CN" sz="6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6" name="任意多边形: 形状 34"/>
          <p:cNvSpPr/>
          <p:nvPr/>
        </p:nvSpPr>
        <p:spPr>
          <a:xfrm>
            <a:off x="1962150" y="2753360"/>
            <a:ext cx="266700" cy="203835"/>
          </a:xfrm>
          <a:custGeom>
            <a:avLst/>
            <a:gdLst>
              <a:gd name="connsiteX0" fmla="*/ 181901 w 266625"/>
              <a:gd name="connsiteY0" fmla="*/ 112853 h 203889"/>
              <a:gd name="connsiteX1" fmla="*/ 90950 w 266625"/>
              <a:gd name="connsiteY1" fmla="*/ 36700 h 203889"/>
              <a:gd name="connsiteX2" fmla="*/ 0 w 266625"/>
              <a:gd name="connsiteY2" fmla="*/ 112853 h 203889"/>
              <a:gd name="connsiteX3" fmla="*/ 22396 w 266625"/>
              <a:gd name="connsiteY3" fmla="*/ 162877 h 203889"/>
              <a:gd name="connsiteX4" fmla="*/ 22883 w 266625"/>
              <a:gd name="connsiteY4" fmla="*/ 194613 h 203889"/>
              <a:gd name="connsiteX5" fmla="*/ 21659 w 266625"/>
              <a:gd name="connsiteY5" fmla="*/ 206007 h 203889"/>
              <a:gd name="connsiteX6" fmla="*/ 31336 w 266625"/>
              <a:gd name="connsiteY6" fmla="*/ 199726 h 203889"/>
              <a:gd name="connsiteX7" fmla="*/ 60406 w 266625"/>
              <a:gd name="connsiteY7" fmla="*/ 184622 h 203889"/>
              <a:gd name="connsiteX8" fmla="*/ 90950 w 266625"/>
              <a:gd name="connsiteY8" fmla="*/ 189006 h 203889"/>
              <a:gd name="connsiteX9" fmla="*/ 181901 w 266625"/>
              <a:gd name="connsiteY9" fmla="*/ 112853 h 203889"/>
              <a:gd name="connsiteX10" fmla="*/ 44542 w 266625"/>
              <a:gd name="connsiteY10" fmla="*/ 125965 h 203889"/>
              <a:gd name="connsiteX11" fmla="*/ 33822 w 266625"/>
              <a:gd name="connsiteY11" fmla="*/ 115151 h 203889"/>
              <a:gd name="connsiteX12" fmla="*/ 44605 w 266625"/>
              <a:gd name="connsiteY12" fmla="*/ 104431 h 203889"/>
              <a:gd name="connsiteX13" fmla="*/ 55325 w 266625"/>
              <a:gd name="connsiteY13" fmla="*/ 115237 h 203889"/>
              <a:gd name="connsiteX14" fmla="*/ 44542 w 266625"/>
              <a:gd name="connsiteY14" fmla="*/ 125965 h 203889"/>
              <a:gd name="connsiteX15" fmla="*/ 90739 w 266625"/>
              <a:gd name="connsiteY15" fmla="*/ 125965 h 203889"/>
              <a:gd name="connsiteX16" fmla="*/ 80011 w 266625"/>
              <a:gd name="connsiteY16" fmla="*/ 115151 h 203889"/>
              <a:gd name="connsiteX17" fmla="*/ 90794 w 266625"/>
              <a:gd name="connsiteY17" fmla="*/ 104431 h 203889"/>
              <a:gd name="connsiteX18" fmla="*/ 101521 w 266625"/>
              <a:gd name="connsiteY18" fmla="*/ 115237 h 203889"/>
              <a:gd name="connsiteX19" fmla="*/ 90739 w 266625"/>
              <a:gd name="connsiteY19" fmla="*/ 125965 h 203889"/>
              <a:gd name="connsiteX20" fmla="*/ 136896 w 266625"/>
              <a:gd name="connsiteY20" fmla="*/ 125965 h 203889"/>
              <a:gd name="connsiteX21" fmla="*/ 126176 w 266625"/>
              <a:gd name="connsiteY21" fmla="*/ 115151 h 203889"/>
              <a:gd name="connsiteX22" fmla="*/ 136959 w 266625"/>
              <a:gd name="connsiteY22" fmla="*/ 104431 h 203889"/>
              <a:gd name="connsiteX23" fmla="*/ 147679 w 266625"/>
              <a:gd name="connsiteY23" fmla="*/ 115237 h 203889"/>
              <a:gd name="connsiteX24" fmla="*/ 136896 w 266625"/>
              <a:gd name="connsiteY24" fmla="*/ 125965 h 203889"/>
              <a:gd name="connsiteX25" fmla="*/ 262736 w 266625"/>
              <a:gd name="connsiteY25" fmla="*/ 27298 h 203889"/>
              <a:gd name="connsiteX26" fmla="*/ 247146 w 266625"/>
              <a:gd name="connsiteY26" fmla="*/ 27298 h 203889"/>
              <a:gd name="connsiteX27" fmla="*/ 247146 w 266625"/>
              <a:gd name="connsiteY27" fmla="*/ 11700 h 203889"/>
              <a:gd name="connsiteX28" fmla="*/ 235446 w 266625"/>
              <a:gd name="connsiteY28" fmla="*/ 0 h 203889"/>
              <a:gd name="connsiteX29" fmla="*/ 223745 w 266625"/>
              <a:gd name="connsiteY29" fmla="*/ 11700 h 203889"/>
              <a:gd name="connsiteX30" fmla="*/ 223745 w 266625"/>
              <a:gd name="connsiteY30" fmla="*/ 27298 h 203889"/>
              <a:gd name="connsiteX31" fmla="*/ 208148 w 266625"/>
              <a:gd name="connsiteY31" fmla="*/ 27298 h 203889"/>
              <a:gd name="connsiteX32" fmla="*/ 196448 w 266625"/>
              <a:gd name="connsiteY32" fmla="*/ 38998 h 203889"/>
              <a:gd name="connsiteX33" fmla="*/ 208148 w 266625"/>
              <a:gd name="connsiteY33" fmla="*/ 50698 h 203889"/>
              <a:gd name="connsiteX34" fmla="*/ 223745 w 266625"/>
              <a:gd name="connsiteY34" fmla="*/ 50698 h 203889"/>
              <a:gd name="connsiteX35" fmla="*/ 223745 w 266625"/>
              <a:gd name="connsiteY35" fmla="*/ 66288 h 203889"/>
              <a:gd name="connsiteX36" fmla="*/ 235446 w 266625"/>
              <a:gd name="connsiteY36" fmla="*/ 77988 h 203889"/>
              <a:gd name="connsiteX37" fmla="*/ 247146 w 266625"/>
              <a:gd name="connsiteY37" fmla="*/ 66288 h 203889"/>
              <a:gd name="connsiteX38" fmla="*/ 247146 w 266625"/>
              <a:gd name="connsiteY38" fmla="*/ 50698 h 203889"/>
              <a:gd name="connsiteX39" fmla="*/ 262736 w 266625"/>
              <a:gd name="connsiteY39" fmla="*/ 50698 h 203889"/>
              <a:gd name="connsiteX40" fmla="*/ 274436 w 266625"/>
              <a:gd name="connsiteY40" fmla="*/ 38998 h 203889"/>
              <a:gd name="connsiteX41" fmla="*/ 262736 w 266625"/>
              <a:gd name="connsiteY41" fmla="*/ 27298 h 203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266625" h="203889">
                <a:moveTo>
                  <a:pt x="181901" y="112853"/>
                </a:moveTo>
                <a:cubicBezTo>
                  <a:pt x="181901" y="70852"/>
                  <a:pt x="141099" y="36700"/>
                  <a:pt x="90950" y="36700"/>
                </a:cubicBezTo>
                <a:cubicBezTo>
                  <a:pt x="40802" y="36700"/>
                  <a:pt x="0" y="70852"/>
                  <a:pt x="0" y="112853"/>
                </a:cubicBezTo>
                <a:cubicBezTo>
                  <a:pt x="0" y="131383"/>
                  <a:pt x="8030" y="149240"/>
                  <a:pt x="22396" y="162877"/>
                </a:cubicBezTo>
                <a:cubicBezTo>
                  <a:pt x="24169" y="165629"/>
                  <a:pt x="24420" y="180458"/>
                  <a:pt x="22883" y="194613"/>
                </a:cubicBezTo>
                <a:lnTo>
                  <a:pt x="21659" y="206007"/>
                </a:lnTo>
                <a:lnTo>
                  <a:pt x="31336" y="199726"/>
                </a:lnTo>
                <a:cubicBezTo>
                  <a:pt x="42401" y="192558"/>
                  <a:pt x="56517" y="184897"/>
                  <a:pt x="60406" y="184622"/>
                </a:cubicBezTo>
                <a:cubicBezTo>
                  <a:pt x="70185" y="187532"/>
                  <a:pt x="80474" y="189006"/>
                  <a:pt x="90950" y="189006"/>
                </a:cubicBezTo>
                <a:cubicBezTo>
                  <a:pt x="141099" y="189006"/>
                  <a:pt x="181901" y="154847"/>
                  <a:pt x="181901" y="112853"/>
                </a:cubicBezTo>
                <a:close/>
                <a:moveTo>
                  <a:pt x="44542" y="125965"/>
                </a:moveTo>
                <a:cubicBezTo>
                  <a:pt x="38598" y="125933"/>
                  <a:pt x="33822" y="121095"/>
                  <a:pt x="33822" y="115151"/>
                </a:cubicBezTo>
                <a:cubicBezTo>
                  <a:pt x="33853" y="109207"/>
                  <a:pt x="38692" y="104399"/>
                  <a:pt x="44605" y="104431"/>
                </a:cubicBezTo>
                <a:cubicBezTo>
                  <a:pt x="50549" y="104454"/>
                  <a:pt x="55356" y="109301"/>
                  <a:pt x="55325" y="115237"/>
                </a:cubicBezTo>
                <a:cubicBezTo>
                  <a:pt x="55325" y="121181"/>
                  <a:pt x="50486" y="125996"/>
                  <a:pt x="44542" y="125965"/>
                </a:cubicBezTo>
                <a:close/>
                <a:moveTo>
                  <a:pt x="90739" y="125965"/>
                </a:moveTo>
                <a:cubicBezTo>
                  <a:pt x="84795" y="125933"/>
                  <a:pt x="80011" y="121095"/>
                  <a:pt x="80011" y="115151"/>
                </a:cubicBezTo>
                <a:cubicBezTo>
                  <a:pt x="80042" y="109207"/>
                  <a:pt x="84889" y="104399"/>
                  <a:pt x="90794" y="104431"/>
                </a:cubicBezTo>
                <a:cubicBezTo>
                  <a:pt x="96738" y="104454"/>
                  <a:pt x="101553" y="109301"/>
                  <a:pt x="101521" y="115237"/>
                </a:cubicBezTo>
                <a:cubicBezTo>
                  <a:pt x="101490" y="121181"/>
                  <a:pt x="96651" y="125996"/>
                  <a:pt x="90739" y="125965"/>
                </a:cubicBezTo>
                <a:close/>
                <a:moveTo>
                  <a:pt x="136896" y="125965"/>
                </a:moveTo>
                <a:cubicBezTo>
                  <a:pt x="130960" y="125933"/>
                  <a:pt x="126176" y="121095"/>
                  <a:pt x="126176" y="115151"/>
                </a:cubicBezTo>
                <a:cubicBezTo>
                  <a:pt x="126208" y="109207"/>
                  <a:pt x="131046" y="104399"/>
                  <a:pt x="136959" y="104431"/>
                </a:cubicBezTo>
                <a:cubicBezTo>
                  <a:pt x="142903" y="104454"/>
                  <a:pt x="147710" y="109301"/>
                  <a:pt x="147679" y="115237"/>
                </a:cubicBezTo>
                <a:cubicBezTo>
                  <a:pt x="147679" y="121181"/>
                  <a:pt x="142841" y="125996"/>
                  <a:pt x="136896" y="125965"/>
                </a:cubicBezTo>
                <a:close/>
                <a:moveTo>
                  <a:pt x="262736" y="27298"/>
                </a:moveTo>
                <a:lnTo>
                  <a:pt x="247146" y="27298"/>
                </a:lnTo>
                <a:lnTo>
                  <a:pt x="247146" y="11700"/>
                </a:lnTo>
                <a:cubicBezTo>
                  <a:pt x="247146" y="5238"/>
                  <a:pt x="241907" y="0"/>
                  <a:pt x="235446" y="0"/>
                </a:cubicBezTo>
                <a:cubicBezTo>
                  <a:pt x="228984" y="0"/>
                  <a:pt x="223745" y="5238"/>
                  <a:pt x="223745" y="11700"/>
                </a:cubicBezTo>
                <a:lnTo>
                  <a:pt x="223745" y="27298"/>
                </a:lnTo>
                <a:lnTo>
                  <a:pt x="208148" y="27298"/>
                </a:lnTo>
                <a:cubicBezTo>
                  <a:pt x="201686" y="27298"/>
                  <a:pt x="196448" y="32536"/>
                  <a:pt x="196448" y="38998"/>
                </a:cubicBezTo>
                <a:cubicBezTo>
                  <a:pt x="196448" y="45460"/>
                  <a:pt x="201686" y="50698"/>
                  <a:pt x="208148" y="50698"/>
                </a:cubicBezTo>
                <a:lnTo>
                  <a:pt x="223745" y="50698"/>
                </a:lnTo>
                <a:lnTo>
                  <a:pt x="223745" y="66288"/>
                </a:lnTo>
                <a:cubicBezTo>
                  <a:pt x="223745" y="72750"/>
                  <a:pt x="228984" y="77988"/>
                  <a:pt x="235446" y="77988"/>
                </a:cubicBezTo>
                <a:cubicBezTo>
                  <a:pt x="241907" y="77988"/>
                  <a:pt x="247146" y="72750"/>
                  <a:pt x="247146" y="66288"/>
                </a:cubicBezTo>
                <a:lnTo>
                  <a:pt x="247146" y="50698"/>
                </a:lnTo>
                <a:lnTo>
                  <a:pt x="262736" y="50698"/>
                </a:lnTo>
                <a:cubicBezTo>
                  <a:pt x="269197" y="50698"/>
                  <a:pt x="274436" y="45460"/>
                  <a:pt x="274436" y="38998"/>
                </a:cubicBezTo>
                <a:cubicBezTo>
                  <a:pt x="274436" y="32536"/>
                  <a:pt x="269197" y="27298"/>
                  <a:pt x="262736" y="27298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783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5" name="文本框 154"/>
          <p:cNvSpPr txBox="1"/>
          <p:nvPr/>
        </p:nvSpPr>
        <p:spPr>
          <a:xfrm>
            <a:off x="1758315" y="2937510"/>
            <a:ext cx="607695" cy="2311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及时沟通</a:t>
            </a:r>
            <a:endParaRPr lang="zh-CN" altLang="en-US" sz="9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9" name="任意多边形: 形状 35"/>
          <p:cNvSpPr/>
          <p:nvPr/>
        </p:nvSpPr>
        <p:spPr>
          <a:xfrm>
            <a:off x="1962150" y="3515995"/>
            <a:ext cx="200660" cy="189865"/>
          </a:xfrm>
          <a:custGeom>
            <a:avLst/>
            <a:gdLst>
              <a:gd name="connsiteX0" fmla="*/ 238002 w 282309"/>
              <a:gd name="connsiteY0" fmla="*/ 179439 h 266625"/>
              <a:gd name="connsiteX1" fmla="*/ 197295 w 282309"/>
              <a:gd name="connsiteY1" fmla="*/ 204737 h 266625"/>
              <a:gd name="connsiteX2" fmla="*/ 107780 w 282309"/>
              <a:gd name="connsiteY2" fmla="*/ 166664 h 266625"/>
              <a:gd name="connsiteX3" fmla="*/ 115872 w 282309"/>
              <a:gd name="connsiteY3" fmla="*/ 137971 h 266625"/>
              <a:gd name="connsiteX4" fmla="*/ 114304 w 282309"/>
              <a:gd name="connsiteY4" fmla="*/ 124930 h 266625"/>
              <a:gd name="connsiteX5" fmla="*/ 171456 w 282309"/>
              <a:gd name="connsiteY5" fmla="*/ 80591 h 266625"/>
              <a:gd name="connsiteX6" fmla="*/ 199389 w 282309"/>
              <a:gd name="connsiteY6" fmla="*/ 89719 h 266625"/>
              <a:gd name="connsiteX7" fmla="*/ 244535 w 282309"/>
              <a:gd name="connsiteY7" fmla="*/ 44864 h 266625"/>
              <a:gd name="connsiteX8" fmla="*/ 199389 w 282309"/>
              <a:gd name="connsiteY8" fmla="*/ 0 h 266625"/>
              <a:gd name="connsiteX9" fmla="*/ 154502 w 282309"/>
              <a:gd name="connsiteY9" fmla="*/ 44864 h 266625"/>
              <a:gd name="connsiteX10" fmla="*/ 157889 w 282309"/>
              <a:gd name="connsiteY10" fmla="*/ 62594 h 266625"/>
              <a:gd name="connsiteX11" fmla="*/ 105168 w 282309"/>
              <a:gd name="connsiteY11" fmla="*/ 103019 h 266625"/>
              <a:gd name="connsiteX12" fmla="*/ 57936 w 282309"/>
              <a:gd name="connsiteY12" fmla="*/ 76412 h 266625"/>
              <a:gd name="connsiteX13" fmla="*/ 0 w 282309"/>
              <a:gd name="connsiteY13" fmla="*/ 134058 h 266625"/>
              <a:gd name="connsiteX14" fmla="*/ 0 w 282309"/>
              <a:gd name="connsiteY14" fmla="*/ 134317 h 266625"/>
              <a:gd name="connsiteX15" fmla="*/ 57685 w 282309"/>
              <a:gd name="connsiteY15" fmla="*/ 192221 h 266625"/>
              <a:gd name="connsiteX16" fmla="*/ 57936 w 282309"/>
              <a:gd name="connsiteY16" fmla="*/ 192221 h 266625"/>
              <a:gd name="connsiteX17" fmla="*/ 90292 w 282309"/>
              <a:gd name="connsiteY17" fmla="*/ 183360 h 266625"/>
              <a:gd name="connsiteX18" fmla="*/ 193123 w 282309"/>
              <a:gd name="connsiteY18" fmla="*/ 227173 h 266625"/>
              <a:gd name="connsiteX19" fmla="*/ 238002 w 282309"/>
              <a:gd name="connsiteY19" fmla="*/ 269425 h 266625"/>
              <a:gd name="connsiteX20" fmla="*/ 282897 w 282309"/>
              <a:gd name="connsiteY20" fmla="*/ 224561 h 266625"/>
              <a:gd name="connsiteX21" fmla="*/ 238010 w 282309"/>
              <a:gd name="connsiteY21" fmla="*/ 179439 h 266625"/>
              <a:gd name="connsiteX22" fmla="*/ 238002 w 282309"/>
              <a:gd name="connsiteY22" fmla="*/ 179439 h 266625"/>
              <a:gd name="connsiteX23" fmla="*/ 238002 w 282309"/>
              <a:gd name="connsiteY23" fmla="*/ 179439 h 266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282309" h="266625">
                <a:moveTo>
                  <a:pt x="238002" y="179439"/>
                </a:moveTo>
                <a:cubicBezTo>
                  <a:pt x="219488" y="179439"/>
                  <a:pt x="204345" y="189351"/>
                  <a:pt x="197295" y="204737"/>
                </a:cubicBezTo>
                <a:lnTo>
                  <a:pt x="107780" y="166664"/>
                </a:lnTo>
                <a:cubicBezTo>
                  <a:pt x="113002" y="158579"/>
                  <a:pt x="115872" y="148659"/>
                  <a:pt x="115872" y="137971"/>
                </a:cubicBezTo>
                <a:cubicBezTo>
                  <a:pt x="115872" y="133540"/>
                  <a:pt x="115347" y="129109"/>
                  <a:pt x="114304" y="124930"/>
                </a:cubicBezTo>
                <a:lnTo>
                  <a:pt x="171456" y="80591"/>
                </a:lnTo>
                <a:cubicBezTo>
                  <a:pt x="179031" y="86324"/>
                  <a:pt x="188685" y="89719"/>
                  <a:pt x="199389" y="89719"/>
                </a:cubicBezTo>
                <a:cubicBezTo>
                  <a:pt x="225220" y="89719"/>
                  <a:pt x="244535" y="70413"/>
                  <a:pt x="244535" y="44864"/>
                </a:cubicBezTo>
                <a:cubicBezTo>
                  <a:pt x="244535" y="19299"/>
                  <a:pt x="225220" y="0"/>
                  <a:pt x="199389" y="0"/>
                </a:cubicBezTo>
                <a:cubicBezTo>
                  <a:pt x="173550" y="0"/>
                  <a:pt x="154502" y="19299"/>
                  <a:pt x="154502" y="44864"/>
                </a:cubicBezTo>
                <a:cubicBezTo>
                  <a:pt x="154502" y="51380"/>
                  <a:pt x="155803" y="57379"/>
                  <a:pt x="157889" y="62594"/>
                </a:cubicBezTo>
                <a:lnTo>
                  <a:pt x="105168" y="103019"/>
                </a:lnTo>
                <a:cubicBezTo>
                  <a:pt x="94731" y="87367"/>
                  <a:pt x="77510" y="76412"/>
                  <a:pt x="57936" y="76412"/>
                </a:cubicBezTo>
                <a:cubicBezTo>
                  <a:pt x="26020" y="76333"/>
                  <a:pt x="79" y="102141"/>
                  <a:pt x="0" y="134058"/>
                </a:cubicBezTo>
                <a:cubicBezTo>
                  <a:pt x="0" y="134144"/>
                  <a:pt x="0" y="134230"/>
                  <a:pt x="0" y="134317"/>
                </a:cubicBezTo>
                <a:cubicBezTo>
                  <a:pt x="-63" y="166233"/>
                  <a:pt x="25769" y="192158"/>
                  <a:pt x="57685" y="192221"/>
                </a:cubicBezTo>
                <a:lnTo>
                  <a:pt x="57936" y="192221"/>
                </a:lnTo>
                <a:cubicBezTo>
                  <a:pt x="69942" y="192221"/>
                  <a:pt x="81156" y="189100"/>
                  <a:pt x="90292" y="183360"/>
                </a:cubicBezTo>
                <a:lnTo>
                  <a:pt x="193123" y="227173"/>
                </a:lnTo>
                <a:cubicBezTo>
                  <a:pt x="194433" y="251428"/>
                  <a:pt x="213222" y="269425"/>
                  <a:pt x="238002" y="269425"/>
                </a:cubicBezTo>
                <a:cubicBezTo>
                  <a:pt x="263849" y="269425"/>
                  <a:pt x="282897" y="250126"/>
                  <a:pt x="282897" y="224561"/>
                </a:cubicBezTo>
                <a:cubicBezTo>
                  <a:pt x="282897" y="199004"/>
                  <a:pt x="263583" y="179439"/>
                  <a:pt x="238010" y="179439"/>
                </a:cubicBezTo>
                <a:lnTo>
                  <a:pt x="238002" y="179439"/>
                </a:lnTo>
                <a:lnTo>
                  <a:pt x="238002" y="179439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783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6" name="文本框 155"/>
          <p:cNvSpPr txBox="1"/>
          <p:nvPr/>
        </p:nvSpPr>
        <p:spPr>
          <a:xfrm>
            <a:off x="1758315" y="3726180"/>
            <a:ext cx="607695" cy="2311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分享协作</a:t>
            </a:r>
            <a:endParaRPr lang="zh-CN" altLang="en-US" sz="9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9" name="任意多边形: 形状 36"/>
          <p:cNvSpPr/>
          <p:nvPr/>
        </p:nvSpPr>
        <p:spPr>
          <a:xfrm>
            <a:off x="1972945" y="4305300"/>
            <a:ext cx="179070" cy="210820"/>
          </a:xfrm>
          <a:custGeom>
            <a:avLst/>
            <a:gdLst>
              <a:gd name="connsiteX0" fmla="*/ 19754 w 266625"/>
              <a:gd name="connsiteY0" fmla="*/ 0 h 313676"/>
              <a:gd name="connsiteX1" fmla="*/ 188528 w 266625"/>
              <a:gd name="connsiteY1" fmla="*/ 0 h 313676"/>
              <a:gd name="connsiteX2" fmla="*/ 188433 w 266625"/>
              <a:gd name="connsiteY2" fmla="*/ 13998 h 313676"/>
              <a:gd name="connsiteX3" fmla="*/ 188441 w 266625"/>
              <a:gd name="connsiteY3" fmla="*/ 76945 h 313676"/>
              <a:gd name="connsiteX4" fmla="*/ 215057 w 266625"/>
              <a:gd name="connsiteY4" fmla="*/ 56501 h 313676"/>
              <a:gd name="connsiteX5" fmla="*/ 241821 w 266625"/>
              <a:gd name="connsiteY5" fmla="*/ 77023 h 313676"/>
              <a:gd name="connsiteX6" fmla="*/ 241821 w 266625"/>
              <a:gd name="connsiteY6" fmla="*/ 12610 h 313676"/>
              <a:gd name="connsiteX7" fmla="*/ 241766 w 266625"/>
              <a:gd name="connsiteY7" fmla="*/ 0 h 313676"/>
              <a:gd name="connsiteX8" fmla="*/ 249106 w 266625"/>
              <a:gd name="connsiteY8" fmla="*/ 0 h 313676"/>
              <a:gd name="connsiteX9" fmla="*/ 263034 w 266625"/>
              <a:gd name="connsiteY9" fmla="*/ 6485 h 313676"/>
              <a:gd name="connsiteX10" fmla="*/ 268868 w 266625"/>
              <a:gd name="connsiteY10" fmla="*/ 19746 h 313676"/>
              <a:gd name="connsiteX11" fmla="*/ 268868 w 266625"/>
              <a:gd name="connsiteY11" fmla="*/ 293923 h 313676"/>
              <a:gd name="connsiteX12" fmla="*/ 262375 w 266625"/>
              <a:gd name="connsiteY12" fmla="*/ 307842 h 313676"/>
              <a:gd name="connsiteX13" fmla="*/ 249114 w 266625"/>
              <a:gd name="connsiteY13" fmla="*/ 313677 h 313676"/>
              <a:gd name="connsiteX14" fmla="*/ 191084 w 266625"/>
              <a:gd name="connsiteY14" fmla="*/ 313677 h 313676"/>
              <a:gd name="connsiteX15" fmla="*/ 151600 w 266625"/>
              <a:gd name="connsiteY15" fmla="*/ 266037 h 313676"/>
              <a:gd name="connsiteX16" fmla="*/ 136904 w 266625"/>
              <a:gd name="connsiteY16" fmla="*/ 259622 h 313676"/>
              <a:gd name="connsiteX17" fmla="*/ 119244 w 266625"/>
              <a:gd name="connsiteY17" fmla="*/ 264226 h 313676"/>
              <a:gd name="connsiteX18" fmla="*/ 114555 w 266625"/>
              <a:gd name="connsiteY18" fmla="*/ 269299 h 313676"/>
              <a:gd name="connsiteX19" fmla="*/ 77776 w 266625"/>
              <a:gd name="connsiteY19" fmla="*/ 313677 h 313676"/>
              <a:gd name="connsiteX20" fmla="*/ 19746 w 266625"/>
              <a:gd name="connsiteY20" fmla="*/ 313677 h 313676"/>
              <a:gd name="connsiteX21" fmla="*/ 5497 w 266625"/>
              <a:gd name="connsiteY21" fmla="*/ 306831 h 313676"/>
              <a:gd name="connsiteX22" fmla="*/ 0 w 266625"/>
              <a:gd name="connsiteY22" fmla="*/ 293923 h 313676"/>
              <a:gd name="connsiteX23" fmla="*/ 0 w 266625"/>
              <a:gd name="connsiteY23" fmla="*/ 19762 h 313676"/>
              <a:gd name="connsiteX24" fmla="*/ 5662 w 266625"/>
              <a:gd name="connsiteY24" fmla="*/ 6666 h 313676"/>
              <a:gd name="connsiteX25" fmla="*/ 19754 w 266625"/>
              <a:gd name="connsiteY25" fmla="*/ 0 h 313676"/>
              <a:gd name="connsiteX26" fmla="*/ 126561 w 266625"/>
              <a:gd name="connsiteY26" fmla="*/ 70648 h 313676"/>
              <a:gd name="connsiteX27" fmla="*/ 97342 w 266625"/>
              <a:gd name="connsiteY27" fmla="*/ 79846 h 313676"/>
              <a:gd name="connsiteX28" fmla="*/ 70154 w 266625"/>
              <a:gd name="connsiteY28" fmla="*/ 105521 h 313676"/>
              <a:gd name="connsiteX29" fmla="*/ 58603 w 266625"/>
              <a:gd name="connsiteY29" fmla="*/ 140033 h 313676"/>
              <a:gd name="connsiteX30" fmla="*/ 63339 w 266625"/>
              <a:gd name="connsiteY30" fmla="*/ 173267 h 313676"/>
              <a:gd name="connsiteX31" fmla="*/ 86645 w 266625"/>
              <a:gd name="connsiteY31" fmla="*/ 205293 h 313676"/>
              <a:gd name="connsiteX32" fmla="*/ 120765 w 266625"/>
              <a:gd name="connsiteY32" fmla="*/ 220883 h 313676"/>
              <a:gd name="connsiteX33" fmla="*/ 162688 w 266625"/>
              <a:gd name="connsiteY33" fmla="*/ 216586 h 313676"/>
              <a:gd name="connsiteX34" fmla="*/ 194487 w 266625"/>
              <a:gd name="connsiteY34" fmla="*/ 192378 h 313676"/>
              <a:gd name="connsiteX35" fmla="*/ 209661 w 266625"/>
              <a:gd name="connsiteY35" fmla="*/ 155105 h 313676"/>
              <a:gd name="connsiteX36" fmla="*/ 202972 w 266625"/>
              <a:gd name="connsiteY36" fmla="*/ 113849 h 313676"/>
              <a:gd name="connsiteX37" fmla="*/ 177847 w 266625"/>
              <a:gd name="connsiteY37" fmla="*/ 84034 h 313676"/>
              <a:gd name="connsiteX38" fmla="*/ 126561 w 266625"/>
              <a:gd name="connsiteY38" fmla="*/ 70648 h 313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266625" h="313676">
                <a:moveTo>
                  <a:pt x="19754" y="0"/>
                </a:moveTo>
                <a:lnTo>
                  <a:pt x="188528" y="0"/>
                </a:lnTo>
                <a:cubicBezTo>
                  <a:pt x="188300" y="4658"/>
                  <a:pt x="188496" y="9332"/>
                  <a:pt x="188433" y="13998"/>
                </a:cubicBezTo>
                <a:cubicBezTo>
                  <a:pt x="188433" y="34983"/>
                  <a:pt x="188410" y="55968"/>
                  <a:pt x="188441" y="76945"/>
                </a:cubicBezTo>
                <a:cubicBezTo>
                  <a:pt x="197311" y="70122"/>
                  <a:pt x="206195" y="63331"/>
                  <a:pt x="215057" y="56501"/>
                </a:cubicBezTo>
                <a:cubicBezTo>
                  <a:pt x="223997" y="63324"/>
                  <a:pt x="232897" y="70193"/>
                  <a:pt x="241821" y="77023"/>
                </a:cubicBezTo>
                <a:lnTo>
                  <a:pt x="241821" y="12610"/>
                </a:lnTo>
                <a:cubicBezTo>
                  <a:pt x="241790" y="8406"/>
                  <a:pt x="241900" y="4203"/>
                  <a:pt x="241766" y="0"/>
                </a:cubicBezTo>
                <a:lnTo>
                  <a:pt x="249106" y="0"/>
                </a:lnTo>
                <a:cubicBezTo>
                  <a:pt x="254337" y="369"/>
                  <a:pt x="259426" y="2658"/>
                  <a:pt x="263034" y="6485"/>
                </a:cubicBezTo>
                <a:cubicBezTo>
                  <a:pt x="266476" y="10030"/>
                  <a:pt x="268507" y="14829"/>
                  <a:pt x="268868" y="19746"/>
                </a:cubicBezTo>
                <a:lnTo>
                  <a:pt x="268868" y="293923"/>
                </a:lnTo>
                <a:cubicBezTo>
                  <a:pt x="268492" y="299154"/>
                  <a:pt x="266202" y="304235"/>
                  <a:pt x="262375" y="307842"/>
                </a:cubicBezTo>
                <a:cubicBezTo>
                  <a:pt x="258830" y="311293"/>
                  <a:pt x="254031" y="313316"/>
                  <a:pt x="249114" y="313677"/>
                </a:cubicBezTo>
                <a:lnTo>
                  <a:pt x="191084" y="313677"/>
                </a:lnTo>
                <a:cubicBezTo>
                  <a:pt x="177925" y="297797"/>
                  <a:pt x="164759" y="281917"/>
                  <a:pt x="151600" y="266037"/>
                </a:cubicBezTo>
                <a:cubicBezTo>
                  <a:pt x="147812" y="262030"/>
                  <a:pt x="142292" y="260093"/>
                  <a:pt x="136904" y="259622"/>
                </a:cubicBezTo>
                <a:cubicBezTo>
                  <a:pt x="130748" y="259128"/>
                  <a:pt x="124232" y="260446"/>
                  <a:pt x="119244" y="264226"/>
                </a:cubicBezTo>
                <a:cubicBezTo>
                  <a:pt x="117362" y="265590"/>
                  <a:pt x="116053" y="267551"/>
                  <a:pt x="114555" y="269299"/>
                </a:cubicBezTo>
                <a:cubicBezTo>
                  <a:pt x="102298" y="284089"/>
                  <a:pt x="90033" y="298879"/>
                  <a:pt x="77776" y="313677"/>
                </a:cubicBezTo>
                <a:lnTo>
                  <a:pt x="19746" y="313677"/>
                </a:lnTo>
                <a:cubicBezTo>
                  <a:pt x="14359" y="313292"/>
                  <a:pt x="9120" y="310861"/>
                  <a:pt x="5497" y="306831"/>
                </a:cubicBezTo>
                <a:cubicBezTo>
                  <a:pt x="2243" y="303325"/>
                  <a:pt x="353" y="298675"/>
                  <a:pt x="0" y="293923"/>
                </a:cubicBezTo>
                <a:lnTo>
                  <a:pt x="0" y="19762"/>
                </a:lnTo>
                <a:cubicBezTo>
                  <a:pt x="353" y="14923"/>
                  <a:pt x="2313" y="10194"/>
                  <a:pt x="5662" y="6666"/>
                </a:cubicBezTo>
                <a:cubicBezTo>
                  <a:pt x="9277" y="2737"/>
                  <a:pt x="14437" y="376"/>
                  <a:pt x="19754" y="0"/>
                </a:cubicBezTo>
                <a:close/>
                <a:moveTo>
                  <a:pt x="126561" y="70648"/>
                </a:moveTo>
                <a:cubicBezTo>
                  <a:pt x="116335" y="71683"/>
                  <a:pt x="106313" y="74812"/>
                  <a:pt x="97342" y="79846"/>
                </a:cubicBezTo>
                <a:cubicBezTo>
                  <a:pt x="86324" y="85955"/>
                  <a:pt x="76906" y="94887"/>
                  <a:pt x="70154" y="105521"/>
                </a:cubicBezTo>
                <a:cubicBezTo>
                  <a:pt x="63567" y="115856"/>
                  <a:pt x="59567" y="127816"/>
                  <a:pt x="58603" y="140033"/>
                </a:cubicBezTo>
                <a:cubicBezTo>
                  <a:pt x="57701" y="151278"/>
                  <a:pt x="59301" y="162728"/>
                  <a:pt x="63339" y="173267"/>
                </a:cubicBezTo>
                <a:cubicBezTo>
                  <a:pt x="68091" y="185759"/>
                  <a:pt x="76247" y="196910"/>
                  <a:pt x="86645" y="205293"/>
                </a:cubicBezTo>
                <a:cubicBezTo>
                  <a:pt x="96471" y="213237"/>
                  <a:pt x="108321" y="218656"/>
                  <a:pt x="120765" y="220883"/>
                </a:cubicBezTo>
                <a:cubicBezTo>
                  <a:pt x="134779" y="223409"/>
                  <a:pt x="149491" y="221942"/>
                  <a:pt x="162688" y="216586"/>
                </a:cubicBezTo>
                <a:cubicBezTo>
                  <a:pt x="175188" y="211536"/>
                  <a:pt x="186308" y="203090"/>
                  <a:pt x="194487" y="192378"/>
                </a:cubicBezTo>
                <a:cubicBezTo>
                  <a:pt x="202800" y="181634"/>
                  <a:pt x="208101" y="168601"/>
                  <a:pt x="209661" y="155105"/>
                </a:cubicBezTo>
                <a:cubicBezTo>
                  <a:pt x="211316" y="141092"/>
                  <a:pt x="209018" y="126616"/>
                  <a:pt x="202972" y="113849"/>
                </a:cubicBezTo>
                <a:cubicBezTo>
                  <a:pt x="197373" y="101961"/>
                  <a:pt x="188630" y="91554"/>
                  <a:pt x="177847" y="84034"/>
                </a:cubicBezTo>
                <a:cubicBezTo>
                  <a:pt x="163120" y="73557"/>
                  <a:pt x="144526" y="68774"/>
                  <a:pt x="126561" y="70648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783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7" name="文本框 156"/>
          <p:cNvSpPr txBox="1"/>
          <p:nvPr/>
        </p:nvSpPr>
        <p:spPr>
          <a:xfrm>
            <a:off x="1758315" y="4533265"/>
            <a:ext cx="607695" cy="2311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报表订阅</a:t>
            </a:r>
            <a:endParaRPr lang="zh-CN" altLang="en-US" sz="9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65" name="组合 164"/>
          <p:cNvGrpSpPr/>
          <p:nvPr/>
        </p:nvGrpSpPr>
        <p:grpSpPr>
          <a:xfrm rot="0">
            <a:off x="1969135" y="5112385"/>
            <a:ext cx="172720" cy="219710"/>
            <a:chOff x="2489551" y="5906076"/>
            <a:chExt cx="172522" cy="219574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131" name="任意多边形: 形状 42"/>
            <p:cNvSpPr/>
            <p:nvPr/>
          </p:nvSpPr>
          <p:spPr>
            <a:xfrm>
              <a:off x="2567970" y="6022261"/>
              <a:ext cx="94103" cy="101945"/>
            </a:xfrm>
            <a:custGeom>
              <a:avLst/>
              <a:gdLst>
                <a:gd name="connsiteX0" fmla="*/ 91492 w 94103"/>
                <a:gd name="connsiteY0" fmla="*/ 73314 h 101944"/>
                <a:gd name="connsiteX1" fmla="*/ 65354 w 94103"/>
                <a:gd name="connsiteY1" fmla="*/ 73314 h 101944"/>
                <a:gd name="connsiteX2" fmla="*/ 62853 w 94103"/>
                <a:gd name="connsiteY2" fmla="*/ 72820 h 101944"/>
                <a:gd name="connsiteX3" fmla="*/ 60736 w 94103"/>
                <a:gd name="connsiteY3" fmla="*/ 71401 h 101944"/>
                <a:gd name="connsiteX4" fmla="*/ 59316 w 94103"/>
                <a:gd name="connsiteY4" fmla="*/ 69284 h 101944"/>
                <a:gd name="connsiteX5" fmla="*/ 58814 w 94103"/>
                <a:gd name="connsiteY5" fmla="*/ 66782 h 101944"/>
                <a:gd name="connsiteX6" fmla="*/ 58814 w 94103"/>
                <a:gd name="connsiteY6" fmla="*/ 62861 h 101944"/>
                <a:gd name="connsiteX7" fmla="*/ 59936 w 94103"/>
                <a:gd name="connsiteY7" fmla="*/ 59238 h 101944"/>
                <a:gd name="connsiteX8" fmla="*/ 62869 w 94103"/>
                <a:gd name="connsiteY8" fmla="*/ 56846 h 101944"/>
                <a:gd name="connsiteX9" fmla="*/ 77956 w 94103"/>
                <a:gd name="connsiteY9" fmla="*/ 43742 h 101944"/>
                <a:gd name="connsiteX10" fmla="*/ 81195 w 94103"/>
                <a:gd name="connsiteY10" fmla="*/ 24028 h 101944"/>
                <a:gd name="connsiteX11" fmla="*/ 71079 w 94103"/>
                <a:gd name="connsiteY11" fmla="*/ 6791 h 101944"/>
                <a:gd name="connsiteX12" fmla="*/ 52282 w 94103"/>
                <a:gd name="connsiteY12" fmla="*/ 0 h 101944"/>
                <a:gd name="connsiteX13" fmla="*/ 33493 w 94103"/>
                <a:gd name="connsiteY13" fmla="*/ 6791 h 101944"/>
                <a:gd name="connsiteX14" fmla="*/ 23377 w 94103"/>
                <a:gd name="connsiteY14" fmla="*/ 24028 h 101944"/>
                <a:gd name="connsiteX15" fmla="*/ 26608 w 94103"/>
                <a:gd name="connsiteY15" fmla="*/ 43742 h 101944"/>
                <a:gd name="connsiteX16" fmla="*/ 41695 w 94103"/>
                <a:gd name="connsiteY16" fmla="*/ 56846 h 101944"/>
                <a:gd name="connsiteX17" fmla="*/ 44636 w 94103"/>
                <a:gd name="connsiteY17" fmla="*/ 59238 h 101944"/>
                <a:gd name="connsiteX18" fmla="*/ 45750 w 94103"/>
                <a:gd name="connsiteY18" fmla="*/ 62861 h 101944"/>
                <a:gd name="connsiteX19" fmla="*/ 45750 w 94103"/>
                <a:gd name="connsiteY19" fmla="*/ 66782 h 101944"/>
                <a:gd name="connsiteX20" fmla="*/ 45248 w 94103"/>
                <a:gd name="connsiteY20" fmla="*/ 69284 h 101944"/>
                <a:gd name="connsiteX21" fmla="*/ 43836 w 94103"/>
                <a:gd name="connsiteY21" fmla="*/ 71401 h 101944"/>
                <a:gd name="connsiteX22" fmla="*/ 41711 w 94103"/>
                <a:gd name="connsiteY22" fmla="*/ 72820 h 101944"/>
                <a:gd name="connsiteX23" fmla="*/ 39210 w 94103"/>
                <a:gd name="connsiteY23" fmla="*/ 73314 h 101944"/>
                <a:gd name="connsiteX24" fmla="*/ 6540 w 94103"/>
                <a:gd name="connsiteY24" fmla="*/ 73314 h 101944"/>
                <a:gd name="connsiteX25" fmla="*/ 4038 w 94103"/>
                <a:gd name="connsiteY25" fmla="*/ 73809 h 101944"/>
                <a:gd name="connsiteX26" fmla="*/ 1921 w 94103"/>
                <a:gd name="connsiteY26" fmla="*/ 75228 h 101944"/>
                <a:gd name="connsiteX27" fmla="*/ 502 w 94103"/>
                <a:gd name="connsiteY27" fmla="*/ 77345 h 101944"/>
                <a:gd name="connsiteX28" fmla="*/ 0 w 94103"/>
                <a:gd name="connsiteY28" fmla="*/ 79846 h 101944"/>
                <a:gd name="connsiteX29" fmla="*/ 0 w 94103"/>
                <a:gd name="connsiteY29" fmla="*/ 99451 h 101944"/>
                <a:gd name="connsiteX30" fmla="*/ 502 w 94103"/>
                <a:gd name="connsiteY30" fmla="*/ 101953 h 101944"/>
                <a:gd name="connsiteX31" fmla="*/ 1921 w 94103"/>
                <a:gd name="connsiteY31" fmla="*/ 104078 h 101944"/>
                <a:gd name="connsiteX32" fmla="*/ 4038 w 94103"/>
                <a:gd name="connsiteY32" fmla="*/ 105490 h 101944"/>
                <a:gd name="connsiteX33" fmla="*/ 6540 w 94103"/>
                <a:gd name="connsiteY33" fmla="*/ 105991 h 101944"/>
                <a:gd name="connsiteX34" fmla="*/ 91492 w 94103"/>
                <a:gd name="connsiteY34" fmla="*/ 105991 h 101944"/>
                <a:gd name="connsiteX35" fmla="*/ 96110 w 94103"/>
                <a:gd name="connsiteY35" fmla="*/ 104078 h 101944"/>
                <a:gd name="connsiteX36" fmla="*/ 98024 w 94103"/>
                <a:gd name="connsiteY36" fmla="*/ 99451 h 101944"/>
                <a:gd name="connsiteX37" fmla="*/ 98024 w 94103"/>
                <a:gd name="connsiteY37" fmla="*/ 79846 h 101944"/>
                <a:gd name="connsiteX38" fmla="*/ 96110 w 94103"/>
                <a:gd name="connsiteY38" fmla="*/ 75228 h 101944"/>
                <a:gd name="connsiteX39" fmla="*/ 91492 w 94103"/>
                <a:gd name="connsiteY39" fmla="*/ 73314 h 101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94103" h="101944">
                  <a:moveTo>
                    <a:pt x="91492" y="73314"/>
                  </a:moveTo>
                  <a:lnTo>
                    <a:pt x="65354" y="73314"/>
                  </a:lnTo>
                  <a:cubicBezTo>
                    <a:pt x="64492" y="73314"/>
                    <a:pt x="63645" y="73142"/>
                    <a:pt x="62853" y="72820"/>
                  </a:cubicBezTo>
                  <a:cubicBezTo>
                    <a:pt x="62061" y="72491"/>
                    <a:pt x="61339" y="72005"/>
                    <a:pt x="60736" y="71401"/>
                  </a:cubicBezTo>
                  <a:cubicBezTo>
                    <a:pt x="60124" y="70797"/>
                    <a:pt x="59646" y="70076"/>
                    <a:pt x="59316" y="69284"/>
                  </a:cubicBezTo>
                  <a:cubicBezTo>
                    <a:pt x="58987" y="68484"/>
                    <a:pt x="58814" y="67637"/>
                    <a:pt x="58814" y="66782"/>
                  </a:cubicBezTo>
                  <a:lnTo>
                    <a:pt x="58814" y="62861"/>
                  </a:lnTo>
                  <a:cubicBezTo>
                    <a:pt x="58822" y="61567"/>
                    <a:pt x="59214" y="60313"/>
                    <a:pt x="59936" y="59238"/>
                  </a:cubicBezTo>
                  <a:cubicBezTo>
                    <a:pt x="60657" y="58172"/>
                    <a:pt x="61677" y="57333"/>
                    <a:pt x="62869" y="56846"/>
                  </a:cubicBezTo>
                  <a:cubicBezTo>
                    <a:pt x="69275" y="54376"/>
                    <a:pt x="74616" y="49741"/>
                    <a:pt x="77956" y="43742"/>
                  </a:cubicBezTo>
                  <a:cubicBezTo>
                    <a:pt x="81305" y="37751"/>
                    <a:pt x="82450" y="30772"/>
                    <a:pt x="81195" y="24028"/>
                  </a:cubicBezTo>
                  <a:cubicBezTo>
                    <a:pt x="79933" y="17276"/>
                    <a:pt x="76357" y="11183"/>
                    <a:pt x="71079" y="6791"/>
                  </a:cubicBezTo>
                  <a:cubicBezTo>
                    <a:pt x="65794" y="2408"/>
                    <a:pt x="59152" y="0"/>
                    <a:pt x="52282" y="0"/>
                  </a:cubicBezTo>
                  <a:cubicBezTo>
                    <a:pt x="45420" y="0"/>
                    <a:pt x="38770" y="2408"/>
                    <a:pt x="33493" y="6791"/>
                  </a:cubicBezTo>
                  <a:cubicBezTo>
                    <a:pt x="28207" y="11183"/>
                    <a:pt x="24631" y="17276"/>
                    <a:pt x="23377" y="24028"/>
                  </a:cubicBezTo>
                  <a:cubicBezTo>
                    <a:pt x="22114" y="30772"/>
                    <a:pt x="23259" y="37751"/>
                    <a:pt x="26608" y="43742"/>
                  </a:cubicBezTo>
                  <a:cubicBezTo>
                    <a:pt x="29956" y="49741"/>
                    <a:pt x="35289" y="54376"/>
                    <a:pt x="41695" y="56846"/>
                  </a:cubicBezTo>
                  <a:cubicBezTo>
                    <a:pt x="42887" y="57333"/>
                    <a:pt x="43915" y="58172"/>
                    <a:pt x="44636" y="59238"/>
                  </a:cubicBezTo>
                  <a:cubicBezTo>
                    <a:pt x="45358" y="60313"/>
                    <a:pt x="45742" y="61567"/>
                    <a:pt x="45750" y="62861"/>
                  </a:cubicBezTo>
                  <a:lnTo>
                    <a:pt x="45750" y="66782"/>
                  </a:lnTo>
                  <a:cubicBezTo>
                    <a:pt x="45750" y="67637"/>
                    <a:pt x="45577" y="68484"/>
                    <a:pt x="45248" y="69284"/>
                  </a:cubicBezTo>
                  <a:cubicBezTo>
                    <a:pt x="44926" y="70076"/>
                    <a:pt x="44440" y="70797"/>
                    <a:pt x="43836" y="71401"/>
                  </a:cubicBezTo>
                  <a:cubicBezTo>
                    <a:pt x="43225" y="72005"/>
                    <a:pt x="42511" y="72491"/>
                    <a:pt x="41711" y="72820"/>
                  </a:cubicBezTo>
                  <a:cubicBezTo>
                    <a:pt x="40919" y="73142"/>
                    <a:pt x="40072" y="73314"/>
                    <a:pt x="39210" y="73314"/>
                  </a:cubicBezTo>
                  <a:lnTo>
                    <a:pt x="6540" y="73314"/>
                  </a:lnTo>
                  <a:cubicBezTo>
                    <a:pt x="5678" y="73314"/>
                    <a:pt x="4831" y="73487"/>
                    <a:pt x="4038" y="73809"/>
                  </a:cubicBezTo>
                  <a:cubicBezTo>
                    <a:pt x="3247" y="74138"/>
                    <a:pt x="2525" y="74624"/>
                    <a:pt x="1921" y="75228"/>
                  </a:cubicBezTo>
                  <a:cubicBezTo>
                    <a:pt x="1310" y="75832"/>
                    <a:pt x="831" y="76553"/>
                    <a:pt x="502" y="77345"/>
                  </a:cubicBezTo>
                  <a:cubicBezTo>
                    <a:pt x="173" y="78145"/>
                    <a:pt x="0" y="78992"/>
                    <a:pt x="0" y="79846"/>
                  </a:cubicBezTo>
                  <a:lnTo>
                    <a:pt x="0" y="99451"/>
                  </a:lnTo>
                  <a:cubicBezTo>
                    <a:pt x="0" y="100314"/>
                    <a:pt x="173" y="101161"/>
                    <a:pt x="502" y="101953"/>
                  </a:cubicBezTo>
                  <a:cubicBezTo>
                    <a:pt x="831" y="102745"/>
                    <a:pt x="1310" y="103467"/>
                    <a:pt x="1921" y="104078"/>
                  </a:cubicBezTo>
                  <a:cubicBezTo>
                    <a:pt x="2525" y="104682"/>
                    <a:pt x="3247" y="105160"/>
                    <a:pt x="4038" y="105490"/>
                  </a:cubicBezTo>
                  <a:cubicBezTo>
                    <a:pt x="4831" y="105819"/>
                    <a:pt x="5678" y="105991"/>
                    <a:pt x="6540" y="105991"/>
                  </a:cubicBezTo>
                  <a:lnTo>
                    <a:pt x="91492" y="105991"/>
                  </a:lnTo>
                  <a:cubicBezTo>
                    <a:pt x="93225" y="105991"/>
                    <a:pt x="94887" y="105302"/>
                    <a:pt x="96110" y="104078"/>
                  </a:cubicBezTo>
                  <a:cubicBezTo>
                    <a:pt x="97342" y="102847"/>
                    <a:pt x="98024" y="101184"/>
                    <a:pt x="98024" y="99451"/>
                  </a:cubicBezTo>
                  <a:lnTo>
                    <a:pt x="98024" y="79846"/>
                  </a:lnTo>
                  <a:cubicBezTo>
                    <a:pt x="98024" y="78113"/>
                    <a:pt x="97342" y="76451"/>
                    <a:pt x="96110" y="75228"/>
                  </a:cubicBezTo>
                  <a:cubicBezTo>
                    <a:pt x="94887" y="74004"/>
                    <a:pt x="93225" y="73314"/>
                    <a:pt x="91492" y="73314"/>
                  </a:cubicBezTo>
                  <a:close/>
                </a:path>
              </a:pathLst>
            </a:custGeom>
            <a:grpFill/>
            <a:ln w="78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53" name="任意多边形: 形状 43"/>
            <p:cNvSpPr/>
            <p:nvPr/>
          </p:nvSpPr>
          <p:spPr>
            <a:xfrm>
              <a:off x="2489551" y="5906076"/>
              <a:ext cx="172522" cy="219574"/>
            </a:xfrm>
            <a:custGeom>
              <a:avLst/>
              <a:gdLst>
                <a:gd name="connsiteX0" fmla="*/ 163378 w 172522"/>
                <a:gd name="connsiteY0" fmla="*/ 0 h 219573"/>
                <a:gd name="connsiteX1" fmla="*/ 13072 w 172522"/>
                <a:gd name="connsiteY1" fmla="*/ 0 h 219573"/>
                <a:gd name="connsiteX2" fmla="*/ 3835 w 172522"/>
                <a:gd name="connsiteY2" fmla="*/ 3827 h 219573"/>
                <a:gd name="connsiteX3" fmla="*/ 0 w 172522"/>
                <a:gd name="connsiteY3" fmla="*/ 13072 h 219573"/>
                <a:gd name="connsiteX4" fmla="*/ 0 w 172522"/>
                <a:gd name="connsiteY4" fmla="*/ 209120 h 219573"/>
                <a:gd name="connsiteX5" fmla="*/ 3835 w 172522"/>
                <a:gd name="connsiteY5" fmla="*/ 218358 h 219573"/>
                <a:gd name="connsiteX6" fmla="*/ 13072 w 172522"/>
                <a:gd name="connsiteY6" fmla="*/ 222185 h 219573"/>
                <a:gd name="connsiteX7" fmla="*/ 65354 w 172522"/>
                <a:gd name="connsiteY7" fmla="*/ 222185 h 219573"/>
                <a:gd name="connsiteX8" fmla="*/ 65354 w 172522"/>
                <a:gd name="connsiteY8" fmla="*/ 196048 h 219573"/>
                <a:gd name="connsiteX9" fmla="*/ 71095 w 172522"/>
                <a:gd name="connsiteY9" fmla="*/ 182183 h 219573"/>
                <a:gd name="connsiteX10" fmla="*/ 84959 w 172522"/>
                <a:gd name="connsiteY10" fmla="*/ 176443 h 219573"/>
                <a:gd name="connsiteX11" fmla="*/ 94103 w 172522"/>
                <a:gd name="connsiteY11" fmla="*/ 176443 h 219573"/>
                <a:gd name="connsiteX12" fmla="*/ 95836 w 172522"/>
                <a:gd name="connsiteY12" fmla="*/ 175941 h 219573"/>
                <a:gd name="connsiteX13" fmla="*/ 97036 w 172522"/>
                <a:gd name="connsiteY13" fmla="*/ 174592 h 219573"/>
                <a:gd name="connsiteX14" fmla="*/ 97342 w 172522"/>
                <a:gd name="connsiteY14" fmla="*/ 172820 h 219573"/>
                <a:gd name="connsiteX15" fmla="*/ 96651 w 172522"/>
                <a:gd name="connsiteY15" fmla="*/ 171150 h 219573"/>
                <a:gd name="connsiteX16" fmla="*/ 89029 w 172522"/>
                <a:gd name="connsiteY16" fmla="*/ 153913 h 219573"/>
                <a:gd name="connsiteX17" fmla="*/ 89610 w 172522"/>
                <a:gd name="connsiteY17" fmla="*/ 135077 h 219573"/>
                <a:gd name="connsiteX18" fmla="*/ 98291 w 172522"/>
                <a:gd name="connsiteY18" fmla="*/ 118342 h 219573"/>
                <a:gd name="connsiteX19" fmla="*/ 113347 w 172522"/>
                <a:gd name="connsiteY19" fmla="*/ 107011 h 219573"/>
                <a:gd name="connsiteX20" fmla="*/ 131831 w 172522"/>
                <a:gd name="connsiteY20" fmla="*/ 103310 h 219573"/>
                <a:gd name="connsiteX21" fmla="*/ 150086 w 172522"/>
                <a:gd name="connsiteY21" fmla="*/ 107975 h 219573"/>
                <a:gd name="connsiteX22" fmla="*/ 164539 w 172522"/>
                <a:gd name="connsiteY22" fmla="*/ 120076 h 219573"/>
                <a:gd name="connsiteX23" fmla="*/ 172326 w 172522"/>
                <a:gd name="connsiteY23" fmla="*/ 137234 h 219573"/>
                <a:gd name="connsiteX24" fmla="*/ 172930 w 172522"/>
                <a:gd name="connsiteY24" fmla="*/ 138692 h 219573"/>
                <a:gd name="connsiteX25" fmla="*/ 174389 w 172522"/>
                <a:gd name="connsiteY25" fmla="*/ 139288 h 219573"/>
                <a:gd name="connsiteX26" fmla="*/ 175847 w 172522"/>
                <a:gd name="connsiteY26" fmla="*/ 138692 h 219573"/>
                <a:gd name="connsiteX27" fmla="*/ 176443 w 172522"/>
                <a:gd name="connsiteY27" fmla="*/ 137234 h 219573"/>
                <a:gd name="connsiteX28" fmla="*/ 176443 w 172522"/>
                <a:gd name="connsiteY28" fmla="*/ 13072 h 219573"/>
                <a:gd name="connsiteX29" fmla="*/ 172616 w 172522"/>
                <a:gd name="connsiteY29" fmla="*/ 3827 h 219573"/>
                <a:gd name="connsiteX30" fmla="*/ 163378 w 172522"/>
                <a:gd name="connsiteY30" fmla="*/ 0 h 219573"/>
                <a:gd name="connsiteX31" fmla="*/ 83320 w 172522"/>
                <a:gd name="connsiteY31" fmla="*/ 98024 h 219573"/>
                <a:gd name="connsiteX32" fmla="*/ 44111 w 172522"/>
                <a:gd name="connsiteY32" fmla="*/ 98024 h 219573"/>
                <a:gd name="connsiteX33" fmla="*/ 39492 w 172522"/>
                <a:gd name="connsiteY33" fmla="*/ 96110 h 219573"/>
                <a:gd name="connsiteX34" fmla="*/ 37578 w 172522"/>
                <a:gd name="connsiteY34" fmla="*/ 91492 h 219573"/>
                <a:gd name="connsiteX35" fmla="*/ 38080 w 172522"/>
                <a:gd name="connsiteY35" fmla="*/ 88990 h 219573"/>
                <a:gd name="connsiteX36" fmla="*/ 39492 w 172522"/>
                <a:gd name="connsiteY36" fmla="*/ 86865 h 219573"/>
                <a:gd name="connsiteX37" fmla="*/ 41617 w 172522"/>
                <a:gd name="connsiteY37" fmla="*/ 85453 h 219573"/>
                <a:gd name="connsiteX38" fmla="*/ 44111 w 172522"/>
                <a:gd name="connsiteY38" fmla="*/ 84952 h 219573"/>
                <a:gd name="connsiteX39" fmla="*/ 83320 w 172522"/>
                <a:gd name="connsiteY39" fmla="*/ 84952 h 219573"/>
                <a:gd name="connsiteX40" fmla="*/ 85822 w 172522"/>
                <a:gd name="connsiteY40" fmla="*/ 85453 h 219573"/>
                <a:gd name="connsiteX41" fmla="*/ 87947 w 172522"/>
                <a:gd name="connsiteY41" fmla="*/ 86865 h 219573"/>
                <a:gd name="connsiteX42" fmla="*/ 89359 w 172522"/>
                <a:gd name="connsiteY42" fmla="*/ 88990 h 219573"/>
                <a:gd name="connsiteX43" fmla="*/ 89860 w 172522"/>
                <a:gd name="connsiteY43" fmla="*/ 91492 h 219573"/>
                <a:gd name="connsiteX44" fmla="*/ 89359 w 172522"/>
                <a:gd name="connsiteY44" fmla="*/ 93993 h 219573"/>
                <a:gd name="connsiteX45" fmla="*/ 87947 w 172522"/>
                <a:gd name="connsiteY45" fmla="*/ 96110 h 219573"/>
                <a:gd name="connsiteX46" fmla="*/ 85822 w 172522"/>
                <a:gd name="connsiteY46" fmla="*/ 97530 h 219573"/>
                <a:gd name="connsiteX47" fmla="*/ 83320 w 172522"/>
                <a:gd name="connsiteY47" fmla="*/ 98024 h 219573"/>
                <a:gd name="connsiteX48" fmla="*/ 122530 w 172522"/>
                <a:gd name="connsiteY48" fmla="*/ 65347 h 219573"/>
                <a:gd name="connsiteX49" fmla="*/ 44111 w 172522"/>
                <a:gd name="connsiteY49" fmla="*/ 65347 h 219573"/>
                <a:gd name="connsiteX50" fmla="*/ 39492 w 172522"/>
                <a:gd name="connsiteY50" fmla="*/ 63433 h 219573"/>
                <a:gd name="connsiteX51" fmla="*/ 37578 w 172522"/>
                <a:gd name="connsiteY51" fmla="*/ 58814 h 219573"/>
                <a:gd name="connsiteX52" fmla="*/ 39492 w 172522"/>
                <a:gd name="connsiteY52" fmla="*/ 54196 h 219573"/>
                <a:gd name="connsiteX53" fmla="*/ 44111 w 172522"/>
                <a:gd name="connsiteY53" fmla="*/ 52282 h 219573"/>
                <a:gd name="connsiteX54" fmla="*/ 122530 w 172522"/>
                <a:gd name="connsiteY54" fmla="*/ 52282 h 219573"/>
                <a:gd name="connsiteX55" fmla="*/ 125032 w 172522"/>
                <a:gd name="connsiteY55" fmla="*/ 52776 h 219573"/>
                <a:gd name="connsiteX56" fmla="*/ 127157 w 172522"/>
                <a:gd name="connsiteY56" fmla="*/ 54196 h 219573"/>
                <a:gd name="connsiteX57" fmla="*/ 128568 w 172522"/>
                <a:gd name="connsiteY57" fmla="*/ 56313 h 219573"/>
                <a:gd name="connsiteX58" fmla="*/ 129070 w 172522"/>
                <a:gd name="connsiteY58" fmla="*/ 58814 h 219573"/>
                <a:gd name="connsiteX59" fmla="*/ 128568 w 172522"/>
                <a:gd name="connsiteY59" fmla="*/ 61316 h 219573"/>
                <a:gd name="connsiteX60" fmla="*/ 127157 w 172522"/>
                <a:gd name="connsiteY60" fmla="*/ 63433 h 219573"/>
                <a:gd name="connsiteX61" fmla="*/ 125032 w 172522"/>
                <a:gd name="connsiteY61" fmla="*/ 64853 h 219573"/>
                <a:gd name="connsiteX62" fmla="*/ 122530 w 172522"/>
                <a:gd name="connsiteY62" fmla="*/ 65347 h 219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172522" h="219573">
                  <a:moveTo>
                    <a:pt x="163378" y="0"/>
                  </a:moveTo>
                  <a:lnTo>
                    <a:pt x="13072" y="0"/>
                  </a:lnTo>
                  <a:cubicBezTo>
                    <a:pt x="9606" y="0"/>
                    <a:pt x="6281" y="1380"/>
                    <a:pt x="3835" y="3827"/>
                  </a:cubicBezTo>
                  <a:cubicBezTo>
                    <a:pt x="1380" y="6282"/>
                    <a:pt x="0" y="9606"/>
                    <a:pt x="0" y="13072"/>
                  </a:cubicBezTo>
                  <a:lnTo>
                    <a:pt x="0" y="209120"/>
                  </a:lnTo>
                  <a:cubicBezTo>
                    <a:pt x="0" y="212587"/>
                    <a:pt x="1380" y="215912"/>
                    <a:pt x="3835" y="218358"/>
                  </a:cubicBezTo>
                  <a:cubicBezTo>
                    <a:pt x="6281" y="220813"/>
                    <a:pt x="9606" y="222185"/>
                    <a:pt x="13072" y="222185"/>
                  </a:cubicBezTo>
                  <a:lnTo>
                    <a:pt x="65354" y="222185"/>
                  </a:lnTo>
                  <a:lnTo>
                    <a:pt x="65354" y="196048"/>
                  </a:lnTo>
                  <a:cubicBezTo>
                    <a:pt x="65354" y="190849"/>
                    <a:pt x="67417" y="185861"/>
                    <a:pt x="71095" y="182183"/>
                  </a:cubicBezTo>
                  <a:cubicBezTo>
                    <a:pt x="74773" y="178506"/>
                    <a:pt x="79760" y="176443"/>
                    <a:pt x="84959" y="176443"/>
                  </a:cubicBezTo>
                  <a:lnTo>
                    <a:pt x="94103" y="176443"/>
                  </a:lnTo>
                  <a:cubicBezTo>
                    <a:pt x="94722" y="176443"/>
                    <a:pt x="95319" y="176263"/>
                    <a:pt x="95836" y="175941"/>
                  </a:cubicBezTo>
                  <a:cubicBezTo>
                    <a:pt x="96354" y="175612"/>
                    <a:pt x="96769" y="175141"/>
                    <a:pt x="97036" y="174592"/>
                  </a:cubicBezTo>
                  <a:cubicBezTo>
                    <a:pt x="97302" y="174043"/>
                    <a:pt x="97404" y="173424"/>
                    <a:pt x="97342" y="172820"/>
                  </a:cubicBezTo>
                  <a:cubicBezTo>
                    <a:pt x="97271" y="172209"/>
                    <a:pt x="97036" y="171628"/>
                    <a:pt x="96651" y="171150"/>
                  </a:cubicBezTo>
                  <a:cubicBezTo>
                    <a:pt x="92856" y="166045"/>
                    <a:pt x="90253" y="160155"/>
                    <a:pt x="89029" y="153913"/>
                  </a:cubicBezTo>
                  <a:cubicBezTo>
                    <a:pt x="87814" y="147671"/>
                    <a:pt x="88010" y="141233"/>
                    <a:pt x="89610" y="135077"/>
                  </a:cubicBezTo>
                  <a:cubicBezTo>
                    <a:pt x="91217" y="128921"/>
                    <a:pt x="94181" y="123204"/>
                    <a:pt x="98291" y="118342"/>
                  </a:cubicBezTo>
                  <a:cubicBezTo>
                    <a:pt x="102400" y="113488"/>
                    <a:pt x="107544" y="109615"/>
                    <a:pt x="113347" y="107011"/>
                  </a:cubicBezTo>
                  <a:cubicBezTo>
                    <a:pt x="119150" y="104415"/>
                    <a:pt x="125471" y="103145"/>
                    <a:pt x="131831" y="103310"/>
                  </a:cubicBezTo>
                  <a:cubicBezTo>
                    <a:pt x="138190" y="103482"/>
                    <a:pt x="144425" y="105074"/>
                    <a:pt x="150086" y="107975"/>
                  </a:cubicBezTo>
                  <a:cubicBezTo>
                    <a:pt x="155748" y="110869"/>
                    <a:pt x="160689" y="115010"/>
                    <a:pt x="164539" y="120076"/>
                  </a:cubicBezTo>
                  <a:cubicBezTo>
                    <a:pt x="168389" y="125133"/>
                    <a:pt x="171048" y="130999"/>
                    <a:pt x="172326" y="137234"/>
                  </a:cubicBezTo>
                  <a:cubicBezTo>
                    <a:pt x="172326" y="137783"/>
                    <a:pt x="172546" y="138300"/>
                    <a:pt x="172930" y="138692"/>
                  </a:cubicBezTo>
                  <a:cubicBezTo>
                    <a:pt x="173322" y="139076"/>
                    <a:pt x="173840" y="139288"/>
                    <a:pt x="174389" y="139288"/>
                  </a:cubicBezTo>
                  <a:cubicBezTo>
                    <a:pt x="174937" y="139288"/>
                    <a:pt x="175455" y="139076"/>
                    <a:pt x="175847" y="138692"/>
                  </a:cubicBezTo>
                  <a:cubicBezTo>
                    <a:pt x="176231" y="138300"/>
                    <a:pt x="176443" y="137783"/>
                    <a:pt x="176443" y="137234"/>
                  </a:cubicBezTo>
                  <a:lnTo>
                    <a:pt x="176443" y="13072"/>
                  </a:lnTo>
                  <a:cubicBezTo>
                    <a:pt x="176443" y="9606"/>
                    <a:pt x="175071" y="6282"/>
                    <a:pt x="172616" y="3827"/>
                  </a:cubicBezTo>
                  <a:cubicBezTo>
                    <a:pt x="170169" y="1380"/>
                    <a:pt x="166845" y="0"/>
                    <a:pt x="163378" y="0"/>
                  </a:cubicBezTo>
                  <a:close/>
                  <a:moveTo>
                    <a:pt x="83320" y="98024"/>
                  </a:moveTo>
                  <a:lnTo>
                    <a:pt x="44111" y="98024"/>
                  </a:lnTo>
                  <a:cubicBezTo>
                    <a:pt x="42378" y="98024"/>
                    <a:pt x="40723" y="97334"/>
                    <a:pt x="39492" y="96110"/>
                  </a:cubicBezTo>
                  <a:cubicBezTo>
                    <a:pt x="38269" y="94887"/>
                    <a:pt x="37578" y="93225"/>
                    <a:pt x="37578" y="91492"/>
                  </a:cubicBezTo>
                  <a:cubicBezTo>
                    <a:pt x="37578" y="90629"/>
                    <a:pt x="37751" y="89782"/>
                    <a:pt x="38080" y="88990"/>
                  </a:cubicBezTo>
                  <a:cubicBezTo>
                    <a:pt x="38402" y="88198"/>
                    <a:pt x="38888" y="87477"/>
                    <a:pt x="39492" y="86865"/>
                  </a:cubicBezTo>
                  <a:cubicBezTo>
                    <a:pt x="40103" y="86261"/>
                    <a:pt x="40817" y="85783"/>
                    <a:pt x="41617" y="85453"/>
                  </a:cubicBezTo>
                  <a:cubicBezTo>
                    <a:pt x="42409" y="85124"/>
                    <a:pt x="43256" y="84952"/>
                    <a:pt x="44111" y="84952"/>
                  </a:cubicBezTo>
                  <a:lnTo>
                    <a:pt x="83320" y="84952"/>
                  </a:lnTo>
                  <a:cubicBezTo>
                    <a:pt x="84183" y="84952"/>
                    <a:pt x="85030" y="85124"/>
                    <a:pt x="85822" y="85453"/>
                  </a:cubicBezTo>
                  <a:cubicBezTo>
                    <a:pt x="86622" y="85783"/>
                    <a:pt x="87335" y="86261"/>
                    <a:pt x="87947" y="86865"/>
                  </a:cubicBezTo>
                  <a:cubicBezTo>
                    <a:pt x="88551" y="87477"/>
                    <a:pt x="89037" y="88198"/>
                    <a:pt x="89359" y="88990"/>
                  </a:cubicBezTo>
                  <a:cubicBezTo>
                    <a:pt x="89688" y="89782"/>
                    <a:pt x="89860" y="90629"/>
                    <a:pt x="89860" y="91492"/>
                  </a:cubicBezTo>
                  <a:cubicBezTo>
                    <a:pt x="89860" y="92346"/>
                    <a:pt x="89688" y="93193"/>
                    <a:pt x="89359" y="93993"/>
                  </a:cubicBezTo>
                  <a:cubicBezTo>
                    <a:pt x="89037" y="94785"/>
                    <a:pt x="88551" y="95507"/>
                    <a:pt x="87947" y="96110"/>
                  </a:cubicBezTo>
                  <a:cubicBezTo>
                    <a:pt x="87335" y="96714"/>
                    <a:pt x="86622" y="97201"/>
                    <a:pt x="85822" y="97530"/>
                  </a:cubicBezTo>
                  <a:cubicBezTo>
                    <a:pt x="85030" y="97852"/>
                    <a:pt x="84183" y="98024"/>
                    <a:pt x="83320" y="98024"/>
                  </a:cubicBezTo>
                  <a:close/>
                  <a:moveTo>
                    <a:pt x="122530" y="65347"/>
                  </a:moveTo>
                  <a:lnTo>
                    <a:pt x="44111" y="65347"/>
                  </a:lnTo>
                  <a:cubicBezTo>
                    <a:pt x="42378" y="65347"/>
                    <a:pt x="40723" y="64664"/>
                    <a:pt x="39492" y="63433"/>
                  </a:cubicBezTo>
                  <a:cubicBezTo>
                    <a:pt x="38269" y="62210"/>
                    <a:pt x="37578" y="60548"/>
                    <a:pt x="37578" y="58814"/>
                  </a:cubicBezTo>
                  <a:cubicBezTo>
                    <a:pt x="37578" y="57081"/>
                    <a:pt x="38269" y="55419"/>
                    <a:pt x="39492" y="54196"/>
                  </a:cubicBezTo>
                  <a:cubicBezTo>
                    <a:pt x="40723" y="52965"/>
                    <a:pt x="42378" y="52282"/>
                    <a:pt x="44111" y="52282"/>
                  </a:cubicBezTo>
                  <a:lnTo>
                    <a:pt x="122530" y="52282"/>
                  </a:lnTo>
                  <a:cubicBezTo>
                    <a:pt x="123392" y="52282"/>
                    <a:pt x="124239" y="52447"/>
                    <a:pt x="125032" y="52776"/>
                  </a:cubicBezTo>
                  <a:cubicBezTo>
                    <a:pt x="125831" y="53105"/>
                    <a:pt x="126545" y="53584"/>
                    <a:pt x="127157" y="54196"/>
                  </a:cubicBezTo>
                  <a:cubicBezTo>
                    <a:pt x="127760" y="54799"/>
                    <a:pt x="128247" y="55521"/>
                    <a:pt x="128568" y="56313"/>
                  </a:cubicBezTo>
                  <a:cubicBezTo>
                    <a:pt x="128897" y="57105"/>
                    <a:pt x="129070" y="57960"/>
                    <a:pt x="129070" y="58814"/>
                  </a:cubicBezTo>
                  <a:cubicBezTo>
                    <a:pt x="129070" y="59669"/>
                    <a:pt x="128897" y="60524"/>
                    <a:pt x="128568" y="61316"/>
                  </a:cubicBezTo>
                  <a:cubicBezTo>
                    <a:pt x="128247" y="62108"/>
                    <a:pt x="127760" y="62830"/>
                    <a:pt x="127157" y="63433"/>
                  </a:cubicBezTo>
                  <a:cubicBezTo>
                    <a:pt x="126545" y="64045"/>
                    <a:pt x="125831" y="64524"/>
                    <a:pt x="125032" y="64853"/>
                  </a:cubicBezTo>
                  <a:cubicBezTo>
                    <a:pt x="124239" y="65182"/>
                    <a:pt x="123392" y="65347"/>
                    <a:pt x="122530" y="65347"/>
                  </a:cubicBezTo>
                  <a:close/>
                </a:path>
              </a:pathLst>
            </a:custGeom>
            <a:grpFill/>
            <a:ln w="78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158" name="文本框 157"/>
          <p:cNvSpPr txBox="1"/>
          <p:nvPr/>
        </p:nvSpPr>
        <p:spPr>
          <a:xfrm>
            <a:off x="1758315" y="5330190"/>
            <a:ext cx="607695" cy="2311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9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业务审批</a:t>
            </a:r>
            <a:endParaRPr lang="zh-CN" altLang="en-US" sz="9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7" name="文本框 166"/>
          <p:cNvSpPr txBox="1"/>
          <p:nvPr/>
        </p:nvSpPr>
        <p:spPr>
          <a:xfrm>
            <a:off x="640293" y="2209769"/>
            <a:ext cx="369330" cy="332398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eaVert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1" u="none" strike="noStrike" cap="none" spc="0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用户自主购买高端产品的阻力大</a:t>
            </a:r>
            <a:endParaRPr kumimoji="0" lang="zh-CN" altLang="en-US" sz="1800" b="1" u="none" strike="noStrike" cap="none" spc="0" normalizeH="0" baseline="0" dirty="0">
              <a:ln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68" name="文本框 167"/>
          <p:cNvSpPr txBox="1"/>
          <p:nvPr/>
        </p:nvSpPr>
        <p:spPr>
          <a:xfrm>
            <a:off x="444877" y="1966112"/>
            <a:ext cx="246219" cy="374397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eaVert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000" b="1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起购门槛高</a:t>
            </a:r>
            <a:r>
              <a:rPr kumimoji="0" lang="en-US" altLang="zh-CN" sz="1000" b="1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——</a:t>
            </a:r>
            <a:r>
              <a:rPr kumimoji="0" lang="zh-CN" altLang="en-US" sz="1000" b="1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收益风险顾虑</a:t>
            </a:r>
            <a:r>
              <a:rPr kumimoji="0" lang="en-US" altLang="zh-CN" sz="1000" b="1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——</a:t>
            </a:r>
            <a:r>
              <a:rPr kumimoji="0" lang="zh-CN" altLang="en-US" sz="1000" b="1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品牌安全担忧</a:t>
            </a:r>
            <a:r>
              <a:rPr kumimoji="0" lang="en-US" altLang="zh-CN" sz="1000" b="1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——</a:t>
            </a:r>
            <a:r>
              <a:rPr kumimoji="0" lang="zh-CN" altLang="en-US" sz="1000" b="1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操作流程繁琐</a:t>
            </a:r>
            <a:endParaRPr kumimoji="0" lang="zh-CN" altLang="en-US" sz="1000" b="1" u="none" strike="noStrike" cap="none" spc="0" normalizeH="0" baseline="0" dirty="0">
              <a:ln>
                <a:noFill/>
              </a:ln>
              <a:solidFill>
                <a:schemeClr val="tx2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69" name="文本框 168"/>
          <p:cNvSpPr txBox="1"/>
          <p:nvPr/>
        </p:nvSpPr>
        <p:spPr>
          <a:xfrm>
            <a:off x="9446910" y="1999220"/>
            <a:ext cx="10021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从功能出发</a:t>
            </a:r>
            <a:endParaRPr kumimoji="1" lang="zh-CN" altLang="en-US" sz="1400" b="1" dirty="0">
              <a:solidFill>
                <a:schemeClr val="tx2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0" name="文本框 169"/>
          <p:cNvSpPr txBox="1"/>
          <p:nvPr/>
        </p:nvSpPr>
        <p:spPr>
          <a:xfrm>
            <a:off x="9446910" y="2264562"/>
            <a:ext cx="1416984" cy="1122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700" dirty="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先对城市的治理、产业、环境等单个或多个重点功能领域进行数字化改造</a:t>
            </a:r>
            <a:r>
              <a:rPr lang="en-US" altLang="zh-CN" sz="700" dirty="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en-US" sz="700" dirty="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提升城市运行质量和效率。由此再推进城市横向更多单元、纵向更多区域的数字化</a:t>
            </a:r>
            <a:r>
              <a:rPr lang="en-US" altLang="zh-CN" sz="700" dirty="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;</a:t>
            </a:r>
            <a:r>
              <a:rPr lang="zh-CN" altLang="en-US" sz="700" dirty="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并联动到需求的连接和运营</a:t>
            </a:r>
            <a:r>
              <a:rPr lang="en-US" altLang="zh-CN" sz="700" dirty="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en-US" sz="700" dirty="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以及行政管理的数字化提升</a:t>
            </a:r>
            <a:r>
              <a:rPr lang="en-US" altLang="zh-CN" sz="700" dirty="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;</a:t>
            </a:r>
            <a:r>
              <a:rPr lang="zh-CN" altLang="en-US" sz="700" dirty="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最终构建平台。如</a:t>
            </a:r>
            <a:r>
              <a:rPr lang="en-US" altLang="zh-CN" sz="700" dirty="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r>
              <a:rPr lang="zh-CN" altLang="en-US" sz="700" dirty="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一网统管</a:t>
            </a:r>
            <a:endParaRPr kumimoji="1" lang="zh-CN" altLang="en-US" sz="700" dirty="0">
              <a:solidFill>
                <a:schemeClr val="tx2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92" name="组合 191"/>
          <p:cNvGrpSpPr/>
          <p:nvPr/>
        </p:nvGrpSpPr>
        <p:grpSpPr>
          <a:xfrm flipH="1">
            <a:off x="9469065" y="4112103"/>
            <a:ext cx="1317269" cy="1041400"/>
            <a:chOff x="9588488" y="4071099"/>
            <a:chExt cx="1317269" cy="1041400"/>
          </a:xfrm>
        </p:grpSpPr>
        <p:sp>
          <p:nvSpPr>
            <p:cNvPr id="171" name="矩形: 圆角 170"/>
            <p:cNvSpPr/>
            <p:nvPr/>
          </p:nvSpPr>
          <p:spPr>
            <a:xfrm>
              <a:off x="10706429" y="4192304"/>
              <a:ext cx="199328" cy="837713"/>
            </a:xfrm>
            <a:prstGeom prst="roundRect">
              <a:avLst>
                <a:gd name="adj" fmla="val 8000"/>
              </a:avLst>
            </a:prstGeom>
            <a:solidFill>
              <a:schemeClr val="accent1"/>
            </a:solidFill>
            <a:ln w="6350" cap="flat">
              <a:noFill/>
              <a:prstDash val="solid"/>
              <a:miter/>
            </a:ln>
            <a:effectLst>
              <a:outerShdw blurRad="254000" dist="63500" dir="5400000" sx="80000" sy="80000" algn="t" rotWithShape="0">
                <a:schemeClr val="tx2">
                  <a:alpha val="10000"/>
                </a:scheme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72" name="矩形: 圆角 240"/>
            <p:cNvSpPr/>
            <p:nvPr/>
          </p:nvSpPr>
          <p:spPr>
            <a:xfrm>
              <a:off x="9588488" y="4071099"/>
              <a:ext cx="592886" cy="22225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6350" cap="flat">
              <a:noFill/>
              <a:prstDash val="solid"/>
              <a:miter/>
            </a:ln>
            <a:effectLst>
              <a:outerShdw blurRad="254000" dist="63500" dir="5400000" sx="80000" sy="80000" algn="t" rotWithShape="0">
                <a:schemeClr val="tx2">
                  <a:alpha val="10000"/>
                </a:scheme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73" name="矩形: 圆角 244"/>
            <p:cNvSpPr/>
            <p:nvPr/>
          </p:nvSpPr>
          <p:spPr>
            <a:xfrm>
              <a:off x="9588488" y="4344149"/>
              <a:ext cx="592886" cy="22225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6350" cap="flat">
              <a:noFill/>
              <a:prstDash val="solid"/>
              <a:miter/>
            </a:ln>
            <a:effectLst>
              <a:outerShdw blurRad="254000" dist="63500" dir="5400000" sx="80000" sy="80000" algn="t" rotWithShape="0">
                <a:schemeClr val="tx2">
                  <a:alpha val="10000"/>
                </a:scheme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74" name="矩形: 圆角 250"/>
            <p:cNvSpPr/>
            <p:nvPr/>
          </p:nvSpPr>
          <p:spPr>
            <a:xfrm>
              <a:off x="9588488" y="4617199"/>
              <a:ext cx="592886" cy="22225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6350" cap="flat">
              <a:noFill/>
              <a:prstDash val="solid"/>
              <a:miter/>
            </a:ln>
            <a:effectLst>
              <a:outerShdw blurRad="254000" dist="63500" dir="5400000" sx="80000" sy="80000" algn="t" rotWithShape="0">
                <a:schemeClr val="tx2">
                  <a:alpha val="10000"/>
                </a:scheme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75" name="矩形: 圆角 253"/>
            <p:cNvSpPr/>
            <p:nvPr/>
          </p:nvSpPr>
          <p:spPr>
            <a:xfrm>
              <a:off x="9588488" y="4890249"/>
              <a:ext cx="592886" cy="22225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6350" cap="flat">
              <a:noFill/>
              <a:prstDash val="solid"/>
              <a:miter/>
            </a:ln>
            <a:effectLst>
              <a:outerShdw blurRad="254000" dist="63500" dir="5400000" sx="80000" sy="80000" algn="t" rotWithShape="0">
                <a:schemeClr val="tx2">
                  <a:alpha val="10000"/>
                </a:scheme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76" name="任意多边形: 形状 296"/>
            <p:cNvSpPr/>
            <p:nvPr/>
          </p:nvSpPr>
          <p:spPr>
            <a:xfrm>
              <a:off x="10169854" y="4198099"/>
              <a:ext cx="279400" cy="209550"/>
            </a:xfrm>
            <a:custGeom>
              <a:avLst/>
              <a:gdLst>
                <a:gd name="connsiteX0" fmla="*/ 279400 w 279400"/>
                <a:gd name="connsiteY0" fmla="*/ 209550 h 209550"/>
                <a:gd name="connsiteX1" fmla="*/ 279400 w 279400"/>
                <a:gd name="connsiteY1" fmla="*/ 0 h 209550"/>
                <a:gd name="connsiteX2" fmla="*/ 0 w 279400"/>
                <a:gd name="connsiteY2" fmla="*/ 0 h 20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79400" h="209550">
                  <a:moveTo>
                    <a:pt x="279400" y="209550"/>
                  </a:moveTo>
                  <a:lnTo>
                    <a:pt x="279400" y="0"/>
                  </a:lnTo>
                  <a:lnTo>
                    <a:pt x="0" y="0"/>
                  </a:lnTo>
                </a:path>
              </a:pathLst>
            </a:custGeom>
            <a:noFill/>
            <a:ln w="12700" cap="flat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1"/>
              </a:gra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77" name="任意多边形: 形状 297"/>
            <p:cNvSpPr/>
            <p:nvPr/>
          </p:nvSpPr>
          <p:spPr>
            <a:xfrm>
              <a:off x="10433379" y="4394949"/>
              <a:ext cx="31750" cy="31750"/>
            </a:xfrm>
            <a:custGeom>
              <a:avLst/>
              <a:gdLst>
                <a:gd name="connsiteX0" fmla="*/ 31750 w 31750"/>
                <a:gd name="connsiteY0" fmla="*/ 15875 h 31750"/>
                <a:gd name="connsiteX1" fmla="*/ 15875 w 31750"/>
                <a:gd name="connsiteY1" fmla="*/ 31750 h 31750"/>
                <a:gd name="connsiteX2" fmla="*/ 0 w 31750"/>
                <a:gd name="connsiteY2" fmla="*/ 15875 h 31750"/>
                <a:gd name="connsiteX3" fmla="*/ 15875 w 31750"/>
                <a:gd name="connsiteY3" fmla="*/ 0 h 31750"/>
                <a:gd name="connsiteX4" fmla="*/ 31750 w 31750"/>
                <a:gd name="connsiteY4" fmla="*/ 15875 h 31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750" h="31750">
                  <a:moveTo>
                    <a:pt x="31750" y="15875"/>
                  </a:moveTo>
                  <a:cubicBezTo>
                    <a:pt x="31750" y="24643"/>
                    <a:pt x="24643" y="31750"/>
                    <a:pt x="15875" y="31750"/>
                  </a:cubicBezTo>
                  <a:cubicBezTo>
                    <a:pt x="7107" y="31750"/>
                    <a:pt x="0" y="24643"/>
                    <a:pt x="0" y="15875"/>
                  </a:cubicBezTo>
                  <a:cubicBezTo>
                    <a:pt x="0" y="7107"/>
                    <a:pt x="7107" y="0"/>
                    <a:pt x="15875" y="0"/>
                  </a:cubicBezTo>
                  <a:cubicBezTo>
                    <a:pt x="24643" y="0"/>
                    <a:pt x="31750" y="7107"/>
                    <a:pt x="31750" y="15875"/>
                  </a:cubicBezTo>
                  <a:close/>
                </a:path>
              </a:pathLst>
            </a:custGeom>
            <a:solidFill>
              <a:schemeClr val="accent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78" name="任意多边形: 形状 298"/>
            <p:cNvSpPr/>
            <p:nvPr/>
          </p:nvSpPr>
          <p:spPr>
            <a:xfrm>
              <a:off x="10169854" y="4814049"/>
              <a:ext cx="279400" cy="209550"/>
            </a:xfrm>
            <a:custGeom>
              <a:avLst/>
              <a:gdLst>
                <a:gd name="connsiteX0" fmla="*/ 279400 w 279400"/>
                <a:gd name="connsiteY0" fmla="*/ 0 h 209550"/>
                <a:gd name="connsiteX1" fmla="*/ 279400 w 279400"/>
                <a:gd name="connsiteY1" fmla="*/ 209550 h 209550"/>
                <a:gd name="connsiteX2" fmla="*/ 0 w 279400"/>
                <a:gd name="connsiteY2" fmla="*/ 209550 h 20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79400" h="209550">
                  <a:moveTo>
                    <a:pt x="279400" y="0"/>
                  </a:moveTo>
                  <a:lnTo>
                    <a:pt x="279400" y="209550"/>
                  </a:lnTo>
                  <a:lnTo>
                    <a:pt x="0" y="209550"/>
                  </a:lnTo>
                </a:path>
              </a:pathLst>
            </a:custGeom>
            <a:noFill/>
            <a:ln w="12700" cap="flat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1"/>
              </a:gra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79" name="任意多边形: 形状 299"/>
            <p:cNvSpPr/>
            <p:nvPr/>
          </p:nvSpPr>
          <p:spPr>
            <a:xfrm>
              <a:off x="10179379" y="4728324"/>
              <a:ext cx="142875" cy="6350"/>
            </a:xfrm>
            <a:custGeom>
              <a:avLst/>
              <a:gdLst>
                <a:gd name="connsiteX0" fmla="*/ 142875 w 142875"/>
                <a:gd name="connsiteY0" fmla="*/ 0 h 6350"/>
                <a:gd name="connsiteX1" fmla="*/ 0 w 142875"/>
                <a:gd name="connsiteY1" fmla="*/ 0 h 6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2875" h="6350">
                  <a:moveTo>
                    <a:pt x="142875" y="0"/>
                  </a:moveTo>
                  <a:lnTo>
                    <a:pt x="0" y="0"/>
                  </a:lnTo>
                </a:path>
              </a:pathLst>
            </a:custGeom>
            <a:noFill/>
            <a:ln w="12700" cap="flat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1"/>
              </a:gra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80" name="任意多边形: 形状 300"/>
            <p:cNvSpPr/>
            <p:nvPr/>
          </p:nvSpPr>
          <p:spPr>
            <a:xfrm>
              <a:off x="10528629" y="4588624"/>
              <a:ext cx="142875" cy="6350"/>
            </a:xfrm>
            <a:custGeom>
              <a:avLst/>
              <a:gdLst>
                <a:gd name="connsiteX0" fmla="*/ 142875 w 142875"/>
                <a:gd name="connsiteY0" fmla="*/ 0 h 6350"/>
                <a:gd name="connsiteX1" fmla="*/ 0 w 142875"/>
                <a:gd name="connsiteY1" fmla="*/ 0 h 6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2875" h="6350">
                  <a:moveTo>
                    <a:pt x="142875" y="0"/>
                  </a:moveTo>
                  <a:lnTo>
                    <a:pt x="0" y="0"/>
                  </a:lnTo>
                </a:path>
              </a:pathLst>
            </a:custGeom>
            <a:noFill/>
            <a:ln w="12700" cap="flat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1"/>
              </a:gra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81" name="任意多边形: 形状 301"/>
            <p:cNvSpPr/>
            <p:nvPr/>
          </p:nvSpPr>
          <p:spPr>
            <a:xfrm>
              <a:off x="10179379" y="4455274"/>
              <a:ext cx="142875" cy="6350"/>
            </a:xfrm>
            <a:custGeom>
              <a:avLst/>
              <a:gdLst>
                <a:gd name="connsiteX0" fmla="*/ 142875 w 142875"/>
                <a:gd name="connsiteY0" fmla="*/ 0 h 6350"/>
                <a:gd name="connsiteX1" fmla="*/ 0 w 142875"/>
                <a:gd name="connsiteY1" fmla="*/ 0 h 6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2875" h="6350">
                  <a:moveTo>
                    <a:pt x="142875" y="0"/>
                  </a:moveTo>
                  <a:lnTo>
                    <a:pt x="0" y="0"/>
                  </a:lnTo>
                </a:path>
              </a:pathLst>
            </a:custGeom>
            <a:noFill/>
            <a:ln w="12700" cap="flat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1"/>
              </a:gra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82" name="任意多边形: 形状 302"/>
            <p:cNvSpPr/>
            <p:nvPr/>
          </p:nvSpPr>
          <p:spPr>
            <a:xfrm flipV="1">
              <a:off x="10433379" y="4794999"/>
              <a:ext cx="31750" cy="31750"/>
            </a:xfrm>
            <a:custGeom>
              <a:avLst/>
              <a:gdLst>
                <a:gd name="connsiteX0" fmla="*/ 33021 w 31750"/>
                <a:gd name="connsiteY0" fmla="*/ 16710 h 31750"/>
                <a:gd name="connsiteX1" fmla="*/ 17146 w 31750"/>
                <a:gd name="connsiteY1" fmla="*/ 32585 h 31750"/>
                <a:gd name="connsiteX2" fmla="*/ 1271 w 31750"/>
                <a:gd name="connsiteY2" fmla="*/ 16710 h 31750"/>
                <a:gd name="connsiteX3" fmla="*/ 17146 w 31750"/>
                <a:gd name="connsiteY3" fmla="*/ 835 h 31750"/>
                <a:gd name="connsiteX4" fmla="*/ 33021 w 31750"/>
                <a:gd name="connsiteY4" fmla="*/ 16710 h 31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750" h="31750">
                  <a:moveTo>
                    <a:pt x="33021" y="16710"/>
                  </a:moveTo>
                  <a:cubicBezTo>
                    <a:pt x="33021" y="25477"/>
                    <a:pt x="25913" y="32585"/>
                    <a:pt x="17146" y="32585"/>
                  </a:cubicBezTo>
                  <a:cubicBezTo>
                    <a:pt x="8378" y="32585"/>
                    <a:pt x="1271" y="25477"/>
                    <a:pt x="1271" y="16710"/>
                  </a:cubicBezTo>
                  <a:cubicBezTo>
                    <a:pt x="1271" y="7942"/>
                    <a:pt x="8378" y="835"/>
                    <a:pt x="17146" y="835"/>
                  </a:cubicBezTo>
                  <a:cubicBezTo>
                    <a:pt x="25913" y="835"/>
                    <a:pt x="33021" y="7942"/>
                    <a:pt x="33021" y="16710"/>
                  </a:cubicBezTo>
                  <a:close/>
                </a:path>
              </a:pathLst>
            </a:custGeom>
            <a:solidFill>
              <a:schemeClr val="accent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83" name="任意多边形: 形状 303"/>
            <p:cNvSpPr/>
            <p:nvPr/>
          </p:nvSpPr>
          <p:spPr>
            <a:xfrm rot="5400000" flipV="1">
              <a:off x="10309554" y="4712449"/>
              <a:ext cx="31750" cy="31750"/>
            </a:xfrm>
            <a:custGeom>
              <a:avLst/>
              <a:gdLst>
                <a:gd name="connsiteX0" fmla="*/ 33001 w 31750"/>
                <a:gd name="connsiteY0" fmla="*/ 16697 h 31750"/>
                <a:gd name="connsiteX1" fmla="*/ 17126 w 31750"/>
                <a:gd name="connsiteY1" fmla="*/ 32572 h 31750"/>
                <a:gd name="connsiteX2" fmla="*/ 1251 w 31750"/>
                <a:gd name="connsiteY2" fmla="*/ 16697 h 31750"/>
                <a:gd name="connsiteX3" fmla="*/ 17126 w 31750"/>
                <a:gd name="connsiteY3" fmla="*/ 822 h 31750"/>
                <a:gd name="connsiteX4" fmla="*/ 33001 w 31750"/>
                <a:gd name="connsiteY4" fmla="*/ 16697 h 31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750" h="31750">
                  <a:moveTo>
                    <a:pt x="33001" y="16697"/>
                  </a:moveTo>
                  <a:cubicBezTo>
                    <a:pt x="33001" y="25464"/>
                    <a:pt x="25894" y="32572"/>
                    <a:pt x="17126" y="32572"/>
                  </a:cubicBezTo>
                  <a:cubicBezTo>
                    <a:pt x="8358" y="32572"/>
                    <a:pt x="1251" y="25464"/>
                    <a:pt x="1251" y="16697"/>
                  </a:cubicBezTo>
                  <a:cubicBezTo>
                    <a:pt x="1251" y="7929"/>
                    <a:pt x="8358" y="822"/>
                    <a:pt x="17126" y="822"/>
                  </a:cubicBezTo>
                  <a:cubicBezTo>
                    <a:pt x="25894" y="822"/>
                    <a:pt x="33001" y="7929"/>
                    <a:pt x="33001" y="16697"/>
                  </a:cubicBezTo>
                  <a:close/>
                </a:path>
              </a:pathLst>
            </a:custGeom>
            <a:solidFill>
              <a:schemeClr val="accent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84" name="任意多边形: 形状 304"/>
            <p:cNvSpPr/>
            <p:nvPr/>
          </p:nvSpPr>
          <p:spPr>
            <a:xfrm rot="5400000" flipV="1">
              <a:off x="10658804" y="4572749"/>
              <a:ext cx="31750" cy="31750"/>
            </a:xfrm>
            <a:custGeom>
              <a:avLst/>
              <a:gdLst>
                <a:gd name="connsiteX0" fmla="*/ 33056 w 31750"/>
                <a:gd name="connsiteY0" fmla="*/ 16675 h 31750"/>
                <a:gd name="connsiteX1" fmla="*/ 17181 w 31750"/>
                <a:gd name="connsiteY1" fmla="*/ 32550 h 31750"/>
                <a:gd name="connsiteX2" fmla="*/ 1306 w 31750"/>
                <a:gd name="connsiteY2" fmla="*/ 16675 h 31750"/>
                <a:gd name="connsiteX3" fmla="*/ 17181 w 31750"/>
                <a:gd name="connsiteY3" fmla="*/ 800 h 31750"/>
                <a:gd name="connsiteX4" fmla="*/ 33056 w 31750"/>
                <a:gd name="connsiteY4" fmla="*/ 16675 h 31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750" h="31750">
                  <a:moveTo>
                    <a:pt x="33056" y="16675"/>
                  </a:moveTo>
                  <a:cubicBezTo>
                    <a:pt x="33056" y="25442"/>
                    <a:pt x="25949" y="32550"/>
                    <a:pt x="17181" y="32550"/>
                  </a:cubicBezTo>
                  <a:cubicBezTo>
                    <a:pt x="8413" y="32550"/>
                    <a:pt x="1306" y="25442"/>
                    <a:pt x="1306" y="16675"/>
                  </a:cubicBezTo>
                  <a:cubicBezTo>
                    <a:pt x="1306" y="7907"/>
                    <a:pt x="8413" y="800"/>
                    <a:pt x="17181" y="800"/>
                  </a:cubicBezTo>
                  <a:cubicBezTo>
                    <a:pt x="25949" y="800"/>
                    <a:pt x="33056" y="7907"/>
                    <a:pt x="33056" y="16675"/>
                  </a:cubicBezTo>
                  <a:close/>
                </a:path>
              </a:pathLst>
            </a:custGeom>
            <a:solidFill>
              <a:schemeClr val="accent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85" name="任意多边形: 形状 305"/>
            <p:cNvSpPr/>
            <p:nvPr/>
          </p:nvSpPr>
          <p:spPr>
            <a:xfrm rot="5400000" flipV="1">
              <a:off x="10309554" y="4439399"/>
              <a:ext cx="31750" cy="31750"/>
            </a:xfrm>
            <a:custGeom>
              <a:avLst/>
              <a:gdLst>
                <a:gd name="connsiteX0" fmla="*/ 33001 w 31750"/>
                <a:gd name="connsiteY0" fmla="*/ 16654 h 31750"/>
                <a:gd name="connsiteX1" fmla="*/ 17126 w 31750"/>
                <a:gd name="connsiteY1" fmla="*/ 32529 h 31750"/>
                <a:gd name="connsiteX2" fmla="*/ 1251 w 31750"/>
                <a:gd name="connsiteY2" fmla="*/ 16654 h 31750"/>
                <a:gd name="connsiteX3" fmla="*/ 17126 w 31750"/>
                <a:gd name="connsiteY3" fmla="*/ 779 h 31750"/>
                <a:gd name="connsiteX4" fmla="*/ 33001 w 31750"/>
                <a:gd name="connsiteY4" fmla="*/ 16654 h 31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750" h="31750">
                  <a:moveTo>
                    <a:pt x="33001" y="16654"/>
                  </a:moveTo>
                  <a:cubicBezTo>
                    <a:pt x="33001" y="25421"/>
                    <a:pt x="25894" y="32529"/>
                    <a:pt x="17126" y="32529"/>
                  </a:cubicBezTo>
                  <a:cubicBezTo>
                    <a:pt x="8358" y="32529"/>
                    <a:pt x="1251" y="25421"/>
                    <a:pt x="1251" y="16654"/>
                  </a:cubicBezTo>
                  <a:cubicBezTo>
                    <a:pt x="1251" y="7886"/>
                    <a:pt x="8358" y="779"/>
                    <a:pt x="17126" y="779"/>
                  </a:cubicBezTo>
                  <a:cubicBezTo>
                    <a:pt x="25894" y="779"/>
                    <a:pt x="33001" y="7886"/>
                    <a:pt x="33001" y="16654"/>
                  </a:cubicBezTo>
                  <a:close/>
                </a:path>
              </a:pathLst>
            </a:custGeom>
            <a:solidFill>
              <a:schemeClr val="accent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86" name="文本框 185"/>
            <p:cNvSpPr txBox="1"/>
            <p:nvPr/>
          </p:nvSpPr>
          <p:spPr>
            <a:xfrm>
              <a:off x="9721424" y="4126343"/>
              <a:ext cx="327013" cy="11124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zh-CN" altLang="en-US" sz="700" dirty="0">
                  <a:solidFill>
                    <a:schemeClr val="tx2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锁屏杂志</a:t>
              </a:r>
              <a:endParaRPr lang="zh-CN" altLang="en-US" sz="700" dirty="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87" name="文本框 186"/>
            <p:cNvSpPr txBox="1"/>
            <p:nvPr/>
          </p:nvSpPr>
          <p:spPr>
            <a:xfrm>
              <a:off x="9687760" y="4399393"/>
              <a:ext cx="394340" cy="11124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zh-CN" altLang="en-US" sz="700" dirty="0">
                  <a:solidFill>
                    <a:schemeClr val="tx2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主动</a:t>
              </a:r>
              <a:r>
                <a:rPr lang="en-US" altLang="zh-CN" sz="700" dirty="0">
                  <a:solidFill>
                    <a:schemeClr val="tx2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Push</a:t>
              </a:r>
              <a:endParaRPr lang="en-US" altLang="zh-CN" sz="700" dirty="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88" name="文本框 187"/>
            <p:cNvSpPr txBox="1"/>
            <p:nvPr/>
          </p:nvSpPr>
          <p:spPr>
            <a:xfrm>
              <a:off x="9721424" y="4672443"/>
              <a:ext cx="327013" cy="11124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zh-CN" altLang="en-US" sz="700" dirty="0">
                  <a:solidFill>
                    <a:schemeClr val="tx2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全局搜索</a:t>
              </a:r>
              <a:endParaRPr lang="zh-CN" altLang="en-US" sz="700" dirty="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89" name="文本框 188"/>
            <p:cNvSpPr txBox="1"/>
            <p:nvPr/>
          </p:nvSpPr>
          <p:spPr>
            <a:xfrm>
              <a:off x="9721424" y="4945493"/>
              <a:ext cx="327013" cy="11124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zh-CN" altLang="en-US" sz="700" dirty="0">
                  <a:solidFill>
                    <a:schemeClr val="tx2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应用分发</a:t>
              </a:r>
              <a:endParaRPr lang="zh-CN" altLang="en-US" sz="700" dirty="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90" name="文本框 189"/>
            <p:cNvSpPr txBox="1"/>
            <p:nvPr/>
          </p:nvSpPr>
          <p:spPr>
            <a:xfrm>
              <a:off x="10359059" y="4478928"/>
              <a:ext cx="185948" cy="24622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zh-CN" altLang="en-US" sz="800" dirty="0">
                  <a:solidFill>
                    <a:schemeClr val="accent1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用户</a:t>
              </a:r>
              <a:endParaRPr lang="en-US" altLang="zh-CN" sz="800" dirty="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ctr"/>
              <a:r>
                <a:rPr lang="zh-CN" altLang="en-US" sz="800" dirty="0">
                  <a:solidFill>
                    <a:schemeClr val="accent1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关系</a:t>
              </a:r>
              <a:endParaRPr lang="zh-CN" altLang="en-US" sz="800" dirty="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91" name="文本框 190"/>
            <p:cNvSpPr txBox="1"/>
            <p:nvPr/>
          </p:nvSpPr>
          <p:spPr>
            <a:xfrm>
              <a:off x="10744361" y="4259301"/>
              <a:ext cx="123463" cy="70371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zh-CN" altLang="en-US" sz="700" dirty="0">
                  <a:solidFill>
                    <a:schemeClr val="bg1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商品</a:t>
              </a:r>
              <a:endParaRPr lang="en-US" altLang="zh-CN" sz="700" dirty="0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ctr">
                <a:lnSpc>
                  <a:spcPct val="110000"/>
                </a:lnSpc>
              </a:pPr>
              <a:r>
                <a:rPr lang="zh-CN" altLang="en-US" sz="700" dirty="0">
                  <a:solidFill>
                    <a:schemeClr val="bg1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品牌详情</a:t>
              </a:r>
              <a:endParaRPr lang="en-US" altLang="zh-CN" sz="700" dirty="0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193" name="文本框 192"/>
          <p:cNvSpPr txBox="1"/>
          <p:nvPr/>
        </p:nvSpPr>
        <p:spPr>
          <a:xfrm>
            <a:off x="11138985" y="2088303"/>
            <a:ext cx="369330" cy="355481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eaVert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1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投顾懂用户需求，链接用户和产品</a:t>
            </a:r>
            <a:endParaRPr kumimoji="0" lang="zh-CN" altLang="en-US" sz="1800" b="1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94" name="文本框 193"/>
          <p:cNvSpPr txBox="1"/>
          <p:nvPr/>
        </p:nvSpPr>
        <p:spPr>
          <a:xfrm>
            <a:off x="11529409" y="2410349"/>
            <a:ext cx="246219" cy="304185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eaVert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000" b="1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根据用户需求，匹配满足需求的产品，并陪伴是服务</a:t>
            </a:r>
            <a:endParaRPr kumimoji="0" lang="zh-CN" altLang="en-US" sz="1000" b="1" u="none" strike="noStrike" cap="none" spc="0" normalizeH="0" baseline="0" dirty="0">
              <a:ln>
                <a:noFill/>
              </a:ln>
              <a:solidFill>
                <a:schemeClr val="tx2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96" name="文本框 195"/>
          <p:cNvSpPr txBox="1"/>
          <p:nvPr/>
        </p:nvSpPr>
        <p:spPr>
          <a:xfrm>
            <a:off x="1567434" y="3065135"/>
            <a:ext cx="1074333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altLang="zh-CN" sz="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Communicate manner</a:t>
            </a:r>
            <a:endParaRPr lang="en-GB" altLang="zh-CN" sz="6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7" name="文本框 196"/>
          <p:cNvSpPr txBox="1"/>
          <p:nvPr/>
        </p:nvSpPr>
        <p:spPr>
          <a:xfrm>
            <a:off x="1567434" y="3840639"/>
            <a:ext cx="1074333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altLang="zh-CN" sz="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Share and collaborate</a:t>
            </a:r>
            <a:endParaRPr lang="en-GB" altLang="zh-CN" sz="6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8" name="文本框 197"/>
          <p:cNvSpPr txBox="1"/>
          <p:nvPr/>
        </p:nvSpPr>
        <p:spPr>
          <a:xfrm>
            <a:off x="1591479" y="4674016"/>
            <a:ext cx="1026243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altLang="zh-CN" sz="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Report subscriptions</a:t>
            </a:r>
            <a:endParaRPr lang="en-GB" altLang="zh-CN" sz="6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9" name="文本框 198"/>
          <p:cNvSpPr txBox="1"/>
          <p:nvPr/>
        </p:nvSpPr>
        <p:spPr>
          <a:xfrm>
            <a:off x="1567434" y="5461094"/>
            <a:ext cx="957313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altLang="zh-CN" sz="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Business approvals</a:t>
            </a:r>
            <a:endParaRPr lang="en-GB" altLang="zh-CN" sz="6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2" name="任意多边形: 形状 287"/>
          <p:cNvSpPr/>
          <p:nvPr/>
        </p:nvSpPr>
        <p:spPr>
          <a:xfrm>
            <a:off x="7478197" y="6270834"/>
            <a:ext cx="1832937" cy="99913"/>
          </a:xfrm>
          <a:custGeom>
            <a:avLst/>
            <a:gdLst>
              <a:gd name="connsiteX0" fmla="*/ 0 w 2095500"/>
              <a:gd name="connsiteY0" fmla="*/ 0 h 88900"/>
              <a:gd name="connsiteX1" fmla="*/ 0 w 2095500"/>
              <a:gd name="connsiteY1" fmla="*/ 88900 h 88900"/>
              <a:gd name="connsiteX2" fmla="*/ 2095500 w 2095500"/>
              <a:gd name="connsiteY2" fmla="*/ 88900 h 88900"/>
              <a:gd name="connsiteX3" fmla="*/ 2095500 w 2095500"/>
              <a:gd name="connsiteY3" fmla="*/ 0 h 8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95500" h="88900">
                <a:moveTo>
                  <a:pt x="0" y="0"/>
                </a:moveTo>
                <a:lnTo>
                  <a:pt x="0" y="88900"/>
                </a:lnTo>
                <a:lnTo>
                  <a:pt x="2095500" y="88900"/>
                </a:lnTo>
                <a:lnTo>
                  <a:pt x="2095500" y="0"/>
                </a:lnTo>
              </a:path>
            </a:pathLst>
          </a:custGeom>
          <a:noFill/>
          <a:ln w="6350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3" name="任意多边形: 形状 288"/>
          <p:cNvSpPr/>
          <p:nvPr/>
        </p:nvSpPr>
        <p:spPr>
          <a:xfrm>
            <a:off x="9341482" y="6288500"/>
            <a:ext cx="1585614" cy="82247"/>
          </a:xfrm>
          <a:custGeom>
            <a:avLst/>
            <a:gdLst>
              <a:gd name="connsiteX0" fmla="*/ 0 w 1885950"/>
              <a:gd name="connsiteY0" fmla="*/ 0 h 88900"/>
              <a:gd name="connsiteX1" fmla="*/ 0 w 1885950"/>
              <a:gd name="connsiteY1" fmla="*/ 88900 h 88900"/>
              <a:gd name="connsiteX2" fmla="*/ 1885950 w 1885950"/>
              <a:gd name="connsiteY2" fmla="*/ 88900 h 88900"/>
              <a:gd name="connsiteX3" fmla="*/ 1885950 w 1885950"/>
              <a:gd name="connsiteY3" fmla="*/ 0 h 8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85950" h="88900">
                <a:moveTo>
                  <a:pt x="0" y="0"/>
                </a:moveTo>
                <a:lnTo>
                  <a:pt x="0" y="88900"/>
                </a:lnTo>
                <a:lnTo>
                  <a:pt x="1885950" y="88900"/>
                </a:lnTo>
                <a:lnTo>
                  <a:pt x="1885950" y="0"/>
                </a:lnTo>
              </a:path>
            </a:pathLst>
          </a:custGeom>
          <a:noFill/>
          <a:ln w="6350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6" name="任意多边形: 形状 291"/>
          <p:cNvSpPr/>
          <p:nvPr/>
        </p:nvSpPr>
        <p:spPr>
          <a:xfrm>
            <a:off x="8392760" y="6346447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chemeClr val="bg1"/>
          </a:solidFill>
          <a:ln w="6350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7" name="任意多边形: 形状 292"/>
          <p:cNvSpPr/>
          <p:nvPr/>
        </p:nvSpPr>
        <p:spPr>
          <a:xfrm>
            <a:off x="10115239" y="6346447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chemeClr val="bg1"/>
          </a:solidFill>
          <a:ln w="6350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0" name="文本框 209"/>
          <p:cNvSpPr txBox="1"/>
          <p:nvPr/>
        </p:nvSpPr>
        <p:spPr>
          <a:xfrm>
            <a:off x="7993426" y="6415619"/>
            <a:ext cx="836768" cy="184666"/>
          </a:xfrm>
          <a:prstGeom prst="rect">
            <a:avLst/>
          </a:prstGeom>
          <a:noFill/>
          <a:effectLst>
            <a:outerShdw blurRad="190500" dist="127000" dir="5400000" algn="t" rotWithShape="0">
              <a:srgbClr val="052F35">
                <a:alpha val="10000"/>
              </a:srgbClr>
            </a:outerShdw>
          </a:effectLst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>
              <a:defRPr sz="1400">
                <a:gradFill>
                  <a:gsLst>
                    <a:gs pos="0">
                      <a:srgbClr val="5F99FF"/>
                    </a:gs>
                    <a:gs pos="50000">
                      <a:srgbClr val="327BFA"/>
                    </a:gs>
                    <a:gs pos="100000">
                      <a:srgbClr val="055DF6"/>
                    </a:gs>
                  </a:gsLst>
                  <a:lin ang="0" scaled="0"/>
                </a:gradFill>
                <a:effectLst/>
                <a:latin typeface="MiSans Semibold" panose="00000700000000000000" pitchFamily="2" charset="-122"/>
                <a:ea typeface="MiSans Semibold" panose="00000700000000000000" pitchFamily="2" charset="-122"/>
              </a:defRPr>
            </a:lvl1pPr>
          </a:lstStyle>
          <a:p>
            <a:pPr algn="ctr"/>
            <a:r>
              <a:rPr lang="zh-CN" altLang="en-US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海量精选课程</a:t>
            </a:r>
            <a:endParaRPr lang="zh-CN" altLang="en-US" sz="12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1" name="文本框 210"/>
          <p:cNvSpPr txBox="1"/>
          <p:nvPr/>
        </p:nvSpPr>
        <p:spPr>
          <a:xfrm>
            <a:off x="9687051" y="6415619"/>
            <a:ext cx="894476" cy="184666"/>
          </a:xfrm>
          <a:prstGeom prst="rect">
            <a:avLst/>
          </a:prstGeom>
          <a:noFill/>
          <a:effectLst>
            <a:outerShdw blurRad="190500" dist="127000" dir="5400000" algn="t" rotWithShape="0">
              <a:srgbClr val="052F35">
                <a:alpha val="10000"/>
              </a:srgbClr>
            </a:outerShdw>
          </a:effectLst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>
              <a:defRPr sz="1400">
                <a:gradFill>
                  <a:gsLst>
                    <a:gs pos="0">
                      <a:srgbClr val="5F99FF"/>
                    </a:gs>
                    <a:gs pos="50000">
                      <a:srgbClr val="327BFA"/>
                    </a:gs>
                    <a:gs pos="100000">
                      <a:srgbClr val="055DF6"/>
                    </a:gs>
                  </a:gsLst>
                  <a:lin ang="0" scaled="0"/>
                </a:gradFill>
                <a:effectLst/>
                <a:latin typeface="MiSans Semibold" panose="00000700000000000000" pitchFamily="2" charset="-122"/>
                <a:ea typeface="MiSans Semibold" panose="00000700000000000000" pitchFamily="2" charset="-122"/>
              </a:defRPr>
            </a:lvl1pPr>
          </a:lstStyle>
          <a:p>
            <a:pPr algn="ctr"/>
            <a:r>
              <a:rPr lang="en-US" altLang="zh-CN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KOL</a:t>
            </a:r>
            <a:r>
              <a:rPr lang="zh-CN" altLang="en-US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分析复盘</a:t>
            </a:r>
            <a:endParaRPr lang="zh-CN" altLang="en-US" sz="12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25" name="组合 224"/>
          <p:cNvGrpSpPr/>
          <p:nvPr/>
        </p:nvGrpSpPr>
        <p:grpSpPr>
          <a:xfrm>
            <a:off x="1248107" y="6268512"/>
            <a:ext cx="1649435" cy="107950"/>
            <a:chOff x="1248107" y="5948882"/>
            <a:chExt cx="1649435" cy="107950"/>
          </a:xfrm>
        </p:grpSpPr>
        <p:sp>
          <p:nvSpPr>
            <p:cNvPr id="218" name="任意多边形: 形状 288"/>
            <p:cNvSpPr/>
            <p:nvPr/>
          </p:nvSpPr>
          <p:spPr>
            <a:xfrm>
              <a:off x="1248107" y="5948882"/>
              <a:ext cx="1649435" cy="82247"/>
            </a:xfrm>
            <a:custGeom>
              <a:avLst/>
              <a:gdLst>
                <a:gd name="connsiteX0" fmla="*/ 0 w 1885950"/>
                <a:gd name="connsiteY0" fmla="*/ 0 h 88900"/>
                <a:gd name="connsiteX1" fmla="*/ 0 w 1885950"/>
                <a:gd name="connsiteY1" fmla="*/ 88900 h 88900"/>
                <a:gd name="connsiteX2" fmla="*/ 1885950 w 1885950"/>
                <a:gd name="connsiteY2" fmla="*/ 88900 h 88900"/>
                <a:gd name="connsiteX3" fmla="*/ 1885950 w 1885950"/>
                <a:gd name="connsiteY3" fmla="*/ 0 h 88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85950" h="88900">
                  <a:moveTo>
                    <a:pt x="0" y="0"/>
                  </a:moveTo>
                  <a:lnTo>
                    <a:pt x="0" y="88900"/>
                  </a:lnTo>
                  <a:lnTo>
                    <a:pt x="1885950" y="88900"/>
                  </a:lnTo>
                  <a:lnTo>
                    <a:pt x="1885950" y="0"/>
                  </a:lnTo>
                </a:path>
              </a:pathLst>
            </a:custGeom>
            <a:noFill/>
            <a:ln w="635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19" name="任意多边形: 形状 292"/>
            <p:cNvSpPr/>
            <p:nvPr/>
          </p:nvSpPr>
          <p:spPr>
            <a:xfrm>
              <a:off x="2053774" y="6018732"/>
              <a:ext cx="38100" cy="38100"/>
            </a:xfrm>
            <a:custGeom>
              <a:avLst/>
              <a:gdLst>
                <a:gd name="connsiteX0" fmla="*/ 38100 w 38100"/>
                <a:gd name="connsiteY0" fmla="*/ 19050 h 38100"/>
                <a:gd name="connsiteX1" fmla="*/ 19050 w 38100"/>
                <a:gd name="connsiteY1" fmla="*/ 38100 h 38100"/>
                <a:gd name="connsiteX2" fmla="*/ 0 w 38100"/>
                <a:gd name="connsiteY2" fmla="*/ 19050 h 38100"/>
                <a:gd name="connsiteX3" fmla="*/ 19050 w 38100"/>
                <a:gd name="connsiteY3" fmla="*/ 0 h 38100"/>
                <a:gd name="connsiteX4" fmla="*/ 38100 w 38100"/>
                <a:gd name="connsiteY4" fmla="*/ 1905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8100" y="19050"/>
                  </a:moveTo>
                  <a:cubicBezTo>
                    <a:pt x="38100" y="29571"/>
                    <a:pt x="29571" y="38100"/>
                    <a:pt x="19050" y="38100"/>
                  </a:cubicBezTo>
                  <a:cubicBezTo>
                    <a:pt x="8529" y="38100"/>
                    <a:pt x="0" y="29571"/>
                    <a:pt x="0" y="19050"/>
                  </a:cubicBezTo>
                  <a:cubicBezTo>
                    <a:pt x="0" y="8529"/>
                    <a:pt x="8529" y="0"/>
                    <a:pt x="19050" y="0"/>
                  </a:cubicBezTo>
                  <a:cubicBezTo>
                    <a:pt x="29571" y="0"/>
                    <a:pt x="38100" y="8529"/>
                    <a:pt x="38100" y="19050"/>
                  </a:cubicBezTo>
                  <a:close/>
                </a:path>
              </a:pathLst>
            </a:custGeom>
            <a:solidFill>
              <a:schemeClr val="bg1"/>
            </a:solidFill>
            <a:ln w="635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220" name="文本框 219"/>
          <p:cNvSpPr txBox="1"/>
          <p:nvPr/>
        </p:nvSpPr>
        <p:spPr>
          <a:xfrm>
            <a:off x="1584710" y="6404189"/>
            <a:ext cx="976229" cy="184666"/>
          </a:xfrm>
          <a:prstGeom prst="rect">
            <a:avLst/>
          </a:prstGeom>
          <a:noFill/>
          <a:effectLst>
            <a:outerShdw blurRad="190500" dist="127000" dir="5400000" algn="t" rotWithShape="0">
              <a:srgbClr val="052F35">
                <a:alpha val="10000"/>
              </a:srgbClr>
            </a:outerShdw>
          </a:effectLst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>
              <a:defRPr sz="1400">
                <a:gradFill>
                  <a:gsLst>
                    <a:gs pos="0">
                      <a:srgbClr val="5F99FF"/>
                    </a:gs>
                    <a:gs pos="50000">
                      <a:srgbClr val="327BFA"/>
                    </a:gs>
                    <a:gs pos="100000">
                      <a:srgbClr val="055DF6"/>
                    </a:gs>
                  </a:gsLst>
                  <a:lin ang="0" scaled="0"/>
                </a:gradFill>
                <a:effectLst/>
                <a:latin typeface="MiSans Semibold" panose="00000700000000000000" pitchFamily="2" charset="-122"/>
                <a:ea typeface="MiSans Semibold" panose="00000700000000000000" pitchFamily="2" charset="-122"/>
              </a:defRPr>
            </a:lvl1pPr>
          </a:lstStyle>
          <a:p>
            <a:pPr algn="ctr"/>
            <a:r>
              <a:rPr lang="zh-CN" altLang="en-US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营销方案、模版</a:t>
            </a:r>
            <a:endParaRPr lang="zh-CN" altLang="en-US" sz="12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24" name="组合 223"/>
          <p:cNvGrpSpPr/>
          <p:nvPr/>
        </p:nvGrpSpPr>
        <p:grpSpPr>
          <a:xfrm>
            <a:off x="2935381" y="6278447"/>
            <a:ext cx="1812603" cy="92300"/>
            <a:chOff x="2912521" y="5967932"/>
            <a:chExt cx="1812603" cy="92300"/>
          </a:xfrm>
        </p:grpSpPr>
        <p:sp>
          <p:nvSpPr>
            <p:cNvPr id="221" name="任意多边形: 形状 288"/>
            <p:cNvSpPr/>
            <p:nvPr/>
          </p:nvSpPr>
          <p:spPr>
            <a:xfrm>
              <a:off x="2912521" y="5967932"/>
              <a:ext cx="1812603" cy="69850"/>
            </a:xfrm>
            <a:custGeom>
              <a:avLst/>
              <a:gdLst>
                <a:gd name="connsiteX0" fmla="*/ 0 w 1885950"/>
                <a:gd name="connsiteY0" fmla="*/ 0 h 88900"/>
                <a:gd name="connsiteX1" fmla="*/ 0 w 1885950"/>
                <a:gd name="connsiteY1" fmla="*/ 88900 h 88900"/>
                <a:gd name="connsiteX2" fmla="*/ 1885950 w 1885950"/>
                <a:gd name="connsiteY2" fmla="*/ 88900 h 88900"/>
                <a:gd name="connsiteX3" fmla="*/ 1885950 w 1885950"/>
                <a:gd name="connsiteY3" fmla="*/ 0 h 88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85950" h="88900">
                  <a:moveTo>
                    <a:pt x="0" y="0"/>
                  </a:moveTo>
                  <a:lnTo>
                    <a:pt x="0" y="88900"/>
                  </a:lnTo>
                  <a:lnTo>
                    <a:pt x="1885950" y="88900"/>
                  </a:lnTo>
                  <a:lnTo>
                    <a:pt x="1885950" y="0"/>
                  </a:lnTo>
                </a:path>
              </a:pathLst>
            </a:custGeom>
            <a:noFill/>
            <a:ln w="635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22" name="任意多边形: 形状 292"/>
            <p:cNvSpPr/>
            <p:nvPr/>
          </p:nvSpPr>
          <p:spPr>
            <a:xfrm>
              <a:off x="3799772" y="6022132"/>
              <a:ext cx="38100" cy="38100"/>
            </a:xfrm>
            <a:custGeom>
              <a:avLst/>
              <a:gdLst>
                <a:gd name="connsiteX0" fmla="*/ 38100 w 38100"/>
                <a:gd name="connsiteY0" fmla="*/ 19050 h 38100"/>
                <a:gd name="connsiteX1" fmla="*/ 19050 w 38100"/>
                <a:gd name="connsiteY1" fmla="*/ 38100 h 38100"/>
                <a:gd name="connsiteX2" fmla="*/ 0 w 38100"/>
                <a:gd name="connsiteY2" fmla="*/ 19050 h 38100"/>
                <a:gd name="connsiteX3" fmla="*/ 19050 w 38100"/>
                <a:gd name="connsiteY3" fmla="*/ 0 h 38100"/>
                <a:gd name="connsiteX4" fmla="*/ 38100 w 38100"/>
                <a:gd name="connsiteY4" fmla="*/ 1905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8100" y="19050"/>
                  </a:moveTo>
                  <a:cubicBezTo>
                    <a:pt x="38100" y="29571"/>
                    <a:pt x="29571" y="38100"/>
                    <a:pt x="19050" y="38100"/>
                  </a:cubicBezTo>
                  <a:cubicBezTo>
                    <a:pt x="8529" y="38100"/>
                    <a:pt x="0" y="29571"/>
                    <a:pt x="0" y="19050"/>
                  </a:cubicBezTo>
                  <a:cubicBezTo>
                    <a:pt x="0" y="8529"/>
                    <a:pt x="8529" y="0"/>
                    <a:pt x="19050" y="0"/>
                  </a:cubicBezTo>
                  <a:cubicBezTo>
                    <a:pt x="29571" y="0"/>
                    <a:pt x="38100" y="8529"/>
                    <a:pt x="38100" y="19050"/>
                  </a:cubicBezTo>
                  <a:close/>
                </a:path>
              </a:pathLst>
            </a:custGeom>
            <a:solidFill>
              <a:schemeClr val="bg1"/>
            </a:solidFill>
            <a:ln w="635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223" name="文本框 222"/>
          <p:cNvSpPr txBox="1"/>
          <p:nvPr/>
        </p:nvSpPr>
        <p:spPr>
          <a:xfrm>
            <a:off x="3318854" y="6404189"/>
            <a:ext cx="836768" cy="184666"/>
          </a:xfrm>
          <a:prstGeom prst="rect">
            <a:avLst/>
          </a:prstGeom>
          <a:noFill/>
          <a:effectLst>
            <a:outerShdw blurRad="190500" dist="127000" dir="5400000" algn="t" rotWithShape="0">
              <a:srgbClr val="052F35">
                <a:alpha val="10000"/>
              </a:srgbClr>
            </a:outerShdw>
          </a:effectLst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>
              <a:defRPr sz="1400">
                <a:gradFill>
                  <a:gsLst>
                    <a:gs pos="0">
                      <a:srgbClr val="5F99FF"/>
                    </a:gs>
                    <a:gs pos="50000">
                      <a:srgbClr val="327BFA"/>
                    </a:gs>
                    <a:gs pos="100000">
                      <a:srgbClr val="055DF6"/>
                    </a:gs>
                  </a:gsLst>
                  <a:lin ang="0" scaled="0"/>
                </a:gradFill>
                <a:effectLst/>
                <a:latin typeface="MiSans Semibold" panose="00000700000000000000" pitchFamily="2" charset="-122"/>
                <a:ea typeface="MiSans Semibold" panose="00000700000000000000" pitchFamily="2" charset="-122"/>
              </a:defRPr>
            </a:lvl1pPr>
          </a:lstStyle>
          <a:p>
            <a:pPr algn="ctr"/>
            <a:r>
              <a:rPr lang="zh-CN" altLang="en-US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数据服务支持</a:t>
            </a:r>
            <a:endParaRPr lang="zh-CN" altLang="en-US" sz="12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8738235" y="348615"/>
            <a:ext cx="3219450" cy="332740"/>
            <a:chOff x="13761" y="549"/>
            <a:chExt cx="5070" cy="524"/>
          </a:xfrm>
        </p:grpSpPr>
        <p:pic>
          <p:nvPicPr>
            <p:cNvPr id="7" name="图片 6"/>
            <p:cNvPicPr>
              <a:picLocks noChangeAspect="1"/>
            </p:cNvPicPr>
            <p:nvPr userDrawn="1"/>
          </p:nvPicPr>
          <p:blipFill>
            <a:blip r:embed="rId3"/>
            <a:srcRect l="17002" t="-1765" r="56499" b="-1176"/>
            <a:stretch>
              <a:fillRect/>
            </a:stretch>
          </p:blipFill>
          <p:spPr>
            <a:xfrm>
              <a:off x="13761" y="549"/>
              <a:ext cx="1582" cy="525"/>
            </a:xfrm>
            <a:prstGeom prst="rect">
              <a:avLst/>
            </a:prstGeom>
          </p:spPr>
        </p:pic>
        <p:sp>
          <p:nvSpPr>
            <p:cNvPr id="8" name="文本框 7"/>
            <p:cNvSpPr txBox="1"/>
            <p:nvPr userDrawn="1"/>
          </p:nvSpPr>
          <p:spPr>
            <a:xfrm>
              <a:off x="15219" y="655"/>
              <a:ext cx="3613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复杂逻辑场景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·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框架搭建系列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PPT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模板</a:t>
              </a:r>
              <a:endPara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cxnSp>
        <p:nvCxnSpPr>
          <p:cNvPr id="13" name="直线连接符 7"/>
          <p:cNvCxnSpPr/>
          <p:nvPr userDrawn="1"/>
        </p:nvCxnSpPr>
        <p:spPr>
          <a:xfrm>
            <a:off x="369165" y="839204"/>
            <a:ext cx="11459846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©天蝎PPT1"/>
          <p:cNvPicPr>
            <a:picLocks noChangeAspect="1"/>
          </p:cNvPicPr>
          <p:nvPr/>
        </p:nvPicPr>
        <p:blipFill rotWithShape="1">
          <a:blip r:embed="rId1" cstate="email"/>
          <a:srcRect/>
          <a:stretch>
            <a:fillRect/>
          </a:stretch>
        </p:blipFill>
        <p:spPr>
          <a:xfrm flipH="1">
            <a:off x="4431665" y="1270"/>
            <a:ext cx="7755825" cy="6858000"/>
          </a:xfrm>
          <a:prstGeom prst="rect">
            <a:avLst/>
          </a:prstGeom>
        </p:spPr>
      </p:pic>
      <p:sp>
        <p:nvSpPr>
          <p:cNvPr id="36" name="矩形 35"/>
          <p:cNvSpPr/>
          <p:nvPr/>
        </p:nvSpPr>
        <p:spPr>
          <a:xfrm>
            <a:off x="0" y="1270"/>
            <a:ext cx="12268200" cy="6858000"/>
          </a:xfrm>
          <a:prstGeom prst="rect">
            <a:avLst/>
          </a:prstGeom>
          <a:gradFill>
            <a:gsLst>
              <a:gs pos="0">
                <a:srgbClr val="EDEEF2">
                  <a:lumMod val="0"/>
                  <a:lumOff val="100000"/>
                </a:srgbClr>
              </a:gs>
              <a:gs pos="100000">
                <a:srgbClr val="DBDBDD">
                  <a:alpha val="50000"/>
                </a:srgbClr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5598" name="Group"/>
          <p:cNvGrpSpPr/>
          <p:nvPr/>
        </p:nvGrpSpPr>
        <p:grpSpPr>
          <a:xfrm>
            <a:off x="1443368" y="1358900"/>
            <a:ext cx="9305264" cy="4305301"/>
            <a:chOff x="0" y="0"/>
            <a:chExt cx="18610527" cy="8610600"/>
          </a:xfrm>
          <a:solidFill>
            <a:schemeClr val="accent1"/>
          </a:solidFill>
        </p:grpSpPr>
        <p:sp>
          <p:nvSpPr>
            <p:cNvPr id="5596" name="Triangle"/>
            <p:cNvSpPr/>
            <p:nvPr/>
          </p:nvSpPr>
          <p:spPr>
            <a:xfrm rot="5400000">
              <a:off x="0" y="7340600"/>
              <a:ext cx="1270000" cy="1270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5597" name="Rounded Rectangle"/>
            <p:cNvSpPr/>
            <p:nvPr/>
          </p:nvSpPr>
          <p:spPr>
            <a:xfrm>
              <a:off x="0" y="0"/>
              <a:ext cx="18610528" cy="7924800"/>
            </a:xfrm>
            <a:prstGeom prst="roundRect">
              <a:avLst>
                <a:gd name="adj" fmla="val 2404"/>
              </a:avLst>
            </a:prstGeom>
            <a:grp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454150" y="2272665"/>
            <a:ext cx="9283700" cy="1576070"/>
          </a:xfrm>
          <a:prstGeom prst="rect">
            <a:avLst/>
          </a:prstGeom>
          <a:noFill/>
        </p:spPr>
        <p:txBody>
          <a:bodyPr wrap="square" anchor="ctr" anchorCtr="0">
            <a:noAutofit/>
          </a:bodyPr>
          <a:lstStyle/>
          <a:p>
            <a:pPr algn="ctr"/>
            <a:r>
              <a:rPr lang="id-ID" sz="8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THANK YOU</a:t>
            </a:r>
            <a:endParaRPr lang="id-ID" sz="8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7"/>
          <p:cNvSpPr txBox="1"/>
          <p:nvPr/>
        </p:nvSpPr>
        <p:spPr>
          <a:xfrm>
            <a:off x="3982085" y="4293870"/>
            <a:ext cx="4970145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d-ID" sz="16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汇报人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：开悟思维    </a:t>
            </a:r>
            <a:r>
              <a:rPr lang="id-ID" sz="16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汇报时间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**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**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**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</a:t>
            </a:r>
            <a:endParaRPr lang="en-ID" sz="16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DIAGRAM_VIRTUALLY_FRAME" val="{&quot;height&quot;:410,&quot;left&quot;:29.05,&quot;top&quot;:91.25,&quot;width&quot;:912.85}"/>
</p:tagLst>
</file>

<file path=ppt/tags/tag20.xml><?xml version="1.0" encoding="utf-8"?>
<p:tagLst xmlns:p="http://schemas.openxmlformats.org/presentationml/2006/main">
  <p:tag name="KSO_WM_DIAGRAM_VIRTUALLY_FRAME" val="{&quot;height&quot;:410,&quot;left&quot;:29.05,&quot;top&quot;:91.25,&quot;width&quot;:912.85}"/>
</p:tagLst>
</file>

<file path=ppt/tags/tag21.xml><?xml version="1.0" encoding="utf-8"?>
<p:tagLst xmlns:p="http://schemas.openxmlformats.org/presentationml/2006/main">
  <p:tag name="KSO_WM_DIAGRAM_VIRTUALLY_FRAME" val="{&quot;height&quot;:410,&quot;left&quot;:29.05,&quot;top&quot;:91.25,&quot;width&quot;:920.15}"/>
</p:tagLst>
</file>

<file path=ppt/tags/tag22.xml><?xml version="1.0" encoding="utf-8"?>
<p:tagLst xmlns:p="http://schemas.openxmlformats.org/presentationml/2006/main">
  <p:tag name="KSO_WM_DIAGRAM_VIRTUALLY_FRAME" val="{&quot;height&quot;:410,&quot;left&quot;:29.05,&quot;top&quot;:91.25,&quot;width&quot;:920.15}"/>
</p:tagLst>
</file>

<file path=ppt/tags/tag23.xml><?xml version="1.0" encoding="utf-8"?>
<p:tagLst xmlns:p="http://schemas.openxmlformats.org/presentationml/2006/main">
  <p:tag name="KSO_WM_DIAGRAM_VIRTUALLY_FRAME" val="{&quot;height&quot;:410,&quot;left&quot;:29.05,&quot;top&quot;:91.25,&quot;width&quot;:920.15}"/>
</p:tagLst>
</file>

<file path=ppt/tags/tag24.xml><?xml version="1.0" encoding="utf-8"?>
<p:tagLst xmlns:p="http://schemas.openxmlformats.org/presentationml/2006/main">
  <p:tag name="KSO_WM_DIAGRAM_VIRTUALLY_FRAME" val="{&quot;height&quot;:410,&quot;left&quot;:29.05,&quot;top&quot;:91.25,&quot;width&quot;:920.15}"/>
</p:tagLst>
</file>

<file path=ppt/tags/tag25.xml><?xml version="1.0" encoding="utf-8"?>
<p:tagLst xmlns:p="http://schemas.openxmlformats.org/presentationml/2006/main">
  <p:tag name="KSO_WM_DIAGRAM_VIRTUALLY_FRAME" val="{&quot;height&quot;:410,&quot;left&quot;:29.05,&quot;top&quot;:91.25,&quot;width&quot;:920.15}"/>
</p:tagLst>
</file>

<file path=ppt/tags/tag26.xml><?xml version="1.0" encoding="utf-8"?>
<p:tagLst xmlns:p="http://schemas.openxmlformats.org/presentationml/2006/main">
  <p:tag name="KSO_WM_DIAGRAM_VIRTUALLY_FRAME" val="{&quot;height&quot;:410,&quot;left&quot;:29.05,&quot;top&quot;:91.25,&quot;width&quot;:920.15}"/>
</p:tagLst>
</file>

<file path=ppt/tags/tag27.xml><?xml version="1.0" encoding="utf-8"?>
<p:tagLst xmlns:p="http://schemas.openxmlformats.org/presentationml/2006/main">
  <p:tag name="KSO_WM_DIAGRAM_VIRTUALLY_FRAME" val="{&quot;height&quot;:410,&quot;left&quot;:29.05,&quot;top&quot;:91.25,&quot;width&quot;:920.15}"/>
</p:tagLst>
</file>

<file path=ppt/tags/tag28.xml><?xml version="1.0" encoding="utf-8"?>
<p:tagLst xmlns:p="http://schemas.openxmlformats.org/presentationml/2006/main">
  <p:tag name="KSO_WM_DIAGRAM_VIRTUALLY_FRAME" val="{&quot;height&quot;:410,&quot;left&quot;:29.05,&quot;top&quot;:91.25,&quot;width&quot;:920.15}"/>
</p:tagLst>
</file>

<file path=ppt/tags/tag29.xml><?xml version="1.0" encoding="utf-8"?>
<p:tagLst xmlns:p="http://schemas.openxmlformats.org/presentationml/2006/main">
  <p:tag name="KSO_WM_DIAGRAM_VIRTUALLY_FRAME" val="{&quot;height&quot;:410,&quot;left&quot;:29.05,&quot;top&quot;:91.25,&quot;width&quot;:912.85}"/>
</p:tagLst>
</file>

<file path=ppt/tags/tag30.xml><?xml version="1.0" encoding="utf-8"?>
<p:tagLst xmlns:p="http://schemas.openxmlformats.org/presentationml/2006/main">
  <p:tag name="KSO_WM_DIAGRAM_VIRTUALLY_FRAME" val="{&quot;height&quot;:410,&quot;left&quot;:29.05,&quot;top&quot;:91.25,&quot;width&quot;:912.85}"/>
</p:tagLst>
</file>

<file path=ppt/tags/tag31.xml><?xml version="1.0" encoding="utf-8"?>
<p:tagLst xmlns:p="http://schemas.openxmlformats.org/presentationml/2006/main">
  <p:tag name="KSO_WM_DIAGRAM_VIRTUALLY_FRAME" val="{&quot;height&quot;:410,&quot;left&quot;:29.05,&quot;top&quot;:91.25,&quot;width&quot;:912.85}"/>
</p:tagLst>
</file>

<file path=ppt/tags/tag32.xml><?xml version="1.0" encoding="utf-8"?>
<p:tagLst xmlns:p="http://schemas.openxmlformats.org/presentationml/2006/main">
  <p:tag name="KSO_WM_DIAGRAM_VIRTUALLY_FRAME" val="{&quot;height&quot;:410,&quot;left&quot;:29.05,&quot;top&quot;:91.25,&quot;width&quot;:912.85}"/>
</p:tagLst>
</file>

<file path=ppt/tags/tag33.xml><?xml version="1.0" encoding="utf-8"?>
<p:tagLst xmlns:p="http://schemas.openxmlformats.org/presentationml/2006/main">
  <p:tag name="KSO_WM_DIAGRAM_VIRTUALLY_FRAME" val="{&quot;height&quot;:410,&quot;left&quot;:29.05,&quot;top&quot;:91.25,&quot;width&quot;:912.85}"/>
</p:tagLst>
</file>

<file path=ppt/tags/tag34.xml><?xml version="1.0" encoding="utf-8"?>
<p:tagLst xmlns:p="http://schemas.openxmlformats.org/presentationml/2006/main">
  <p:tag name="KSO_WM_DIAGRAM_VIRTUALLY_FRAME" val="{&quot;height&quot;:410,&quot;left&quot;:29.05,&quot;top&quot;:91.25,&quot;width&quot;:912.85}"/>
</p:tagLst>
</file>

<file path=ppt/tags/tag35.xml><?xml version="1.0" encoding="utf-8"?>
<p:tagLst xmlns:p="http://schemas.openxmlformats.org/presentationml/2006/main">
  <p:tag name="KSO_WM_DIAGRAM_VIRTUALLY_FRAME" val="{&quot;height&quot;:410,&quot;left&quot;:29.05,&quot;top&quot;:91.25,&quot;width&quot;:912.85}"/>
</p:tagLst>
</file>

<file path=ppt/tags/tag36.xml><?xml version="1.0" encoding="utf-8"?>
<p:tagLst xmlns:p="http://schemas.openxmlformats.org/presentationml/2006/main">
  <p:tag name="KSO_WM_DIAGRAM_VIRTUALLY_FRAME" val="{&quot;height&quot;:410,&quot;left&quot;:29.05,&quot;top&quot;:91.25,&quot;width&quot;:912.85}"/>
</p:tagLst>
</file>

<file path=ppt/tags/tag37.xml><?xml version="1.0" encoding="utf-8"?>
<p:tagLst xmlns:p="http://schemas.openxmlformats.org/presentationml/2006/main">
  <p:tag name="KSO_WM_DIAGRAM_VIRTUALLY_FRAME" val="{&quot;height&quot;:410,&quot;left&quot;:29.05,&quot;top&quot;:91.25,&quot;width&quot;:912.85}"/>
</p:tagLst>
</file>

<file path=ppt/tags/tag38.xml><?xml version="1.0" encoding="utf-8"?>
<p:tagLst xmlns:p="http://schemas.openxmlformats.org/presentationml/2006/main">
  <p:tag name="KSO_WM_DIAGRAM_VIRTUALLY_FRAME" val="{&quot;height&quot;:410,&quot;left&quot;:29.05,&quot;top&quot;:91.25,&quot;width&quot;:919.5}"/>
</p:tagLst>
</file>

<file path=ppt/tags/tag39.xml><?xml version="1.0" encoding="utf-8"?>
<p:tagLst xmlns:p="http://schemas.openxmlformats.org/presentationml/2006/main">
  <p:tag name="KSO_WM_DIAGRAM_VIRTUALLY_FRAME" val="{&quot;height&quot;:410,&quot;left&quot;:29.05,&quot;top&quot;:91.25,&quot;width&quot;:919.5}"/>
</p:tagLst>
</file>

<file path=ppt/tags/tag40.xml><?xml version="1.0" encoding="utf-8"?>
<p:tagLst xmlns:p="http://schemas.openxmlformats.org/presentationml/2006/main">
  <p:tag name="KSO_WM_DIAGRAM_VIRTUALLY_FRAME" val="{&quot;height&quot;:410,&quot;left&quot;:29.05,&quot;top&quot;:91.25,&quot;width&quot;:919.5}"/>
</p:tagLst>
</file>

<file path=ppt/tags/tag41.xml><?xml version="1.0" encoding="utf-8"?>
<p:tagLst xmlns:p="http://schemas.openxmlformats.org/presentationml/2006/main">
  <p:tag name="KSO_WM_DIAGRAM_VIRTUALLY_FRAME" val="{&quot;height&quot;:410,&quot;left&quot;:29.05,&quot;top&quot;:91.25,&quot;width&quot;:919.5}"/>
</p:tagLst>
</file>

<file path=ppt/tags/tag42.xml><?xml version="1.0" encoding="utf-8"?>
<p:tagLst xmlns:p="http://schemas.openxmlformats.org/presentationml/2006/main">
  <p:tag name="KSO_WM_DIAGRAM_VIRTUALLY_FRAME" val="{&quot;height&quot;:410,&quot;left&quot;:29.05,&quot;top&quot;:91.25,&quot;width&quot;:919.5}"/>
</p:tagLst>
</file>

<file path=ppt/tags/tag43.xml><?xml version="1.0" encoding="utf-8"?>
<p:tagLst xmlns:p="http://schemas.openxmlformats.org/presentationml/2006/main">
  <p:tag name="KSO_WM_DIAGRAM_VIRTUALLY_FRAME" val="{&quot;height&quot;:410,&quot;left&quot;:29.05,&quot;top&quot;:91.25,&quot;width&quot;:919.5}"/>
</p:tagLst>
</file>

<file path=ppt/tags/tag44.xml><?xml version="1.0" encoding="utf-8"?>
<p:tagLst xmlns:p="http://schemas.openxmlformats.org/presentationml/2006/main">
  <p:tag name="KSO_WM_DIAGRAM_VIRTUALLY_FRAME" val="{&quot;height&quot;:410,&quot;left&quot;:29.05,&quot;top&quot;:91.25,&quot;width&quot;:919.5}"/>
</p:tagLst>
</file>

<file path=ppt/tags/tag45.xml><?xml version="1.0" encoding="utf-8"?>
<p:tagLst xmlns:p="http://schemas.openxmlformats.org/presentationml/2006/main">
  <p:tag name="KSO_WM_DIAGRAM_VIRTUALLY_FRAME" val="{&quot;height&quot;:410,&quot;left&quot;:29.05,&quot;top&quot;:91.25,&quot;width&quot;:919.5}"/>
</p:tagLst>
</file>

<file path=ppt/tags/tag46.xml><?xml version="1.0" encoding="utf-8"?>
<p:tagLst xmlns:p="http://schemas.openxmlformats.org/presentationml/2006/main">
  <p:tag name="KSO_WM_DIAGRAM_VIRTUALLY_FRAME" val="{&quot;height&quot;:410,&quot;left&quot;:29.05,&quot;top&quot;:91.25,&quot;width&quot;:919.5}"/>
</p:tagLst>
</file>

<file path=ppt/tags/tag47.xml><?xml version="1.0" encoding="utf-8"?>
<p:tagLst xmlns:p="http://schemas.openxmlformats.org/presentationml/2006/main">
  <p:tag name="KSO_WM_DIAGRAM_VIRTUALLY_FRAME" val="{&quot;height&quot;:410,&quot;left&quot;:29.05,&quot;top&quot;:91.25,&quot;width&quot;:919.5}"/>
</p:tagLst>
</file>

<file path=ppt/tags/tag48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49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50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51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52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53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54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55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56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57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58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59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60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61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62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63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64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65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66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67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68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69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70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71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72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73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74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75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76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77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78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79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80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81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82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83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84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85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86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87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88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89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90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91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92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93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94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95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96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97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98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99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00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01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02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03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04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05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06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07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08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09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10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11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12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13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14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15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16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17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18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19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20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21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22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23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24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25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26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27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28.xml><?xml version="1.0" encoding="utf-8"?>
<p:tagLst xmlns:p="http://schemas.openxmlformats.org/presentationml/2006/main">
  <p:tag name="TEXTZ '" val="-2.147484E+09"/>
  <p:tag name="SHADOWSIZE" val="100"/>
  <p:tag name="KSO_WM_DIAGRAM_VIRTUALLY_FRAME" val="{&quot;height&quot;:403.1,&quot;left&quot;:55.7,&quot;top&quot;:109.25,&quot;width&quot;:860.45}"/>
</p:tagLst>
</file>

<file path=ppt/tags/tag129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30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31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32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33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34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35.xml><?xml version="1.0" encoding="utf-8"?>
<p:tagLst xmlns:p="http://schemas.openxmlformats.org/presentationml/2006/main">
  <p:tag name="KSO_WM_DIAGRAM_VIRTUALLY_FRAME" val="{&quot;height&quot;:336.9,&quot;left&quot;:59.1,&quot;top&quot;:200.4,&quot;width&quot;:851.65}"/>
</p:tagLst>
</file>

<file path=ppt/tags/tag136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37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38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39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40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41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42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43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44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DIAGRAM_VIRTUALLY_FRAME" val="{&quot;height&quot;:403.1,&quot;left&quot;:55.7,&quot;top&quot;:109.25,&quot;width&quot;:860.45}"/>
</p:tagLst>
</file>

<file path=ppt/tags/tag145.xml><?xml version="1.0" encoding="utf-8"?>
<p:tagLst xmlns:p="http://schemas.openxmlformats.org/presentationml/2006/main">
  <p:tag name="KSO_WM_UNIT_FILL_FORE_SCHEMECOLOR_INDEX_BRIGHTNESS" val="0.8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DIAGRAM_VIRTUALLY_FRAME" val="{&quot;height&quot;:403.1,&quot;left&quot;:55.7,&quot;top&quot;:109.25,&quot;width&quot;:860.45}"/>
</p:tagLst>
</file>

<file path=ppt/tags/tag146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47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48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49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50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51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52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53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54.xml><?xml version="1.0" encoding="utf-8"?>
<p:tagLst xmlns:p="http://schemas.openxmlformats.org/presentationml/2006/main">
  <p:tag name="SHADOWSIZE" val="90"/>
  <p:tag name="ADJUSTMENTS" val="6.765331"/>
  <p:tag name="KSO_WM_DIAGRAM_VIRTUALLY_FRAME" val="{&quot;height&quot;:403.1,&quot;left&quot;:55.7,&quot;top&quot;:109.25,&quot;width&quot;:860.45}"/>
</p:tagLst>
</file>

<file path=ppt/tags/tag155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56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57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58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59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60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61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62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63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64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65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66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67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68.xml><?xml version="1.0" encoding="utf-8"?>
<p:tagLst xmlns:p="http://schemas.openxmlformats.org/presentationml/2006/main">
  <p:tag name="SHADOWSIZE" val="90"/>
  <p:tag name="ADJUSTMENTS" val="6.765331"/>
  <p:tag name="KSO_WM_DIAGRAM_VIRTUALLY_FRAME" val="{&quot;height&quot;:403.1,&quot;left&quot;:55.7,&quot;top&quot;:109.25,&quot;width&quot;:860.45}"/>
</p:tagLst>
</file>

<file path=ppt/tags/tag169.xml><?xml version="1.0" encoding="utf-8"?>
<p:tagLst xmlns:p="http://schemas.openxmlformats.org/presentationml/2006/main">
  <p:tag name="SHADOWSIZE" val="90"/>
  <p:tag name="ADJUSTMENTS" val="6.765331"/>
  <p:tag name="KSO_WM_DIAGRAM_VIRTUALLY_FRAME" val="{&quot;height&quot;:403.1,&quot;left&quot;:55.7,&quot;top&quot;:109.25,&quot;width&quot;:860.45}"/>
</p:tagLst>
</file>

<file path=ppt/tags/tag170.xml><?xml version="1.0" encoding="utf-8"?>
<p:tagLst xmlns:p="http://schemas.openxmlformats.org/presentationml/2006/main">
  <p:tag name="SHADOWSIZE" val="90"/>
  <p:tag name="ADJUSTMENTS" val="6.765331"/>
  <p:tag name="KSO_WM_DIAGRAM_VIRTUALLY_FRAME" val="{&quot;height&quot;:403.1,&quot;left&quot;:55.7,&quot;top&quot;:109.25,&quot;width&quot;:860.45}"/>
</p:tagLst>
</file>

<file path=ppt/tags/tag171.xml><?xml version="1.0" encoding="utf-8"?>
<p:tagLst xmlns:p="http://schemas.openxmlformats.org/presentationml/2006/main">
  <p:tag name="SHADOWSIZE" val="90"/>
  <p:tag name="ADJUSTMENTS" val="6.765331"/>
  <p:tag name="KSO_WM_DIAGRAM_VIRTUALLY_FRAME" val="{&quot;height&quot;:403.1,&quot;left&quot;:55.7,&quot;top&quot;:109.25,&quot;width&quot;:860.45}"/>
</p:tagLst>
</file>

<file path=ppt/tags/tag172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73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74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75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76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77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78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79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80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81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82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83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84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85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86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87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88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89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90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91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92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93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94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95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96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97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98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99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200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201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202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203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204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205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206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207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208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209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210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211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212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213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214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215.xml><?xml version="1.0" encoding="utf-8"?>
<p:tagLst xmlns:p="http://schemas.openxmlformats.org/presentationml/2006/main">
  <p:tag name="KSO_WM_DIAGRAM_VIRTUALLY_FRAME" val="{&quot;height&quot;:134.45,&quot;left&quot;:39.75,&quot;top&quot;:206.5,&quot;width&quot;:195.5}"/>
</p:tagLst>
</file>

<file path=ppt/tags/tag216.xml><?xml version="1.0" encoding="utf-8"?>
<p:tagLst xmlns:p="http://schemas.openxmlformats.org/presentationml/2006/main">
  <p:tag name="KSO_WM_DIAGRAM_VIRTUALLY_FRAME" val="{&quot;height&quot;:134.45,&quot;left&quot;:39.75,&quot;top&quot;:206.5,&quot;width&quot;:195.5}"/>
</p:tagLst>
</file>

<file path=ppt/tags/tag217.xml><?xml version="1.0" encoding="utf-8"?>
<p:tagLst xmlns:p="http://schemas.openxmlformats.org/presentationml/2006/main">
  <p:tag name="KSO_WM_DIAGRAM_VIRTUALLY_FRAME" val="{&quot;height&quot;:134.45,&quot;left&quot;:39.75,&quot;top&quot;:206.5,&quot;width&quot;:195.5}"/>
</p:tagLst>
</file>

<file path=ppt/tags/tag218.xml><?xml version="1.0" encoding="utf-8"?>
<p:tagLst xmlns:p="http://schemas.openxmlformats.org/presentationml/2006/main">
  <p:tag name="KSO_WM_DIAGRAM_VIRTUALLY_FRAME" val="{&quot;height&quot;:134.45,&quot;left&quot;:39.75,&quot;top&quot;:206.5,&quot;width&quot;:195.5}"/>
</p:tagLst>
</file>

<file path=ppt/tags/tag219.xml><?xml version="1.0" encoding="utf-8"?>
<p:tagLst xmlns:p="http://schemas.openxmlformats.org/presentationml/2006/main">
  <p:tag name="KSO_WM_DIAGRAM_VIRTUALLY_FRAME" val="{&quot;height&quot;:134.45,&quot;left&quot;:39.75,&quot;top&quot;:206.5,&quot;width&quot;:195.5}"/>
</p:tagLst>
</file>

<file path=ppt/tags/tag220.xml><?xml version="1.0" encoding="utf-8"?>
<p:tagLst xmlns:p="http://schemas.openxmlformats.org/presentationml/2006/main">
  <p:tag name="KSO_WM_DIAGRAM_VIRTUALLY_FRAME" val="{&quot;height&quot;:134.45,&quot;left&quot;:39.75,&quot;top&quot;:206.5,&quot;width&quot;:195.5}"/>
</p:tagLst>
</file>

<file path=ppt/tags/tag221.xml><?xml version="1.0" encoding="utf-8"?>
<p:tagLst xmlns:p="http://schemas.openxmlformats.org/presentationml/2006/main">
  <p:tag name="KSO_WM_DIAGRAM_VIRTUALLY_FRAME" val="{&quot;height&quot;:134.45,&quot;left&quot;:39.75,&quot;top&quot;:206.5,&quot;width&quot;:195.5}"/>
</p:tagLst>
</file>

<file path=ppt/tags/tag222.xml><?xml version="1.0" encoding="utf-8"?>
<p:tagLst xmlns:p="http://schemas.openxmlformats.org/presentationml/2006/main">
  <p:tag name="KSO_WM_DIAGRAM_VIRTUALLY_FRAME" val="{&quot;height&quot;:134.45,&quot;left&quot;:39.75,&quot;top&quot;:206.5,&quot;width&quot;:195.5}"/>
</p:tagLst>
</file>

<file path=ppt/tags/tag223.xml><?xml version="1.0" encoding="utf-8"?>
<p:tagLst xmlns:p="http://schemas.openxmlformats.org/presentationml/2006/main">
  <p:tag name="KSO_WM_DIAGRAM_VIRTUALLY_FRAME" val="{&quot;height&quot;:134.45,&quot;left&quot;:39.75,&quot;top&quot;:206.5,&quot;width&quot;:195.5}"/>
</p:tagLst>
</file>

<file path=ppt/tags/tag224.xml><?xml version="1.0" encoding="utf-8"?>
<p:tagLst xmlns:p="http://schemas.openxmlformats.org/presentationml/2006/main">
  <p:tag name="KSO_WM_DIAGRAM_VIRTUALLY_FRAME" val="{&quot;height&quot;:134.45,&quot;left&quot;:39.75,&quot;top&quot;:206.5,&quot;width&quot;:195.5}"/>
</p:tagLst>
</file>

<file path=ppt/tags/tag225.xml><?xml version="1.0" encoding="utf-8"?>
<p:tagLst xmlns:p="http://schemas.openxmlformats.org/presentationml/2006/main">
  <p:tag name="KSO_WM_DIAGRAM_VIRTUALLY_FRAME" val="{&quot;height&quot;:134.45,&quot;left&quot;:39.75,&quot;top&quot;:206.5,&quot;width&quot;:195.5}"/>
</p:tagLst>
</file>

<file path=ppt/tags/tag226.xml><?xml version="1.0" encoding="utf-8"?>
<p:tagLst xmlns:p="http://schemas.openxmlformats.org/presentationml/2006/main">
  <p:tag name="KSO_WM_DIAGRAM_VIRTUALLY_FRAME" val="{&quot;height&quot;:134.45,&quot;left&quot;:39.75,&quot;top&quot;:206.5,&quot;width&quot;:195.5}"/>
</p:tagLst>
</file>

<file path=ppt/tags/tag227.xml><?xml version="1.0" encoding="utf-8"?>
<p:tagLst xmlns:p="http://schemas.openxmlformats.org/presentationml/2006/main">
  <p:tag name="KSO_WM_DIAGRAM_VIRTUALLY_FRAME" val="{&quot;height&quot;:134.45,&quot;left&quot;:39.75,&quot;top&quot;:206.5,&quot;width&quot;:195.5}"/>
</p:tagLst>
</file>

<file path=ppt/tags/tag228.xml><?xml version="1.0" encoding="utf-8"?>
<p:tagLst xmlns:p="http://schemas.openxmlformats.org/presentationml/2006/main">
  <p:tag name="KSO_WM_DIAGRAM_VIRTUALLY_FRAME" val="{&quot;height&quot;:134.45,&quot;left&quot;:39.75,&quot;top&quot;:206.5,&quot;width&quot;:195.5}"/>
</p:tagLst>
</file>

<file path=ppt/tags/tag229.xml><?xml version="1.0" encoding="utf-8"?>
<p:tagLst xmlns:p="http://schemas.openxmlformats.org/presentationml/2006/main">
  <p:tag name="KSO_WM_DIAGRAM_VIRTUALLY_FRAME" val="{&quot;height&quot;:134.45,&quot;left&quot;:39.75,&quot;top&quot;:206.5,&quot;width&quot;:195.5}"/>
</p:tagLst>
</file>

<file path=ppt/tags/tag230.xml><?xml version="1.0" encoding="utf-8"?>
<p:tagLst xmlns:p="http://schemas.openxmlformats.org/presentationml/2006/main">
  <p:tag name="KSO_WM_DIAGRAM_VIRTUALLY_FRAME" val="{&quot;height&quot;:134.45,&quot;left&quot;:39.75,&quot;top&quot;:206.5,&quot;width&quot;:195.5}"/>
</p:tagLst>
</file>

<file path=ppt/tags/tag231.xml><?xml version="1.0" encoding="utf-8"?>
<p:tagLst xmlns:p="http://schemas.openxmlformats.org/presentationml/2006/main">
  <p:tag name="KSO_WM_DIAGRAM_VIRTUALLY_FRAME" val="{&quot;height&quot;:134.45,&quot;left&quot;:39.75,&quot;top&quot;:206.5,&quot;width&quot;:195.5}"/>
</p:tagLst>
</file>

<file path=ppt/tags/tag232.xml><?xml version="1.0" encoding="utf-8"?>
<p:tagLst xmlns:p="http://schemas.openxmlformats.org/presentationml/2006/main">
  <p:tag name="KSO_WM_DIAGRAM_VIRTUALLY_FRAME" val="{&quot;height&quot;:134.45,&quot;left&quot;:39.75,&quot;top&quot;:206.5,&quot;width&quot;:195.5}"/>
</p:tagLst>
</file>

<file path=ppt/tags/tag233.xml><?xml version="1.0" encoding="utf-8"?>
<p:tagLst xmlns:p="http://schemas.openxmlformats.org/presentationml/2006/main">
  <p:tag name="KSO_WM_DIAGRAM_VIRTUALLY_FRAME" val="{&quot;height&quot;:134.45,&quot;left&quot;:39.75,&quot;top&quot;:206.5,&quot;width&quot;:195.5}"/>
</p:tagLst>
</file>

<file path=ppt/tags/tag234.xml><?xml version="1.0" encoding="utf-8"?>
<p:tagLst xmlns:p="http://schemas.openxmlformats.org/presentationml/2006/main">
  <p:tag name="KSO_WM_DIAGRAM_VIRTUALLY_FRAME" val="{&quot;height&quot;:134.45,&quot;left&quot;:39.75,&quot;top&quot;:206.5,&quot;width&quot;:195.5}"/>
</p:tagLst>
</file>

<file path=ppt/tags/tag235.xml><?xml version="1.0" encoding="utf-8"?>
<p:tagLst xmlns:p="http://schemas.openxmlformats.org/presentationml/2006/main">
  <p:tag name="KSO_WM_DIAGRAM_VIRTUALLY_FRAME" val="{&quot;height&quot;:134.45,&quot;left&quot;:39.75,&quot;top&quot;:206.5,&quot;width&quot;:195.5}"/>
</p:tagLst>
</file>

<file path=ppt/tags/tag236.xml><?xml version="1.0" encoding="utf-8"?>
<p:tagLst xmlns:p="http://schemas.openxmlformats.org/presentationml/2006/main">
  <p:tag name="KSO_WM_DIAGRAM_VIRTUALLY_FRAME" val="{&quot;height&quot;:134.45,&quot;left&quot;:39.75,&quot;top&quot;:206.5,&quot;width&quot;:195.5}"/>
</p:tagLst>
</file>

<file path=ppt/tags/tag237.xml><?xml version="1.0" encoding="utf-8"?>
<p:tagLst xmlns:p="http://schemas.openxmlformats.org/presentationml/2006/main">
  <p:tag name="KSO_WM_DIAGRAM_VIRTUALLY_FRAME" val="{&quot;height&quot;:134.45,&quot;left&quot;:39.75,&quot;top&quot;:206.5,&quot;width&quot;:195.5}"/>
</p:tagLst>
</file>

<file path=ppt/tags/tag238.xml><?xml version="1.0" encoding="utf-8"?>
<p:tagLst xmlns:p="http://schemas.openxmlformats.org/presentationml/2006/main">
  <p:tag name="KSO_WM_DIAGRAM_VIRTUALLY_FRAME" val="{&quot;height&quot;:134.45,&quot;left&quot;:39.75,&quot;top&quot;:206.5,&quot;width&quot;:195.5}"/>
</p:tagLst>
</file>

<file path=ppt/tags/tag239.xml><?xml version="1.0" encoding="utf-8"?>
<p:tagLst xmlns:p="http://schemas.openxmlformats.org/presentationml/2006/main">
  <p:tag name="KSO_WM_DIAGRAM_VIRTUALLY_FRAME" val="{&quot;height&quot;:134.45,&quot;left&quot;:39.75,&quot;top&quot;:206.5,&quot;width&quot;:195.5}"/>
</p:tagLst>
</file>

<file path=ppt/tags/tag240.xml><?xml version="1.0" encoding="utf-8"?>
<p:tagLst xmlns:p="http://schemas.openxmlformats.org/presentationml/2006/main">
  <p:tag name="KSO_WM_DIAGRAM_VIRTUALLY_FRAME" val="{&quot;height&quot;:134.45,&quot;left&quot;:39.75,&quot;top&quot;:206.5,&quot;width&quot;:195.5}"/>
</p:tagLst>
</file>

<file path=ppt/tags/tag241.xml><?xml version="1.0" encoding="utf-8"?>
<p:tagLst xmlns:p="http://schemas.openxmlformats.org/presentationml/2006/main">
  <p:tag name="KSO_WM_DIAGRAM_VIRTUALLY_FRAME" val="{&quot;height&quot;:134.45,&quot;left&quot;:39.75,&quot;top&quot;:206.5,&quot;width&quot;:195.5}"/>
</p:tagLst>
</file>

<file path=ppt/tags/tag242.xml><?xml version="1.0" encoding="utf-8"?>
<p:tagLst xmlns:p="http://schemas.openxmlformats.org/presentationml/2006/main">
  <p:tag name="KSO_WM_DIAGRAM_VIRTUALLY_FRAME" val="{&quot;height&quot;:134.45,&quot;left&quot;:39.75,&quot;top&quot;:206.5,&quot;width&quot;:195.5}"/>
</p:tagLst>
</file>

<file path=ppt/tags/tag243.xml><?xml version="1.0" encoding="utf-8"?>
<p:tagLst xmlns:p="http://schemas.openxmlformats.org/presentationml/2006/main">
  <p:tag name="KSO_WM_DIAGRAM_VIRTUALLY_FRAME" val="{&quot;height&quot;:391.37921259842517,&quot;left&quot;:19.61086614173228,&quot;top&quot;:129.6207874015748,&quot;width&quot;:920.9799212598425}"/>
</p:tagLst>
</file>

<file path=ppt/tags/tag244.xml><?xml version="1.0" encoding="utf-8"?>
<p:tagLst xmlns:p="http://schemas.openxmlformats.org/presentationml/2006/main">
  <p:tag name="KSO_WM_DIAGRAM_VIRTUALLY_FRAME" val="{&quot;height&quot;:391.37921259842517,&quot;left&quot;:19.61086614173228,&quot;top&quot;:129.6207874015748,&quot;width&quot;:920.9799212598425}"/>
</p:tagLst>
</file>

<file path=ppt/tags/tag245.xml><?xml version="1.0" encoding="utf-8"?>
<p:tagLst xmlns:p="http://schemas.openxmlformats.org/presentationml/2006/main">
  <p:tag name="KSO_WM_DIAGRAM_VIRTUALLY_FRAME" val="{&quot;height&quot;:391.37921259842517,&quot;left&quot;:19.61086614173228,&quot;top&quot;:129.6207874015748,&quot;width&quot;:920.9799212598425}"/>
</p:tagLst>
</file>

<file path=ppt/tags/tag246.xml><?xml version="1.0" encoding="utf-8"?>
<p:tagLst xmlns:p="http://schemas.openxmlformats.org/presentationml/2006/main">
  <p:tag name="KSO_WM_DIAGRAM_VIRTUALLY_FRAME" val="{&quot;height&quot;:391.37921259842517,&quot;left&quot;:19.61086614173228,&quot;top&quot;:129.6207874015748,&quot;width&quot;:920.9799212598425}"/>
</p:tagLst>
</file>

<file path=ppt/tags/tag247.xml><?xml version="1.0" encoding="utf-8"?>
<p:tagLst xmlns:p="http://schemas.openxmlformats.org/presentationml/2006/main">
  <p:tag name="KSO_WM_DIAGRAM_VIRTUALLY_FRAME" val="{&quot;height&quot;:391.37921259842517,&quot;left&quot;:19.61086614173228,&quot;top&quot;:129.6207874015748,&quot;width&quot;:920.9799212598425}"/>
</p:tagLst>
</file>

<file path=ppt/tags/tag248.xml><?xml version="1.0" encoding="utf-8"?>
<p:tagLst xmlns:p="http://schemas.openxmlformats.org/presentationml/2006/main">
  <p:tag name="KSO_WM_DIAGRAM_VIRTUALLY_FRAME" val="{&quot;height&quot;:391.37921259842517,&quot;left&quot;:19.61086614173228,&quot;top&quot;:129.6207874015748,&quot;width&quot;:920.9799212598425}"/>
</p:tagLst>
</file>

<file path=ppt/tags/tag249.xml><?xml version="1.0" encoding="utf-8"?>
<p:tagLst xmlns:p="http://schemas.openxmlformats.org/presentationml/2006/main">
  <p:tag name="KSO_WM_DIAGRAM_VIRTUALLY_FRAME" val="{&quot;height&quot;:391.37921259842517,&quot;left&quot;:19.61086614173228,&quot;top&quot;:129.6207874015748,&quot;width&quot;:920.9799212598425}"/>
</p:tagLst>
</file>

<file path=ppt/tags/tag250.xml><?xml version="1.0" encoding="utf-8"?>
<p:tagLst xmlns:p="http://schemas.openxmlformats.org/presentationml/2006/main">
  <p:tag name="KSO_WM_DIAGRAM_VIRTUALLY_FRAME" val="{&quot;height&quot;:391.37921259842517,&quot;left&quot;:19.61086614173228,&quot;top&quot;:129.6207874015748,&quot;width&quot;:920.9799212598425}"/>
</p:tagLst>
</file>

<file path=ppt/tags/tag251.xml><?xml version="1.0" encoding="utf-8"?>
<p:tagLst xmlns:p="http://schemas.openxmlformats.org/presentationml/2006/main">
  <p:tag name="KSO_WM_DIAGRAM_VIRTUALLY_FRAME" val="{&quot;height&quot;:391.37921259842517,&quot;left&quot;:19.61086614173228,&quot;top&quot;:129.6207874015748,&quot;width&quot;:920.9799212598425}"/>
</p:tagLst>
</file>

<file path=ppt/tags/tag252.xml><?xml version="1.0" encoding="utf-8"?>
<p:tagLst xmlns:p="http://schemas.openxmlformats.org/presentationml/2006/main">
  <p:tag name="KSO_WM_DIAGRAM_VIRTUALLY_FRAME" val="{&quot;height&quot;:391.37921259842517,&quot;left&quot;:19.61086614173228,&quot;top&quot;:129.6207874015748,&quot;width&quot;:920.9799212598425}"/>
</p:tagLst>
</file>

<file path=ppt/tags/tag253.xml><?xml version="1.0" encoding="utf-8"?>
<p:tagLst xmlns:p="http://schemas.openxmlformats.org/presentationml/2006/main">
  <p:tag name="KSO_WM_DIAGRAM_VIRTUALLY_FRAME" val="{&quot;height&quot;:391.37921259842517,&quot;left&quot;:19.61086614173228,&quot;top&quot;:129.6207874015748,&quot;width&quot;:920.9799212598425}"/>
</p:tagLst>
</file>

<file path=ppt/tags/tag254.xml><?xml version="1.0" encoding="utf-8"?>
<p:tagLst xmlns:p="http://schemas.openxmlformats.org/presentationml/2006/main">
  <p:tag name="KSO_WM_DIAGRAM_VIRTUALLY_FRAME" val="{&quot;height&quot;:391.37921259842517,&quot;left&quot;:19.61086614173228,&quot;top&quot;:129.6207874015748,&quot;width&quot;:920.9799212598425}"/>
</p:tagLst>
</file>

<file path=ppt/tags/tag255.xml><?xml version="1.0" encoding="utf-8"?>
<p:tagLst xmlns:p="http://schemas.openxmlformats.org/presentationml/2006/main">
  <p:tag name="KSO_WM_DIAGRAM_VIRTUALLY_FRAME" val="{&quot;height&quot;:391.37921259842517,&quot;left&quot;:19.61086614173228,&quot;top&quot;:129.6207874015748,&quot;width&quot;:920.9799212598425}"/>
</p:tagLst>
</file>

<file path=ppt/tags/tag256.xml><?xml version="1.0" encoding="utf-8"?>
<p:tagLst xmlns:p="http://schemas.openxmlformats.org/presentationml/2006/main">
  <p:tag name="KSO_WM_DIAGRAM_VIRTUALLY_FRAME" val="{&quot;height&quot;:391.37921259842517,&quot;left&quot;:19.61086614173228,&quot;top&quot;:129.6207874015748,&quot;width&quot;:920.9799212598425}"/>
</p:tagLst>
</file>

<file path=ppt/tags/tag257.xml><?xml version="1.0" encoding="utf-8"?>
<p:tagLst xmlns:p="http://schemas.openxmlformats.org/presentationml/2006/main">
  <p:tag name="KSO_WM_DIAGRAM_VIRTUALLY_FRAME" val="{&quot;height&quot;:391.37921259842517,&quot;left&quot;:19.61086614173228,&quot;top&quot;:129.6207874015748,&quot;width&quot;:920.9799212598425}"/>
</p:tagLst>
</file>

<file path=ppt/tags/tag258.xml><?xml version="1.0" encoding="utf-8"?>
<p:tagLst xmlns:p="http://schemas.openxmlformats.org/presentationml/2006/main">
  <p:tag name="KSO_WM_DIAGRAM_VIRTUALLY_FRAME" val="{&quot;height&quot;:391.37921259842517,&quot;left&quot;:19.61086614173228,&quot;top&quot;:129.6207874015748,&quot;width&quot;:920.9799212598425}"/>
</p:tagLst>
</file>

<file path=ppt/tags/tag259.xml><?xml version="1.0" encoding="utf-8"?>
<p:tagLst xmlns:p="http://schemas.openxmlformats.org/presentationml/2006/main">
  <p:tag name="KSO_WM_DIAGRAM_VIRTUALLY_FRAME" val="{&quot;height&quot;:391.37921259842517,&quot;left&quot;:19.61086614173228,&quot;top&quot;:129.6207874015748,&quot;width&quot;:920.9799212598425}"/>
</p:tagLst>
</file>

<file path=ppt/tags/tag260.xml><?xml version="1.0" encoding="utf-8"?>
<p:tagLst xmlns:p="http://schemas.openxmlformats.org/presentationml/2006/main">
  <p:tag name="KSO_WM_DIAGRAM_VIRTUALLY_FRAME" val="{&quot;height&quot;:391.37921259842517,&quot;left&quot;:19.61086614173228,&quot;top&quot;:129.6207874015748,&quot;width&quot;:920.9799212598425}"/>
</p:tagLst>
</file>

<file path=ppt/tags/tag261.xml><?xml version="1.0" encoding="utf-8"?>
<p:tagLst xmlns:p="http://schemas.openxmlformats.org/presentationml/2006/main">
  <p:tag name="KSO_WM_DIAGRAM_VIRTUALLY_FRAME" val="{&quot;height&quot;:391.37921259842517,&quot;left&quot;:19.61086614173228,&quot;top&quot;:129.6207874015748,&quot;width&quot;:920.9799212598425}"/>
</p:tagLst>
</file>

<file path=ppt/tags/tag262.xml><?xml version="1.0" encoding="utf-8"?>
<p:tagLst xmlns:p="http://schemas.openxmlformats.org/presentationml/2006/main">
  <p:tag name="KSO_WM_DIAGRAM_VIRTUALLY_FRAME" val="{&quot;height&quot;:391.37921259842517,&quot;left&quot;:19.61086614173228,&quot;top&quot;:129.6207874015748,&quot;width&quot;:920.9799212598425}"/>
</p:tagLst>
</file>

<file path=ppt/tags/tag263.xml><?xml version="1.0" encoding="utf-8"?>
<p:tagLst xmlns:p="http://schemas.openxmlformats.org/presentationml/2006/main">
  <p:tag name="KSO_WM_DIAGRAM_VIRTUALLY_FRAME" val="{&quot;height&quot;:391.37921259842517,&quot;left&quot;:19.61086614173228,&quot;top&quot;:129.6207874015748,&quot;width&quot;:920.9799212598425}"/>
</p:tagLst>
</file>

<file path=ppt/tags/tag264.xml><?xml version="1.0" encoding="utf-8"?>
<p:tagLst xmlns:p="http://schemas.openxmlformats.org/presentationml/2006/main">
  <p:tag name="KSO_WM_DIAGRAM_VIRTUALLY_FRAME" val="{&quot;height&quot;:206.25,&quot;left&quot;:59.7,&quot;top&quot;:247.3,&quot;width&quot;:398.15}"/>
</p:tagLst>
</file>

<file path=ppt/tags/tag265.xml><?xml version="1.0" encoding="utf-8"?>
<p:tagLst xmlns:p="http://schemas.openxmlformats.org/presentationml/2006/main">
  <p:tag name="KSO_WM_DIAGRAM_VIRTUALLY_FRAME" val="{&quot;height&quot;:206.25,&quot;left&quot;:59.7,&quot;top&quot;:247.3,&quot;width&quot;:398.15}"/>
</p:tagLst>
</file>

<file path=ppt/tags/tag266.xml><?xml version="1.0" encoding="utf-8"?>
<p:tagLst xmlns:p="http://schemas.openxmlformats.org/presentationml/2006/main">
  <p:tag name="KSO_WM_DIAGRAM_VIRTUALLY_FRAME" val="{&quot;height&quot;:206.25,&quot;left&quot;:59.7,&quot;top&quot;:247.3,&quot;width&quot;:398.15}"/>
</p:tagLst>
</file>

<file path=ppt/tags/tag267.xml><?xml version="1.0" encoding="utf-8"?>
<p:tagLst xmlns:p="http://schemas.openxmlformats.org/presentationml/2006/main">
  <p:tag name="KSO_WM_DIAGRAM_VIRTUALLY_FRAME" val="{&quot;height&quot;:206.25,&quot;left&quot;:59.7,&quot;top&quot;:247.3,&quot;width&quot;:398.15}"/>
</p:tagLst>
</file>

<file path=ppt/tags/tag268.xml><?xml version="1.0" encoding="utf-8"?>
<p:tagLst xmlns:p="http://schemas.openxmlformats.org/presentationml/2006/main">
  <p:tag name="KSO_WM_DIAGRAM_VIRTUALLY_FRAME" val="{&quot;height&quot;:206.25,&quot;left&quot;:59.7,&quot;top&quot;:247.3,&quot;width&quot;:398.15}"/>
</p:tagLst>
</file>

<file path=ppt/tags/tag269.xml><?xml version="1.0" encoding="utf-8"?>
<p:tagLst xmlns:p="http://schemas.openxmlformats.org/presentationml/2006/main">
  <p:tag name="KSO_WM_DIAGRAM_VIRTUALLY_FRAME" val="{&quot;height&quot;:206.25,&quot;left&quot;:59.7,&quot;top&quot;:247.3,&quot;width&quot;:398.15}"/>
</p:tagLst>
</file>

<file path=ppt/tags/tag270.xml><?xml version="1.0" encoding="utf-8"?>
<p:tagLst xmlns:p="http://schemas.openxmlformats.org/presentationml/2006/main">
  <p:tag name="KSO_WM_DIAGRAM_VIRTUALLY_FRAME" val="{&quot;height&quot;:206.25,&quot;left&quot;:59.7,&quot;top&quot;:247.3,&quot;width&quot;:398.15}"/>
</p:tagLst>
</file>

<file path=ppt/tags/tag271.xml><?xml version="1.0" encoding="utf-8"?>
<p:tagLst xmlns:p="http://schemas.openxmlformats.org/presentationml/2006/main">
  <p:tag name="KSO_WM_DIAGRAM_VIRTUALLY_FRAME" val="{&quot;height&quot;:206.25,&quot;left&quot;:59.7,&quot;top&quot;:247.3,&quot;width&quot;:398.15}"/>
</p:tagLst>
</file>

<file path=ppt/tags/tag272.xml><?xml version="1.0" encoding="utf-8"?>
<p:tagLst xmlns:p="http://schemas.openxmlformats.org/presentationml/2006/main">
  <p:tag name="KSO_WM_DIAGRAM_VIRTUALLY_FRAME" val="{&quot;height&quot;:206.25,&quot;left&quot;:59.7,&quot;top&quot;:247.3,&quot;width&quot;:398.15}"/>
</p:tagLst>
</file>

<file path=ppt/tags/tag273.xml><?xml version="1.0" encoding="utf-8"?>
<p:tagLst xmlns:p="http://schemas.openxmlformats.org/presentationml/2006/main">
  <p:tag name="KSO_WM_DIAGRAM_VIRTUALLY_FRAME" val="{&quot;height&quot;:206.25,&quot;left&quot;:59.7,&quot;top&quot;:247.3,&quot;width&quot;:398.15}"/>
</p:tagLst>
</file>

<file path=ppt/tags/tag274.xml><?xml version="1.0" encoding="utf-8"?>
<p:tagLst xmlns:p="http://schemas.openxmlformats.org/presentationml/2006/main">
  <p:tag name="KSO_WM_DIAGRAM_VIRTUALLY_FRAME" val="{&quot;height&quot;:206.25,&quot;left&quot;:59.7,&quot;top&quot;:247.3,&quot;width&quot;:398.15}"/>
</p:tagLst>
</file>

<file path=ppt/tags/tag275.xml><?xml version="1.0" encoding="utf-8"?>
<p:tagLst xmlns:p="http://schemas.openxmlformats.org/presentationml/2006/main">
  <p:tag name="KSO_WM_DIAGRAM_VIRTUALLY_FRAME" val="{&quot;height&quot;:206.25,&quot;left&quot;:59.7,&quot;top&quot;:247.3,&quot;width&quot;:398.15}"/>
</p:tagLst>
</file>

<file path=ppt/tags/tag276.xml><?xml version="1.0" encoding="utf-8"?>
<p:tagLst xmlns:p="http://schemas.openxmlformats.org/presentationml/2006/main">
  <p:tag name="KSO_WM_DIAGRAM_VIRTUALLY_FRAME" val="{&quot;height&quot;:206.25,&quot;left&quot;:59.7,&quot;top&quot;:247.3,&quot;width&quot;:398.15}"/>
</p:tagLst>
</file>

<file path=ppt/tags/tag277.xml><?xml version="1.0" encoding="utf-8"?>
<p:tagLst xmlns:p="http://schemas.openxmlformats.org/presentationml/2006/main">
  <p:tag name="KSO_WM_DIAGRAM_VIRTUALLY_FRAME" val="{&quot;height&quot;:206.25,&quot;left&quot;:59.7,&quot;top&quot;:247.3,&quot;width&quot;:398.15}"/>
</p:tagLst>
</file>

<file path=ppt/tags/tag278.xml><?xml version="1.0" encoding="utf-8"?>
<p:tagLst xmlns:p="http://schemas.openxmlformats.org/presentationml/2006/main">
  <p:tag name="KSO_WM_DIAGRAM_VIRTUALLY_FRAME" val="{&quot;height&quot;:206.25,&quot;left&quot;:59.7,&quot;top&quot;:247.3,&quot;width&quot;:398.15}"/>
</p:tagLst>
</file>

<file path=ppt/tags/tag279.xml><?xml version="1.0" encoding="utf-8"?>
<p:tagLst xmlns:p="http://schemas.openxmlformats.org/presentationml/2006/main">
  <p:tag name="KSO_WM_DIAGRAM_VIRTUALLY_FRAME" val="{&quot;height&quot;:1067.5,&quot;left&quot;:-53.8,&quot;top&quot;:-48.9,&quot;width&quot;:1067.5}"/>
</p:tagLst>
</file>

<file path=ppt/tags/tag280.xml><?xml version="1.0" encoding="utf-8"?>
<p:tagLst xmlns:p="http://schemas.openxmlformats.org/presentationml/2006/main">
  <p:tag name="KSO_WM_DIAGRAM_VIRTUALLY_FRAME" val="{&quot;height&quot;:1067.5,&quot;left&quot;:-53.8,&quot;top&quot;:-48.9,&quot;width&quot;:1067.5}"/>
</p:tagLst>
</file>

<file path=ppt/tags/tag281.xml><?xml version="1.0" encoding="utf-8"?>
<p:tagLst xmlns:p="http://schemas.openxmlformats.org/presentationml/2006/main">
  <p:tag name="KSO_WM_DIAGRAM_VIRTUALLY_FRAME" val="{&quot;height&quot;:1067.5,&quot;left&quot;:-53.8,&quot;top&quot;:-48.9,&quot;width&quot;:1067.5}"/>
</p:tagLst>
</file>

<file path=ppt/tags/tag282.xml><?xml version="1.0" encoding="utf-8"?>
<p:tagLst xmlns:p="http://schemas.openxmlformats.org/presentationml/2006/main">
  <p:tag name="KSO_WM_DIAGRAM_VIRTUALLY_FRAME" val="{&quot;height&quot;:1067.5,&quot;left&quot;:-53.8,&quot;top&quot;:-48.9,&quot;width&quot;:1067.5}"/>
</p:tagLst>
</file>

<file path=ppt/tags/tag283.xml><?xml version="1.0" encoding="utf-8"?>
<p:tagLst xmlns:p="http://schemas.openxmlformats.org/presentationml/2006/main">
  <p:tag name="KSO_WM_DIAGRAM_VIRTUALLY_FRAME" val="{&quot;height&quot;:1067.5,&quot;left&quot;:-53.8,&quot;top&quot;:-48.9,&quot;width&quot;:1067.5}"/>
</p:tagLst>
</file>

<file path=ppt/tags/tag284.xml><?xml version="1.0" encoding="utf-8"?>
<p:tagLst xmlns:p="http://schemas.openxmlformats.org/presentationml/2006/main">
  <p:tag name="KSO_WM_DIAGRAM_VIRTUALLY_FRAME" val="{&quot;height&quot;:1067.5,&quot;left&quot;:-53.8,&quot;top&quot;:-48.9,&quot;width&quot;:1067.5}"/>
</p:tagLst>
</file>

<file path=ppt/tags/tag285.xml><?xml version="1.0" encoding="utf-8"?>
<p:tagLst xmlns:p="http://schemas.openxmlformats.org/presentationml/2006/main">
  <p:tag name="KSO_WM_DIAGRAM_VIRTUALLY_FRAME" val="{&quot;height&quot;:1067.5,&quot;left&quot;:-53.8,&quot;top&quot;:-48.9,&quot;width&quot;:1067.5}"/>
</p:tagLst>
</file>

<file path=ppt/tags/tag286.xml><?xml version="1.0" encoding="utf-8"?>
<p:tagLst xmlns:p="http://schemas.openxmlformats.org/presentationml/2006/main">
  <p:tag name="KSO_WM_DIAGRAM_VIRTUALLY_FRAME" val="{&quot;height&quot;:1067.5,&quot;left&quot;:-53.8,&quot;top&quot;:-48.9,&quot;width&quot;:1067.5}"/>
</p:tagLst>
</file>

<file path=ppt/tags/tag287.xml><?xml version="1.0" encoding="utf-8"?>
<p:tagLst xmlns:p="http://schemas.openxmlformats.org/presentationml/2006/main">
  <p:tag name="KSO_WM_DIAGRAM_VIRTUALLY_FRAME" val="{&quot;height&quot;:1067.5,&quot;left&quot;:-53.8,&quot;top&quot;:-48.9,&quot;width&quot;:1067.5}"/>
</p:tagLst>
</file>

<file path=ppt/tags/tag288.xml><?xml version="1.0" encoding="utf-8"?>
<p:tagLst xmlns:p="http://schemas.openxmlformats.org/presentationml/2006/main">
  <p:tag name="KSO_WM_DIAGRAM_VIRTUALLY_FRAME" val="{&quot;height&quot;:1067.5,&quot;left&quot;:-53.8,&quot;top&quot;:-48.9,&quot;width&quot;:1067.5}"/>
</p:tagLst>
</file>

<file path=ppt/tags/tag289.xml><?xml version="1.0" encoding="utf-8"?>
<p:tagLst xmlns:p="http://schemas.openxmlformats.org/presentationml/2006/main">
  <p:tag name="KSO_WM_DIAGRAM_VIRTUALLY_FRAME" val="{&quot;height&quot;:1067.5,&quot;left&quot;:-53.8,&quot;top&quot;:-48.9,&quot;width&quot;:1067.5}"/>
</p:tagLst>
</file>

<file path=ppt/tags/tag290.xml><?xml version="1.0" encoding="utf-8"?>
<p:tagLst xmlns:p="http://schemas.openxmlformats.org/presentationml/2006/main">
  <p:tag name="KSO_WM_DIAGRAM_VIRTUALLY_FRAME" val="{&quot;height&quot;:1067.5,&quot;left&quot;:-53.8,&quot;top&quot;:-48.9,&quot;width&quot;:1067.5}"/>
</p:tagLst>
</file>

<file path=ppt/tags/tag291.xml><?xml version="1.0" encoding="utf-8"?>
<p:tagLst xmlns:p="http://schemas.openxmlformats.org/presentationml/2006/main">
  <p:tag name="KSO_WM_DIAGRAM_VIRTUALLY_FRAME" val="{&quot;height&quot;:1067.5,&quot;left&quot;:-53.8,&quot;top&quot;:-48.9,&quot;width&quot;:1067.5}"/>
</p:tagLst>
</file>

<file path=ppt/tags/tag292.xml><?xml version="1.0" encoding="utf-8"?>
<p:tagLst xmlns:p="http://schemas.openxmlformats.org/presentationml/2006/main">
  <p:tag name="KSO_WM_DIAGRAM_VIRTUALLY_FRAME" val="{&quot;height&quot;:1067.5,&quot;left&quot;:-53.8,&quot;top&quot;:-48.9,&quot;width&quot;:1067.5}"/>
</p:tagLst>
</file>

<file path=ppt/tags/tag293.xml><?xml version="1.0" encoding="utf-8"?>
<p:tagLst xmlns:p="http://schemas.openxmlformats.org/presentationml/2006/main">
  <p:tag name="KSO_WM_DIAGRAM_VIRTUALLY_FRAME" val="{&quot;height&quot;:1067.5,&quot;left&quot;:-53.8,&quot;top&quot;:-48.9,&quot;width&quot;:1067.5}"/>
</p:tagLst>
</file>

<file path=ppt/tags/tag294.xml><?xml version="1.0" encoding="utf-8"?>
<p:tagLst xmlns:p="http://schemas.openxmlformats.org/presentationml/2006/main">
  <p:tag name="KSO_WM_DIAGRAM_VIRTUALLY_FRAME" val="{&quot;height&quot;:1067.5,&quot;left&quot;:-53.8,&quot;top&quot;:-48.9,&quot;width&quot;:1067.5}"/>
</p:tagLst>
</file>

<file path=ppt/tags/tag295.xml><?xml version="1.0" encoding="utf-8"?>
<p:tagLst xmlns:p="http://schemas.openxmlformats.org/presentationml/2006/main">
  <p:tag name="KSO_WM_DIAGRAM_VIRTUALLY_FRAME" val="{&quot;height&quot;:1067.5,&quot;left&quot;:-53.8,&quot;top&quot;:-48.9,&quot;width&quot;:1067.5}"/>
</p:tagLst>
</file>

<file path=ppt/tags/tag296.xml><?xml version="1.0" encoding="utf-8"?>
<p:tagLst xmlns:p="http://schemas.openxmlformats.org/presentationml/2006/main">
  <p:tag name="KSO_WM_DIAGRAM_VIRTUALLY_FRAME" val="{&quot;height&quot;:1067.5,&quot;left&quot;:-53.8,&quot;top&quot;:-48.9,&quot;width&quot;:1067.5}"/>
</p:tagLst>
</file>

<file path=ppt/tags/tag297.xml><?xml version="1.0" encoding="utf-8"?>
<p:tagLst xmlns:p="http://schemas.openxmlformats.org/presentationml/2006/main">
  <p:tag name="KSO_WM_DIAGRAM_VIRTUALLY_FRAME" val="{&quot;height&quot;:1067.5,&quot;left&quot;:-53.8,&quot;top&quot;:-48.9,&quot;width&quot;:1067.5}"/>
</p:tagLst>
</file>

<file path=ppt/tags/tag298.xml><?xml version="1.0" encoding="utf-8"?>
<p:tagLst xmlns:p="http://schemas.openxmlformats.org/presentationml/2006/main">
  <p:tag name="KSO_WM_DIAGRAM_VIRTUALLY_FRAME" val="{&quot;height&quot;:1067.5,&quot;left&quot;:-53.8,&quot;top&quot;:-48.9,&quot;width&quot;:1067.5}"/>
</p:tagLst>
</file>

<file path=ppt/tags/tag299.xml><?xml version="1.0" encoding="utf-8"?>
<p:tagLst xmlns:p="http://schemas.openxmlformats.org/presentationml/2006/main">
  <p:tag name="KSO_WM_DIAGRAM_VIRTUALLY_FRAME" val="{&quot;height&quot;:1067.5,&quot;left&quot;:-53.8,&quot;top&quot;:-48.9,&quot;width&quot;:1067.5}"/>
</p:tagLst>
</file>

<file path=ppt/tags/tag300.xml><?xml version="1.0" encoding="utf-8"?>
<p:tagLst xmlns:p="http://schemas.openxmlformats.org/presentationml/2006/main">
  <p:tag name="KSO_WM_DIAGRAM_VIRTUALLY_FRAME" val="{&quot;height&quot;:1067.5,&quot;left&quot;:-53.8,&quot;top&quot;:-48.9,&quot;width&quot;:1067.5}"/>
</p:tagLst>
</file>

<file path=ppt/tags/tag301.xml><?xml version="1.0" encoding="utf-8"?>
<p:tagLst xmlns:p="http://schemas.openxmlformats.org/presentationml/2006/main">
  <p:tag name="KSO_WM_DIAGRAM_VIRTUALLY_FRAME" val="{&quot;height&quot;:1067.5,&quot;left&quot;:-53.8,&quot;top&quot;:-48.9,&quot;width&quot;:1067.5}"/>
</p:tagLst>
</file>

<file path=ppt/tags/tag302.xml><?xml version="1.0" encoding="utf-8"?>
<p:tagLst xmlns:p="http://schemas.openxmlformats.org/presentationml/2006/main">
  <p:tag name="KSO_WM_DIAGRAM_VIRTUALLY_FRAME" val="{&quot;height&quot;:1067.5,&quot;left&quot;:-53.8,&quot;top&quot;:-48.9,&quot;width&quot;:1067.5}"/>
</p:tagLst>
</file>

<file path=ppt/tags/tag303.xml><?xml version="1.0" encoding="utf-8"?>
<p:tagLst xmlns:p="http://schemas.openxmlformats.org/presentationml/2006/main">
  <p:tag name="BAINBULLET" val="True"/>
  <p:tag name="BAINBULLETSACTIVATED" val="True"/>
  <p:tag name="BAINBULLETSLINESPACING" val="1"/>
  <p:tag name="BAINBULLETSINDENTS" val="1"/>
  <p:tag name="BAINBULLETSLEVELSFINGERPRINT" val="1545760603"/>
</p:tagLst>
</file>

<file path=ppt/tags/tag304.xml><?xml version="1.0" encoding="utf-8"?>
<p:tagLst xmlns:p="http://schemas.openxmlformats.org/presentationml/2006/main">
  <p:tag name="BAINBULLET" val="True"/>
  <p:tag name="BAINBULLETSACTIVATED" val="True"/>
  <p:tag name="BAINBULLETSLINESPACING" val="1"/>
  <p:tag name="BAINBULLETSINDENTS" val="1"/>
  <p:tag name="BAINBULLETSLEVELSFINGERPRINT" val="1545760603"/>
</p:tagLst>
</file>

<file path=ppt/tags/tag305.xml><?xml version="1.0" encoding="utf-8"?>
<p:tagLst xmlns:p="http://schemas.openxmlformats.org/presentationml/2006/main">
  <p:tag name="BAINBULLET" val="True"/>
  <p:tag name="BAINBULLETSACTIVATED" val="True"/>
  <p:tag name="BAINBULLETSLINESPACING" val="1"/>
  <p:tag name="BAINBULLETSINDENTS" val="1"/>
  <p:tag name="BAINBULLETSLEVELSFINGERPRINT" val="1545760603"/>
</p:tagLst>
</file>

<file path=ppt/tags/tag306.xml><?xml version="1.0" encoding="utf-8"?>
<p:tagLst xmlns:p="http://schemas.openxmlformats.org/presentationml/2006/main">
  <p:tag name="BAINBULLET" val="True"/>
  <p:tag name="BAINBULLETSACTIVATED" val="True"/>
  <p:tag name="BAINBULLETSLINESPACING" val="1"/>
  <p:tag name="BAINBULLETSINDENTS" val="1"/>
  <p:tag name="BAINBULLETSLEVELSFINGERPRINT" val="1545760603"/>
</p:tagLst>
</file>

<file path=ppt/tags/tag307.xml><?xml version="1.0" encoding="utf-8"?>
<p:tagLst xmlns:p="http://schemas.openxmlformats.org/presentationml/2006/main">
  <p:tag name="BAINBULLET" val="True"/>
  <p:tag name="BAINBULLETSACTIVATED" val="True"/>
  <p:tag name="BAINBULLETSLINESPACING" val="1"/>
  <p:tag name="BAINBULLETSINDENTS" val="1"/>
  <p:tag name="BAINBULLETSLEVELSFINGERPRINT" val="1545760603"/>
</p:tagLst>
</file>

<file path=ppt/tags/tag308.xml><?xml version="1.0" encoding="utf-8"?>
<p:tagLst xmlns:p="http://schemas.openxmlformats.org/presentationml/2006/main">
  <p:tag name="BAINBULLET" val="True"/>
  <p:tag name="BAINBULLETSACTIVATED" val="True"/>
  <p:tag name="BAINBULLETSLINESPACING" val="1"/>
  <p:tag name="BAINBULLETSINDENTS" val="1"/>
  <p:tag name="BAINBULLETSLEVELSFINGERPRINT" val="1545760603"/>
</p:tagLst>
</file>

<file path=ppt/tags/tag309.xml><?xml version="1.0" encoding="utf-8"?>
<p:tagLst xmlns:p="http://schemas.openxmlformats.org/presentationml/2006/main">
  <p:tag name="BAINBULLET" val="True"/>
  <p:tag name="BAINBULLETSACTIVATED" val="True"/>
  <p:tag name="BAINBULLETSLINESPACING" val="1"/>
  <p:tag name="BAINBULLETSINDENTS" val="1"/>
  <p:tag name="BAINBULLETSLEVELSFINGERPRINT" val="1545760603"/>
</p:tagLst>
</file>

<file path=ppt/tags/tag310.xml><?xml version="1.0" encoding="utf-8"?>
<p:tagLst xmlns:p="http://schemas.openxmlformats.org/presentationml/2006/main">
  <p:tag name="BAINBULLET" val="True"/>
  <p:tag name="BAINBULLETSACTIVATED" val="True"/>
  <p:tag name="BAINBULLETSLINESPACING" val="1"/>
  <p:tag name="BAINBULLETSINDENTS" val="1"/>
  <p:tag name="BAINBULLETSLEVELSFINGERPRINT" val="1545760603"/>
</p:tagLst>
</file>

<file path=ppt/tags/tag311.xml><?xml version="1.0" encoding="utf-8"?>
<p:tagLst xmlns:p="http://schemas.openxmlformats.org/presentationml/2006/main">
  <p:tag name="KSO_WM_DIAGRAM_VIRTUALLY_FRAME" val="{&quot;height&quot;:391.37921259842517,&quot;left&quot;:19.61086614173228,&quot;top&quot;:129.6207874015748,&quot;width&quot;:920.9799212598425}"/>
</p:tagLst>
</file>

<file path=ppt/tags/tag312.xml><?xml version="1.0" encoding="utf-8"?>
<p:tagLst xmlns:p="http://schemas.openxmlformats.org/presentationml/2006/main">
  <p:tag name="KSO_WM_DIAGRAM_VIRTUALLY_FRAME" val="{&quot;height&quot;:391.37921259842517,&quot;left&quot;:19.61086614173228,&quot;top&quot;:129.6207874015748,&quot;width&quot;:920.9799212598425}"/>
</p:tagLst>
</file>

<file path=ppt/tags/tag313.xml><?xml version="1.0" encoding="utf-8"?>
<p:tagLst xmlns:p="http://schemas.openxmlformats.org/presentationml/2006/main">
  <p:tag name="KSO_WM_DIAGRAM_VIRTUALLY_FRAME" val="{&quot;height&quot;:391.37921259842517,&quot;left&quot;:19.61086614173228,&quot;top&quot;:129.6207874015748,&quot;width&quot;:920.9799212598425}"/>
</p:tagLst>
</file>

<file path=ppt/tags/tag314.xml><?xml version="1.0" encoding="utf-8"?>
<p:tagLst xmlns:p="http://schemas.openxmlformats.org/presentationml/2006/main">
  <p:tag name="KSO_WM_DIAGRAM_VIRTUALLY_FRAME" val="{&quot;height&quot;:391.37921259842517,&quot;left&quot;:19.61086614173228,&quot;top&quot;:129.6207874015748,&quot;width&quot;:920.9799212598425}"/>
</p:tagLst>
</file>

<file path=ppt/tags/tag315.xml><?xml version="1.0" encoding="utf-8"?>
<p:tagLst xmlns:p="http://schemas.openxmlformats.org/presentationml/2006/main">
  <p:tag name="ADJUSTMENTS" val="0"/>
  <p:tag name="SHADOWSIZE" val="94"/>
</p:tagLst>
</file>

<file path=ppt/tags/tag316.xml><?xml version="1.0" encoding="utf-8"?>
<p:tagLst xmlns:p="http://schemas.openxmlformats.org/presentationml/2006/main">
  <p:tag name="PA" val="v5.2.11"/>
</p:tagLst>
</file>

<file path=ppt/tags/tag317.xml><?xml version="1.0" encoding="utf-8"?>
<p:tagLst xmlns:p="http://schemas.openxmlformats.org/presentationml/2006/main">
  <p:tag name="ADJUSTMENTS" val="3.196521"/>
  <p:tag name="SHADOWSIZE" val="100"/>
</p:tagLst>
</file>

<file path=ppt/tags/tag318.xml><?xml version="1.0" encoding="utf-8"?>
<p:tagLst xmlns:p="http://schemas.openxmlformats.org/presentationml/2006/main">
  <p:tag name="ADJUSTMENTS" val="3.196521"/>
  <p:tag name="SHADOWSIZE" val="100"/>
</p:tagLst>
</file>

<file path=ppt/tags/tag319.xml><?xml version="1.0" encoding="utf-8"?>
<p:tagLst xmlns:p="http://schemas.openxmlformats.org/presentationml/2006/main">
  <p:tag name="ADJUSTMENTS" val="3.196521"/>
  <p:tag name="SHADOWSIZE" val="100"/>
</p:tagLst>
</file>

<file path=ppt/tags/tag320.xml><?xml version="1.0" encoding="utf-8"?>
<p:tagLst xmlns:p="http://schemas.openxmlformats.org/presentationml/2006/main">
  <p:tag name="ADJUSTMENTS" val="0"/>
  <p:tag name="SHADOWSIZE" val="94"/>
</p:tagLst>
</file>

<file path=ppt/tags/tag321.xml><?xml version="1.0" encoding="utf-8"?>
<p:tagLst xmlns:p="http://schemas.openxmlformats.org/presentationml/2006/main">
  <p:tag name="PA" val="v5.2.11"/>
</p:tagLst>
</file>

<file path=ppt/tags/tag322.xml><?xml version="1.0" encoding="utf-8"?>
<p:tagLst xmlns:p="http://schemas.openxmlformats.org/presentationml/2006/main">
  <p:tag name="ADJUSTMENTS" val="3.196521"/>
  <p:tag name="SHADOWSIZE" val="100"/>
</p:tagLst>
</file>

<file path=ppt/tags/tag323.xml><?xml version="1.0" encoding="utf-8"?>
<p:tagLst xmlns:p="http://schemas.openxmlformats.org/presentationml/2006/main">
  <p:tag name="ADJUSTMENTS" val="3.196521"/>
  <p:tag name="SHADOWSIZE" val="100"/>
</p:tagLst>
</file>

<file path=ppt/tags/tag324.xml><?xml version="1.0" encoding="utf-8"?>
<p:tagLst xmlns:p="http://schemas.openxmlformats.org/presentationml/2006/main">
  <p:tag name="ADJUSTMENTS" val="3.196521"/>
  <p:tag name="SHADOWSIZE" val="100"/>
</p:tagLst>
</file>

<file path=ppt/tags/tag325.xml><?xml version="1.0" encoding="utf-8"?>
<p:tagLst xmlns:p="http://schemas.openxmlformats.org/presentationml/2006/main">
  <p:tag name="PA" val="v5.2.11"/>
</p:tagLst>
</file>

<file path=ppt/tags/tag326.xml><?xml version="1.0" encoding="utf-8"?>
<p:tagLst xmlns:p="http://schemas.openxmlformats.org/presentationml/2006/main">
  <p:tag name="KSO_WM_DIAGRAM_VIRTUALLY_FRAME" val="{&quot;height&quot;:288.1918110236221,&quot;left&quot;:-215.57944881889762,&quot;top&quot;:158.88614173228345,&quot;width&quot;:391.6548031496063}"/>
</p:tagLst>
</file>

<file path=ppt/tags/tag327.xml><?xml version="1.0" encoding="utf-8"?>
<p:tagLst xmlns:p="http://schemas.openxmlformats.org/presentationml/2006/main">
  <p:tag name="KSO_WM_DIAGRAM_VIRTUALLY_FRAME" val="{&quot;height&quot;:288.1918110236221,&quot;left&quot;:-215.57944881889762,&quot;top&quot;:158.88614173228345,&quot;width&quot;:391.6548031496063}"/>
</p:tagLst>
</file>

<file path=ppt/tags/tag328.xml><?xml version="1.0" encoding="utf-8"?>
<p:tagLst xmlns:p="http://schemas.openxmlformats.org/presentationml/2006/main">
  <p:tag name="KSO_WM_DIAGRAM_VIRTUALLY_FRAME" val="{&quot;height&quot;:288.1918110236221,&quot;left&quot;:-215.57944881889762,&quot;top&quot;:158.88614173228345,&quot;width&quot;:391.6548031496063}"/>
</p:tagLst>
</file>

<file path=ppt/tags/tag329.xml><?xml version="1.0" encoding="utf-8"?>
<p:tagLst xmlns:p="http://schemas.openxmlformats.org/presentationml/2006/main">
  <p:tag name="KSO_WM_DIAGRAM_VIRTUALLY_FRAME" val="{&quot;height&quot;:288.1918110236221,&quot;left&quot;:-215.57944881889762,&quot;top&quot;:158.88614173228345,&quot;width&quot;:391.6548031496063}"/>
</p:tagLst>
</file>

<file path=ppt/tags/tag330.xml><?xml version="1.0" encoding="utf-8"?>
<p:tagLst xmlns:p="http://schemas.openxmlformats.org/presentationml/2006/main">
  <p:tag name="KSO_WM_DIAGRAM_VIRTUALLY_FRAME" val="{&quot;height&quot;:288.1918110236221,&quot;left&quot;:-215.57944881889762,&quot;top&quot;:158.88614173228345,&quot;width&quot;:391.6548031496063}"/>
</p:tagLst>
</file>

<file path=ppt/tags/tag331.xml><?xml version="1.0" encoding="utf-8"?>
<p:tagLst xmlns:p="http://schemas.openxmlformats.org/presentationml/2006/main">
  <p:tag name="KSO_WM_DIAGRAM_VIRTUALLY_FRAME" val="{&quot;height&quot;:288.1918110236221,&quot;left&quot;:-215.57944881889762,&quot;top&quot;:158.88614173228345,&quot;width&quot;:391.6548031496063}"/>
</p:tagLst>
</file>

<file path=ppt/tags/tag332.xml><?xml version="1.0" encoding="utf-8"?>
<p:tagLst xmlns:p="http://schemas.openxmlformats.org/presentationml/2006/main">
  <p:tag name="KSO_WM_DIAGRAM_VIRTUALLY_FRAME" val="{&quot;height&quot;:288.1918110236221,&quot;left&quot;:-215.57944881889762,&quot;top&quot;:158.88614173228345,&quot;width&quot;:391.6548031496063}"/>
</p:tagLst>
</file>

<file path=ppt/tags/tag333.xml><?xml version="1.0" encoding="utf-8"?>
<p:tagLst xmlns:p="http://schemas.openxmlformats.org/presentationml/2006/main">
  <p:tag name="KSO_WM_DIAGRAM_VIRTUALLY_FRAME" val="{&quot;height&quot;:288.1918110236221,&quot;left&quot;:-215.57944881889762,&quot;top&quot;:158.88614173228345,&quot;width&quot;:391.6548031496063}"/>
</p:tagLst>
</file>

<file path=ppt/tags/tag334.xml><?xml version="1.0" encoding="utf-8"?>
<p:tagLst xmlns:p="http://schemas.openxmlformats.org/presentationml/2006/main">
  <p:tag name="KSO_WM_DIAGRAM_VIRTUALLY_FRAME" val="{&quot;height&quot;:288.1918110236221,&quot;left&quot;:-215.57944881889762,&quot;top&quot;:158.88614173228345,&quot;width&quot;:391.6548031496063}"/>
</p:tagLst>
</file>

<file path=ppt/tags/tag335.xml><?xml version="1.0" encoding="utf-8"?>
<p:tagLst xmlns:p="http://schemas.openxmlformats.org/presentationml/2006/main">
  <p:tag name="KSO_WM_DIAGRAM_VIRTUALLY_FRAME" val="{&quot;height&quot;:288.1918110236221,&quot;left&quot;:-215.57944881889762,&quot;top&quot;:158.88614173228345,&quot;width&quot;:391.6548031496063}"/>
</p:tagLst>
</file>

<file path=ppt/tags/tag336.xml><?xml version="1.0" encoding="utf-8"?>
<p:tagLst xmlns:p="http://schemas.openxmlformats.org/presentationml/2006/main">
  <p:tag name="KSO_WM_DIAGRAM_VIRTUALLY_FRAME" val="{&quot;height&quot;:288.1918110236221,&quot;left&quot;:-215.57944881889762,&quot;top&quot;:158.88614173228345,&quot;width&quot;:391.6548031496063}"/>
</p:tagLst>
</file>

<file path=ppt/tags/tag337.xml><?xml version="1.0" encoding="utf-8"?>
<p:tagLst xmlns:p="http://schemas.openxmlformats.org/presentationml/2006/main">
  <p:tag name="KSO_WM_DIAGRAM_VIRTUALLY_FRAME" val="{&quot;height&quot;:288.1918110236221,&quot;left&quot;:-215.57944881889762,&quot;top&quot;:158.88614173228345,&quot;width&quot;:391.6548031496063}"/>
</p:tagLst>
</file>

<file path=ppt/tags/tag338.xml><?xml version="1.0" encoding="utf-8"?>
<p:tagLst xmlns:p="http://schemas.openxmlformats.org/presentationml/2006/main">
  <p:tag name="KSO_WM_DIAGRAM_VIRTUALLY_FRAME" val="{&quot;height&quot;:288.1918110236221,&quot;left&quot;:-215.57944881889762,&quot;top&quot;:158.88614173228345,&quot;width&quot;:391.6548031496063}"/>
</p:tagLst>
</file>

<file path=ppt/tags/tag339.xml><?xml version="1.0" encoding="utf-8"?>
<p:tagLst xmlns:p="http://schemas.openxmlformats.org/presentationml/2006/main">
  <p:tag name="KSO_WM_DIAGRAM_VIRTUALLY_FRAME" val="{&quot;height&quot;:288.1918110236221,&quot;left&quot;:-215.57944881889762,&quot;top&quot;:158.88614173228345,&quot;width&quot;:391.6548031496063}"/>
</p:tagLst>
</file>

<file path=ppt/tags/tag340.xml><?xml version="1.0" encoding="utf-8"?>
<p:tagLst xmlns:p="http://schemas.openxmlformats.org/presentationml/2006/main">
  <p:tag name="KSO_WM_DIAGRAM_VIRTUALLY_FRAME" val="{&quot;height&quot;:288.1918110236221,&quot;left&quot;:-215.57944881889762,&quot;top&quot;:158.88614173228345,&quot;width&quot;:391.6548031496063}"/>
</p:tagLst>
</file>

<file path=ppt/tags/tag341.xml><?xml version="1.0" encoding="utf-8"?>
<p:tagLst xmlns:p="http://schemas.openxmlformats.org/presentationml/2006/main">
  <p:tag name="KSO_WM_DIAGRAM_VIRTUALLY_FRAME" val="{&quot;height&quot;:288.1918110236221,&quot;left&quot;:-215.57944881889762,&quot;top&quot;:158.88614173228345,&quot;width&quot;:391.6548031496063}"/>
</p:tagLst>
</file>

<file path=ppt/tags/tag342.xml><?xml version="1.0" encoding="utf-8"?>
<p:tagLst xmlns:p="http://schemas.openxmlformats.org/presentationml/2006/main">
  <p:tag name="KSO_WM_DIAGRAM_VIRTUALLY_FRAME" val="{&quot;height&quot;:288.1918110236221,&quot;left&quot;:-215.57944881889762,&quot;top&quot;:158.88614173228345,&quot;width&quot;:391.6548031496063}"/>
</p:tagLst>
</file>

<file path=ppt/tags/tag343.xml><?xml version="1.0" encoding="utf-8"?>
<p:tagLst xmlns:p="http://schemas.openxmlformats.org/presentationml/2006/main">
  <p:tag name="KSO_WM_DIAGRAM_VIRTUALLY_FRAME" val="{&quot;height&quot;:288.1918110236221,&quot;left&quot;:-215.57944881889762,&quot;top&quot;:158.88614173228345,&quot;width&quot;:391.6548031496063}"/>
</p:tagLst>
</file>

<file path=ppt/tags/tag344.xml><?xml version="1.0" encoding="utf-8"?>
<p:tagLst xmlns:p="http://schemas.openxmlformats.org/presentationml/2006/main">
  <p:tag name="KSO_WM_DIAGRAM_VIRTUALLY_FRAME" val="{&quot;height&quot;:288.1918110236221,&quot;left&quot;:-215.57944881889762,&quot;top&quot;:158.88614173228345,&quot;width&quot;:391.6548031496063}"/>
</p:tagLst>
</file>

<file path=ppt/tags/tag345.xml><?xml version="1.0" encoding="utf-8"?>
<p:tagLst xmlns:p="http://schemas.openxmlformats.org/presentationml/2006/main">
  <p:tag name="KSO_WM_DIAGRAM_VIRTUALLY_FRAME" val="{&quot;height&quot;:288.1918110236221,&quot;left&quot;:-215.57944881889762,&quot;top&quot;:158.88614173228345,&quot;width&quot;:391.6548031496063}"/>
</p:tagLst>
</file>

<file path=ppt/tags/tag346.xml><?xml version="1.0" encoding="utf-8"?>
<p:tagLst xmlns:p="http://schemas.openxmlformats.org/presentationml/2006/main">
  <p:tag name="KSO_WM_DIAGRAM_VIRTUALLY_FRAME" val="{&quot;height&quot;:288.1918110236221,&quot;left&quot;:-215.57944881889762,&quot;top&quot;:158.88614173228345,&quot;width&quot;:391.6548031496063}"/>
</p:tagLst>
</file>

<file path=ppt/tags/tag347.xml><?xml version="1.0" encoding="utf-8"?>
<p:tagLst xmlns:p="http://schemas.openxmlformats.org/presentationml/2006/main">
  <p:tag name="KSO_WM_DIAGRAM_VIRTUALLY_FRAME" val="{&quot;height&quot;:288.1918110236221,&quot;left&quot;:-215.57944881889762,&quot;top&quot;:158.88614173228345,&quot;width&quot;:391.6548031496063}"/>
</p:tagLst>
</file>

<file path=ppt/tags/tag348.xml><?xml version="1.0" encoding="utf-8"?>
<p:tagLst xmlns:p="http://schemas.openxmlformats.org/presentationml/2006/main">
  <p:tag name="KSO_WM_DIAGRAM_VIRTUALLY_FRAME" val="{&quot;height&quot;:288.1918110236221,&quot;left&quot;:-215.57944881889762,&quot;top&quot;:158.88614173228345,&quot;width&quot;:391.6548031496063}"/>
</p:tagLst>
</file>

<file path=ppt/tags/tag349.xml><?xml version="1.0" encoding="utf-8"?>
<p:tagLst xmlns:p="http://schemas.openxmlformats.org/presentationml/2006/main">
  <p:tag name="KSO_WM_DIAGRAM_VIRTUALLY_FRAME" val="{&quot;height&quot;:288.1918110236221,&quot;left&quot;:-215.57944881889762,&quot;top&quot;:158.88614173228345,&quot;width&quot;:391.6548031496063}"/>
</p:tagLst>
</file>

<file path=ppt/tags/tag350.xml><?xml version="1.0" encoding="utf-8"?>
<p:tagLst xmlns:p="http://schemas.openxmlformats.org/presentationml/2006/main">
  <p:tag name="KSO_WM_DIAGRAM_VIRTUALLY_FRAME" val="{&quot;height&quot;:288.1918110236221,&quot;left&quot;:-215.57944881889762,&quot;top&quot;:158.88614173228345,&quot;width&quot;:391.6548031496063}"/>
</p:tagLst>
</file>

<file path=ppt/tags/tag351.xml><?xml version="1.0" encoding="utf-8"?>
<p:tagLst xmlns:p="http://schemas.openxmlformats.org/presentationml/2006/main">
  <p:tag name="KSO_WM_DIAGRAM_VIRTUALLY_FRAME" val="{&quot;height&quot;:288.1918110236221,&quot;left&quot;:-215.57944881889762,&quot;top&quot;:158.88614173228345,&quot;width&quot;:391.6548031496063}"/>
</p:tagLst>
</file>

<file path=ppt/tags/tag352.xml><?xml version="1.0" encoding="utf-8"?>
<p:tagLst xmlns:p="http://schemas.openxmlformats.org/presentationml/2006/main">
  <p:tag name="KSO_WM_DIAGRAM_VIRTUALLY_FRAME" val="{&quot;height&quot;:288.1918110236221,&quot;left&quot;:-215.57944881889762,&quot;top&quot;:158.88614173228345,&quot;width&quot;:391.6548031496063}"/>
</p:tagLst>
</file>

<file path=ppt/tags/tag353.xml><?xml version="1.0" encoding="utf-8"?>
<p:tagLst xmlns:p="http://schemas.openxmlformats.org/presentationml/2006/main">
  <p:tag name="KSO_WM_DIAGRAM_VIRTUALLY_FRAME" val="{&quot;height&quot;:288.1918110236221,&quot;left&quot;:-215.57944881889762,&quot;top&quot;:158.88614173228345,&quot;width&quot;:391.6548031496063}"/>
</p:tagLst>
</file>

<file path=ppt/tags/tag354.xml><?xml version="1.0" encoding="utf-8"?>
<p:tagLst xmlns:p="http://schemas.openxmlformats.org/presentationml/2006/main">
  <p:tag name="KSO_WM_DIAGRAM_VIRTUALLY_FRAME" val="{&quot;height&quot;:288.1918110236221,&quot;left&quot;:-215.57944881889762,&quot;top&quot;:158.88614173228345,&quot;width&quot;:391.6548031496063}"/>
</p:tagLst>
</file>

<file path=ppt/tags/tag355.xml><?xml version="1.0" encoding="utf-8"?>
<p:tagLst xmlns:p="http://schemas.openxmlformats.org/presentationml/2006/main">
  <p:tag name="KSO_WM_DIAGRAM_VIRTUALLY_FRAME" val="{&quot;height&quot;:288.1918110236221,&quot;left&quot;:-215.57944881889762,&quot;top&quot;:158.88614173228345,&quot;width&quot;:391.6548031496063}"/>
</p:tagLst>
</file>

<file path=ppt/tags/tag356.xml><?xml version="1.0" encoding="utf-8"?>
<p:tagLst xmlns:p="http://schemas.openxmlformats.org/presentationml/2006/main">
  <p:tag name="KSO_WM_DIAGRAM_VIRTUALLY_FRAME" val="{&quot;height&quot;:288.1918110236221,&quot;left&quot;:-215.57944881889762,&quot;top&quot;:158.88614173228345,&quot;width&quot;:391.6548031496063}"/>
</p:tagLst>
</file>

<file path=ppt/tags/tag357.xml><?xml version="1.0" encoding="utf-8"?>
<p:tagLst xmlns:p="http://schemas.openxmlformats.org/presentationml/2006/main">
  <p:tag name="KSO_WM_DIAGRAM_VIRTUALLY_FRAME" val="{&quot;height&quot;:288.1918110236221,&quot;left&quot;:-215.57944881889762,&quot;top&quot;:158.88614173228345,&quot;width&quot;:391.6548031496063}"/>
</p:tagLst>
</file>

<file path=ppt/tags/tag358.xml><?xml version="1.0" encoding="utf-8"?>
<p:tagLst xmlns:p="http://schemas.openxmlformats.org/presentationml/2006/main">
  <p:tag name="SHADOWSIZE" val="108"/>
  <p:tag name="TEXTSHADOWSIZE" val="100"/>
</p:tagLst>
</file>

<file path=ppt/tags/tag359.xml><?xml version="1.0" encoding="utf-8"?>
<p:tagLst xmlns:p="http://schemas.openxmlformats.org/presentationml/2006/main">
  <p:tag name="SHADOWSIZE" val="108"/>
  <p:tag name="TEXTSHADOWSIZE" val="100"/>
</p:tagLst>
</file>

<file path=ppt/tags/tag360.xml><?xml version="1.0" encoding="utf-8"?>
<p:tagLst xmlns:p="http://schemas.openxmlformats.org/presentationml/2006/main">
  <p:tag name="SHADOWSIZE" val="108"/>
  <p:tag name="TEXTSHADOWSIZE" val="100"/>
</p:tagLst>
</file>

<file path=ppt/tags/tag361.xml><?xml version="1.0" encoding="utf-8"?>
<p:tagLst xmlns:p="http://schemas.openxmlformats.org/presentationml/2006/main">
  <p:tag name="SHADOWSIZE" val="108"/>
  <p:tag name="TEXTSHADOWSIZE" val="100"/>
</p:tagLst>
</file>

<file path=ppt/tags/tag362.xml><?xml version="1.0" encoding="utf-8"?>
<p:tagLst xmlns:p="http://schemas.openxmlformats.org/presentationml/2006/main">
  <p:tag name="ADJUSTMENTS" val="9.331733"/>
</p:tagLst>
</file>

<file path=ppt/tags/tag363.xml><?xml version="1.0" encoding="utf-8"?>
<p:tagLst xmlns:p="http://schemas.openxmlformats.org/presentationml/2006/main">
  <p:tag name="ADJUSTMENTS" val="9.331733"/>
</p:tagLst>
</file>

<file path=ppt/tags/tag364.xml><?xml version="1.0" encoding="utf-8"?>
<p:tagLst xmlns:p="http://schemas.openxmlformats.org/presentationml/2006/main">
  <p:tag name="ADJUSTMENTS" val="9.331733"/>
</p:tagLst>
</file>

<file path=ppt/tags/tag365.xml><?xml version="1.0" encoding="utf-8"?>
<p:tagLst xmlns:p="http://schemas.openxmlformats.org/presentationml/2006/main">
  <p:tag name="ADJUSTMENTS" val="9.331733"/>
</p:tagLst>
</file>

<file path=ppt/tags/tag366.xml><?xml version="1.0" encoding="utf-8"?>
<p:tagLst xmlns:p="http://schemas.openxmlformats.org/presentationml/2006/main">
  <p:tag name="ADJUSTMENTS" val="9.331733"/>
</p:tagLst>
</file>

<file path=ppt/tags/tag367.xml><?xml version="1.0" encoding="utf-8"?>
<p:tagLst xmlns:p="http://schemas.openxmlformats.org/presentationml/2006/main">
  <p:tag name="ADJUSTMENTS" val="9.331733"/>
</p:tagLst>
</file>

<file path=ppt/tags/tag368.xml><?xml version="1.0" encoding="utf-8"?>
<p:tagLst xmlns:p="http://schemas.openxmlformats.org/presentationml/2006/main">
  <p:tag name="ADJUSTMENTS" val="9.331733"/>
</p:tagLst>
</file>

<file path=ppt/tags/tag369.xml><?xml version="1.0" encoding="utf-8"?>
<p:tagLst xmlns:p="http://schemas.openxmlformats.org/presentationml/2006/main">
  <p:tag name="ADJUSTMENTS" val="9.331733"/>
</p:tagLst>
</file>

<file path=ppt/tags/tag370.xml><?xml version="1.0" encoding="utf-8"?>
<p:tagLst xmlns:p="http://schemas.openxmlformats.org/presentationml/2006/main">
  <p:tag name="ADJUSTMENTS" val="9.331733"/>
</p:tagLst>
</file>

<file path=ppt/tags/tag371.xml><?xml version="1.0" encoding="utf-8"?>
<p:tagLst xmlns:p="http://schemas.openxmlformats.org/presentationml/2006/main">
  <p:tag name="ADJUSTMENTS" val="9.331733"/>
</p:tagLst>
</file>

<file path=ppt/tags/tag372.xml><?xml version="1.0" encoding="utf-8"?>
<p:tagLst xmlns:p="http://schemas.openxmlformats.org/presentationml/2006/main">
  <p:tag name="ADJUSTMENTS" val="9.331733"/>
</p:tagLst>
</file>

<file path=ppt/tags/tag373.xml><?xml version="1.0" encoding="utf-8"?>
<p:tagLst xmlns:p="http://schemas.openxmlformats.org/presentationml/2006/main">
  <p:tag name="ADJUSTMENTS" val="9.331733"/>
</p:tagLst>
</file>

<file path=ppt/tags/tag374.xml><?xml version="1.0" encoding="utf-8"?>
<p:tagLst xmlns:p="http://schemas.openxmlformats.org/presentationml/2006/main">
  <p:tag name="ADJUSTMENTS" val="9.331733"/>
</p:tagLst>
</file>

<file path=ppt/tags/tag375.xml><?xml version="1.0" encoding="utf-8"?>
<p:tagLst xmlns:p="http://schemas.openxmlformats.org/presentationml/2006/main">
  <p:tag name="ADJUSTMENTS" val="9.331733"/>
</p:tagLst>
</file>

<file path=ppt/tags/tag376.xml><?xml version="1.0" encoding="utf-8"?>
<p:tagLst xmlns:p="http://schemas.openxmlformats.org/presentationml/2006/main">
  <p:tag name="ADJUSTMENTS" val="9.331733"/>
</p:tagLst>
</file>

<file path=ppt/tags/tag377.xml><?xml version="1.0" encoding="utf-8"?>
<p:tagLst xmlns:p="http://schemas.openxmlformats.org/presentationml/2006/main">
  <p:tag name="ADJUSTMENTS" val="9.331733"/>
</p:tagLst>
</file>

<file path=ppt/tags/tag378.xml><?xml version="1.0" encoding="utf-8"?>
<p:tagLst xmlns:p="http://schemas.openxmlformats.org/presentationml/2006/main">
  <p:tag name="ADJUSTMENTS" val="9.331733"/>
</p:tagLst>
</file>

<file path=ppt/tags/tag379.xml><?xml version="1.0" encoding="utf-8"?>
<p:tagLst xmlns:p="http://schemas.openxmlformats.org/presentationml/2006/main">
  <p:tag name="ADJUSTMENTS" val="9.331733"/>
</p:tagLst>
</file>

<file path=ppt/tags/tag380.xml><?xml version="1.0" encoding="utf-8"?>
<p:tagLst xmlns:p="http://schemas.openxmlformats.org/presentationml/2006/main">
  <p:tag name="ADJUSTMENTS" val="9.331733"/>
</p:tagLst>
</file>

<file path=ppt/tags/tag381.xml><?xml version="1.0" encoding="utf-8"?>
<p:tagLst xmlns:p="http://schemas.openxmlformats.org/presentationml/2006/main">
  <p:tag name="ADJUSTMENTS" val="9.331733"/>
</p:tagLst>
</file>

<file path=ppt/tags/tag382.xml><?xml version="1.0" encoding="utf-8"?>
<p:tagLst xmlns:p="http://schemas.openxmlformats.org/presentationml/2006/main">
  <p:tag name="ADJUSTMENTS" val="9.331733"/>
</p:tagLst>
</file>

<file path=ppt/tags/tag383.xml><?xml version="1.0" encoding="utf-8"?>
<p:tagLst xmlns:p="http://schemas.openxmlformats.org/presentationml/2006/main">
  <p:tag name="ADJUSTMENTS" val="9.331733"/>
</p:tagLst>
</file>

<file path=ppt/tags/tag384.xml><?xml version="1.0" encoding="utf-8"?>
<p:tagLst xmlns:p="http://schemas.openxmlformats.org/presentationml/2006/main">
  <p:tag name="ADJUSTMENTS" val="9.331733"/>
</p:tagLst>
</file>

<file path=ppt/tags/tag385.xml><?xml version="1.0" encoding="utf-8"?>
<p:tagLst xmlns:p="http://schemas.openxmlformats.org/presentationml/2006/main">
  <p:tag name="ADJUSTMENTS" val="9.331733"/>
</p:tagLst>
</file>

<file path=ppt/tags/tag386.xml><?xml version="1.0" encoding="utf-8"?>
<p:tagLst xmlns:p="http://schemas.openxmlformats.org/presentationml/2006/main">
  <p:tag name="ADJUSTMENTS" val="9.331733"/>
</p:tagLst>
</file>

<file path=ppt/tags/tag387.xml><?xml version="1.0" encoding="utf-8"?>
<p:tagLst xmlns:p="http://schemas.openxmlformats.org/presentationml/2006/main">
  <p:tag name="ADJUSTMENTS" val="9.331733"/>
</p:tagLst>
</file>

<file path=ppt/tags/tag388.xml><?xml version="1.0" encoding="utf-8"?>
<p:tagLst xmlns:p="http://schemas.openxmlformats.org/presentationml/2006/main">
  <p:tag name="ADJUSTMENTS" val="9.331733"/>
</p:tagLst>
</file>

<file path=ppt/tags/tag389.xml><?xml version="1.0" encoding="utf-8"?>
<p:tagLst xmlns:p="http://schemas.openxmlformats.org/presentationml/2006/main">
  <p:tag name="ADJUSTMENTS" val="9.331733"/>
</p:tagLst>
</file>

<file path=ppt/tags/tag390.xml><?xml version="1.0" encoding="utf-8"?>
<p:tagLst xmlns:p="http://schemas.openxmlformats.org/presentationml/2006/main">
  <p:tag name="ADJUSTMENTS" val="9.331733"/>
</p:tagLst>
</file>

<file path=ppt/tags/tag391.xml><?xml version="1.0" encoding="utf-8"?>
<p:tagLst xmlns:p="http://schemas.openxmlformats.org/presentationml/2006/main">
  <p:tag name="KSO_WM_UNIT_FILL_FORE_SCHEMECOLOR_INDEX_1_BRIGHTNESS" val="0"/>
  <p:tag name="KSO_WM_UNIT_FILL_FORE_SCHEMECOLOR_INDEX_1" val="5"/>
  <p:tag name="KSO_WM_UNIT_FILL_FORE_SCHEMECOLOR_INDEX_1_POS" val="0"/>
  <p:tag name="KSO_WM_UNIT_FILL_FORE_SCHEMECOLOR_INDEX_1_TRANS" val="0.9"/>
  <p:tag name="KSO_WM_UNIT_FILL_FORE_SCHEMECOLOR_INDEX_2_BRIGHTNESS" val="0"/>
  <p:tag name="KSO_WM_UNIT_FILL_FORE_SCHEMECOLOR_INDEX_2" val="5"/>
  <p:tag name="KSO_WM_UNIT_FILL_FORE_SCHEMECOLOR_INDEX_2_POS" val="1"/>
  <p:tag name="KSO_WM_UNIT_FILL_FORE_SCHEMECOLOR_INDEX_2_TRANS" val="1"/>
  <p:tag name="KSO_WM_UNIT_FILL_GRADIENT_TYPE" val="0"/>
  <p:tag name="KSO_WM_UNIT_FILL_GRADIENT_ANGLE" val="90"/>
  <p:tag name="KSO_WM_UNIT_FILL_GRADIENT_DIRECTION" val="1"/>
  <p:tag name="KSO_WM_UNIT_FILL_TYPE" val="3"/>
  <p:tag name="KSO_WM_UNIT_LINE_FORE_SCHEMECOLOR_INDEX_1_BRIGHTNESS" val="0"/>
  <p:tag name="KSO_WM_UNIT_LINE_FORE_SCHEMECOLOR_INDEX_1" val="5"/>
  <p:tag name="KSO_WM_UNIT_LINE_FORE_SCHEMECOLOR_INDEX_1_POS" val="0"/>
  <p:tag name="KSO_WM_UNIT_LINE_FORE_SCHEMECOLOR_INDEX_1_TRANS" val="0.7"/>
  <p:tag name="KSO_WM_UNIT_LINE_FORE_SCHEMECOLOR_INDEX_2_BRIGHTNESS" val="0"/>
  <p:tag name="KSO_WM_UNIT_LINE_FORE_SCHEMECOLOR_INDEX_2" val="5"/>
  <p:tag name="KSO_WM_UNIT_LINE_FORE_SCHEMECOLOR_INDEX_2_POS" val="0.61"/>
  <p:tag name="KSO_WM_UNIT_LINE_FORE_SCHEMECOLOR_INDEX_2_TRANS" val="1"/>
  <p:tag name="KSO_WM_UNIT_LINE_GRADIENT_TYPE" val="0"/>
  <p:tag name="KSO_WM_UNIT_LINE_GRADIENT_ANGLE" val="90"/>
  <p:tag name="KSO_WM_UNIT_LINE_GRADIENT_DIRECTION" val="1"/>
  <p:tag name="KSO_WM_UNIT_LINE_FILL_TYPE" val="5"/>
</p:tagLst>
</file>

<file path=ppt/tags/tag392.xml><?xml version="1.0" encoding="utf-8"?>
<p:tagLst xmlns:p="http://schemas.openxmlformats.org/presentationml/2006/main">
  <p:tag name="KSO_WM_UNIT_FILL_FORE_SCHEMECOLOR_INDEX_1_BRIGHTNESS" val="0"/>
  <p:tag name="KSO_WM_UNIT_FILL_FORE_SCHEMECOLOR_INDEX_1" val="5"/>
  <p:tag name="KSO_WM_UNIT_FILL_FORE_SCHEMECOLOR_INDEX_1_POS" val="0"/>
  <p:tag name="KSO_WM_UNIT_FILL_FORE_SCHEMECOLOR_INDEX_1_TRANS" val="0.9"/>
  <p:tag name="KSO_WM_UNIT_FILL_FORE_SCHEMECOLOR_INDEX_2_BRIGHTNESS" val="0"/>
  <p:tag name="KSO_WM_UNIT_FILL_FORE_SCHEMECOLOR_INDEX_2" val="5"/>
  <p:tag name="KSO_WM_UNIT_FILL_FORE_SCHEMECOLOR_INDEX_2_POS" val="1"/>
  <p:tag name="KSO_WM_UNIT_FILL_FORE_SCHEMECOLOR_INDEX_2_TRANS" val="1"/>
  <p:tag name="KSO_WM_UNIT_FILL_GRADIENT_TYPE" val="0"/>
  <p:tag name="KSO_WM_UNIT_FILL_GRADIENT_ANGLE" val="90"/>
  <p:tag name="KSO_WM_UNIT_FILL_GRADIENT_DIRECTION" val="1"/>
  <p:tag name="KSO_WM_UNIT_FILL_TYPE" val="3"/>
  <p:tag name="KSO_WM_UNIT_LINE_FORE_SCHEMECOLOR_INDEX_1_BRIGHTNESS" val="0"/>
  <p:tag name="KSO_WM_UNIT_LINE_FORE_SCHEMECOLOR_INDEX_1" val="5"/>
  <p:tag name="KSO_WM_UNIT_LINE_FORE_SCHEMECOLOR_INDEX_1_POS" val="0"/>
  <p:tag name="KSO_WM_UNIT_LINE_FORE_SCHEMECOLOR_INDEX_1_TRANS" val="0.7"/>
  <p:tag name="KSO_WM_UNIT_LINE_FORE_SCHEMECOLOR_INDEX_2_BRIGHTNESS" val="0"/>
  <p:tag name="KSO_WM_UNIT_LINE_FORE_SCHEMECOLOR_INDEX_2" val="5"/>
  <p:tag name="KSO_WM_UNIT_LINE_FORE_SCHEMECOLOR_INDEX_2_POS" val="0.61"/>
  <p:tag name="KSO_WM_UNIT_LINE_FORE_SCHEMECOLOR_INDEX_2_TRANS" val="1"/>
  <p:tag name="KSO_WM_UNIT_LINE_GRADIENT_TYPE" val="0"/>
  <p:tag name="KSO_WM_UNIT_LINE_GRADIENT_ANGLE" val="90"/>
  <p:tag name="KSO_WM_UNIT_LINE_GRADIENT_DIRECTION" val="1"/>
  <p:tag name="KSO_WM_UNIT_LINE_FILL_TYPE" val="5"/>
</p:tagLst>
</file>

<file path=ppt/tags/tag393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</p:tagLst>
</file>

<file path=ppt/tags/tag394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</p:tagLst>
</file>

<file path=ppt/tags/tag395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</p:tagLst>
</file>

<file path=ppt/tags/tag396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397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39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99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40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0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02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403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404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405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406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40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08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40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1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11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412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413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414.xml><?xml version="1.0" encoding="utf-8"?>
<p:tagLst xmlns:p="http://schemas.openxmlformats.org/presentationml/2006/main">
  <p:tag name="KSO_WM_UNIT_FILL_FORE_SCHEMECOLOR_INDEX_1_BRIGHTNESS" val="0"/>
  <p:tag name="KSO_WM_UNIT_FILL_FORE_SCHEMECOLOR_INDEX_1" val="5"/>
  <p:tag name="KSO_WM_UNIT_FILL_FORE_SCHEMECOLOR_INDEX_1_POS" val="0"/>
  <p:tag name="KSO_WM_UNIT_FILL_FORE_SCHEMECOLOR_INDEX_1_TRANS" val="0.9"/>
  <p:tag name="KSO_WM_UNIT_FILL_FORE_SCHEMECOLOR_INDEX_2_BRIGHTNESS" val="0"/>
  <p:tag name="KSO_WM_UNIT_FILL_FORE_SCHEMECOLOR_INDEX_2" val="5"/>
  <p:tag name="KSO_WM_UNIT_FILL_FORE_SCHEMECOLOR_INDEX_2_POS" val="1"/>
  <p:tag name="KSO_WM_UNIT_FILL_FORE_SCHEMECOLOR_INDEX_2_TRANS" val="1"/>
  <p:tag name="KSO_WM_UNIT_FILL_GRADIENT_TYPE" val="0"/>
  <p:tag name="KSO_WM_UNIT_FILL_GRADIENT_ANGLE" val="90"/>
  <p:tag name="KSO_WM_UNIT_FILL_GRADIENT_DIRECTION" val="1"/>
  <p:tag name="KSO_WM_UNIT_FILL_TYPE" val="3"/>
  <p:tag name="KSO_WM_UNIT_LINE_FORE_SCHEMECOLOR_INDEX_1_BRIGHTNESS" val="0"/>
  <p:tag name="KSO_WM_UNIT_LINE_FORE_SCHEMECOLOR_INDEX_1" val="5"/>
  <p:tag name="KSO_WM_UNIT_LINE_FORE_SCHEMECOLOR_INDEX_1_POS" val="0"/>
  <p:tag name="KSO_WM_UNIT_LINE_FORE_SCHEMECOLOR_INDEX_1_TRANS" val="0.7"/>
  <p:tag name="KSO_WM_UNIT_LINE_FORE_SCHEMECOLOR_INDEX_2_BRIGHTNESS" val="0"/>
  <p:tag name="KSO_WM_UNIT_LINE_FORE_SCHEMECOLOR_INDEX_2" val="5"/>
  <p:tag name="KSO_WM_UNIT_LINE_FORE_SCHEMECOLOR_INDEX_2_POS" val="0.61"/>
  <p:tag name="KSO_WM_UNIT_LINE_FORE_SCHEMECOLOR_INDEX_2_TRANS" val="1"/>
  <p:tag name="KSO_WM_UNIT_LINE_GRADIENT_TYPE" val="0"/>
  <p:tag name="KSO_WM_UNIT_LINE_GRADIENT_ANGLE" val="90"/>
  <p:tag name="KSO_WM_UNIT_LINE_GRADIENT_DIRECTION" val="1"/>
  <p:tag name="KSO_WM_UNIT_LINE_FILL_TYPE" val="5"/>
</p:tagLst>
</file>

<file path=ppt/tags/tag415.xml><?xml version="1.0" encoding="utf-8"?>
<p:tagLst xmlns:p="http://schemas.openxmlformats.org/presentationml/2006/main">
  <p:tag name="KSO_WM_UNIT_FILL_FORE_SCHEMECOLOR_INDEX_1_BRIGHTNESS" val="0"/>
  <p:tag name="KSO_WM_UNIT_FILL_FORE_SCHEMECOLOR_INDEX_1" val="5"/>
  <p:tag name="KSO_WM_UNIT_FILL_FORE_SCHEMECOLOR_INDEX_1_POS" val="0"/>
  <p:tag name="KSO_WM_UNIT_FILL_FORE_SCHEMECOLOR_INDEX_1_TRANS" val="0.9"/>
  <p:tag name="KSO_WM_UNIT_FILL_FORE_SCHEMECOLOR_INDEX_2_BRIGHTNESS" val="0"/>
  <p:tag name="KSO_WM_UNIT_FILL_FORE_SCHEMECOLOR_INDEX_2" val="5"/>
  <p:tag name="KSO_WM_UNIT_FILL_FORE_SCHEMECOLOR_INDEX_2_POS" val="1"/>
  <p:tag name="KSO_WM_UNIT_FILL_FORE_SCHEMECOLOR_INDEX_2_TRANS" val="1"/>
  <p:tag name="KSO_WM_UNIT_FILL_GRADIENT_TYPE" val="0"/>
  <p:tag name="KSO_WM_UNIT_FILL_GRADIENT_ANGLE" val="90"/>
  <p:tag name="KSO_WM_UNIT_FILL_GRADIENT_DIRECTION" val="1"/>
  <p:tag name="KSO_WM_UNIT_FILL_TYPE" val="3"/>
  <p:tag name="KSO_WM_UNIT_LINE_FORE_SCHEMECOLOR_INDEX_1_BRIGHTNESS" val="0"/>
  <p:tag name="KSO_WM_UNIT_LINE_FORE_SCHEMECOLOR_INDEX_1" val="5"/>
  <p:tag name="KSO_WM_UNIT_LINE_FORE_SCHEMECOLOR_INDEX_1_POS" val="0"/>
  <p:tag name="KSO_WM_UNIT_LINE_FORE_SCHEMECOLOR_INDEX_1_TRANS" val="0.7"/>
  <p:tag name="KSO_WM_UNIT_LINE_FORE_SCHEMECOLOR_INDEX_2_BRIGHTNESS" val="0"/>
  <p:tag name="KSO_WM_UNIT_LINE_FORE_SCHEMECOLOR_INDEX_2" val="5"/>
  <p:tag name="KSO_WM_UNIT_LINE_FORE_SCHEMECOLOR_INDEX_2_POS" val="0.61"/>
  <p:tag name="KSO_WM_UNIT_LINE_FORE_SCHEMECOLOR_INDEX_2_TRANS" val="1"/>
  <p:tag name="KSO_WM_UNIT_LINE_GRADIENT_TYPE" val="0"/>
  <p:tag name="KSO_WM_UNIT_LINE_GRADIENT_ANGLE" val="90"/>
  <p:tag name="KSO_WM_UNIT_LINE_GRADIENT_DIRECTION" val="1"/>
  <p:tag name="KSO_WM_UNIT_LINE_FILL_TYPE" val="5"/>
</p:tagLst>
</file>

<file path=ppt/tags/tag41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5"/>
  <p:tag name="KSO_WM_UNIT_LINE_FILL_TYPE" val="2"/>
</p:tagLst>
</file>

<file path=ppt/tags/tag417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418.xml><?xml version="1.0" encoding="utf-8"?>
<p:tagLst xmlns:p="http://schemas.openxmlformats.org/presentationml/2006/main">
  <p:tag name="KSO_WM_UNIT_FILL_FORE_SCHEMECOLOR_INDEX_1_BRIGHTNESS" val="0.4"/>
  <p:tag name="KSO_WM_UNIT_FILL_FORE_SCHEMECOLOR_INDEX_1" val="6"/>
  <p:tag name="KSO_WM_UNIT_FILL_FORE_SCHEMECOLOR_INDEX_1_POS" val="0.15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69"/>
  <p:tag name="KSO_WM_UNIT_FILL_FORE_SCHEMECOLOR_INDEX_2_TRANS" val="0"/>
  <p:tag name="KSO_WM_UNIT_FILL_GRADIENT_TYPE" val="0"/>
  <p:tag name="KSO_WM_UNIT_FILL_GRADIENT_ANGLE" val="45"/>
  <p:tag name="KSO_WM_UNIT_FILL_GRADIENT_DIRECTION" val="0"/>
  <p:tag name="KSO_WM_UNIT_FILL_TYPE" val="3"/>
  <p:tag name="KSO_WM_UNIT_SHADOW_SCHEMECOLOR_INDEX_BRIGHTNESS" val="0"/>
  <p:tag name="KSO_WM_UNIT_SHADOW_SCHEMECOLOR_INDEX" val="5"/>
</p:tagLst>
</file>

<file path=ppt/tags/tag41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420.xml><?xml version="1.0" encoding="utf-8"?>
<p:tagLst xmlns:p="http://schemas.openxmlformats.org/presentationml/2006/main">
  <p:tag name="KSO_WM_UNIT_FILL_FORE_SCHEMECOLOR_INDEX_1_BRIGHTNESS" val="0.4"/>
  <p:tag name="KSO_WM_UNIT_FILL_FORE_SCHEMECOLOR_INDEX_1" val="6"/>
  <p:tag name="KSO_WM_UNIT_FILL_FORE_SCHEMECOLOR_INDEX_1_POS" val="0.15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69"/>
  <p:tag name="KSO_WM_UNIT_FILL_FORE_SCHEMECOLOR_INDEX_2_TRANS" val="0"/>
  <p:tag name="KSO_WM_UNIT_FILL_GRADIENT_TYPE" val="0"/>
  <p:tag name="KSO_WM_UNIT_FILL_GRADIENT_ANGLE" val="45"/>
  <p:tag name="KSO_WM_UNIT_FILL_GRADIENT_DIRECTION" val="0"/>
  <p:tag name="KSO_WM_UNIT_FILL_TYPE" val="3"/>
  <p:tag name="KSO_WM_UNIT_SHADOW_SCHEMECOLOR_INDEX_BRIGHTNESS" val="0"/>
  <p:tag name="KSO_WM_UNIT_SHADOW_SCHEMECOLOR_INDEX" val="5"/>
</p:tagLst>
</file>

<file path=ppt/tags/tag421.xml><?xml version="1.0" encoding="utf-8"?>
<p:tagLst xmlns:p="http://schemas.openxmlformats.org/presentationml/2006/main">
  <p:tag name="KSO_WM_UNIT_LINE_FORE_SCHEMECOLOR_INDEX_1_BRIGHTNESS" val="0"/>
  <p:tag name="KSO_WM_UNIT_LINE_FORE_SCHEMECOLOR_INDEX_1" val="5"/>
  <p:tag name="KSO_WM_UNIT_LINE_FORE_SCHEMECOLOR_INDEX_1_POS" val="0"/>
  <p:tag name="KSO_WM_UNIT_LINE_FORE_SCHEMECOLOR_INDEX_1_TRANS" val="0.7"/>
  <p:tag name="KSO_WM_UNIT_LINE_FORE_SCHEMECOLOR_INDEX_2_BRIGHTNESS" val="0"/>
  <p:tag name="KSO_WM_UNIT_LINE_FORE_SCHEMECOLOR_INDEX_2" val="5"/>
  <p:tag name="KSO_WM_UNIT_LINE_FORE_SCHEMECOLOR_INDEX_2_POS" val="1"/>
  <p:tag name="KSO_WM_UNIT_LINE_FORE_SCHEMECOLOR_INDEX_2_TRANS" val="1"/>
  <p:tag name="KSO_WM_UNIT_LINE_GRADIENT_TYPE" val="0"/>
  <p:tag name="KSO_WM_UNIT_LINE_GRADIENT_ANGLE" val="0"/>
  <p:tag name="KSO_WM_UNIT_LINE_GRADIENT_DIRECTION" val="3"/>
  <p:tag name="KSO_WM_UNIT_LINE_FILL_TYPE" val="5"/>
</p:tagLst>
</file>

<file path=ppt/tags/tag422.xml><?xml version="1.0" encoding="utf-8"?>
<p:tagLst xmlns:p="http://schemas.openxmlformats.org/presentationml/2006/main">
  <p:tag name="KSO_WM_UNIT_LINE_FORE_SCHEMECOLOR_INDEX_1_BRIGHTNESS" val="0"/>
  <p:tag name="KSO_WM_UNIT_LINE_FORE_SCHEMECOLOR_INDEX_1" val="5"/>
  <p:tag name="KSO_WM_UNIT_LINE_FORE_SCHEMECOLOR_INDEX_1_POS" val="0"/>
  <p:tag name="KSO_WM_UNIT_LINE_FORE_SCHEMECOLOR_INDEX_1_TRANS" val="0.7"/>
  <p:tag name="KSO_WM_UNIT_LINE_FORE_SCHEMECOLOR_INDEX_2_BRIGHTNESS" val="0"/>
  <p:tag name="KSO_WM_UNIT_LINE_FORE_SCHEMECOLOR_INDEX_2" val="5"/>
  <p:tag name="KSO_WM_UNIT_LINE_FORE_SCHEMECOLOR_INDEX_2_POS" val="1"/>
  <p:tag name="KSO_WM_UNIT_LINE_FORE_SCHEMECOLOR_INDEX_2_TRANS" val="1"/>
  <p:tag name="KSO_WM_UNIT_LINE_GRADIENT_TYPE" val="0"/>
  <p:tag name="KSO_WM_UNIT_LINE_GRADIENT_ANGLE" val="0"/>
  <p:tag name="KSO_WM_UNIT_LINE_GRADIENT_DIRECTION" val="3"/>
  <p:tag name="KSO_WM_UNIT_LINE_FILL_TYPE" val="5"/>
</p:tagLst>
</file>

<file path=ppt/tags/tag423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LINE_FORE_SCHEMECOLOR_INDEX_BRIGHTNESS" val="0"/>
  <p:tag name="KSO_WM_UNIT_LINE_FORE_SCHEMECOLOR_INDEX" val="5"/>
  <p:tag name="KSO_WM_UNIT_LINE_FILL_TYPE" val="2"/>
</p:tagLst>
</file>

<file path=ppt/tags/tag424.xml><?xml version="1.0" encoding="utf-8"?>
<p:tagLst xmlns:p="http://schemas.openxmlformats.org/presentationml/2006/main">
  <p:tag name="KSO_WM_UNIT_TEXT_FILL_FORE_SCHEMECOLOR_INDEX_BRIGHTNESS" val="0"/>
  <p:tag name="KSO_WM_UNIT_TEXT_FILL_FORE_SCHEMECOLOR_INDEX" val="15"/>
  <p:tag name="KSO_WM_UNIT_TEXT_FILL_TYPE" val="1"/>
</p:tagLst>
</file>

<file path=ppt/tags/tag42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426.xml><?xml version="1.0" encoding="utf-8"?>
<p:tagLst xmlns:p="http://schemas.openxmlformats.org/presentationml/2006/main">
  <p:tag name="KSO_WM_UNIT_FILL_FORE_SCHEMECOLOR_INDEX_1_BRIGHTNESS" val="0.4"/>
  <p:tag name="KSO_WM_UNIT_FILL_FORE_SCHEMECOLOR_INDEX_1" val="6"/>
  <p:tag name="KSO_WM_UNIT_FILL_FORE_SCHEMECOLOR_INDEX_1_POS" val="0.15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69"/>
  <p:tag name="KSO_WM_UNIT_FILL_FORE_SCHEMECOLOR_INDEX_2_TRANS" val="0"/>
  <p:tag name="KSO_WM_UNIT_FILL_GRADIENT_TYPE" val="0"/>
  <p:tag name="KSO_WM_UNIT_FILL_GRADIENT_ANGLE" val="45"/>
  <p:tag name="KSO_WM_UNIT_FILL_GRADIENT_DIRECTION" val="0"/>
  <p:tag name="KSO_WM_UNIT_FILL_TYPE" val="3"/>
  <p:tag name="KSO_WM_UNIT_SHADOW_SCHEMECOLOR_INDEX_BRIGHTNESS" val="0"/>
  <p:tag name="KSO_WM_UNIT_SHADOW_SCHEMECOLOR_INDEX" val="5"/>
</p:tagLst>
</file>

<file path=ppt/tags/tag427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428.xml><?xml version="1.0" encoding="utf-8"?>
<p:tagLst xmlns:p="http://schemas.openxmlformats.org/presentationml/2006/main">
  <p:tag name="KSO_WM_UNIT_FILL_FORE_SCHEMECOLOR_INDEX_1_BRIGHTNESS" val="0.4"/>
  <p:tag name="KSO_WM_UNIT_FILL_FORE_SCHEMECOLOR_INDEX_1" val="6"/>
  <p:tag name="KSO_WM_UNIT_FILL_FORE_SCHEMECOLOR_INDEX_1_POS" val="0.15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69"/>
  <p:tag name="KSO_WM_UNIT_FILL_FORE_SCHEMECOLOR_INDEX_2_TRANS" val="0"/>
  <p:tag name="KSO_WM_UNIT_FILL_GRADIENT_TYPE" val="0"/>
  <p:tag name="KSO_WM_UNIT_FILL_GRADIENT_ANGLE" val="45"/>
  <p:tag name="KSO_WM_UNIT_FILL_GRADIENT_DIRECTION" val="0"/>
  <p:tag name="KSO_WM_UNIT_FILL_TYPE" val="3"/>
  <p:tag name="KSO_WM_UNIT_SHADOW_SCHEMECOLOR_INDEX_BRIGHTNESS" val="0"/>
  <p:tag name="KSO_WM_UNIT_SHADOW_SCHEMECOLOR_INDEX" val="5"/>
</p:tagLst>
</file>

<file path=ppt/tags/tag429.xml><?xml version="1.0" encoding="utf-8"?>
<p:tagLst xmlns:p="http://schemas.openxmlformats.org/presentationml/2006/main">
  <p:tag name="SHADOWSIZE" val="90"/>
  <p:tag name="KSO_WM_UNIT_FILL_FORE_SCHEMECOLOR_INDEX_1_BRIGHTNESS" val="0"/>
  <p:tag name="KSO_WM_UNIT_FILL_FORE_SCHEMECOLOR_INDEX_1" val="6"/>
  <p:tag name="KSO_WM_UNIT_FILL_FORE_SCHEMECOLOR_INDEX_1_POS" val="0.14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69"/>
  <p:tag name="KSO_WM_UNIT_FILL_FORE_SCHEMECOLOR_INDEX_2_TRANS" val="0"/>
  <p:tag name="KSO_WM_UNIT_FILL_GRADIENT_TYPE" val="0"/>
  <p:tag name="KSO_WM_UNIT_FILL_GRADIENT_ANGLE" val="45"/>
  <p:tag name="KSO_WM_UNIT_FILL_GRADIENT_DIRECTION" val="0"/>
  <p:tag name="KSO_WM_UNIT_FILL_TYPE" val="3"/>
  <p:tag name="KSO_WM_UNIT_SHADOW_SCHEMECOLOR_INDEX_BRIGHTNESS" val="0"/>
  <p:tag name="KSO_WM_UNIT_SHADOW_SCHEMECOLOR_INDEX" val="5"/>
</p:tagLst>
</file>

<file path=ppt/tags/tag430.xml><?xml version="1.0" encoding="utf-8"?>
<p:tagLst xmlns:p="http://schemas.openxmlformats.org/presentationml/2006/main">
  <p:tag name="KSO_WM_UNIT_FILL_FORE_SCHEMECOLOR_INDEX_1_BRIGHTNESS" val="0"/>
  <p:tag name="KSO_WM_UNIT_FILL_FORE_SCHEMECOLOR_INDEX_1" val="5"/>
  <p:tag name="KSO_WM_UNIT_FILL_FORE_SCHEMECOLOR_INDEX_1_POS" val="0"/>
  <p:tag name="KSO_WM_UNIT_FILL_FORE_SCHEMECOLOR_INDEX_1_TRANS" val="1"/>
  <p:tag name="KSO_WM_UNIT_FILL_FORE_SCHEMECOLOR_INDEX_2_BRIGHTNESS" val="0"/>
  <p:tag name="KSO_WM_UNIT_FILL_FORE_SCHEMECOLOR_INDEX_2" val="5"/>
  <p:tag name="KSO_WM_UNIT_FILL_FORE_SCHEMECOLOR_INDEX_2_POS" val="1"/>
  <p:tag name="KSO_WM_UNIT_FILL_FORE_SCHEMECOLOR_INDEX_2_TRANS" val="0.7"/>
  <p:tag name="KSO_WM_UNIT_FILL_GRADIENT_TYPE" val="0"/>
  <p:tag name="KSO_WM_UNIT_FILL_GRADIENT_ANGLE" val="0"/>
  <p:tag name="KSO_WM_UNIT_FILL_GRADIENT_DIRECTION" val="3"/>
  <p:tag name="KSO_WM_UNIT_FILL_TYPE" val="3"/>
  <p:tag name="KSO_WM_UNIT_LINE_FORE_SCHEMECOLOR_INDEX_1_BRIGHTNESS" val="0"/>
  <p:tag name="KSO_WM_UNIT_LINE_FORE_SCHEMECOLOR_INDEX_1" val="5"/>
  <p:tag name="KSO_WM_UNIT_LINE_FORE_SCHEMECOLOR_INDEX_1_POS" val="0"/>
  <p:tag name="KSO_WM_UNIT_LINE_FORE_SCHEMECOLOR_INDEX_1_TRANS" val="1"/>
  <p:tag name="KSO_WM_UNIT_LINE_FORE_SCHEMECOLOR_INDEX_2_BRIGHTNESS" val="0"/>
  <p:tag name="KSO_WM_UNIT_LINE_FORE_SCHEMECOLOR_INDEX_2" val="5"/>
  <p:tag name="KSO_WM_UNIT_LINE_FORE_SCHEMECOLOR_INDEX_2_POS" val="1"/>
  <p:tag name="KSO_WM_UNIT_LINE_FORE_SCHEMECOLOR_INDEX_2_TRANS" val="0.5"/>
  <p:tag name="KSO_WM_UNIT_LINE_GRADIENT_TYPE" val="0"/>
  <p:tag name="KSO_WM_UNIT_LINE_GRADIENT_ANGLE" val="0"/>
  <p:tag name="KSO_WM_UNIT_LINE_GRADIENT_DIRECTION" val="3"/>
  <p:tag name="KSO_WM_UNIT_LINE_FILL_TYPE" val="5"/>
</p:tagLst>
</file>

<file path=ppt/tags/tag431.xml><?xml version="1.0" encoding="utf-8"?>
<p:tagLst xmlns:p="http://schemas.openxmlformats.org/presentationml/2006/main">
  <p:tag name="KSO_WM_UNIT_FILL_FORE_SCHEMECOLOR_INDEX_1_BRIGHTNESS" val="0"/>
  <p:tag name="KSO_WM_UNIT_FILL_FORE_SCHEMECOLOR_INDEX_1" val="5"/>
  <p:tag name="KSO_WM_UNIT_FILL_FORE_SCHEMECOLOR_INDEX_1_POS" val="0"/>
  <p:tag name="KSO_WM_UNIT_FILL_FORE_SCHEMECOLOR_INDEX_1_TRANS" val="1"/>
  <p:tag name="KSO_WM_UNIT_FILL_FORE_SCHEMECOLOR_INDEX_2_BRIGHTNESS" val="0"/>
  <p:tag name="KSO_WM_UNIT_FILL_FORE_SCHEMECOLOR_INDEX_2" val="5"/>
  <p:tag name="KSO_WM_UNIT_FILL_FORE_SCHEMECOLOR_INDEX_2_POS" val="1"/>
  <p:tag name="KSO_WM_UNIT_FILL_FORE_SCHEMECOLOR_INDEX_2_TRANS" val="0.7"/>
  <p:tag name="KSO_WM_UNIT_FILL_GRADIENT_TYPE" val="0"/>
  <p:tag name="KSO_WM_UNIT_FILL_GRADIENT_ANGLE" val="0"/>
  <p:tag name="KSO_WM_UNIT_FILL_GRADIENT_DIRECTION" val="3"/>
  <p:tag name="KSO_WM_UNIT_FILL_TYPE" val="3"/>
  <p:tag name="KSO_WM_UNIT_LINE_FORE_SCHEMECOLOR_INDEX_1_BRIGHTNESS" val="0"/>
  <p:tag name="KSO_WM_UNIT_LINE_FORE_SCHEMECOLOR_INDEX_1" val="5"/>
  <p:tag name="KSO_WM_UNIT_LINE_FORE_SCHEMECOLOR_INDEX_1_POS" val="0"/>
  <p:tag name="KSO_WM_UNIT_LINE_FORE_SCHEMECOLOR_INDEX_1_TRANS" val="1"/>
  <p:tag name="KSO_WM_UNIT_LINE_FORE_SCHEMECOLOR_INDEX_2_BRIGHTNESS" val="0"/>
  <p:tag name="KSO_WM_UNIT_LINE_FORE_SCHEMECOLOR_INDEX_2" val="5"/>
  <p:tag name="KSO_WM_UNIT_LINE_FORE_SCHEMECOLOR_INDEX_2_POS" val="1"/>
  <p:tag name="KSO_WM_UNIT_LINE_FORE_SCHEMECOLOR_INDEX_2_TRANS" val="0.5"/>
  <p:tag name="KSO_WM_UNIT_LINE_GRADIENT_TYPE" val="0"/>
  <p:tag name="KSO_WM_UNIT_LINE_GRADIENT_ANGLE" val="0"/>
  <p:tag name="KSO_WM_UNIT_LINE_GRADIENT_DIRECTION" val="3"/>
  <p:tag name="KSO_WM_UNIT_LINE_FILL_TYPE" val="5"/>
</p:tagLst>
</file>

<file path=ppt/tags/tag432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433.xml><?xml version="1.0" encoding="utf-8"?>
<p:tagLst xmlns:p="http://schemas.openxmlformats.org/presentationml/2006/main">
  <p:tag name="KSO_WM_UNIT_TEXT_FILL_FORE_SCHEMECOLOR_INDEX_BRIGHTNESS" val="0"/>
  <p:tag name="KSO_WM_UNIT_TEXT_FILL_FORE_SCHEMECOLOR_INDEX" val="16"/>
  <p:tag name="KSO_WM_UNIT_TEXT_FILL_TYPE" val="1"/>
</p:tagLst>
</file>

<file path=ppt/tags/tag434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435.xml><?xml version="1.0" encoding="utf-8"?>
<p:tagLst xmlns:p="http://schemas.openxmlformats.org/presentationml/2006/main">
  <p:tag name="KSO_WM_UNIT_TEXT_FILL_FORE_SCHEMECOLOR_INDEX_BRIGHTNESS" val="0"/>
  <p:tag name="KSO_WM_UNIT_TEXT_FILL_FORE_SCHEMECOLOR_INDEX" val="16"/>
  <p:tag name="KSO_WM_UNIT_TEXT_FILL_TYPE" val="1"/>
</p:tagLst>
</file>

<file path=ppt/tags/tag436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437.xml><?xml version="1.0" encoding="utf-8"?>
<p:tagLst xmlns:p="http://schemas.openxmlformats.org/presentationml/2006/main">
  <p:tag name="KSO_WM_UNIT_TEXT_FILL_FORE_SCHEMECOLOR_INDEX_BRIGHTNESS" val="0"/>
  <p:tag name="KSO_WM_UNIT_TEXT_FILL_FORE_SCHEMECOLOR_INDEX" val="16"/>
  <p:tag name="KSO_WM_UNIT_TEXT_FILL_TYPE" val="1"/>
</p:tagLst>
</file>

<file path=ppt/tags/tag43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43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440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441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44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44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444.xml><?xml version="1.0" encoding="utf-8"?>
<p:tagLst xmlns:p="http://schemas.openxmlformats.org/presentationml/2006/main">
  <p:tag name="PA" val="v5.2.9"/>
</p:tagLst>
</file>

<file path=ppt/tags/tag445.xml><?xml version="1.0" encoding="utf-8"?>
<p:tagLst xmlns:p="http://schemas.openxmlformats.org/presentationml/2006/main">
  <p:tag name="PA" val="v5.2.9"/>
</p:tagLst>
</file>

<file path=ppt/tags/tag446.xml><?xml version="1.0" encoding="utf-8"?>
<p:tagLst xmlns:p="http://schemas.openxmlformats.org/presentationml/2006/main">
  <p:tag name="PA" val="v5.2.9"/>
</p:tagLst>
</file>

<file path=ppt/tags/tag447.xml><?xml version="1.0" encoding="utf-8"?>
<p:tagLst xmlns:p="http://schemas.openxmlformats.org/presentationml/2006/main">
  <p:tag name="PA" val="v5.2.9"/>
</p:tagLst>
</file>

<file path=ppt/tags/tag448.xml><?xml version="1.0" encoding="utf-8"?>
<p:tagLst xmlns:p="http://schemas.openxmlformats.org/presentationml/2006/main">
  <p:tag name="PA" val="v5.2.9"/>
</p:tagLst>
</file>

<file path=ppt/tags/tag449.xml><?xml version="1.0" encoding="utf-8"?>
<p:tagLst xmlns:p="http://schemas.openxmlformats.org/presentationml/2006/main">
  <p:tag name="PA" val="v5.2.9"/>
</p:tagLst>
</file>

<file path=ppt/tags/tag450.xml><?xml version="1.0" encoding="utf-8"?>
<p:tagLst xmlns:p="http://schemas.openxmlformats.org/presentationml/2006/main">
  <p:tag name="PA" val="v5.2.9"/>
</p:tagLst>
</file>

<file path=ppt/tags/tag451.xml><?xml version="1.0" encoding="utf-8"?>
<p:tagLst xmlns:p="http://schemas.openxmlformats.org/presentationml/2006/main">
  <p:tag name="PA" val="v5.2.9"/>
</p:tagLst>
</file>

<file path=ppt/tags/tag452.xml><?xml version="1.0" encoding="utf-8"?>
<p:tagLst xmlns:p="http://schemas.openxmlformats.org/presentationml/2006/main">
  <p:tag name="PA" val="v5.2.9"/>
</p:tagLst>
</file>

<file path=ppt/tags/tag453.xml><?xml version="1.0" encoding="utf-8"?>
<p:tagLst xmlns:p="http://schemas.openxmlformats.org/presentationml/2006/main">
  <p:tag name="PA" val="v5.2.9"/>
</p:tagLst>
</file>

<file path=ppt/tags/tag454.xml><?xml version="1.0" encoding="utf-8"?>
<p:tagLst xmlns:p="http://schemas.openxmlformats.org/presentationml/2006/main">
  <p:tag name="PA" val="v5.2.9"/>
</p:tagLst>
</file>

<file path=ppt/tags/tag455.xml><?xml version="1.0" encoding="utf-8"?>
<p:tagLst xmlns:p="http://schemas.openxmlformats.org/presentationml/2006/main">
  <p:tag name="PA" val="v5.2.9"/>
</p:tagLst>
</file>

<file path=ppt/tags/tag456.xml><?xml version="1.0" encoding="utf-8"?>
<p:tagLst xmlns:p="http://schemas.openxmlformats.org/presentationml/2006/main">
  <p:tag name="PA" val="v5.2.9"/>
</p:tagLst>
</file>

<file path=ppt/tags/tag457.xml><?xml version="1.0" encoding="utf-8"?>
<p:tagLst xmlns:p="http://schemas.openxmlformats.org/presentationml/2006/main">
  <p:tag name="PA" val="v5.2.9"/>
</p:tagLst>
</file>

<file path=ppt/tags/tag458.xml><?xml version="1.0" encoding="utf-8"?>
<p:tagLst xmlns:p="http://schemas.openxmlformats.org/presentationml/2006/main">
  <p:tag name="PA" val="v5.2.9"/>
</p:tagLst>
</file>

<file path=ppt/tags/tag459.xml><?xml version="1.0" encoding="utf-8"?>
<p:tagLst xmlns:p="http://schemas.openxmlformats.org/presentationml/2006/main">
  <p:tag name="PA" val="v5.2.9"/>
</p:tagLst>
</file>

<file path=ppt/tags/tag460.xml><?xml version="1.0" encoding="utf-8"?>
<p:tagLst xmlns:p="http://schemas.openxmlformats.org/presentationml/2006/main">
  <p:tag name="PA" val="v5.2.9"/>
</p:tagLst>
</file>

<file path=ppt/tags/tag461.xml><?xml version="1.0" encoding="utf-8"?>
<p:tagLst xmlns:p="http://schemas.openxmlformats.org/presentationml/2006/main">
  <p:tag name="PA" val="v5.2.9"/>
</p:tagLst>
</file>

<file path=ppt/tags/tag462.xml><?xml version="1.0" encoding="utf-8"?>
<p:tagLst xmlns:p="http://schemas.openxmlformats.org/presentationml/2006/main">
  <p:tag name="PA" val="v5.2.9"/>
</p:tagLst>
</file>

<file path=ppt/tags/tag463.xml><?xml version="1.0" encoding="utf-8"?>
<p:tagLst xmlns:p="http://schemas.openxmlformats.org/presentationml/2006/main">
  <p:tag name="PA" val="v5.2.9"/>
</p:tagLst>
</file>

<file path=ppt/tags/tag464.xml><?xml version="1.0" encoding="utf-8"?>
<p:tagLst xmlns:p="http://schemas.openxmlformats.org/presentationml/2006/main">
  <p:tag name="PA" val="v5.2.9"/>
</p:tagLst>
</file>

<file path=ppt/tags/tag465.xml><?xml version="1.0" encoding="utf-8"?>
<p:tagLst xmlns:p="http://schemas.openxmlformats.org/presentationml/2006/main">
  <p:tag name="PA" val="v5.2.9"/>
</p:tagLst>
</file>

<file path=ppt/tags/tag466.xml><?xml version="1.0" encoding="utf-8"?>
<p:tagLst xmlns:p="http://schemas.openxmlformats.org/presentationml/2006/main">
  <p:tag name="PA" val="v5.2.9"/>
</p:tagLst>
</file>

<file path=ppt/tags/tag467.xml><?xml version="1.0" encoding="utf-8"?>
<p:tagLst xmlns:p="http://schemas.openxmlformats.org/presentationml/2006/main">
  <p:tag name="PA" val="v5.2.9"/>
</p:tagLst>
</file>

<file path=ppt/tags/tag468.xml><?xml version="1.0" encoding="utf-8"?>
<p:tagLst xmlns:p="http://schemas.openxmlformats.org/presentationml/2006/main">
  <p:tag name="PA" val="v5.2.9"/>
</p:tagLst>
</file>

<file path=ppt/tags/tag469.xml><?xml version="1.0" encoding="utf-8"?>
<p:tagLst xmlns:p="http://schemas.openxmlformats.org/presentationml/2006/main">
  <p:tag name="PA" val="v5.2.9"/>
</p:tagLst>
</file>

<file path=ppt/tags/tag470.xml><?xml version="1.0" encoding="utf-8"?>
<p:tagLst xmlns:p="http://schemas.openxmlformats.org/presentationml/2006/main">
  <p:tag name="PA" val="v5.2.9"/>
</p:tagLst>
</file>

<file path=ppt/tags/tag471.xml><?xml version="1.0" encoding="utf-8"?>
<p:tagLst xmlns:p="http://schemas.openxmlformats.org/presentationml/2006/main">
  <p:tag name="PA" val="v5.2.9"/>
</p:tagLst>
</file>

<file path=ppt/tags/tag47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473.xml><?xml version="1.0" encoding="utf-8"?>
<p:tagLst xmlns:p="http://schemas.openxmlformats.org/presentationml/2006/main">
  <p:tag name="KSO_WM_UNIT_FILL_FORE_SCHEMECOLOR_INDEX_1_BRIGHTNESS" val="0.4"/>
  <p:tag name="KSO_WM_UNIT_FILL_FORE_SCHEMECOLOR_INDEX_1" val="6"/>
  <p:tag name="KSO_WM_UNIT_FILL_FORE_SCHEMECOLOR_INDEX_1_POS" val="0.15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69"/>
  <p:tag name="KSO_WM_UNIT_FILL_FORE_SCHEMECOLOR_INDEX_2_TRANS" val="0"/>
  <p:tag name="KSO_WM_UNIT_FILL_GRADIENT_TYPE" val="0"/>
  <p:tag name="KSO_WM_UNIT_FILL_GRADIENT_ANGLE" val="45"/>
  <p:tag name="KSO_WM_UNIT_FILL_GRADIENT_DIRECTION" val="0"/>
  <p:tag name="KSO_WM_UNIT_FILL_TYPE" val="3"/>
  <p:tag name="KSO_WM_UNIT_SHADOW_SCHEMECOLOR_INDEX_BRIGHTNESS" val="0"/>
  <p:tag name="KSO_WM_UNIT_SHADOW_SCHEMECOLOR_INDEX" val="5"/>
</p:tagLst>
</file>

<file path=ppt/tags/tag47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475.xml><?xml version="1.0" encoding="utf-8"?>
<p:tagLst xmlns:p="http://schemas.openxmlformats.org/presentationml/2006/main">
  <p:tag name="KSO_WM_UNIT_FILL_FORE_SCHEMECOLOR_INDEX_1_BRIGHTNESS" val="0.4"/>
  <p:tag name="KSO_WM_UNIT_FILL_FORE_SCHEMECOLOR_INDEX_1" val="6"/>
  <p:tag name="KSO_WM_UNIT_FILL_FORE_SCHEMECOLOR_INDEX_1_POS" val="0.15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69"/>
  <p:tag name="KSO_WM_UNIT_FILL_FORE_SCHEMECOLOR_INDEX_2_TRANS" val="0"/>
  <p:tag name="KSO_WM_UNIT_FILL_GRADIENT_TYPE" val="0"/>
  <p:tag name="KSO_WM_UNIT_FILL_GRADIENT_ANGLE" val="45"/>
  <p:tag name="KSO_WM_UNIT_FILL_GRADIENT_DIRECTION" val="0"/>
  <p:tag name="KSO_WM_UNIT_FILL_TYPE" val="3"/>
  <p:tag name="KSO_WM_UNIT_SHADOW_SCHEMECOLOR_INDEX_BRIGHTNESS" val="0"/>
  <p:tag name="KSO_WM_UNIT_SHADOW_SCHEMECOLOR_INDEX" val="5"/>
</p:tagLst>
</file>

<file path=ppt/tags/tag47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477.xml><?xml version="1.0" encoding="utf-8"?>
<p:tagLst xmlns:p="http://schemas.openxmlformats.org/presentationml/2006/main">
  <p:tag name="KSO_WM_UNIT_FILL_FORE_SCHEMECOLOR_INDEX_1_BRIGHTNESS" val="0.4"/>
  <p:tag name="KSO_WM_UNIT_FILL_FORE_SCHEMECOLOR_INDEX_1" val="6"/>
  <p:tag name="KSO_WM_UNIT_FILL_FORE_SCHEMECOLOR_INDEX_1_POS" val="0.15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69"/>
  <p:tag name="KSO_WM_UNIT_FILL_FORE_SCHEMECOLOR_INDEX_2_TRANS" val="0"/>
  <p:tag name="KSO_WM_UNIT_FILL_GRADIENT_TYPE" val="0"/>
  <p:tag name="KSO_WM_UNIT_FILL_GRADIENT_ANGLE" val="45"/>
  <p:tag name="KSO_WM_UNIT_FILL_GRADIENT_DIRECTION" val="0"/>
  <p:tag name="KSO_WM_UNIT_FILL_TYPE" val="3"/>
  <p:tag name="KSO_WM_UNIT_SHADOW_SCHEMECOLOR_INDEX_BRIGHTNESS" val="0"/>
  <p:tag name="KSO_WM_UNIT_SHADOW_SCHEMECOLOR_INDEX" val="5"/>
</p:tagLst>
</file>

<file path=ppt/tags/tag47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479.xml><?xml version="1.0" encoding="utf-8"?>
<p:tagLst xmlns:p="http://schemas.openxmlformats.org/presentationml/2006/main">
  <p:tag name="KSO_WM_UNIT_FILL_FORE_SCHEMECOLOR_INDEX_1_BRIGHTNESS" val="0.4"/>
  <p:tag name="KSO_WM_UNIT_FILL_FORE_SCHEMECOLOR_INDEX_1" val="6"/>
  <p:tag name="KSO_WM_UNIT_FILL_FORE_SCHEMECOLOR_INDEX_1_POS" val="0.15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69"/>
  <p:tag name="KSO_WM_UNIT_FILL_FORE_SCHEMECOLOR_INDEX_2_TRANS" val="0"/>
  <p:tag name="KSO_WM_UNIT_FILL_GRADIENT_TYPE" val="0"/>
  <p:tag name="KSO_WM_UNIT_FILL_GRADIENT_ANGLE" val="45"/>
  <p:tag name="KSO_WM_UNIT_FILL_GRADIENT_DIRECTION" val="0"/>
  <p:tag name="KSO_WM_UNIT_FILL_TYPE" val="3"/>
  <p:tag name="KSO_WM_UNIT_SHADOW_SCHEMECOLOR_INDEX_BRIGHTNESS" val="0"/>
  <p:tag name="KSO_WM_UNIT_SHADOW_SCHEMECOLOR_INDEX" val="5"/>
</p:tagLst>
</file>

<file path=ppt/tags/tag480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481.xml><?xml version="1.0" encoding="utf-8"?>
<p:tagLst xmlns:p="http://schemas.openxmlformats.org/presentationml/2006/main">
  <p:tag name="KSO_WM_UNIT_FILL_FORE_SCHEMECOLOR_INDEX_1_BRIGHTNESS" val="0.4"/>
  <p:tag name="KSO_WM_UNIT_FILL_FORE_SCHEMECOLOR_INDEX_1" val="6"/>
  <p:tag name="KSO_WM_UNIT_FILL_FORE_SCHEMECOLOR_INDEX_1_POS" val="0.15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69"/>
  <p:tag name="KSO_WM_UNIT_FILL_FORE_SCHEMECOLOR_INDEX_2_TRANS" val="0"/>
  <p:tag name="KSO_WM_UNIT_FILL_GRADIENT_TYPE" val="0"/>
  <p:tag name="KSO_WM_UNIT_FILL_GRADIENT_ANGLE" val="45"/>
  <p:tag name="KSO_WM_UNIT_FILL_GRADIENT_DIRECTION" val="0"/>
  <p:tag name="KSO_WM_UNIT_FILL_TYPE" val="3"/>
  <p:tag name="KSO_WM_UNIT_SHADOW_SCHEMECOLOR_INDEX_BRIGHTNESS" val="0"/>
  <p:tag name="KSO_WM_UNIT_SHADOW_SCHEMECOLOR_INDEX" val="5"/>
</p:tagLst>
</file>

<file path=ppt/tags/tag48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483.xml><?xml version="1.0" encoding="utf-8"?>
<p:tagLst xmlns:p="http://schemas.openxmlformats.org/presentationml/2006/main">
  <p:tag name="KSO_WM_UNIT_FILL_FORE_SCHEMECOLOR_INDEX_1_BRIGHTNESS" val="0.4"/>
  <p:tag name="KSO_WM_UNIT_FILL_FORE_SCHEMECOLOR_INDEX_1" val="6"/>
  <p:tag name="KSO_WM_UNIT_FILL_FORE_SCHEMECOLOR_INDEX_1_POS" val="0.15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69"/>
  <p:tag name="KSO_WM_UNIT_FILL_FORE_SCHEMECOLOR_INDEX_2_TRANS" val="0"/>
  <p:tag name="KSO_WM_UNIT_FILL_GRADIENT_TYPE" val="0"/>
  <p:tag name="KSO_WM_UNIT_FILL_GRADIENT_ANGLE" val="45"/>
  <p:tag name="KSO_WM_UNIT_FILL_GRADIENT_DIRECTION" val="0"/>
  <p:tag name="KSO_WM_UNIT_FILL_TYPE" val="3"/>
  <p:tag name="KSO_WM_UNIT_SHADOW_SCHEMECOLOR_INDEX_BRIGHTNESS" val="0"/>
  <p:tag name="KSO_WM_UNIT_SHADOW_SCHEMECOLOR_INDEX" val="5"/>
</p:tagLst>
</file>

<file path=ppt/tags/tag48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485.xml><?xml version="1.0" encoding="utf-8"?>
<p:tagLst xmlns:p="http://schemas.openxmlformats.org/presentationml/2006/main">
  <p:tag name="KSO_WM_UNIT_FILL_FORE_SCHEMECOLOR_INDEX_1_BRIGHTNESS" val="0.4"/>
  <p:tag name="KSO_WM_UNIT_FILL_FORE_SCHEMECOLOR_INDEX_1" val="6"/>
  <p:tag name="KSO_WM_UNIT_FILL_FORE_SCHEMECOLOR_INDEX_1_POS" val="0.15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69"/>
  <p:tag name="KSO_WM_UNIT_FILL_FORE_SCHEMECOLOR_INDEX_2_TRANS" val="0"/>
  <p:tag name="KSO_WM_UNIT_FILL_GRADIENT_TYPE" val="0"/>
  <p:tag name="KSO_WM_UNIT_FILL_GRADIENT_ANGLE" val="45"/>
  <p:tag name="KSO_WM_UNIT_FILL_GRADIENT_DIRECTION" val="0"/>
  <p:tag name="KSO_WM_UNIT_FILL_TYPE" val="3"/>
  <p:tag name="KSO_WM_UNIT_SHADOW_SCHEMECOLOR_INDEX_BRIGHTNESS" val="0"/>
  <p:tag name="KSO_WM_UNIT_SHADOW_SCHEMECOLOR_INDEX" val="5"/>
</p:tagLst>
</file>

<file path=ppt/tags/tag48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487.xml><?xml version="1.0" encoding="utf-8"?>
<p:tagLst xmlns:p="http://schemas.openxmlformats.org/presentationml/2006/main">
  <p:tag name="KSO_WM_UNIT_FILL_FORE_SCHEMECOLOR_INDEX_1_BRIGHTNESS" val="0.4"/>
  <p:tag name="KSO_WM_UNIT_FILL_FORE_SCHEMECOLOR_INDEX_1" val="6"/>
  <p:tag name="KSO_WM_UNIT_FILL_FORE_SCHEMECOLOR_INDEX_1_POS" val="0.15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69"/>
  <p:tag name="KSO_WM_UNIT_FILL_FORE_SCHEMECOLOR_INDEX_2_TRANS" val="0"/>
  <p:tag name="KSO_WM_UNIT_FILL_GRADIENT_TYPE" val="0"/>
  <p:tag name="KSO_WM_UNIT_FILL_GRADIENT_ANGLE" val="45"/>
  <p:tag name="KSO_WM_UNIT_FILL_GRADIENT_DIRECTION" val="0"/>
  <p:tag name="KSO_WM_UNIT_FILL_TYPE" val="3"/>
  <p:tag name="KSO_WM_UNIT_SHADOW_SCHEMECOLOR_INDEX_BRIGHTNESS" val="0"/>
  <p:tag name="KSO_WM_UNIT_SHADOW_SCHEMECOLOR_INDEX" val="5"/>
</p:tagLst>
</file>

<file path=ppt/tags/tag48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489.xml><?xml version="1.0" encoding="utf-8"?>
<p:tagLst xmlns:p="http://schemas.openxmlformats.org/presentationml/2006/main">
  <p:tag name="KSO_WM_UNIT_FILL_FORE_SCHEMECOLOR_INDEX_1_BRIGHTNESS" val="0.4"/>
  <p:tag name="KSO_WM_UNIT_FILL_FORE_SCHEMECOLOR_INDEX_1" val="6"/>
  <p:tag name="KSO_WM_UNIT_FILL_FORE_SCHEMECOLOR_INDEX_1_POS" val="0.15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69"/>
  <p:tag name="KSO_WM_UNIT_FILL_FORE_SCHEMECOLOR_INDEX_2_TRANS" val="0"/>
  <p:tag name="KSO_WM_UNIT_FILL_GRADIENT_TYPE" val="0"/>
  <p:tag name="KSO_WM_UNIT_FILL_GRADIENT_ANGLE" val="45"/>
  <p:tag name="KSO_WM_UNIT_FILL_GRADIENT_DIRECTION" val="0"/>
  <p:tag name="KSO_WM_UNIT_FILL_TYPE" val="3"/>
  <p:tag name="KSO_WM_UNIT_SHADOW_SCHEMECOLOR_INDEX_BRIGHTNESS" val="0"/>
  <p:tag name="KSO_WM_UNIT_SHADOW_SCHEMECOLOR_INDEX" val="5"/>
</p:tagLst>
</file>

<file path=ppt/tags/tag490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491.xml><?xml version="1.0" encoding="utf-8"?>
<p:tagLst xmlns:p="http://schemas.openxmlformats.org/presentationml/2006/main">
  <p:tag name="KSO_WM_UNIT_FILL_FORE_SCHEMECOLOR_INDEX_1_BRIGHTNESS" val="0.4"/>
  <p:tag name="KSO_WM_UNIT_FILL_FORE_SCHEMECOLOR_INDEX_1" val="6"/>
  <p:tag name="KSO_WM_UNIT_FILL_FORE_SCHEMECOLOR_INDEX_1_POS" val="0.15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69"/>
  <p:tag name="KSO_WM_UNIT_FILL_FORE_SCHEMECOLOR_INDEX_2_TRANS" val="0"/>
  <p:tag name="KSO_WM_UNIT_FILL_GRADIENT_TYPE" val="0"/>
  <p:tag name="KSO_WM_UNIT_FILL_GRADIENT_ANGLE" val="45"/>
  <p:tag name="KSO_WM_UNIT_FILL_GRADIENT_DIRECTION" val="0"/>
  <p:tag name="KSO_WM_UNIT_FILL_TYPE" val="3"/>
  <p:tag name="KSO_WM_UNIT_SHADOW_SCHEMECOLOR_INDEX_BRIGHTNESS" val="0"/>
  <p:tag name="KSO_WM_UNIT_SHADOW_SCHEMECOLOR_INDEX" val="5"/>
</p:tagLst>
</file>

<file path=ppt/tags/tag492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493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494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495.xml><?xml version="1.0" encoding="utf-8"?>
<p:tagLst xmlns:p="http://schemas.openxmlformats.org/presentationml/2006/main">
  <p:tag name="SHADOWSIZE" val="100"/>
</p:tagLst>
</file>

<file path=ppt/tags/tag496.xml><?xml version="1.0" encoding="utf-8"?>
<p:tagLst xmlns:p="http://schemas.openxmlformats.org/presentationml/2006/main">
  <p:tag name="SHADOWSIZE" val="100"/>
</p:tagLst>
</file>

<file path=ppt/tags/tag497.xml><?xml version="1.0" encoding="utf-8"?>
<p:tagLst xmlns:p="http://schemas.openxmlformats.org/presentationml/2006/main">
  <p:tag name="SHADOWSIZE" val="100"/>
</p:tagLst>
</file>

<file path=ppt/tags/tag498.xml><?xml version="1.0" encoding="utf-8"?>
<p:tagLst xmlns:p="http://schemas.openxmlformats.org/presentationml/2006/main">
  <p:tag name="SHADOWSIZE" val="100"/>
</p:tagLst>
</file>

<file path=ppt/tags/tag499.xml><?xml version="1.0" encoding="utf-8"?>
<p:tagLst xmlns:p="http://schemas.openxmlformats.org/presentationml/2006/main">
  <p:tag name="SHADOWSIZE" val="100"/>
</p:tagLst>
</file>

<file path=ppt/tags/tag500.xml><?xml version="1.0" encoding="utf-8"?>
<p:tagLst xmlns:p="http://schemas.openxmlformats.org/presentationml/2006/main">
  <p:tag name="SHADOWSIZE" val="100"/>
</p:tagLst>
</file>

<file path=ppt/tags/tag501.xml><?xml version="1.0" encoding="utf-8"?>
<p:tagLst xmlns:p="http://schemas.openxmlformats.org/presentationml/2006/main">
  <p:tag name="SHADOWSIZE" val="108"/>
  <p:tag name="TEXTSHADOWSIZE" val="100"/>
</p:tagLst>
</file>

<file path=ppt/tags/tag502.xml><?xml version="1.0" encoding="utf-8"?>
<p:tagLst xmlns:p="http://schemas.openxmlformats.org/presentationml/2006/main">
  <p:tag name="SHADOWSIZE" val="108"/>
  <p:tag name="TEXTSHADOWSIZE" val="100"/>
</p:tagLst>
</file>

<file path=ppt/tags/tag503.xml><?xml version="1.0" encoding="utf-8"?>
<p:tagLst xmlns:p="http://schemas.openxmlformats.org/presentationml/2006/main">
  <p:tag name="SHADOWSIZE" val="108"/>
  <p:tag name="TEXTSHADOWSIZE" val="100"/>
</p:tagLst>
</file>

<file path=ppt/tags/tag504.xml><?xml version="1.0" encoding="utf-8"?>
<p:tagLst xmlns:p="http://schemas.openxmlformats.org/presentationml/2006/main">
  <p:tag name="KSO_WM_UNIT_FILL_FORE_SCHEMECOLOR_INDEX_1_BRIGHTNESS" val="0"/>
  <p:tag name="KSO_WM_UNIT_FILL_FORE_SCHEMECOLOR_INDEX_1" val="5"/>
  <p:tag name="KSO_WM_UNIT_FILL_FORE_SCHEMECOLOR_INDEX_1_POS" val="0.12"/>
  <p:tag name="KSO_WM_UNIT_FILL_FORE_SCHEMECOLOR_INDEX_1_TRANS" val="1"/>
  <p:tag name="KSO_WM_UNIT_FILL_FORE_SCHEMECOLOR_INDEX_2_BRIGHTNESS" val="0"/>
  <p:tag name="KSO_WM_UNIT_FILL_FORE_SCHEMECOLOR_INDEX_2" val="5"/>
  <p:tag name="KSO_WM_UNIT_FILL_FORE_SCHEMECOLOR_INDEX_2_POS" val="0.5"/>
  <p:tag name="KSO_WM_UNIT_FILL_FORE_SCHEMECOLOR_INDEX_2_TRANS" val="0.85"/>
  <p:tag name="KSO_WM_UNIT_FILL_FORE_SCHEMECOLOR_INDEX_3_BRIGHTNESS" val="0"/>
  <p:tag name="KSO_WM_UNIT_FILL_FORE_SCHEMECOLOR_INDEX_3" val="5"/>
  <p:tag name="KSO_WM_UNIT_FILL_FORE_SCHEMECOLOR_INDEX_3_POS" val="0.79"/>
  <p:tag name="KSO_WM_UNIT_FILL_FORE_SCHEMECOLOR_INDEX_3_TRANS" val="1"/>
  <p:tag name="KSO_WM_UNIT_FILL_GRADIENT_TYPE" val="0"/>
  <p:tag name="KSO_WM_UNIT_FILL_GRADIENT_ANGLE" val="0"/>
  <p:tag name="KSO_WM_UNIT_FILL_GRADIENT_DIRECTION" val="3"/>
  <p:tag name="KSO_WM_UNIT_FILL_TYPE" val="3"/>
</p:tagLst>
</file>

<file path=ppt/tags/tag50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5"/>
  <p:tag name="KSO_WM_UNIT_LINE_FILL_TYPE" val="2"/>
  <p:tag name="KSO_WM_UNIT_SHADOW_SCHEMECOLOR_INDEX_BRIGHTNESS" val="0"/>
  <p:tag name="KSO_WM_UNIT_SHADOW_SCHEMECOLOR_INDEX" val="5"/>
  <p:tag name="KSO_WM_UNIT_TEXT_FILL_FORE_SCHEMECOLOR_INDEX_BRIGHTNESS" val="0"/>
  <p:tag name="KSO_WM_UNIT_TEXT_FILL_FORE_SCHEMECOLOR_INDEX" val="2"/>
  <p:tag name="KSO_WM_UNIT_TEXT_FILL_TYPE" val="1"/>
</p:tagLst>
</file>

<file path=ppt/tags/tag506.xml><?xml version="1.0" encoding="utf-8"?>
<p:tagLst xmlns:p="http://schemas.openxmlformats.org/presentationml/2006/main">
  <p:tag name="KSO_WM_UNIT_FILL_FORE_SCHEMECOLOR_INDEX_1_BRIGHTNESS" val="0"/>
  <p:tag name="KSO_WM_UNIT_FILL_FORE_SCHEMECOLOR_INDEX_1" val="5"/>
  <p:tag name="KSO_WM_UNIT_FILL_FORE_SCHEMECOLOR_INDEX_1_POS" val="0.12"/>
  <p:tag name="KSO_WM_UNIT_FILL_FORE_SCHEMECOLOR_INDEX_1_TRANS" val="1"/>
  <p:tag name="KSO_WM_UNIT_FILL_FORE_SCHEMECOLOR_INDEX_2_BRIGHTNESS" val="0"/>
  <p:tag name="KSO_WM_UNIT_FILL_FORE_SCHEMECOLOR_INDEX_2" val="5"/>
  <p:tag name="KSO_WM_UNIT_FILL_FORE_SCHEMECOLOR_INDEX_2_POS" val="0.5"/>
  <p:tag name="KSO_WM_UNIT_FILL_FORE_SCHEMECOLOR_INDEX_2_TRANS" val="0.85"/>
  <p:tag name="KSO_WM_UNIT_FILL_FORE_SCHEMECOLOR_INDEX_3_BRIGHTNESS" val="0"/>
  <p:tag name="KSO_WM_UNIT_FILL_FORE_SCHEMECOLOR_INDEX_3" val="5"/>
  <p:tag name="KSO_WM_UNIT_FILL_FORE_SCHEMECOLOR_INDEX_3_POS" val="0.79"/>
  <p:tag name="KSO_WM_UNIT_FILL_FORE_SCHEMECOLOR_INDEX_3_TRANS" val="1"/>
  <p:tag name="KSO_WM_UNIT_FILL_GRADIENT_TYPE" val="0"/>
  <p:tag name="KSO_WM_UNIT_FILL_GRADIENT_ANGLE" val="0"/>
  <p:tag name="KSO_WM_UNIT_FILL_GRADIENT_DIRECTION" val="3"/>
  <p:tag name="KSO_WM_UNIT_FILL_TYPE" val="3"/>
</p:tagLst>
</file>

<file path=ppt/tags/tag507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5"/>
  <p:tag name="KSO_WM_UNIT_LINE_FILL_TYPE" val="2"/>
  <p:tag name="KSO_WM_UNIT_SHADOW_SCHEMECOLOR_INDEX_BRIGHTNESS" val="0"/>
  <p:tag name="KSO_WM_UNIT_SHADOW_SCHEMECOLOR_INDEX" val="5"/>
  <p:tag name="KSO_WM_UNIT_TEXT_FILL_FORE_SCHEMECOLOR_INDEX_BRIGHTNESS" val="0"/>
  <p:tag name="KSO_WM_UNIT_TEXT_FILL_FORE_SCHEMECOLOR_INDEX" val="2"/>
  <p:tag name="KSO_WM_UNIT_TEXT_FILL_TYPE" val="1"/>
</p:tagLst>
</file>

<file path=ppt/tags/tag508.xml><?xml version="1.0" encoding="utf-8"?>
<p:tagLst xmlns:p="http://schemas.openxmlformats.org/presentationml/2006/main">
  <p:tag name="KSO_WM_UNIT_FILL_FORE_SCHEMECOLOR_INDEX_1_BRIGHTNESS" val="0"/>
  <p:tag name="KSO_WM_UNIT_FILL_FORE_SCHEMECOLOR_INDEX_1" val="5"/>
  <p:tag name="KSO_WM_UNIT_FILL_FORE_SCHEMECOLOR_INDEX_1_POS" val="0.31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99"/>
  <p:tag name="KSO_WM_UNIT_FILL_FORE_SCHEMECOLOR_INDEX_2_TRANS" val="1"/>
  <p:tag name="KSO_WM_UNIT_FILL_GRADIENT_TYPE" val="0"/>
  <p:tag name="KSO_WM_UNIT_FILL_GRADIENT_ANGLE" val="0"/>
  <p:tag name="KSO_WM_UNIT_FILL_GRADIENT_DIRECTION" val="3"/>
  <p:tag name="KSO_WM_UNIT_FILL_TYPE" val="3"/>
  <p:tag name="KSO_WM_UNIT_TEXT_FILL_FORE_SCHEMECOLOR_INDEX_BRIGHTNESS" val="0"/>
  <p:tag name="KSO_WM_UNIT_TEXT_FILL_FORE_SCHEMECOLOR_INDEX" val="13"/>
  <p:tag name="KSO_WM_UNIT_TEXT_FILL_TYPE" val="1"/>
</p:tagLst>
</file>

<file path=ppt/tags/tag509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510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51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12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51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1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15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516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517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518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519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52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21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52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2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24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525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526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527.xml><?xml version="1.0" encoding="utf-8"?>
<p:tagLst xmlns:p="http://schemas.openxmlformats.org/presentationml/2006/main">
  <p:tag name="KSO_WM_UNIT_FILL_FORE_SCHEMECOLOR_INDEX_1_BRIGHTNESS" val="0"/>
  <p:tag name="KSO_WM_UNIT_FILL_FORE_SCHEMECOLOR_INDEX_1" val="5"/>
  <p:tag name="KSO_WM_UNIT_FILL_FORE_SCHEMECOLOR_INDEX_1_POS" val="0.31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99"/>
  <p:tag name="KSO_WM_UNIT_FILL_FORE_SCHEMECOLOR_INDEX_2_TRANS" val="1"/>
  <p:tag name="KSO_WM_UNIT_FILL_GRADIENT_TYPE" val="0"/>
  <p:tag name="KSO_WM_UNIT_FILL_GRADIENT_ANGLE" val="0"/>
  <p:tag name="KSO_WM_UNIT_FILL_GRADIENT_DIRECTION" val="3"/>
  <p:tag name="KSO_WM_UNIT_FILL_TYPE" val="3"/>
  <p:tag name="KSO_WM_UNIT_TEXT_FILL_FORE_SCHEMECOLOR_INDEX_BRIGHTNESS" val="0"/>
  <p:tag name="KSO_WM_UNIT_TEXT_FILL_FORE_SCHEMECOLOR_INDEX" val="13"/>
  <p:tag name="KSO_WM_UNIT_TEXT_FILL_TYPE" val="1"/>
</p:tagLst>
</file>

<file path=ppt/tags/tag528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0"/>
  <p:tag name="KSO_WM_UNIT_SHADOW_SCHEMECOLOR_INDEX" val="6"/>
  <p:tag name="KSO_WM_UNIT_TEXT_FILL_FORE_SCHEMECOLOR_INDEX_BRIGHTNESS" val="0"/>
  <p:tag name="KSO_WM_UNIT_TEXT_FILL_FORE_SCHEMECOLOR_INDEX" val="2"/>
  <p:tag name="KSO_WM_UNIT_TEXT_FILL_TYPE" val="1"/>
</p:tagLst>
</file>

<file path=ppt/tags/tag529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53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31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532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533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534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</p:tagLst>
</file>

<file path=ppt/tags/tag535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</p:tagLst>
</file>

<file path=ppt/tags/tag536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</p:tagLst>
</file>

<file path=ppt/tags/tag537.xml><?xml version="1.0" encoding="utf-8"?>
<p:tagLst xmlns:p="http://schemas.openxmlformats.org/presentationml/2006/main">
  <p:tag name="TEXTSHADOWSIZE" val="100"/>
</p:tagLst>
</file>

<file path=ppt/tags/tag538.xml><?xml version="1.0" encoding="utf-8"?>
<p:tagLst xmlns:p="http://schemas.openxmlformats.org/presentationml/2006/main">
  <p:tag name="TEXTSHADOWSIZE" val="100"/>
</p:tagLst>
</file>

<file path=ppt/tags/tag539.xml><?xml version="1.0" encoding="utf-8"?>
<p:tagLst xmlns:p="http://schemas.openxmlformats.org/presentationml/2006/main">
  <p:tag name="TEXTSHADOWSIZE" val="100"/>
</p:tagLst>
</file>

<file path=ppt/tags/tag540.xml><?xml version="1.0" encoding="utf-8"?>
<p:tagLst xmlns:p="http://schemas.openxmlformats.org/presentationml/2006/main">
  <p:tag name="TEXTSHADOWSIZE" val="100"/>
</p:tagLst>
</file>

<file path=ppt/tags/tag541.xml><?xml version="1.0" encoding="utf-8"?>
<p:tagLst xmlns:p="http://schemas.openxmlformats.org/presentationml/2006/main">
  <p:tag name="PA" val="v5.2.9"/>
</p:tagLst>
</file>

<file path=ppt/tags/tag542.xml><?xml version="1.0" encoding="utf-8"?>
<p:tagLst xmlns:p="http://schemas.openxmlformats.org/presentationml/2006/main">
  <p:tag name="PA" val="v5.2.9"/>
</p:tagLst>
</file>

<file path=ppt/tags/tag543.xml><?xml version="1.0" encoding="utf-8"?>
<p:tagLst xmlns:p="http://schemas.openxmlformats.org/presentationml/2006/main">
  <p:tag name="PA" val="v5.2.9"/>
</p:tagLst>
</file>

<file path=ppt/tags/tag544.xml><?xml version="1.0" encoding="utf-8"?>
<p:tagLst xmlns:p="http://schemas.openxmlformats.org/presentationml/2006/main">
  <p:tag name="PA" val="v5.2.9"/>
</p:tagLst>
</file>

<file path=ppt/tags/tag545.xml><?xml version="1.0" encoding="utf-8"?>
<p:tagLst xmlns:p="http://schemas.openxmlformats.org/presentationml/2006/main">
  <p:tag name="PA" val="v5.2.9"/>
</p:tagLst>
</file>

<file path=ppt/tags/tag546.xml><?xml version="1.0" encoding="utf-8"?>
<p:tagLst xmlns:p="http://schemas.openxmlformats.org/presentationml/2006/main">
  <p:tag name="PA" val="v5.2.9"/>
</p:tagLst>
</file>

<file path=ppt/tags/tag547.xml><?xml version="1.0" encoding="utf-8"?>
<p:tagLst xmlns:p="http://schemas.openxmlformats.org/presentationml/2006/main">
  <p:tag name="PA" val="v5.2.9"/>
</p:tagLst>
</file>

<file path=ppt/tags/tag548.xml><?xml version="1.0" encoding="utf-8"?>
<p:tagLst xmlns:p="http://schemas.openxmlformats.org/presentationml/2006/main">
  <p:tag name="PA" val="v5.2.9"/>
</p:tagLst>
</file>

<file path=ppt/tags/tag549.xml><?xml version="1.0" encoding="utf-8"?>
<p:tagLst xmlns:p="http://schemas.openxmlformats.org/presentationml/2006/main">
  <p:tag name="PA" val="v5.2.9"/>
</p:tagLst>
</file>

<file path=ppt/tags/tag550.xml><?xml version="1.0" encoding="utf-8"?>
<p:tagLst xmlns:p="http://schemas.openxmlformats.org/presentationml/2006/main">
  <p:tag name="PA" val="v5.2.9"/>
</p:tagLst>
</file>

<file path=ppt/tags/tag551.xml><?xml version="1.0" encoding="utf-8"?>
<p:tagLst xmlns:p="http://schemas.openxmlformats.org/presentationml/2006/main">
  <p:tag name="PA" val="v5.2.9"/>
</p:tagLst>
</file>

<file path=ppt/tags/tag552.xml><?xml version="1.0" encoding="utf-8"?>
<p:tagLst xmlns:p="http://schemas.openxmlformats.org/presentationml/2006/main">
  <p:tag name="PA" val="v5.2.9"/>
</p:tagLst>
</file>

<file path=ppt/tags/tag553.xml><?xml version="1.0" encoding="utf-8"?>
<p:tagLst xmlns:p="http://schemas.openxmlformats.org/presentationml/2006/main">
  <p:tag name="PA" val="v5.2.9"/>
</p:tagLst>
</file>

<file path=ppt/tags/tag554.xml><?xml version="1.0" encoding="utf-8"?>
<p:tagLst xmlns:p="http://schemas.openxmlformats.org/presentationml/2006/main">
  <p:tag name="PA" val="v5.2.9"/>
</p:tagLst>
</file>

<file path=ppt/tags/tag555.xml><?xml version="1.0" encoding="utf-8"?>
<p:tagLst xmlns:p="http://schemas.openxmlformats.org/presentationml/2006/main">
  <p:tag name="PA" val="v5.2.9"/>
</p:tagLst>
</file>

<file path=ppt/tags/tag556.xml><?xml version="1.0" encoding="utf-8"?>
<p:tagLst xmlns:p="http://schemas.openxmlformats.org/presentationml/2006/main">
  <p:tag name="PA" val="v5.2.9"/>
</p:tagLst>
</file>

<file path=ppt/tags/tag557.xml><?xml version="1.0" encoding="utf-8"?>
<p:tagLst xmlns:p="http://schemas.openxmlformats.org/presentationml/2006/main">
  <p:tag name="PA" val="v5.2.9"/>
</p:tagLst>
</file>

<file path=ppt/tags/tag558.xml><?xml version="1.0" encoding="utf-8"?>
<p:tagLst xmlns:p="http://schemas.openxmlformats.org/presentationml/2006/main">
  <p:tag name="PA" val="v5.2.9"/>
</p:tagLst>
</file>

<file path=ppt/tags/tag559.xml><?xml version="1.0" encoding="utf-8"?>
<p:tagLst xmlns:p="http://schemas.openxmlformats.org/presentationml/2006/main">
  <p:tag name="ADJUSTMENTS" val="9.331733"/>
</p:tagLst>
</file>

<file path=ppt/tags/tag560.xml><?xml version="1.0" encoding="utf-8"?>
<p:tagLst xmlns:p="http://schemas.openxmlformats.org/presentationml/2006/main">
  <p:tag name="ADJUSTMENTS" val="9.331733"/>
</p:tagLst>
</file>

<file path=ppt/tags/tag561.xml><?xml version="1.0" encoding="utf-8"?>
<p:tagLst xmlns:p="http://schemas.openxmlformats.org/presentationml/2006/main">
  <p:tag name="ADJUSTMENTS" val="9.331733"/>
</p:tagLst>
</file>

<file path=ppt/tags/tag562.xml><?xml version="1.0" encoding="utf-8"?>
<p:tagLst xmlns:p="http://schemas.openxmlformats.org/presentationml/2006/main">
  <p:tag name="ADJUSTMENTS" val="9.331733"/>
</p:tagLst>
</file>

<file path=ppt/tags/tag563.xml><?xml version="1.0" encoding="utf-8"?>
<p:tagLst xmlns:p="http://schemas.openxmlformats.org/presentationml/2006/main">
  <p:tag name="ADJUSTMENTS" val="9.331733"/>
</p:tagLst>
</file>

<file path=ppt/tags/tag564.xml><?xml version="1.0" encoding="utf-8"?>
<p:tagLst xmlns:p="http://schemas.openxmlformats.org/presentationml/2006/main">
  <p:tag name="ADJUSTMENTS" val="9.331733"/>
</p:tagLst>
</file>

<file path=ppt/tags/tag565.xml><?xml version="1.0" encoding="utf-8"?>
<p:tagLst xmlns:p="http://schemas.openxmlformats.org/presentationml/2006/main">
  <p:tag name="ADJUSTMENTS" val="9.331733"/>
</p:tagLst>
</file>

<file path=ppt/tags/tag566.xml><?xml version="1.0" encoding="utf-8"?>
<p:tagLst xmlns:p="http://schemas.openxmlformats.org/presentationml/2006/main">
  <p:tag name="ADJUSTMENTS" val="9.331733"/>
</p:tagLst>
</file>

<file path=ppt/tags/tag567.xml><?xml version="1.0" encoding="utf-8"?>
<p:tagLst xmlns:p="http://schemas.openxmlformats.org/presentationml/2006/main">
  <p:tag name="ADJUSTMENTS" val="9.331733"/>
</p:tagLst>
</file>

<file path=ppt/tags/tag568.xml><?xml version="1.0" encoding="utf-8"?>
<p:tagLst xmlns:p="http://schemas.openxmlformats.org/presentationml/2006/main">
  <p:tag name="TEXTSHADOWSIZE" val="100"/>
</p:tagLst>
</file>

<file path=ppt/tags/tag569.xml><?xml version="1.0" encoding="utf-8"?>
<p:tagLst xmlns:p="http://schemas.openxmlformats.org/presentationml/2006/main">
  <p:tag name="TEXTSHADOWSIZE" val="100"/>
</p:tagLst>
</file>

<file path=ppt/tags/tag570.xml><?xml version="1.0" encoding="utf-8"?>
<p:tagLst xmlns:p="http://schemas.openxmlformats.org/presentationml/2006/main">
  <p:tag name="ADJUSTMENTS" val="9.331733"/>
</p:tagLst>
</file>

<file path=ppt/tags/tag571.xml><?xml version="1.0" encoding="utf-8"?>
<p:tagLst xmlns:p="http://schemas.openxmlformats.org/presentationml/2006/main">
  <p:tag name="ADJUSTMENTS" val="9.331733"/>
</p:tagLst>
</file>

<file path=ppt/tags/tag572.xml><?xml version="1.0" encoding="utf-8"?>
<p:tagLst xmlns:p="http://schemas.openxmlformats.org/presentationml/2006/main">
  <p:tag name="ADJUSTMENTS" val="9.331733"/>
</p:tagLst>
</file>

<file path=ppt/tags/tag573.xml><?xml version="1.0" encoding="utf-8"?>
<p:tagLst xmlns:p="http://schemas.openxmlformats.org/presentationml/2006/main">
  <p:tag name="ADJUSTMENTS" val="9.331733"/>
</p:tagLst>
</file>

<file path=ppt/tags/tag574.xml><?xml version="1.0" encoding="utf-8"?>
<p:tagLst xmlns:p="http://schemas.openxmlformats.org/presentationml/2006/main">
  <p:tag name="ADJUSTMENTS" val="9.331733"/>
</p:tagLst>
</file>

<file path=ppt/tags/tag575.xml><?xml version="1.0" encoding="utf-8"?>
<p:tagLst xmlns:p="http://schemas.openxmlformats.org/presentationml/2006/main">
  <p:tag name="ADJUSTMENTS" val="9.331733"/>
</p:tagLst>
</file>

<file path=ppt/tags/tag576.xml><?xml version="1.0" encoding="utf-8"?>
<p:tagLst xmlns:p="http://schemas.openxmlformats.org/presentationml/2006/main">
  <p:tag name="ADJUSTMENTS" val="9.331733"/>
</p:tagLst>
</file>

<file path=ppt/tags/tag577.xml><?xml version="1.0" encoding="utf-8"?>
<p:tagLst xmlns:p="http://schemas.openxmlformats.org/presentationml/2006/main">
  <p:tag name="ADJUSTMENTS" val="9.331733"/>
</p:tagLst>
</file>

<file path=ppt/tags/tag578.xml><?xml version="1.0" encoding="utf-8"?>
<p:tagLst xmlns:p="http://schemas.openxmlformats.org/presentationml/2006/main">
  <p:tag name="ADJUSTMENTS" val="9.331733"/>
</p:tagLst>
</file>

<file path=ppt/tags/tag579.xml><?xml version="1.0" encoding="utf-8"?>
<p:tagLst xmlns:p="http://schemas.openxmlformats.org/presentationml/2006/main">
  <p:tag name="ADJUSTMENTS" val="9.331733"/>
</p:tagLst>
</file>

<file path=ppt/tags/tag580.xml><?xml version="1.0" encoding="utf-8"?>
<p:tagLst xmlns:p="http://schemas.openxmlformats.org/presentationml/2006/main">
  <p:tag name="ADJUSTMENTS" val="9.331733"/>
</p:tagLst>
</file>

<file path=ppt/tags/tag581.xml><?xml version="1.0" encoding="utf-8"?>
<p:tagLst xmlns:p="http://schemas.openxmlformats.org/presentationml/2006/main">
  <p:tag name="ADJUSTMENTS" val="9.331733"/>
</p:tagLst>
</file>

<file path=ppt/tags/tag582.xml><?xml version="1.0" encoding="utf-8"?>
<p:tagLst xmlns:p="http://schemas.openxmlformats.org/presentationml/2006/main">
  <p:tag name="ADJUSTMENTS" val="9.331733"/>
</p:tagLst>
</file>

<file path=ppt/tags/tag583.xml><?xml version="1.0" encoding="utf-8"?>
<p:tagLst xmlns:p="http://schemas.openxmlformats.org/presentationml/2006/main">
  <p:tag name="ADJUSTMENTS" val="9.331733"/>
</p:tagLst>
</file>

<file path=ppt/tags/tag584.xml><?xml version="1.0" encoding="utf-8"?>
<p:tagLst xmlns:p="http://schemas.openxmlformats.org/presentationml/2006/main">
  <p:tag name="KSO_WM_UNIT_TEXT_FILL_FORE_SCHEMECOLOR_INDEX_BRIGHTNESS" val="0.5"/>
  <p:tag name="KSO_WM_UNIT_TEXT_FILL_FORE_SCHEMECOLOR_INDEX" val="13"/>
  <p:tag name="KSO_WM_UNIT_TEXT_FILL_TYPE" val="1"/>
</p:tagLst>
</file>

<file path=ppt/tags/tag585.xml><?xml version="1.0" encoding="utf-8"?>
<p:tagLst xmlns:p="http://schemas.openxmlformats.org/presentationml/2006/main">
  <p:tag name="KSO_WM_UNIT_TEXT_FILL_FORE_SCHEMECOLOR_INDEX_BRIGHTNESS" val="0.5"/>
  <p:tag name="KSO_WM_UNIT_TEXT_FILL_FORE_SCHEMECOLOR_INDEX" val="13"/>
  <p:tag name="KSO_WM_UNIT_TEXT_FILL_TYPE" val="1"/>
</p:tagLst>
</file>

<file path=ppt/tags/tag586.xml><?xml version="1.0" encoding="utf-8"?>
<p:tagLst xmlns:p="http://schemas.openxmlformats.org/presentationml/2006/main">
  <p:tag name="KSO_WM_UNIT_TEXT_FILL_FORE_SCHEMECOLOR_INDEX_BRIGHTNESS" val="0.5"/>
  <p:tag name="KSO_WM_UNIT_TEXT_FILL_FORE_SCHEMECOLOR_INDEX" val="13"/>
  <p:tag name="KSO_WM_UNIT_TEXT_FILL_TYPE" val="1"/>
</p:tagLst>
</file>

<file path=ppt/tags/tag587.xml><?xml version="1.0" encoding="utf-8"?>
<p:tagLst xmlns:p="http://schemas.openxmlformats.org/presentationml/2006/main">
  <p:tag name="KSO_WM_UNIT_TEXT_FILL_FORE_SCHEMECOLOR_INDEX_BRIGHTNESS" val="0.5"/>
  <p:tag name="KSO_WM_UNIT_TEXT_FILL_FORE_SCHEMECOLOR_INDEX" val="13"/>
  <p:tag name="KSO_WM_UNIT_TEXT_FILL_TYPE" val="1"/>
</p:tagLst>
</file>

<file path=ppt/tags/tag588.xml><?xml version="1.0" encoding="utf-8"?>
<p:tagLst xmlns:p="http://schemas.openxmlformats.org/presentationml/2006/main">
  <p:tag name="KSO_WM_UNIT_TEXT_FILL_FORE_SCHEMECOLOR_INDEX_BRIGHTNESS" val="0.5"/>
  <p:tag name="KSO_WM_UNIT_TEXT_FILL_FORE_SCHEMECOLOR_INDEX" val="13"/>
  <p:tag name="KSO_WM_UNIT_TEXT_FILL_TYPE" val="1"/>
</p:tagLst>
</file>

<file path=ppt/tags/tag589.xml><?xml version="1.0" encoding="utf-8"?>
<p:tagLst xmlns:p="http://schemas.openxmlformats.org/presentationml/2006/main">
  <p:tag name="KSO_WM_UNIT_TEXT_FILL_FORE_SCHEMECOLOR_INDEX_BRIGHTNESS" val="0.5"/>
  <p:tag name="KSO_WM_UNIT_TEXT_FILL_FORE_SCHEMECOLOR_INDEX" val="13"/>
  <p:tag name="KSO_WM_UNIT_TEXT_FILL_TYPE" val="1"/>
</p:tagLst>
</file>

<file path=ppt/tags/tag590.xml><?xml version="1.0" encoding="utf-8"?>
<p:tagLst xmlns:p="http://schemas.openxmlformats.org/presentationml/2006/main">
  <p:tag name="KSO_WM_UNIT_TEXT_FILL_FORE_SCHEMECOLOR_INDEX_BRIGHTNESS" val="0.5"/>
  <p:tag name="KSO_WM_UNIT_TEXT_FILL_FORE_SCHEMECOLOR_INDEX" val="13"/>
  <p:tag name="KSO_WM_UNIT_TEXT_FILL_TYPE" val="1"/>
</p:tagLst>
</file>

<file path=ppt/tags/tag591.xml><?xml version="1.0" encoding="utf-8"?>
<p:tagLst xmlns:p="http://schemas.openxmlformats.org/presentationml/2006/main">
  <p:tag name="KSO_WM_UNIT_TEXT_FILL_FORE_SCHEMECOLOR_INDEX_BRIGHTNESS" val="0.5"/>
  <p:tag name="KSO_WM_UNIT_TEXT_FILL_FORE_SCHEMECOLOR_INDEX" val="13"/>
  <p:tag name="KSO_WM_UNIT_TEXT_FILL_TYPE" val="1"/>
</p:tagLst>
</file>

<file path=ppt/tags/tag592.xml><?xml version="1.0" encoding="utf-8"?>
<p:tagLst xmlns:p="http://schemas.openxmlformats.org/presentationml/2006/main">
  <p:tag name="SHADOWSIZE" val="100"/>
</p:tagLst>
</file>

<file path=ppt/tags/tag593.xml><?xml version="1.0" encoding="utf-8"?>
<p:tagLst xmlns:p="http://schemas.openxmlformats.org/presentationml/2006/main">
  <p:tag name="SHADOWSIZE" val="100"/>
</p:tagLst>
</file>

<file path=ppt/tags/tag594.xml><?xml version="1.0" encoding="utf-8"?>
<p:tagLst xmlns:p="http://schemas.openxmlformats.org/presentationml/2006/main">
  <p:tag name="SHADOWSIZE" val="100"/>
</p:tagLst>
</file>

<file path=ppt/tags/tag595.xml><?xml version="1.0" encoding="utf-8"?>
<p:tagLst xmlns:p="http://schemas.openxmlformats.org/presentationml/2006/main">
  <p:tag name="SHADOWSIZE" val="100"/>
</p:tagLst>
</file>

<file path=ppt/tags/tag596.xml><?xml version="1.0" encoding="utf-8"?>
<p:tagLst xmlns:p="http://schemas.openxmlformats.org/presentationml/2006/main">
  <p:tag name="SHADOWSIZE" val="100"/>
</p:tagLst>
</file>

<file path=ppt/tags/tag597.xml><?xml version="1.0" encoding="utf-8"?>
<p:tagLst xmlns:p="http://schemas.openxmlformats.org/presentationml/2006/main">
  <p:tag name="SHADOWSIZE" val="100"/>
</p:tagLst>
</file>

<file path=ppt/tags/tag598.xml><?xml version="1.0" encoding="utf-8"?>
<p:tagLst xmlns:p="http://schemas.openxmlformats.org/presentationml/2006/main">
  <p:tag name="SHADOWSIZE" val="100"/>
</p:tagLst>
</file>

<file path=ppt/tags/tag599.xml><?xml version="1.0" encoding="utf-8"?>
<p:tagLst xmlns:p="http://schemas.openxmlformats.org/presentationml/2006/main">
  <p:tag name="SHADOWSIZE" val="100"/>
</p:tagLst>
</file>

<file path=ppt/tags/tag600.xml><?xml version="1.0" encoding="utf-8"?>
<p:tagLst xmlns:p="http://schemas.openxmlformats.org/presentationml/2006/main">
  <p:tag name="ISLIDE.GUIDESSETTING" val="{&quot;Id&quot;:&quot;GuidesStyle_Moderate&quot;,&quot;Name&quot;:&quot;适中&quot;,&quot;Kind&quot;:&quot;System&quot;,&quot;OldGuidesSetting&quot;:{&quot;HeaderHeight&quot;:13.0,&quot;FooterHeight&quot;:6.0,&quot;SideMargin&quot;:4.0,&quot;TopMargin&quot;:0.0,&quot;BottomMargin&quot;:0.0,&quot;IntervalMargin&quot;:1.5}}"/>
  <p:tag name="COMMONDATA" val="eyJoZGlkIjoiMmIxOGE2NGY5MzIzZTFjYjRkMjdkOTZiZDJlY2ZhYzQifQ=="/>
  <p:tag name="RESOURCE_RECORD_KEY" val="{&quot;29&quot;:[50000086]}"/>
</p:tagLst>
</file>

<file path=ppt/theme/theme1.xml><?xml version="1.0" encoding="utf-8"?>
<a:theme xmlns:a="http://schemas.openxmlformats.org/drawingml/2006/main" name="Office 主题​​">
  <a:themeElements>
    <a:clrScheme name="纯蓝色配色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C4274"/>
      </a:accent1>
      <a:accent2>
        <a:srgbClr val="A23424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lang="en-US" altLang="zh-CN">
            <a:latin typeface="HONOR Sans CN" panose="05000200000000000000" charset="-122"/>
            <a:ea typeface="HONOR Sans CN" panose="05000200000000000000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Office 主题​​">
  <a:themeElements>
    <a:clrScheme name="">
      <a:dk1>
        <a:srgbClr val="202020"/>
      </a:dk1>
      <a:lt1>
        <a:srgbClr val="FFFFFF"/>
      </a:lt1>
      <a:dk2>
        <a:srgbClr val="404040"/>
      </a:dk2>
      <a:lt2>
        <a:srgbClr val="FFFFFF"/>
      </a:lt2>
      <a:accent1>
        <a:srgbClr val="1C4274"/>
      </a:accent1>
      <a:accent2>
        <a:srgbClr val="89B0E3"/>
      </a:accent2>
      <a:accent3>
        <a:srgbClr val="1C4274"/>
      </a:accent3>
      <a:accent4>
        <a:srgbClr val="A5A5A5"/>
      </a:accent4>
      <a:accent5>
        <a:srgbClr val="4E88D4"/>
      </a:accent5>
      <a:accent6>
        <a:srgbClr val="404040"/>
      </a:accent6>
      <a:hlink>
        <a:srgbClr val="0026E5"/>
      </a:hlink>
      <a:folHlink>
        <a:srgbClr val="7E1FAD"/>
      </a:folHlink>
    </a:clrScheme>
    <a:fontScheme name="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lang="en-US" altLang="zh-CN">
            <a:latin typeface="HONOR Sans CN" panose="05000200000000000000" charset="-122"/>
            <a:ea typeface="HONOR Sans CN" panose="05000200000000000000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12788</Words>
  <Application>WPS 演示</Application>
  <PresentationFormat>宽屏</PresentationFormat>
  <Paragraphs>2640</Paragraphs>
  <Slides>46</Slides>
  <Notes>40</Notes>
  <HiddenSlides>0</HiddenSlides>
  <MMClips>0</MMClips>
  <ScaleCrop>false</ScaleCrop>
  <HeadingPairs>
    <vt:vector size="6" baseType="variant">
      <vt:variant>
        <vt:lpstr>已用的字体</vt:lpstr>
      </vt:variant>
      <vt:variant>
        <vt:i4>24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46</vt:i4>
      </vt:variant>
    </vt:vector>
  </HeadingPairs>
  <TitlesOfParts>
    <vt:vector size="72" baseType="lpstr">
      <vt:lpstr>Arial</vt:lpstr>
      <vt:lpstr>宋体</vt:lpstr>
      <vt:lpstr>Wingdings</vt:lpstr>
      <vt:lpstr>HONOR Sans CN</vt:lpstr>
      <vt:lpstr>微软雅黑</vt:lpstr>
      <vt:lpstr>Arial Unicode MS</vt:lpstr>
      <vt:lpstr>OPPOSans H</vt:lpstr>
      <vt:lpstr>OPPOSans R</vt:lpstr>
      <vt:lpstr>Helvetica Neue Medium</vt:lpstr>
      <vt:lpstr>Alimama ShuHeiTi Bold</vt:lpstr>
      <vt:lpstr>Segoe Print</vt:lpstr>
      <vt:lpstr>Microsoft YaHei Semilight</vt:lpstr>
      <vt:lpstr>思源黑体 CN Bold</vt:lpstr>
      <vt:lpstr>思源黑体 CN Normal</vt:lpstr>
      <vt:lpstr>Wingdings</vt:lpstr>
      <vt:lpstr>Bahnschrift</vt:lpstr>
      <vt:lpstr>Microsoft YaHei Bold</vt:lpstr>
      <vt:lpstr>MiSans Semibold</vt:lpstr>
      <vt:lpstr>Barlow SemiBold</vt:lpstr>
      <vt:lpstr>PingFang SC Semibold</vt:lpstr>
      <vt:lpstr>Microsoft YaHei UI Regular</vt:lpstr>
      <vt:lpstr>思源宋体 CN Heavy</vt:lpstr>
      <vt:lpstr>Barlow Medium</vt:lpstr>
      <vt:lpstr>Microsoft YaHei UI</vt:lpstr>
      <vt:lpstr>Office 主题​​</vt:lpstr>
      <vt:lpstr>5_Office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徐鸣冲</dc:creator>
  <cp:lastModifiedBy>冲Sherman</cp:lastModifiedBy>
  <cp:revision>361</cp:revision>
  <dcterms:created xsi:type="dcterms:W3CDTF">2022-10-13T07:27:00Z</dcterms:created>
  <dcterms:modified xsi:type="dcterms:W3CDTF">2026-02-28T13:23:19Z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CA97EDF6D6A64F93AC17D52C38E77688_13</vt:lpwstr>
  </property>
  <property fmtid="{D5CDD505-2E9C-101B-9397-08002B2CF9AE}" pid="3" name="KSOProductBuildVer">
    <vt:lpwstr>2052-12.1.0.25222</vt:lpwstr>
  </property>
</Properties>
</file>